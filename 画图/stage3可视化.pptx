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60AED03A.xml" ContentType="application/vnd.ms-powerpoint.comments+xml"/>
  <Override PartName="/ppt/notesSlides/notesSlide2.xml" ContentType="application/vnd.openxmlformats-officedocument.presentationml.notesSlide+xml"/>
  <Override PartName="/ppt/comments/modernComment_101_5D52690F.xml" ContentType="application/vnd.ms-powerpoint.comments+xml"/>
  <Override PartName="/ppt/notesSlides/notesSlide3.xml" ContentType="application/vnd.openxmlformats-officedocument.presentationml.notesSlide+xml"/>
  <Override PartName="/ppt/comments/modernComment_102_678AE1B4.xml" ContentType="application/vnd.ms-powerpoint.comments+xml"/>
  <Override PartName="/ppt/notesSlides/notesSlide4.xml" ContentType="application/vnd.openxmlformats-officedocument.presentationml.notesSlide+xml"/>
  <Override PartName="/ppt/comments/modernComment_103_55D42BDD.xml" ContentType="application/vnd.ms-powerpoint.comments+xml"/>
  <Override PartName="/ppt/notesSlides/notesSlide5.xml" ContentType="application/vnd.openxmlformats-officedocument.presentationml.notesSlide+xml"/>
  <Override PartName="/ppt/comments/modernComment_104_B945CF5F.xml" ContentType="application/vnd.ms-powerpoint.comments+xml"/>
  <Override PartName="/ppt/notesSlides/notesSlide6.xml" ContentType="application/vnd.openxmlformats-officedocument.presentationml.notesSlide+xml"/>
  <Override PartName="/ppt/comments/modernComment_105_3E23DB19.xml" ContentType="application/vnd.ms-powerpoint.comments+xml"/>
  <Override PartName="/ppt/notesSlides/notesSlide7.xml" ContentType="application/vnd.openxmlformats-officedocument.presentationml.notesSlide+xml"/>
  <Override PartName="/ppt/comments/modernComment_106_264B78E9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334500" cy="11963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42916" autoAdjust="0"/>
  </p:normalViewPr>
  <p:slideViewPr>
    <p:cSldViewPr snapToGrid="0">
      <p:cViewPr varScale="1">
        <p:scale>
          <a:sx n="27" d="100"/>
          <a:sy n="27" d="100"/>
        </p:scale>
        <p:origin x="248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8/10/relationships/authors" Target="authors.xml"/></Relationships>
</file>

<file path=ppt/comments/modernComment_100_60AED03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8C5D922-2FBA-410A-A915-2315DC2A7C0A}" authorId="{D3F71A66-0C34-DF1A-5236-FECDBC820DCB}" created="2026-10-03T07:13:03.136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t>@@stage3-cases-main-NO_LEVEL</a:t>
        </a:r>
      </a:p>
    </p188:txBody>
  </p188:cm>
  <p188:cm id="{8DCBB79F-92F9-4252-BE12-BB1F4D09ABD6}" authorId="{D3F71A66-0C34-DF1A-5236-FECDBC820DCB}" created="2026-10-03T07:13:03.148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  <p188:cm id="{1013D550-7623-4D57-A324-FC5FCE6F8D35}" authorId="{D3F71A66-0C34-DF1A-5236-FECDBC820DCB}" created="2026-10-22T15:53:22.979Z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t>PROVENANCE v1</a:t>
        </a:r>
      </a:p>
      <a:p>
        <a:r>
          <a:t>id: stage3-cases-main-NO_LEVEL</a:t>
        </a:r>
      </a:p>
      <a:p>
        <a:r>
          <a:t>source: 画图/画图代码/stage3/visualization/图表追溯.md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stage3-cases-main-NO_LEVEL｜受体口袋与实验密度的互补约束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`stage3-cases-main`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3-cases-main-NO_LEVE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**科学内容与当前载体。** 中英文正文引用 `画图/stage3可视化.pptx` 中的六例主图。每例三列分别是 PocketXMol-official、PocketXMol-tuned、Emap2lig-Build 的原排序 top-1，沉积配体作为参考。前组三例说明没有密度约束时的空间偏移，后组三例说明单纯拟合密度可能造成受体碰撞。案例用于解释结构误差，不替代完整测试集总体统计。</a:t>
        </a:r>
      </a:p>
      <a:p>
        <a:r>
          <a:t/>
        </a:r>
      </a:p>
      <a:p>
        <a:r>
          <a:t>**实例与原值。** 下表中的密度覆盖是预测重原子处实验密度达到推荐阈值的比例，碰撞为配体–受体重原子对数；距离为 Å。表中小数只为冷读缩短，完整精度保存在 `case_metrics.json` 和 `case_metrics.csv`。</a:t>
        </a:r>
      </a:p>
      <a:p>
        <a:r>
          <a:t/>
        </a:r>
      </a:p>
      <a:p>
        <a:r>
          <a:t>| 原面板 | 稳定实例 | 沉积身份 | 官方 RMSD／密度%／碰撞 | 微调 RMSD／密度%／碰撞 | Emap2lig RMSD／密度%／碰撞 |</a:t>
        </a:r>
      </a:p>
      <a:p>
        <a:r>
          <a:t>|---|---|---|---|---|---|</a:t>
        </a:r>
      </a:p>
      <a:p>
        <a:r>
          <a:t>| a | `9q16/0` | XG4，A:1201 | 3.844793／77.4194／0 | 0.755920／100／0 | 0.983195／96.7742／2 |</a:t>
        </a:r>
      </a:p>
      <a:p>
        <a:r>
          <a:t>| b | `9ub7/3` | Y01，A:701 | 4.657467／45.7143／0 | 1.015190／80／0 | 2.644291／82.8571／0 |</a:t>
        </a:r>
      </a:p>
      <a:p>
        <a:r>
          <a:t>| c | `9r3d/0` | IHP，A:2401 | 5.693730／55.5556／0 | 1.048944／86.1111／0 | 5.556659／86.1111／1 |</a:t>
        </a:r>
      </a:p>
      <a:p>
        <a:r>
          <a:t>| d | `9u7j/2` | GDU，A:801 | 2.026229／63.8889／0 | 0.900034／88.8889／0 | 8.288869／66.6667／10 |</a:t>
        </a:r>
      </a:p>
      <a:p>
        <a:r>
          <a:t>| e | `9wup/2` | FAD，A:1103 | 3.826986／66.0377／0 | 0.519128／86.7925／0 | 4.019764／66.0377／15 |</a:t>
        </a:r>
      </a:p>
      <a:p>
        <a:r>
          <a:t>| f | `9wq3/5` | 1SY，G:401 | 6.294712／57.7778／0 | 1.405354／84.4444／0 | 9.295031／82.2222／11 |</a:t>
        </a:r>
      </a:p>
      <a:p>
        <a:r>
          <a:t/>
        </a:r>
      </a:p>
      <a:p>
        <a:r>
          <a:t>同图集还保存密度三例、碰撞三例两个拆分页和四例备选：`9llg/2` 的 CLR R:603、`9lfa/0` 的 A1EJF A:401、`9bjj/16` 的 A1AP0 E:1001、`30ga/7` 的 ATP L:401。它们与主图合计十个独立实例，都保留资产；例如这里的 `9bjj/16` 不是端到端图的 `9bjj/4`。</a:t>
        </a:r>
      </a:p>
      <a:p>
        <a:r>
          <a:t/>
        </a:r>
      </a:p>
      <a:p>
        <a:r>
          <a:t>**直接绘制与数据准备链。** `source_tools/screen.py` 从完整冻结测试评价中筛出 tuned RMSD 较低且另一方法较高的候选；`source_tools/fetch_cases.py` 在只读服务器源上按原 top-1 编号取出坐标，保存局部密度和受体。历史筛选的 `screen.json`、`shortlist.json`、28 例测量值在 `stage3/output/stage3-cases-main/screening/` 留档。论文选用十例的稳定输入在 `assets/&lt;pdb&gt;_&lt;occurrence&gt;/arrays.npz` 和 `metadata.json`。</a:t>
        </a:r>
      </a:p>
      <a:p>
        <a:r>
          <a:t/>
        </a:r>
      </a:p>
      <a:p>
        <a:r>
          <a:t>`measure_cases.py` 的模块主流程计算显示用密度覆盖和碰撞，直接继承已冻结 RMSD；`make_geometry.py` 的模块主流程产生同一相机的线段、原子圆和密度网格投影；`render_figure.py` 的模块主流程按 `settings` 中的稳定实例键绘制主图及备选，写出 `deck_layout.json`。`build_deck.mjs` 从该布局与 `geometry.json` 生成 PowerPoint 原生形状。Python 预览与 PPT 共用显示几何，三维指标不由二维投影反推。</a:t>
        </a:r>
      </a:p>
      <a:p>
        <a:r>
          <a:t/>
        </a:r>
      </a:p>
      <a:p>
        <a:r>
          <a:t>本地离线测量与制图命令：</a:t>
        </a:r>
      </a:p>
      <a:p>
        <a:r>
          <a:t/>
        </a:r>
      </a:p>
      <a:p>
        <a:r>
          <a:t>```powershell</a:t>
        </a:r>
      </a:p>
      <a:p>
        <a:r>
          <a:t>python 画图/画图代码/stage3/visualization/stage3-cases-main/measure_cases.py</a:t>
        </a:r>
      </a:p>
      <a:p>
        <a:r>
          <a:t>python 画图/画图代码/stage3/visualization/stage3-cases-main/make_geometry.py</a:t>
        </a:r>
      </a:p>
      <a:p>
        <a:r>
          <a:t>python 画图/画图代码/stage3/visualization/stage3-cases-main/render_figure.py</a:t>
        </a:r>
      </a:p>
      <a:p>
        <a:r>
          <a:t>node 画图/画图代码/stage3/visualization/stage3-cases-main/build_deck.mjs</a:t>
        </a:r>
      </a:p>
      <a:p>
        <a:r>
          <a:t>```</a:t>
        </a:r>
      </a:p>
      <a:p>
        <a:r>
          <a:t/>
        </a:r>
      </a:p>
      <a:p>
        <a:r>
          <a:t>**原评价、排名与真值。** 每例 `metadata.json.sources` 保存三种预测的精确服务器文件。官方模型为 `/storage/penghongen/PocketXMol/sampling/official-SMILES/test/C0/&lt;pdb&gt;/&lt;occurrence&gt;/poses.sdf`，微调模型为同根 `local_cov-C-T0-RA/test/C0/`；两者均用真实受体和原 `top1_sample_index`，从 SDF 的 `sample_index` 属性匹配候选，不按 RMSD 重排。Emap2lig 原构象来自 `/storage/penghongen/Emap2lig/stage3_find_hit_build/` 的原 `consistency_iou` 降序首位 CIF；元数据保存 rank、CIF 路径、分数及 RMSD。原实验 release／launch 可沿补充归档 `reference_logs/Emap2lig/Emap2lig结果 &amp; 追溯性日志.md` 核查。</a:t>
        </a:r>
      </a:p>
      <a:p>
        <a:r>
          <a:t/>
        </a:r>
      </a:p>
      <a:p>
        <a:r>
          <a:t>真实配体坐标来自 `/storage/penghongen/AdaLigand/Ori_Data/smiles_assets/SMILE_coords/v1/&lt;pdb&gt;.npz` 的原实例坐标切片；CCD、链和残基来自 `parse/&lt;pdb&gt;/occurrences.jsonl`。源 SMILES 来自 PocketXMol 冻结 `data/smiles-v1/frozen/test.jsonl`。密度来自同 AdaLigand 根的 `density/&lt;pdb&gt;/exp.npy`，网格及推荐阈值来自 `exp.npz`。每例 `density_source`、`density_slice_xyz` 和 `source_map_sha256` 保留全图来源与裁取区间。二十份本地科学资产的 SHA-256 在 `source_sha256.json` 留档。</a:t>
        </a:r>
      </a:p>
      <a:p>
        <a:r>
          <a:t/>
        </a:r>
      </a:p>
      <a:p>
        <a:r>
          <a:t>**数组与坐标。** `arrays.npz` 的 `gt`、`official`、`tuned`、`build` 均为 `(N,3)` 重原子世界 XYZ 坐标，单位 Å；`element` 长度为 N，`bonds` 是原子零基索引对及键级。`receptor_xyz` 为 `(R,3)`，`receptor_element`、残基和键字段对齐同一受体原子轴。`density` 为 `(Z,Y,X)`；`origin` 是 XYZ 体素边界角点，中心索引为 `(world-origin)/voxel_size-0.5`，取样时转 ZYX。四种构象联合包围盒向外加 9 Å 决定密度裁取，不按方法更换密度。受体只保留距四组构象联合原子 8 Å 内的标准蛋白质／核酸重原子，覆盖碰撞定义需要的邻域；水和非标准类别不计入受体碰撞。</a:t>
        </a:r>
      </a:p>
      <a:p>
        <a:r>
          <a:t/>
        </a:r>
      </a:p>
      <a:p>
        <a:r>
          <a:t>**指标、显示和选择。** 密度覆盖以三线性插值读取每个预测重原子处原密度，再计算值达到 `contour` 的比例，范围 0–1；它不是 Q-score。碰撞是距离严格小于 `0.75*(r_ligand+r_receptor)` 的原子对；范德华半径与服务器 RDKit `GetRvdw` 核对。RMSD 直接取原对称校正评价，不重新叠合。</a:t>
        </a:r>
      </a:p>
      <a:p>
        <a:r>
          <a:t/>
        </a:r>
      </a:p>
      <a:p>
        <a:r>
          <a:t>密度网格取原推荐阈值的等值面，仅保留距沉积配体 2 Å 内的已有面片；三列共享同一网格、取景、正交相机和 5 Å 尺度。PCA 只用于定向显示。原主图与备选曾交换实例位置，未改变候选或测量值。作者今后删例、裁切、移动文字后，剩余实例仍沿本记录的稳定身份追溯，不要求恢复 AI 原版面。</a:t>
        </a:r>
      </a:p>
      <a:p>
        <a:r>
          <a:t/>
        </a:r>
      </a:p>
      <a:p>
        <a:r>
          <a:t>**已核验与限制。** 冻结坐标、原自评分首位、离线密度覆盖与碰撞均有本地来源；`source_tools/check_frozen_metrics.py` 逐例核对 PocketXMol 的 top-1 RMSD 和碰撞原子对数。取数程序由 `temp/` 救回并保存为长期来源工具，默认离线绘图不调用服务器。28 例筛选仅为解释性案例选择，不构成随机抽样；完整模型统计仍由计算图提供。</a:t>
        </a:r>
      </a:p>
      <a:p>
        <a:r>
          <a:t/>
        </a:r>
      </a:p>
      <a:p>
        <a:r>
          <a:t>迁移后已实际执行 `measure_cases.py → make_geometry.py → render_figure.py`，十例新指标、三维显示几何和案例JSON与冻结对象完全相等，四页图稿已生成并目视核对。新文件只写 `output/stage3-cases-main/regenerated/`，原冻结输入和作者PPT保持。本轮Python重绘前后对stage3/e2e的1,797份冻结文件做SHA-256保护核对，全部不变；证据位于 `temp/figure-provenance/python-frozen-protection.json`。</a:t>
        </a:r>
      </a:p>
    </p188:txBody>
  </p188:cm>
</p188:cmLst>
</file>

<file path=ppt/comments/modernComment_101_5D52690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6AD79C5-C17E-45F7-8AB2-6926ED9B8BE7}" authorId="{D3F71A66-0C34-DF1A-5236-FECDBC820DCB}" created="2026-10-03T07:13:03.695">
    <pc:sldMkLst xmlns:pc="http://schemas.microsoft.com/office/powerpoint/2013/main/command">
      <pc:docMk/>
      <pc:sldMk cId="1565681935" sldId="257"/>
    </pc:sldMkLst>
    <p188:pos x="0" y="0"/>
    <p188:txBody>
      <a:bodyPr/>
      <a:lstStyle/>
      <a:p>
        <a:r>
          <a:t>@@stage3-cases-density-NO_LEVEL</a:t>
        </a:r>
      </a:p>
    </p188:txBody>
  </p188:cm>
  <p188:cm id="{5A36124D-3DF1-493C-8AC7-2766080CAD5B}" authorId="{D3F71A66-0C34-DF1A-5236-FECDBC820DCB}" created="2026-10-03T07:13:03.704">
    <pc:sldMkLst xmlns:pc="http://schemas.microsoft.com/office/powerpoint/2013/main/command">
      <pc:docMk/>
      <pc:sldMk cId="1565681935" sldId="257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2_678AE1B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1A71DCC-58E4-4E38-83B6-6FB4CF2FCE69}" authorId="{D3F71A66-0C34-DF1A-5236-FECDBC820DCB}" created="2026-10-03T07:13:03.971">
    <pc:sldMkLst xmlns:pc="http://schemas.microsoft.com/office/powerpoint/2013/main/command">
      <pc:docMk/>
      <pc:sldMk cId="1737154996" sldId="258"/>
    </pc:sldMkLst>
    <p188:pos x="0" y="0"/>
    <p188:txBody>
      <a:bodyPr/>
      <a:lstStyle/>
      <a:p>
        <a:r>
          <a:t>@@stage3-cases-clash-NO_LEVEL</a:t>
        </a:r>
      </a:p>
    </p188:txBody>
  </p188:cm>
  <p188:cm id="{6CDC9427-C332-4BD5-8318-B8C21610697C}" authorId="{D3F71A66-0C34-DF1A-5236-FECDBC820DCB}" created="2026-10-03T07:13:03.973">
    <pc:sldMkLst xmlns:pc="http://schemas.microsoft.com/office/powerpoint/2013/main/command">
      <pc:docMk/>
      <pc:sldMk cId="1737154996" sldId="258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3_55D42BD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3C0306D-72B5-47D0-900A-10A28618ECFB}" authorId="{D3F71A66-0C34-DF1A-5236-FECDBC820DCB}" created="2026-10-03T07:13:04.234">
    <pc:sldMkLst xmlns:pc="http://schemas.microsoft.com/office/powerpoint/2013/main/command">
      <pc:docMk/>
      <pc:sldMk cId="1439968221" sldId="259"/>
    </pc:sldMkLst>
    <p188:pos x="0" y="0"/>
    <p188:txBody>
      <a:bodyPr/>
      <a:lstStyle/>
      <a:p>
        <a:r>
          <a:t>@@stage3-cases-alternatives-NO_LEVEL</a:t>
        </a:r>
      </a:p>
    </p188:txBody>
  </p188:cm>
  <p188:cm id="{997C52F0-6C36-4E23-A964-CDD9D1A1B37E}" authorId="{D3F71A66-0C34-DF1A-5236-FECDBC820DCB}" created="2026-10-03T07:13:04.236">
    <pc:sldMkLst xmlns:pc="http://schemas.microsoft.com/office/powerpoint/2013/main/command">
      <pc:docMk/>
      <pc:sldMk cId="1439968221" sldId="259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4_B945CF5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219EBB1-6556-486E-8DC9-D07B08DF4057}" authorId="{D3F71A66-0C34-DF1A-5236-FECDBC820DCB}" created="2026-10-27T18:05:57.465+08:00">
    <pc:sldMkLst xmlns:pc="http://schemas.microsoft.com/office/powerpoint/2013/main/command">
      <pc:docMk/>
      <pc:sldMk cId="255108090" sldId="256"/>
    </pc:sldMkLst>
    <p188:pos x="0" y="0"/>
    <p188:txBody>
      <a:bodyPr/>
      <a:lstStyle/>
      <a:p>
        <a:r>
          <a:t>@@stage3-cases-main</a:t>
        </a:r>
      </a:p>
    </p188:txBody>
  </p188:cm>
  <p188:cm id="{2886E75C-4893-4844-B06A-327E038FAD4D}" authorId="{D3F71A66-0C34-DF1A-5236-FECDBC820DCB}" created="2026-10-27T10:38:19.498Z">
    <pc:sldMkLst xmlns:pc="http://schemas.microsoft.com/office/powerpoint/2013/main/command">
      <pc:docMk/>
      <pc:sldMk cId="255108090" sldId="256"/>
    </pc:sldMkLst>
    <p188:pos x="0" y="0"/>
    <p188:txBody>
      <a:bodyPr/>
      <a:lstStyle/>
      <a:p>
        <a:r>
          <a:t>PROVENANCE v1</a:t>
        </a:r>
      </a:p>
      <a:p>
        <a:r>
          <a:t>id: stage3-cases-main</a:t>
        </a:r>
      </a:p>
      <a:p>
        <a:r>
          <a:t>source: 画图/画图代码/stage3/visualization/图表追溯.md</a:t>
        </a:r>
      </a:p>
      <a:p>
        <a:r>
          <a:t/>
        </a:r>
      </a:p>
      <a:p>
        <a:r>
          <a:t>## stage3-cases-main｜显式推荐 level 条件</a:t>
        </a:r>
      </a:p>
      <a:p>
        <a:r>
          <a:t/>
        </a:r>
      </a:p>
      <a:p>
        <a:r>
          <a:t>本图与`@@stage3-cases-density`、`@@stage3-cases-clash`沿用元信息所列共享目录和用途；本图具体面板选择见下文。</a:t>
        </a:r>
      </a:p>
      <a:p>
        <a:r>
          <a:t/>
        </a:r>
      </a:p>
      <a:p>
        <a:r>
          <a:t>主图三例密度偏离为9q16/0 XG4 A:1201、9ub7/3 Y01 A:701、9r3d/0 IHP A:2401；三例碰撞为9pxt/3 MGD、9wup/2 FAD A:1103、9wq3/5 1SY G:401。精确链/残基见case_selection.json和逐例metadata，不能只按PDB选取其他同名配体。两组候选各5例，额外密度9r7l/1、9uvz/0，额外碰撞9x0x/9、9ujf/9，均在同PPT新候选页保留。10例DG-PocketXmol原评分Top-1 RMSD均最低、Clash=0、D不低于两基线（9wq3与Emap并列）。碰撞主图Emap原子对39／14／12；9pxt的Emap top-1 RMSD10.89 Å。</a:t>
        </a:r>
      </a:p>
      <a:p>
        <a:r>
          <a:t/>
        </a:r>
      </a:p>
      <a:p>
        <a:r>
          <a:t>原`measure_cases.py→make_geometry.py→render_figure.py→build_deck.mjs`读取`FIGURE_SOURCE_ROOT`。两组PocketXMol仍为GT受体／真实中心C0的原Top-1，此处不是预测区域公平对接的同一批位点输入；新Emap读取原consistency_iou排名第一CIF，用LIG原子名连接。D为原实验密度中推荐contour下的重原子三线性插值覆盖率；Clash严格小于0.75×范德华半径和，统计标准受体重原子对。三列共用同一密度、受体、相机、5 Å比例尺，不以新level截断密度替换用于D的原地图。数组ZYX、原子XYZ、Å，网格原点为边界，体素中心加0.5 spacing。source_sha256覆盖10例原件，screening保留31例候选核查。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stage3-cases-main`。统一入口按本记录inputs显式绑定条件，屏蔽旧temp，科学输入位于上列长期目录；临时图稿、PPT和receipt写本次temp构建目录。当前作者PPT保存新页及最小双语备注，旧页使用`-NO_LEVEL`。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</p188:cmLst>
</file>

<file path=ppt/comments/modernComment_105_3E23DB1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7B1A415-37DA-4801-8F29-38EA6D33F812}" authorId="{D3F71A66-0C34-DF1A-5236-FECDBC820DCB}" created="2026-10-27T18:05:57.594+08:00">
    <pc:sldMkLst xmlns:pc="http://schemas.microsoft.com/office/powerpoint/2013/main/command">
      <pc:docMk/>
      <pc:sldMk cId="718651195" sldId="257"/>
    </pc:sldMkLst>
    <p188:pos x="0" y="0"/>
    <p188:txBody>
      <a:bodyPr/>
      <a:lstStyle/>
      <a:p>
        <a:r>
          <a:t>@@stage3-cases-density</a:t>
        </a:r>
      </a:p>
    </p188:txBody>
  </p188:cm>
  <p188:cm id="{27E91F4C-4A2B-4C3B-A7AF-0ACD69189892}" authorId="{D3F71A66-0C34-DF1A-5236-FECDBC820DCB}" created="2026-10-27T10:38:19.499Z">
    <pc:sldMkLst xmlns:pc="http://schemas.microsoft.com/office/powerpoint/2013/main/command">
      <pc:docMk/>
      <pc:sldMk cId="718651195" sldId="257"/>
    </pc:sldMkLst>
    <p188:pos x="0" y="0"/>
    <p188:txBody>
      <a:bodyPr/>
      <a:lstStyle/>
      <a:p>
        <a:r>
          <a:t>PROVENANCE v1</a:t>
        </a:r>
      </a:p>
      <a:p>
        <a:r>
          <a:t>id: stage3-cases-density</a:t>
        </a:r>
      </a:p>
      <a:p>
        <a:r>
          <a:t>source: 画图/画图代码/stage3/visualization/图表追溯.md</a:t>
        </a:r>
      </a:p>
      <a:p>
        <a:r>
          <a:t/>
        </a:r>
      </a:p>
      <a:p>
        <a:r>
          <a:t>## stage3-cases-density｜显式推荐 level 条件</a:t>
        </a:r>
      </a:p>
      <a:p>
        <a:r>
          <a:t/>
        </a:r>
      </a:p>
      <a:p>
        <a:r>
          <a:t>本图与`@@stage3-cases-main`、`@@stage3-cases-clash`沿用元信息所列共享目录和用途；本图具体面板选择见下文。</a:t>
        </a:r>
      </a:p>
      <a:p>
        <a:r>
          <a:t/>
        </a:r>
      </a:p>
      <a:p>
        <a:r>
          <a:t>五例密度偏离候选为9q16/0、9ub7/3、9r3d/0、9r7l/1、9uvz/0，前三例进入当前正文主图，后两例供作者替换。三列保持官方PocketXMol／DG-PocketXmol／新level Emap2lig原评分Top-1，逐例化学身份、GT-C0输入、原密度D与Clash定义和主图完全一致。</a:t>
        </a:r>
      </a:p>
      <a:p>
        <a:r>
          <a:t/>
        </a:r>
      </a:p>
      <a:p>
        <a:r>
          <a:t>原`measure_cases.py→make_geometry.py→render_figure.py→build_deck.mjs`读取`FIGURE_SOURCE_ROOT`。两组PocketXMol仍为GT受体／真实中心C0的原Top-1，此处不是预测区域公平对接的同一批位点输入；新Emap读取原consistency_iou排名第一CIF，用LIG原子名连接。D为原实验密度中推荐contour下的重原子三线性插值覆盖率；Clash严格小于0.75×范德华半径和，统计标准受体重原子对。三列共用同一密度、受体、相机、5 Å比例尺，不以新level截断密度替换用于D的原地图。数组ZYX、原子XYZ、Å，网格原点为边界，体素中心加0.5 spacing。source_sha256覆盖10例原件，screening保留31例候选核查。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stage3-cases-density`。统一入口按本记录inputs显式绑定条件，屏蔽旧temp，科学输入位于上列长期目录；临时图稿、PPT和receipt写本次temp构建目录。当前作者PPT保存新页及最小双语备注，旧页使用`-NO_LEVEL`。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</p188:cmLst>
</file>

<file path=ppt/comments/modernComment_106_264B78E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10B7842-9651-42C0-AA75-F2216B3FEE10}" authorId="{D3F71A66-0C34-DF1A-5236-FECDBC820DCB}" created="2026-10-27T18:05:57.787+08:00">
    <pc:sldMkLst xmlns:pc="http://schemas.microsoft.com/office/powerpoint/2013/main/command">
      <pc:docMk/>
      <pc:sldMk cId="713276190" sldId="258"/>
    </pc:sldMkLst>
    <p188:pos x="0" y="0"/>
    <p188:txBody>
      <a:bodyPr/>
      <a:lstStyle/>
      <a:p>
        <a:r>
          <a:t>@@stage3-cases-clash</a:t>
        </a:r>
      </a:p>
    </p188:txBody>
  </p188:cm>
  <p188:cm id="{DB9A70CF-21E8-498A-96C8-9CDC3CB60CD2}" authorId="{D3F71A66-0C34-DF1A-5236-FECDBC820DCB}" created="2026-10-27T10:38:19.499Z">
    <pc:sldMkLst xmlns:pc="http://schemas.microsoft.com/office/powerpoint/2013/main/command">
      <pc:docMk/>
      <pc:sldMk cId="713276190" sldId="258"/>
    </pc:sldMkLst>
    <p188:pos x="0" y="0"/>
    <p188:txBody>
      <a:bodyPr/>
      <a:lstStyle/>
      <a:p>
        <a:r>
          <a:t>PROVENANCE v1</a:t>
        </a:r>
      </a:p>
      <a:p>
        <a:r>
          <a:t>id: stage3-cases-clash</a:t>
        </a:r>
      </a:p>
      <a:p>
        <a:r>
          <a:t>source: 画图/画图代码/stage3/visualization/图表追溯.md</a:t>
        </a:r>
      </a:p>
      <a:p>
        <a:r>
          <a:t/>
        </a:r>
      </a:p>
      <a:p>
        <a:r>
          <a:t>## stage3-cases-clash｜显式推荐 level 条件</a:t>
        </a:r>
      </a:p>
      <a:p>
        <a:r>
          <a:t/>
        </a:r>
      </a:p>
      <a:p>
        <a:r>
          <a:t>本图与`@@stage3-cases-main`、`@@stage3-cases-density`沿用元信息所列共享目录和用途；本图具体面板选择见下文。</a:t>
        </a:r>
      </a:p>
      <a:p>
        <a:r>
          <a:t/>
        </a:r>
      </a:p>
      <a:p>
        <a:r>
          <a:t>五例受体碰撞候选为9pxt/3、9wup/2、9wq3/5、9x0x/9、9ujf/9，前三例进入当前正文主图，后两例供作者替换。DG原评分Top-1在五例均无受体Clash且RMSD严格低于两基线；图形和评估条件与主图一致，不用真值重排候选。</a:t>
        </a:r>
      </a:p>
      <a:p>
        <a:r>
          <a:t/>
        </a:r>
      </a:p>
      <a:p>
        <a:r>
          <a:t>原`measure_cases.py→make_geometry.py→render_figure.py→build_deck.mjs`读取`FIGURE_SOURCE_ROOT`。两组PocketXMol仍为GT受体／真实中心C0的原Top-1，此处不是预测区域公平对接的同一批位点输入；新Emap读取原consistency_iou排名第一CIF，用LIG原子名连接。D为原实验密度中推荐contour下的重原子三线性插值覆盖率；Clash严格小于0.75×范德华半径和，统计标准受体重原子对。三列共用同一密度、受体、相机、5 Å比例尺，不以新level截断密度替换用于D的原地图。数组ZYX、原子XYZ、Å，网格原点为边界，体素中心加0.5 spacing。source_sha256覆盖10例原件，screening保留31例候选核查。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stage3-cases-clash`。统一入口按本记录inputs显式绑定条件，屏蔽旧temp，科学输入位于上列长期目录；临时图稿、PPT和receipt写本次temp构建目录。当前作者PPT保存新页及最小双语备注，旧页使用`-NO_LEVEL`。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zh-CN" dirty="0"/>
              <a:t>受体口袋与实验密度提供的互补约束。</a:t>
            </a:r>
            <a:endParaRPr lang="zh-CN"/>
          </a:p>
          <a:p>
            <a:pPr/>
            <a:r>
              <a:rPr lang="zh-CN" dirty="0"/>
              <a:t>a–c, PocketXMol-official 的 top-1 构象偏离实验密度的三个实例：9Q16–XG4、9UB7–Y01 和 9R3D–IHP。</a:t>
            </a:r>
            <a:endParaRPr lang="zh-CN"/>
          </a:p>
          <a:p>
            <a:pPr/>
            <a:r>
              <a:rPr lang="zh-CN" dirty="0"/>
              <a:t>d–f, Emap2lig-Build 的 top-1 构象与受体碰撞的三个实例：9U7J–GDU、9WUP–FAD 和 9WQ3–1SY。两个 PocketXMol 模型均使用真实受体和以中心定义的口袋。每行展示 PocketXMol-official（橙色）、PocketXMol-tuned（蓝色）和 Emap2lig-Build（紫色），top-1 构象按模型评分选取。沉积配体为青绿色，受体为橄榄绿色，实验密度以灰色网格展示。红色虚线和受体原子标出碰撞接触。D 表示三线性插值密度达到推荐等值面阈值的预测重原子比例。Clash 统计配体与标准受体重原子之间距离严格小于二者范德华半径之和 0.75 倍的原子对数。网格展示沉积配体重原子周围 2 Å 范围内的等值面。三种方法使用相同的展示区域、视角和尺度。比例尺为 5 Å。行标题给出链和残基标识。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Complementary constraints from receptor pockets and experimental density.</a:t>
            </a:r>
          </a:p>
          <a:p>
            <a:r>
              <a:rPr dirty="0"/>
              <a:t>a–c, Three instances in which </a:t>
            </a:r>
            <a:r>
              <a:rPr dirty="0" err="1"/>
              <a:t>PocketXMol</a:t>
            </a:r>
            <a:r>
              <a:rPr dirty="0"/>
              <a:t>-official top-1 poses deviate from experimental density: 9Q16–XG4, 9UB7–Y01 and 9R3D–IHP.</a:t>
            </a:r>
          </a:p>
          <a:p>
            <a:r>
              <a:rPr dirty="0"/>
              <a:t>d–f, Three instances in which Emap2lig-Build top-1 poses clash with the receptor: 9U7J–GDU, 9WUP–FAD and 9WQ3–1SY. </a:t>
            </a:r>
            <a:r>
              <a:rPr lang="en-US" altLang="zh-CN" dirty="0"/>
              <a:t>Both </a:t>
            </a:r>
            <a:r>
              <a:rPr lang="en-US" altLang="zh-CN" dirty="0" err="1"/>
              <a:t>PocketXMol</a:t>
            </a:r>
            <a:r>
              <a:rPr lang="en-US" altLang="zh-CN" dirty="0"/>
              <a:t> models use deposited receptors and </a:t>
            </a:r>
            <a:r>
              <a:rPr lang="en-US" altLang="zh-CN" dirty="0" err="1"/>
              <a:t>centre</a:t>
            </a:r>
            <a:r>
              <a:rPr lang="en-US" altLang="zh-CN" dirty="0"/>
              <a:t>-defined pockets. </a:t>
            </a:r>
            <a:r>
              <a:rPr dirty="0"/>
              <a:t>Each row shows </a:t>
            </a:r>
            <a:r>
              <a:rPr dirty="0" err="1"/>
              <a:t>PocketXMol</a:t>
            </a:r>
            <a:r>
              <a:rPr dirty="0"/>
              <a:t>-official (orange), </a:t>
            </a:r>
            <a:r>
              <a:rPr dirty="0" err="1"/>
              <a:t>PocketXMol</a:t>
            </a:r>
            <a:r>
              <a:rPr dirty="0"/>
              <a:t>-tuned (blue) and Emap2lig-Build (purple), with top-1 poses selected by model score. Deposited ligands are teal, receptors are olive green and experimental density appears as a grey mesh. Red dashed lines and receptor atoms mark clashing contacts. D denotes the fraction of predicted heavy atoms whose </a:t>
            </a:r>
            <a:r>
              <a:rPr dirty="0" err="1"/>
              <a:t>trilinearly</a:t>
            </a:r>
            <a:r>
              <a:rPr dirty="0"/>
              <a:t> interpolated density reaches the recommended </a:t>
            </a:r>
            <a:r>
              <a:rPr dirty="0" err="1"/>
              <a:t>isosurface</a:t>
            </a:r>
            <a:r>
              <a:rPr dirty="0"/>
              <a:t> threshold. Clash counts ligand–standard-receptor heavy-atom pairs separated by strictly less than 0.75 times the sum of their van der Waals radii. The mesh shows the </a:t>
            </a:r>
            <a:r>
              <a:rPr dirty="0" err="1"/>
              <a:t>isosurface</a:t>
            </a:r>
            <a:r>
              <a:rPr dirty="0"/>
              <a:t> within 2 Å of deposited ligand heavy atoms. All three methods share the same displayed region, viewing angle and scale. Scale bars, 5 Å. Row headings specify chain and residue identifiers.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密度偏离案例 | 口袋约束与密度约束的互补作用。a–c，官方 PocketXMol 首位构象偏离实验密度的三个实例：9Q16–XG4、9UB7–Y01、9R3D–IHP。其余显示与评价定义同主图。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受体碰撞案例 | 展示主图 d–f 的三个实例；显示与评价定义同主图。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备选案例 | 依次为 9LLG–CLR、9LFA–A1EJF、9BJJ–A1AP0 和 30GA–ATP。三列为官方 PocketXMol、PocketXMol-tuned 与 Emap2lig-Build 的原排序 Top-1；显示与评价定义同主图。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受体口袋与实验密度提供的互补约束。</a:t>
            </a:r>
          </a:p>
          <a:p>
            <a:r>
              <a:t xml:space="preserve">a–c, PocketXMol-official 的 top-1 构象偏离实验密度的三个实例：9Q16–XG4、9UB7–Y01 和 9R3D–IHP。</a:t>
            </a:r>
          </a:p>
          <a:p>
            <a:r>
              <a:t xml:space="preserve">d–f, Emap2lig-Build 的 top-1 构象与受体碰撞的三个实例：9PXT–MGD、9WUP–FAD 和 9WQ3–1SY。两个 PocketXMol 模型均使用真实受体和以中心定义的口袋。每行展示 PocketXMol-official（橙色）、DG-PocketXmol（蓝色）和 Emap2lig-Build（紫色），top-1 构象按模型评分选取。沉积配体为青绿色，受体为橄榄绿色，实验密度以灰色网格展示。红色虚线和受体原子标出碰撞接触。D 表示三线性插值密度达到推荐等值面阈值的预测重原子比例。Clash 统计配体与标准受体重原子之间距离严格小于二者范德华半径之和 0.75 倍的原子对数。网格展示沉积配体重原子周围 2 Å 范围内的等值面。三种方法使用相同的展示区域、视角和尺度。比例尺为 5 Å。行标题给出链和残基标识。</a:t>
            </a:r>
          </a:p>
          <a:p>
            <a:r>
              <a:t xml:space="preserve">ENGLISH:</a:t>
            </a:r>
          </a:p>
          <a:p>
            <a:r>
              <a:t xml:space="preserve">Complementary constraints from receptor pockets and experimental density.</a:t>
            </a:r>
          </a:p>
          <a:p>
            <a:r>
              <a:t xml:space="preserve">a–c, Three instances in which PocketXMol-official top-1 poses deviate from experimental density: 9Q16–XG4, 9UB7–Y01 and 9R3D–IHP.</a:t>
            </a:r>
          </a:p>
          <a:p>
            <a:r>
              <a:t xml:space="preserve">d–f, Three instances in which Emap2lig-Build top-1 poses clash with the receptor: 9PXT–MGD, 9WUP–FAD and 9WQ3–1SY. Both PocketXMol models use deposited receptors and centre-defined pockets. Each row shows PocketXMol-official (orange), DG-PocketXmol (blue) and Emap2lig-Build (purple), with top-1 poses selected by model score. Deposited ligands are teal, receptors are olive green and experimental density appears as a grey mesh. Red dashed lines and receptor atoms mark clashing contacts. D denotes the fraction of predicted heavy atoms whose trilinearly interpolated density reaches the recommended isosurface threshold. Clash counts ligand–standard-receptor heavy-atom pairs separated by strictly less than 0.75 times the sum of their van der Waals radii. The mesh shows the isosurface within 2 Å of deposited ligand heavy atoms. All three methods share the same displayed region, viewing angle and scale. Scale bars, 5 Å. Row headings specify chain and residue identifiers.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333372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密度偏离案例。a–e，PocketXMol-official 首位构象偏离实验密度的五个实例：9Q16–XG4、9UB7–Y01、9R3D–IHP、9R7L–IHP 和 9UVZ–A1L9P。显示与评价定义同主图。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446566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受体碰撞案例。d–h，Emap2lig-Build 首位构象与受体碰撞的五个实例：9PXT–MGD、9WUP–FAD、9WQ3–1SY、9X0X–PTY 和 9UJF–GTP。显示与评价定义同主图。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624028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659799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LevelLayout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LevelLayout3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60AED03A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5D52690F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678AE1B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5D42BDD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B945CF5F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E23DB19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64B78E9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" name="stage3-cases-main_0">
            <a:extLst>
              <a:ext uri="{FF2B5EF4-FFF2-40B4-BE49-F238E27FC236}">
                <a16:creationId xmlns:a16="http://schemas.microsoft.com/office/drawing/2014/main" id="{E5ED433B-E856-423D-B804-4CEB7B7B5F58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main_1">
            <a:extLst>
              <a:ext uri="{FF2B5EF4-FFF2-40B4-BE49-F238E27FC236}">
                <a16:creationId xmlns:a16="http://schemas.microsoft.com/office/drawing/2014/main" id="{AE5525FB-9E39-4B50-8D4D-9DEC22B3EEBC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main_2">
            <a:extLst>
              <a:ext uri="{FF2B5EF4-FFF2-40B4-BE49-F238E27FC236}">
                <a16:creationId xmlns:a16="http://schemas.microsoft.com/office/drawing/2014/main" id="{D3AB9F34-C97F-4F7E-A41E-43771FAF1567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main_3">
            <a:extLst>
              <a:ext uri="{FF2B5EF4-FFF2-40B4-BE49-F238E27FC236}">
                <a16:creationId xmlns:a16="http://schemas.microsoft.com/office/drawing/2014/main" id="{57A7C6B2-A59C-4D4D-B169-A66884DA40F2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main_4">
            <a:extLst>
              <a:ext uri="{FF2B5EF4-FFF2-40B4-BE49-F238E27FC236}">
                <a16:creationId xmlns:a16="http://schemas.microsoft.com/office/drawing/2014/main" id="{2AABC91B-C703-4D6D-88AF-7BFAF4098F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main_5">
            <a:extLst>
              <a:ext uri="{FF2B5EF4-FFF2-40B4-BE49-F238E27FC236}">
                <a16:creationId xmlns:a16="http://schemas.microsoft.com/office/drawing/2014/main" id="{44DFEC9B-6AA7-449A-88D0-60A059C14409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8C2AC63D-5BD1-4C53-BFCA-3B42381A54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84C6D045-55B1-489A-AEE3-6959EA520B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8C037E69-49C1-4666-AFB5-677A41B8805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C56A34ED-A2A6-45F1-8DFB-108C291643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D8157E23-4F57-4B95-9C33-832490B789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105F3559-088D-4149-AB76-99E2E6D33F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941AB40C-36FE-46CF-A21F-D74C416B463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28225198-6C4F-471D-B6CC-0CE066BC02D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BB056AB9-EB63-4E98-B1BD-E5438B483D3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446DE7B8-4861-407A-AD05-3D308C2FE34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496F2F21-4044-4990-916F-6D0A77B62F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34A9014D-DA8F-4B41-822B-C31ADC6B27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49F4707A-DA7D-4E86-ABA1-D7EA4EDC0A1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22BC9A8E-4453-4B12-9E59-9E16B17259C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BE67826C-903B-4FBE-B3DD-DE3F88E73F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9F53F375-6794-4631-8122-A31C5FA017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9783D6AB-2D28-4CB2-B07E-4E5F380DFFA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A746D147-3BC1-4B04-9702-90CE819B3C1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B91121CA-BA05-4E4F-9589-66B8499C1D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C6EBEDA7-E65F-4B20-9612-E44CA5F9EDB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E9656538-55D2-4E07-9CA2-5E5A89B8E3A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8C69D4C5-B72B-4500-98ED-1DBEA3458F1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6D2306CE-76EE-458A-BF4E-D7A453955E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036B5E14-740A-4ABF-B024-9CC38B0DB1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742F24A6-179C-476D-A330-2DCE00EDCE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7AEA60EA-439C-404A-84F4-33F255B8D97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477468E1-4379-4F2D-8DF4-1B47A06423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5AF55C33-E9E5-44D9-BF77-6B5BF0672E8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66F7FD97-CC5F-4105-A852-E21B36D8044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7B2E8020-C6CE-4DD5-9954-D197BE6F49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3EF135E4-D7FA-425B-BE78-B18B6CDA99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2855DD8A-38E9-4B68-BB23-45878D2B47E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A29EFF81-B2F4-4D1B-ACC6-42A201BE984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B65A6240-3148-4187-BC79-466812FE319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911A73C7-D41C-43EC-B835-AC6E3F58DE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5651FC82-CFF5-4F6C-B1EB-0BC9AC8037A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065625C1-CDBE-4168-9D82-EB58223158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5E95FA17-7108-41E9-90C7-71F4C5DC910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00E45F14-68AE-4A9B-91DE-59EDB4FAF8B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1335B6BC-A2E6-473C-ABBC-8B983135A0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1DFD4565-ECBD-4E20-8ED4-28485A84CF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FBD72FBD-3A1D-461C-9E17-337F7D4043B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4384E3A1-DD8B-4006-8E8F-2888198ACD3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2FEBB667-C8C3-4EC5-9929-67C102F2EA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0787038C-6D41-4D7A-89CB-B5FC6795F0B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2E97BAA3-9FAA-40F4-A5B6-23D58AEE257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F1BD5EFC-673D-4F5F-A9EA-21EA879ECA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CEA35309-1514-430B-9ADF-55C82505EB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E8993386-ECBE-4DEB-A8C3-2B09A5C97B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D009D9F6-2054-44BD-B4CC-4B1DCE75F7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84E734EE-7EB9-4364-9994-5E02DD28A0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6A7BE917-2E84-451C-9F99-8FC5D40EA16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17CDB7C2-48AD-483F-9B79-FE9A207393E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E12EE0E6-204E-4C7E-B27E-0270A9C0AE0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9DC22767-9202-4DDD-BF4D-93C5896FEA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9E06C72D-C55E-40B4-A625-2FE6ECE2011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1002CD4E-0901-4483-9307-EA3A395080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03B9E5A9-DA64-426E-BEE0-D93BFFD540F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3F3EA3B8-F41C-4DCB-A7CE-69D0245B820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7A8AEE8B-4734-4E59-AB53-998DE8EEC4C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CF4330D8-A488-4B88-B9F8-E4D0DFEAA3A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4BC38D5C-EECE-40BA-BC20-C9282B2381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3FB82DFE-2C63-409D-A160-EEAC4243E8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3E7DBF64-0DE1-4C4B-9453-E537109425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D7097453-478A-4BA5-B0B4-E397F17E2D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A61584A4-9E2A-4B17-854D-2A56A55CE86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C8BC65DB-B3CB-498C-B8EA-357DF15337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30A80591-7F92-4244-95CD-574D952F18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945A17FE-A352-4B68-B227-230DAA7DD004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106886C5-F06E-4024-A5AF-5AF36B8C7196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B5E5AD84-7322-4B08-A4B9-AFD998925086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D5FDE798-08F7-4842-A40C-BD9E542DCFCD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6BF4229E-DBDF-4CD3-8A3F-E065E62B7DE6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0C5B535A-42E6-417A-B0D6-EE829E57DE75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DD04498A-6311-4DA0-A117-0826BE9B4759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2823B996-9FE3-4B4C-A22E-D4A19A874F4F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FBEF6E9A-6014-4542-B045-98B734728A9F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15EA79A4-641B-4704-AF91-425C83998F68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66FC81C7-A50A-47A0-BC04-717E37BB2B41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5C6434F9-2852-463D-8305-61350F1CE18F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96D3C03F-9E91-47D9-884B-681E19A594F5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D1BE2E5A-9AB0-4792-96BD-FDBA9D285AF7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A1C117DF-C94E-437A-9030-5AEBC3ED508E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547520B5-39AF-457B-9028-CC7DAB0DED88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75C0960F-5903-4967-A17B-E23D36CAA963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8F162C6E-8DD9-4472-8DAA-20866C6087AB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DE39E132-2BBA-49C2-AD40-556CDCAF98AB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45789C4F-D831-4277-986D-1FF0A34F102A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51583A04-2808-448B-AE25-ACD733304009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CDBA669E-730F-471A-AB21-6934829105BE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AE1244C9-68F0-4E81-9840-787EB82ECFF7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BF5AA591-0918-4DCF-A249-6A998FF45AA9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6FB1F092-F302-429A-B6CF-A8C1394E22D1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DF55C8E9-3689-4883-8FEE-7932529EB39A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C7917675-FDF7-480E-BE19-6008344B1FD7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BE3463D4-61A2-4A02-9D30-F488C9DED65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5181B0C0-5C0F-4407-B785-D9DF370A33E5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D70F78E2-D9FC-42EF-BB74-37A9769B85D8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00067A2A-0557-4606-8B08-B1DE5847E6C4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main_7">
            <a:extLst>
              <a:ext uri="{FF2B5EF4-FFF2-40B4-BE49-F238E27FC236}">
                <a16:creationId xmlns:a16="http://schemas.microsoft.com/office/drawing/2014/main" id="{23B90412-3AAC-4DDB-BA9D-D3FA60B065BA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84463DCA-E4C4-4DD6-9C11-CF8AFCA324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236473A1-E10C-44DE-977D-E21356D400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A53E04C6-1BA2-452A-B13E-46D0331EC1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3158033E-4AA6-4A26-A76E-1A8F7371EFF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7E5C63A1-75F6-4A3D-AA04-665633A13D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CE3041AA-9C93-4D03-84EF-A6CBFF64A40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ED42D251-70CC-4F61-AB4E-8DCB9BF4C1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1A995BF3-B2F1-43A1-B144-9992EF21EE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B162EB19-0F06-4A14-992F-FDEF55F65E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B02054D9-03BC-403B-8CF3-B4554F398C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447A2F2A-0860-4AF5-97B3-D49626E794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29A0AFB5-D4CD-41A4-9B57-B16D782F1FE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54EBDD16-A1BC-4EED-84B9-7556AE160C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0DC2968F-7364-4D30-B884-1167008480D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C7C58729-EC04-4A17-8462-4F92AA1382E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10FE47AB-0E0D-4863-A799-DE8FDF5BBB1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BCA94535-C11D-4C99-BD47-B46F675D1C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27D2458B-AB63-4957-A91C-93A17BF6850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D42A24DE-F29C-4E82-B396-F32C389543D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A3FABAD2-99C9-4BCA-80C2-46D9D57F8FB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FD183625-3880-4DDE-B2D1-73D7851086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94DBC2CE-7E69-45FE-B7D4-33A6D07416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3D3B39CC-88E9-454F-AD88-75CC09C9335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DA582368-FC0D-4E3C-BAFB-7465B81E44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2C776DC8-303F-446B-BFBC-91610DA179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ABD33DE5-963B-414A-8EB8-0199EF8BA3F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5DB4B898-926D-4A69-BFB3-9F63B5860AB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27710CB4-1947-402E-9BAA-3AD207727E1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F488E7D1-A1A3-4206-9FFB-C5245FCC78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C90CDCEC-B818-44F8-8D86-5DF09130492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E3D5A41E-798A-4AB7-AC65-2A1C5B86B1B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91EEF8AE-8DC5-4B53-84E3-FD66D45D700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EAA3F74C-B6EB-4E9D-9FCB-F82D1764C0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449525FE-F953-4467-9C54-42FE74C49B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654F84BA-F422-4473-80F4-A54F5D8FC29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5C63A3F7-5B3C-4242-BF67-B9B41FDF62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5CAF6B68-C433-49FF-B037-81F01E023F6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D2E989C4-454F-41BF-BD50-38F38176AFD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37A3B984-EB0E-4000-8AD8-1E47CC849E1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DEF3D1CD-2700-42BD-BD94-EE730EA1F97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20395C57-E4B8-4047-9E11-6AA955D16C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AA862CBD-0CFC-471C-9292-27A31445B7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58CE3FE4-B931-48E6-A2AD-B303AEA7B9E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B3C11444-DC6A-497D-AE1B-FE0112FD0E2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B8589743-9509-4199-B508-DF55AA432D0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4B4EDFC0-D56F-4A86-983F-E3B53BBCF2E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59CFD19B-65C9-435F-9CE5-2B08D635B0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BE1E6A26-892A-4BFC-82BE-4EF943F6C7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465AFCBB-801B-441E-9B03-E7BDB9136D0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4DC1F966-9621-4F7C-BC09-FB96E3C9262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8314D0D6-FC89-4928-B7E0-DD156428B9C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3A13A9C3-A8BC-4EEB-8257-A899146927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2B9DFDD8-00C7-429A-9100-8225D6C8FF1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FE763862-0C17-46AD-89E6-7CCE950885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85FBE8BF-51D5-48CE-9414-297742E5303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2472F453-8786-49AB-B6DC-D686F6D820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3595894C-2C16-418B-8B03-97D507C5FCE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CC11AF09-5424-4217-9D71-C6596C47A4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E91F2FDC-C228-4A8E-A9DC-DE456F23ABE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A1B0A363-80E1-4087-BC1A-1CB6D8FC45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B5C94385-3088-41BF-86D1-ED8CF2E5C96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EFE88F56-3831-4305-9C69-D097622306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122C8523-4BA2-4F1C-AA7A-38AA2B792F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B6F6C053-006F-48A1-965E-6EB44E1D33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A01194F3-D1F9-4A25-867B-3420E43050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69D7044B-1781-4D9E-839E-A2790B32F8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81E85607-DF35-4034-99E6-B75C5BAFAC1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72F904C8-2DED-49C1-8399-5E912920474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9BF6F7B5-F703-493F-915A-088632B45AEE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C0AB953E-ACB0-4103-9677-B173769654A3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B05EF947-F134-4D3C-A3A3-BA85EBAF8D9D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6A2DDB23-26D1-4927-B661-2B84131DCB57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774B6FE3-C3E0-4E60-BC78-1B0322B97424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5CEF560E-D0CF-429E-85AC-3BC251729B6C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585A6EBF-C6BB-4974-8B42-90B9E434D154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F319F09E-0BD3-4DF3-80B9-F80BF30A103F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CA7CB8ED-9D17-43C9-9173-AEDD4AA9333B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6E04E131-2DD3-46E4-BFAA-2C73CB9DC9E6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00337DFE-9D5D-434D-B520-ECE144F9B06F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09D6A70A-62A8-4403-B31B-6713B20E154E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AC97DE0C-5C6A-4CE0-892F-3B89610DBFB5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3A58BCA8-E84E-4F01-A678-99A60C0255F7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08F9CA3F-1FBF-43DC-9981-7DF04A06360A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82CEC7E1-8A84-43CE-A20E-05D78973B734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DB51AFB2-789C-43B6-8841-12EA54237739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BDA7B36F-B94E-4FEA-B2BB-17DCB1F575C9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1ADC783B-4479-4046-BA38-6AF2D05C7D90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25BC718B-B4BA-4344-B64D-C2B8CBCBF573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67B07873-642F-44FA-89B9-CD5D70808E99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07D7F033-CDAB-453C-A629-589A3E5BDB76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0C8BB991-22D9-4B46-B7DF-086CC0AB1E38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5064E8CA-B96B-49B0-A6D4-5A9BA0924CD6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41BEA000-9C57-476D-BDED-437E4654E3DF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1B2ADE49-B85F-49A3-A539-5EC54C78D8CC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B224644F-0D6B-48F7-897B-F0F45C5ED707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3FF059B8-3B67-4470-A6D1-06A6212BAE9B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64D427C1-AC92-49B4-8A00-CAEB7CFA37D3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0403584F-7D1B-45FF-9F35-99A327A49041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54DB705C-C425-4124-99C3-4487A0CB66B9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main_9">
            <a:extLst>
              <a:ext uri="{FF2B5EF4-FFF2-40B4-BE49-F238E27FC236}">
                <a16:creationId xmlns:a16="http://schemas.microsoft.com/office/drawing/2014/main" id="{37958740-1D40-4009-8F11-9594866E5140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C378DE6A-6044-4D3C-8D65-A2BC78B0B6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21CFF21F-DB23-4EEF-8120-697779E045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4A78DD1F-F6DC-411A-B052-99CC832E8C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93409B7A-22A0-4628-A527-122524D1B2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7E0914AE-EA25-487F-8138-275D563BC94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3ACF4F89-7BB8-4507-8FF1-86CAAFE99FA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179E0BAE-55F0-4A54-BDE3-DF9B6C82069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E92A6835-8ADB-4FC2-99D8-0134BD0AA3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08F2573C-E0E1-449B-94FA-48D5B7802EC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AC4F59EB-F53D-41B5-8C81-0681F935CF1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C81CD538-7ABD-4E6C-BA1B-1827C62F1A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3DA436D8-7403-4B71-8BA0-A94D14BBAAB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E610470C-5A3A-4251-B646-413C25ACC9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B35F095F-416E-42DA-9379-A5FC24AACB1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580B557F-531E-4492-9162-73B056A98F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F8871069-3CC4-41BA-AF7A-4EB76B1BD4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0D8E6859-42B5-4236-9D2A-DFDBFE67C8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AB14DA02-9913-4337-AA18-0B56C783AE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775C5E37-2ABE-403A-B60E-DED490F5A5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A5E66993-DA6B-4513-8A0F-8B493B3037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4F0818A1-64E3-404B-8DC3-1FF5A94FA8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17BC73DA-175E-4F89-AF4E-81E22CF2AF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CDDA132C-80ED-4F68-98AF-D0AF66EB945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DF281277-7DB1-4438-86F6-5621E05C3E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7802A336-8439-488B-BE42-3F54D82F149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178E76E1-F9A2-4F3A-A48A-EA0FE6ACFB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F03EEDE3-F94A-49F0-B776-61982A74AF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99CBBDDB-F64B-42D9-8A82-A683513CECB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DF54992B-9F0E-4489-B8E0-D355666D79C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A3A19A48-659B-4B0D-83D1-BD3B4CFF48B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1B892CC0-CA2A-4775-8F54-75CDC4AE84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6CDEE551-65FD-4A60-BD37-1751784E97C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CD0B23E2-2D14-4851-86CC-79247D7F48B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E96263E4-F899-4B3D-8234-7C8B4AAD48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36B16168-6D61-43FC-8831-5B7FEC58F8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43859FC3-3949-4879-A040-E37DA7AA69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2C7E01F0-0FA5-4B96-975C-2EE557D2525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47B62666-D34E-40F1-B8C3-A9FEA48D85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E17765D2-7C92-4254-AB49-5FA6FD269E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21C41B70-70F7-4DA4-A745-67D3377C8AA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10D54C16-F455-41C4-8C01-521D1E1B6B7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76678A11-580B-45A0-B769-7D541B6FA5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0BCBF36E-3A9B-47FA-A058-D6643B73F4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965109CA-7800-4E10-BB61-3AA00717158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19D620AE-C16F-4BBD-8BE9-D20544075E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11E73167-B618-47E7-8DC6-9646A85848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73276CC0-668B-4527-AC59-F231E6560D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892945B9-29F2-4A5A-A8D7-8F42C6A3471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C62D6871-75AA-48B6-9185-EED879EF8A1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DA4816E7-0A34-4E32-AB15-8F87EAEA49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6981F270-D5A3-4BAC-A341-14A6E4FD7FB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A767A6E4-228D-438A-B058-F70F5E3B9B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568CB787-A544-4F62-BB7F-041AED3564D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014014F4-3A13-45C6-A10C-B78C313FCF4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55041BCD-2027-492F-9E16-5B58E61C9BC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779B123C-8AB6-497B-A241-0947F857CC1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861532A6-E455-4316-8794-4DF3C6C01A0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DEB0F5E8-8F44-47E0-A44E-A50471B25E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49F23FDF-586C-4C06-BC09-7BF43F39BE8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6F541F54-BD28-44F5-A727-65C229E5B03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95A10D7A-8EF8-49A7-9A2E-E059A71299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E9B67378-8E90-4066-8B36-E7CA7C1D53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FE43A083-BC6B-45A4-ACE2-6338095531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08406711-B9F9-4CDA-A15E-3AFF682804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25299BAE-D915-41D4-994C-0EF849218E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2832400B-432E-4A12-83BF-E099AA0A7E9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26E968D4-6C24-4C37-9A9A-E49CF54C53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D4DD7F3C-48E1-4A0F-8641-04DC1E40426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172E96FA-A2BA-4F54-BD6A-21131D1ECC8D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DA3AE0F2-6CB1-435A-9C49-CECD6081CF9E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098B9A67-3D88-4CA7-8DA9-1B2781A46B3F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F65F6F13-CDDE-44C9-B5E5-EE81E14549A5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30983A26-C18E-4B01-AEC6-8A5595A2C132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3861A683-CE8F-40D1-9698-43F59A452DB2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490A974A-52A4-40C4-B7F7-620E6FAC93E1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2E0324DC-0D31-452A-99EE-1B854214FC5A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29A8CC17-10E8-464F-8700-EA4201AAA43F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ED1E09EC-784D-428C-8F73-B4233002A148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0E37BCF6-7DFA-4683-86BC-12E39D9C9719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4D1D0CCA-8750-4B05-83A2-C1B292F4E8FE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77A8ECDE-50A2-4302-8016-A484E962D2D4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F64BDED7-741D-43E2-8D47-AECDD8FFDB83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00E8E681-AE74-4EB9-9222-2001778DB233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74E61082-C3E7-472F-BED0-C78D97098E9A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D3C80084-94C7-4A4A-B868-D5F5A7557A42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624B16EC-572A-4D8E-A261-3D91A4259491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49063310-0E69-44AF-8FD6-173BF0A79BA8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B775501B-9B70-4A79-9F84-EDBB30A8B5F5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66EEF426-225C-4935-A295-39EF8011A212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CAC42409-323A-41D5-835C-49CD1A2486D1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618C4D65-D822-4D93-B784-4CE2C7B50568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119E22F4-1B2B-48C8-A69C-4D63B0C67DBA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37B9126E-B9E2-4DAD-B68F-A8F9B7B7088F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A89E696C-5666-4319-81F6-8C1A39462155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767BEB8A-78D2-4D42-B5BA-CC0DD44EBFB7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03178C09-086D-410D-B614-40CA12E07881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F06AE55E-B504-49B1-92ED-DCC8FD405E80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915F7C33-54C7-49DB-971C-CC20543B1112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B8C17F43-2774-456E-8A97-E8BA9287FF45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BD3FF1BC-BC65-4E7D-91AA-EE484DAD38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5671749D-452E-441F-8446-D69C2AD456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829C5034-61F2-46EB-98AD-CF7B493B28EF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38C2FF4F-0219-43BE-8B3B-D39B0B4B12B1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main_11">
            <a:extLst>
              <a:ext uri="{FF2B5EF4-FFF2-40B4-BE49-F238E27FC236}">
                <a16:creationId xmlns:a16="http://schemas.microsoft.com/office/drawing/2014/main" id="{A425D194-1919-47B0-86C9-DD7FEF76AE44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main_12">
            <a:extLst>
              <a:ext uri="{FF2B5EF4-FFF2-40B4-BE49-F238E27FC236}">
                <a16:creationId xmlns:a16="http://schemas.microsoft.com/office/drawing/2014/main" id="{064D8766-EB35-495F-91F3-22909184140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main_13">
            <a:extLst>
              <a:ext uri="{FF2B5EF4-FFF2-40B4-BE49-F238E27FC236}">
                <a16:creationId xmlns:a16="http://schemas.microsoft.com/office/drawing/2014/main" id="{0E8940AF-678C-4479-B603-2ACD05500F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main_14">
            <a:extLst>
              <a:ext uri="{FF2B5EF4-FFF2-40B4-BE49-F238E27FC236}">
                <a16:creationId xmlns:a16="http://schemas.microsoft.com/office/drawing/2014/main" id="{4918D12F-3671-46D2-B287-FBDDABEB295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0AB988BA-52FB-4E74-BC6C-6CA9238096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97F8AC9A-557F-4ADC-93EF-218970E6BA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1F3F561F-50AF-4D6C-BB34-02FE2145F52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7844239D-A68A-4E02-973B-B2ADF28346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2F88C2D4-4C5C-4CE0-8644-439BE1F9454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86087E67-7C76-427A-860C-56DC96C6A9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46B19E73-BAB3-4C5E-92A4-08FAE06EEB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1E7C0425-C9C3-411E-BBF7-CD9B109967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690FEE24-E5AA-4910-BF4F-BC27ADDB2B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F12CFE8C-09A8-4306-82F0-1536C7F020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F9FFE454-8811-4770-8491-3FE2D4EE8B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C10216F0-48EC-446F-8C5D-672B4FF6608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A0436647-D2D2-4A2A-B30A-5F96B5AF6D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C0764662-69B6-41A3-9465-CE42F49D2E8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6BA518A6-337A-430B-B2F7-0469855AF4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866069CA-B22B-4529-84FD-D64E2279F3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5D0AD3CC-B67A-4D8C-9DF5-0E01C5CBFC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E9F32F78-243E-40DA-A1A0-19BA26B656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E3F3B76-F417-4265-AF69-EC5A2643E4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9EFB8E2B-D57F-4511-9113-EB94F26F27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04FA2C6C-DB01-4DAF-B248-CCE2A2C4BA2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2C8039FF-2560-4570-BEF0-69CD04C4DB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96E0E8EF-50F1-46E4-9471-3F3E84C651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D12A414E-993C-4955-AB11-9373E541AC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693E0F61-44DF-4C62-B2D1-B94551DA5D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E678FDD7-75E9-4663-9558-8A48B8DBA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6632A5DD-25ED-4DB5-932F-D39F42E088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6EAED2A4-4A1D-4BC9-AADD-A88CC40D29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3672BBDE-8B2A-4951-8A5E-A6EC2CA5963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81DB8CF4-54D9-4276-BC00-695F935E16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38F45C14-927A-4F72-9FFB-1ED4E28C0D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30F9C12E-4ACF-418A-BA94-743058B635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B871B09B-97E6-4439-ABEF-BE3C05FCA1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6D6049FD-AF2A-42BC-9BB9-BF2F0847F2E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DC17BD31-6090-4D39-BD24-BB35111D0C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ABCB41C3-6574-49C0-A73B-B5D0C12A6F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B92913E3-662E-480C-A3B6-FC0A39D518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8186DD38-4860-4FD8-87A0-1FA224C07C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24CDA9BD-2765-4374-B9D2-AA2BC3A5B9A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1D970801-83F3-45B5-88D0-F934D710493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1F93E059-BB07-45B8-B4E8-6E7CEC8AAD7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5AA99BCF-2B3F-4777-BA77-08B1F9A3C6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9DC44D96-24D1-478A-9EF4-42C9B7FF0E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8A4EB1A1-6E9E-4A75-8F4B-F22C0C9EA6C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B499124B-FEFC-478C-AD1E-9FAC0F300DD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D9950974-1C90-4CB8-BB80-269412CAF41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46EC8EB8-5E85-4AE4-A25E-8761DD2AD11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BAC6FE8E-14CA-4764-A96C-A4E477ECA4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724DF7BA-4A23-48EB-8394-1CB0E123E1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3A3205F6-48BE-424C-B73E-439F225BA2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41955E52-A956-4D0A-897B-F92C97ACEC9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DE3535F4-C70E-41FB-BD77-EB1667B8ED7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E2BE7BB3-5886-438B-B41F-8AEC11409B2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D18B52A3-A909-40C6-AFFA-EBA0B4A205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D62D0FA2-8DF1-4909-965D-85904F1BBF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81253A81-1DFC-4ECA-B274-8AEB881D8F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9063A4D6-7F20-4378-963F-BCB7DD7513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2B05ACB7-E5E2-4CBF-BA29-456D3B059D0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36F8A0EF-DE54-46A4-81A9-12EF6216D8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1957FC6C-D422-4F88-B014-3E7DFE91C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78538758-D94E-4AC0-9C72-F8D1C91297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1EDEF30B-884F-42AC-81B0-0FA99DB41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EED9C6A6-E252-4541-A65D-A4FA6F17A4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CC397DF9-1E86-43FA-BE2D-7E3935FE374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80928FB8-59EF-4DFB-95CB-6107D2C14E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C69B8D9E-587F-48EE-8C0F-52A63A31C69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78A481F8-59A9-481C-934D-25C5D68E97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99AF3A3E-9E1F-4F6E-8F30-219E9F362CC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F2ADEDEB-AD85-4CE0-A010-D959DFA419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E973292E-F7A8-44D6-918A-A39311B1D0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70CE3792-75CA-4F0C-A1E7-8CDC626A3DE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FD3B50DA-C944-4721-ABDB-C0A66417F5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BB6D0EE0-C7AE-43A9-9EA4-B30EE2FAB1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3263724D-6ACA-4FCA-9458-48914E1B72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102C98C2-371E-4E87-9685-D6C153A41A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2C11759C-B42E-475E-BB63-569973B871B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0B0D3627-8A15-4D68-AC62-EC73487F9A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9C741F6C-9313-4533-A193-322E89E884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7CD9F64B-0491-4ADF-8F2A-4DF976B2FAB6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DE05C05B-FF39-4B94-9D84-93F6D5845A2C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1A6A4D8A-549B-4EF0-B98D-1A79D0F4732E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BE49F7D8-23E6-405F-95C5-BC1FC27D7DA3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71942448-9A0A-4F1F-A84C-14C4F8BAAAAA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15B2916E-4406-499D-A6BE-66FA6CA0EB3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269CC237-25F4-4608-AA9D-A94D08074D08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6168B5A2-809B-4E20-8CC7-17FD79D391CB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C2699C0F-DB7E-4F2A-85D7-C4E1575A96A4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AB82A06E-6891-4E7F-847C-C8709AA14CEC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736B5F86-232E-41AF-8B67-BCF310C4D11F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E53FAA6E-8670-4FE5-ADCA-92EE5064CECF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53383C41-8E94-4B56-BE6C-C4E6A9E22D12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64804BD8-60FF-4135-8FC2-1098BE700B12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F8E2A1B8-90FC-4C9B-8336-6FA2D5CC25E7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538B3D4E-8A03-4146-9AC7-FEB601347FA5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F3CF727F-6202-4B7D-B437-E4F1E9F3701F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16EA9FB5-125C-4BE7-BB92-FCFCB0C94AD8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47EB590F-0173-4350-9B49-D55C7933AED6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9A5B2E4E-1294-415E-A1C9-387B15569B31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B7379947-12A8-4C3B-806F-18BF71AE277E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C31604BB-640A-4BD7-A545-1810BE01AD12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CF4EF05E-4D52-4C7F-9A9E-C2F484BC82AF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226D17A7-ED9C-4247-B2D7-08AF8B680DE6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274A9165-F928-4A86-9D88-BEDCBB75164E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AE7894D8-B0FB-4D2D-A0C8-1BFA72C52430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AFB9E8EA-C167-4B56-A427-383594EBFED2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5A540FE9-F378-4D75-BFA6-C16D37B7EFEE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31B53A66-4E65-488E-A8E5-FEB8F4D2CF67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09649C66-470F-485C-B640-541D437A70A4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72E94F24-9E74-45AC-9C9E-7A6BDC113F02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584145E6-75BB-409B-9A4E-B20743AE6C20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93FDA36B-8097-4BEE-94C9-8888ABE22C34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1960C941-0E06-44CB-844F-E6F1D4A1B9D2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main_16">
            <a:extLst>
              <a:ext uri="{FF2B5EF4-FFF2-40B4-BE49-F238E27FC236}">
                <a16:creationId xmlns:a16="http://schemas.microsoft.com/office/drawing/2014/main" id="{CD53246E-C210-42D5-80B0-7578C3A6D78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71D109E1-1AEA-4FD2-A89E-8120D5F2D81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21F2D108-096A-4404-837B-6BCD06809F1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5DF80401-F4B8-405F-8B73-904B60CECA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81E38311-3BE8-4888-B448-31E306ADA4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57CCB0D2-8F7E-4A68-9B1F-5DEF14D2B6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A5E49A27-E893-4CA2-B0CF-43FDD731362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941BCCB0-4ED4-4022-9D27-61A5DEF8F5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63481699-E55E-45A8-9262-3EBA84A7E5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3E40B2AF-A3F1-4BA9-AD07-794F233BE1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1A9418F4-4540-42A3-BD87-F9CE2A90CA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3C66306A-75C3-418F-A764-6FCEA3C2273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108D2F35-12B3-454B-92BA-2AE72164CE0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F6D685B3-C4AE-4D96-AE94-A42301B6252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58F2FED2-0D3E-4A93-AE9C-DC7E97B9E51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1645A01D-7152-48D1-B57A-10C5A7EC63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46E7F3E2-E2A5-49B9-8AA6-2F62DB9DD9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7381B3F8-1E54-4726-A1DC-44D3E35470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103DF19F-C311-45C7-911A-683EADF16C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67C5A6A5-0930-452B-BC62-C894E67476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E167B1D0-05FF-459D-919A-48FA72415E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D4AE0F56-D118-4B2A-BEDC-360DD54CA7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31E71A3A-B3D0-4845-93D0-C7B3E5FEFE3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35630F6F-9A04-4D09-ABD0-9329614F8B5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B797D742-9EDC-49A8-844A-F48C3DCED19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77C1B85D-BBF6-46FE-BB82-2A9F02C36AC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946B5259-C5F8-4757-A51D-C438535222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D8F2DD05-7467-4DB4-8148-82D5D09901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50A69AB7-F56A-4115-A07E-C4E87BB7A4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521ACB17-1A9B-4233-8507-FC51E01661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FF325607-56DD-4991-AF32-AF437373653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D5C62147-CAF1-4569-BAEF-9E11CC4AD4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DC87F9B8-2826-4499-BA7F-E098C2110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4BBDC5AE-83B0-4232-9397-CBFF650D303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53F45E3-193D-4935-B5B5-147B4A142C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D8BB93B7-09CC-48EC-872C-EED7E9D7B38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5ED59131-1293-461F-B06D-A4A6521908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EB191A21-68CA-43C6-B0BD-4B94A6C921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7217FFCC-9A2F-4FE7-8530-AB76FA6553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C0D92A45-D123-4CAF-9B66-254EB2C6E8C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2EFB24C3-1741-42DD-87E7-771542F2FEC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A97BDD98-0EFA-4526-B570-E3F8CDC609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87D1C1DB-BA8C-4340-BE34-94AA62C7EB2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7FCCF34C-3F58-4EC6-931A-60834600079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32B2471C-AD68-4095-BCC4-894CC16FBB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FA0AA635-C0FE-47E4-ABB1-1A3551CF3D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42B2B936-CCD4-41BD-AE4B-DE5D6F3729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FCD3A6BC-6C77-476A-A48A-EE582127C7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809497E9-778F-4B43-8E7F-B060A7EAD1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B792325A-CB62-4BF8-B97C-3CD8DFA2B5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D38A18E5-6F52-4F58-A840-E76016AB0F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8564EC01-3B7F-42CF-AFCF-E4370D2B49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465024AF-211A-40D1-B3EF-16E72F19E93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08E31AE8-C909-4E48-96A2-9501422D28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CDA76753-6FC8-4D19-B666-2CCA0010F8F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04414E9C-1C16-4569-9C82-09E7CD1AA6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DCEF9362-4DE0-4B8E-9EFA-B6E6AA6DFED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4BAEA949-FDD6-41BF-8E4A-4D5386A44E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FCD7D796-6A72-434F-A2C2-84D5A49EBB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F9BC1170-3D3D-4957-851E-866C4FAC64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E9E96670-A56E-467A-9CF6-7769287B4B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FEA5B8FD-07B6-4929-BA7C-A4CEBACA91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1A528DF8-0F31-4E58-85B4-A345E228DDF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DA7BDD14-C118-4F3E-A720-7929A72CC7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E231E8BE-7667-4A6D-BC47-C9421466B4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E2CA4DB5-88C5-4FB8-98E8-A08E23BD1C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6D178EEE-2617-4CA2-9763-9D6AAB9584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600F1AE8-6ACB-4385-B35E-C24CBDF4A95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004A49B0-B16A-4243-953C-E681D5BFF1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39533FCB-BBA6-4422-B6B7-ACBC46B6D5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45C364B8-3166-4A7A-A578-1A2F6C97688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D0ADC246-101E-477E-A53B-CC4BC8AB64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ED1D0B7D-A3CD-4485-A4B8-BFFDE92DFB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7DC8D208-2EC2-4765-97A4-BB2BA4054C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37D92728-A4BE-450A-8A6B-6267A07DA4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29E6F17C-12A4-4CD6-85B0-19352349FE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31A45FD5-1972-4985-A68A-7D2A83856A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8F8A565D-9EE2-4A09-B5C3-106B48A02A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43953E3C-057B-4C3F-86A7-DCF1A743CD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1C68FC54-203E-4BEA-BC97-F65A5E94C020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A82F2CE6-DC51-4024-B3AF-7B61B4C297A9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3736FE9F-50FE-4A18-A53C-6A738BD7F09B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48BE0456-B087-43C6-8F5F-CF09E2E51FBC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2CB4F4C7-DA11-4592-89E2-24E5CFA49EC5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F76EF084-0591-469D-9A12-0A23E66BA863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AD019FC2-C55B-4606-8461-C1CEDC7EF3D3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792E85CC-59DD-471C-B0E7-8B9BDA00D464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6C4B7C1D-A044-4145-907D-47A82421245A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BED95259-7B9D-4563-879D-24A1A5E4256A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B9966806-1004-44ED-932B-D5E976717685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2A66FC73-6A25-45C2-8D82-56CB73590EE1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4635F862-89A2-4E83-9373-A7E632AE1143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1BDDF807-0267-47E4-AB58-B010E4DBB3F4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E21F9BF2-CBBB-46BB-960C-CDA0A60DED46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977E51EC-A8A6-4987-9304-3D6D7E8593B8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B0A80654-6870-4BF7-924F-22922A1E605F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E1DA13F0-6315-45E5-8F42-603691BCEB37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6D991D7E-E73B-4CDC-8EA1-FD1A974A33B8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DC3A95F9-10BB-4584-B378-3E6452393ADF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86D0D726-978C-4B23-A6C1-1815685C65AB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ACC22DC4-80A7-4F42-ACDD-5C02C5775286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3819BB8D-0A4D-4FF2-B801-C621A196EC8D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469EEBF6-4A9B-40B9-92DC-5AACC7AC6472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E7E6F068-C675-4610-B125-CFD6CFB26008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EEA9E805-BAB7-40C4-8768-5562CC6D2634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81E80B84-4029-45CE-81A9-0E4ABD019697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C18F7F07-D35B-4062-AB3F-D2E27C6747F3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C86727D2-2FDE-4219-AF3B-8514F38B465E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0BBFEFD2-100B-4989-B8EC-69D03E0A8083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E4B7353C-D9B2-40A3-ABC6-448CBB7905CC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F8FA7591-5B4B-4A25-9041-B2DCADB4B01A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3E1CB75F-CA4B-4268-A1D4-3478B055EB48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3291D17A-DFC8-4933-9117-4FCC8929EBA2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B68BCC41-8C9E-437A-B69F-091487E0C1AD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main_18">
            <a:extLst>
              <a:ext uri="{FF2B5EF4-FFF2-40B4-BE49-F238E27FC236}">
                <a16:creationId xmlns:a16="http://schemas.microsoft.com/office/drawing/2014/main" id="{9DB9AEE9-148F-4DEA-B8BE-D022FFD2ECBD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191DA1CC-1C93-49EF-A61E-89B53B5406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B7E69C1D-9213-4366-99D2-BC558BA4EC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707143EF-38FC-445F-8AC0-17DFE4007D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FBC67CAA-503B-4052-87B0-3E2B443C3C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29C08CD2-DD01-415A-B104-6BD42F1C8F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8E2F62ED-A258-44FD-99D7-86104934ED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92967417-170C-4BF9-B2CD-8963EBC1034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D25EB36A-9F64-471D-B312-2CE3445B19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05D1058E-F37C-4AA2-A5F1-6FBD61E6B5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5D1F18DB-CFC9-4B77-A689-D2AD5180D0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92A74989-E908-4159-8AD9-DF7DBDB468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D729E8AE-3D93-4593-BA49-6698AC0B93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AAFE8728-DE7A-4579-8BE8-1DD9FCECFE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BF3E4876-4173-4DB3-81D4-01D98D5270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BFCDDD07-5D8D-41A0-B6C7-B7F5A99E79E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BBE50F3D-6ABD-4CAA-9661-B787C677756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7DD6B405-8D9C-4F69-BE50-02AABE82B5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0D9D1D40-6D19-49D2-8870-A302E18215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B9BEDEB4-D67E-4602-AADD-24669AC80A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113D443C-8C3B-49A8-853A-5E1742BD47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5F112E76-0DBC-41BC-80A5-E8033BE1A1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E81F5515-8224-4DA7-BBBB-2BCFE083F5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D9DCA293-640A-47E5-9C5D-0028770ACB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FD31932D-E289-4225-91F7-FF89664D22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C59534FF-E646-43DA-B17C-D544041533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39C9D89A-19A6-48D6-BEA3-4C1EA717AC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1AC553AD-B211-4384-BA7B-73B22D74D7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E99844AC-0C20-4A64-A117-804398EE53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CDDDCA1E-30DA-4B46-A865-562D3973C5B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2FA48194-6D3B-44F3-8095-33DE7AE2EA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24D57E94-D427-49B9-AA88-DA33298E1DC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470A818D-3EE7-4AAF-B4B7-99028D70C1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C1CD6D41-56B0-41A4-9D1D-14A3FA29DE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E033CF19-AF4C-4F1A-8E91-F125C09CA1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965858A9-D2F4-474C-8B72-8A4B6E2A25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E9AB5819-9029-4238-84EE-50FB53E5988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27A9FEA2-2AA4-4A85-88A6-E13B2CD6C0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72EDF5F1-D13B-4C3A-AB24-D16C2FEC28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43601A7F-BA93-4AA9-A68F-F69B3AEFF0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EEF37993-51EB-442D-AAD8-76F6A727C0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742F6FE3-261C-401B-82F5-5D24501D0F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AD1CFD16-266D-416E-BB50-008B3CCC89C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BBE96941-97E1-4617-9984-ECB8E9DB0E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66936FAE-E196-4AC2-8E53-EF25467490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8EBD0576-E519-4E4F-9261-941BED53DAB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0D8FCFDC-48AE-430E-9A09-0C69106A37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D1051F39-7C45-49E8-9267-999D83C7C2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C9C58D77-700D-4FA4-8D8A-6B670F152DC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DB66B89B-275E-458A-BCF0-ED369FB1CD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55FB77D3-5167-4F59-8C46-61E4B3B55CB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B03F426B-C41E-4190-B663-B0A5F2044A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65DA4446-F1A4-47AA-980B-50400D3C311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885245AE-8482-4CD8-8304-4A2B197E868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4AD2FA7F-EACC-475D-8AA3-E0DC69E26A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C49716BB-9899-4967-8334-CEECD5A18D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103EFEE8-5277-497E-B218-7BA1EC8572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54D9D6F5-23C3-42F5-8EC9-B8EE404651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0AD195C9-3F3E-4F0A-B1C6-2B6ACB5E639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EBAEA952-52E4-45FC-A444-76D395F5CE0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239914DC-2DB2-44E3-B3C2-6D38CA5E37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936ABFB7-413B-4E07-A4B7-31C940A5D0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D8826179-AA58-4E6E-9745-E7CB78E053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96873EE9-E715-47D2-B569-C6F5A55711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D4509B6A-608D-459F-BAC2-D4D66261CCA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86012B32-1A4A-4DFB-9E4D-4E327627A10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C0565B96-7DAD-41A1-9BE8-7F0329CA20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0E931BEB-83E2-48DC-96B7-C34060109E3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6C09BC9D-0953-48BA-B75E-750F24B5C35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FAF6A2D6-CA24-4B28-9046-13237DFDC48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99220CE9-C3E4-4604-9C96-1D745A46F6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982985AD-4720-42F0-991D-297F33A4B57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732AB462-A803-4C64-8059-F018159F21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E7869ABA-A65B-4C75-9169-C0D070E883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811B83AF-0E03-4BB2-BF62-8076A23877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194584F0-FB83-4915-B128-A88644CF01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C10AD615-2D6E-4AC7-A123-8B544B78F0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CB29FA03-069A-447D-B787-A21AB3778E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8F78EEFE-A6DB-4FF8-B4CD-238A44E5FF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1455F61E-4F39-4B05-9DCB-4D9C7ED99F8B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CCBA2988-8D10-4535-8BD0-471DE0EDBA05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EA22F6BD-4E26-4DC3-8569-BB1DB9648744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D9CFF0E0-211B-4873-BAE1-E9856C3BE05E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BBA264D3-9307-42A2-B763-58FAABEE05DF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78BF441F-4A10-4A9A-BB1C-166E0254269C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3ABB64C2-521E-4BE7-91DF-C39241A1E184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CB6310E1-5263-4170-884D-B9D7CEB3E383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C73C8EF5-1AB4-4E73-8C5A-C4139F2D6AB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C5E1BF03-0FF3-4134-A527-3E6225929C5E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5EA14FCF-B26F-45D4-8036-4A19F723D3FA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EADFBFAA-74DF-4485-9337-524D2D37E654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9FC57157-11AB-432D-BE3C-6249DE904E5F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0B85274F-63C4-4BF8-B66E-76CCD1653807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9937E8F7-8E5B-4396-B0D1-5D0EB126FB53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13418D0-9E79-44B0-ADCE-20D9DDE1ABB7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CF19DEBE-0C97-4E34-BB59-A7F56E8F5F25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14338CE7-2D70-4FA9-BB2E-272F8A88E326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B4D8C70F-8B34-4F09-83F8-2CFD8CFB7888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8F855315-9427-44D5-9646-CCF531397A81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E1438C17-46D4-4E4E-A55A-71EFFEAB0557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B24A5B0F-4F32-47F7-9460-EB9293785A13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DF59CA21-BAE4-44AA-B74B-035D00318E7D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EBE187A8-D477-43BB-8984-9B5BDAE7F650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47D059A2-4C72-41C8-8C51-BDD17A6081BF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6E0EA72F-CB7E-4A8E-8FA8-0D8F46053F17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505B253C-5BB2-446E-9FB6-BA00ED6E81E8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3E1D59A3-D79E-41EE-A0A6-3ED4FC54D264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D068BE9C-DFAF-4332-843F-F13B4FC9BD56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6AAED714-319A-40D0-A782-4C84218E4125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D3B42B04-31A1-45D4-A6DE-FBAD9BB28E8C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6B2CAF52-49E7-420C-850E-6A489C6F6594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AA0D5852-D0C3-47AE-B2A3-2091E45CC98F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DF33AC8C-91B2-40B0-A468-B36FC5352779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FD8F4CDF-B389-411D-8C05-FAB592E770E4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main_20">
            <a:extLst>
              <a:ext uri="{FF2B5EF4-FFF2-40B4-BE49-F238E27FC236}">
                <a16:creationId xmlns:a16="http://schemas.microsoft.com/office/drawing/2014/main" id="{A73D79A6-E9A8-41C1-BFD5-1FFE6596C400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main_21">
            <a:extLst>
              <a:ext uri="{FF2B5EF4-FFF2-40B4-BE49-F238E27FC236}">
                <a16:creationId xmlns:a16="http://schemas.microsoft.com/office/drawing/2014/main" id="{3318C989-5447-465D-8698-3C389BBF8A1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main_22">
            <a:extLst>
              <a:ext uri="{FF2B5EF4-FFF2-40B4-BE49-F238E27FC236}">
                <a16:creationId xmlns:a16="http://schemas.microsoft.com/office/drawing/2014/main" id="{C369A902-460A-48C4-9F98-22AE295BDB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main_23">
            <a:extLst>
              <a:ext uri="{FF2B5EF4-FFF2-40B4-BE49-F238E27FC236}">
                <a16:creationId xmlns:a16="http://schemas.microsoft.com/office/drawing/2014/main" id="{6429F5AB-2B1E-4DDA-80B1-6B9493BE4841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D5DFE379-5F34-46EB-81F9-41D72C7065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E6A94657-DC02-410D-BD79-A8B8085D91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8B94A6A5-FBD4-401D-A14D-79FC6487D69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85F506B6-DAAA-4DEA-9C44-84B10986D9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F11A5750-F075-4ACA-98C8-5EDB1FECC8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301D96FC-6A9D-4CAC-A570-9CCCC455DFC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1806E1C4-C6C3-41F7-9CC9-0CD46C3B0D4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246393AF-546C-4C4C-ADB0-76D629911D8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9FBC0935-6E27-4900-9A6A-FC0F44BD05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E97E7022-5686-464F-9960-F14028B21B0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D820D7F9-4C66-47E6-8046-9E471253F0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CCF0AADB-C016-474A-97DC-F243793680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F5DA08F2-0093-4C41-B1D9-83E57661046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11DB169F-5B1F-44CA-9839-6E48D52881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536A9199-78D8-4282-BB58-E2BF2220E90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DBCB12B1-F4EE-4607-AC94-744511C2AA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97D8DB87-45B1-42A6-93FF-D0CEF71FE9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252FB19E-9A10-4D2B-86D5-EB0DE2D15C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FF082BB8-C466-4FE5-BD2E-AE708325EA0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54C1D07A-30F3-48E6-BC11-5B4FC406CC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B91E4E57-C804-4FA0-BCE8-331700F34AC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DE67A89D-5327-4CD0-BD90-26DAF88049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80BD82B3-8E07-460D-B91F-508BE5BF1D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CAD23A02-132F-4F59-B740-D08E0BCF8F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D7F3E0F5-7471-47BB-98FF-2CA56C5403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4421B646-7214-4CF9-993F-0F39FB9B9A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EAF86047-2550-4547-8546-9EC12589E89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E87E1AF7-6F38-4A1D-8339-B8CD277B9C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CB9CCEC7-981F-4A93-9BC5-3F3FFEB2668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FA3F6C9F-D0EB-4F0E-A9B5-9B75F46A9B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D475C873-CAB9-434A-867B-269B397BE1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A8F260AC-CDA2-4CBB-97E7-E4B12DD9F6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0BA1A480-AE50-4E10-82CC-18D2A153877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6D3B6ED2-ABC5-4287-815C-446C10FC24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7DF700D4-5F00-4D28-A600-C3ED9C89D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28297A52-6BC3-443E-AEC5-CEA837A7EF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15CB0C51-4406-49C3-A087-B4BD543046C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DEA8E333-3129-4C83-B48F-B38D08AFF1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826F6A48-66FB-4E06-9B4B-A9829E53DD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37B596CD-16A5-473F-ADA0-10BA577416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F7194A12-E139-47B7-8AD8-87C35C97830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66D7B36F-6FA4-4F87-A284-713D0D0E8C0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2860F1DE-F9A5-40D9-88D2-78BD5E3932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D4760B91-8928-4517-A2DE-9EE6857CA1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99A5F372-2401-4D4C-BB3A-602DDA633E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A0DD5AEE-2F80-4358-B65D-8BEDA0B1E5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C1421900-F6E2-45AC-8E06-C088CA9D3BD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0F48B855-AE6D-4E64-B541-C313B920298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B1173527-30C7-42B0-8B87-45068AB636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BF487C90-1283-4F35-A4C5-F7D083847D8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D23DE7FC-6B77-4836-97A4-7F789461E4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2ED142C3-9DD7-4C15-AE3C-3EDD1BBAAFE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1D2E428D-31B8-4984-867C-BAF6B1318A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0D33139A-92CF-47B0-8156-09A451CC95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DC0C3764-744F-4B83-ACC1-29300FABB5C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CAAECD28-DA8B-4DD2-A1B3-115A95BB3F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75AC222C-31DC-4679-8EDD-115B3E24863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B5EC738F-BE8D-4518-B349-68ED118F7F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21929D4F-9DA8-4BE1-B9DF-66FBB43E1A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3B3087C1-17A9-4312-B7F7-9587205D2F5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583EAD00-DEAF-4D71-B627-C8248C8AA6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33D40170-1416-422D-B05A-E4F3286241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998E4148-DFA9-4821-829A-B291D7B3E5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C787FD9F-ED2F-44FE-9AFC-7A0C6564DD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F85FEA40-CED7-4082-B40A-D4F1D8FC23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5D150D1D-C74A-4E37-9E9B-87DDBD502C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6BE833E3-501C-4B6C-8EAC-A670D6F914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C796C0ED-F1B5-40F9-A481-60FE4FE8270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142BE303-20CF-4FE7-B459-D31CAD4321B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41EF0FBF-074B-45D1-967D-8F8D72D7012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5391F669-82BC-458F-8249-A80E11E9A2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6AB77300-4571-4CB6-B66C-0FC28708FF6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A51418F0-0112-4630-BEC9-9EF7A4EEA2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CCC9E836-DB03-4CB1-83E0-8B9972ACCC3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2CEFA26E-483E-40E7-86E0-7E294001EC89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3CB2B6F8-B4A4-4AB4-A679-5B154A14E14D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F88332C6-276A-4E86-86D6-2345647C7886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CF8403A3-2584-46A4-9EC8-619055DF842F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91779AF1-8844-4123-BC14-0930E6D8F390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26CBD580-1F19-4C75-A3A1-8CC951BD595E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1F9DF53F-8CCA-4C84-823F-CEF886A4DF56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80BD4BD9-2E9B-497E-AA02-B7EB5F2CB5D7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0DB05029-B2C3-4CAB-A092-9373C458377C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7D55791E-9E6D-4A11-80AC-D4B37087CEDE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36E42305-01A4-4F2E-8608-8927CF8D8784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B2FAAA1E-5831-4A2E-A667-085F0645773A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2BA6355D-7A10-497D-869E-79C41EE95417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8FAA61EC-A0C4-422B-9095-963C377418A9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A1E5473B-775E-4F95-8677-76FE3B7558D0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75417714-747E-410F-96B7-4BA6F9A0B856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6B122B12-6B4F-408D-BC10-F747BA5B793A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ADD2EE1B-D524-4687-B455-AB34795CD292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46D3CEAC-5C34-4E6A-B14D-74EA0F25091F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E0F86A8A-036F-4F17-B8DC-BA20B1A3AAAA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0D3EC28C-A346-4BB9-A987-F15D0167C9B3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D6C94091-83BF-486A-9C26-EB328676882A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151D7BD9-6CC1-43FB-8C0A-3ADA80805CED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2F0894D3-02D2-45B9-9702-3B144006D22C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474411B2-3098-4E39-9B13-30ED3235753B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9BF7EC32-41EB-456F-BFD7-50A1CB49C9EA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B77C707D-E978-4D8E-A63C-2566D41E72B1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CB01002F-B2FF-4FD5-AEFB-FC2200111236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4420A0AF-25F3-42CF-92C2-C4F6FBDF59D5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97332CAA-D9CF-4EC7-91BF-5409336AE224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6A412D85-0F00-4B5C-8167-9C11504B06CF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F6545FBA-C619-445A-BDD2-FB67FE737C3E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66F52F52-B8E5-411E-B263-0715F2758877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E57217B9-45DB-4B04-A9B7-56948A6D93A1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ACD8507C-6DC7-4717-8024-81EAB5AE4C8D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520EA907-D554-4C5F-A2F6-799D06133983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main_25">
            <a:extLst>
              <a:ext uri="{FF2B5EF4-FFF2-40B4-BE49-F238E27FC236}">
                <a16:creationId xmlns:a16="http://schemas.microsoft.com/office/drawing/2014/main" id="{AD86F2F0-D965-4622-8E69-AF23EFFB62F7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551B88C0-245C-43CC-85A3-11259511632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F9A0B7C4-8FC1-4FDC-ABC4-8AABE0D0A1B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3119D1BF-94EC-43D3-8952-DC71FABF285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4708AA29-1991-4220-904C-627E4A914D0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68A5D8EC-A37B-4288-9FF1-E0C620C9CE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60973177-2A86-40D9-B7A6-EC9DEB2D0C3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01860A1F-8510-4A1F-89A8-8920F7AC400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62474660-3499-42BC-AA8E-A43BF34951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E7D0DBFA-071A-4D62-A342-70EB2D1E23B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B7CFFF73-4A8D-4498-9870-1F93B94DCF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8D1028D3-AD65-4607-A206-4DA0FC951CD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23507118-BDCA-413C-8004-8727776909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EBB902A7-390F-43FB-BBA7-461EBC7001D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B736FD3B-FE7D-4278-BD9D-2F7ED0D000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5A8EA71E-4AB4-4115-94F0-9DB81839AEF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50B5F82B-254E-447B-9BCD-EFAEE33B86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D4E666CE-A15C-479E-95CD-2F7573A1919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6DEC44BC-CACE-486E-99BD-D0EDEE6A9F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27B6D719-5F68-4D45-8B98-8E818483A5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D680D0C4-5323-4D5C-B182-5A93B8DBB5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4259892D-B324-424B-AF16-2F1FAD82547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A66B278A-3D24-475B-A3A7-62F3012CCC2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D4F89E24-EFF3-46DC-A193-55DA647EA61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A71641A4-8F56-4EBE-837B-A57563AACE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1F3107B-33C3-4030-9390-F1856BA77A1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8C682417-A9EB-4966-8B13-1BAB64731B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FC5BDDF6-E0B5-4AC1-B223-51F01E248C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786B5515-7139-49B1-9F69-BCA762599A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752579F5-79DF-4679-A927-0C50129E81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B8C1AE8B-A501-4498-BC6C-AB55D6E9A9A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185C232B-ACCC-477A-B7F8-16D002E6B1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D90174DE-AB9F-4EF8-8F40-42092785C5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D867D35F-CA03-4FA2-A46C-5765C14B31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42669F99-1D25-4081-8FCA-F49F6765832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6C9A41E9-4D69-4644-B86C-AC11E17F52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776695B8-300A-4F97-9424-9E7C9CB475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3416E86D-AA8A-44BF-9891-31F94C246F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42FF7F3D-451C-4C16-B12D-8D25CBF48F6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7A5C854E-521E-49A7-9E4F-C59757BE1EF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20514FE9-3894-45F1-8990-F403E72BD1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7CF8923B-C3C6-44D9-B6C0-39A492C564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A0DC404A-D13E-47B3-A226-14EB8F06D0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581D4A59-B89A-4B38-865A-EEB14BC802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E46C7882-57F8-4841-B999-63CA67136E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1E0C1077-DA06-41C4-B6FD-DC2C9003F5A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BF12BA2A-C854-441F-BE2F-2BC91DB44B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860082E8-4507-4803-A540-129A5F1A34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CC671BE9-F0F2-4874-B2CA-4C4FC7D2CB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29586D3D-1F07-4535-822F-1312B2E3CB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4A03143B-8B84-4F37-A38A-B95A168056A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AB3F0F70-1BE9-482D-8C1E-4B290A7FB5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CD0563BB-78D6-492E-9300-785D91A4C5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282D16D3-C0FC-40F4-837E-3B940306550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F6C9705C-77D1-4D19-A29A-48C3F0B254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3E863B6A-6DDD-43C9-9062-9A8C56CE07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63DA1525-A590-4BDA-80E2-F69CC500ADD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5C75602A-F91A-4C9C-8877-4BF86A1547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73C27CFA-031B-4220-BE34-1D1DE4D8C1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6BA6D4AC-1C40-4102-8AF4-75F36665D5F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C0596AF0-B1D4-4A6C-A477-A1E38D07BCD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F62A988A-13F7-4BA4-9B6D-1F812E9924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4BDA65AF-FC4B-4077-9B9C-7207930942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D702DFF9-8CBA-407C-86C3-29AD47EC9A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25A8A671-8785-429A-B2C9-5310DE8CDE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E393B2B9-3640-454A-9C22-E29075198F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BA25EEE7-0431-44A3-A72D-F72CB81023B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E0E12745-EEE1-4EA3-AE1A-8B2087FD8C2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9EFB67CA-1940-460F-8FF4-387B4BCB66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F991BFC5-7B75-4CCE-ACEB-E266FBA4B7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1D7729F6-C563-4959-98E5-9E0680D86CB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A5CE4524-70FB-48AD-B43C-3E078E8F000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72FB8790-32B5-453D-97E0-A4368B6FF24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6A2FB557-C921-4F93-A4FE-13F23CC3009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29DF4714-07FC-413A-83AC-F7FC6D07D6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583BCC5B-1200-4B5F-B361-42E5820874E5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D8912061-077B-4ADC-8A36-033C1C08B422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8EA5F0CE-8933-4177-80D2-2DB386632939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2CB59F58-8A89-48C2-823B-79A26D5DE3F7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3CF1725B-FBC9-495F-B571-88A1315D1889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27DEBCFD-CD54-4396-BAB0-28A10ECEFF04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C1ABA1DA-FC6E-4015-8BA4-A4EC1B41CB56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1C3291F5-B7B9-4C34-8FEB-6C07FDFB029D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45797CD4-AA36-44CF-B892-CB21D7940265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7F327454-0B37-442A-AA07-BB3B301DC7A6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EBD62EC8-C6C7-4C70-8737-FD372B03E223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E3B9112B-C7C1-4E9A-861D-6AF34688DD4B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15ED78EF-3A1E-4D60-A2BE-F108FC466515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37FBF5EB-35E1-4F3A-AA0D-5659D74D8145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70D5A92B-2EE4-42BD-ADEA-97266EB39DA3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99C10A4E-64C3-46DA-8D7D-67CC2006F317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C7585318-6A2B-4C2A-8D98-137EB8D06D52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7D28BAF6-A7E6-4CEE-9C7D-2DFFBFD63E37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29FF72B5-B933-49C1-97FA-541B23278C02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0268FF71-A8F5-4801-AFE4-9CE868F8F9CC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0298A55D-AECA-468A-94AC-237ABCE152F0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F89EB2B3-C561-4B9D-8B97-6DFA196955C4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CC46BBE-9A62-4B39-B396-27554BFE3BD2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AB7BB7DD-4606-4A70-9965-04D20616C468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732381DA-576A-4816-BA09-B8B5926EB53F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5B431279-92F1-4371-959D-A3246F9F5F7A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B7442C64-2073-441C-9C16-07A1FF46C730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041C5D1F-DB70-499B-A19F-C33BEE96F078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69D0A157-491C-47DC-AB28-A21CB7C3C1BE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56DB9E54-FFA2-4173-88A1-CF92A517ADCB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7E69E0B1-1A34-41D7-8808-CF9702699D9F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B7CC1A09-1C3E-4E76-B061-1B6D03F20F18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48E95A26-9C7D-4A4F-ACB8-D71938B1E373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9EF3668B-AAE4-4525-85C9-99604546E501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35CFF798-53A2-405D-8043-E6853401ED4D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04DF172C-778A-4243-9F21-4E65EFE14524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main_27">
            <a:extLst>
              <a:ext uri="{FF2B5EF4-FFF2-40B4-BE49-F238E27FC236}">
                <a16:creationId xmlns:a16="http://schemas.microsoft.com/office/drawing/2014/main" id="{C8A6BA0E-E5C4-4411-AFC0-13A6CD74EEE2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6D20510B-8909-4FF4-BC5D-6A8CB185AD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9F4CF281-D10E-41A1-AFA3-F52FDF852E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D1B13C20-B545-4D4F-B578-F60830F657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84B7D3AD-9765-4DE0-9DC0-CC15C493AC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DAA4AE36-AC82-4FE2-9768-3444BA36FED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F24F3043-DFF3-4238-9F93-2E89E4D39EF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21BC5612-A07E-4EEB-AC68-150CF058A8B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8DE2CB8F-71A8-4D3C-880D-68ABF99359C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F3527E13-03F8-4525-9148-0F9F15630F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55D74531-BB62-4A56-97AC-812B6190760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4555A8DB-3AF8-4BA3-899B-1B0D73C0BFF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8D859EC3-674F-4C1E-B406-3774253B20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C7275B18-BE85-4C3E-9428-FBE46BC0E19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0287D3E6-A703-43C1-8DC9-349E5971CA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D68A1382-985B-4056-95F6-D73CD2B974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8EA3E6B6-A5F5-4A1F-85A3-8485FABDDB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82607423-B961-4E17-A9CE-28084187A64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C96C9DB9-E78C-4EE5-8B30-F32F7F620B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7FD9C2CA-BA8A-41C3-BA5B-6A7E1405A74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24DA08B9-C42F-443D-9634-A403E7C09B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EBA98788-C038-420D-B3B7-7D80E8D9B4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BC065172-F1BE-4E1F-A327-F105E6F91C1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01B7CC75-4662-4813-A038-AE4D9DBDB65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C0F7CD3D-0AB2-4B66-9385-E01E47D74B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34092661-589C-4770-8BC2-07394170A0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305BFD8B-13EC-472B-82BA-47AF81ABE8F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1D667DB4-ED53-445C-8B86-A7021D42E5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7C8AEF66-8A04-49BF-A1A1-D6625E4A71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2DA3DFCF-CF6D-482A-BCA8-E9E08492E0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13E45779-2BA2-4BC6-B973-BC60A26FF8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186FD0FA-02B4-4457-A1AE-4CFC35E83D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ADB470B8-9238-445B-B8D7-F9F1A085F4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50A30E51-EFDC-48B1-B6E3-A4DD7216EA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B003D7E9-8FBE-489B-B2EC-3480E0B14E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5FD0FEBA-C932-4688-A791-DB5D32FCA1D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4C94632C-6E4A-4457-AD64-6B8A7250612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67C9D38C-CAA1-4768-828B-D909BEF15B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1579FECE-E379-4B79-9BEB-9A6D65A1B22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F69269B8-4D9F-4309-BAFE-01DC2CAA2D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23CE3179-14D8-453B-A534-3BBE12DBC7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42980AA7-C776-4823-ABC4-756C145A9B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7DB64A3B-CAF7-476A-B0C4-F27737570B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22148EF8-647F-45DA-9E9E-6FDCCA58E5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3BF4E3C3-3D8A-483E-AA14-057F46ED77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3287B4C2-9AF4-4ABB-A197-35BDC75BAE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6B15B501-2CA0-43F7-B18F-C32D41C638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540CFFB3-FA6B-4F7E-9CD2-482EB344B6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4A2B624D-21EA-4F1A-8E03-4C70D5B87F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9898A87E-D6E3-4D49-9A76-711EFD834E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99A59335-74D9-433D-84C5-FF9B425AB4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5068C485-4180-4F9E-AA2A-B8B54233992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9A6FC45D-C764-44CB-8FBD-BC8C2C16C9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11109C40-CBE5-42DC-B549-4073878463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D7FB7671-2929-4C28-8C6A-CEBB8239B32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9222AA82-08A4-432F-9A08-7E8481E5C8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05FFAFF2-77C1-41EF-BE51-5F63348AF4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2B57E7C6-564E-4AAE-BDB2-D27BF109B8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63EBDE12-0698-4573-ADD8-A4432D735F6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FA6BD065-83CD-4A68-A908-52B06EE4AC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F5DD2EEE-3738-4DF7-A511-9B80EC8FB0F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94312144-6694-42F5-9364-C2636A4A23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DDAB1DE0-424D-4352-9219-CCE077C3DD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D6AAD43C-46BF-4717-9577-AC27DF158F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6CCDEFED-1C0E-4B6C-9B58-ADD09528AC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EC7C2941-2F5D-413C-ADAD-6B00EEF70E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D10EDFB9-CEED-462E-8437-D15972D0FE1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D46E215A-E048-4CE4-9D34-91FEF7F882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D70BAE8E-6431-4E53-A0E8-E1960E4BAD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BA3402F4-B39F-427B-B81A-819333672AE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F0D43CF7-B54D-492B-A685-ED62DF0799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BB61963D-EF75-4987-A5DD-1EB5048502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DF110CC3-3D08-4428-BFB5-5D34B33788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8F19E07E-4622-4C33-8711-306CEC52EF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D343B7BF-93FB-4442-8532-73615DA1D17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1FCFAEFC-A140-446A-8D4D-2BFAD1E8D279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22899D90-5609-4571-B482-3D9A44B7AF7B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02DA30AA-1D42-4197-8005-9EC53A1E3256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75990D88-DBB2-4462-8019-73813D74EDE9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05160A9F-5C77-437E-AC51-D9C5C15DBC8F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6FDE5AE7-E341-4127-A12C-EAC9253EE751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D662B708-E129-4304-9802-C395511B352D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2B91594C-3FA3-4115-8664-ADAE31F7A748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42DDEC95-7503-43A9-803F-8B37E7AEDC6F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5010C15A-982D-4E56-AA3E-1BAFAA98A6B3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918E059B-E8F5-4A06-B519-8D14A6691663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AE184A0D-E1AE-4C0C-BB5E-45ADF993C314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73E85DE8-CF1E-4295-A1C9-18AAEE25846B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34548C87-FCEB-49DD-ABAB-C5D64511A73B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2176B8D1-9361-4E1A-AA76-5A7E69F7D27A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193B7118-9AB0-4894-AF70-339DA11E61D2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B75074BF-B033-469B-AAFF-A3B8B0160A99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730BD07B-3D2E-419E-BD69-10A5D075355F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63CCFA77-D971-484D-A575-82C212E5FCBD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C2B61D23-9916-4450-8D20-500A343A4F91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218EE908-1652-4138-9C82-3775CE5236CF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194CEE52-ACDD-4022-BF51-0D15D9E68B5D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3426077F-D17F-4BA1-8ACE-036D51892638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0D4D16EB-D649-415A-909C-A8043CAE82A8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5F45D9D2-445A-481B-9EB1-9D819D3F288E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A036E81C-B9D8-4753-8AFE-FE11D6B32CBD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F0C3816D-7478-4EB1-9FA8-B90D7C648A15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5A854F77-86D6-434F-8546-6E57B5E7DE0F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25306B97-4000-4C70-8962-C854859954A7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08F4D146-93F0-412F-96A1-17FB87F71152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13232ECC-0D77-4B5D-A4A4-7893815114B7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39F222AE-2621-4D24-B6BF-960C3D86F64A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6CC7E086-8BAC-46EE-96AA-7F8D04D9BC2F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9EA1053B-9BFA-4B25-B036-F75D0F95F68C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788776E1-D9DC-46A9-943C-AEED0426D49C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39603994-DA7D-45C2-BA89-4BBF0C394E2C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FF36A8BF-9C8C-46D9-BE63-FAA60C2452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70843437-50D5-4E81-A3BB-F9D1E0C7BE72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main_29">
            <a:extLst>
              <a:ext uri="{FF2B5EF4-FFF2-40B4-BE49-F238E27FC236}">
                <a16:creationId xmlns:a16="http://schemas.microsoft.com/office/drawing/2014/main" id="{2CCD7762-8A06-47AC-8CF8-4E4F01CBB7A5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main_30">
            <a:extLst>
              <a:ext uri="{FF2B5EF4-FFF2-40B4-BE49-F238E27FC236}">
                <a16:creationId xmlns:a16="http://schemas.microsoft.com/office/drawing/2014/main" id="{079D07C5-6E76-403A-901C-C0A0D0D06590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9U7J · GDU (A:801)</a:t>
            </a:r>
          </a:p>
        </p:txBody>
      </p:sp>
      <p:sp>
        <p:nvSpPr>
          <p:cNvPr id="994" name="stage3-cases-main_31">
            <a:extLst>
              <a:ext uri="{FF2B5EF4-FFF2-40B4-BE49-F238E27FC236}">
                <a16:creationId xmlns:a16="http://schemas.microsoft.com/office/drawing/2014/main" id="{BA0C65DF-7818-4AC0-A1B6-53DA39D436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95" name="stage3-cases-main_32">
            <a:extLst>
              <a:ext uri="{FF2B5EF4-FFF2-40B4-BE49-F238E27FC236}">
                <a16:creationId xmlns:a16="http://schemas.microsoft.com/office/drawing/2014/main" id="{BF0136EB-E0C0-486F-ADCB-47A837C40A25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96" name="9u7j_2_official_Receptor">
            <a:extLst>
              <a:ext uri="{FF2B5EF4-FFF2-40B4-BE49-F238E27FC236}">
                <a16:creationId xmlns:a16="http://schemas.microsoft.com/office/drawing/2014/main" id="{B282624C-93C3-4933-875A-7C30E5FF14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97" name="9u7j_2_official_ExperimentalDensity">
            <a:extLst>
              <a:ext uri="{FF2B5EF4-FFF2-40B4-BE49-F238E27FC236}">
                <a16:creationId xmlns:a16="http://schemas.microsoft.com/office/drawing/2014/main" id="{C2BB0311-B7FE-4760-824F-F2780F40B0F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98" name="9u7j_2_official_ReferenceLigand_0">
            <a:extLst>
              <a:ext uri="{FF2B5EF4-FFF2-40B4-BE49-F238E27FC236}">
                <a16:creationId xmlns:a16="http://schemas.microsoft.com/office/drawing/2014/main" id="{BFE585C4-A042-4698-82B3-0D48D232FB6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99" name="9u7j_2_official_ReferenceLigand_1">
            <a:extLst>
              <a:ext uri="{FF2B5EF4-FFF2-40B4-BE49-F238E27FC236}">
                <a16:creationId xmlns:a16="http://schemas.microsoft.com/office/drawing/2014/main" id="{95AC9635-ED2F-4029-AE93-F6DDE5E2FA3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0" name="9u7j_2_official_ReferenceLigand_2">
            <a:extLst>
              <a:ext uri="{FF2B5EF4-FFF2-40B4-BE49-F238E27FC236}">
                <a16:creationId xmlns:a16="http://schemas.microsoft.com/office/drawing/2014/main" id="{609D608B-839A-4D41-9C38-36449025DC7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1" name="9u7j_2_official_ReferenceLigand_3">
            <a:extLst>
              <a:ext uri="{FF2B5EF4-FFF2-40B4-BE49-F238E27FC236}">
                <a16:creationId xmlns:a16="http://schemas.microsoft.com/office/drawing/2014/main" id="{231B20BD-F46A-4880-B627-84BE13E1D27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2" name="9u7j_2_official_ReferenceLigand_4">
            <a:extLst>
              <a:ext uri="{FF2B5EF4-FFF2-40B4-BE49-F238E27FC236}">
                <a16:creationId xmlns:a16="http://schemas.microsoft.com/office/drawing/2014/main" id="{3B4046D8-A806-40E1-BF98-8A52A7B7AB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3" name="9u7j_2_official_ReferenceLigand_5">
            <a:extLst>
              <a:ext uri="{FF2B5EF4-FFF2-40B4-BE49-F238E27FC236}">
                <a16:creationId xmlns:a16="http://schemas.microsoft.com/office/drawing/2014/main" id="{6856D30A-B4E2-4229-BD01-47EC39384C4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4" name="9u7j_2_official_ReferenceLigand_6">
            <a:extLst>
              <a:ext uri="{FF2B5EF4-FFF2-40B4-BE49-F238E27FC236}">
                <a16:creationId xmlns:a16="http://schemas.microsoft.com/office/drawing/2014/main" id="{B57C2AE3-0AFE-481D-BF5E-24F7F685D86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5" name="9u7j_2_official_ReferenceLigand_7">
            <a:extLst>
              <a:ext uri="{FF2B5EF4-FFF2-40B4-BE49-F238E27FC236}">
                <a16:creationId xmlns:a16="http://schemas.microsoft.com/office/drawing/2014/main" id="{09C09EB5-90F4-475E-900B-350C6161C11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6" name="9u7j_2_official_ReferenceLigand_8">
            <a:extLst>
              <a:ext uri="{FF2B5EF4-FFF2-40B4-BE49-F238E27FC236}">
                <a16:creationId xmlns:a16="http://schemas.microsoft.com/office/drawing/2014/main" id="{BDE706B6-47B9-4F40-8EAD-CB91AF3F654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7" name="9u7j_2_official_ReferenceLigand_9">
            <a:extLst>
              <a:ext uri="{FF2B5EF4-FFF2-40B4-BE49-F238E27FC236}">
                <a16:creationId xmlns:a16="http://schemas.microsoft.com/office/drawing/2014/main" id="{50939D99-7EEE-4641-9D71-B21BC5B06C0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8" name="9u7j_2_official_ReferenceLigand_10">
            <a:extLst>
              <a:ext uri="{FF2B5EF4-FFF2-40B4-BE49-F238E27FC236}">
                <a16:creationId xmlns:a16="http://schemas.microsoft.com/office/drawing/2014/main" id="{6837DFE7-381A-49C3-8F6D-CE5CEB63ADC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9" name="9u7j_2_official_ReferenceLigand_11">
            <a:extLst>
              <a:ext uri="{FF2B5EF4-FFF2-40B4-BE49-F238E27FC236}">
                <a16:creationId xmlns:a16="http://schemas.microsoft.com/office/drawing/2014/main" id="{03224674-F342-4586-B2A0-D60F3E888A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0" name="9u7j_2_official_ReferenceLigand_12">
            <a:extLst>
              <a:ext uri="{FF2B5EF4-FFF2-40B4-BE49-F238E27FC236}">
                <a16:creationId xmlns:a16="http://schemas.microsoft.com/office/drawing/2014/main" id="{E3C62B11-F982-4F22-B56C-BE65B767424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1" name="9u7j_2_official_ReferenceLigand_13">
            <a:extLst>
              <a:ext uri="{FF2B5EF4-FFF2-40B4-BE49-F238E27FC236}">
                <a16:creationId xmlns:a16="http://schemas.microsoft.com/office/drawing/2014/main" id="{E24E08EC-E998-4A49-B674-6FFE35F53A0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2" name="9u7j_2_official_ReferenceLigand_14">
            <a:extLst>
              <a:ext uri="{FF2B5EF4-FFF2-40B4-BE49-F238E27FC236}">
                <a16:creationId xmlns:a16="http://schemas.microsoft.com/office/drawing/2014/main" id="{0686AF21-96D3-44E6-AA14-55A4505E80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3" name="9u7j_2_official_ReferenceLigand_15">
            <a:extLst>
              <a:ext uri="{FF2B5EF4-FFF2-40B4-BE49-F238E27FC236}">
                <a16:creationId xmlns:a16="http://schemas.microsoft.com/office/drawing/2014/main" id="{ACA10B01-8C31-435E-A9A9-0785E222C61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4" name="9u7j_2_official_ReferenceLigand_16">
            <a:extLst>
              <a:ext uri="{FF2B5EF4-FFF2-40B4-BE49-F238E27FC236}">
                <a16:creationId xmlns:a16="http://schemas.microsoft.com/office/drawing/2014/main" id="{418FF55A-5E78-49F5-B8BC-589C2044D86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5" name="9u7j_2_official_ReferenceLigand_17">
            <a:extLst>
              <a:ext uri="{FF2B5EF4-FFF2-40B4-BE49-F238E27FC236}">
                <a16:creationId xmlns:a16="http://schemas.microsoft.com/office/drawing/2014/main" id="{C1E4DC4A-13D3-4D75-B062-018297FED36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6" name="9u7j_2_official_ReferenceLigand_18">
            <a:extLst>
              <a:ext uri="{FF2B5EF4-FFF2-40B4-BE49-F238E27FC236}">
                <a16:creationId xmlns:a16="http://schemas.microsoft.com/office/drawing/2014/main" id="{40138190-F8FC-4CEA-A960-60D8110607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7" name="9u7j_2_official_ReferenceLigand_19">
            <a:extLst>
              <a:ext uri="{FF2B5EF4-FFF2-40B4-BE49-F238E27FC236}">
                <a16:creationId xmlns:a16="http://schemas.microsoft.com/office/drawing/2014/main" id="{15644776-0478-4E63-B504-86D9FE722D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8" name="9u7j_2_official_ReferenceLigand_20">
            <a:extLst>
              <a:ext uri="{FF2B5EF4-FFF2-40B4-BE49-F238E27FC236}">
                <a16:creationId xmlns:a16="http://schemas.microsoft.com/office/drawing/2014/main" id="{C18C9592-8167-4B8E-943C-0FCF7900E71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9" name="9u7j_2_official_ReferenceLigand_21">
            <a:extLst>
              <a:ext uri="{FF2B5EF4-FFF2-40B4-BE49-F238E27FC236}">
                <a16:creationId xmlns:a16="http://schemas.microsoft.com/office/drawing/2014/main" id="{AA8E6DD0-ABD7-4F7F-9D36-2D57C9B5452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0" name="9u7j_2_official_ReferenceLigand_22">
            <a:extLst>
              <a:ext uri="{FF2B5EF4-FFF2-40B4-BE49-F238E27FC236}">
                <a16:creationId xmlns:a16="http://schemas.microsoft.com/office/drawing/2014/main" id="{B89CA1E2-B341-48B3-9EC7-86A469A5578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1" name="9u7j_2_official_ReferenceLigand_23">
            <a:extLst>
              <a:ext uri="{FF2B5EF4-FFF2-40B4-BE49-F238E27FC236}">
                <a16:creationId xmlns:a16="http://schemas.microsoft.com/office/drawing/2014/main" id="{6291335C-85A7-44AE-8061-37FBF2142A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2" name="9u7j_2_official_ReferenceLigand_24">
            <a:extLst>
              <a:ext uri="{FF2B5EF4-FFF2-40B4-BE49-F238E27FC236}">
                <a16:creationId xmlns:a16="http://schemas.microsoft.com/office/drawing/2014/main" id="{00E7D4EE-E598-48BB-916F-B83336E0BC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3" name="9u7j_2_official_ReferenceLigand_25">
            <a:extLst>
              <a:ext uri="{FF2B5EF4-FFF2-40B4-BE49-F238E27FC236}">
                <a16:creationId xmlns:a16="http://schemas.microsoft.com/office/drawing/2014/main" id="{F4800AF0-F99B-4448-A32A-98A4258C6C5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4" name="9u7j_2_official_ReferenceLigand_26">
            <a:extLst>
              <a:ext uri="{FF2B5EF4-FFF2-40B4-BE49-F238E27FC236}">
                <a16:creationId xmlns:a16="http://schemas.microsoft.com/office/drawing/2014/main" id="{980CC67A-F373-4A7F-948D-067E4DFA209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5" name="9u7j_2_official_ReferenceLigand_27">
            <a:extLst>
              <a:ext uri="{FF2B5EF4-FFF2-40B4-BE49-F238E27FC236}">
                <a16:creationId xmlns:a16="http://schemas.microsoft.com/office/drawing/2014/main" id="{E106ACC6-466E-48C9-A70D-D85768D8C24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6" name="9u7j_2_official_ReferenceLigand_28">
            <a:extLst>
              <a:ext uri="{FF2B5EF4-FFF2-40B4-BE49-F238E27FC236}">
                <a16:creationId xmlns:a16="http://schemas.microsoft.com/office/drawing/2014/main" id="{ACCCAEB3-8D16-4F92-96B5-2A1704B2C05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7" name="9u7j_2_official_ReferenceLigand_29">
            <a:extLst>
              <a:ext uri="{FF2B5EF4-FFF2-40B4-BE49-F238E27FC236}">
                <a16:creationId xmlns:a16="http://schemas.microsoft.com/office/drawing/2014/main" id="{53BBE987-4E15-4F6C-992C-AE116F3BC69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8" name="9u7j_2_official_ReferenceLigand_30">
            <a:extLst>
              <a:ext uri="{FF2B5EF4-FFF2-40B4-BE49-F238E27FC236}">
                <a16:creationId xmlns:a16="http://schemas.microsoft.com/office/drawing/2014/main" id="{61F7B55D-68C6-44CA-9588-28C7FC99BDF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9" name="9u7j_2_official_ReferenceLigand_31">
            <a:extLst>
              <a:ext uri="{FF2B5EF4-FFF2-40B4-BE49-F238E27FC236}">
                <a16:creationId xmlns:a16="http://schemas.microsoft.com/office/drawing/2014/main" id="{C6F9C720-4ADC-4AEA-AAF2-555D2788144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0" name="9u7j_2_official_ReferenceLigand_32">
            <a:extLst>
              <a:ext uri="{FF2B5EF4-FFF2-40B4-BE49-F238E27FC236}">
                <a16:creationId xmlns:a16="http://schemas.microsoft.com/office/drawing/2014/main" id="{68BBE8D8-8126-47CF-BC44-48772EDB899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1" name="9u7j_2_official_ReferenceLigand_33">
            <a:extLst>
              <a:ext uri="{FF2B5EF4-FFF2-40B4-BE49-F238E27FC236}">
                <a16:creationId xmlns:a16="http://schemas.microsoft.com/office/drawing/2014/main" id="{AF0DC7FB-56C5-4A17-A12A-AEAB149DF0A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2" name="9u7j_2_official_ReferenceLigand_34">
            <a:extLst>
              <a:ext uri="{FF2B5EF4-FFF2-40B4-BE49-F238E27FC236}">
                <a16:creationId xmlns:a16="http://schemas.microsoft.com/office/drawing/2014/main" id="{E44AE22D-AA6D-40E9-BED7-DCD3E30AF21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3" name="9u7j_2_official_ReferenceLigand_35">
            <a:extLst>
              <a:ext uri="{FF2B5EF4-FFF2-40B4-BE49-F238E27FC236}">
                <a16:creationId xmlns:a16="http://schemas.microsoft.com/office/drawing/2014/main" id="{25A0F971-03F4-49F2-9DB6-EFC9006278E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4" name="9u7j_2_official_ReferenceLigand_36">
            <a:extLst>
              <a:ext uri="{FF2B5EF4-FFF2-40B4-BE49-F238E27FC236}">
                <a16:creationId xmlns:a16="http://schemas.microsoft.com/office/drawing/2014/main" id="{29ACA4C2-8A86-4B74-9118-2A1C5F8D7F9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5" name="9u7j_2_official_ReferenceLigand_37">
            <a:extLst>
              <a:ext uri="{FF2B5EF4-FFF2-40B4-BE49-F238E27FC236}">
                <a16:creationId xmlns:a16="http://schemas.microsoft.com/office/drawing/2014/main" id="{3A003F46-8A34-4D8E-91DC-0847CCB53E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6" name="9u7j_2_official_PredictedLigand_0">
            <a:extLst>
              <a:ext uri="{FF2B5EF4-FFF2-40B4-BE49-F238E27FC236}">
                <a16:creationId xmlns:a16="http://schemas.microsoft.com/office/drawing/2014/main" id="{38A627CC-92CB-4434-A7AF-E500ED5190C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7" name="9u7j_2_official_PredictedLigand_1">
            <a:extLst>
              <a:ext uri="{FF2B5EF4-FFF2-40B4-BE49-F238E27FC236}">
                <a16:creationId xmlns:a16="http://schemas.microsoft.com/office/drawing/2014/main" id="{F2A8FC6F-07AD-4AD6-BCF5-C4A7D6ADBB2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8" name="9u7j_2_official_PredictedLigand_2">
            <a:extLst>
              <a:ext uri="{FF2B5EF4-FFF2-40B4-BE49-F238E27FC236}">
                <a16:creationId xmlns:a16="http://schemas.microsoft.com/office/drawing/2014/main" id="{369AD325-96E4-4E6D-AC62-FAF47903528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9" name="9u7j_2_official_PredictedLigand_3">
            <a:extLst>
              <a:ext uri="{FF2B5EF4-FFF2-40B4-BE49-F238E27FC236}">
                <a16:creationId xmlns:a16="http://schemas.microsoft.com/office/drawing/2014/main" id="{88203622-4401-49A9-88D5-B184A0F421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0" name="9u7j_2_official_PredictedLigand_4">
            <a:extLst>
              <a:ext uri="{FF2B5EF4-FFF2-40B4-BE49-F238E27FC236}">
                <a16:creationId xmlns:a16="http://schemas.microsoft.com/office/drawing/2014/main" id="{86659F46-6761-4674-8E46-C32FAC1386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1" name="9u7j_2_official_PredictedLigand_5">
            <a:extLst>
              <a:ext uri="{FF2B5EF4-FFF2-40B4-BE49-F238E27FC236}">
                <a16:creationId xmlns:a16="http://schemas.microsoft.com/office/drawing/2014/main" id="{79A573E1-ADF8-479E-9244-80033727D43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2" name="9u7j_2_official_PredictedLigand_6">
            <a:extLst>
              <a:ext uri="{FF2B5EF4-FFF2-40B4-BE49-F238E27FC236}">
                <a16:creationId xmlns:a16="http://schemas.microsoft.com/office/drawing/2014/main" id="{08E1CB3F-4EB8-4160-A9EC-CCFFE7B0A49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3" name="9u7j_2_official_PredictedLigand_7">
            <a:extLst>
              <a:ext uri="{FF2B5EF4-FFF2-40B4-BE49-F238E27FC236}">
                <a16:creationId xmlns:a16="http://schemas.microsoft.com/office/drawing/2014/main" id="{8AA0FDA5-E280-471F-AC12-7E960C2A3D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4" name="9u7j_2_official_PredictedLigand_8">
            <a:extLst>
              <a:ext uri="{FF2B5EF4-FFF2-40B4-BE49-F238E27FC236}">
                <a16:creationId xmlns:a16="http://schemas.microsoft.com/office/drawing/2014/main" id="{8010E79C-4746-40AB-9374-C758D77C61B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5" name="9u7j_2_official_PredictedLigand_9">
            <a:extLst>
              <a:ext uri="{FF2B5EF4-FFF2-40B4-BE49-F238E27FC236}">
                <a16:creationId xmlns:a16="http://schemas.microsoft.com/office/drawing/2014/main" id="{15FCA77E-2CC5-4869-B221-B112F726DF9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6" name="9u7j_2_official_PredictedLigand_10">
            <a:extLst>
              <a:ext uri="{FF2B5EF4-FFF2-40B4-BE49-F238E27FC236}">
                <a16:creationId xmlns:a16="http://schemas.microsoft.com/office/drawing/2014/main" id="{E1E8AA73-2DB4-4F60-892A-0F8E7174A33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7" name="9u7j_2_official_PredictedLigand_11">
            <a:extLst>
              <a:ext uri="{FF2B5EF4-FFF2-40B4-BE49-F238E27FC236}">
                <a16:creationId xmlns:a16="http://schemas.microsoft.com/office/drawing/2014/main" id="{D7872817-9E5D-4912-90F2-FFF42E8F18C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8" name="9u7j_2_official_PredictedLigand_12">
            <a:extLst>
              <a:ext uri="{FF2B5EF4-FFF2-40B4-BE49-F238E27FC236}">
                <a16:creationId xmlns:a16="http://schemas.microsoft.com/office/drawing/2014/main" id="{7393FE6E-52E2-4981-B1B7-4C9BDFA525F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9" name="9u7j_2_official_PredictedLigand_13">
            <a:extLst>
              <a:ext uri="{FF2B5EF4-FFF2-40B4-BE49-F238E27FC236}">
                <a16:creationId xmlns:a16="http://schemas.microsoft.com/office/drawing/2014/main" id="{BDF9CDA0-1046-48CA-840E-1300CD5696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0" name="9u7j_2_official_PredictedLigand_14">
            <a:extLst>
              <a:ext uri="{FF2B5EF4-FFF2-40B4-BE49-F238E27FC236}">
                <a16:creationId xmlns:a16="http://schemas.microsoft.com/office/drawing/2014/main" id="{B47CCC6A-7A73-4400-A0AC-8D5FC00B811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1" name="9u7j_2_official_PredictedLigand_15">
            <a:extLst>
              <a:ext uri="{FF2B5EF4-FFF2-40B4-BE49-F238E27FC236}">
                <a16:creationId xmlns:a16="http://schemas.microsoft.com/office/drawing/2014/main" id="{9FD40CFA-2CBA-44D4-97DF-8D5CACFB0C3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2" name="9u7j_2_official_PredictedLigand_16">
            <a:extLst>
              <a:ext uri="{FF2B5EF4-FFF2-40B4-BE49-F238E27FC236}">
                <a16:creationId xmlns:a16="http://schemas.microsoft.com/office/drawing/2014/main" id="{92DE0D6A-28D3-4D07-9F5A-6B94808D75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3" name="9u7j_2_official_PredictedLigand_17">
            <a:extLst>
              <a:ext uri="{FF2B5EF4-FFF2-40B4-BE49-F238E27FC236}">
                <a16:creationId xmlns:a16="http://schemas.microsoft.com/office/drawing/2014/main" id="{A4132A27-AE8A-4633-93FD-E86A888FBC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4" name="9u7j_2_official_PredictedLigand_18">
            <a:extLst>
              <a:ext uri="{FF2B5EF4-FFF2-40B4-BE49-F238E27FC236}">
                <a16:creationId xmlns:a16="http://schemas.microsoft.com/office/drawing/2014/main" id="{E51875EC-4156-448A-BD87-4CAFB4DACD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5" name="9u7j_2_official_PredictedLigand_19">
            <a:extLst>
              <a:ext uri="{FF2B5EF4-FFF2-40B4-BE49-F238E27FC236}">
                <a16:creationId xmlns:a16="http://schemas.microsoft.com/office/drawing/2014/main" id="{F34D584C-4AD0-4092-B711-12FC919B4B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6" name="9u7j_2_official_PredictedLigand_20">
            <a:extLst>
              <a:ext uri="{FF2B5EF4-FFF2-40B4-BE49-F238E27FC236}">
                <a16:creationId xmlns:a16="http://schemas.microsoft.com/office/drawing/2014/main" id="{E92D3AE9-3AB6-4E95-BAD9-AED10C5642F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7" name="9u7j_2_official_PredictedLigand_21">
            <a:extLst>
              <a:ext uri="{FF2B5EF4-FFF2-40B4-BE49-F238E27FC236}">
                <a16:creationId xmlns:a16="http://schemas.microsoft.com/office/drawing/2014/main" id="{CFA43ECC-3007-4780-82DD-3C450A32F5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8" name="9u7j_2_official_PredictedLigand_22">
            <a:extLst>
              <a:ext uri="{FF2B5EF4-FFF2-40B4-BE49-F238E27FC236}">
                <a16:creationId xmlns:a16="http://schemas.microsoft.com/office/drawing/2014/main" id="{67281AD0-F8F5-4DB1-B033-E2D168CA54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9" name="9u7j_2_official_PredictedLigand_23">
            <a:extLst>
              <a:ext uri="{FF2B5EF4-FFF2-40B4-BE49-F238E27FC236}">
                <a16:creationId xmlns:a16="http://schemas.microsoft.com/office/drawing/2014/main" id="{BB82A003-86C7-4AA7-B6ED-821E76B30AC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0" name="9u7j_2_official_PredictedLigand_24">
            <a:extLst>
              <a:ext uri="{FF2B5EF4-FFF2-40B4-BE49-F238E27FC236}">
                <a16:creationId xmlns:a16="http://schemas.microsoft.com/office/drawing/2014/main" id="{83989B59-0B40-4922-8B00-4BAA5C9930C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1" name="9u7j_2_official_PredictedLigand_25">
            <a:extLst>
              <a:ext uri="{FF2B5EF4-FFF2-40B4-BE49-F238E27FC236}">
                <a16:creationId xmlns:a16="http://schemas.microsoft.com/office/drawing/2014/main" id="{CBC41E74-B316-4D2E-B7EA-C3B0E0BD99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2" name="9u7j_2_official_PredictedLigand_26">
            <a:extLst>
              <a:ext uri="{FF2B5EF4-FFF2-40B4-BE49-F238E27FC236}">
                <a16:creationId xmlns:a16="http://schemas.microsoft.com/office/drawing/2014/main" id="{DB982006-ABA4-4D29-AC3C-5E4C5527BA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3" name="9u7j_2_official_PredictedLigand_27">
            <a:extLst>
              <a:ext uri="{FF2B5EF4-FFF2-40B4-BE49-F238E27FC236}">
                <a16:creationId xmlns:a16="http://schemas.microsoft.com/office/drawing/2014/main" id="{7DB9DE87-16BF-4A22-BCC5-D66D6CB5A93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4" name="9u7j_2_official_PredictedLigand_28">
            <a:extLst>
              <a:ext uri="{FF2B5EF4-FFF2-40B4-BE49-F238E27FC236}">
                <a16:creationId xmlns:a16="http://schemas.microsoft.com/office/drawing/2014/main" id="{F48DA8F0-7019-4398-A49D-40FCDBD4456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5" name="9u7j_2_official_PredictedLigand_29">
            <a:extLst>
              <a:ext uri="{FF2B5EF4-FFF2-40B4-BE49-F238E27FC236}">
                <a16:creationId xmlns:a16="http://schemas.microsoft.com/office/drawing/2014/main" id="{A8CDDE7F-BF4A-4310-8587-13DE791A07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6" name="9u7j_2_official_PredictedLigand_30">
            <a:extLst>
              <a:ext uri="{FF2B5EF4-FFF2-40B4-BE49-F238E27FC236}">
                <a16:creationId xmlns:a16="http://schemas.microsoft.com/office/drawing/2014/main" id="{220920D9-899B-497A-AFAE-1007DD68733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7" name="9u7j_2_official_PredictedLigand_31">
            <a:extLst>
              <a:ext uri="{FF2B5EF4-FFF2-40B4-BE49-F238E27FC236}">
                <a16:creationId xmlns:a16="http://schemas.microsoft.com/office/drawing/2014/main" id="{0D68DF56-D60A-4A47-B7DD-8E24045884A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8" name="9u7j_2_official_PredictedLigand_32">
            <a:extLst>
              <a:ext uri="{FF2B5EF4-FFF2-40B4-BE49-F238E27FC236}">
                <a16:creationId xmlns:a16="http://schemas.microsoft.com/office/drawing/2014/main" id="{F4C2E222-9785-43BC-B21C-FD5B81F3E92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9" name="9u7j_2_official_PredictedLigand_33">
            <a:extLst>
              <a:ext uri="{FF2B5EF4-FFF2-40B4-BE49-F238E27FC236}">
                <a16:creationId xmlns:a16="http://schemas.microsoft.com/office/drawing/2014/main" id="{A75C644C-C15C-418E-BDA6-63307D6D26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0" name="9u7j_2_official_PredictedLigand_34">
            <a:extLst>
              <a:ext uri="{FF2B5EF4-FFF2-40B4-BE49-F238E27FC236}">
                <a16:creationId xmlns:a16="http://schemas.microsoft.com/office/drawing/2014/main" id="{D0376733-8F43-44E4-AAAD-11728904B3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1" name="9u7j_2_official_PredictedLigand_35">
            <a:extLst>
              <a:ext uri="{FF2B5EF4-FFF2-40B4-BE49-F238E27FC236}">
                <a16:creationId xmlns:a16="http://schemas.microsoft.com/office/drawing/2014/main" id="{9786FD1F-7EDD-4A9A-A5F5-D2954B7804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2" name="9u7j_2_official_PredictedLigand_36">
            <a:extLst>
              <a:ext uri="{FF2B5EF4-FFF2-40B4-BE49-F238E27FC236}">
                <a16:creationId xmlns:a16="http://schemas.microsoft.com/office/drawing/2014/main" id="{FA24F380-50A4-4F0A-BA50-B16D64027E2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3" name="9u7j_2_official_PredictedLigand_37">
            <a:extLst>
              <a:ext uri="{FF2B5EF4-FFF2-40B4-BE49-F238E27FC236}">
                <a16:creationId xmlns:a16="http://schemas.microsoft.com/office/drawing/2014/main" id="{120ADF6F-736E-4072-AD4F-19CB93499F9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4" name="9u7j_2_official_PredictedAtoms_0">
            <a:extLst>
              <a:ext uri="{FF2B5EF4-FFF2-40B4-BE49-F238E27FC236}">
                <a16:creationId xmlns:a16="http://schemas.microsoft.com/office/drawing/2014/main" id="{385CFA86-4C05-4A9D-A853-C881645B45A8}"/>
              </a:ext>
            </a:extLst>
          </p:cNvPr>
          <p:cNvSpPr>
            <a:spLocks noGrp="1"/>
          </p:cNvSpPr>
          <p:nvPr/>
        </p:nvSpPr>
        <p:spPr>
          <a:xfrm>
            <a:off x="972011" y="70725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5" name="9u7j_2_official_PredictedAtoms_1">
            <a:extLst>
              <a:ext uri="{FF2B5EF4-FFF2-40B4-BE49-F238E27FC236}">
                <a16:creationId xmlns:a16="http://schemas.microsoft.com/office/drawing/2014/main" id="{BF5BCDAB-29B9-405E-863A-D7F495F27528}"/>
              </a:ext>
            </a:extLst>
          </p:cNvPr>
          <p:cNvSpPr>
            <a:spLocks noGrp="1"/>
          </p:cNvSpPr>
          <p:nvPr/>
        </p:nvSpPr>
        <p:spPr>
          <a:xfrm>
            <a:off x="943835" y="6958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6" name="9u7j_2_official_PredictedAtoms_2">
            <a:extLst>
              <a:ext uri="{FF2B5EF4-FFF2-40B4-BE49-F238E27FC236}">
                <a16:creationId xmlns:a16="http://schemas.microsoft.com/office/drawing/2014/main" id="{BEF46729-3A5A-48E8-B6DB-54D0F96DC514}"/>
              </a:ext>
            </a:extLst>
          </p:cNvPr>
          <p:cNvSpPr>
            <a:spLocks noGrp="1"/>
          </p:cNvSpPr>
          <p:nvPr/>
        </p:nvSpPr>
        <p:spPr>
          <a:xfrm>
            <a:off x="1071223" y="69213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7" name="9u7j_2_official_PredictedAtoms_3">
            <a:extLst>
              <a:ext uri="{FF2B5EF4-FFF2-40B4-BE49-F238E27FC236}">
                <a16:creationId xmlns:a16="http://schemas.microsoft.com/office/drawing/2014/main" id="{B753AA30-22F0-48E3-A4C3-46719ACDF67F}"/>
              </a:ext>
            </a:extLst>
          </p:cNvPr>
          <p:cNvSpPr>
            <a:spLocks noGrp="1"/>
          </p:cNvSpPr>
          <p:nvPr/>
        </p:nvSpPr>
        <p:spPr>
          <a:xfrm>
            <a:off x="1089230" y="67745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8" name="9u7j_2_official_PredictedAtoms_4">
            <a:extLst>
              <a:ext uri="{FF2B5EF4-FFF2-40B4-BE49-F238E27FC236}">
                <a16:creationId xmlns:a16="http://schemas.microsoft.com/office/drawing/2014/main" id="{F372AC08-6B1A-4C12-9BF7-20725C2EF94E}"/>
              </a:ext>
            </a:extLst>
          </p:cNvPr>
          <p:cNvSpPr>
            <a:spLocks noGrp="1"/>
          </p:cNvSpPr>
          <p:nvPr/>
        </p:nvSpPr>
        <p:spPr>
          <a:xfrm>
            <a:off x="1214394" y="67317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9" name="9u7j_2_official_PredictedAtoms_5">
            <a:extLst>
              <a:ext uri="{FF2B5EF4-FFF2-40B4-BE49-F238E27FC236}">
                <a16:creationId xmlns:a16="http://schemas.microsoft.com/office/drawing/2014/main" id="{4A21C0C4-250D-49B0-AEA8-C761EEA4D79D}"/>
              </a:ext>
            </a:extLst>
          </p:cNvPr>
          <p:cNvSpPr>
            <a:spLocks noGrp="1"/>
          </p:cNvSpPr>
          <p:nvPr/>
        </p:nvSpPr>
        <p:spPr>
          <a:xfrm>
            <a:off x="1226160" y="65773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0" name="9u7j_2_official_PredictedAtoms_6">
            <a:extLst>
              <a:ext uri="{FF2B5EF4-FFF2-40B4-BE49-F238E27FC236}">
                <a16:creationId xmlns:a16="http://schemas.microsoft.com/office/drawing/2014/main" id="{8828FA7B-F8AF-4D36-98B3-27E33691421F}"/>
              </a:ext>
            </a:extLst>
          </p:cNvPr>
          <p:cNvSpPr>
            <a:spLocks noGrp="1"/>
          </p:cNvSpPr>
          <p:nvPr/>
        </p:nvSpPr>
        <p:spPr>
          <a:xfrm>
            <a:off x="1266698" y="64827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1" name="9u7j_2_official_PredictedAtoms_7">
            <a:extLst>
              <a:ext uri="{FF2B5EF4-FFF2-40B4-BE49-F238E27FC236}">
                <a16:creationId xmlns:a16="http://schemas.microsoft.com/office/drawing/2014/main" id="{E644290E-4BBB-4FB7-911E-B55AE4AD4FB2}"/>
              </a:ext>
            </a:extLst>
          </p:cNvPr>
          <p:cNvSpPr>
            <a:spLocks noGrp="1"/>
          </p:cNvSpPr>
          <p:nvPr/>
        </p:nvSpPr>
        <p:spPr>
          <a:xfrm>
            <a:off x="1180412" y="65260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2" name="9u7j_2_official_PredictedAtoms_8">
            <a:extLst>
              <a:ext uri="{FF2B5EF4-FFF2-40B4-BE49-F238E27FC236}">
                <a16:creationId xmlns:a16="http://schemas.microsoft.com/office/drawing/2014/main" id="{30AC6E2D-1D44-42CD-B100-98899FC3C467}"/>
              </a:ext>
            </a:extLst>
          </p:cNvPr>
          <p:cNvSpPr>
            <a:spLocks noGrp="1"/>
          </p:cNvSpPr>
          <p:nvPr/>
        </p:nvSpPr>
        <p:spPr>
          <a:xfrm>
            <a:off x="1239643" y="63232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3" name="9u7j_2_official_PredictedAtoms_9">
            <a:extLst>
              <a:ext uri="{FF2B5EF4-FFF2-40B4-BE49-F238E27FC236}">
                <a16:creationId xmlns:a16="http://schemas.microsoft.com/office/drawing/2014/main" id="{00833A66-09EB-48F8-AC4F-7DB067B21155}"/>
              </a:ext>
            </a:extLst>
          </p:cNvPr>
          <p:cNvSpPr>
            <a:spLocks noGrp="1"/>
          </p:cNvSpPr>
          <p:nvPr/>
        </p:nvSpPr>
        <p:spPr>
          <a:xfrm>
            <a:off x="1430610" y="65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4" name="9u7j_2_official_PredictedAtoms_10">
            <a:extLst>
              <a:ext uri="{FF2B5EF4-FFF2-40B4-BE49-F238E27FC236}">
                <a16:creationId xmlns:a16="http://schemas.microsoft.com/office/drawing/2014/main" id="{8E514885-E095-4651-87F3-556AA334F79D}"/>
              </a:ext>
            </a:extLst>
          </p:cNvPr>
          <p:cNvSpPr>
            <a:spLocks noGrp="1"/>
          </p:cNvSpPr>
          <p:nvPr/>
        </p:nvSpPr>
        <p:spPr>
          <a:xfrm>
            <a:off x="1545904" y="64185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5" name="9u7j_2_official_PredictedAtoms_11">
            <a:extLst>
              <a:ext uri="{FF2B5EF4-FFF2-40B4-BE49-F238E27FC236}">
                <a16:creationId xmlns:a16="http://schemas.microsoft.com/office/drawing/2014/main" id="{7D206833-A62E-4C5A-8DFC-64E167FFBAD1}"/>
              </a:ext>
            </a:extLst>
          </p:cNvPr>
          <p:cNvSpPr>
            <a:spLocks noGrp="1"/>
          </p:cNvSpPr>
          <p:nvPr/>
        </p:nvSpPr>
        <p:spPr>
          <a:xfrm>
            <a:off x="1488225" y="62803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6" name="9u7j_2_official_PredictedAtoms_12">
            <a:extLst>
              <a:ext uri="{FF2B5EF4-FFF2-40B4-BE49-F238E27FC236}">
                <a16:creationId xmlns:a16="http://schemas.microsoft.com/office/drawing/2014/main" id="{5A89D63F-53D5-4D35-8DB6-FDE138076140}"/>
              </a:ext>
            </a:extLst>
          </p:cNvPr>
          <p:cNvSpPr>
            <a:spLocks noGrp="1"/>
          </p:cNvSpPr>
          <p:nvPr/>
        </p:nvSpPr>
        <p:spPr>
          <a:xfrm>
            <a:off x="1593479" y="65060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7" name="9u7j_2_official_PredictedAtoms_13">
            <a:extLst>
              <a:ext uri="{FF2B5EF4-FFF2-40B4-BE49-F238E27FC236}">
                <a16:creationId xmlns:a16="http://schemas.microsoft.com/office/drawing/2014/main" id="{49FBD4A4-C8B3-4DB0-954E-FE8250E60497}"/>
              </a:ext>
            </a:extLst>
          </p:cNvPr>
          <p:cNvSpPr>
            <a:spLocks noGrp="1"/>
          </p:cNvSpPr>
          <p:nvPr/>
        </p:nvSpPr>
        <p:spPr>
          <a:xfrm>
            <a:off x="1679309" y="63846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8" name="9u7j_2_official_PredictedAtoms_14">
            <a:extLst>
              <a:ext uri="{FF2B5EF4-FFF2-40B4-BE49-F238E27FC236}">
                <a16:creationId xmlns:a16="http://schemas.microsoft.com/office/drawing/2014/main" id="{69C5E905-224B-413C-983B-3B212B54E267}"/>
              </a:ext>
            </a:extLst>
          </p:cNvPr>
          <p:cNvSpPr>
            <a:spLocks noGrp="1"/>
          </p:cNvSpPr>
          <p:nvPr/>
        </p:nvSpPr>
        <p:spPr>
          <a:xfrm>
            <a:off x="1673926" y="63311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9" name="9u7j_2_official_PredictedAtoms_15">
            <a:extLst>
              <a:ext uri="{FF2B5EF4-FFF2-40B4-BE49-F238E27FC236}">
                <a16:creationId xmlns:a16="http://schemas.microsoft.com/office/drawing/2014/main" id="{427FAFC4-E256-4459-8631-DF16972F70E4}"/>
              </a:ext>
            </a:extLst>
          </p:cNvPr>
          <p:cNvSpPr>
            <a:spLocks noGrp="1"/>
          </p:cNvSpPr>
          <p:nvPr/>
        </p:nvSpPr>
        <p:spPr>
          <a:xfrm>
            <a:off x="1804084" y="63468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0" name="9u7j_2_official_PredictedAtoms_16">
            <a:extLst>
              <a:ext uri="{FF2B5EF4-FFF2-40B4-BE49-F238E27FC236}">
                <a16:creationId xmlns:a16="http://schemas.microsoft.com/office/drawing/2014/main" id="{119B5F65-669F-4AC3-8113-A99B648F571D}"/>
              </a:ext>
            </a:extLst>
          </p:cNvPr>
          <p:cNvSpPr>
            <a:spLocks noGrp="1"/>
          </p:cNvSpPr>
          <p:nvPr/>
        </p:nvSpPr>
        <p:spPr>
          <a:xfrm>
            <a:off x="1909306" y="64362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1" name="9u7j_2_official_PredictedAtoms_17">
            <a:extLst>
              <a:ext uri="{FF2B5EF4-FFF2-40B4-BE49-F238E27FC236}">
                <a16:creationId xmlns:a16="http://schemas.microsoft.com/office/drawing/2014/main" id="{73ACA3B1-E2A4-4F8F-ABA3-59511078F66E}"/>
              </a:ext>
            </a:extLst>
          </p:cNvPr>
          <p:cNvSpPr>
            <a:spLocks noGrp="1"/>
          </p:cNvSpPr>
          <p:nvPr/>
        </p:nvSpPr>
        <p:spPr>
          <a:xfrm>
            <a:off x="1946971" y="65507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2" name="9u7j_2_official_PredictedAtoms_18">
            <a:extLst>
              <a:ext uri="{FF2B5EF4-FFF2-40B4-BE49-F238E27FC236}">
                <a16:creationId xmlns:a16="http://schemas.microsoft.com/office/drawing/2014/main" id="{02869C43-4A21-4201-95B6-7542203B1E1B}"/>
              </a:ext>
            </a:extLst>
          </p:cNvPr>
          <p:cNvSpPr>
            <a:spLocks noGrp="1"/>
          </p:cNvSpPr>
          <p:nvPr/>
        </p:nvSpPr>
        <p:spPr>
          <a:xfrm>
            <a:off x="1977055" y="668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3" name="9u7j_2_official_PredictedAtoms_19">
            <a:extLst>
              <a:ext uri="{FF2B5EF4-FFF2-40B4-BE49-F238E27FC236}">
                <a16:creationId xmlns:a16="http://schemas.microsoft.com/office/drawing/2014/main" id="{3B198617-C9B6-44F8-8C88-38863269FB4E}"/>
              </a:ext>
            </a:extLst>
          </p:cNvPr>
          <p:cNvSpPr>
            <a:spLocks noGrp="1"/>
          </p:cNvSpPr>
          <p:nvPr/>
        </p:nvSpPr>
        <p:spPr>
          <a:xfrm>
            <a:off x="1906013" y="66983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4" name="9u7j_2_official_PredictedAtoms_20">
            <a:extLst>
              <a:ext uri="{FF2B5EF4-FFF2-40B4-BE49-F238E27FC236}">
                <a16:creationId xmlns:a16="http://schemas.microsoft.com/office/drawing/2014/main" id="{C105E83F-7CC8-44F1-8D06-819EC84DC86F}"/>
              </a:ext>
            </a:extLst>
          </p:cNvPr>
          <p:cNvSpPr>
            <a:spLocks noGrp="1"/>
          </p:cNvSpPr>
          <p:nvPr/>
        </p:nvSpPr>
        <p:spPr>
          <a:xfrm>
            <a:off x="1921145" y="68273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5" name="9u7j_2_official_PredictedAtoms_21">
            <a:extLst>
              <a:ext uri="{FF2B5EF4-FFF2-40B4-BE49-F238E27FC236}">
                <a16:creationId xmlns:a16="http://schemas.microsoft.com/office/drawing/2014/main" id="{AD9572D4-420F-4F48-BE65-141F2FCBB8D1}"/>
              </a:ext>
            </a:extLst>
          </p:cNvPr>
          <p:cNvSpPr>
            <a:spLocks noGrp="1"/>
          </p:cNvSpPr>
          <p:nvPr/>
        </p:nvSpPr>
        <p:spPr>
          <a:xfrm>
            <a:off x="2009229" y="69334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6" name="9u7j_2_official_PredictedAtoms_22">
            <a:extLst>
              <a:ext uri="{FF2B5EF4-FFF2-40B4-BE49-F238E27FC236}">
                <a16:creationId xmlns:a16="http://schemas.microsoft.com/office/drawing/2014/main" id="{D1090A1E-877E-433F-8102-2EB145BF75AD}"/>
              </a:ext>
            </a:extLst>
          </p:cNvPr>
          <p:cNvSpPr>
            <a:spLocks noGrp="1"/>
          </p:cNvSpPr>
          <p:nvPr/>
        </p:nvSpPr>
        <p:spPr>
          <a:xfrm>
            <a:off x="2026720" y="70477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7" name="9u7j_2_official_PredictedAtoms_23">
            <a:extLst>
              <a:ext uri="{FF2B5EF4-FFF2-40B4-BE49-F238E27FC236}">
                <a16:creationId xmlns:a16="http://schemas.microsoft.com/office/drawing/2014/main" id="{BFE2F00E-115A-4F11-9FA9-201C80143D37}"/>
              </a:ext>
            </a:extLst>
          </p:cNvPr>
          <p:cNvSpPr>
            <a:spLocks noGrp="1"/>
          </p:cNvSpPr>
          <p:nvPr/>
        </p:nvSpPr>
        <p:spPr>
          <a:xfrm>
            <a:off x="2081893" y="69074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8" name="9u7j_2_official_PredictedAtoms_24">
            <a:extLst>
              <a:ext uri="{FF2B5EF4-FFF2-40B4-BE49-F238E27FC236}">
                <a16:creationId xmlns:a16="http://schemas.microsoft.com/office/drawing/2014/main" id="{C756318E-9684-475F-8214-2C86BB1B2A0D}"/>
              </a:ext>
            </a:extLst>
          </p:cNvPr>
          <p:cNvSpPr>
            <a:spLocks noGrp="1"/>
          </p:cNvSpPr>
          <p:nvPr/>
        </p:nvSpPr>
        <p:spPr>
          <a:xfrm>
            <a:off x="2065985" y="67843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9" name="9u7j_2_official_PredictedAtoms_25">
            <a:extLst>
              <a:ext uri="{FF2B5EF4-FFF2-40B4-BE49-F238E27FC236}">
                <a16:creationId xmlns:a16="http://schemas.microsoft.com/office/drawing/2014/main" id="{6C3A2EB7-C45B-4BB4-BBCC-D2D8501CF854}"/>
              </a:ext>
            </a:extLst>
          </p:cNvPr>
          <p:cNvSpPr>
            <a:spLocks noGrp="1"/>
          </p:cNvSpPr>
          <p:nvPr/>
        </p:nvSpPr>
        <p:spPr>
          <a:xfrm>
            <a:off x="2139295" y="67709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0" name="9u7j_2_official_PredictedAtoms_26">
            <a:extLst>
              <a:ext uri="{FF2B5EF4-FFF2-40B4-BE49-F238E27FC236}">
                <a16:creationId xmlns:a16="http://schemas.microsoft.com/office/drawing/2014/main" id="{17F2999A-D04F-48EE-A713-97696B6C6FEB}"/>
              </a:ext>
            </a:extLst>
          </p:cNvPr>
          <p:cNvSpPr>
            <a:spLocks noGrp="1"/>
          </p:cNvSpPr>
          <p:nvPr/>
        </p:nvSpPr>
        <p:spPr>
          <a:xfrm>
            <a:off x="1831125" y="6554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1" name="9u7j_2_official_PredictedAtoms_27">
            <a:extLst>
              <a:ext uri="{FF2B5EF4-FFF2-40B4-BE49-F238E27FC236}">
                <a16:creationId xmlns:a16="http://schemas.microsoft.com/office/drawing/2014/main" id="{93FEE3A8-494C-461F-98DD-72AE1F267E52}"/>
              </a:ext>
            </a:extLst>
          </p:cNvPr>
          <p:cNvSpPr>
            <a:spLocks noGrp="1"/>
          </p:cNvSpPr>
          <p:nvPr/>
        </p:nvSpPr>
        <p:spPr>
          <a:xfrm>
            <a:off x="1856478" y="66098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2" name="9u7j_2_official_PredictedAtoms_28">
            <a:extLst>
              <a:ext uri="{FF2B5EF4-FFF2-40B4-BE49-F238E27FC236}">
                <a16:creationId xmlns:a16="http://schemas.microsoft.com/office/drawing/2014/main" id="{4C8659B6-87C3-43D9-B4D4-263037335D2A}"/>
              </a:ext>
            </a:extLst>
          </p:cNvPr>
          <p:cNvSpPr>
            <a:spLocks noGrp="1"/>
          </p:cNvSpPr>
          <p:nvPr/>
        </p:nvSpPr>
        <p:spPr>
          <a:xfrm>
            <a:off x="1774637" y="64046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3" name="9u7j_2_official_PredictedAtoms_29">
            <a:extLst>
              <a:ext uri="{FF2B5EF4-FFF2-40B4-BE49-F238E27FC236}">
                <a16:creationId xmlns:a16="http://schemas.microsoft.com/office/drawing/2014/main" id="{50275D35-DD77-43D7-84B0-2C21519F878C}"/>
              </a:ext>
            </a:extLst>
          </p:cNvPr>
          <p:cNvSpPr>
            <a:spLocks noGrp="1"/>
          </p:cNvSpPr>
          <p:nvPr/>
        </p:nvSpPr>
        <p:spPr>
          <a:xfrm>
            <a:off x="1838315" y="63382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4" name="9u7j_2_official_PredictedAtoms_30">
            <a:extLst>
              <a:ext uri="{FF2B5EF4-FFF2-40B4-BE49-F238E27FC236}">
                <a16:creationId xmlns:a16="http://schemas.microsoft.com/office/drawing/2014/main" id="{088DDF2D-D2BB-4F75-B3B1-0EFE6E6AD282}"/>
              </a:ext>
            </a:extLst>
          </p:cNvPr>
          <p:cNvSpPr>
            <a:spLocks noGrp="1"/>
          </p:cNvSpPr>
          <p:nvPr/>
        </p:nvSpPr>
        <p:spPr>
          <a:xfrm>
            <a:off x="1226909" y="6809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5" name="9u7j_2_official_PredictedAtoms_31">
            <a:extLst>
              <a:ext uri="{FF2B5EF4-FFF2-40B4-BE49-F238E27FC236}">
                <a16:creationId xmlns:a16="http://schemas.microsoft.com/office/drawing/2014/main" id="{671A9997-41A9-4424-AE1A-20681722A7EF}"/>
              </a:ext>
            </a:extLst>
          </p:cNvPr>
          <p:cNvSpPr>
            <a:spLocks noGrp="1"/>
          </p:cNvSpPr>
          <p:nvPr/>
        </p:nvSpPr>
        <p:spPr>
          <a:xfrm>
            <a:off x="1144252" y="67618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6" name="9u7j_2_official_PredictedAtoms_32">
            <a:extLst>
              <a:ext uri="{FF2B5EF4-FFF2-40B4-BE49-F238E27FC236}">
                <a16:creationId xmlns:a16="http://schemas.microsoft.com/office/drawing/2014/main" id="{25C72194-E755-4DB5-A539-BAEC4D7A1BED}"/>
              </a:ext>
            </a:extLst>
          </p:cNvPr>
          <p:cNvSpPr>
            <a:spLocks noGrp="1"/>
          </p:cNvSpPr>
          <p:nvPr/>
        </p:nvSpPr>
        <p:spPr>
          <a:xfrm>
            <a:off x="1207310" y="6967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7" name="9u7j_2_official_PredictedAtoms_33">
            <a:extLst>
              <a:ext uri="{FF2B5EF4-FFF2-40B4-BE49-F238E27FC236}">
                <a16:creationId xmlns:a16="http://schemas.microsoft.com/office/drawing/2014/main" id="{B14FDB98-F843-4FB9-B5B3-A0FEB5C957B0}"/>
              </a:ext>
            </a:extLst>
          </p:cNvPr>
          <p:cNvSpPr>
            <a:spLocks noGrp="1"/>
          </p:cNvSpPr>
          <p:nvPr/>
        </p:nvSpPr>
        <p:spPr>
          <a:xfrm>
            <a:off x="1209893" y="70387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8" name="9u7j_2_official_PredictedAtoms_34">
            <a:extLst>
              <a:ext uri="{FF2B5EF4-FFF2-40B4-BE49-F238E27FC236}">
                <a16:creationId xmlns:a16="http://schemas.microsoft.com/office/drawing/2014/main" id="{A7524006-0B08-4993-A098-D0F2EDF89ADD}"/>
              </a:ext>
            </a:extLst>
          </p:cNvPr>
          <p:cNvSpPr>
            <a:spLocks noGrp="1"/>
          </p:cNvSpPr>
          <p:nvPr/>
        </p:nvSpPr>
        <p:spPr>
          <a:xfrm>
            <a:off x="1066329" y="69959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9" name="9u7j_2_official_PredictedAtoms_35">
            <a:extLst>
              <a:ext uri="{FF2B5EF4-FFF2-40B4-BE49-F238E27FC236}">
                <a16:creationId xmlns:a16="http://schemas.microsoft.com/office/drawing/2014/main" id="{4253A822-10F2-4DBC-BD0A-9B29C9C1979C}"/>
              </a:ext>
            </a:extLst>
          </p:cNvPr>
          <p:cNvSpPr>
            <a:spLocks noGrp="1"/>
          </p:cNvSpPr>
          <p:nvPr/>
        </p:nvSpPr>
        <p:spPr>
          <a:xfrm>
            <a:off x="1002687" y="7133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0" name="stage3-cases-main_34">
            <a:extLst>
              <a:ext uri="{FF2B5EF4-FFF2-40B4-BE49-F238E27FC236}">
                <a16:creationId xmlns:a16="http://schemas.microsoft.com/office/drawing/2014/main" id="{D198B700-6358-4B16-9B52-E5895FE0E3EE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1111" name="9u7j_2_tuned_Receptor">
            <a:extLst>
              <a:ext uri="{FF2B5EF4-FFF2-40B4-BE49-F238E27FC236}">
                <a16:creationId xmlns:a16="http://schemas.microsoft.com/office/drawing/2014/main" id="{3073F191-ED03-42C2-AEA8-635173B805F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12" name="9u7j_2_tuned_ExperimentalDensity">
            <a:extLst>
              <a:ext uri="{FF2B5EF4-FFF2-40B4-BE49-F238E27FC236}">
                <a16:creationId xmlns:a16="http://schemas.microsoft.com/office/drawing/2014/main" id="{AA57F103-F779-47C2-9570-19E9303D2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13" name="9u7j_2_tuned_ReferenceLigand_0">
            <a:extLst>
              <a:ext uri="{FF2B5EF4-FFF2-40B4-BE49-F238E27FC236}">
                <a16:creationId xmlns:a16="http://schemas.microsoft.com/office/drawing/2014/main" id="{192FC080-A7E7-449F-85F3-CBE20646B91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4" name="9u7j_2_tuned_ReferenceLigand_1">
            <a:extLst>
              <a:ext uri="{FF2B5EF4-FFF2-40B4-BE49-F238E27FC236}">
                <a16:creationId xmlns:a16="http://schemas.microsoft.com/office/drawing/2014/main" id="{07333597-F31D-43E5-BEB4-8119A84E0D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5" name="9u7j_2_tuned_ReferenceLigand_2">
            <a:extLst>
              <a:ext uri="{FF2B5EF4-FFF2-40B4-BE49-F238E27FC236}">
                <a16:creationId xmlns:a16="http://schemas.microsoft.com/office/drawing/2014/main" id="{CDC045BC-4C00-4A63-915D-1E466543BC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6" name="9u7j_2_tuned_ReferenceLigand_3">
            <a:extLst>
              <a:ext uri="{FF2B5EF4-FFF2-40B4-BE49-F238E27FC236}">
                <a16:creationId xmlns:a16="http://schemas.microsoft.com/office/drawing/2014/main" id="{5EF8B9E1-ABAF-4E2A-8CE1-1D673CAAC21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7" name="9u7j_2_tuned_ReferenceLigand_4">
            <a:extLst>
              <a:ext uri="{FF2B5EF4-FFF2-40B4-BE49-F238E27FC236}">
                <a16:creationId xmlns:a16="http://schemas.microsoft.com/office/drawing/2014/main" id="{F702E984-9EE9-4D0A-938D-70654893BBB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8" name="9u7j_2_tuned_ReferenceLigand_5">
            <a:extLst>
              <a:ext uri="{FF2B5EF4-FFF2-40B4-BE49-F238E27FC236}">
                <a16:creationId xmlns:a16="http://schemas.microsoft.com/office/drawing/2014/main" id="{831B3AC6-879F-492C-AACA-DAEC9DBDD96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9" name="9u7j_2_tuned_ReferenceLigand_6">
            <a:extLst>
              <a:ext uri="{FF2B5EF4-FFF2-40B4-BE49-F238E27FC236}">
                <a16:creationId xmlns:a16="http://schemas.microsoft.com/office/drawing/2014/main" id="{D49C2C8D-9A08-4979-9D43-0FABB45C0F2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0" name="9u7j_2_tuned_ReferenceLigand_7">
            <a:extLst>
              <a:ext uri="{FF2B5EF4-FFF2-40B4-BE49-F238E27FC236}">
                <a16:creationId xmlns:a16="http://schemas.microsoft.com/office/drawing/2014/main" id="{09074360-611E-4939-A05F-1BCF59E1440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1" name="9u7j_2_tuned_ReferenceLigand_8">
            <a:extLst>
              <a:ext uri="{FF2B5EF4-FFF2-40B4-BE49-F238E27FC236}">
                <a16:creationId xmlns:a16="http://schemas.microsoft.com/office/drawing/2014/main" id="{799EDEEA-71A2-4389-B538-1CC0CA1D0B6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2" name="9u7j_2_tuned_ReferenceLigand_9">
            <a:extLst>
              <a:ext uri="{FF2B5EF4-FFF2-40B4-BE49-F238E27FC236}">
                <a16:creationId xmlns:a16="http://schemas.microsoft.com/office/drawing/2014/main" id="{6491370A-26B8-4683-AAA5-88CA3F58C8A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3" name="9u7j_2_tuned_ReferenceLigand_10">
            <a:extLst>
              <a:ext uri="{FF2B5EF4-FFF2-40B4-BE49-F238E27FC236}">
                <a16:creationId xmlns:a16="http://schemas.microsoft.com/office/drawing/2014/main" id="{DB98D6AD-D333-45D3-AE6C-496383D1C8B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4" name="9u7j_2_tuned_ReferenceLigand_11">
            <a:extLst>
              <a:ext uri="{FF2B5EF4-FFF2-40B4-BE49-F238E27FC236}">
                <a16:creationId xmlns:a16="http://schemas.microsoft.com/office/drawing/2014/main" id="{355B7091-D847-4D6C-BD59-DB3FFAECE9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5" name="9u7j_2_tuned_ReferenceLigand_12">
            <a:extLst>
              <a:ext uri="{FF2B5EF4-FFF2-40B4-BE49-F238E27FC236}">
                <a16:creationId xmlns:a16="http://schemas.microsoft.com/office/drawing/2014/main" id="{231110C7-51EA-4FC9-9BE8-43964A45C12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6" name="9u7j_2_tuned_ReferenceLigand_13">
            <a:extLst>
              <a:ext uri="{FF2B5EF4-FFF2-40B4-BE49-F238E27FC236}">
                <a16:creationId xmlns:a16="http://schemas.microsoft.com/office/drawing/2014/main" id="{7128AC9C-9359-4BEA-9316-448E59264A2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7" name="9u7j_2_tuned_ReferenceLigand_14">
            <a:extLst>
              <a:ext uri="{FF2B5EF4-FFF2-40B4-BE49-F238E27FC236}">
                <a16:creationId xmlns:a16="http://schemas.microsoft.com/office/drawing/2014/main" id="{55692D23-DA19-402C-8C1C-F43C8685258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8" name="9u7j_2_tuned_ReferenceLigand_15">
            <a:extLst>
              <a:ext uri="{FF2B5EF4-FFF2-40B4-BE49-F238E27FC236}">
                <a16:creationId xmlns:a16="http://schemas.microsoft.com/office/drawing/2014/main" id="{E45B6871-4667-49B3-9D55-266B0C41BC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9" name="9u7j_2_tuned_ReferenceLigand_16">
            <a:extLst>
              <a:ext uri="{FF2B5EF4-FFF2-40B4-BE49-F238E27FC236}">
                <a16:creationId xmlns:a16="http://schemas.microsoft.com/office/drawing/2014/main" id="{6F303013-CC5E-45B4-91BB-3B7F19FDF06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0" name="9u7j_2_tuned_ReferenceLigand_17">
            <a:extLst>
              <a:ext uri="{FF2B5EF4-FFF2-40B4-BE49-F238E27FC236}">
                <a16:creationId xmlns:a16="http://schemas.microsoft.com/office/drawing/2014/main" id="{CD46688D-2215-4BBC-83D0-B46C86797F0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1" name="9u7j_2_tuned_ReferenceLigand_18">
            <a:extLst>
              <a:ext uri="{FF2B5EF4-FFF2-40B4-BE49-F238E27FC236}">
                <a16:creationId xmlns:a16="http://schemas.microsoft.com/office/drawing/2014/main" id="{8E36E883-6228-4FE8-BE07-876CC31B5B4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2" name="9u7j_2_tuned_ReferenceLigand_19">
            <a:extLst>
              <a:ext uri="{FF2B5EF4-FFF2-40B4-BE49-F238E27FC236}">
                <a16:creationId xmlns:a16="http://schemas.microsoft.com/office/drawing/2014/main" id="{62B6ACAA-FC97-45CF-92DD-9335326E0E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3" name="9u7j_2_tuned_ReferenceLigand_20">
            <a:extLst>
              <a:ext uri="{FF2B5EF4-FFF2-40B4-BE49-F238E27FC236}">
                <a16:creationId xmlns:a16="http://schemas.microsoft.com/office/drawing/2014/main" id="{F1904060-FD75-4636-91E2-9052F332D61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4" name="9u7j_2_tuned_ReferenceLigand_21">
            <a:extLst>
              <a:ext uri="{FF2B5EF4-FFF2-40B4-BE49-F238E27FC236}">
                <a16:creationId xmlns:a16="http://schemas.microsoft.com/office/drawing/2014/main" id="{251258AF-7291-4F33-B172-151CD10521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5" name="9u7j_2_tuned_ReferenceLigand_22">
            <a:extLst>
              <a:ext uri="{FF2B5EF4-FFF2-40B4-BE49-F238E27FC236}">
                <a16:creationId xmlns:a16="http://schemas.microsoft.com/office/drawing/2014/main" id="{86E46BAC-A36F-4ADA-9E6C-C29F9780F0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6" name="9u7j_2_tuned_ReferenceLigand_23">
            <a:extLst>
              <a:ext uri="{FF2B5EF4-FFF2-40B4-BE49-F238E27FC236}">
                <a16:creationId xmlns:a16="http://schemas.microsoft.com/office/drawing/2014/main" id="{BDDD0217-AC6F-4BBF-AF45-6EB01E1FF7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7" name="9u7j_2_tuned_ReferenceLigand_24">
            <a:extLst>
              <a:ext uri="{FF2B5EF4-FFF2-40B4-BE49-F238E27FC236}">
                <a16:creationId xmlns:a16="http://schemas.microsoft.com/office/drawing/2014/main" id="{ABE6B12D-9302-4859-A831-AE9F28AEE51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8" name="9u7j_2_tuned_ReferenceLigand_25">
            <a:extLst>
              <a:ext uri="{FF2B5EF4-FFF2-40B4-BE49-F238E27FC236}">
                <a16:creationId xmlns:a16="http://schemas.microsoft.com/office/drawing/2014/main" id="{396A8AE5-25A5-4B5E-9938-857FD1F2BBF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9" name="9u7j_2_tuned_ReferenceLigand_26">
            <a:extLst>
              <a:ext uri="{FF2B5EF4-FFF2-40B4-BE49-F238E27FC236}">
                <a16:creationId xmlns:a16="http://schemas.microsoft.com/office/drawing/2014/main" id="{8FD4D645-9323-477C-9B5E-FCEBE987BAB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0" name="9u7j_2_tuned_ReferenceLigand_27">
            <a:extLst>
              <a:ext uri="{FF2B5EF4-FFF2-40B4-BE49-F238E27FC236}">
                <a16:creationId xmlns:a16="http://schemas.microsoft.com/office/drawing/2014/main" id="{E03EFE1B-B94D-4C0B-AD8F-C426E77D91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1" name="9u7j_2_tuned_ReferenceLigand_28">
            <a:extLst>
              <a:ext uri="{FF2B5EF4-FFF2-40B4-BE49-F238E27FC236}">
                <a16:creationId xmlns:a16="http://schemas.microsoft.com/office/drawing/2014/main" id="{485FDED1-299C-4C75-B682-F0BB848265F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2" name="9u7j_2_tuned_ReferenceLigand_29">
            <a:extLst>
              <a:ext uri="{FF2B5EF4-FFF2-40B4-BE49-F238E27FC236}">
                <a16:creationId xmlns:a16="http://schemas.microsoft.com/office/drawing/2014/main" id="{A3A8E92B-540D-49AD-A5E6-D5205999ADE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3" name="9u7j_2_tuned_ReferenceLigand_30">
            <a:extLst>
              <a:ext uri="{FF2B5EF4-FFF2-40B4-BE49-F238E27FC236}">
                <a16:creationId xmlns:a16="http://schemas.microsoft.com/office/drawing/2014/main" id="{7FFACAC7-7613-423D-9627-CF4ED93A86A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4" name="9u7j_2_tuned_ReferenceLigand_31">
            <a:extLst>
              <a:ext uri="{FF2B5EF4-FFF2-40B4-BE49-F238E27FC236}">
                <a16:creationId xmlns:a16="http://schemas.microsoft.com/office/drawing/2014/main" id="{3D3D5CE1-EE79-4B33-993A-2B78CA3DE52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5" name="9u7j_2_tuned_ReferenceLigand_32">
            <a:extLst>
              <a:ext uri="{FF2B5EF4-FFF2-40B4-BE49-F238E27FC236}">
                <a16:creationId xmlns:a16="http://schemas.microsoft.com/office/drawing/2014/main" id="{5D0E7927-274C-4241-B0A7-208AB4D976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6" name="9u7j_2_tuned_ReferenceLigand_33">
            <a:extLst>
              <a:ext uri="{FF2B5EF4-FFF2-40B4-BE49-F238E27FC236}">
                <a16:creationId xmlns:a16="http://schemas.microsoft.com/office/drawing/2014/main" id="{9603B01D-2FAB-458C-933E-F2FA2D8516F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7" name="9u7j_2_tuned_ReferenceLigand_34">
            <a:extLst>
              <a:ext uri="{FF2B5EF4-FFF2-40B4-BE49-F238E27FC236}">
                <a16:creationId xmlns:a16="http://schemas.microsoft.com/office/drawing/2014/main" id="{946E59CF-0D2E-47F3-808B-25D95F65F2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8" name="9u7j_2_tuned_ReferenceLigand_35">
            <a:extLst>
              <a:ext uri="{FF2B5EF4-FFF2-40B4-BE49-F238E27FC236}">
                <a16:creationId xmlns:a16="http://schemas.microsoft.com/office/drawing/2014/main" id="{4DCB6CBC-7B25-4417-8FF5-E0E5EC9906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9" name="9u7j_2_tuned_ReferenceLigand_36">
            <a:extLst>
              <a:ext uri="{FF2B5EF4-FFF2-40B4-BE49-F238E27FC236}">
                <a16:creationId xmlns:a16="http://schemas.microsoft.com/office/drawing/2014/main" id="{F14BD944-7D1E-49E6-8048-6930D45B74F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0" name="9u7j_2_tuned_ReferenceLigand_37">
            <a:extLst>
              <a:ext uri="{FF2B5EF4-FFF2-40B4-BE49-F238E27FC236}">
                <a16:creationId xmlns:a16="http://schemas.microsoft.com/office/drawing/2014/main" id="{92BB0A6A-AE7E-4653-84D1-FF3BBBD5F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1" name="9u7j_2_tuned_PredictedLigand_0">
            <a:extLst>
              <a:ext uri="{FF2B5EF4-FFF2-40B4-BE49-F238E27FC236}">
                <a16:creationId xmlns:a16="http://schemas.microsoft.com/office/drawing/2014/main" id="{ECA04FD0-FB03-4DDF-85E3-A29167AB2B1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u7j_2_tuned_PredictedLigand_1">
            <a:extLst>
              <a:ext uri="{FF2B5EF4-FFF2-40B4-BE49-F238E27FC236}">
                <a16:creationId xmlns:a16="http://schemas.microsoft.com/office/drawing/2014/main" id="{8757DC5A-3FD3-4156-951A-EA0B6165A0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u7j_2_tuned_PredictedLigand_2">
            <a:extLst>
              <a:ext uri="{FF2B5EF4-FFF2-40B4-BE49-F238E27FC236}">
                <a16:creationId xmlns:a16="http://schemas.microsoft.com/office/drawing/2014/main" id="{75E3B8A1-13A7-40F7-8553-D5BDC66E97E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u7j_2_tuned_PredictedLigand_3">
            <a:extLst>
              <a:ext uri="{FF2B5EF4-FFF2-40B4-BE49-F238E27FC236}">
                <a16:creationId xmlns:a16="http://schemas.microsoft.com/office/drawing/2014/main" id="{3EDE45A8-5CBD-4C29-B2D5-3CFB34A7C0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u7j_2_tuned_PredictedLigand_4">
            <a:extLst>
              <a:ext uri="{FF2B5EF4-FFF2-40B4-BE49-F238E27FC236}">
                <a16:creationId xmlns:a16="http://schemas.microsoft.com/office/drawing/2014/main" id="{0F899103-2BC9-4075-9B24-8EB5814C84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u7j_2_tuned_PredictedLigand_5">
            <a:extLst>
              <a:ext uri="{FF2B5EF4-FFF2-40B4-BE49-F238E27FC236}">
                <a16:creationId xmlns:a16="http://schemas.microsoft.com/office/drawing/2014/main" id="{054B9DA2-71CA-4EA8-BA01-71329EFC42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u7j_2_tuned_PredictedLigand_6">
            <a:extLst>
              <a:ext uri="{FF2B5EF4-FFF2-40B4-BE49-F238E27FC236}">
                <a16:creationId xmlns:a16="http://schemas.microsoft.com/office/drawing/2014/main" id="{C07BCC8F-26DD-43EA-8272-BE0EE877CF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u7j_2_tuned_PredictedLigand_7">
            <a:extLst>
              <a:ext uri="{FF2B5EF4-FFF2-40B4-BE49-F238E27FC236}">
                <a16:creationId xmlns:a16="http://schemas.microsoft.com/office/drawing/2014/main" id="{5B34020D-F4B1-4F9A-B1AE-69A439372C6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u7j_2_tuned_PredictedLigand_8">
            <a:extLst>
              <a:ext uri="{FF2B5EF4-FFF2-40B4-BE49-F238E27FC236}">
                <a16:creationId xmlns:a16="http://schemas.microsoft.com/office/drawing/2014/main" id="{20AEEEDA-002D-4B59-AD6C-7E7B352A02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u7j_2_tuned_PredictedLigand_9">
            <a:extLst>
              <a:ext uri="{FF2B5EF4-FFF2-40B4-BE49-F238E27FC236}">
                <a16:creationId xmlns:a16="http://schemas.microsoft.com/office/drawing/2014/main" id="{A38BDD06-CE2C-4609-A178-BCC63884BF0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1" name="9u7j_2_tuned_PredictedLigand_10">
            <a:extLst>
              <a:ext uri="{FF2B5EF4-FFF2-40B4-BE49-F238E27FC236}">
                <a16:creationId xmlns:a16="http://schemas.microsoft.com/office/drawing/2014/main" id="{F1558C8D-9EFC-447E-B772-8FAB09A1D6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2" name="9u7j_2_tuned_PredictedLigand_11">
            <a:extLst>
              <a:ext uri="{FF2B5EF4-FFF2-40B4-BE49-F238E27FC236}">
                <a16:creationId xmlns:a16="http://schemas.microsoft.com/office/drawing/2014/main" id="{C858AF2D-999D-4A95-BB3A-74E8703C56A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3" name="9u7j_2_tuned_PredictedLigand_12">
            <a:extLst>
              <a:ext uri="{FF2B5EF4-FFF2-40B4-BE49-F238E27FC236}">
                <a16:creationId xmlns:a16="http://schemas.microsoft.com/office/drawing/2014/main" id="{31D2FFCF-FA01-4F41-9C90-1A84CD3775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4" name="9u7j_2_tuned_PredictedLigand_13">
            <a:extLst>
              <a:ext uri="{FF2B5EF4-FFF2-40B4-BE49-F238E27FC236}">
                <a16:creationId xmlns:a16="http://schemas.microsoft.com/office/drawing/2014/main" id="{1CCC8FD0-BEE8-4133-83A9-65EF91782CC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5" name="9u7j_2_tuned_PredictedLigand_14">
            <a:extLst>
              <a:ext uri="{FF2B5EF4-FFF2-40B4-BE49-F238E27FC236}">
                <a16:creationId xmlns:a16="http://schemas.microsoft.com/office/drawing/2014/main" id="{7DA707B6-3491-4DC9-B033-7B65D9D250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6" name="9u7j_2_tuned_PredictedLigand_15">
            <a:extLst>
              <a:ext uri="{FF2B5EF4-FFF2-40B4-BE49-F238E27FC236}">
                <a16:creationId xmlns:a16="http://schemas.microsoft.com/office/drawing/2014/main" id="{54193141-55DA-4D15-AF5E-75E5E5B2C9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7" name="9u7j_2_tuned_PredictedLigand_16">
            <a:extLst>
              <a:ext uri="{FF2B5EF4-FFF2-40B4-BE49-F238E27FC236}">
                <a16:creationId xmlns:a16="http://schemas.microsoft.com/office/drawing/2014/main" id="{EE7D0F28-DAF4-44A6-BA1A-422E2F779C1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8" name="9u7j_2_tuned_PredictedLigand_17">
            <a:extLst>
              <a:ext uri="{FF2B5EF4-FFF2-40B4-BE49-F238E27FC236}">
                <a16:creationId xmlns:a16="http://schemas.microsoft.com/office/drawing/2014/main" id="{D224C559-D0BD-440B-8548-57A6C04E96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9" name="9u7j_2_tuned_PredictedLigand_18">
            <a:extLst>
              <a:ext uri="{FF2B5EF4-FFF2-40B4-BE49-F238E27FC236}">
                <a16:creationId xmlns:a16="http://schemas.microsoft.com/office/drawing/2014/main" id="{888266FC-40A6-4F68-8EE1-8DC8442D5C8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0" name="9u7j_2_tuned_PredictedLigand_19">
            <a:extLst>
              <a:ext uri="{FF2B5EF4-FFF2-40B4-BE49-F238E27FC236}">
                <a16:creationId xmlns:a16="http://schemas.microsoft.com/office/drawing/2014/main" id="{C23CEB07-262A-455A-962D-EBD4FB9CF74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1" name="9u7j_2_tuned_PredictedLigand_20">
            <a:extLst>
              <a:ext uri="{FF2B5EF4-FFF2-40B4-BE49-F238E27FC236}">
                <a16:creationId xmlns:a16="http://schemas.microsoft.com/office/drawing/2014/main" id="{96494395-DEA6-4A22-A6C4-04DE09BA974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2" name="9u7j_2_tuned_PredictedLigand_21">
            <a:extLst>
              <a:ext uri="{FF2B5EF4-FFF2-40B4-BE49-F238E27FC236}">
                <a16:creationId xmlns:a16="http://schemas.microsoft.com/office/drawing/2014/main" id="{C67DC305-8858-4B8C-9510-84F06217A5B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3" name="9u7j_2_tuned_PredictedLigand_22">
            <a:extLst>
              <a:ext uri="{FF2B5EF4-FFF2-40B4-BE49-F238E27FC236}">
                <a16:creationId xmlns:a16="http://schemas.microsoft.com/office/drawing/2014/main" id="{9806D7C8-EE19-4815-9013-D34C5050EAD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4" name="9u7j_2_tuned_PredictedLigand_23">
            <a:extLst>
              <a:ext uri="{FF2B5EF4-FFF2-40B4-BE49-F238E27FC236}">
                <a16:creationId xmlns:a16="http://schemas.microsoft.com/office/drawing/2014/main" id="{78242AC3-9770-45B3-94A2-551B26035A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5" name="9u7j_2_tuned_PredictedLigand_24">
            <a:extLst>
              <a:ext uri="{FF2B5EF4-FFF2-40B4-BE49-F238E27FC236}">
                <a16:creationId xmlns:a16="http://schemas.microsoft.com/office/drawing/2014/main" id="{07FC5232-B568-4D6A-B270-66AAA542C5A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6" name="9u7j_2_tuned_PredictedLigand_25">
            <a:extLst>
              <a:ext uri="{FF2B5EF4-FFF2-40B4-BE49-F238E27FC236}">
                <a16:creationId xmlns:a16="http://schemas.microsoft.com/office/drawing/2014/main" id="{F6999F71-0AA8-4839-8BCE-779B72279D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7" name="9u7j_2_tuned_PredictedLigand_26">
            <a:extLst>
              <a:ext uri="{FF2B5EF4-FFF2-40B4-BE49-F238E27FC236}">
                <a16:creationId xmlns:a16="http://schemas.microsoft.com/office/drawing/2014/main" id="{E20F9CEE-E979-4155-B4BD-B29E4AA6BF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8" name="9u7j_2_tuned_PredictedLigand_27">
            <a:extLst>
              <a:ext uri="{FF2B5EF4-FFF2-40B4-BE49-F238E27FC236}">
                <a16:creationId xmlns:a16="http://schemas.microsoft.com/office/drawing/2014/main" id="{933F721C-ABFB-4A88-9AB3-56128B917E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9" name="9u7j_2_tuned_PredictedLigand_28">
            <a:extLst>
              <a:ext uri="{FF2B5EF4-FFF2-40B4-BE49-F238E27FC236}">
                <a16:creationId xmlns:a16="http://schemas.microsoft.com/office/drawing/2014/main" id="{48DD023A-DB86-4744-A8F7-DCACCBAF96E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0" name="9u7j_2_tuned_PredictedLigand_29">
            <a:extLst>
              <a:ext uri="{FF2B5EF4-FFF2-40B4-BE49-F238E27FC236}">
                <a16:creationId xmlns:a16="http://schemas.microsoft.com/office/drawing/2014/main" id="{8467F97B-38D5-4609-A188-AA307DC01A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1" name="9u7j_2_tuned_PredictedLigand_30">
            <a:extLst>
              <a:ext uri="{FF2B5EF4-FFF2-40B4-BE49-F238E27FC236}">
                <a16:creationId xmlns:a16="http://schemas.microsoft.com/office/drawing/2014/main" id="{7690C81B-AF4B-45AC-A410-BD84AC776A2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2" name="9u7j_2_tuned_PredictedLigand_31">
            <a:extLst>
              <a:ext uri="{FF2B5EF4-FFF2-40B4-BE49-F238E27FC236}">
                <a16:creationId xmlns:a16="http://schemas.microsoft.com/office/drawing/2014/main" id="{CB262F81-E894-4DE2-B7F8-2BE6524817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3" name="9u7j_2_tuned_PredictedLigand_32">
            <a:extLst>
              <a:ext uri="{FF2B5EF4-FFF2-40B4-BE49-F238E27FC236}">
                <a16:creationId xmlns:a16="http://schemas.microsoft.com/office/drawing/2014/main" id="{B784D81D-3060-4D51-96C4-2DF84276991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4" name="9u7j_2_tuned_PredictedLigand_33">
            <a:extLst>
              <a:ext uri="{FF2B5EF4-FFF2-40B4-BE49-F238E27FC236}">
                <a16:creationId xmlns:a16="http://schemas.microsoft.com/office/drawing/2014/main" id="{66EC4B9A-DEE9-492B-A25B-D36EB82591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5" name="9u7j_2_tuned_PredictedLigand_34">
            <a:extLst>
              <a:ext uri="{FF2B5EF4-FFF2-40B4-BE49-F238E27FC236}">
                <a16:creationId xmlns:a16="http://schemas.microsoft.com/office/drawing/2014/main" id="{1945715E-FE82-4E32-BB61-7E9579E289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6" name="9u7j_2_tuned_PredictedLigand_35">
            <a:extLst>
              <a:ext uri="{FF2B5EF4-FFF2-40B4-BE49-F238E27FC236}">
                <a16:creationId xmlns:a16="http://schemas.microsoft.com/office/drawing/2014/main" id="{D5C9353D-FAB4-4C39-A46B-3E33D3ABEE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7" name="9u7j_2_tuned_PredictedLigand_36">
            <a:extLst>
              <a:ext uri="{FF2B5EF4-FFF2-40B4-BE49-F238E27FC236}">
                <a16:creationId xmlns:a16="http://schemas.microsoft.com/office/drawing/2014/main" id="{779B98F2-D433-451F-98B4-E2A52F96AEA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8" name="9u7j_2_tuned_PredictedLigand_37">
            <a:extLst>
              <a:ext uri="{FF2B5EF4-FFF2-40B4-BE49-F238E27FC236}">
                <a16:creationId xmlns:a16="http://schemas.microsoft.com/office/drawing/2014/main" id="{780A02FB-2AE1-45C7-9440-909AD93B390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9" name="9u7j_2_tuned_PredictedAtoms_0">
            <a:extLst>
              <a:ext uri="{FF2B5EF4-FFF2-40B4-BE49-F238E27FC236}">
                <a16:creationId xmlns:a16="http://schemas.microsoft.com/office/drawing/2014/main" id="{8697DDFD-EBC5-4E51-8BA7-9AE617507C62}"/>
              </a:ext>
            </a:extLst>
          </p:cNvPr>
          <p:cNvSpPr>
            <a:spLocks noGrp="1"/>
          </p:cNvSpPr>
          <p:nvPr/>
        </p:nvSpPr>
        <p:spPr>
          <a:xfrm>
            <a:off x="3995888" y="7044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u7j_2_tuned_PredictedAtoms_1">
            <a:extLst>
              <a:ext uri="{FF2B5EF4-FFF2-40B4-BE49-F238E27FC236}">
                <a16:creationId xmlns:a16="http://schemas.microsoft.com/office/drawing/2014/main" id="{8ED635BC-A607-4D09-BCD7-150175A39102}"/>
              </a:ext>
            </a:extLst>
          </p:cNvPr>
          <p:cNvSpPr>
            <a:spLocks noGrp="1"/>
          </p:cNvSpPr>
          <p:nvPr/>
        </p:nvSpPr>
        <p:spPr>
          <a:xfrm>
            <a:off x="4111315" y="7050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u7j_2_tuned_PredictedAtoms_2">
            <a:extLst>
              <a:ext uri="{FF2B5EF4-FFF2-40B4-BE49-F238E27FC236}">
                <a16:creationId xmlns:a16="http://schemas.microsoft.com/office/drawing/2014/main" id="{AFF564B3-56A0-4C05-B262-F2A985CC5924}"/>
              </a:ext>
            </a:extLst>
          </p:cNvPr>
          <p:cNvSpPr>
            <a:spLocks noGrp="1"/>
          </p:cNvSpPr>
          <p:nvPr/>
        </p:nvSpPr>
        <p:spPr>
          <a:xfrm>
            <a:off x="4100418" y="69256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u7j_2_tuned_PredictedAtoms_3">
            <a:extLst>
              <a:ext uri="{FF2B5EF4-FFF2-40B4-BE49-F238E27FC236}">
                <a16:creationId xmlns:a16="http://schemas.microsoft.com/office/drawing/2014/main" id="{74AEEB57-67CB-4CB6-84C4-148A4CF60B86}"/>
              </a:ext>
            </a:extLst>
          </p:cNvPr>
          <p:cNvSpPr>
            <a:spLocks noGrp="1"/>
          </p:cNvSpPr>
          <p:nvPr/>
        </p:nvSpPr>
        <p:spPr>
          <a:xfrm>
            <a:off x="4067722" y="68082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u7j_2_tuned_PredictedAtoms_4">
            <a:extLst>
              <a:ext uri="{FF2B5EF4-FFF2-40B4-BE49-F238E27FC236}">
                <a16:creationId xmlns:a16="http://schemas.microsoft.com/office/drawing/2014/main" id="{543D0520-0E1F-4AFA-B517-79A1E87FA1DF}"/>
              </a:ext>
            </a:extLst>
          </p:cNvPr>
          <p:cNvSpPr>
            <a:spLocks noGrp="1"/>
          </p:cNvSpPr>
          <p:nvPr/>
        </p:nvSpPr>
        <p:spPr>
          <a:xfrm>
            <a:off x="4117350" y="6673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u7j_2_tuned_PredictedAtoms_5">
            <a:extLst>
              <a:ext uri="{FF2B5EF4-FFF2-40B4-BE49-F238E27FC236}">
                <a16:creationId xmlns:a16="http://schemas.microsoft.com/office/drawing/2014/main" id="{74640F4E-3DE0-49EF-925F-C85F54A7149F}"/>
              </a:ext>
            </a:extLst>
          </p:cNvPr>
          <p:cNvSpPr>
            <a:spLocks noGrp="1"/>
          </p:cNvSpPr>
          <p:nvPr/>
        </p:nvSpPr>
        <p:spPr>
          <a:xfrm>
            <a:off x="4098336" y="6525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u7j_2_tuned_PredictedAtoms_6">
            <a:extLst>
              <a:ext uri="{FF2B5EF4-FFF2-40B4-BE49-F238E27FC236}">
                <a16:creationId xmlns:a16="http://schemas.microsoft.com/office/drawing/2014/main" id="{B39FEF6C-CCBC-467C-8B07-FFD0D83D54D8}"/>
              </a:ext>
            </a:extLst>
          </p:cNvPr>
          <p:cNvSpPr>
            <a:spLocks noGrp="1"/>
          </p:cNvSpPr>
          <p:nvPr/>
        </p:nvSpPr>
        <p:spPr>
          <a:xfrm>
            <a:off x="4226892" y="64560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u7j_2_tuned_PredictedAtoms_7">
            <a:extLst>
              <a:ext uri="{FF2B5EF4-FFF2-40B4-BE49-F238E27FC236}">
                <a16:creationId xmlns:a16="http://schemas.microsoft.com/office/drawing/2014/main" id="{FE248A6A-5858-4E56-993B-339CC3ED4157}"/>
              </a:ext>
            </a:extLst>
          </p:cNvPr>
          <p:cNvSpPr>
            <a:spLocks noGrp="1"/>
          </p:cNvSpPr>
          <p:nvPr/>
        </p:nvSpPr>
        <p:spPr>
          <a:xfrm>
            <a:off x="4258124" y="63129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u7j_2_tuned_PredictedAtoms_8">
            <a:extLst>
              <a:ext uri="{FF2B5EF4-FFF2-40B4-BE49-F238E27FC236}">
                <a16:creationId xmlns:a16="http://schemas.microsoft.com/office/drawing/2014/main" id="{9924B2AC-02A3-4EA5-9601-522394434286}"/>
              </a:ext>
            </a:extLst>
          </p:cNvPr>
          <p:cNvSpPr>
            <a:spLocks noGrp="1"/>
          </p:cNvSpPr>
          <p:nvPr/>
        </p:nvSpPr>
        <p:spPr>
          <a:xfrm>
            <a:off x="4178579" y="64523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u7j_2_tuned_PredictedAtoms_9">
            <a:extLst>
              <a:ext uri="{FF2B5EF4-FFF2-40B4-BE49-F238E27FC236}">
                <a16:creationId xmlns:a16="http://schemas.microsoft.com/office/drawing/2014/main" id="{DC82EA04-BD1F-48C9-A38C-8C42F79520B7}"/>
              </a:ext>
            </a:extLst>
          </p:cNvPr>
          <p:cNvSpPr>
            <a:spLocks noGrp="1"/>
          </p:cNvSpPr>
          <p:nvPr/>
        </p:nvSpPr>
        <p:spPr>
          <a:xfrm>
            <a:off x="4361650" y="6566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u7j_2_tuned_PredictedAtoms_10">
            <a:extLst>
              <a:ext uri="{FF2B5EF4-FFF2-40B4-BE49-F238E27FC236}">
                <a16:creationId xmlns:a16="http://schemas.microsoft.com/office/drawing/2014/main" id="{69617039-17D6-4EBC-B326-8C1423E3D37B}"/>
              </a:ext>
            </a:extLst>
          </p:cNvPr>
          <p:cNvSpPr>
            <a:spLocks noGrp="1"/>
          </p:cNvSpPr>
          <p:nvPr/>
        </p:nvSpPr>
        <p:spPr>
          <a:xfrm>
            <a:off x="4521063" y="6542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u7j_2_tuned_PredictedAtoms_11">
            <a:extLst>
              <a:ext uri="{FF2B5EF4-FFF2-40B4-BE49-F238E27FC236}">
                <a16:creationId xmlns:a16="http://schemas.microsoft.com/office/drawing/2014/main" id="{A289D4AE-7DA2-4F54-ABC4-AFC4EEA1E791}"/>
              </a:ext>
            </a:extLst>
          </p:cNvPr>
          <p:cNvSpPr>
            <a:spLocks noGrp="1"/>
          </p:cNvSpPr>
          <p:nvPr/>
        </p:nvSpPr>
        <p:spPr>
          <a:xfrm>
            <a:off x="4632971" y="65748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u7j_2_tuned_PredictedAtoms_12">
            <a:extLst>
              <a:ext uri="{FF2B5EF4-FFF2-40B4-BE49-F238E27FC236}">
                <a16:creationId xmlns:a16="http://schemas.microsoft.com/office/drawing/2014/main" id="{F0E43388-DB96-4FDD-91E4-A0F74B96BE99}"/>
              </a:ext>
            </a:extLst>
          </p:cNvPr>
          <p:cNvSpPr>
            <a:spLocks noGrp="1"/>
          </p:cNvSpPr>
          <p:nvPr/>
        </p:nvSpPr>
        <p:spPr>
          <a:xfrm>
            <a:off x="4536458" y="63844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u7j_2_tuned_PredictedAtoms_13">
            <a:extLst>
              <a:ext uri="{FF2B5EF4-FFF2-40B4-BE49-F238E27FC236}">
                <a16:creationId xmlns:a16="http://schemas.microsoft.com/office/drawing/2014/main" id="{4AB9EFB3-1BBD-4D9C-B364-95FA5E9DC3F7}"/>
              </a:ext>
            </a:extLst>
          </p:cNvPr>
          <p:cNvSpPr>
            <a:spLocks noGrp="1"/>
          </p:cNvSpPr>
          <p:nvPr/>
        </p:nvSpPr>
        <p:spPr>
          <a:xfrm>
            <a:off x="4540751" y="66436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u7j_2_tuned_PredictedAtoms_14">
            <a:extLst>
              <a:ext uri="{FF2B5EF4-FFF2-40B4-BE49-F238E27FC236}">
                <a16:creationId xmlns:a16="http://schemas.microsoft.com/office/drawing/2014/main" id="{D1533849-D032-4576-91CF-6F11FDEA6285}"/>
              </a:ext>
            </a:extLst>
          </p:cNvPr>
          <p:cNvSpPr>
            <a:spLocks noGrp="1"/>
          </p:cNvSpPr>
          <p:nvPr/>
        </p:nvSpPr>
        <p:spPr>
          <a:xfrm>
            <a:off x="4562216" y="6668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9u7j_2_tuned_PredictedAtoms_15">
            <a:extLst>
              <a:ext uri="{FF2B5EF4-FFF2-40B4-BE49-F238E27FC236}">
                <a16:creationId xmlns:a16="http://schemas.microsoft.com/office/drawing/2014/main" id="{9A87829D-F98C-4290-85C4-03E8347164B1}"/>
              </a:ext>
            </a:extLst>
          </p:cNvPr>
          <p:cNvSpPr>
            <a:spLocks noGrp="1"/>
          </p:cNvSpPr>
          <p:nvPr/>
        </p:nvSpPr>
        <p:spPr>
          <a:xfrm>
            <a:off x="4712405" y="66455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5" name="9u7j_2_tuned_PredictedAtoms_16">
            <a:extLst>
              <a:ext uri="{FF2B5EF4-FFF2-40B4-BE49-F238E27FC236}">
                <a16:creationId xmlns:a16="http://schemas.microsoft.com/office/drawing/2014/main" id="{80FE6184-14CC-4D49-9FC0-C9F5F844121C}"/>
              </a:ext>
            </a:extLst>
          </p:cNvPr>
          <p:cNvSpPr>
            <a:spLocks noGrp="1"/>
          </p:cNvSpPr>
          <p:nvPr/>
        </p:nvSpPr>
        <p:spPr>
          <a:xfrm>
            <a:off x="4786166" y="67668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6" name="9u7j_2_tuned_PredictedAtoms_17">
            <a:extLst>
              <a:ext uri="{FF2B5EF4-FFF2-40B4-BE49-F238E27FC236}">
                <a16:creationId xmlns:a16="http://schemas.microsoft.com/office/drawing/2014/main" id="{052EE9EB-1B87-4F66-BF4C-21FFC329B752}"/>
              </a:ext>
            </a:extLst>
          </p:cNvPr>
          <p:cNvSpPr>
            <a:spLocks noGrp="1"/>
          </p:cNvSpPr>
          <p:nvPr/>
        </p:nvSpPr>
        <p:spPr>
          <a:xfrm>
            <a:off x="4911358" y="6725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7" name="9u7j_2_tuned_PredictedAtoms_18">
            <a:extLst>
              <a:ext uri="{FF2B5EF4-FFF2-40B4-BE49-F238E27FC236}">
                <a16:creationId xmlns:a16="http://schemas.microsoft.com/office/drawing/2014/main" id="{3962801C-C9FB-4FAF-9D67-2DE8987F9AF8}"/>
              </a:ext>
            </a:extLst>
          </p:cNvPr>
          <p:cNvSpPr>
            <a:spLocks noGrp="1"/>
          </p:cNvSpPr>
          <p:nvPr/>
        </p:nvSpPr>
        <p:spPr>
          <a:xfrm>
            <a:off x="4970781" y="6838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8" name="9u7j_2_tuned_PredictedAtoms_19">
            <a:extLst>
              <a:ext uri="{FF2B5EF4-FFF2-40B4-BE49-F238E27FC236}">
                <a16:creationId xmlns:a16="http://schemas.microsoft.com/office/drawing/2014/main" id="{E485D1D8-323B-414A-B4F2-6A75F5ABE0E3}"/>
              </a:ext>
            </a:extLst>
          </p:cNvPr>
          <p:cNvSpPr>
            <a:spLocks noGrp="1"/>
          </p:cNvSpPr>
          <p:nvPr/>
        </p:nvSpPr>
        <p:spPr>
          <a:xfrm>
            <a:off x="4892075" y="6898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9" name="9u7j_2_tuned_PredictedAtoms_20">
            <a:extLst>
              <a:ext uri="{FF2B5EF4-FFF2-40B4-BE49-F238E27FC236}">
                <a16:creationId xmlns:a16="http://schemas.microsoft.com/office/drawing/2014/main" id="{D8723675-F958-48C0-A89C-968EEEF19B0B}"/>
              </a:ext>
            </a:extLst>
          </p:cNvPr>
          <p:cNvSpPr>
            <a:spLocks noGrp="1"/>
          </p:cNvSpPr>
          <p:nvPr/>
        </p:nvSpPr>
        <p:spPr>
          <a:xfrm>
            <a:off x="4953122" y="69924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0" name="9u7j_2_tuned_PredictedAtoms_21">
            <a:extLst>
              <a:ext uri="{FF2B5EF4-FFF2-40B4-BE49-F238E27FC236}">
                <a16:creationId xmlns:a16="http://schemas.microsoft.com/office/drawing/2014/main" id="{20FC5CC5-C28B-4D94-AE00-7356F78842BA}"/>
              </a:ext>
            </a:extLst>
          </p:cNvPr>
          <p:cNvSpPr>
            <a:spLocks noGrp="1"/>
          </p:cNvSpPr>
          <p:nvPr/>
        </p:nvSpPr>
        <p:spPr>
          <a:xfrm>
            <a:off x="5097282" y="70384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1" name="9u7j_2_tuned_PredictedAtoms_22">
            <a:extLst>
              <a:ext uri="{FF2B5EF4-FFF2-40B4-BE49-F238E27FC236}">
                <a16:creationId xmlns:a16="http://schemas.microsoft.com/office/drawing/2014/main" id="{BED522F6-DFD6-4FD5-8921-11DE4A063906}"/>
              </a:ext>
            </a:extLst>
          </p:cNvPr>
          <p:cNvSpPr>
            <a:spLocks noGrp="1"/>
          </p:cNvSpPr>
          <p:nvPr/>
        </p:nvSpPr>
        <p:spPr>
          <a:xfrm>
            <a:off x="5161677" y="71232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2" name="9u7j_2_tuned_PredictedAtoms_23">
            <a:extLst>
              <a:ext uri="{FF2B5EF4-FFF2-40B4-BE49-F238E27FC236}">
                <a16:creationId xmlns:a16="http://schemas.microsoft.com/office/drawing/2014/main" id="{9493A8D5-0E6F-403F-A114-4492D1FD85C0}"/>
              </a:ext>
            </a:extLst>
          </p:cNvPr>
          <p:cNvSpPr>
            <a:spLocks noGrp="1"/>
          </p:cNvSpPr>
          <p:nvPr/>
        </p:nvSpPr>
        <p:spPr>
          <a:xfrm>
            <a:off x="5165298" y="6980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3" name="9u7j_2_tuned_PredictedAtoms_24">
            <a:extLst>
              <a:ext uri="{FF2B5EF4-FFF2-40B4-BE49-F238E27FC236}">
                <a16:creationId xmlns:a16="http://schemas.microsoft.com/office/drawing/2014/main" id="{D8BFB204-62F6-46DE-8413-0171C395CD13}"/>
              </a:ext>
            </a:extLst>
          </p:cNvPr>
          <p:cNvSpPr>
            <a:spLocks noGrp="1"/>
          </p:cNvSpPr>
          <p:nvPr/>
        </p:nvSpPr>
        <p:spPr>
          <a:xfrm>
            <a:off x="5111112" y="68874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4" name="9u7j_2_tuned_PredictedAtoms_25">
            <a:extLst>
              <a:ext uri="{FF2B5EF4-FFF2-40B4-BE49-F238E27FC236}">
                <a16:creationId xmlns:a16="http://schemas.microsoft.com/office/drawing/2014/main" id="{7B8FEC2B-3EBD-4267-83EA-AD08BED8C024}"/>
              </a:ext>
            </a:extLst>
          </p:cNvPr>
          <p:cNvSpPr>
            <a:spLocks noGrp="1"/>
          </p:cNvSpPr>
          <p:nvPr/>
        </p:nvSpPr>
        <p:spPr>
          <a:xfrm>
            <a:off x="5194340" y="68499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5" name="9u7j_2_tuned_PredictedAtoms_26">
            <a:extLst>
              <a:ext uri="{FF2B5EF4-FFF2-40B4-BE49-F238E27FC236}">
                <a16:creationId xmlns:a16="http://schemas.microsoft.com/office/drawing/2014/main" id="{D2C2836C-5F7A-4EB5-8AAA-2AEA7EF68DE7}"/>
              </a:ext>
            </a:extLst>
          </p:cNvPr>
          <p:cNvSpPr>
            <a:spLocks noGrp="1"/>
          </p:cNvSpPr>
          <p:nvPr/>
        </p:nvSpPr>
        <p:spPr>
          <a:xfrm>
            <a:off x="4875376" y="65743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6" name="9u7j_2_tuned_PredictedAtoms_27">
            <a:extLst>
              <a:ext uri="{FF2B5EF4-FFF2-40B4-BE49-F238E27FC236}">
                <a16:creationId xmlns:a16="http://schemas.microsoft.com/office/drawing/2014/main" id="{1405C204-D19F-48A8-A1C7-2B99C66ACF5C}"/>
              </a:ext>
            </a:extLst>
          </p:cNvPr>
          <p:cNvSpPr>
            <a:spLocks noGrp="1"/>
          </p:cNvSpPr>
          <p:nvPr/>
        </p:nvSpPr>
        <p:spPr>
          <a:xfrm>
            <a:off x="4984653" y="64731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7" name="9u7j_2_tuned_PredictedAtoms_28">
            <a:extLst>
              <a:ext uri="{FF2B5EF4-FFF2-40B4-BE49-F238E27FC236}">
                <a16:creationId xmlns:a16="http://schemas.microsoft.com/office/drawing/2014/main" id="{46724C4D-9E50-4C6C-95E3-6D5432627D4E}"/>
              </a:ext>
            </a:extLst>
          </p:cNvPr>
          <p:cNvSpPr>
            <a:spLocks noGrp="1"/>
          </p:cNvSpPr>
          <p:nvPr/>
        </p:nvSpPr>
        <p:spPr>
          <a:xfrm>
            <a:off x="4765481" y="6515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8" name="9u7j_2_tuned_PredictedAtoms_29">
            <a:extLst>
              <a:ext uri="{FF2B5EF4-FFF2-40B4-BE49-F238E27FC236}">
                <a16:creationId xmlns:a16="http://schemas.microsoft.com/office/drawing/2014/main" id="{07BAC2AB-15A5-4EAD-BFC2-A0E6ECAC3E2A}"/>
              </a:ext>
            </a:extLst>
          </p:cNvPr>
          <p:cNvSpPr>
            <a:spLocks noGrp="1"/>
          </p:cNvSpPr>
          <p:nvPr/>
        </p:nvSpPr>
        <p:spPr>
          <a:xfrm>
            <a:off x="4837497" y="6407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9" name="9u7j_2_tuned_PredictedAtoms_30">
            <a:extLst>
              <a:ext uri="{FF2B5EF4-FFF2-40B4-BE49-F238E27FC236}">
                <a16:creationId xmlns:a16="http://schemas.microsoft.com/office/drawing/2014/main" id="{B920FFC7-CDBC-4204-9CF4-D9A73B9241D7}"/>
              </a:ext>
            </a:extLst>
          </p:cNvPr>
          <p:cNvSpPr>
            <a:spLocks noGrp="1"/>
          </p:cNvSpPr>
          <p:nvPr/>
        </p:nvSpPr>
        <p:spPr>
          <a:xfrm>
            <a:off x="4081718" y="66825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0" name="9u7j_2_tuned_PredictedAtoms_31">
            <a:extLst>
              <a:ext uri="{FF2B5EF4-FFF2-40B4-BE49-F238E27FC236}">
                <a16:creationId xmlns:a16="http://schemas.microsoft.com/office/drawing/2014/main" id="{8584739D-5A0F-457D-A203-9152D431E9AB}"/>
              </a:ext>
            </a:extLst>
          </p:cNvPr>
          <p:cNvSpPr>
            <a:spLocks noGrp="1"/>
          </p:cNvSpPr>
          <p:nvPr/>
        </p:nvSpPr>
        <p:spPr>
          <a:xfrm>
            <a:off x="4046264" y="6544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1" name="9u7j_2_tuned_PredictedAtoms_32">
            <a:extLst>
              <a:ext uri="{FF2B5EF4-FFF2-40B4-BE49-F238E27FC236}">
                <a16:creationId xmlns:a16="http://schemas.microsoft.com/office/drawing/2014/main" id="{7E871F94-8AA9-4FBB-AEEB-0998670AE90D}"/>
              </a:ext>
            </a:extLst>
          </p:cNvPr>
          <p:cNvSpPr>
            <a:spLocks noGrp="1"/>
          </p:cNvSpPr>
          <p:nvPr/>
        </p:nvSpPr>
        <p:spPr>
          <a:xfrm>
            <a:off x="4196310" y="67742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2" name="9u7j_2_tuned_PredictedAtoms_33">
            <a:extLst>
              <a:ext uri="{FF2B5EF4-FFF2-40B4-BE49-F238E27FC236}">
                <a16:creationId xmlns:a16="http://schemas.microsoft.com/office/drawing/2014/main" id="{6EF9B2F8-56B2-4AF5-8669-107022EB9DD8}"/>
              </a:ext>
            </a:extLst>
          </p:cNvPr>
          <p:cNvSpPr>
            <a:spLocks noGrp="1"/>
          </p:cNvSpPr>
          <p:nvPr/>
        </p:nvSpPr>
        <p:spPr>
          <a:xfrm>
            <a:off x="4179599" y="68300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3" name="9u7j_2_tuned_PredictedAtoms_34">
            <a:extLst>
              <a:ext uri="{FF2B5EF4-FFF2-40B4-BE49-F238E27FC236}">
                <a16:creationId xmlns:a16="http://schemas.microsoft.com/office/drawing/2014/main" id="{E3F6A512-5AFB-4D33-B215-98814AA6412F}"/>
              </a:ext>
            </a:extLst>
          </p:cNvPr>
          <p:cNvSpPr>
            <a:spLocks noGrp="1"/>
          </p:cNvSpPr>
          <p:nvPr/>
        </p:nvSpPr>
        <p:spPr>
          <a:xfrm>
            <a:off x="4238939" y="68922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4" name="9u7j_2_tuned_PredictedAtoms_35">
            <a:extLst>
              <a:ext uri="{FF2B5EF4-FFF2-40B4-BE49-F238E27FC236}">
                <a16:creationId xmlns:a16="http://schemas.microsoft.com/office/drawing/2014/main" id="{B822AAF3-98AE-4CFA-A770-B10BAA867E02}"/>
              </a:ext>
            </a:extLst>
          </p:cNvPr>
          <p:cNvSpPr>
            <a:spLocks noGrp="1"/>
          </p:cNvSpPr>
          <p:nvPr/>
        </p:nvSpPr>
        <p:spPr>
          <a:xfrm>
            <a:off x="4301453" y="7007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5" name="stage3-cases-main_36">
            <a:extLst>
              <a:ext uri="{FF2B5EF4-FFF2-40B4-BE49-F238E27FC236}">
                <a16:creationId xmlns:a16="http://schemas.microsoft.com/office/drawing/2014/main" id="{8A677AF3-41AB-4EAA-8BEB-EBF1943E4DF9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1226" name="9u7j_2_build_Receptor">
            <a:extLst>
              <a:ext uri="{FF2B5EF4-FFF2-40B4-BE49-F238E27FC236}">
                <a16:creationId xmlns:a16="http://schemas.microsoft.com/office/drawing/2014/main" id="{6F89A219-6C3C-4911-98B7-659EC1715C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27" name="9u7j_2_build_ExperimentalDensity">
            <a:extLst>
              <a:ext uri="{FF2B5EF4-FFF2-40B4-BE49-F238E27FC236}">
                <a16:creationId xmlns:a16="http://schemas.microsoft.com/office/drawing/2014/main" id="{A41A21A9-DEFB-488F-B9EB-4C1968DFE0C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28" name="9u7j_2_build_ReferenceLigand_0">
            <a:extLst>
              <a:ext uri="{FF2B5EF4-FFF2-40B4-BE49-F238E27FC236}">
                <a16:creationId xmlns:a16="http://schemas.microsoft.com/office/drawing/2014/main" id="{5666B994-A631-418D-9E8B-998977F38B4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u7j_2_build_ReferenceLigand_1">
            <a:extLst>
              <a:ext uri="{FF2B5EF4-FFF2-40B4-BE49-F238E27FC236}">
                <a16:creationId xmlns:a16="http://schemas.microsoft.com/office/drawing/2014/main" id="{7946E1DF-5222-4830-845E-90DF31AA82C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u7j_2_build_ReferenceLigand_2">
            <a:extLst>
              <a:ext uri="{FF2B5EF4-FFF2-40B4-BE49-F238E27FC236}">
                <a16:creationId xmlns:a16="http://schemas.microsoft.com/office/drawing/2014/main" id="{9C9B1AB9-CC37-45D4-9D92-3C7BE488774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u7j_2_build_ReferenceLigand_3">
            <a:extLst>
              <a:ext uri="{FF2B5EF4-FFF2-40B4-BE49-F238E27FC236}">
                <a16:creationId xmlns:a16="http://schemas.microsoft.com/office/drawing/2014/main" id="{F465ADDE-9425-414C-B52B-A11889087F0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u7j_2_build_ReferenceLigand_4">
            <a:extLst>
              <a:ext uri="{FF2B5EF4-FFF2-40B4-BE49-F238E27FC236}">
                <a16:creationId xmlns:a16="http://schemas.microsoft.com/office/drawing/2014/main" id="{3C0F4AF0-BCFA-4BC8-9861-C6BCC109A85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u7j_2_build_ReferenceLigand_5">
            <a:extLst>
              <a:ext uri="{FF2B5EF4-FFF2-40B4-BE49-F238E27FC236}">
                <a16:creationId xmlns:a16="http://schemas.microsoft.com/office/drawing/2014/main" id="{4210E3F5-724E-499F-AFD9-3135CC4767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u7j_2_build_ReferenceLigand_6">
            <a:extLst>
              <a:ext uri="{FF2B5EF4-FFF2-40B4-BE49-F238E27FC236}">
                <a16:creationId xmlns:a16="http://schemas.microsoft.com/office/drawing/2014/main" id="{69B16ACF-F512-40A4-A7F6-1C34A64B90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u7j_2_build_ReferenceLigand_7">
            <a:extLst>
              <a:ext uri="{FF2B5EF4-FFF2-40B4-BE49-F238E27FC236}">
                <a16:creationId xmlns:a16="http://schemas.microsoft.com/office/drawing/2014/main" id="{A65B653A-14F1-41A9-87A8-B99BB37F77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u7j_2_build_ReferenceLigand_8">
            <a:extLst>
              <a:ext uri="{FF2B5EF4-FFF2-40B4-BE49-F238E27FC236}">
                <a16:creationId xmlns:a16="http://schemas.microsoft.com/office/drawing/2014/main" id="{88E27DAE-AC01-43B0-B675-6DA6C25CE2F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u7j_2_build_ReferenceLigand_9">
            <a:extLst>
              <a:ext uri="{FF2B5EF4-FFF2-40B4-BE49-F238E27FC236}">
                <a16:creationId xmlns:a16="http://schemas.microsoft.com/office/drawing/2014/main" id="{E52B9361-8D02-4C1D-9932-4D0921B3DEA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u7j_2_build_ReferenceLigand_10">
            <a:extLst>
              <a:ext uri="{FF2B5EF4-FFF2-40B4-BE49-F238E27FC236}">
                <a16:creationId xmlns:a16="http://schemas.microsoft.com/office/drawing/2014/main" id="{EEE1A496-3127-412E-8179-CF0EC58AD6B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u7j_2_build_ReferenceLigand_11">
            <a:extLst>
              <a:ext uri="{FF2B5EF4-FFF2-40B4-BE49-F238E27FC236}">
                <a16:creationId xmlns:a16="http://schemas.microsoft.com/office/drawing/2014/main" id="{DE2A45A8-8A07-464E-9233-521ECCA5795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u7j_2_build_ReferenceLigand_12">
            <a:extLst>
              <a:ext uri="{FF2B5EF4-FFF2-40B4-BE49-F238E27FC236}">
                <a16:creationId xmlns:a16="http://schemas.microsoft.com/office/drawing/2014/main" id="{F832204C-E4E5-4FA5-9F08-96F2B6F574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u7j_2_build_ReferenceLigand_13">
            <a:extLst>
              <a:ext uri="{FF2B5EF4-FFF2-40B4-BE49-F238E27FC236}">
                <a16:creationId xmlns:a16="http://schemas.microsoft.com/office/drawing/2014/main" id="{AAB86E49-CC74-4B05-967F-06421DEB29D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u7j_2_build_ReferenceLigand_14">
            <a:extLst>
              <a:ext uri="{FF2B5EF4-FFF2-40B4-BE49-F238E27FC236}">
                <a16:creationId xmlns:a16="http://schemas.microsoft.com/office/drawing/2014/main" id="{2015D46E-366F-4E6B-9446-E9FBABBF874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u7j_2_build_ReferenceLigand_15">
            <a:extLst>
              <a:ext uri="{FF2B5EF4-FFF2-40B4-BE49-F238E27FC236}">
                <a16:creationId xmlns:a16="http://schemas.microsoft.com/office/drawing/2014/main" id="{41E5FBD5-337F-4C55-90CF-9B9BC645F90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u7j_2_build_ReferenceLigand_16">
            <a:extLst>
              <a:ext uri="{FF2B5EF4-FFF2-40B4-BE49-F238E27FC236}">
                <a16:creationId xmlns:a16="http://schemas.microsoft.com/office/drawing/2014/main" id="{A851B7EC-24E0-467B-A0A4-6B44B0F5623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u7j_2_build_ReferenceLigand_17">
            <a:extLst>
              <a:ext uri="{FF2B5EF4-FFF2-40B4-BE49-F238E27FC236}">
                <a16:creationId xmlns:a16="http://schemas.microsoft.com/office/drawing/2014/main" id="{AB981C4F-87BC-4671-B16A-0A94AE37B2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u7j_2_build_ReferenceLigand_18">
            <a:extLst>
              <a:ext uri="{FF2B5EF4-FFF2-40B4-BE49-F238E27FC236}">
                <a16:creationId xmlns:a16="http://schemas.microsoft.com/office/drawing/2014/main" id="{55CFEDBE-7016-470D-8FC7-7715A7CE71C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u7j_2_build_ReferenceLigand_19">
            <a:extLst>
              <a:ext uri="{FF2B5EF4-FFF2-40B4-BE49-F238E27FC236}">
                <a16:creationId xmlns:a16="http://schemas.microsoft.com/office/drawing/2014/main" id="{A2C3671E-0448-45BA-B4D6-50AE866809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u7j_2_build_ReferenceLigand_20">
            <a:extLst>
              <a:ext uri="{FF2B5EF4-FFF2-40B4-BE49-F238E27FC236}">
                <a16:creationId xmlns:a16="http://schemas.microsoft.com/office/drawing/2014/main" id="{4FF9EAAC-CE62-4586-96C2-D8EFE389DEC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u7j_2_build_ReferenceLigand_21">
            <a:extLst>
              <a:ext uri="{FF2B5EF4-FFF2-40B4-BE49-F238E27FC236}">
                <a16:creationId xmlns:a16="http://schemas.microsoft.com/office/drawing/2014/main" id="{A2DD5539-2432-48EC-A2BA-E962A15E374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u7j_2_build_ReferenceLigand_22">
            <a:extLst>
              <a:ext uri="{FF2B5EF4-FFF2-40B4-BE49-F238E27FC236}">
                <a16:creationId xmlns:a16="http://schemas.microsoft.com/office/drawing/2014/main" id="{F54AF173-A53D-41E7-BFDC-86B108C0630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u7j_2_build_ReferenceLigand_23">
            <a:extLst>
              <a:ext uri="{FF2B5EF4-FFF2-40B4-BE49-F238E27FC236}">
                <a16:creationId xmlns:a16="http://schemas.microsoft.com/office/drawing/2014/main" id="{4FF5ED13-7469-4086-9765-51E767E864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u7j_2_build_ReferenceLigand_24">
            <a:extLst>
              <a:ext uri="{FF2B5EF4-FFF2-40B4-BE49-F238E27FC236}">
                <a16:creationId xmlns:a16="http://schemas.microsoft.com/office/drawing/2014/main" id="{A3B7E5B9-771E-4A12-88D4-CC8D21D2B6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u7j_2_build_ReferenceLigand_25">
            <a:extLst>
              <a:ext uri="{FF2B5EF4-FFF2-40B4-BE49-F238E27FC236}">
                <a16:creationId xmlns:a16="http://schemas.microsoft.com/office/drawing/2014/main" id="{B8B96BE0-C6DC-41D2-AED8-3B9F5206617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u7j_2_build_ReferenceLigand_26">
            <a:extLst>
              <a:ext uri="{FF2B5EF4-FFF2-40B4-BE49-F238E27FC236}">
                <a16:creationId xmlns:a16="http://schemas.microsoft.com/office/drawing/2014/main" id="{76C19ABC-58F2-44D7-BD4B-585B74BD2F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u7j_2_build_ReferenceLigand_27">
            <a:extLst>
              <a:ext uri="{FF2B5EF4-FFF2-40B4-BE49-F238E27FC236}">
                <a16:creationId xmlns:a16="http://schemas.microsoft.com/office/drawing/2014/main" id="{39B7E20F-D16F-4B5B-A882-7F950004DF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u7j_2_build_ReferenceLigand_28">
            <a:extLst>
              <a:ext uri="{FF2B5EF4-FFF2-40B4-BE49-F238E27FC236}">
                <a16:creationId xmlns:a16="http://schemas.microsoft.com/office/drawing/2014/main" id="{C1002A7E-BC68-4C71-81B1-E641CD69C43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u7j_2_build_ReferenceLigand_29">
            <a:extLst>
              <a:ext uri="{FF2B5EF4-FFF2-40B4-BE49-F238E27FC236}">
                <a16:creationId xmlns:a16="http://schemas.microsoft.com/office/drawing/2014/main" id="{2C642101-A713-4190-A4F2-D86F93031D7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u7j_2_build_ReferenceLigand_30">
            <a:extLst>
              <a:ext uri="{FF2B5EF4-FFF2-40B4-BE49-F238E27FC236}">
                <a16:creationId xmlns:a16="http://schemas.microsoft.com/office/drawing/2014/main" id="{642AFEDD-E4E6-4953-B159-3C4346D1C8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9" name="9u7j_2_build_ReferenceLigand_31">
            <a:extLst>
              <a:ext uri="{FF2B5EF4-FFF2-40B4-BE49-F238E27FC236}">
                <a16:creationId xmlns:a16="http://schemas.microsoft.com/office/drawing/2014/main" id="{87F93751-5299-46E5-9A2F-A9CF2165E2A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0" name="9u7j_2_build_ReferenceLigand_32">
            <a:extLst>
              <a:ext uri="{FF2B5EF4-FFF2-40B4-BE49-F238E27FC236}">
                <a16:creationId xmlns:a16="http://schemas.microsoft.com/office/drawing/2014/main" id="{A745C20F-C399-4D9F-83AF-5B378B01599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1" name="9u7j_2_build_ReferenceLigand_33">
            <a:extLst>
              <a:ext uri="{FF2B5EF4-FFF2-40B4-BE49-F238E27FC236}">
                <a16:creationId xmlns:a16="http://schemas.microsoft.com/office/drawing/2014/main" id="{21D4FE7B-2FA1-4C0A-929E-9EE7CA836D0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2" name="9u7j_2_build_ReferenceLigand_34">
            <a:extLst>
              <a:ext uri="{FF2B5EF4-FFF2-40B4-BE49-F238E27FC236}">
                <a16:creationId xmlns:a16="http://schemas.microsoft.com/office/drawing/2014/main" id="{77FD1A3B-C7D6-4926-8453-72E04568BD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3" name="9u7j_2_build_ReferenceLigand_35">
            <a:extLst>
              <a:ext uri="{FF2B5EF4-FFF2-40B4-BE49-F238E27FC236}">
                <a16:creationId xmlns:a16="http://schemas.microsoft.com/office/drawing/2014/main" id="{D193776C-0E21-4086-93A3-EFA351B9B8F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4" name="9u7j_2_build_ReferenceLigand_36">
            <a:extLst>
              <a:ext uri="{FF2B5EF4-FFF2-40B4-BE49-F238E27FC236}">
                <a16:creationId xmlns:a16="http://schemas.microsoft.com/office/drawing/2014/main" id="{B1945A38-D404-4A58-A00A-6F1E30498C8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5" name="9u7j_2_build_ReferenceLigand_37">
            <a:extLst>
              <a:ext uri="{FF2B5EF4-FFF2-40B4-BE49-F238E27FC236}">
                <a16:creationId xmlns:a16="http://schemas.microsoft.com/office/drawing/2014/main" id="{DFA2E6B9-F6D2-4486-93D0-25D160FBFB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6" name="9u7j_2_build_PredictedLigand_0">
            <a:extLst>
              <a:ext uri="{FF2B5EF4-FFF2-40B4-BE49-F238E27FC236}">
                <a16:creationId xmlns:a16="http://schemas.microsoft.com/office/drawing/2014/main" id="{C61E112A-EA30-4DCA-B5F4-D658E52146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u7j_2_build_PredictedLigand_1">
            <a:extLst>
              <a:ext uri="{FF2B5EF4-FFF2-40B4-BE49-F238E27FC236}">
                <a16:creationId xmlns:a16="http://schemas.microsoft.com/office/drawing/2014/main" id="{6221D442-C0CB-4902-944E-798FB2A984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u7j_2_build_PredictedLigand_2">
            <a:extLst>
              <a:ext uri="{FF2B5EF4-FFF2-40B4-BE49-F238E27FC236}">
                <a16:creationId xmlns:a16="http://schemas.microsoft.com/office/drawing/2014/main" id="{A2621727-6AF4-445E-A609-AD6132E54B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u7j_2_build_PredictedLigand_3">
            <a:extLst>
              <a:ext uri="{FF2B5EF4-FFF2-40B4-BE49-F238E27FC236}">
                <a16:creationId xmlns:a16="http://schemas.microsoft.com/office/drawing/2014/main" id="{882E8E18-57C5-414E-A556-5D492D3521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u7j_2_build_PredictedLigand_4">
            <a:extLst>
              <a:ext uri="{FF2B5EF4-FFF2-40B4-BE49-F238E27FC236}">
                <a16:creationId xmlns:a16="http://schemas.microsoft.com/office/drawing/2014/main" id="{AAE3A70A-2582-46C4-9F38-917BB9C83C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u7j_2_build_PredictedLigand_5">
            <a:extLst>
              <a:ext uri="{FF2B5EF4-FFF2-40B4-BE49-F238E27FC236}">
                <a16:creationId xmlns:a16="http://schemas.microsoft.com/office/drawing/2014/main" id="{2972A333-B3E1-41EC-A428-E7AF1A58221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u7j_2_build_PredictedLigand_6">
            <a:extLst>
              <a:ext uri="{FF2B5EF4-FFF2-40B4-BE49-F238E27FC236}">
                <a16:creationId xmlns:a16="http://schemas.microsoft.com/office/drawing/2014/main" id="{A2C306FF-E855-4D89-ADEF-12009C891AC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u7j_2_build_PredictedLigand_7">
            <a:extLst>
              <a:ext uri="{FF2B5EF4-FFF2-40B4-BE49-F238E27FC236}">
                <a16:creationId xmlns:a16="http://schemas.microsoft.com/office/drawing/2014/main" id="{14C8541F-1D12-4C97-BDFC-38B9490E3F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u7j_2_build_PredictedLigand_8">
            <a:extLst>
              <a:ext uri="{FF2B5EF4-FFF2-40B4-BE49-F238E27FC236}">
                <a16:creationId xmlns:a16="http://schemas.microsoft.com/office/drawing/2014/main" id="{B82F1779-9884-486E-AA39-8E3A74D232C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u7j_2_build_PredictedLigand_9">
            <a:extLst>
              <a:ext uri="{FF2B5EF4-FFF2-40B4-BE49-F238E27FC236}">
                <a16:creationId xmlns:a16="http://schemas.microsoft.com/office/drawing/2014/main" id="{FF301FBA-2CE2-48B3-9746-F688AB89569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u7j_2_build_PredictedLigand_10">
            <a:extLst>
              <a:ext uri="{FF2B5EF4-FFF2-40B4-BE49-F238E27FC236}">
                <a16:creationId xmlns:a16="http://schemas.microsoft.com/office/drawing/2014/main" id="{2A6A8D36-7BBB-476C-9480-40CBA716967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u7j_2_build_PredictedLigand_11">
            <a:extLst>
              <a:ext uri="{FF2B5EF4-FFF2-40B4-BE49-F238E27FC236}">
                <a16:creationId xmlns:a16="http://schemas.microsoft.com/office/drawing/2014/main" id="{593D1099-DE69-418E-9027-B5F851A88E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u7j_2_build_PredictedLigand_12">
            <a:extLst>
              <a:ext uri="{FF2B5EF4-FFF2-40B4-BE49-F238E27FC236}">
                <a16:creationId xmlns:a16="http://schemas.microsoft.com/office/drawing/2014/main" id="{A9F9C19A-AA4F-4A91-8101-EFB5F000C5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u7j_2_build_PredictedLigand_13">
            <a:extLst>
              <a:ext uri="{FF2B5EF4-FFF2-40B4-BE49-F238E27FC236}">
                <a16:creationId xmlns:a16="http://schemas.microsoft.com/office/drawing/2014/main" id="{747C479D-C9A9-42EF-9E2A-12010545154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u7j_2_build_PredictedLigand_14">
            <a:extLst>
              <a:ext uri="{FF2B5EF4-FFF2-40B4-BE49-F238E27FC236}">
                <a16:creationId xmlns:a16="http://schemas.microsoft.com/office/drawing/2014/main" id="{CB783F65-14D9-4B8D-BCAE-9048CB0533D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u7j_2_build_PredictedLigand_15">
            <a:extLst>
              <a:ext uri="{FF2B5EF4-FFF2-40B4-BE49-F238E27FC236}">
                <a16:creationId xmlns:a16="http://schemas.microsoft.com/office/drawing/2014/main" id="{A53A1025-C7F1-4229-91E4-442A30584D6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u7j_2_build_PredictedLigand_16">
            <a:extLst>
              <a:ext uri="{FF2B5EF4-FFF2-40B4-BE49-F238E27FC236}">
                <a16:creationId xmlns:a16="http://schemas.microsoft.com/office/drawing/2014/main" id="{0F6D9B68-B583-4BA7-B9F4-B0DD307C00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u7j_2_build_PredictedLigand_17">
            <a:extLst>
              <a:ext uri="{FF2B5EF4-FFF2-40B4-BE49-F238E27FC236}">
                <a16:creationId xmlns:a16="http://schemas.microsoft.com/office/drawing/2014/main" id="{CCAC49D8-86C4-4309-AC68-07CB09774F7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u7j_2_build_PredictedLigand_18">
            <a:extLst>
              <a:ext uri="{FF2B5EF4-FFF2-40B4-BE49-F238E27FC236}">
                <a16:creationId xmlns:a16="http://schemas.microsoft.com/office/drawing/2014/main" id="{F2F88029-352E-4AA7-845F-B07D7560DA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u7j_2_build_PredictedLigand_19">
            <a:extLst>
              <a:ext uri="{FF2B5EF4-FFF2-40B4-BE49-F238E27FC236}">
                <a16:creationId xmlns:a16="http://schemas.microsoft.com/office/drawing/2014/main" id="{39E7C169-0C27-4FB4-9631-C4DAC47AB5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u7j_2_build_PredictedLigand_20">
            <a:extLst>
              <a:ext uri="{FF2B5EF4-FFF2-40B4-BE49-F238E27FC236}">
                <a16:creationId xmlns:a16="http://schemas.microsoft.com/office/drawing/2014/main" id="{FEDDF13A-D24C-4565-9002-0A149BF5D3A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u7j_2_build_PredictedLigand_21">
            <a:extLst>
              <a:ext uri="{FF2B5EF4-FFF2-40B4-BE49-F238E27FC236}">
                <a16:creationId xmlns:a16="http://schemas.microsoft.com/office/drawing/2014/main" id="{0B6224E2-1C51-4CA7-B4C9-247B81EAABF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u7j_2_build_PredictedLigand_22">
            <a:extLst>
              <a:ext uri="{FF2B5EF4-FFF2-40B4-BE49-F238E27FC236}">
                <a16:creationId xmlns:a16="http://schemas.microsoft.com/office/drawing/2014/main" id="{F9860817-A193-46EE-B36C-4FC6D76BA9B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u7j_2_build_PredictedLigand_23">
            <a:extLst>
              <a:ext uri="{FF2B5EF4-FFF2-40B4-BE49-F238E27FC236}">
                <a16:creationId xmlns:a16="http://schemas.microsoft.com/office/drawing/2014/main" id="{66D5E552-71B2-4FA4-86C0-4AA1F81D232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u7j_2_build_PredictedLigand_24">
            <a:extLst>
              <a:ext uri="{FF2B5EF4-FFF2-40B4-BE49-F238E27FC236}">
                <a16:creationId xmlns:a16="http://schemas.microsoft.com/office/drawing/2014/main" id="{E475BD9B-C8EA-446E-8355-07823D94FBB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u7j_2_build_PredictedLigand_25">
            <a:extLst>
              <a:ext uri="{FF2B5EF4-FFF2-40B4-BE49-F238E27FC236}">
                <a16:creationId xmlns:a16="http://schemas.microsoft.com/office/drawing/2014/main" id="{C4B3EDF6-FEDA-4D46-B1E9-567926063EA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u7j_2_build_PredictedLigand_26">
            <a:extLst>
              <a:ext uri="{FF2B5EF4-FFF2-40B4-BE49-F238E27FC236}">
                <a16:creationId xmlns:a16="http://schemas.microsoft.com/office/drawing/2014/main" id="{17EE66EA-F5EA-4EF0-A17A-2E3EA44E4F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u7j_2_build_PredictedLigand_27">
            <a:extLst>
              <a:ext uri="{FF2B5EF4-FFF2-40B4-BE49-F238E27FC236}">
                <a16:creationId xmlns:a16="http://schemas.microsoft.com/office/drawing/2014/main" id="{3E58AC34-E07B-401B-963C-32866210DEB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4" name="9u7j_2_build_PredictedLigand_28">
            <a:extLst>
              <a:ext uri="{FF2B5EF4-FFF2-40B4-BE49-F238E27FC236}">
                <a16:creationId xmlns:a16="http://schemas.microsoft.com/office/drawing/2014/main" id="{9402F5C3-1AE2-4547-AA53-708B3B947EF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5" name="9u7j_2_build_PredictedLigand_29">
            <a:extLst>
              <a:ext uri="{FF2B5EF4-FFF2-40B4-BE49-F238E27FC236}">
                <a16:creationId xmlns:a16="http://schemas.microsoft.com/office/drawing/2014/main" id="{F2C8EED1-118F-4746-9738-3652C943984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6" name="9u7j_2_build_PredictedLigand_30">
            <a:extLst>
              <a:ext uri="{FF2B5EF4-FFF2-40B4-BE49-F238E27FC236}">
                <a16:creationId xmlns:a16="http://schemas.microsoft.com/office/drawing/2014/main" id="{17C59D03-A72B-43B9-B594-C065DFC24D7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7" name="9u7j_2_build_PredictedLigand_31">
            <a:extLst>
              <a:ext uri="{FF2B5EF4-FFF2-40B4-BE49-F238E27FC236}">
                <a16:creationId xmlns:a16="http://schemas.microsoft.com/office/drawing/2014/main" id="{A575D996-938E-4DCE-855B-897DF8C79B6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8" name="9u7j_2_build_PredictedLigand_32">
            <a:extLst>
              <a:ext uri="{FF2B5EF4-FFF2-40B4-BE49-F238E27FC236}">
                <a16:creationId xmlns:a16="http://schemas.microsoft.com/office/drawing/2014/main" id="{1CD139DC-AF7A-4ABE-A66A-6D6B1204C01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9" name="9u7j_2_build_PredictedLigand_33">
            <a:extLst>
              <a:ext uri="{FF2B5EF4-FFF2-40B4-BE49-F238E27FC236}">
                <a16:creationId xmlns:a16="http://schemas.microsoft.com/office/drawing/2014/main" id="{668A5422-27B0-4E9B-9FDF-575FD75ED6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0" name="9u7j_2_build_PredictedLigand_34">
            <a:extLst>
              <a:ext uri="{FF2B5EF4-FFF2-40B4-BE49-F238E27FC236}">
                <a16:creationId xmlns:a16="http://schemas.microsoft.com/office/drawing/2014/main" id="{88BB0D3E-4AB9-4D51-BE1D-9D5F46665A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1" name="9u7j_2_build_PredictedLigand_35">
            <a:extLst>
              <a:ext uri="{FF2B5EF4-FFF2-40B4-BE49-F238E27FC236}">
                <a16:creationId xmlns:a16="http://schemas.microsoft.com/office/drawing/2014/main" id="{880AADA1-827D-4EDC-9E60-1EB266118F7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2" name="9u7j_2_build_PredictedLigand_36">
            <a:extLst>
              <a:ext uri="{FF2B5EF4-FFF2-40B4-BE49-F238E27FC236}">
                <a16:creationId xmlns:a16="http://schemas.microsoft.com/office/drawing/2014/main" id="{F319B953-EF92-48D7-A417-28113EBDFDC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3" name="9u7j_2_build_PredictedLigand_37">
            <a:extLst>
              <a:ext uri="{FF2B5EF4-FFF2-40B4-BE49-F238E27FC236}">
                <a16:creationId xmlns:a16="http://schemas.microsoft.com/office/drawing/2014/main" id="{03332CB5-BD2A-47D6-B81F-FEEE4254678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4" name="9u7j_2_build_PredictedAtoms_0">
            <a:extLst>
              <a:ext uri="{FF2B5EF4-FFF2-40B4-BE49-F238E27FC236}">
                <a16:creationId xmlns:a16="http://schemas.microsoft.com/office/drawing/2014/main" id="{43393D66-8F70-4176-9A90-33A53F3DF326}"/>
              </a:ext>
            </a:extLst>
          </p:cNvPr>
          <p:cNvSpPr>
            <a:spLocks noGrp="1"/>
          </p:cNvSpPr>
          <p:nvPr/>
        </p:nvSpPr>
        <p:spPr>
          <a:xfrm>
            <a:off x="8243815" y="68459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5" name="9u7j_2_build_PredictedAtoms_1">
            <a:extLst>
              <a:ext uri="{FF2B5EF4-FFF2-40B4-BE49-F238E27FC236}">
                <a16:creationId xmlns:a16="http://schemas.microsoft.com/office/drawing/2014/main" id="{7BB60F1A-4B2F-4DF2-8B5B-615CA1673472}"/>
              </a:ext>
            </a:extLst>
          </p:cNvPr>
          <p:cNvSpPr>
            <a:spLocks noGrp="1"/>
          </p:cNvSpPr>
          <p:nvPr/>
        </p:nvSpPr>
        <p:spPr>
          <a:xfrm>
            <a:off x="8154331" y="69523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6" name="9u7j_2_build_PredictedAtoms_2">
            <a:extLst>
              <a:ext uri="{FF2B5EF4-FFF2-40B4-BE49-F238E27FC236}">
                <a16:creationId xmlns:a16="http://schemas.microsoft.com/office/drawing/2014/main" id="{EFE434CB-2DFE-47D0-B5EE-660E992376C3}"/>
              </a:ext>
            </a:extLst>
          </p:cNvPr>
          <p:cNvSpPr>
            <a:spLocks noGrp="1"/>
          </p:cNvSpPr>
          <p:nvPr/>
        </p:nvSpPr>
        <p:spPr>
          <a:xfrm>
            <a:off x="8076422" y="68881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7" name="9u7j_2_build_PredictedAtoms_3">
            <a:extLst>
              <a:ext uri="{FF2B5EF4-FFF2-40B4-BE49-F238E27FC236}">
                <a16:creationId xmlns:a16="http://schemas.microsoft.com/office/drawing/2014/main" id="{D4C2038C-CB67-46B6-918F-71F8885AFD8E}"/>
              </a:ext>
            </a:extLst>
          </p:cNvPr>
          <p:cNvSpPr>
            <a:spLocks noGrp="1"/>
          </p:cNvSpPr>
          <p:nvPr/>
        </p:nvSpPr>
        <p:spPr>
          <a:xfrm>
            <a:off x="7921847" y="69121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u7j_2_build_PredictedAtoms_4">
            <a:extLst>
              <a:ext uri="{FF2B5EF4-FFF2-40B4-BE49-F238E27FC236}">
                <a16:creationId xmlns:a16="http://schemas.microsoft.com/office/drawing/2014/main" id="{DF43FBF4-1FD3-4593-A891-84118147B768}"/>
              </a:ext>
            </a:extLst>
          </p:cNvPr>
          <p:cNvSpPr>
            <a:spLocks noGrp="1"/>
          </p:cNvSpPr>
          <p:nvPr/>
        </p:nvSpPr>
        <p:spPr>
          <a:xfrm>
            <a:off x="7827640" y="6857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u7j_2_build_PredictedAtoms_5">
            <a:extLst>
              <a:ext uri="{FF2B5EF4-FFF2-40B4-BE49-F238E27FC236}">
                <a16:creationId xmlns:a16="http://schemas.microsoft.com/office/drawing/2014/main" id="{2AAA55A0-69F1-49C6-AACD-6FBF43780325}"/>
              </a:ext>
            </a:extLst>
          </p:cNvPr>
          <p:cNvSpPr>
            <a:spLocks noGrp="1"/>
          </p:cNvSpPr>
          <p:nvPr/>
        </p:nvSpPr>
        <p:spPr>
          <a:xfrm>
            <a:off x="7840341" y="66950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u7j_2_build_PredictedAtoms_6">
            <a:extLst>
              <a:ext uri="{FF2B5EF4-FFF2-40B4-BE49-F238E27FC236}">
                <a16:creationId xmlns:a16="http://schemas.microsoft.com/office/drawing/2014/main" id="{A8870B97-6219-4984-A2DF-70FC456066FC}"/>
              </a:ext>
            </a:extLst>
          </p:cNvPr>
          <p:cNvSpPr>
            <a:spLocks noGrp="1"/>
          </p:cNvSpPr>
          <p:nvPr/>
        </p:nvSpPr>
        <p:spPr>
          <a:xfrm>
            <a:off x="7696431" y="65923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u7j_2_build_PredictedAtoms_7">
            <a:extLst>
              <a:ext uri="{FF2B5EF4-FFF2-40B4-BE49-F238E27FC236}">
                <a16:creationId xmlns:a16="http://schemas.microsoft.com/office/drawing/2014/main" id="{A1022529-88C7-4D73-A832-873585D5C9B8}"/>
              </a:ext>
            </a:extLst>
          </p:cNvPr>
          <p:cNvSpPr>
            <a:spLocks noGrp="1"/>
          </p:cNvSpPr>
          <p:nvPr/>
        </p:nvSpPr>
        <p:spPr>
          <a:xfrm>
            <a:off x="7772548" y="6465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u7j_2_build_PredictedAtoms_8">
            <a:extLst>
              <a:ext uri="{FF2B5EF4-FFF2-40B4-BE49-F238E27FC236}">
                <a16:creationId xmlns:a16="http://schemas.microsoft.com/office/drawing/2014/main" id="{EB7E5B68-5812-464A-8B5D-7C7FE7601192}"/>
              </a:ext>
            </a:extLst>
          </p:cNvPr>
          <p:cNvSpPr>
            <a:spLocks noGrp="1"/>
          </p:cNvSpPr>
          <p:nvPr/>
        </p:nvSpPr>
        <p:spPr>
          <a:xfrm>
            <a:off x="7642303" y="66674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u7j_2_build_PredictedAtoms_9">
            <a:extLst>
              <a:ext uri="{FF2B5EF4-FFF2-40B4-BE49-F238E27FC236}">
                <a16:creationId xmlns:a16="http://schemas.microsoft.com/office/drawing/2014/main" id="{5E7822F9-106F-4376-8A60-514C9BBA0197}"/>
              </a:ext>
            </a:extLst>
          </p:cNvPr>
          <p:cNvSpPr>
            <a:spLocks noGrp="1"/>
          </p:cNvSpPr>
          <p:nvPr/>
        </p:nvSpPr>
        <p:spPr>
          <a:xfrm>
            <a:off x="7582961" y="65616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u7j_2_build_PredictedAtoms_10">
            <a:extLst>
              <a:ext uri="{FF2B5EF4-FFF2-40B4-BE49-F238E27FC236}">
                <a16:creationId xmlns:a16="http://schemas.microsoft.com/office/drawing/2014/main" id="{7662DC1C-9706-4787-B17D-F950B99464C5}"/>
              </a:ext>
            </a:extLst>
          </p:cNvPr>
          <p:cNvSpPr>
            <a:spLocks noGrp="1"/>
          </p:cNvSpPr>
          <p:nvPr/>
        </p:nvSpPr>
        <p:spPr>
          <a:xfrm>
            <a:off x="7460520" y="65244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u7j_2_build_PredictedAtoms_11">
            <a:extLst>
              <a:ext uri="{FF2B5EF4-FFF2-40B4-BE49-F238E27FC236}">
                <a16:creationId xmlns:a16="http://schemas.microsoft.com/office/drawing/2014/main" id="{4DBC1A3B-35CD-444E-AA41-E3613641C8F5}"/>
              </a:ext>
            </a:extLst>
          </p:cNvPr>
          <p:cNvSpPr>
            <a:spLocks noGrp="1"/>
          </p:cNvSpPr>
          <p:nvPr/>
        </p:nvSpPr>
        <p:spPr>
          <a:xfrm>
            <a:off x="7463916" y="66345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u7j_2_build_PredictedAtoms_12">
            <a:extLst>
              <a:ext uri="{FF2B5EF4-FFF2-40B4-BE49-F238E27FC236}">
                <a16:creationId xmlns:a16="http://schemas.microsoft.com/office/drawing/2014/main" id="{0E0A0C32-52BE-42E4-80AB-C19F538D8967}"/>
              </a:ext>
            </a:extLst>
          </p:cNvPr>
          <p:cNvSpPr>
            <a:spLocks noGrp="1"/>
          </p:cNvSpPr>
          <p:nvPr/>
        </p:nvSpPr>
        <p:spPr>
          <a:xfrm>
            <a:off x="7471378" y="63786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u7j_2_build_PredictedAtoms_13">
            <a:extLst>
              <a:ext uri="{FF2B5EF4-FFF2-40B4-BE49-F238E27FC236}">
                <a16:creationId xmlns:a16="http://schemas.microsoft.com/office/drawing/2014/main" id="{944A8B8E-4142-46C7-B714-D8E7BEE9FC86}"/>
              </a:ext>
            </a:extLst>
          </p:cNvPr>
          <p:cNvSpPr>
            <a:spLocks noGrp="1"/>
          </p:cNvSpPr>
          <p:nvPr/>
        </p:nvSpPr>
        <p:spPr>
          <a:xfrm>
            <a:off x="7319023" y="65282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u7j_2_build_PredictedAtoms_14">
            <a:extLst>
              <a:ext uri="{FF2B5EF4-FFF2-40B4-BE49-F238E27FC236}">
                <a16:creationId xmlns:a16="http://schemas.microsoft.com/office/drawing/2014/main" id="{CA1B0A17-0461-4118-B043-37A3C1C6CD4D}"/>
              </a:ext>
            </a:extLst>
          </p:cNvPr>
          <p:cNvSpPr>
            <a:spLocks noGrp="1"/>
          </p:cNvSpPr>
          <p:nvPr/>
        </p:nvSpPr>
        <p:spPr>
          <a:xfrm>
            <a:off x="7211049" y="66279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u7j_2_build_PredictedAtoms_15">
            <a:extLst>
              <a:ext uri="{FF2B5EF4-FFF2-40B4-BE49-F238E27FC236}">
                <a16:creationId xmlns:a16="http://schemas.microsoft.com/office/drawing/2014/main" id="{51E13DF5-F710-459C-AF2E-B015637AC97C}"/>
              </a:ext>
            </a:extLst>
          </p:cNvPr>
          <p:cNvSpPr>
            <a:spLocks noGrp="1"/>
          </p:cNvSpPr>
          <p:nvPr/>
        </p:nvSpPr>
        <p:spPr>
          <a:xfrm>
            <a:off x="7102014" y="66464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u7j_2_build_PredictedAtoms_16">
            <a:extLst>
              <a:ext uri="{FF2B5EF4-FFF2-40B4-BE49-F238E27FC236}">
                <a16:creationId xmlns:a16="http://schemas.microsoft.com/office/drawing/2014/main" id="{A119851E-5905-41B2-A66A-09A58228B456}"/>
              </a:ext>
            </a:extLst>
          </p:cNvPr>
          <p:cNvSpPr>
            <a:spLocks noGrp="1"/>
          </p:cNvSpPr>
          <p:nvPr/>
        </p:nvSpPr>
        <p:spPr>
          <a:xfrm>
            <a:off x="7040677" y="67679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u7j_2_build_PredictedAtoms_17">
            <a:extLst>
              <a:ext uri="{FF2B5EF4-FFF2-40B4-BE49-F238E27FC236}">
                <a16:creationId xmlns:a16="http://schemas.microsoft.com/office/drawing/2014/main" id="{095B1556-0A98-4018-B71E-93EF4913CC33}"/>
              </a:ext>
            </a:extLst>
          </p:cNvPr>
          <p:cNvSpPr>
            <a:spLocks noGrp="1"/>
          </p:cNvSpPr>
          <p:nvPr/>
        </p:nvSpPr>
        <p:spPr>
          <a:xfrm>
            <a:off x="6997077" y="6826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u7j_2_build_PredictedAtoms_18">
            <a:extLst>
              <a:ext uri="{FF2B5EF4-FFF2-40B4-BE49-F238E27FC236}">
                <a16:creationId xmlns:a16="http://schemas.microsoft.com/office/drawing/2014/main" id="{90BD392B-5149-4E35-9386-F565717E0ED2}"/>
              </a:ext>
            </a:extLst>
          </p:cNvPr>
          <p:cNvSpPr>
            <a:spLocks noGrp="1"/>
          </p:cNvSpPr>
          <p:nvPr/>
        </p:nvSpPr>
        <p:spPr>
          <a:xfrm>
            <a:off x="7002034" y="69711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u7j_2_build_PredictedAtoms_19">
            <a:extLst>
              <a:ext uri="{FF2B5EF4-FFF2-40B4-BE49-F238E27FC236}">
                <a16:creationId xmlns:a16="http://schemas.microsoft.com/office/drawing/2014/main" id="{217602E2-0123-4EC1-B081-FCF38829780C}"/>
              </a:ext>
            </a:extLst>
          </p:cNvPr>
          <p:cNvSpPr>
            <a:spLocks noGrp="1"/>
          </p:cNvSpPr>
          <p:nvPr/>
        </p:nvSpPr>
        <p:spPr>
          <a:xfrm>
            <a:off x="7145993" y="70047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u7j_2_build_PredictedAtoms_20">
            <a:extLst>
              <a:ext uri="{FF2B5EF4-FFF2-40B4-BE49-F238E27FC236}">
                <a16:creationId xmlns:a16="http://schemas.microsoft.com/office/drawing/2014/main" id="{A855A8D5-7135-42FD-9DB0-E74036B764C9}"/>
              </a:ext>
            </a:extLst>
          </p:cNvPr>
          <p:cNvSpPr>
            <a:spLocks noGrp="1"/>
          </p:cNvSpPr>
          <p:nvPr/>
        </p:nvSpPr>
        <p:spPr>
          <a:xfrm>
            <a:off x="7163434" y="71442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u7j_2_build_PredictedAtoms_21">
            <a:extLst>
              <a:ext uri="{FF2B5EF4-FFF2-40B4-BE49-F238E27FC236}">
                <a16:creationId xmlns:a16="http://schemas.microsoft.com/office/drawing/2014/main" id="{7D84EC1C-ECF6-465F-9DC5-70F90CFCE6CB}"/>
              </a:ext>
            </a:extLst>
          </p:cNvPr>
          <p:cNvSpPr>
            <a:spLocks noGrp="1"/>
          </p:cNvSpPr>
          <p:nvPr/>
        </p:nvSpPr>
        <p:spPr>
          <a:xfrm>
            <a:off x="7173993" y="73912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u7j_2_build_PredictedAtoms_22">
            <a:extLst>
              <a:ext uri="{FF2B5EF4-FFF2-40B4-BE49-F238E27FC236}">
                <a16:creationId xmlns:a16="http://schemas.microsoft.com/office/drawing/2014/main" id="{1E9D96DB-D588-4030-88F2-3B90D22DACBF}"/>
              </a:ext>
            </a:extLst>
          </p:cNvPr>
          <p:cNvSpPr>
            <a:spLocks noGrp="1"/>
          </p:cNvSpPr>
          <p:nvPr/>
        </p:nvSpPr>
        <p:spPr>
          <a:xfrm>
            <a:off x="7211722" y="7404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u7j_2_build_PredictedAtoms_23">
            <a:extLst>
              <a:ext uri="{FF2B5EF4-FFF2-40B4-BE49-F238E27FC236}">
                <a16:creationId xmlns:a16="http://schemas.microsoft.com/office/drawing/2014/main" id="{5AD4817B-194D-4B13-ABD0-762A6C7279B8}"/>
              </a:ext>
            </a:extLst>
          </p:cNvPr>
          <p:cNvSpPr>
            <a:spLocks noGrp="1"/>
          </p:cNvSpPr>
          <p:nvPr/>
        </p:nvSpPr>
        <p:spPr>
          <a:xfrm>
            <a:off x="6906625" y="71481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u7j_2_build_PredictedAtoms_24">
            <a:extLst>
              <a:ext uri="{FF2B5EF4-FFF2-40B4-BE49-F238E27FC236}">
                <a16:creationId xmlns:a16="http://schemas.microsoft.com/office/drawing/2014/main" id="{E793F802-A86B-4A92-8E2B-2BA3E474450A}"/>
              </a:ext>
            </a:extLst>
          </p:cNvPr>
          <p:cNvSpPr>
            <a:spLocks noGrp="1"/>
          </p:cNvSpPr>
          <p:nvPr/>
        </p:nvSpPr>
        <p:spPr>
          <a:xfrm>
            <a:off x="6717666" y="6883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u7j_2_build_PredictedAtoms_25">
            <a:extLst>
              <a:ext uri="{FF2B5EF4-FFF2-40B4-BE49-F238E27FC236}">
                <a16:creationId xmlns:a16="http://schemas.microsoft.com/office/drawing/2014/main" id="{B146464E-EFD2-4A8B-9FD6-B1210DD60485}"/>
              </a:ext>
            </a:extLst>
          </p:cNvPr>
          <p:cNvSpPr>
            <a:spLocks noGrp="1"/>
          </p:cNvSpPr>
          <p:nvPr/>
        </p:nvSpPr>
        <p:spPr>
          <a:xfrm>
            <a:off x="6732482" y="68465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0" name="9u7j_2_build_PredictedAtoms_26">
            <a:extLst>
              <a:ext uri="{FF2B5EF4-FFF2-40B4-BE49-F238E27FC236}">
                <a16:creationId xmlns:a16="http://schemas.microsoft.com/office/drawing/2014/main" id="{0073616E-3B2D-447F-9B1B-470DBD8B640F}"/>
              </a:ext>
            </a:extLst>
          </p:cNvPr>
          <p:cNvSpPr>
            <a:spLocks noGrp="1"/>
          </p:cNvSpPr>
          <p:nvPr/>
        </p:nvSpPr>
        <p:spPr>
          <a:xfrm>
            <a:off x="7081999" y="67900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1" name="9u7j_2_build_PredictedAtoms_27">
            <a:extLst>
              <a:ext uri="{FF2B5EF4-FFF2-40B4-BE49-F238E27FC236}">
                <a16:creationId xmlns:a16="http://schemas.microsoft.com/office/drawing/2014/main" id="{905E9AAB-7F98-4B5E-B2AE-7A0291F5B72B}"/>
              </a:ext>
            </a:extLst>
          </p:cNvPr>
          <p:cNvSpPr>
            <a:spLocks noGrp="1"/>
          </p:cNvSpPr>
          <p:nvPr/>
        </p:nvSpPr>
        <p:spPr>
          <a:xfrm>
            <a:off x="6999676" y="67576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2" name="9u7j_2_build_PredictedAtoms_28">
            <a:extLst>
              <a:ext uri="{FF2B5EF4-FFF2-40B4-BE49-F238E27FC236}">
                <a16:creationId xmlns:a16="http://schemas.microsoft.com/office/drawing/2014/main" id="{964C44B9-343B-4349-9577-ED2FEF13E09A}"/>
              </a:ext>
            </a:extLst>
          </p:cNvPr>
          <p:cNvSpPr>
            <a:spLocks noGrp="1"/>
          </p:cNvSpPr>
          <p:nvPr/>
        </p:nvSpPr>
        <p:spPr>
          <a:xfrm>
            <a:off x="7163887" y="66801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3" name="9u7j_2_build_PredictedAtoms_29">
            <a:extLst>
              <a:ext uri="{FF2B5EF4-FFF2-40B4-BE49-F238E27FC236}">
                <a16:creationId xmlns:a16="http://schemas.microsoft.com/office/drawing/2014/main" id="{0963BCFB-0D45-4AAA-BF70-27AC5FA0CDA8}"/>
              </a:ext>
            </a:extLst>
          </p:cNvPr>
          <p:cNvSpPr>
            <a:spLocks noGrp="1"/>
          </p:cNvSpPr>
          <p:nvPr/>
        </p:nvSpPr>
        <p:spPr>
          <a:xfrm>
            <a:off x="7164968" y="65600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4" name="9u7j_2_build_PredictedAtoms_30">
            <a:extLst>
              <a:ext uri="{FF2B5EF4-FFF2-40B4-BE49-F238E27FC236}">
                <a16:creationId xmlns:a16="http://schemas.microsoft.com/office/drawing/2014/main" id="{7ABB88CA-6197-4267-BE17-8A78FCAE43E1}"/>
              </a:ext>
            </a:extLst>
          </p:cNvPr>
          <p:cNvSpPr>
            <a:spLocks noGrp="1"/>
          </p:cNvSpPr>
          <p:nvPr/>
        </p:nvSpPr>
        <p:spPr>
          <a:xfrm>
            <a:off x="7866010" y="6942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5" name="9u7j_2_build_PredictedAtoms_31">
            <a:extLst>
              <a:ext uri="{FF2B5EF4-FFF2-40B4-BE49-F238E27FC236}">
                <a16:creationId xmlns:a16="http://schemas.microsoft.com/office/drawing/2014/main" id="{F9131DC6-21A4-4094-B625-E3564603C58C}"/>
              </a:ext>
            </a:extLst>
          </p:cNvPr>
          <p:cNvSpPr>
            <a:spLocks noGrp="1"/>
          </p:cNvSpPr>
          <p:nvPr/>
        </p:nvSpPr>
        <p:spPr>
          <a:xfrm>
            <a:off x="7875685" y="68496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6" name="9u7j_2_build_PredictedAtoms_32">
            <a:extLst>
              <a:ext uri="{FF2B5EF4-FFF2-40B4-BE49-F238E27FC236}">
                <a16:creationId xmlns:a16="http://schemas.microsoft.com/office/drawing/2014/main" id="{3060043B-D350-4E17-A300-77778484D442}"/>
              </a:ext>
            </a:extLst>
          </p:cNvPr>
          <p:cNvSpPr>
            <a:spLocks noGrp="1"/>
          </p:cNvSpPr>
          <p:nvPr/>
        </p:nvSpPr>
        <p:spPr>
          <a:xfrm>
            <a:off x="8023711" y="69860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7" name="9u7j_2_build_PredictedAtoms_33">
            <a:extLst>
              <a:ext uri="{FF2B5EF4-FFF2-40B4-BE49-F238E27FC236}">
                <a16:creationId xmlns:a16="http://schemas.microsoft.com/office/drawing/2014/main" id="{76141EBD-85CE-416E-A41E-29008722DB52}"/>
              </a:ext>
            </a:extLst>
          </p:cNvPr>
          <p:cNvSpPr>
            <a:spLocks noGrp="1"/>
          </p:cNvSpPr>
          <p:nvPr/>
        </p:nvSpPr>
        <p:spPr>
          <a:xfrm>
            <a:off x="8049016" y="70901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8" name="9u7j_2_build_PredictedAtoms_34">
            <a:extLst>
              <a:ext uri="{FF2B5EF4-FFF2-40B4-BE49-F238E27FC236}">
                <a16:creationId xmlns:a16="http://schemas.microsoft.com/office/drawing/2014/main" id="{82A5B6DD-00C3-460D-8BCB-133E8FB96554}"/>
              </a:ext>
            </a:extLst>
          </p:cNvPr>
          <p:cNvSpPr>
            <a:spLocks noGrp="1"/>
          </p:cNvSpPr>
          <p:nvPr/>
        </p:nvSpPr>
        <p:spPr>
          <a:xfrm>
            <a:off x="8111344" y="6984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9" name="9u7j_2_build_PredictedAtoms_35">
            <a:extLst>
              <a:ext uri="{FF2B5EF4-FFF2-40B4-BE49-F238E27FC236}">
                <a16:creationId xmlns:a16="http://schemas.microsoft.com/office/drawing/2014/main" id="{3A0BCC31-8578-4B50-B82D-6743395855D9}"/>
              </a:ext>
            </a:extLst>
          </p:cNvPr>
          <p:cNvSpPr>
            <a:spLocks noGrp="1"/>
          </p:cNvSpPr>
          <p:nvPr/>
        </p:nvSpPr>
        <p:spPr>
          <a:xfrm>
            <a:off x="8226933" y="7036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0" name="9u7j_2_build_Clashes_0">
            <a:extLst>
              <a:ext uri="{FF2B5EF4-FFF2-40B4-BE49-F238E27FC236}">
                <a16:creationId xmlns:a16="http://schemas.microsoft.com/office/drawing/2014/main" id="{C8B7EABD-6F93-49DA-AAC3-77CBFC7F03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1" name="9u7j_2_build_Clashes_1">
            <a:extLst>
              <a:ext uri="{FF2B5EF4-FFF2-40B4-BE49-F238E27FC236}">
                <a16:creationId xmlns:a16="http://schemas.microsoft.com/office/drawing/2014/main" id="{B61F87B7-A0F5-456C-A1A7-01415351FF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2" name="9u7j_2_build_Clashes_2">
            <a:extLst>
              <a:ext uri="{FF2B5EF4-FFF2-40B4-BE49-F238E27FC236}">
                <a16:creationId xmlns:a16="http://schemas.microsoft.com/office/drawing/2014/main" id="{C4804ECB-A94C-4759-B6B6-70AD4DA54A0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3" name="9u7j_2_build_Clashes_3">
            <a:extLst>
              <a:ext uri="{FF2B5EF4-FFF2-40B4-BE49-F238E27FC236}">
                <a16:creationId xmlns:a16="http://schemas.microsoft.com/office/drawing/2014/main" id="{F3465DAC-BB31-4F45-B22D-E46ABFBCCC0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4" name="9u7j_2_build_Clashes_4">
            <a:extLst>
              <a:ext uri="{FF2B5EF4-FFF2-40B4-BE49-F238E27FC236}">
                <a16:creationId xmlns:a16="http://schemas.microsoft.com/office/drawing/2014/main" id="{8CAAD7A5-0317-4D92-9314-84E906A8EF5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5" name="9u7j_2_build_Clashes_5">
            <a:extLst>
              <a:ext uri="{FF2B5EF4-FFF2-40B4-BE49-F238E27FC236}">
                <a16:creationId xmlns:a16="http://schemas.microsoft.com/office/drawing/2014/main" id="{E589FFC6-EEF4-42F3-9F65-6C047E178A3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6" name="9u7j_2_build_Clashes_6">
            <a:extLst>
              <a:ext uri="{FF2B5EF4-FFF2-40B4-BE49-F238E27FC236}">
                <a16:creationId xmlns:a16="http://schemas.microsoft.com/office/drawing/2014/main" id="{894FB609-AE62-4BA6-AF09-D87FA369E84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7" name="9u7j_2_build_Clashes_7">
            <a:extLst>
              <a:ext uri="{FF2B5EF4-FFF2-40B4-BE49-F238E27FC236}">
                <a16:creationId xmlns:a16="http://schemas.microsoft.com/office/drawing/2014/main" id="{8FDA1448-D36E-4503-B128-951A5A4BE21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8" name="9u7j_2_build_Clashes_8">
            <a:extLst>
              <a:ext uri="{FF2B5EF4-FFF2-40B4-BE49-F238E27FC236}">
                <a16:creationId xmlns:a16="http://schemas.microsoft.com/office/drawing/2014/main" id="{E22E9FF0-B02B-4DD5-A633-21FC9A6468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9" name="9u7j_2_build_Clashes_9">
            <a:extLst>
              <a:ext uri="{FF2B5EF4-FFF2-40B4-BE49-F238E27FC236}">
                <a16:creationId xmlns:a16="http://schemas.microsoft.com/office/drawing/2014/main" id="{6C186A46-4178-4370-AFD3-6E9C0BE8193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0" name="9u7j_2_build_ClashingReceptorAtoms_1">
            <a:extLst>
              <a:ext uri="{FF2B5EF4-FFF2-40B4-BE49-F238E27FC236}">
                <a16:creationId xmlns:a16="http://schemas.microsoft.com/office/drawing/2014/main" id="{483E9528-BEC0-463A-99F3-BF1454934B48}"/>
              </a:ext>
            </a:extLst>
          </p:cNvPr>
          <p:cNvSpPr>
            <a:spLocks noGrp="1"/>
          </p:cNvSpPr>
          <p:nvPr/>
        </p:nvSpPr>
        <p:spPr>
          <a:xfrm>
            <a:off x="7146116" y="73850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1" name="9u7j_2_build_ClashingReceptorAtoms_2">
            <a:extLst>
              <a:ext uri="{FF2B5EF4-FFF2-40B4-BE49-F238E27FC236}">
                <a16:creationId xmlns:a16="http://schemas.microsoft.com/office/drawing/2014/main" id="{EDCFCCAD-32C7-4885-892A-42CBDCE49E70}"/>
              </a:ext>
            </a:extLst>
          </p:cNvPr>
          <p:cNvSpPr>
            <a:spLocks noGrp="1"/>
          </p:cNvSpPr>
          <p:nvPr/>
        </p:nvSpPr>
        <p:spPr>
          <a:xfrm>
            <a:off x="7015013" y="73601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2" name="9u7j_2_build_ClashingReceptorAtoms_3">
            <a:extLst>
              <a:ext uri="{FF2B5EF4-FFF2-40B4-BE49-F238E27FC236}">
                <a16:creationId xmlns:a16="http://schemas.microsoft.com/office/drawing/2014/main" id="{256B8573-7824-46EC-9DA0-EF953A255930}"/>
              </a:ext>
            </a:extLst>
          </p:cNvPr>
          <p:cNvSpPr>
            <a:spLocks noGrp="1"/>
          </p:cNvSpPr>
          <p:nvPr/>
        </p:nvSpPr>
        <p:spPr>
          <a:xfrm>
            <a:off x="7237509" y="72901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3" name="stage3-cases-main_38">
            <a:extLst>
              <a:ext uri="{FF2B5EF4-FFF2-40B4-BE49-F238E27FC236}">
                <a16:creationId xmlns:a16="http://schemas.microsoft.com/office/drawing/2014/main" id="{4016C4A4-2EE2-4F2D-8E57-7EB1DFA8B30E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1354" name="stage3-cases-main_39">
            <a:extLst>
              <a:ext uri="{FF2B5EF4-FFF2-40B4-BE49-F238E27FC236}">
                <a16:creationId xmlns:a16="http://schemas.microsoft.com/office/drawing/2014/main" id="{80591472-A153-48DC-BB93-AE028E1C1C21}"/>
              </a:ext>
            </a:extLst>
          </p:cNvPr>
          <p:cNvSpPr>
            <a:spLocks noGrp="1"/>
          </p:cNvSpPr>
          <p:nvPr/>
        </p:nvSpPr>
        <p:spPr>
          <a:xfrm>
            <a:off x="247650" y="76771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1355" name="stage3-cases-main_40">
            <a:extLst>
              <a:ext uri="{FF2B5EF4-FFF2-40B4-BE49-F238E27FC236}">
                <a16:creationId xmlns:a16="http://schemas.microsoft.com/office/drawing/2014/main" id="{24E191F7-EEB3-4977-AC90-77D774A55D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7820025"/>
                </a:moveTo>
                <a:lnTo>
                  <a:pt x="8953500" y="78200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356" name="stage3-cases-main_41">
            <a:extLst>
              <a:ext uri="{FF2B5EF4-FFF2-40B4-BE49-F238E27FC236}">
                <a16:creationId xmlns:a16="http://schemas.microsoft.com/office/drawing/2014/main" id="{D5914A2D-EAF3-4DD6-931C-A3BBAC31FA02}"/>
              </a:ext>
            </a:extLst>
          </p:cNvPr>
          <p:cNvSpPr>
            <a:spLocks noGrp="1"/>
          </p:cNvSpPr>
          <p:nvPr/>
        </p:nvSpPr>
        <p:spPr>
          <a:xfrm>
            <a:off x="9001125" y="77057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357" name="9wup_2_official_Receptor">
            <a:extLst>
              <a:ext uri="{FF2B5EF4-FFF2-40B4-BE49-F238E27FC236}">
                <a16:creationId xmlns:a16="http://schemas.microsoft.com/office/drawing/2014/main" id="{3CDD37B7-D97E-41B5-ADEC-829269E6B6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358" name="9wup_2_official_ExperimentalDensity">
            <a:extLst>
              <a:ext uri="{FF2B5EF4-FFF2-40B4-BE49-F238E27FC236}">
                <a16:creationId xmlns:a16="http://schemas.microsoft.com/office/drawing/2014/main" id="{4C59CC59-229C-4611-AA6E-75026A8634A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359" name="9wup_2_official_ReferenceLigand_0">
            <a:extLst>
              <a:ext uri="{FF2B5EF4-FFF2-40B4-BE49-F238E27FC236}">
                <a16:creationId xmlns:a16="http://schemas.microsoft.com/office/drawing/2014/main" id="{449D0316-152A-4489-AE70-644C27B4F65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0" name="9wup_2_official_ReferenceLigand_1">
            <a:extLst>
              <a:ext uri="{FF2B5EF4-FFF2-40B4-BE49-F238E27FC236}">
                <a16:creationId xmlns:a16="http://schemas.microsoft.com/office/drawing/2014/main" id="{555CCB1D-B490-4112-8AAA-0FF4DED68E7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1" name="9wup_2_official_ReferenceLigand_2">
            <a:extLst>
              <a:ext uri="{FF2B5EF4-FFF2-40B4-BE49-F238E27FC236}">
                <a16:creationId xmlns:a16="http://schemas.microsoft.com/office/drawing/2014/main" id="{AF18ECE6-CAF2-4D3B-B155-94C00B5CB3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2" name="9wup_2_official_ReferenceLigand_3">
            <a:extLst>
              <a:ext uri="{FF2B5EF4-FFF2-40B4-BE49-F238E27FC236}">
                <a16:creationId xmlns:a16="http://schemas.microsoft.com/office/drawing/2014/main" id="{A342E770-85AB-47A1-99D0-224B87DE728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3" name="9wup_2_official_ReferenceLigand_4">
            <a:extLst>
              <a:ext uri="{FF2B5EF4-FFF2-40B4-BE49-F238E27FC236}">
                <a16:creationId xmlns:a16="http://schemas.microsoft.com/office/drawing/2014/main" id="{94E61BEC-81EE-40BD-9C13-FB591C35867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4" name="9wup_2_official_ReferenceLigand_5">
            <a:extLst>
              <a:ext uri="{FF2B5EF4-FFF2-40B4-BE49-F238E27FC236}">
                <a16:creationId xmlns:a16="http://schemas.microsoft.com/office/drawing/2014/main" id="{5494DB68-0D28-4AB0-BC80-BBAB8BA9CB9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5" name="9wup_2_official_ReferenceLigand_6">
            <a:extLst>
              <a:ext uri="{FF2B5EF4-FFF2-40B4-BE49-F238E27FC236}">
                <a16:creationId xmlns:a16="http://schemas.microsoft.com/office/drawing/2014/main" id="{49421413-219F-41CC-9BB1-F5D574370CD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6" name="9wup_2_official_ReferenceLigand_7">
            <a:extLst>
              <a:ext uri="{FF2B5EF4-FFF2-40B4-BE49-F238E27FC236}">
                <a16:creationId xmlns:a16="http://schemas.microsoft.com/office/drawing/2014/main" id="{2A88168A-294D-4144-B73A-4E82C1F254F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7" name="9wup_2_official_ReferenceLigand_8">
            <a:extLst>
              <a:ext uri="{FF2B5EF4-FFF2-40B4-BE49-F238E27FC236}">
                <a16:creationId xmlns:a16="http://schemas.microsoft.com/office/drawing/2014/main" id="{401B6C67-3EC3-47B2-A647-22DF7DD72BE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8" name="9wup_2_official_ReferenceLigand_9">
            <a:extLst>
              <a:ext uri="{FF2B5EF4-FFF2-40B4-BE49-F238E27FC236}">
                <a16:creationId xmlns:a16="http://schemas.microsoft.com/office/drawing/2014/main" id="{E0FB3DB8-981C-410A-8EBE-98AD81A0462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9" name="9wup_2_official_ReferenceLigand_10">
            <a:extLst>
              <a:ext uri="{FF2B5EF4-FFF2-40B4-BE49-F238E27FC236}">
                <a16:creationId xmlns:a16="http://schemas.microsoft.com/office/drawing/2014/main" id="{8EBA4C75-D9E9-44DB-9979-25162406647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0" name="9wup_2_official_ReferenceLigand_11">
            <a:extLst>
              <a:ext uri="{FF2B5EF4-FFF2-40B4-BE49-F238E27FC236}">
                <a16:creationId xmlns:a16="http://schemas.microsoft.com/office/drawing/2014/main" id="{557FD769-27F8-4D51-8612-96F71471F0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1" name="9wup_2_official_ReferenceLigand_12">
            <a:extLst>
              <a:ext uri="{FF2B5EF4-FFF2-40B4-BE49-F238E27FC236}">
                <a16:creationId xmlns:a16="http://schemas.microsoft.com/office/drawing/2014/main" id="{04555B97-C436-44A0-A42E-E1E78CD513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2" name="9wup_2_official_ReferenceLigand_13">
            <a:extLst>
              <a:ext uri="{FF2B5EF4-FFF2-40B4-BE49-F238E27FC236}">
                <a16:creationId xmlns:a16="http://schemas.microsoft.com/office/drawing/2014/main" id="{93C8D282-08F7-4F55-A902-CCAD1A4C16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3" name="9wup_2_official_ReferenceLigand_14">
            <a:extLst>
              <a:ext uri="{FF2B5EF4-FFF2-40B4-BE49-F238E27FC236}">
                <a16:creationId xmlns:a16="http://schemas.microsoft.com/office/drawing/2014/main" id="{20B2D58A-36BE-4026-93F9-E4398B16701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4" name="9wup_2_official_ReferenceLigand_15">
            <a:extLst>
              <a:ext uri="{FF2B5EF4-FFF2-40B4-BE49-F238E27FC236}">
                <a16:creationId xmlns:a16="http://schemas.microsoft.com/office/drawing/2014/main" id="{8C76E220-0805-4993-B78B-AADCFAB7C1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5" name="9wup_2_official_ReferenceLigand_16">
            <a:extLst>
              <a:ext uri="{FF2B5EF4-FFF2-40B4-BE49-F238E27FC236}">
                <a16:creationId xmlns:a16="http://schemas.microsoft.com/office/drawing/2014/main" id="{4E90A90F-8EAD-4B2A-8A56-1FC9A443C72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6" name="9wup_2_official_ReferenceLigand_17">
            <a:extLst>
              <a:ext uri="{FF2B5EF4-FFF2-40B4-BE49-F238E27FC236}">
                <a16:creationId xmlns:a16="http://schemas.microsoft.com/office/drawing/2014/main" id="{068321F8-6199-4B72-808E-DD875F42099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7" name="9wup_2_official_ReferenceLigand_18">
            <a:extLst>
              <a:ext uri="{FF2B5EF4-FFF2-40B4-BE49-F238E27FC236}">
                <a16:creationId xmlns:a16="http://schemas.microsoft.com/office/drawing/2014/main" id="{AC4B7A83-A109-409D-BCB4-5737F707AD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8" name="9wup_2_official_ReferenceLigand_19">
            <a:extLst>
              <a:ext uri="{FF2B5EF4-FFF2-40B4-BE49-F238E27FC236}">
                <a16:creationId xmlns:a16="http://schemas.microsoft.com/office/drawing/2014/main" id="{043B3180-7F5C-4903-9814-6A26BB8739E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9" name="9wup_2_official_ReferenceLigand_20">
            <a:extLst>
              <a:ext uri="{FF2B5EF4-FFF2-40B4-BE49-F238E27FC236}">
                <a16:creationId xmlns:a16="http://schemas.microsoft.com/office/drawing/2014/main" id="{9AB3F60E-9F7B-4A90-896E-5B800584B66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0" name="9wup_2_official_ReferenceLigand_21">
            <a:extLst>
              <a:ext uri="{FF2B5EF4-FFF2-40B4-BE49-F238E27FC236}">
                <a16:creationId xmlns:a16="http://schemas.microsoft.com/office/drawing/2014/main" id="{DA072D5A-6D1D-41AC-9C5F-05E7E07C925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1" name="9wup_2_official_ReferenceLigand_22">
            <a:extLst>
              <a:ext uri="{FF2B5EF4-FFF2-40B4-BE49-F238E27FC236}">
                <a16:creationId xmlns:a16="http://schemas.microsoft.com/office/drawing/2014/main" id="{2FDC8358-E88F-4A81-9D92-2EBB36D7CE4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2" name="9wup_2_official_ReferenceLigand_23">
            <a:extLst>
              <a:ext uri="{FF2B5EF4-FFF2-40B4-BE49-F238E27FC236}">
                <a16:creationId xmlns:a16="http://schemas.microsoft.com/office/drawing/2014/main" id="{A190B668-C449-45E9-94E7-D8848FDBA74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3" name="9wup_2_official_ReferenceLigand_24">
            <a:extLst>
              <a:ext uri="{FF2B5EF4-FFF2-40B4-BE49-F238E27FC236}">
                <a16:creationId xmlns:a16="http://schemas.microsoft.com/office/drawing/2014/main" id="{4C05694F-ABE1-4919-9E60-F14AB47E752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4" name="9wup_2_official_ReferenceLigand_25">
            <a:extLst>
              <a:ext uri="{FF2B5EF4-FFF2-40B4-BE49-F238E27FC236}">
                <a16:creationId xmlns:a16="http://schemas.microsoft.com/office/drawing/2014/main" id="{85D598E8-1986-488A-88BD-0342CC9E4FC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5" name="9wup_2_official_ReferenceLigand_26">
            <a:extLst>
              <a:ext uri="{FF2B5EF4-FFF2-40B4-BE49-F238E27FC236}">
                <a16:creationId xmlns:a16="http://schemas.microsoft.com/office/drawing/2014/main" id="{72326AE6-4076-4BC5-A169-C402E2F1F13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6" name="9wup_2_official_ReferenceLigand_27">
            <a:extLst>
              <a:ext uri="{FF2B5EF4-FFF2-40B4-BE49-F238E27FC236}">
                <a16:creationId xmlns:a16="http://schemas.microsoft.com/office/drawing/2014/main" id="{3A77D8BE-59C7-414A-9291-2E81C16775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7" name="9wup_2_official_ReferenceLigand_28">
            <a:extLst>
              <a:ext uri="{FF2B5EF4-FFF2-40B4-BE49-F238E27FC236}">
                <a16:creationId xmlns:a16="http://schemas.microsoft.com/office/drawing/2014/main" id="{97B96BB4-8746-4F59-928A-B41D7A72AF8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8" name="9wup_2_official_ReferenceLigand_29">
            <a:extLst>
              <a:ext uri="{FF2B5EF4-FFF2-40B4-BE49-F238E27FC236}">
                <a16:creationId xmlns:a16="http://schemas.microsoft.com/office/drawing/2014/main" id="{7B8FAB61-8689-4C5D-B0A4-B816B9B2C2A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9" name="9wup_2_official_ReferenceLigand_30">
            <a:extLst>
              <a:ext uri="{FF2B5EF4-FFF2-40B4-BE49-F238E27FC236}">
                <a16:creationId xmlns:a16="http://schemas.microsoft.com/office/drawing/2014/main" id="{989DF189-FEA9-4317-8C52-CA31B339DBD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0" name="9wup_2_official_ReferenceLigand_31">
            <a:extLst>
              <a:ext uri="{FF2B5EF4-FFF2-40B4-BE49-F238E27FC236}">
                <a16:creationId xmlns:a16="http://schemas.microsoft.com/office/drawing/2014/main" id="{3451965C-129E-4E32-847E-F08CD456F59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1" name="9wup_2_official_ReferenceLigand_32">
            <a:extLst>
              <a:ext uri="{FF2B5EF4-FFF2-40B4-BE49-F238E27FC236}">
                <a16:creationId xmlns:a16="http://schemas.microsoft.com/office/drawing/2014/main" id="{1903AA86-3817-4741-99CC-309FD1C0144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2" name="9wup_2_official_ReferenceLigand_33">
            <a:extLst>
              <a:ext uri="{FF2B5EF4-FFF2-40B4-BE49-F238E27FC236}">
                <a16:creationId xmlns:a16="http://schemas.microsoft.com/office/drawing/2014/main" id="{AD072E23-8DBA-43BF-A876-81B03128947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3" name="9wup_2_official_ReferenceLigand_34">
            <a:extLst>
              <a:ext uri="{FF2B5EF4-FFF2-40B4-BE49-F238E27FC236}">
                <a16:creationId xmlns:a16="http://schemas.microsoft.com/office/drawing/2014/main" id="{62FE30BB-D518-4BB3-BFC5-EBA338E5EC5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4" name="9wup_2_official_ReferenceLigand_35">
            <a:extLst>
              <a:ext uri="{FF2B5EF4-FFF2-40B4-BE49-F238E27FC236}">
                <a16:creationId xmlns:a16="http://schemas.microsoft.com/office/drawing/2014/main" id="{2CB3284D-B340-41B6-B695-A2B220A5482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5" name="9wup_2_official_ReferenceLigand_36">
            <a:extLst>
              <a:ext uri="{FF2B5EF4-FFF2-40B4-BE49-F238E27FC236}">
                <a16:creationId xmlns:a16="http://schemas.microsoft.com/office/drawing/2014/main" id="{71665572-F9AF-4B26-9B30-CBE58A7C37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6" name="9wup_2_official_ReferenceLigand_37">
            <a:extLst>
              <a:ext uri="{FF2B5EF4-FFF2-40B4-BE49-F238E27FC236}">
                <a16:creationId xmlns:a16="http://schemas.microsoft.com/office/drawing/2014/main" id="{09A362A5-037F-477F-9F9C-00B7F790276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7" name="9wup_2_official_ReferenceLigand_38">
            <a:extLst>
              <a:ext uri="{FF2B5EF4-FFF2-40B4-BE49-F238E27FC236}">
                <a16:creationId xmlns:a16="http://schemas.microsoft.com/office/drawing/2014/main" id="{24D5CF51-0400-49F9-98BE-2CC5C941D9E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8" name="9wup_2_official_ReferenceLigand_39">
            <a:extLst>
              <a:ext uri="{FF2B5EF4-FFF2-40B4-BE49-F238E27FC236}">
                <a16:creationId xmlns:a16="http://schemas.microsoft.com/office/drawing/2014/main" id="{CE538E71-E163-4524-80A5-E44078F5694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9" name="9wup_2_official_ReferenceLigand_40">
            <a:extLst>
              <a:ext uri="{FF2B5EF4-FFF2-40B4-BE49-F238E27FC236}">
                <a16:creationId xmlns:a16="http://schemas.microsoft.com/office/drawing/2014/main" id="{83867E76-3595-42DC-A552-0E7163D1B71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0" name="9wup_2_official_ReferenceLigand_41">
            <a:extLst>
              <a:ext uri="{FF2B5EF4-FFF2-40B4-BE49-F238E27FC236}">
                <a16:creationId xmlns:a16="http://schemas.microsoft.com/office/drawing/2014/main" id="{BA06E711-622A-4071-9FBD-45F2CA01117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1" name="9wup_2_official_ReferenceLigand_42">
            <a:extLst>
              <a:ext uri="{FF2B5EF4-FFF2-40B4-BE49-F238E27FC236}">
                <a16:creationId xmlns:a16="http://schemas.microsoft.com/office/drawing/2014/main" id="{F3C25987-21D1-4960-9EC2-9171F5E71D3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2" name="9wup_2_official_ReferenceLigand_43">
            <a:extLst>
              <a:ext uri="{FF2B5EF4-FFF2-40B4-BE49-F238E27FC236}">
                <a16:creationId xmlns:a16="http://schemas.microsoft.com/office/drawing/2014/main" id="{D520FBF9-70C1-4AC4-9CA5-6A8A999600A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3" name="9wup_2_official_ReferenceLigand_44">
            <a:extLst>
              <a:ext uri="{FF2B5EF4-FFF2-40B4-BE49-F238E27FC236}">
                <a16:creationId xmlns:a16="http://schemas.microsoft.com/office/drawing/2014/main" id="{C838527C-9130-44A4-9C06-26B26292AD3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4" name="9wup_2_official_ReferenceLigand_45">
            <a:extLst>
              <a:ext uri="{FF2B5EF4-FFF2-40B4-BE49-F238E27FC236}">
                <a16:creationId xmlns:a16="http://schemas.microsoft.com/office/drawing/2014/main" id="{560C89EF-5EB9-4C1D-9E7E-E6D3DB7E420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5" name="9wup_2_official_ReferenceLigand_46">
            <a:extLst>
              <a:ext uri="{FF2B5EF4-FFF2-40B4-BE49-F238E27FC236}">
                <a16:creationId xmlns:a16="http://schemas.microsoft.com/office/drawing/2014/main" id="{521FCDA1-6446-474C-BFF1-B5A821C7EE6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6" name="9wup_2_official_ReferenceLigand_47">
            <a:extLst>
              <a:ext uri="{FF2B5EF4-FFF2-40B4-BE49-F238E27FC236}">
                <a16:creationId xmlns:a16="http://schemas.microsoft.com/office/drawing/2014/main" id="{DFB4B8E9-3C5C-4F84-93B2-B8EA8492695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7" name="9wup_2_official_ReferenceLigand_48">
            <a:extLst>
              <a:ext uri="{FF2B5EF4-FFF2-40B4-BE49-F238E27FC236}">
                <a16:creationId xmlns:a16="http://schemas.microsoft.com/office/drawing/2014/main" id="{2C73DEBD-1113-44D0-9E59-AAB898EEC9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8" name="9wup_2_official_ReferenceLigand_49">
            <a:extLst>
              <a:ext uri="{FF2B5EF4-FFF2-40B4-BE49-F238E27FC236}">
                <a16:creationId xmlns:a16="http://schemas.microsoft.com/office/drawing/2014/main" id="{B353049B-6719-4BE2-995D-4EDA2D9D9F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9" name="9wup_2_official_ReferenceLigand_50">
            <a:extLst>
              <a:ext uri="{FF2B5EF4-FFF2-40B4-BE49-F238E27FC236}">
                <a16:creationId xmlns:a16="http://schemas.microsoft.com/office/drawing/2014/main" id="{2D05C9CB-95F8-4B0B-BAC2-AEC52B06932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0" name="9wup_2_official_ReferenceLigand_51">
            <a:extLst>
              <a:ext uri="{FF2B5EF4-FFF2-40B4-BE49-F238E27FC236}">
                <a16:creationId xmlns:a16="http://schemas.microsoft.com/office/drawing/2014/main" id="{2D880AE0-5E4E-4223-8F93-A9FA5419CE3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1" name="9wup_2_official_ReferenceLigand_52">
            <a:extLst>
              <a:ext uri="{FF2B5EF4-FFF2-40B4-BE49-F238E27FC236}">
                <a16:creationId xmlns:a16="http://schemas.microsoft.com/office/drawing/2014/main" id="{59C73C21-E034-4151-8A69-BABE8B67E62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2" name="9wup_2_official_ReferenceLigand_53">
            <a:extLst>
              <a:ext uri="{FF2B5EF4-FFF2-40B4-BE49-F238E27FC236}">
                <a16:creationId xmlns:a16="http://schemas.microsoft.com/office/drawing/2014/main" id="{79773A6B-F38F-455B-A730-FC68E3F0EF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3" name="9wup_2_official_ReferenceLigand_54">
            <a:extLst>
              <a:ext uri="{FF2B5EF4-FFF2-40B4-BE49-F238E27FC236}">
                <a16:creationId xmlns:a16="http://schemas.microsoft.com/office/drawing/2014/main" id="{C501819B-C89D-42A8-9B38-BB122EC14C2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4" name="9wup_2_official_ReferenceLigand_55">
            <a:extLst>
              <a:ext uri="{FF2B5EF4-FFF2-40B4-BE49-F238E27FC236}">
                <a16:creationId xmlns:a16="http://schemas.microsoft.com/office/drawing/2014/main" id="{4745730E-C4BB-40E7-8931-2118B482705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5" name="9wup_2_official_ReferenceLigand_56">
            <a:extLst>
              <a:ext uri="{FF2B5EF4-FFF2-40B4-BE49-F238E27FC236}">
                <a16:creationId xmlns:a16="http://schemas.microsoft.com/office/drawing/2014/main" id="{4EE00398-435F-439A-9F5D-6B72AEC4A37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6" name="9wup_2_official_ReferenceLigand_57">
            <a:extLst>
              <a:ext uri="{FF2B5EF4-FFF2-40B4-BE49-F238E27FC236}">
                <a16:creationId xmlns:a16="http://schemas.microsoft.com/office/drawing/2014/main" id="{B85FEC8D-8637-41B5-94BA-D5CCF6785E5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7" name="9wup_2_official_PredictedLigand_0">
            <a:extLst>
              <a:ext uri="{FF2B5EF4-FFF2-40B4-BE49-F238E27FC236}">
                <a16:creationId xmlns:a16="http://schemas.microsoft.com/office/drawing/2014/main" id="{C48C9828-A666-42C9-B98C-D3537CB1CC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18" name="9wup_2_official_PredictedLigand_1">
            <a:extLst>
              <a:ext uri="{FF2B5EF4-FFF2-40B4-BE49-F238E27FC236}">
                <a16:creationId xmlns:a16="http://schemas.microsoft.com/office/drawing/2014/main" id="{9D19762E-2236-4DDE-A969-83FEBAAEC17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19" name="9wup_2_official_PredictedLigand_2">
            <a:extLst>
              <a:ext uri="{FF2B5EF4-FFF2-40B4-BE49-F238E27FC236}">
                <a16:creationId xmlns:a16="http://schemas.microsoft.com/office/drawing/2014/main" id="{A2F93EEC-DCA9-401F-A250-7414966CBCC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0" name="9wup_2_official_PredictedLigand_3">
            <a:extLst>
              <a:ext uri="{FF2B5EF4-FFF2-40B4-BE49-F238E27FC236}">
                <a16:creationId xmlns:a16="http://schemas.microsoft.com/office/drawing/2014/main" id="{B425D695-9FDD-4490-B8FB-D57DB70192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1" name="9wup_2_official_PredictedLigand_4">
            <a:extLst>
              <a:ext uri="{FF2B5EF4-FFF2-40B4-BE49-F238E27FC236}">
                <a16:creationId xmlns:a16="http://schemas.microsoft.com/office/drawing/2014/main" id="{F78603A8-F2C8-4897-9FD3-5D9FE189D31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2" name="9wup_2_official_PredictedLigand_5">
            <a:extLst>
              <a:ext uri="{FF2B5EF4-FFF2-40B4-BE49-F238E27FC236}">
                <a16:creationId xmlns:a16="http://schemas.microsoft.com/office/drawing/2014/main" id="{F2B2A298-1A86-43C6-AD2F-F24806EB747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3" name="9wup_2_official_PredictedLigand_6">
            <a:extLst>
              <a:ext uri="{FF2B5EF4-FFF2-40B4-BE49-F238E27FC236}">
                <a16:creationId xmlns:a16="http://schemas.microsoft.com/office/drawing/2014/main" id="{33B72282-F510-4A4E-882F-A02AC78D903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4" name="9wup_2_official_PredictedLigand_7">
            <a:extLst>
              <a:ext uri="{FF2B5EF4-FFF2-40B4-BE49-F238E27FC236}">
                <a16:creationId xmlns:a16="http://schemas.microsoft.com/office/drawing/2014/main" id="{F93B08E1-2A62-498F-9F79-3448DD08740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5" name="9wup_2_official_PredictedLigand_8">
            <a:extLst>
              <a:ext uri="{FF2B5EF4-FFF2-40B4-BE49-F238E27FC236}">
                <a16:creationId xmlns:a16="http://schemas.microsoft.com/office/drawing/2014/main" id="{6A7BA3B2-964E-410B-9431-59E78E5C9C8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6" name="9wup_2_official_PredictedLigand_9">
            <a:extLst>
              <a:ext uri="{FF2B5EF4-FFF2-40B4-BE49-F238E27FC236}">
                <a16:creationId xmlns:a16="http://schemas.microsoft.com/office/drawing/2014/main" id="{6B0590B4-7ED5-4892-8CA3-7453890B5EF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7" name="9wup_2_official_PredictedLigand_10">
            <a:extLst>
              <a:ext uri="{FF2B5EF4-FFF2-40B4-BE49-F238E27FC236}">
                <a16:creationId xmlns:a16="http://schemas.microsoft.com/office/drawing/2014/main" id="{48107B9C-5C7F-4671-91AD-C0784114EA3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8" name="9wup_2_official_PredictedLigand_11">
            <a:extLst>
              <a:ext uri="{FF2B5EF4-FFF2-40B4-BE49-F238E27FC236}">
                <a16:creationId xmlns:a16="http://schemas.microsoft.com/office/drawing/2014/main" id="{C3E4343F-376C-4998-ACB5-09CD62D44DE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9" name="9wup_2_official_PredictedLigand_12">
            <a:extLst>
              <a:ext uri="{FF2B5EF4-FFF2-40B4-BE49-F238E27FC236}">
                <a16:creationId xmlns:a16="http://schemas.microsoft.com/office/drawing/2014/main" id="{7FD7B24C-6730-469B-8033-998177AA014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0" name="9wup_2_official_PredictedLigand_13">
            <a:extLst>
              <a:ext uri="{FF2B5EF4-FFF2-40B4-BE49-F238E27FC236}">
                <a16:creationId xmlns:a16="http://schemas.microsoft.com/office/drawing/2014/main" id="{B6CF4F6E-AC24-4F7E-9D83-920C6D0C9B8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1" name="9wup_2_official_PredictedLigand_14">
            <a:extLst>
              <a:ext uri="{FF2B5EF4-FFF2-40B4-BE49-F238E27FC236}">
                <a16:creationId xmlns:a16="http://schemas.microsoft.com/office/drawing/2014/main" id="{CCED4BC3-E074-43A1-B7CD-2B3382EF727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2" name="9wup_2_official_PredictedLigand_15">
            <a:extLst>
              <a:ext uri="{FF2B5EF4-FFF2-40B4-BE49-F238E27FC236}">
                <a16:creationId xmlns:a16="http://schemas.microsoft.com/office/drawing/2014/main" id="{60E9B90C-B53B-4D5A-AC6C-4B664453983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3" name="9wup_2_official_PredictedLigand_16">
            <a:extLst>
              <a:ext uri="{FF2B5EF4-FFF2-40B4-BE49-F238E27FC236}">
                <a16:creationId xmlns:a16="http://schemas.microsoft.com/office/drawing/2014/main" id="{638EF19E-9E68-4023-A5D8-B658722A39F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4" name="9wup_2_official_PredictedLigand_17">
            <a:extLst>
              <a:ext uri="{FF2B5EF4-FFF2-40B4-BE49-F238E27FC236}">
                <a16:creationId xmlns:a16="http://schemas.microsoft.com/office/drawing/2014/main" id="{605EAC9C-25F3-475C-B855-4D8AC0EF3BE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5" name="9wup_2_official_PredictedLigand_18">
            <a:extLst>
              <a:ext uri="{FF2B5EF4-FFF2-40B4-BE49-F238E27FC236}">
                <a16:creationId xmlns:a16="http://schemas.microsoft.com/office/drawing/2014/main" id="{854F6D79-887E-4452-8ADF-ED78CF2B03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6" name="9wup_2_official_PredictedLigand_19">
            <a:extLst>
              <a:ext uri="{FF2B5EF4-FFF2-40B4-BE49-F238E27FC236}">
                <a16:creationId xmlns:a16="http://schemas.microsoft.com/office/drawing/2014/main" id="{4DB6B062-B134-4E09-AE76-DE59F11F568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7" name="9wup_2_official_PredictedLigand_20">
            <a:extLst>
              <a:ext uri="{FF2B5EF4-FFF2-40B4-BE49-F238E27FC236}">
                <a16:creationId xmlns:a16="http://schemas.microsoft.com/office/drawing/2014/main" id="{AEB493D6-60E8-4D5E-8393-AA6840C671B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8" name="9wup_2_official_PredictedLigand_21">
            <a:extLst>
              <a:ext uri="{FF2B5EF4-FFF2-40B4-BE49-F238E27FC236}">
                <a16:creationId xmlns:a16="http://schemas.microsoft.com/office/drawing/2014/main" id="{C5F86FFF-E73B-4340-99D8-93DEBA9098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9" name="9wup_2_official_PredictedLigand_22">
            <a:extLst>
              <a:ext uri="{FF2B5EF4-FFF2-40B4-BE49-F238E27FC236}">
                <a16:creationId xmlns:a16="http://schemas.microsoft.com/office/drawing/2014/main" id="{E4F04759-7546-4875-96A7-913855D45BA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0" name="9wup_2_official_PredictedLigand_23">
            <a:extLst>
              <a:ext uri="{FF2B5EF4-FFF2-40B4-BE49-F238E27FC236}">
                <a16:creationId xmlns:a16="http://schemas.microsoft.com/office/drawing/2014/main" id="{5C6E8C76-450E-4508-AF42-D8619F56289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1" name="9wup_2_official_PredictedLigand_24">
            <a:extLst>
              <a:ext uri="{FF2B5EF4-FFF2-40B4-BE49-F238E27FC236}">
                <a16:creationId xmlns:a16="http://schemas.microsoft.com/office/drawing/2014/main" id="{02FEBA89-C125-4C09-A5E1-532C0D5357C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2" name="9wup_2_official_PredictedLigand_25">
            <a:extLst>
              <a:ext uri="{FF2B5EF4-FFF2-40B4-BE49-F238E27FC236}">
                <a16:creationId xmlns:a16="http://schemas.microsoft.com/office/drawing/2014/main" id="{CFA1B413-26ED-4005-9EEA-9B6A7E1C6A0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3" name="9wup_2_official_PredictedLigand_26">
            <a:extLst>
              <a:ext uri="{FF2B5EF4-FFF2-40B4-BE49-F238E27FC236}">
                <a16:creationId xmlns:a16="http://schemas.microsoft.com/office/drawing/2014/main" id="{50092581-B6DC-4764-BBDC-274FBC96CD6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4" name="9wup_2_official_PredictedLigand_27">
            <a:extLst>
              <a:ext uri="{FF2B5EF4-FFF2-40B4-BE49-F238E27FC236}">
                <a16:creationId xmlns:a16="http://schemas.microsoft.com/office/drawing/2014/main" id="{B8B69B7A-B04E-4903-AFB4-B6FB504FF9B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5" name="9wup_2_official_PredictedLigand_28">
            <a:extLst>
              <a:ext uri="{FF2B5EF4-FFF2-40B4-BE49-F238E27FC236}">
                <a16:creationId xmlns:a16="http://schemas.microsoft.com/office/drawing/2014/main" id="{89B0C367-89A9-4A35-9627-3FA91ED4678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6" name="9wup_2_official_PredictedLigand_29">
            <a:extLst>
              <a:ext uri="{FF2B5EF4-FFF2-40B4-BE49-F238E27FC236}">
                <a16:creationId xmlns:a16="http://schemas.microsoft.com/office/drawing/2014/main" id="{3142F5DF-28E1-40E1-BCED-CB737438E71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7" name="9wup_2_official_PredictedLigand_30">
            <a:extLst>
              <a:ext uri="{FF2B5EF4-FFF2-40B4-BE49-F238E27FC236}">
                <a16:creationId xmlns:a16="http://schemas.microsoft.com/office/drawing/2014/main" id="{2A533CF9-F637-4C29-9597-F802E76A8B6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8" name="9wup_2_official_PredictedLigand_31">
            <a:extLst>
              <a:ext uri="{FF2B5EF4-FFF2-40B4-BE49-F238E27FC236}">
                <a16:creationId xmlns:a16="http://schemas.microsoft.com/office/drawing/2014/main" id="{06D6C86B-4C3E-431B-B633-45586D8E9E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9" name="9wup_2_official_PredictedLigand_32">
            <a:extLst>
              <a:ext uri="{FF2B5EF4-FFF2-40B4-BE49-F238E27FC236}">
                <a16:creationId xmlns:a16="http://schemas.microsoft.com/office/drawing/2014/main" id="{97E3E8F6-8DB9-4F59-B50F-8D854422488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0" name="9wup_2_official_PredictedLigand_33">
            <a:extLst>
              <a:ext uri="{FF2B5EF4-FFF2-40B4-BE49-F238E27FC236}">
                <a16:creationId xmlns:a16="http://schemas.microsoft.com/office/drawing/2014/main" id="{6EE6440F-22EB-4815-9FD1-120F393C632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1" name="9wup_2_official_PredictedLigand_34">
            <a:extLst>
              <a:ext uri="{FF2B5EF4-FFF2-40B4-BE49-F238E27FC236}">
                <a16:creationId xmlns:a16="http://schemas.microsoft.com/office/drawing/2014/main" id="{6072CC61-B7BC-4B4C-904B-AD60C94DF91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2" name="9wup_2_official_PredictedLigand_35">
            <a:extLst>
              <a:ext uri="{FF2B5EF4-FFF2-40B4-BE49-F238E27FC236}">
                <a16:creationId xmlns:a16="http://schemas.microsoft.com/office/drawing/2014/main" id="{739062CE-1CCA-4160-9B07-B84F1163CE1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3" name="9wup_2_official_PredictedLigand_36">
            <a:extLst>
              <a:ext uri="{FF2B5EF4-FFF2-40B4-BE49-F238E27FC236}">
                <a16:creationId xmlns:a16="http://schemas.microsoft.com/office/drawing/2014/main" id="{3509FF03-319F-4D38-940D-2CE07C803B5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4" name="9wup_2_official_PredictedLigand_37">
            <a:extLst>
              <a:ext uri="{FF2B5EF4-FFF2-40B4-BE49-F238E27FC236}">
                <a16:creationId xmlns:a16="http://schemas.microsoft.com/office/drawing/2014/main" id="{1C0FC1C7-3458-4EBF-85CB-F15803400BE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5" name="9wup_2_official_PredictedLigand_38">
            <a:extLst>
              <a:ext uri="{FF2B5EF4-FFF2-40B4-BE49-F238E27FC236}">
                <a16:creationId xmlns:a16="http://schemas.microsoft.com/office/drawing/2014/main" id="{5CCF2FAB-975D-4106-A5F9-8F1EAC1E76F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6" name="9wup_2_official_PredictedLigand_39">
            <a:extLst>
              <a:ext uri="{FF2B5EF4-FFF2-40B4-BE49-F238E27FC236}">
                <a16:creationId xmlns:a16="http://schemas.microsoft.com/office/drawing/2014/main" id="{B6503A67-AAB9-466D-A1A5-2EB175FC77A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7" name="9wup_2_official_PredictedLigand_40">
            <a:extLst>
              <a:ext uri="{FF2B5EF4-FFF2-40B4-BE49-F238E27FC236}">
                <a16:creationId xmlns:a16="http://schemas.microsoft.com/office/drawing/2014/main" id="{5D07C715-23AC-4161-9EC3-71BE8F19B2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8" name="9wup_2_official_PredictedLigand_41">
            <a:extLst>
              <a:ext uri="{FF2B5EF4-FFF2-40B4-BE49-F238E27FC236}">
                <a16:creationId xmlns:a16="http://schemas.microsoft.com/office/drawing/2014/main" id="{C720A7F8-DCB3-405A-AD7D-8D37F42C7E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9" name="9wup_2_official_PredictedLigand_42">
            <a:extLst>
              <a:ext uri="{FF2B5EF4-FFF2-40B4-BE49-F238E27FC236}">
                <a16:creationId xmlns:a16="http://schemas.microsoft.com/office/drawing/2014/main" id="{8B9D4D33-7B13-464D-BE00-3866EA28DE0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0" name="9wup_2_official_PredictedLigand_43">
            <a:extLst>
              <a:ext uri="{FF2B5EF4-FFF2-40B4-BE49-F238E27FC236}">
                <a16:creationId xmlns:a16="http://schemas.microsoft.com/office/drawing/2014/main" id="{99CC6DB1-0AC6-4408-B302-61202807DA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1" name="9wup_2_official_PredictedLigand_44">
            <a:extLst>
              <a:ext uri="{FF2B5EF4-FFF2-40B4-BE49-F238E27FC236}">
                <a16:creationId xmlns:a16="http://schemas.microsoft.com/office/drawing/2014/main" id="{3F14B647-0423-4847-B432-30751CD24BD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2" name="9wup_2_official_PredictedLigand_45">
            <a:extLst>
              <a:ext uri="{FF2B5EF4-FFF2-40B4-BE49-F238E27FC236}">
                <a16:creationId xmlns:a16="http://schemas.microsoft.com/office/drawing/2014/main" id="{8BF79344-7A7F-47D5-8844-A711CAC2F1A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3" name="9wup_2_official_PredictedLigand_46">
            <a:extLst>
              <a:ext uri="{FF2B5EF4-FFF2-40B4-BE49-F238E27FC236}">
                <a16:creationId xmlns:a16="http://schemas.microsoft.com/office/drawing/2014/main" id="{0BE69D23-D6ED-4631-847C-CD984F4221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4" name="9wup_2_official_PredictedLigand_47">
            <a:extLst>
              <a:ext uri="{FF2B5EF4-FFF2-40B4-BE49-F238E27FC236}">
                <a16:creationId xmlns:a16="http://schemas.microsoft.com/office/drawing/2014/main" id="{EF01E71E-B7C9-4CA9-B8D2-E809351231E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5" name="9wup_2_official_PredictedLigand_48">
            <a:extLst>
              <a:ext uri="{FF2B5EF4-FFF2-40B4-BE49-F238E27FC236}">
                <a16:creationId xmlns:a16="http://schemas.microsoft.com/office/drawing/2014/main" id="{244526C7-9790-43B4-B33E-EFAA950E304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6" name="9wup_2_official_PredictedLigand_49">
            <a:extLst>
              <a:ext uri="{FF2B5EF4-FFF2-40B4-BE49-F238E27FC236}">
                <a16:creationId xmlns:a16="http://schemas.microsoft.com/office/drawing/2014/main" id="{900D0B32-848C-470F-9CC7-27A68F1D777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7" name="9wup_2_official_PredictedLigand_50">
            <a:extLst>
              <a:ext uri="{FF2B5EF4-FFF2-40B4-BE49-F238E27FC236}">
                <a16:creationId xmlns:a16="http://schemas.microsoft.com/office/drawing/2014/main" id="{576FC722-E8AB-4AAE-9010-2E29E3FDDC4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8" name="9wup_2_official_PredictedLigand_51">
            <a:extLst>
              <a:ext uri="{FF2B5EF4-FFF2-40B4-BE49-F238E27FC236}">
                <a16:creationId xmlns:a16="http://schemas.microsoft.com/office/drawing/2014/main" id="{9A067310-3D96-4E8A-9FE4-3E4D7F6A76A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9" name="9wup_2_official_PredictedLigand_52">
            <a:extLst>
              <a:ext uri="{FF2B5EF4-FFF2-40B4-BE49-F238E27FC236}">
                <a16:creationId xmlns:a16="http://schemas.microsoft.com/office/drawing/2014/main" id="{DA198795-3E81-48F0-9C9D-207C7134FD0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0" name="9wup_2_official_PredictedLigand_53">
            <a:extLst>
              <a:ext uri="{FF2B5EF4-FFF2-40B4-BE49-F238E27FC236}">
                <a16:creationId xmlns:a16="http://schemas.microsoft.com/office/drawing/2014/main" id="{88231951-EEB6-4F66-B375-ECC43EDB43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1" name="9wup_2_official_PredictedLigand_54">
            <a:extLst>
              <a:ext uri="{FF2B5EF4-FFF2-40B4-BE49-F238E27FC236}">
                <a16:creationId xmlns:a16="http://schemas.microsoft.com/office/drawing/2014/main" id="{11DC46C7-3FF2-4F40-8FA6-ED742C0A201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2" name="9wup_2_official_PredictedLigand_55">
            <a:extLst>
              <a:ext uri="{FF2B5EF4-FFF2-40B4-BE49-F238E27FC236}">
                <a16:creationId xmlns:a16="http://schemas.microsoft.com/office/drawing/2014/main" id="{6D740091-3FDA-4EB4-9A49-4048BC323BB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3" name="9wup_2_official_PredictedLigand_56">
            <a:extLst>
              <a:ext uri="{FF2B5EF4-FFF2-40B4-BE49-F238E27FC236}">
                <a16:creationId xmlns:a16="http://schemas.microsoft.com/office/drawing/2014/main" id="{1CCF9791-B395-49D3-98BE-ED6344C0944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4" name="9wup_2_official_PredictedLigand_57">
            <a:extLst>
              <a:ext uri="{FF2B5EF4-FFF2-40B4-BE49-F238E27FC236}">
                <a16:creationId xmlns:a16="http://schemas.microsoft.com/office/drawing/2014/main" id="{0F6E1F30-C29D-425A-829B-8ABC5B480D2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5" name="9wup_2_official_PredictedAtoms_0">
            <a:extLst>
              <a:ext uri="{FF2B5EF4-FFF2-40B4-BE49-F238E27FC236}">
                <a16:creationId xmlns:a16="http://schemas.microsoft.com/office/drawing/2014/main" id="{135F0E3A-92F8-4CA7-A7DE-EF63F5AD1AE9}"/>
              </a:ext>
            </a:extLst>
          </p:cNvPr>
          <p:cNvSpPr>
            <a:spLocks noGrp="1"/>
          </p:cNvSpPr>
          <p:nvPr/>
        </p:nvSpPr>
        <p:spPr>
          <a:xfrm>
            <a:off x="1267328" y="8533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6" name="9wup_2_official_PredictedAtoms_1">
            <a:extLst>
              <a:ext uri="{FF2B5EF4-FFF2-40B4-BE49-F238E27FC236}">
                <a16:creationId xmlns:a16="http://schemas.microsoft.com/office/drawing/2014/main" id="{EE6D6DCC-EC37-4C13-B1A2-99B0B147A54C}"/>
              </a:ext>
            </a:extLst>
          </p:cNvPr>
          <p:cNvSpPr>
            <a:spLocks noGrp="1"/>
          </p:cNvSpPr>
          <p:nvPr/>
        </p:nvSpPr>
        <p:spPr>
          <a:xfrm>
            <a:off x="1369074" y="85746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7" name="9wup_2_official_PredictedAtoms_2">
            <a:extLst>
              <a:ext uri="{FF2B5EF4-FFF2-40B4-BE49-F238E27FC236}">
                <a16:creationId xmlns:a16="http://schemas.microsoft.com/office/drawing/2014/main" id="{0558A315-918B-4B12-BA5D-C0382F4EAD97}"/>
              </a:ext>
            </a:extLst>
          </p:cNvPr>
          <p:cNvSpPr>
            <a:spLocks noGrp="1"/>
          </p:cNvSpPr>
          <p:nvPr/>
        </p:nvSpPr>
        <p:spPr>
          <a:xfrm>
            <a:off x="1477402" y="8525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8" name="9wup_2_official_PredictedAtoms_3">
            <a:extLst>
              <a:ext uri="{FF2B5EF4-FFF2-40B4-BE49-F238E27FC236}">
                <a16:creationId xmlns:a16="http://schemas.microsoft.com/office/drawing/2014/main" id="{94B7C72E-70D9-46C0-85F1-CE9FAEDCF51F}"/>
              </a:ext>
            </a:extLst>
          </p:cNvPr>
          <p:cNvSpPr>
            <a:spLocks noGrp="1"/>
          </p:cNvSpPr>
          <p:nvPr/>
        </p:nvSpPr>
        <p:spPr>
          <a:xfrm>
            <a:off x="1504555" y="86017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9" name="9wup_2_official_PredictedAtoms_4">
            <a:extLst>
              <a:ext uri="{FF2B5EF4-FFF2-40B4-BE49-F238E27FC236}">
                <a16:creationId xmlns:a16="http://schemas.microsoft.com/office/drawing/2014/main" id="{75409A4B-D286-430A-B301-0200E759F829}"/>
              </a:ext>
            </a:extLst>
          </p:cNvPr>
          <p:cNvSpPr>
            <a:spLocks noGrp="1"/>
          </p:cNvSpPr>
          <p:nvPr/>
        </p:nvSpPr>
        <p:spPr>
          <a:xfrm>
            <a:off x="1600372" y="8570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0" name="9wup_2_official_PredictedAtoms_5">
            <a:extLst>
              <a:ext uri="{FF2B5EF4-FFF2-40B4-BE49-F238E27FC236}">
                <a16:creationId xmlns:a16="http://schemas.microsoft.com/office/drawing/2014/main" id="{AA4727EF-F328-43A3-A1A2-41A6CCF9480F}"/>
              </a:ext>
            </a:extLst>
          </p:cNvPr>
          <p:cNvSpPr>
            <a:spLocks noGrp="1"/>
          </p:cNvSpPr>
          <p:nvPr/>
        </p:nvSpPr>
        <p:spPr>
          <a:xfrm>
            <a:off x="1586329" y="86333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1" name="9wup_2_official_PredictedAtoms_6">
            <a:extLst>
              <a:ext uri="{FF2B5EF4-FFF2-40B4-BE49-F238E27FC236}">
                <a16:creationId xmlns:a16="http://schemas.microsoft.com/office/drawing/2014/main" id="{9A274E9A-ECD9-47E0-9F87-C2CEC8DB489D}"/>
              </a:ext>
            </a:extLst>
          </p:cNvPr>
          <p:cNvSpPr>
            <a:spLocks noGrp="1"/>
          </p:cNvSpPr>
          <p:nvPr/>
        </p:nvSpPr>
        <p:spPr>
          <a:xfrm>
            <a:off x="1592672" y="8439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2" name="9wup_2_official_PredictedAtoms_7">
            <a:extLst>
              <a:ext uri="{FF2B5EF4-FFF2-40B4-BE49-F238E27FC236}">
                <a16:creationId xmlns:a16="http://schemas.microsoft.com/office/drawing/2014/main" id="{9F18CA06-2F99-49E6-AEDB-6CE734B78A19}"/>
              </a:ext>
            </a:extLst>
          </p:cNvPr>
          <p:cNvSpPr>
            <a:spLocks noGrp="1"/>
          </p:cNvSpPr>
          <p:nvPr/>
        </p:nvSpPr>
        <p:spPr>
          <a:xfrm>
            <a:off x="1721796" y="8615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3" name="9wup_2_official_PredictedAtoms_8">
            <a:extLst>
              <a:ext uri="{FF2B5EF4-FFF2-40B4-BE49-F238E27FC236}">
                <a16:creationId xmlns:a16="http://schemas.microsoft.com/office/drawing/2014/main" id="{CDDFB4BF-98B1-44D3-8817-62511809BA7A}"/>
              </a:ext>
            </a:extLst>
          </p:cNvPr>
          <p:cNvSpPr>
            <a:spLocks noGrp="1"/>
          </p:cNvSpPr>
          <p:nvPr/>
        </p:nvSpPr>
        <p:spPr>
          <a:xfrm>
            <a:off x="1793988" y="87389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4" name="9wup_2_official_PredictedAtoms_9">
            <a:extLst>
              <a:ext uri="{FF2B5EF4-FFF2-40B4-BE49-F238E27FC236}">
                <a16:creationId xmlns:a16="http://schemas.microsoft.com/office/drawing/2014/main" id="{9CA5EF47-6FF8-46A0-93B6-22B24AAD20FB}"/>
              </a:ext>
            </a:extLst>
          </p:cNvPr>
          <p:cNvSpPr>
            <a:spLocks noGrp="1"/>
          </p:cNvSpPr>
          <p:nvPr/>
        </p:nvSpPr>
        <p:spPr>
          <a:xfrm>
            <a:off x="1713315" y="8837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5" name="9wup_2_official_PredictedAtoms_10">
            <a:extLst>
              <a:ext uri="{FF2B5EF4-FFF2-40B4-BE49-F238E27FC236}">
                <a16:creationId xmlns:a16="http://schemas.microsoft.com/office/drawing/2014/main" id="{EB73DC64-C2DE-47DB-BB48-4D57D51B073B}"/>
              </a:ext>
            </a:extLst>
          </p:cNvPr>
          <p:cNvSpPr>
            <a:spLocks noGrp="1"/>
          </p:cNvSpPr>
          <p:nvPr/>
        </p:nvSpPr>
        <p:spPr>
          <a:xfrm>
            <a:off x="1888884" y="8726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6" name="9wup_2_official_PredictedAtoms_11">
            <a:extLst>
              <a:ext uri="{FF2B5EF4-FFF2-40B4-BE49-F238E27FC236}">
                <a16:creationId xmlns:a16="http://schemas.microsoft.com/office/drawing/2014/main" id="{E233A769-F97A-42EA-9E90-EEFC68CC047A}"/>
              </a:ext>
            </a:extLst>
          </p:cNvPr>
          <p:cNvSpPr>
            <a:spLocks noGrp="1"/>
          </p:cNvSpPr>
          <p:nvPr/>
        </p:nvSpPr>
        <p:spPr>
          <a:xfrm>
            <a:off x="1851532" y="87664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7" name="9wup_2_official_PredictedAtoms_12">
            <a:extLst>
              <a:ext uri="{FF2B5EF4-FFF2-40B4-BE49-F238E27FC236}">
                <a16:creationId xmlns:a16="http://schemas.microsoft.com/office/drawing/2014/main" id="{FAEC1FEB-7463-4DB6-BA7D-7947DD0993D5}"/>
              </a:ext>
            </a:extLst>
          </p:cNvPr>
          <p:cNvSpPr>
            <a:spLocks noGrp="1"/>
          </p:cNvSpPr>
          <p:nvPr/>
        </p:nvSpPr>
        <p:spPr>
          <a:xfrm>
            <a:off x="1828786" y="88668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8" name="9wup_2_official_PredictedAtoms_13">
            <a:extLst>
              <a:ext uri="{FF2B5EF4-FFF2-40B4-BE49-F238E27FC236}">
                <a16:creationId xmlns:a16="http://schemas.microsoft.com/office/drawing/2014/main" id="{7B86A68E-598B-4DDC-8A75-4CE2B57936D8}"/>
              </a:ext>
            </a:extLst>
          </p:cNvPr>
          <p:cNvSpPr>
            <a:spLocks noGrp="1"/>
          </p:cNvSpPr>
          <p:nvPr/>
        </p:nvSpPr>
        <p:spPr>
          <a:xfrm>
            <a:off x="1883385" y="88626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9" name="9wup_2_official_PredictedAtoms_14">
            <a:extLst>
              <a:ext uri="{FF2B5EF4-FFF2-40B4-BE49-F238E27FC236}">
                <a16:creationId xmlns:a16="http://schemas.microsoft.com/office/drawing/2014/main" id="{25D0DA81-E173-4810-A322-7CEF260E0EA3}"/>
              </a:ext>
            </a:extLst>
          </p:cNvPr>
          <p:cNvSpPr>
            <a:spLocks noGrp="1"/>
          </p:cNvSpPr>
          <p:nvPr/>
        </p:nvSpPr>
        <p:spPr>
          <a:xfrm>
            <a:off x="1989957" y="8804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0" name="9wup_2_official_PredictedAtoms_15">
            <a:extLst>
              <a:ext uri="{FF2B5EF4-FFF2-40B4-BE49-F238E27FC236}">
                <a16:creationId xmlns:a16="http://schemas.microsoft.com/office/drawing/2014/main" id="{0FE3605E-90A3-4F95-9FFE-6D6112F5623E}"/>
              </a:ext>
            </a:extLst>
          </p:cNvPr>
          <p:cNvSpPr>
            <a:spLocks noGrp="1"/>
          </p:cNvSpPr>
          <p:nvPr/>
        </p:nvSpPr>
        <p:spPr>
          <a:xfrm>
            <a:off x="2006242" y="87578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1" name="9wup_2_official_PredictedAtoms_16">
            <a:extLst>
              <a:ext uri="{FF2B5EF4-FFF2-40B4-BE49-F238E27FC236}">
                <a16:creationId xmlns:a16="http://schemas.microsoft.com/office/drawing/2014/main" id="{288FE18E-6CEA-4987-B473-D54EAB245536}"/>
              </a:ext>
            </a:extLst>
          </p:cNvPr>
          <p:cNvSpPr>
            <a:spLocks noGrp="1"/>
          </p:cNvSpPr>
          <p:nvPr/>
        </p:nvSpPr>
        <p:spPr>
          <a:xfrm>
            <a:off x="2073282" y="86480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2" name="9wup_2_official_PredictedAtoms_17">
            <a:extLst>
              <a:ext uri="{FF2B5EF4-FFF2-40B4-BE49-F238E27FC236}">
                <a16:creationId xmlns:a16="http://schemas.microsoft.com/office/drawing/2014/main" id="{2822A8C8-A2ED-4C52-9BEE-36D6C17334C4}"/>
              </a:ext>
            </a:extLst>
          </p:cNvPr>
          <p:cNvSpPr>
            <a:spLocks noGrp="1"/>
          </p:cNvSpPr>
          <p:nvPr/>
        </p:nvSpPr>
        <p:spPr>
          <a:xfrm>
            <a:off x="2032238" y="85550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3" name="9wup_2_official_PredictedAtoms_18">
            <a:extLst>
              <a:ext uri="{FF2B5EF4-FFF2-40B4-BE49-F238E27FC236}">
                <a16:creationId xmlns:a16="http://schemas.microsoft.com/office/drawing/2014/main" id="{F5132AA7-C748-45AF-B222-38FCFEB1594A}"/>
              </a:ext>
            </a:extLst>
          </p:cNvPr>
          <p:cNvSpPr>
            <a:spLocks noGrp="1"/>
          </p:cNvSpPr>
          <p:nvPr/>
        </p:nvSpPr>
        <p:spPr>
          <a:xfrm>
            <a:off x="2113265" y="84702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4" name="9wup_2_official_PredictedAtoms_19">
            <a:extLst>
              <a:ext uri="{FF2B5EF4-FFF2-40B4-BE49-F238E27FC236}">
                <a16:creationId xmlns:a16="http://schemas.microsoft.com/office/drawing/2014/main" id="{D915B1E8-5ABE-46DA-AD4F-5F285FE925B5}"/>
              </a:ext>
            </a:extLst>
          </p:cNvPr>
          <p:cNvSpPr>
            <a:spLocks noGrp="1"/>
          </p:cNvSpPr>
          <p:nvPr/>
        </p:nvSpPr>
        <p:spPr>
          <a:xfrm>
            <a:off x="2213232" y="8510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5" name="9wup_2_official_PredictedAtoms_20">
            <a:extLst>
              <a:ext uri="{FF2B5EF4-FFF2-40B4-BE49-F238E27FC236}">
                <a16:creationId xmlns:a16="http://schemas.microsoft.com/office/drawing/2014/main" id="{B004B095-C194-4EC3-B878-7548BB3C83A7}"/>
              </a:ext>
            </a:extLst>
          </p:cNvPr>
          <p:cNvSpPr>
            <a:spLocks noGrp="1"/>
          </p:cNvSpPr>
          <p:nvPr/>
        </p:nvSpPr>
        <p:spPr>
          <a:xfrm>
            <a:off x="2324726" y="84596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6" name="9wup_2_official_PredictedAtoms_21">
            <a:extLst>
              <a:ext uri="{FF2B5EF4-FFF2-40B4-BE49-F238E27FC236}">
                <a16:creationId xmlns:a16="http://schemas.microsoft.com/office/drawing/2014/main" id="{18E1B343-FB2F-40F3-AE6C-F8259566977F}"/>
              </a:ext>
            </a:extLst>
          </p:cNvPr>
          <p:cNvSpPr>
            <a:spLocks noGrp="1"/>
          </p:cNvSpPr>
          <p:nvPr/>
        </p:nvSpPr>
        <p:spPr>
          <a:xfrm>
            <a:off x="2357678" y="83456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7" name="9wup_2_official_PredictedAtoms_22">
            <a:extLst>
              <a:ext uri="{FF2B5EF4-FFF2-40B4-BE49-F238E27FC236}">
                <a16:creationId xmlns:a16="http://schemas.microsoft.com/office/drawing/2014/main" id="{F16DE3FA-EC10-483A-A820-8D56D3C5F159}"/>
              </a:ext>
            </a:extLst>
          </p:cNvPr>
          <p:cNvSpPr>
            <a:spLocks noGrp="1"/>
          </p:cNvSpPr>
          <p:nvPr/>
        </p:nvSpPr>
        <p:spPr>
          <a:xfrm>
            <a:off x="2406987" y="85301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8" name="9wup_2_official_PredictedAtoms_23">
            <a:extLst>
              <a:ext uri="{FF2B5EF4-FFF2-40B4-BE49-F238E27FC236}">
                <a16:creationId xmlns:a16="http://schemas.microsoft.com/office/drawing/2014/main" id="{80CBFFBA-9425-490E-AF89-7BC895405CF7}"/>
              </a:ext>
            </a:extLst>
          </p:cNvPr>
          <p:cNvSpPr>
            <a:spLocks noGrp="1"/>
          </p:cNvSpPr>
          <p:nvPr/>
        </p:nvSpPr>
        <p:spPr>
          <a:xfrm>
            <a:off x="2372389" y="8638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9" name="9wup_2_official_PredictedAtoms_24">
            <a:extLst>
              <a:ext uri="{FF2B5EF4-FFF2-40B4-BE49-F238E27FC236}">
                <a16:creationId xmlns:a16="http://schemas.microsoft.com/office/drawing/2014/main" id="{400A81B6-9CB2-44F7-9FCF-4AF479798EA1}"/>
              </a:ext>
            </a:extLst>
          </p:cNvPr>
          <p:cNvSpPr>
            <a:spLocks noGrp="1"/>
          </p:cNvSpPr>
          <p:nvPr/>
        </p:nvSpPr>
        <p:spPr>
          <a:xfrm>
            <a:off x="2268713" y="8686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0" name="9wup_2_official_PredictedAtoms_25">
            <a:extLst>
              <a:ext uri="{FF2B5EF4-FFF2-40B4-BE49-F238E27FC236}">
                <a16:creationId xmlns:a16="http://schemas.microsoft.com/office/drawing/2014/main" id="{70D74C06-336D-4268-979B-E827169828FF}"/>
              </a:ext>
            </a:extLst>
          </p:cNvPr>
          <p:cNvSpPr>
            <a:spLocks noGrp="1"/>
          </p:cNvSpPr>
          <p:nvPr/>
        </p:nvSpPr>
        <p:spPr>
          <a:xfrm>
            <a:off x="2187417" y="86233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1" name="9wup_2_official_PredictedAtoms_26">
            <a:extLst>
              <a:ext uri="{FF2B5EF4-FFF2-40B4-BE49-F238E27FC236}">
                <a16:creationId xmlns:a16="http://schemas.microsoft.com/office/drawing/2014/main" id="{057A6359-E9D6-4363-ADC4-6BEB8E920A7F}"/>
              </a:ext>
            </a:extLst>
          </p:cNvPr>
          <p:cNvSpPr>
            <a:spLocks noGrp="1"/>
          </p:cNvSpPr>
          <p:nvPr/>
        </p:nvSpPr>
        <p:spPr>
          <a:xfrm>
            <a:off x="1888505" y="87722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2" name="9wup_2_official_PredictedAtoms_27">
            <a:extLst>
              <a:ext uri="{FF2B5EF4-FFF2-40B4-BE49-F238E27FC236}">
                <a16:creationId xmlns:a16="http://schemas.microsoft.com/office/drawing/2014/main" id="{77097CAA-0636-47B9-905C-58C71B82BD43}"/>
              </a:ext>
            </a:extLst>
          </p:cNvPr>
          <p:cNvSpPr>
            <a:spLocks noGrp="1"/>
          </p:cNvSpPr>
          <p:nvPr/>
        </p:nvSpPr>
        <p:spPr>
          <a:xfrm>
            <a:off x="1892573" y="8854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3" name="9wup_2_official_PredictedAtoms_28">
            <a:extLst>
              <a:ext uri="{FF2B5EF4-FFF2-40B4-BE49-F238E27FC236}">
                <a16:creationId xmlns:a16="http://schemas.microsoft.com/office/drawing/2014/main" id="{0DAF29F8-5C39-440D-A4F3-0518010DF545}"/>
              </a:ext>
            </a:extLst>
          </p:cNvPr>
          <p:cNvSpPr>
            <a:spLocks noGrp="1"/>
          </p:cNvSpPr>
          <p:nvPr/>
        </p:nvSpPr>
        <p:spPr>
          <a:xfrm>
            <a:off x="1804896" y="88161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4" name="9wup_2_official_PredictedAtoms_29">
            <a:extLst>
              <a:ext uri="{FF2B5EF4-FFF2-40B4-BE49-F238E27FC236}">
                <a16:creationId xmlns:a16="http://schemas.microsoft.com/office/drawing/2014/main" id="{A1609424-72FD-419F-806A-A2DDD073BA43}"/>
              </a:ext>
            </a:extLst>
          </p:cNvPr>
          <p:cNvSpPr>
            <a:spLocks noGrp="1"/>
          </p:cNvSpPr>
          <p:nvPr/>
        </p:nvSpPr>
        <p:spPr>
          <a:xfrm>
            <a:off x="1722088" y="89058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5" name="9wup_2_official_PredictedAtoms_30">
            <a:extLst>
              <a:ext uri="{FF2B5EF4-FFF2-40B4-BE49-F238E27FC236}">
                <a16:creationId xmlns:a16="http://schemas.microsoft.com/office/drawing/2014/main" id="{5B620136-82DA-4872-A460-541677069B76}"/>
              </a:ext>
            </a:extLst>
          </p:cNvPr>
          <p:cNvSpPr>
            <a:spLocks noGrp="1"/>
          </p:cNvSpPr>
          <p:nvPr/>
        </p:nvSpPr>
        <p:spPr>
          <a:xfrm>
            <a:off x="1389196" y="87039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6" name="9wup_2_official_PredictedAtoms_31">
            <a:extLst>
              <a:ext uri="{FF2B5EF4-FFF2-40B4-BE49-F238E27FC236}">
                <a16:creationId xmlns:a16="http://schemas.microsoft.com/office/drawing/2014/main" id="{EA960C20-B848-442C-839C-9E9FB1F68F2E}"/>
              </a:ext>
            </a:extLst>
          </p:cNvPr>
          <p:cNvSpPr>
            <a:spLocks noGrp="1"/>
          </p:cNvSpPr>
          <p:nvPr/>
        </p:nvSpPr>
        <p:spPr>
          <a:xfrm>
            <a:off x="1471237" y="87316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7" name="9wup_2_official_PredictedAtoms_32">
            <a:extLst>
              <a:ext uri="{FF2B5EF4-FFF2-40B4-BE49-F238E27FC236}">
                <a16:creationId xmlns:a16="http://schemas.microsoft.com/office/drawing/2014/main" id="{81434295-EDE8-4F70-AA7C-8C7679E09410}"/>
              </a:ext>
            </a:extLst>
          </p:cNvPr>
          <p:cNvSpPr>
            <a:spLocks noGrp="1"/>
          </p:cNvSpPr>
          <p:nvPr/>
        </p:nvSpPr>
        <p:spPr>
          <a:xfrm>
            <a:off x="1276705" y="87739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8" name="9wup_2_official_PredictedAtoms_33">
            <a:extLst>
              <a:ext uri="{FF2B5EF4-FFF2-40B4-BE49-F238E27FC236}">
                <a16:creationId xmlns:a16="http://schemas.microsoft.com/office/drawing/2014/main" id="{644F4FC0-DA2D-40EF-B5AB-FD3F0796810F}"/>
              </a:ext>
            </a:extLst>
          </p:cNvPr>
          <p:cNvSpPr>
            <a:spLocks noGrp="1"/>
          </p:cNvSpPr>
          <p:nvPr/>
        </p:nvSpPr>
        <p:spPr>
          <a:xfrm>
            <a:off x="1296568" y="88845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9" name="9wup_2_official_PredictedAtoms_34">
            <a:extLst>
              <a:ext uri="{FF2B5EF4-FFF2-40B4-BE49-F238E27FC236}">
                <a16:creationId xmlns:a16="http://schemas.microsoft.com/office/drawing/2014/main" id="{A6CB6A98-4899-48C4-ADCF-7F1B1FBE062B}"/>
              </a:ext>
            </a:extLst>
          </p:cNvPr>
          <p:cNvSpPr>
            <a:spLocks noGrp="1"/>
          </p:cNvSpPr>
          <p:nvPr/>
        </p:nvSpPr>
        <p:spPr>
          <a:xfrm>
            <a:off x="1230398" y="88059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0" name="9wup_2_official_PredictedAtoms_35">
            <a:extLst>
              <a:ext uri="{FF2B5EF4-FFF2-40B4-BE49-F238E27FC236}">
                <a16:creationId xmlns:a16="http://schemas.microsoft.com/office/drawing/2014/main" id="{F62FB93C-CF91-45EC-A662-4A415AAB4088}"/>
              </a:ext>
            </a:extLst>
          </p:cNvPr>
          <p:cNvSpPr>
            <a:spLocks noGrp="1"/>
          </p:cNvSpPr>
          <p:nvPr/>
        </p:nvSpPr>
        <p:spPr>
          <a:xfrm>
            <a:off x="1104902" y="8800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1" name="9wup_2_official_PredictedAtoms_36">
            <a:extLst>
              <a:ext uri="{FF2B5EF4-FFF2-40B4-BE49-F238E27FC236}">
                <a16:creationId xmlns:a16="http://schemas.microsoft.com/office/drawing/2014/main" id="{9317518B-6F68-4156-9223-E431B59D0BD5}"/>
              </a:ext>
            </a:extLst>
          </p:cNvPr>
          <p:cNvSpPr>
            <a:spLocks noGrp="1"/>
          </p:cNvSpPr>
          <p:nvPr/>
        </p:nvSpPr>
        <p:spPr>
          <a:xfrm>
            <a:off x="1038692" y="88988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2" name="9wup_2_official_PredictedAtoms_37">
            <a:extLst>
              <a:ext uri="{FF2B5EF4-FFF2-40B4-BE49-F238E27FC236}">
                <a16:creationId xmlns:a16="http://schemas.microsoft.com/office/drawing/2014/main" id="{380DD4A4-902B-4F53-BB8D-8FCC491F5BCC}"/>
              </a:ext>
            </a:extLst>
          </p:cNvPr>
          <p:cNvSpPr>
            <a:spLocks noGrp="1"/>
          </p:cNvSpPr>
          <p:nvPr/>
        </p:nvSpPr>
        <p:spPr>
          <a:xfrm>
            <a:off x="1081015" y="90056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3" name="9wup_2_official_PredictedAtoms_38">
            <a:extLst>
              <a:ext uri="{FF2B5EF4-FFF2-40B4-BE49-F238E27FC236}">
                <a16:creationId xmlns:a16="http://schemas.microsoft.com/office/drawing/2014/main" id="{2855D038-BC77-446B-B570-DFD102BEF26F}"/>
              </a:ext>
            </a:extLst>
          </p:cNvPr>
          <p:cNvSpPr>
            <a:spLocks noGrp="1"/>
          </p:cNvSpPr>
          <p:nvPr/>
        </p:nvSpPr>
        <p:spPr>
          <a:xfrm>
            <a:off x="1015275" y="91051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4" name="9wup_2_official_PredictedAtoms_39">
            <a:extLst>
              <a:ext uri="{FF2B5EF4-FFF2-40B4-BE49-F238E27FC236}">
                <a16:creationId xmlns:a16="http://schemas.microsoft.com/office/drawing/2014/main" id="{4DDCCDE8-6EAE-41E5-BD85-C079880C0C99}"/>
              </a:ext>
            </a:extLst>
          </p:cNvPr>
          <p:cNvSpPr>
            <a:spLocks noGrp="1"/>
          </p:cNvSpPr>
          <p:nvPr/>
        </p:nvSpPr>
        <p:spPr>
          <a:xfrm>
            <a:off x="1053113" y="92019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5" name="9wup_2_official_PredictedAtoms_40">
            <a:extLst>
              <a:ext uri="{FF2B5EF4-FFF2-40B4-BE49-F238E27FC236}">
                <a16:creationId xmlns:a16="http://schemas.microsoft.com/office/drawing/2014/main" id="{EBA214A0-AA9A-4330-8160-913457275D89}"/>
              </a:ext>
            </a:extLst>
          </p:cNvPr>
          <p:cNvSpPr>
            <a:spLocks noGrp="1"/>
          </p:cNvSpPr>
          <p:nvPr/>
        </p:nvSpPr>
        <p:spPr>
          <a:xfrm>
            <a:off x="902127" y="91012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6" name="9wup_2_official_PredictedAtoms_41">
            <a:extLst>
              <a:ext uri="{FF2B5EF4-FFF2-40B4-BE49-F238E27FC236}">
                <a16:creationId xmlns:a16="http://schemas.microsoft.com/office/drawing/2014/main" id="{A3DF04BF-F699-4E72-8F70-95FD2C86C3C0}"/>
              </a:ext>
            </a:extLst>
          </p:cNvPr>
          <p:cNvSpPr>
            <a:spLocks noGrp="1"/>
          </p:cNvSpPr>
          <p:nvPr/>
        </p:nvSpPr>
        <p:spPr>
          <a:xfrm>
            <a:off x="850605" y="8995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7" name="9wup_2_official_PredictedAtoms_42">
            <a:extLst>
              <a:ext uri="{FF2B5EF4-FFF2-40B4-BE49-F238E27FC236}">
                <a16:creationId xmlns:a16="http://schemas.microsoft.com/office/drawing/2014/main" id="{768DC593-C0F9-4DB0-8FF2-A16B5999995C}"/>
              </a:ext>
            </a:extLst>
          </p:cNvPr>
          <p:cNvSpPr>
            <a:spLocks noGrp="1"/>
          </p:cNvSpPr>
          <p:nvPr/>
        </p:nvSpPr>
        <p:spPr>
          <a:xfrm>
            <a:off x="746572" y="8994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8" name="9wup_2_official_PredictedAtoms_43">
            <a:extLst>
              <a:ext uri="{FF2B5EF4-FFF2-40B4-BE49-F238E27FC236}">
                <a16:creationId xmlns:a16="http://schemas.microsoft.com/office/drawing/2014/main" id="{27B2B6BB-225C-48D4-A019-7C4FB62839A0}"/>
              </a:ext>
            </a:extLst>
          </p:cNvPr>
          <p:cNvSpPr>
            <a:spLocks noGrp="1"/>
          </p:cNvSpPr>
          <p:nvPr/>
        </p:nvSpPr>
        <p:spPr>
          <a:xfrm>
            <a:off x="920947" y="88918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9" name="9wup_2_official_PredictedAtoms_44">
            <a:extLst>
              <a:ext uri="{FF2B5EF4-FFF2-40B4-BE49-F238E27FC236}">
                <a16:creationId xmlns:a16="http://schemas.microsoft.com/office/drawing/2014/main" id="{7125B5B1-42F7-4AAA-B4ED-C2A289D8A2E4}"/>
              </a:ext>
            </a:extLst>
          </p:cNvPr>
          <p:cNvSpPr>
            <a:spLocks noGrp="1"/>
          </p:cNvSpPr>
          <p:nvPr/>
        </p:nvSpPr>
        <p:spPr>
          <a:xfrm>
            <a:off x="870586" y="87847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0" name="9wup_2_official_PredictedAtoms_45">
            <a:extLst>
              <a:ext uri="{FF2B5EF4-FFF2-40B4-BE49-F238E27FC236}">
                <a16:creationId xmlns:a16="http://schemas.microsoft.com/office/drawing/2014/main" id="{9DAC653F-EFEF-40AD-BA67-910F64DA2DBC}"/>
              </a:ext>
            </a:extLst>
          </p:cNvPr>
          <p:cNvSpPr>
            <a:spLocks noGrp="1"/>
          </p:cNvSpPr>
          <p:nvPr/>
        </p:nvSpPr>
        <p:spPr>
          <a:xfrm>
            <a:off x="932904" y="86869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1" name="9wup_2_official_PredictedAtoms_46">
            <a:extLst>
              <a:ext uri="{FF2B5EF4-FFF2-40B4-BE49-F238E27FC236}">
                <a16:creationId xmlns:a16="http://schemas.microsoft.com/office/drawing/2014/main" id="{2B6B927B-8440-4AC9-80FA-DF7180E4A88E}"/>
              </a:ext>
            </a:extLst>
          </p:cNvPr>
          <p:cNvSpPr>
            <a:spLocks noGrp="1"/>
          </p:cNvSpPr>
          <p:nvPr/>
        </p:nvSpPr>
        <p:spPr>
          <a:xfrm>
            <a:off x="879725" y="8577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2" name="9wup_2_official_PredictedAtoms_47">
            <a:extLst>
              <a:ext uri="{FF2B5EF4-FFF2-40B4-BE49-F238E27FC236}">
                <a16:creationId xmlns:a16="http://schemas.microsoft.com/office/drawing/2014/main" id="{F56040C2-2EF9-4562-818E-0BA38FB81025}"/>
              </a:ext>
            </a:extLst>
          </p:cNvPr>
          <p:cNvSpPr>
            <a:spLocks noGrp="1"/>
          </p:cNvSpPr>
          <p:nvPr/>
        </p:nvSpPr>
        <p:spPr>
          <a:xfrm>
            <a:off x="940311" y="84720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3" name="9wup_2_official_PredictedAtoms_48">
            <a:extLst>
              <a:ext uri="{FF2B5EF4-FFF2-40B4-BE49-F238E27FC236}">
                <a16:creationId xmlns:a16="http://schemas.microsoft.com/office/drawing/2014/main" id="{0B238BF1-AF6F-4EA9-B499-954DA95AA9F9}"/>
              </a:ext>
            </a:extLst>
          </p:cNvPr>
          <p:cNvSpPr>
            <a:spLocks noGrp="1"/>
          </p:cNvSpPr>
          <p:nvPr/>
        </p:nvSpPr>
        <p:spPr>
          <a:xfrm>
            <a:off x="873885" y="83590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4" name="9wup_2_official_PredictedAtoms_49">
            <a:extLst>
              <a:ext uri="{FF2B5EF4-FFF2-40B4-BE49-F238E27FC236}">
                <a16:creationId xmlns:a16="http://schemas.microsoft.com/office/drawing/2014/main" id="{34A98A10-1857-42F5-8AFE-311465E53D57}"/>
              </a:ext>
            </a:extLst>
          </p:cNvPr>
          <p:cNvSpPr>
            <a:spLocks noGrp="1"/>
          </p:cNvSpPr>
          <p:nvPr/>
        </p:nvSpPr>
        <p:spPr>
          <a:xfrm>
            <a:off x="1062213" y="84758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5" name="9wup_2_official_PredictedAtoms_50">
            <a:extLst>
              <a:ext uri="{FF2B5EF4-FFF2-40B4-BE49-F238E27FC236}">
                <a16:creationId xmlns:a16="http://schemas.microsoft.com/office/drawing/2014/main" id="{3B2CEA8A-E194-4122-B0C3-AE271CDC6978}"/>
              </a:ext>
            </a:extLst>
          </p:cNvPr>
          <p:cNvSpPr>
            <a:spLocks noGrp="1"/>
          </p:cNvSpPr>
          <p:nvPr/>
        </p:nvSpPr>
        <p:spPr>
          <a:xfrm>
            <a:off x="1126175" y="83656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6" name="9wup_2_official_PredictedAtoms_51">
            <a:extLst>
              <a:ext uri="{FF2B5EF4-FFF2-40B4-BE49-F238E27FC236}">
                <a16:creationId xmlns:a16="http://schemas.microsoft.com/office/drawing/2014/main" id="{A7B31BAE-32BA-4B25-B0E7-E602AE74844B}"/>
              </a:ext>
            </a:extLst>
          </p:cNvPr>
          <p:cNvSpPr>
            <a:spLocks noGrp="1"/>
          </p:cNvSpPr>
          <p:nvPr/>
        </p:nvSpPr>
        <p:spPr>
          <a:xfrm>
            <a:off x="1114009" y="85859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7" name="9wup_2_official_PredictedAtoms_52">
            <a:extLst>
              <a:ext uri="{FF2B5EF4-FFF2-40B4-BE49-F238E27FC236}">
                <a16:creationId xmlns:a16="http://schemas.microsoft.com/office/drawing/2014/main" id="{CEEC73FB-C6DC-47F0-8AE6-6232C46FBE79}"/>
              </a:ext>
            </a:extLst>
          </p:cNvPr>
          <p:cNvSpPr>
            <a:spLocks noGrp="1"/>
          </p:cNvSpPr>
          <p:nvPr/>
        </p:nvSpPr>
        <p:spPr>
          <a:xfrm>
            <a:off x="1054224" y="86929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8" name="stage3-cases-main_43">
            <a:extLst>
              <a:ext uri="{FF2B5EF4-FFF2-40B4-BE49-F238E27FC236}">
                <a16:creationId xmlns:a16="http://schemas.microsoft.com/office/drawing/2014/main" id="{CA745820-DE91-4432-A40A-3DB476623687}"/>
              </a:ext>
            </a:extLst>
          </p:cNvPr>
          <p:cNvSpPr>
            <a:spLocks noGrp="1"/>
          </p:cNvSpPr>
          <p:nvPr/>
        </p:nvSpPr>
        <p:spPr>
          <a:xfrm>
            <a:off x="2286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1529" name="9wup_2_tuned_Receptor">
            <a:extLst>
              <a:ext uri="{FF2B5EF4-FFF2-40B4-BE49-F238E27FC236}">
                <a16:creationId xmlns:a16="http://schemas.microsoft.com/office/drawing/2014/main" id="{8A18F68F-6880-405A-94BA-2550C694F9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530" name="9wup_2_tuned_ExperimentalDensity">
            <a:extLst>
              <a:ext uri="{FF2B5EF4-FFF2-40B4-BE49-F238E27FC236}">
                <a16:creationId xmlns:a16="http://schemas.microsoft.com/office/drawing/2014/main" id="{DB12CF76-2F1D-4F06-A498-53C75F66FE7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531" name="9wup_2_tuned_ReferenceLigand_0">
            <a:extLst>
              <a:ext uri="{FF2B5EF4-FFF2-40B4-BE49-F238E27FC236}">
                <a16:creationId xmlns:a16="http://schemas.microsoft.com/office/drawing/2014/main" id="{FFAB52DC-62D3-4F25-A81A-49A5333CA47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2" name="9wup_2_tuned_ReferenceLigand_1">
            <a:extLst>
              <a:ext uri="{FF2B5EF4-FFF2-40B4-BE49-F238E27FC236}">
                <a16:creationId xmlns:a16="http://schemas.microsoft.com/office/drawing/2014/main" id="{C5E7EEF9-F494-4EB1-BA13-C359D226287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3" name="9wup_2_tuned_ReferenceLigand_2">
            <a:extLst>
              <a:ext uri="{FF2B5EF4-FFF2-40B4-BE49-F238E27FC236}">
                <a16:creationId xmlns:a16="http://schemas.microsoft.com/office/drawing/2014/main" id="{33DB45BA-FFF2-4F08-A6EE-87ADAD45C34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4" name="9wup_2_tuned_ReferenceLigand_3">
            <a:extLst>
              <a:ext uri="{FF2B5EF4-FFF2-40B4-BE49-F238E27FC236}">
                <a16:creationId xmlns:a16="http://schemas.microsoft.com/office/drawing/2014/main" id="{798CF543-BAF2-41A7-BA29-B939BE7DD5B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5" name="9wup_2_tuned_ReferenceLigand_4">
            <a:extLst>
              <a:ext uri="{FF2B5EF4-FFF2-40B4-BE49-F238E27FC236}">
                <a16:creationId xmlns:a16="http://schemas.microsoft.com/office/drawing/2014/main" id="{CC4A57FD-C4FF-40A6-A464-32B2A512818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6" name="9wup_2_tuned_ReferenceLigand_5">
            <a:extLst>
              <a:ext uri="{FF2B5EF4-FFF2-40B4-BE49-F238E27FC236}">
                <a16:creationId xmlns:a16="http://schemas.microsoft.com/office/drawing/2014/main" id="{870DAACE-9DE7-41B3-A492-29D997142CF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7" name="9wup_2_tuned_ReferenceLigand_6">
            <a:extLst>
              <a:ext uri="{FF2B5EF4-FFF2-40B4-BE49-F238E27FC236}">
                <a16:creationId xmlns:a16="http://schemas.microsoft.com/office/drawing/2014/main" id="{C62DF9DE-A3BA-414A-B57F-607BF27B1D3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8" name="9wup_2_tuned_ReferenceLigand_7">
            <a:extLst>
              <a:ext uri="{FF2B5EF4-FFF2-40B4-BE49-F238E27FC236}">
                <a16:creationId xmlns:a16="http://schemas.microsoft.com/office/drawing/2014/main" id="{69C3EC13-BCBF-4524-80FE-5D65B00074E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9" name="9wup_2_tuned_ReferenceLigand_8">
            <a:extLst>
              <a:ext uri="{FF2B5EF4-FFF2-40B4-BE49-F238E27FC236}">
                <a16:creationId xmlns:a16="http://schemas.microsoft.com/office/drawing/2014/main" id="{6A02CC50-6FAF-4131-AF36-372B450B0D9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0" name="9wup_2_tuned_ReferenceLigand_9">
            <a:extLst>
              <a:ext uri="{FF2B5EF4-FFF2-40B4-BE49-F238E27FC236}">
                <a16:creationId xmlns:a16="http://schemas.microsoft.com/office/drawing/2014/main" id="{58203356-FE2D-4196-BF83-953A3540139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1" name="9wup_2_tuned_ReferenceLigand_10">
            <a:extLst>
              <a:ext uri="{FF2B5EF4-FFF2-40B4-BE49-F238E27FC236}">
                <a16:creationId xmlns:a16="http://schemas.microsoft.com/office/drawing/2014/main" id="{7FF7EF9E-0606-497C-B1DA-36F7A08F47F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2" name="9wup_2_tuned_ReferenceLigand_11">
            <a:extLst>
              <a:ext uri="{FF2B5EF4-FFF2-40B4-BE49-F238E27FC236}">
                <a16:creationId xmlns:a16="http://schemas.microsoft.com/office/drawing/2014/main" id="{1B06614F-6DCD-43F0-8E5F-368261A372E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3" name="9wup_2_tuned_ReferenceLigand_12">
            <a:extLst>
              <a:ext uri="{FF2B5EF4-FFF2-40B4-BE49-F238E27FC236}">
                <a16:creationId xmlns:a16="http://schemas.microsoft.com/office/drawing/2014/main" id="{82920CCC-1818-48CA-BC86-03A4972B2FF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4" name="9wup_2_tuned_ReferenceLigand_13">
            <a:extLst>
              <a:ext uri="{FF2B5EF4-FFF2-40B4-BE49-F238E27FC236}">
                <a16:creationId xmlns:a16="http://schemas.microsoft.com/office/drawing/2014/main" id="{F5230FD8-236E-47FD-8E62-5640B1FBF77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5" name="9wup_2_tuned_ReferenceLigand_14">
            <a:extLst>
              <a:ext uri="{FF2B5EF4-FFF2-40B4-BE49-F238E27FC236}">
                <a16:creationId xmlns:a16="http://schemas.microsoft.com/office/drawing/2014/main" id="{13D3EBFA-3918-4CFD-84E9-16A54EDB49E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6" name="9wup_2_tuned_ReferenceLigand_15">
            <a:extLst>
              <a:ext uri="{FF2B5EF4-FFF2-40B4-BE49-F238E27FC236}">
                <a16:creationId xmlns:a16="http://schemas.microsoft.com/office/drawing/2014/main" id="{8A016D66-5107-4FED-BA0F-122CCE77711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7" name="9wup_2_tuned_ReferenceLigand_16">
            <a:extLst>
              <a:ext uri="{FF2B5EF4-FFF2-40B4-BE49-F238E27FC236}">
                <a16:creationId xmlns:a16="http://schemas.microsoft.com/office/drawing/2014/main" id="{8A2F80D0-54A0-4130-801D-D830E4AAC8E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8" name="9wup_2_tuned_ReferenceLigand_17">
            <a:extLst>
              <a:ext uri="{FF2B5EF4-FFF2-40B4-BE49-F238E27FC236}">
                <a16:creationId xmlns:a16="http://schemas.microsoft.com/office/drawing/2014/main" id="{ADD6B92B-AC2D-450C-895F-087B9636876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9" name="9wup_2_tuned_ReferenceLigand_18">
            <a:extLst>
              <a:ext uri="{FF2B5EF4-FFF2-40B4-BE49-F238E27FC236}">
                <a16:creationId xmlns:a16="http://schemas.microsoft.com/office/drawing/2014/main" id="{858BA19D-18A5-4488-AD48-BB8361D2FD5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0" name="9wup_2_tuned_ReferenceLigand_19">
            <a:extLst>
              <a:ext uri="{FF2B5EF4-FFF2-40B4-BE49-F238E27FC236}">
                <a16:creationId xmlns:a16="http://schemas.microsoft.com/office/drawing/2014/main" id="{85F70F5F-2E6A-4299-8725-464929A6790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1" name="9wup_2_tuned_ReferenceLigand_20">
            <a:extLst>
              <a:ext uri="{FF2B5EF4-FFF2-40B4-BE49-F238E27FC236}">
                <a16:creationId xmlns:a16="http://schemas.microsoft.com/office/drawing/2014/main" id="{5034870B-D17A-43C5-AC3E-E0A668C6D84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2" name="9wup_2_tuned_ReferenceLigand_21">
            <a:extLst>
              <a:ext uri="{FF2B5EF4-FFF2-40B4-BE49-F238E27FC236}">
                <a16:creationId xmlns:a16="http://schemas.microsoft.com/office/drawing/2014/main" id="{2F3299D4-3F27-4288-8C54-7091E07267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3" name="9wup_2_tuned_ReferenceLigand_22">
            <a:extLst>
              <a:ext uri="{FF2B5EF4-FFF2-40B4-BE49-F238E27FC236}">
                <a16:creationId xmlns:a16="http://schemas.microsoft.com/office/drawing/2014/main" id="{AED05C6F-8A58-45A4-B469-F0A6140A4D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4" name="9wup_2_tuned_ReferenceLigand_23">
            <a:extLst>
              <a:ext uri="{FF2B5EF4-FFF2-40B4-BE49-F238E27FC236}">
                <a16:creationId xmlns:a16="http://schemas.microsoft.com/office/drawing/2014/main" id="{EC002C8E-7322-419C-8B11-6B1BD4CBCCA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5" name="9wup_2_tuned_ReferenceLigand_24">
            <a:extLst>
              <a:ext uri="{FF2B5EF4-FFF2-40B4-BE49-F238E27FC236}">
                <a16:creationId xmlns:a16="http://schemas.microsoft.com/office/drawing/2014/main" id="{BC9F8C18-F0E9-45F9-8AB5-1BBB2214AE3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6" name="9wup_2_tuned_ReferenceLigand_25">
            <a:extLst>
              <a:ext uri="{FF2B5EF4-FFF2-40B4-BE49-F238E27FC236}">
                <a16:creationId xmlns:a16="http://schemas.microsoft.com/office/drawing/2014/main" id="{57DA81A3-D1ED-4DE8-90DF-E812B3D6988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7" name="9wup_2_tuned_ReferenceLigand_26">
            <a:extLst>
              <a:ext uri="{FF2B5EF4-FFF2-40B4-BE49-F238E27FC236}">
                <a16:creationId xmlns:a16="http://schemas.microsoft.com/office/drawing/2014/main" id="{996BD6E9-2371-482C-B0D4-085A76790E7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8" name="9wup_2_tuned_ReferenceLigand_27">
            <a:extLst>
              <a:ext uri="{FF2B5EF4-FFF2-40B4-BE49-F238E27FC236}">
                <a16:creationId xmlns:a16="http://schemas.microsoft.com/office/drawing/2014/main" id="{A2F3C916-BC2C-4859-87CA-6A37AB0A7B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9" name="9wup_2_tuned_ReferenceLigand_28">
            <a:extLst>
              <a:ext uri="{FF2B5EF4-FFF2-40B4-BE49-F238E27FC236}">
                <a16:creationId xmlns:a16="http://schemas.microsoft.com/office/drawing/2014/main" id="{F5B98759-2768-49C9-843C-C0ECC81DFFF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0" name="9wup_2_tuned_ReferenceLigand_29">
            <a:extLst>
              <a:ext uri="{FF2B5EF4-FFF2-40B4-BE49-F238E27FC236}">
                <a16:creationId xmlns:a16="http://schemas.microsoft.com/office/drawing/2014/main" id="{1B5B75B3-FFDA-4B8B-A21D-DB66A004D97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1" name="9wup_2_tuned_ReferenceLigand_30">
            <a:extLst>
              <a:ext uri="{FF2B5EF4-FFF2-40B4-BE49-F238E27FC236}">
                <a16:creationId xmlns:a16="http://schemas.microsoft.com/office/drawing/2014/main" id="{3CEFA2B1-0E98-4839-BC3E-D5ECC010D05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2" name="9wup_2_tuned_ReferenceLigand_31">
            <a:extLst>
              <a:ext uri="{FF2B5EF4-FFF2-40B4-BE49-F238E27FC236}">
                <a16:creationId xmlns:a16="http://schemas.microsoft.com/office/drawing/2014/main" id="{4B9E6B2B-25C0-4E21-B973-EFA7F5BD91E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3" name="9wup_2_tuned_ReferenceLigand_32">
            <a:extLst>
              <a:ext uri="{FF2B5EF4-FFF2-40B4-BE49-F238E27FC236}">
                <a16:creationId xmlns:a16="http://schemas.microsoft.com/office/drawing/2014/main" id="{0CA54015-3670-4021-8A00-7BB90A35BCA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4" name="9wup_2_tuned_ReferenceLigand_33">
            <a:extLst>
              <a:ext uri="{FF2B5EF4-FFF2-40B4-BE49-F238E27FC236}">
                <a16:creationId xmlns:a16="http://schemas.microsoft.com/office/drawing/2014/main" id="{1DB676DB-7A15-4E49-BFD5-B04B08EF974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5" name="9wup_2_tuned_ReferenceLigand_34">
            <a:extLst>
              <a:ext uri="{FF2B5EF4-FFF2-40B4-BE49-F238E27FC236}">
                <a16:creationId xmlns:a16="http://schemas.microsoft.com/office/drawing/2014/main" id="{D43A242B-13C7-4DD7-A873-58ED64DC3DA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6" name="9wup_2_tuned_ReferenceLigand_35">
            <a:extLst>
              <a:ext uri="{FF2B5EF4-FFF2-40B4-BE49-F238E27FC236}">
                <a16:creationId xmlns:a16="http://schemas.microsoft.com/office/drawing/2014/main" id="{FAEDA8FC-6520-4512-B8FB-BBEAA8AD2B2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7" name="9wup_2_tuned_ReferenceLigand_36">
            <a:extLst>
              <a:ext uri="{FF2B5EF4-FFF2-40B4-BE49-F238E27FC236}">
                <a16:creationId xmlns:a16="http://schemas.microsoft.com/office/drawing/2014/main" id="{CF115EBE-B3A5-4810-AB77-C0C54160853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8" name="9wup_2_tuned_ReferenceLigand_37">
            <a:extLst>
              <a:ext uri="{FF2B5EF4-FFF2-40B4-BE49-F238E27FC236}">
                <a16:creationId xmlns:a16="http://schemas.microsoft.com/office/drawing/2014/main" id="{19E36DD3-1E32-400B-94AF-7452437DDF3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9" name="9wup_2_tuned_ReferenceLigand_38">
            <a:extLst>
              <a:ext uri="{FF2B5EF4-FFF2-40B4-BE49-F238E27FC236}">
                <a16:creationId xmlns:a16="http://schemas.microsoft.com/office/drawing/2014/main" id="{E3A89DFE-B441-4AD6-AE41-A1F54B3B0EA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0" name="9wup_2_tuned_ReferenceLigand_39">
            <a:extLst>
              <a:ext uri="{FF2B5EF4-FFF2-40B4-BE49-F238E27FC236}">
                <a16:creationId xmlns:a16="http://schemas.microsoft.com/office/drawing/2014/main" id="{24C7C821-497B-4EBF-8438-5B1BA5083CA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1" name="9wup_2_tuned_ReferenceLigand_40">
            <a:extLst>
              <a:ext uri="{FF2B5EF4-FFF2-40B4-BE49-F238E27FC236}">
                <a16:creationId xmlns:a16="http://schemas.microsoft.com/office/drawing/2014/main" id="{FC65F98D-BA2E-4DBB-8022-7681D696576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2" name="9wup_2_tuned_ReferenceLigand_41">
            <a:extLst>
              <a:ext uri="{FF2B5EF4-FFF2-40B4-BE49-F238E27FC236}">
                <a16:creationId xmlns:a16="http://schemas.microsoft.com/office/drawing/2014/main" id="{1877FA7F-83C0-4C58-AD57-58928D7A10D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3" name="9wup_2_tuned_ReferenceLigand_42">
            <a:extLst>
              <a:ext uri="{FF2B5EF4-FFF2-40B4-BE49-F238E27FC236}">
                <a16:creationId xmlns:a16="http://schemas.microsoft.com/office/drawing/2014/main" id="{D429A784-AF22-41CD-A798-BFFC34060E8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4" name="9wup_2_tuned_ReferenceLigand_43">
            <a:extLst>
              <a:ext uri="{FF2B5EF4-FFF2-40B4-BE49-F238E27FC236}">
                <a16:creationId xmlns:a16="http://schemas.microsoft.com/office/drawing/2014/main" id="{DE1E39B9-9D4E-450D-B0DA-A3F827583C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5" name="9wup_2_tuned_ReferenceLigand_44">
            <a:extLst>
              <a:ext uri="{FF2B5EF4-FFF2-40B4-BE49-F238E27FC236}">
                <a16:creationId xmlns:a16="http://schemas.microsoft.com/office/drawing/2014/main" id="{7345E335-B59D-4416-91C2-9993C3A908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6" name="9wup_2_tuned_ReferenceLigand_45">
            <a:extLst>
              <a:ext uri="{FF2B5EF4-FFF2-40B4-BE49-F238E27FC236}">
                <a16:creationId xmlns:a16="http://schemas.microsoft.com/office/drawing/2014/main" id="{69DEAADB-5115-4896-AB04-A2CFF3CE94B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7" name="9wup_2_tuned_ReferenceLigand_46">
            <a:extLst>
              <a:ext uri="{FF2B5EF4-FFF2-40B4-BE49-F238E27FC236}">
                <a16:creationId xmlns:a16="http://schemas.microsoft.com/office/drawing/2014/main" id="{9D25F654-E66B-41DD-AD21-40539F4DF59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8" name="9wup_2_tuned_ReferenceLigand_47">
            <a:extLst>
              <a:ext uri="{FF2B5EF4-FFF2-40B4-BE49-F238E27FC236}">
                <a16:creationId xmlns:a16="http://schemas.microsoft.com/office/drawing/2014/main" id="{302025E6-08CE-459F-88DC-DDD519BEAC5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9" name="9wup_2_tuned_ReferenceLigand_48">
            <a:extLst>
              <a:ext uri="{FF2B5EF4-FFF2-40B4-BE49-F238E27FC236}">
                <a16:creationId xmlns:a16="http://schemas.microsoft.com/office/drawing/2014/main" id="{71B53BBA-BB99-401F-BB92-92889503FA0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0" name="9wup_2_tuned_ReferenceLigand_49">
            <a:extLst>
              <a:ext uri="{FF2B5EF4-FFF2-40B4-BE49-F238E27FC236}">
                <a16:creationId xmlns:a16="http://schemas.microsoft.com/office/drawing/2014/main" id="{7F86F41D-851B-4320-95E0-9DC0B6C5E71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1" name="9wup_2_tuned_ReferenceLigand_50">
            <a:extLst>
              <a:ext uri="{FF2B5EF4-FFF2-40B4-BE49-F238E27FC236}">
                <a16:creationId xmlns:a16="http://schemas.microsoft.com/office/drawing/2014/main" id="{D6A8F7A1-FEEB-4886-9BEC-83A96E89330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2" name="9wup_2_tuned_ReferenceLigand_51">
            <a:extLst>
              <a:ext uri="{FF2B5EF4-FFF2-40B4-BE49-F238E27FC236}">
                <a16:creationId xmlns:a16="http://schemas.microsoft.com/office/drawing/2014/main" id="{E440168D-0004-44E8-8CCA-0A729EE22B1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3" name="9wup_2_tuned_ReferenceLigand_52">
            <a:extLst>
              <a:ext uri="{FF2B5EF4-FFF2-40B4-BE49-F238E27FC236}">
                <a16:creationId xmlns:a16="http://schemas.microsoft.com/office/drawing/2014/main" id="{0AC1EC03-59BA-4F95-9D87-538FE55DF4F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4" name="9wup_2_tuned_ReferenceLigand_53">
            <a:extLst>
              <a:ext uri="{FF2B5EF4-FFF2-40B4-BE49-F238E27FC236}">
                <a16:creationId xmlns:a16="http://schemas.microsoft.com/office/drawing/2014/main" id="{19F161C8-F01C-4054-A675-42F41A05715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5" name="9wup_2_tuned_ReferenceLigand_54">
            <a:extLst>
              <a:ext uri="{FF2B5EF4-FFF2-40B4-BE49-F238E27FC236}">
                <a16:creationId xmlns:a16="http://schemas.microsoft.com/office/drawing/2014/main" id="{255D36CD-F5BF-460E-AF9F-BDAA34CBADA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6" name="9wup_2_tuned_ReferenceLigand_55">
            <a:extLst>
              <a:ext uri="{FF2B5EF4-FFF2-40B4-BE49-F238E27FC236}">
                <a16:creationId xmlns:a16="http://schemas.microsoft.com/office/drawing/2014/main" id="{0854F403-5562-480A-A5A4-914FD3F5207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7" name="9wup_2_tuned_ReferenceLigand_56">
            <a:extLst>
              <a:ext uri="{FF2B5EF4-FFF2-40B4-BE49-F238E27FC236}">
                <a16:creationId xmlns:a16="http://schemas.microsoft.com/office/drawing/2014/main" id="{DC26E3B5-EAAB-4977-B90F-225F733BDB3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8" name="9wup_2_tuned_ReferenceLigand_57">
            <a:extLst>
              <a:ext uri="{FF2B5EF4-FFF2-40B4-BE49-F238E27FC236}">
                <a16:creationId xmlns:a16="http://schemas.microsoft.com/office/drawing/2014/main" id="{4D2590C0-3E94-4E03-93E7-D9CB2C083BD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9" name="9wup_2_tuned_PredictedLigand_0">
            <a:extLst>
              <a:ext uri="{FF2B5EF4-FFF2-40B4-BE49-F238E27FC236}">
                <a16:creationId xmlns:a16="http://schemas.microsoft.com/office/drawing/2014/main" id="{E3B1C1DC-76F9-4563-BDAE-4E3A6B789F5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0" name="9wup_2_tuned_PredictedLigand_1">
            <a:extLst>
              <a:ext uri="{FF2B5EF4-FFF2-40B4-BE49-F238E27FC236}">
                <a16:creationId xmlns:a16="http://schemas.microsoft.com/office/drawing/2014/main" id="{49B8EEA1-8B9C-4ED8-AAB3-80748D3A57D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1" name="9wup_2_tuned_PredictedLigand_2">
            <a:extLst>
              <a:ext uri="{FF2B5EF4-FFF2-40B4-BE49-F238E27FC236}">
                <a16:creationId xmlns:a16="http://schemas.microsoft.com/office/drawing/2014/main" id="{3EECDC2B-09CA-4507-8882-C5101EF781B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2" name="9wup_2_tuned_PredictedLigand_3">
            <a:extLst>
              <a:ext uri="{FF2B5EF4-FFF2-40B4-BE49-F238E27FC236}">
                <a16:creationId xmlns:a16="http://schemas.microsoft.com/office/drawing/2014/main" id="{776D0DA8-633B-415A-9543-9F4E775C81D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3" name="9wup_2_tuned_PredictedLigand_4">
            <a:extLst>
              <a:ext uri="{FF2B5EF4-FFF2-40B4-BE49-F238E27FC236}">
                <a16:creationId xmlns:a16="http://schemas.microsoft.com/office/drawing/2014/main" id="{58D7715D-FFDD-4122-9073-3B96F9A8001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4" name="9wup_2_tuned_PredictedLigand_5">
            <a:extLst>
              <a:ext uri="{FF2B5EF4-FFF2-40B4-BE49-F238E27FC236}">
                <a16:creationId xmlns:a16="http://schemas.microsoft.com/office/drawing/2014/main" id="{80D4104E-F155-40F5-B8F5-04C5DBFB40C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5" name="9wup_2_tuned_PredictedLigand_6">
            <a:extLst>
              <a:ext uri="{FF2B5EF4-FFF2-40B4-BE49-F238E27FC236}">
                <a16:creationId xmlns:a16="http://schemas.microsoft.com/office/drawing/2014/main" id="{F4F36C61-6A2E-455E-8A18-5C0DFF42B4B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6" name="9wup_2_tuned_PredictedLigand_7">
            <a:extLst>
              <a:ext uri="{FF2B5EF4-FFF2-40B4-BE49-F238E27FC236}">
                <a16:creationId xmlns:a16="http://schemas.microsoft.com/office/drawing/2014/main" id="{DEF755BB-A9AF-4733-9777-06724F84A87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7" name="9wup_2_tuned_PredictedLigand_8">
            <a:extLst>
              <a:ext uri="{FF2B5EF4-FFF2-40B4-BE49-F238E27FC236}">
                <a16:creationId xmlns:a16="http://schemas.microsoft.com/office/drawing/2014/main" id="{0347D3A0-F6A2-4C5A-BAD4-406233B756D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8" name="9wup_2_tuned_PredictedLigand_9">
            <a:extLst>
              <a:ext uri="{FF2B5EF4-FFF2-40B4-BE49-F238E27FC236}">
                <a16:creationId xmlns:a16="http://schemas.microsoft.com/office/drawing/2014/main" id="{09EF0009-5D41-483B-9C39-2AB86A5C60A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9" name="9wup_2_tuned_PredictedLigand_10">
            <a:extLst>
              <a:ext uri="{FF2B5EF4-FFF2-40B4-BE49-F238E27FC236}">
                <a16:creationId xmlns:a16="http://schemas.microsoft.com/office/drawing/2014/main" id="{DDF6C8FE-32AE-4B84-8CBB-F2A5D013E84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0" name="9wup_2_tuned_PredictedLigand_11">
            <a:extLst>
              <a:ext uri="{FF2B5EF4-FFF2-40B4-BE49-F238E27FC236}">
                <a16:creationId xmlns:a16="http://schemas.microsoft.com/office/drawing/2014/main" id="{73A4012C-7CA4-43FA-ACE4-6CB2AF7E2E4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1" name="9wup_2_tuned_PredictedLigand_12">
            <a:extLst>
              <a:ext uri="{FF2B5EF4-FFF2-40B4-BE49-F238E27FC236}">
                <a16:creationId xmlns:a16="http://schemas.microsoft.com/office/drawing/2014/main" id="{2F811C8A-52E9-43C7-9DA3-3FBB783FA7D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2" name="9wup_2_tuned_PredictedLigand_13">
            <a:extLst>
              <a:ext uri="{FF2B5EF4-FFF2-40B4-BE49-F238E27FC236}">
                <a16:creationId xmlns:a16="http://schemas.microsoft.com/office/drawing/2014/main" id="{1B06327C-4F21-48BF-8967-D01F115B9AE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3" name="9wup_2_tuned_PredictedLigand_14">
            <a:extLst>
              <a:ext uri="{FF2B5EF4-FFF2-40B4-BE49-F238E27FC236}">
                <a16:creationId xmlns:a16="http://schemas.microsoft.com/office/drawing/2014/main" id="{D5A41DDC-CAF3-4A08-A2CF-FC9A0BA1D1F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4" name="9wup_2_tuned_PredictedLigand_15">
            <a:extLst>
              <a:ext uri="{FF2B5EF4-FFF2-40B4-BE49-F238E27FC236}">
                <a16:creationId xmlns:a16="http://schemas.microsoft.com/office/drawing/2014/main" id="{CF7862C1-94BE-465A-A609-6D39E4B3FD4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5" name="9wup_2_tuned_PredictedLigand_16">
            <a:extLst>
              <a:ext uri="{FF2B5EF4-FFF2-40B4-BE49-F238E27FC236}">
                <a16:creationId xmlns:a16="http://schemas.microsoft.com/office/drawing/2014/main" id="{1B009E8C-B356-400F-A965-FB86B3F33D1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6" name="9wup_2_tuned_PredictedLigand_17">
            <a:extLst>
              <a:ext uri="{FF2B5EF4-FFF2-40B4-BE49-F238E27FC236}">
                <a16:creationId xmlns:a16="http://schemas.microsoft.com/office/drawing/2014/main" id="{BE077FE6-AF7B-47E2-8549-E5C2B482EA7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7" name="9wup_2_tuned_PredictedLigand_18">
            <a:extLst>
              <a:ext uri="{FF2B5EF4-FFF2-40B4-BE49-F238E27FC236}">
                <a16:creationId xmlns:a16="http://schemas.microsoft.com/office/drawing/2014/main" id="{5B55BC8B-722A-45CC-8C07-D752509262E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8" name="9wup_2_tuned_PredictedLigand_19">
            <a:extLst>
              <a:ext uri="{FF2B5EF4-FFF2-40B4-BE49-F238E27FC236}">
                <a16:creationId xmlns:a16="http://schemas.microsoft.com/office/drawing/2014/main" id="{F648C62C-1187-460E-8A2A-C4838D17E42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9" name="9wup_2_tuned_PredictedLigand_20">
            <a:extLst>
              <a:ext uri="{FF2B5EF4-FFF2-40B4-BE49-F238E27FC236}">
                <a16:creationId xmlns:a16="http://schemas.microsoft.com/office/drawing/2014/main" id="{6D73E4E3-A9B4-496A-B613-9B3BEF6F31B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0" name="9wup_2_tuned_PredictedLigand_21">
            <a:extLst>
              <a:ext uri="{FF2B5EF4-FFF2-40B4-BE49-F238E27FC236}">
                <a16:creationId xmlns:a16="http://schemas.microsoft.com/office/drawing/2014/main" id="{8AF2D7B4-149F-403C-B9FE-66B32F46704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1" name="9wup_2_tuned_PredictedLigand_22">
            <a:extLst>
              <a:ext uri="{FF2B5EF4-FFF2-40B4-BE49-F238E27FC236}">
                <a16:creationId xmlns:a16="http://schemas.microsoft.com/office/drawing/2014/main" id="{B6809938-1F7F-4AA9-AC96-1CB89E14EE4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2" name="9wup_2_tuned_PredictedLigand_23">
            <a:extLst>
              <a:ext uri="{FF2B5EF4-FFF2-40B4-BE49-F238E27FC236}">
                <a16:creationId xmlns:a16="http://schemas.microsoft.com/office/drawing/2014/main" id="{E2154628-380E-402F-9B1C-475B51F4D75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3" name="9wup_2_tuned_PredictedLigand_24">
            <a:extLst>
              <a:ext uri="{FF2B5EF4-FFF2-40B4-BE49-F238E27FC236}">
                <a16:creationId xmlns:a16="http://schemas.microsoft.com/office/drawing/2014/main" id="{DEADE78C-F6AB-48F4-81AE-00B55B044E9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4" name="9wup_2_tuned_PredictedLigand_25">
            <a:extLst>
              <a:ext uri="{FF2B5EF4-FFF2-40B4-BE49-F238E27FC236}">
                <a16:creationId xmlns:a16="http://schemas.microsoft.com/office/drawing/2014/main" id="{7E27029E-1A0C-46A8-88A0-B4E1A22CA74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5" name="9wup_2_tuned_PredictedLigand_26">
            <a:extLst>
              <a:ext uri="{FF2B5EF4-FFF2-40B4-BE49-F238E27FC236}">
                <a16:creationId xmlns:a16="http://schemas.microsoft.com/office/drawing/2014/main" id="{C596FE87-C685-4265-AD20-E512FA48193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6" name="9wup_2_tuned_PredictedLigand_27">
            <a:extLst>
              <a:ext uri="{FF2B5EF4-FFF2-40B4-BE49-F238E27FC236}">
                <a16:creationId xmlns:a16="http://schemas.microsoft.com/office/drawing/2014/main" id="{46B718C4-A775-4F37-801E-A98E5BE76EB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7" name="9wup_2_tuned_PredictedLigand_28">
            <a:extLst>
              <a:ext uri="{FF2B5EF4-FFF2-40B4-BE49-F238E27FC236}">
                <a16:creationId xmlns:a16="http://schemas.microsoft.com/office/drawing/2014/main" id="{B52E4390-487B-4832-961E-924BFBE62A7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8" name="9wup_2_tuned_PredictedLigand_29">
            <a:extLst>
              <a:ext uri="{FF2B5EF4-FFF2-40B4-BE49-F238E27FC236}">
                <a16:creationId xmlns:a16="http://schemas.microsoft.com/office/drawing/2014/main" id="{5C5E7FA6-4159-4372-9C3E-B7DE25D6563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9" name="9wup_2_tuned_PredictedLigand_30">
            <a:extLst>
              <a:ext uri="{FF2B5EF4-FFF2-40B4-BE49-F238E27FC236}">
                <a16:creationId xmlns:a16="http://schemas.microsoft.com/office/drawing/2014/main" id="{90374918-51D6-4534-AD82-8AF5037A88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0" name="9wup_2_tuned_PredictedLigand_31">
            <a:extLst>
              <a:ext uri="{FF2B5EF4-FFF2-40B4-BE49-F238E27FC236}">
                <a16:creationId xmlns:a16="http://schemas.microsoft.com/office/drawing/2014/main" id="{AE7B850E-8308-402C-9532-3DAE7C0A51B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1" name="9wup_2_tuned_PredictedLigand_32">
            <a:extLst>
              <a:ext uri="{FF2B5EF4-FFF2-40B4-BE49-F238E27FC236}">
                <a16:creationId xmlns:a16="http://schemas.microsoft.com/office/drawing/2014/main" id="{64E88692-C6DB-4EB2-8CE6-8EC6F5892C9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2" name="9wup_2_tuned_PredictedLigand_33">
            <a:extLst>
              <a:ext uri="{FF2B5EF4-FFF2-40B4-BE49-F238E27FC236}">
                <a16:creationId xmlns:a16="http://schemas.microsoft.com/office/drawing/2014/main" id="{4A7868AD-E70A-4880-93B0-C51FA6B705A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3" name="9wup_2_tuned_PredictedLigand_34">
            <a:extLst>
              <a:ext uri="{FF2B5EF4-FFF2-40B4-BE49-F238E27FC236}">
                <a16:creationId xmlns:a16="http://schemas.microsoft.com/office/drawing/2014/main" id="{0CBA104E-C91F-418E-8182-A7AE5B3124A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4" name="9wup_2_tuned_PredictedLigand_35">
            <a:extLst>
              <a:ext uri="{FF2B5EF4-FFF2-40B4-BE49-F238E27FC236}">
                <a16:creationId xmlns:a16="http://schemas.microsoft.com/office/drawing/2014/main" id="{1B67567C-4C39-4D80-916B-D55287BF036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5" name="9wup_2_tuned_PredictedLigand_36">
            <a:extLst>
              <a:ext uri="{FF2B5EF4-FFF2-40B4-BE49-F238E27FC236}">
                <a16:creationId xmlns:a16="http://schemas.microsoft.com/office/drawing/2014/main" id="{1440FD33-9D06-435D-8CC0-74607135202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6" name="9wup_2_tuned_PredictedLigand_37">
            <a:extLst>
              <a:ext uri="{FF2B5EF4-FFF2-40B4-BE49-F238E27FC236}">
                <a16:creationId xmlns:a16="http://schemas.microsoft.com/office/drawing/2014/main" id="{2610EB5E-1894-43C1-840D-3E7EDBB457A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7" name="9wup_2_tuned_PredictedLigand_38">
            <a:extLst>
              <a:ext uri="{FF2B5EF4-FFF2-40B4-BE49-F238E27FC236}">
                <a16:creationId xmlns:a16="http://schemas.microsoft.com/office/drawing/2014/main" id="{CBDD3B73-D1F9-4896-9841-CBA7B247E9F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8" name="9wup_2_tuned_PredictedLigand_39">
            <a:extLst>
              <a:ext uri="{FF2B5EF4-FFF2-40B4-BE49-F238E27FC236}">
                <a16:creationId xmlns:a16="http://schemas.microsoft.com/office/drawing/2014/main" id="{160A5693-7B02-44B0-9EF4-61AB99ED7CA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9" name="9wup_2_tuned_PredictedLigand_40">
            <a:extLst>
              <a:ext uri="{FF2B5EF4-FFF2-40B4-BE49-F238E27FC236}">
                <a16:creationId xmlns:a16="http://schemas.microsoft.com/office/drawing/2014/main" id="{8A5ED7ED-C7FF-44E4-ACED-C20A1193260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0" name="9wup_2_tuned_PredictedLigand_41">
            <a:extLst>
              <a:ext uri="{FF2B5EF4-FFF2-40B4-BE49-F238E27FC236}">
                <a16:creationId xmlns:a16="http://schemas.microsoft.com/office/drawing/2014/main" id="{E9D92051-F4BF-4008-9586-529C9604877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1" name="9wup_2_tuned_PredictedLigand_42">
            <a:extLst>
              <a:ext uri="{FF2B5EF4-FFF2-40B4-BE49-F238E27FC236}">
                <a16:creationId xmlns:a16="http://schemas.microsoft.com/office/drawing/2014/main" id="{424A1D2F-9E1C-4B45-AF9F-E33597C120F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2" name="9wup_2_tuned_PredictedLigand_43">
            <a:extLst>
              <a:ext uri="{FF2B5EF4-FFF2-40B4-BE49-F238E27FC236}">
                <a16:creationId xmlns:a16="http://schemas.microsoft.com/office/drawing/2014/main" id="{54890772-0351-4EC2-850E-5466FB413F8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3" name="9wup_2_tuned_PredictedLigand_44">
            <a:extLst>
              <a:ext uri="{FF2B5EF4-FFF2-40B4-BE49-F238E27FC236}">
                <a16:creationId xmlns:a16="http://schemas.microsoft.com/office/drawing/2014/main" id="{7C131F00-1AB3-4A5F-B009-8C5E336A832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4" name="9wup_2_tuned_PredictedLigand_45">
            <a:extLst>
              <a:ext uri="{FF2B5EF4-FFF2-40B4-BE49-F238E27FC236}">
                <a16:creationId xmlns:a16="http://schemas.microsoft.com/office/drawing/2014/main" id="{11B1B820-9528-436F-9F65-5B7C48146B4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5" name="9wup_2_tuned_PredictedLigand_46">
            <a:extLst>
              <a:ext uri="{FF2B5EF4-FFF2-40B4-BE49-F238E27FC236}">
                <a16:creationId xmlns:a16="http://schemas.microsoft.com/office/drawing/2014/main" id="{5F3CF0CD-6B78-4FCF-97C9-B7A333C331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6" name="9wup_2_tuned_PredictedLigand_47">
            <a:extLst>
              <a:ext uri="{FF2B5EF4-FFF2-40B4-BE49-F238E27FC236}">
                <a16:creationId xmlns:a16="http://schemas.microsoft.com/office/drawing/2014/main" id="{7AE6D5D7-73EC-4B75-BA88-44FC29070F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7" name="9wup_2_tuned_PredictedLigand_48">
            <a:extLst>
              <a:ext uri="{FF2B5EF4-FFF2-40B4-BE49-F238E27FC236}">
                <a16:creationId xmlns:a16="http://schemas.microsoft.com/office/drawing/2014/main" id="{1A60839D-D886-4E54-B972-3AF5FA62AFA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8" name="9wup_2_tuned_PredictedLigand_49">
            <a:extLst>
              <a:ext uri="{FF2B5EF4-FFF2-40B4-BE49-F238E27FC236}">
                <a16:creationId xmlns:a16="http://schemas.microsoft.com/office/drawing/2014/main" id="{8965E5C3-D9A2-4192-9619-106C2FC50ED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9" name="9wup_2_tuned_PredictedLigand_50">
            <a:extLst>
              <a:ext uri="{FF2B5EF4-FFF2-40B4-BE49-F238E27FC236}">
                <a16:creationId xmlns:a16="http://schemas.microsoft.com/office/drawing/2014/main" id="{F515CC51-26D7-4961-A054-C309F443AA6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0" name="9wup_2_tuned_PredictedLigand_51">
            <a:extLst>
              <a:ext uri="{FF2B5EF4-FFF2-40B4-BE49-F238E27FC236}">
                <a16:creationId xmlns:a16="http://schemas.microsoft.com/office/drawing/2014/main" id="{A02FBF4D-31CD-44BD-8139-CA0799E117E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1" name="9wup_2_tuned_PredictedLigand_52">
            <a:extLst>
              <a:ext uri="{FF2B5EF4-FFF2-40B4-BE49-F238E27FC236}">
                <a16:creationId xmlns:a16="http://schemas.microsoft.com/office/drawing/2014/main" id="{EB18F226-7C79-4028-B462-2FFDA94EFAD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2" name="9wup_2_tuned_PredictedLigand_53">
            <a:extLst>
              <a:ext uri="{FF2B5EF4-FFF2-40B4-BE49-F238E27FC236}">
                <a16:creationId xmlns:a16="http://schemas.microsoft.com/office/drawing/2014/main" id="{AE6D3B4D-11D6-4117-B182-5DC3CE2B0E0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3" name="9wup_2_tuned_PredictedLigand_54">
            <a:extLst>
              <a:ext uri="{FF2B5EF4-FFF2-40B4-BE49-F238E27FC236}">
                <a16:creationId xmlns:a16="http://schemas.microsoft.com/office/drawing/2014/main" id="{3121C0E0-91A3-4ADB-9C09-0AC33825F01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4" name="9wup_2_tuned_PredictedLigand_55">
            <a:extLst>
              <a:ext uri="{FF2B5EF4-FFF2-40B4-BE49-F238E27FC236}">
                <a16:creationId xmlns:a16="http://schemas.microsoft.com/office/drawing/2014/main" id="{2109E601-67B9-4061-881C-F2D43039E01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5" name="9wup_2_tuned_PredictedLigand_56">
            <a:extLst>
              <a:ext uri="{FF2B5EF4-FFF2-40B4-BE49-F238E27FC236}">
                <a16:creationId xmlns:a16="http://schemas.microsoft.com/office/drawing/2014/main" id="{BF8AD017-42E7-442B-AD19-A4C466E93B8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6" name="9wup_2_tuned_PredictedLigand_57">
            <a:extLst>
              <a:ext uri="{FF2B5EF4-FFF2-40B4-BE49-F238E27FC236}">
                <a16:creationId xmlns:a16="http://schemas.microsoft.com/office/drawing/2014/main" id="{0F4BCD13-310C-4D22-83A0-9EADCCF8848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7" name="9wup_2_tuned_PredictedAtoms_0">
            <a:extLst>
              <a:ext uri="{FF2B5EF4-FFF2-40B4-BE49-F238E27FC236}">
                <a16:creationId xmlns:a16="http://schemas.microsoft.com/office/drawing/2014/main" id="{8A99AC1D-71A3-41A4-90DD-058ECDD3ED6E}"/>
              </a:ext>
            </a:extLst>
          </p:cNvPr>
          <p:cNvSpPr>
            <a:spLocks noGrp="1"/>
          </p:cNvSpPr>
          <p:nvPr/>
        </p:nvSpPr>
        <p:spPr>
          <a:xfrm>
            <a:off x="4234447" y="8398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8" name="9wup_2_tuned_PredictedAtoms_1">
            <a:extLst>
              <a:ext uri="{FF2B5EF4-FFF2-40B4-BE49-F238E27FC236}">
                <a16:creationId xmlns:a16="http://schemas.microsoft.com/office/drawing/2014/main" id="{11DB14C0-6078-4FDE-99A5-7E477D8C604D}"/>
              </a:ext>
            </a:extLst>
          </p:cNvPr>
          <p:cNvSpPr>
            <a:spLocks noGrp="1"/>
          </p:cNvSpPr>
          <p:nvPr/>
        </p:nvSpPr>
        <p:spPr>
          <a:xfrm>
            <a:off x="4299699" y="84943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9" name="9wup_2_tuned_PredictedAtoms_2">
            <a:extLst>
              <a:ext uri="{FF2B5EF4-FFF2-40B4-BE49-F238E27FC236}">
                <a16:creationId xmlns:a16="http://schemas.microsoft.com/office/drawing/2014/main" id="{12385156-A774-4D2C-B014-114458BAA670}"/>
              </a:ext>
            </a:extLst>
          </p:cNvPr>
          <p:cNvSpPr>
            <a:spLocks noGrp="1"/>
          </p:cNvSpPr>
          <p:nvPr/>
        </p:nvSpPr>
        <p:spPr>
          <a:xfrm>
            <a:off x="4395684" y="84725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0" name="9wup_2_tuned_PredictedAtoms_3">
            <a:extLst>
              <a:ext uri="{FF2B5EF4-FFF2-40B4-BE49-F238E27FC236}">
                <a16:creationId xmlns:a16="http://schemas.microsoft.com/office/drawing/2014/main" id="{2BC7CC2A-040B-49B0-AF04-151400315F91}"/>
              </a:ext>
            </a:extLst>
          </p:cNvPr>
          <p:cNvSpPr>
            <a:spLocks noGrp="1"/>
          </p:cNvSpPr>
          <p:nvPr/>
        </p:nvSpPr>
        <p:spPr>
          <a:xfrm>
            <a:off x="4414894" y="85669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1" name="9wup_2_tuned_PredictedAtoms_4">
            <a:extLst>
              <a:ext uri="{FF2B5EF4-FFF2-40B4-BE49-F238E27FC236}">
                <a16:creationId xmlns:a16="http://schemas.microsoft.com/office/drawing/2014/main" id="{60DFFAE5-F840-4920-93B1-35E2E6A44B0E}"/>
              </a:ext>
            </a:extLst>
          </p:cNvPr>
          <p:cNvSpPr>
            <a:spLocks noGrp="1"/>
          </p:cNvSpPr>
          <p:nvPr/>
        </p:nvSpPr>
        <p:spPr>
          <a:xfrm>
            <a:off x="4529416" y="8558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2" name="9wup_2_tuned_PredictedAtoms_5">
            <a:extLst>
              <a:ext uri="{FF2B5EF4-FFF2-40B4-BE49-F238E27FC236}">
                <a16:creationId xmlns:a16="http://schemas.microsoft.com/office/drawing/2014/main" id="{5B1627AF-D162-4CA9-ACCF-27E556C086EE}"/>
              </a:ext>
            </a:extLst>
          </p:cNvPr>
          <p:cNvSpPr>
            <a:spLocks noGrp="1"/>
          </p:cNvSpPr>
          <p:nvPr/>
        </p:nvSpPr>
        <p:spPr>
          <a:xfrm>
            <a:off x="4549221" y="84350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3" name="9wup_2_tuned_PredictedAtoms_6">
            <a:extLst>
              <a:ext uri="{FF2B5EF4-FFF2-40B4-BE49-F238E27FC236}">
                <a16:creationId xmlns:a16="http://schemas.microsoft.com/office/drawing/2014/main" id="{CA299420-4858-4D27-9D1A-7CF44D9B4398}"/>
              </a:ext>
            </a:extLst>
          </p:cNvPr>
          <p:cNvSpPr>
            <a:spLocks noGrp="1"/>
          </p:cNvSpPr>
          <p:nvPr/>
        </p:nvSpPr>
        <p:spPr>
          <a:xfrm>
            <a:off x="4527245" y="8633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4" name="9wup_2_tuned_PredictedAtoms_7">
            <a:extLst>
              <a:ext uri="{FF2B5EF4-FFF2-40B4-BE49-F238E27FC236}">
                <a16:creationId xmlns:a16="http://schemas.microsoft.com/office/drawing/2014/main" id="{26E3F509-D8FD-4E58-B28B-0D291D2DF3F4}"/>
              </a:ext>
            </a:extLst>
          </p:cNvPr>
          <p:cNvSpPr>
            <a:spLocks noGrp="1"/>
          </p:cNvSpPr>
          <p:nvPr/>
        </p:nvSpPr>
        <p:spPr>
          <a:xfrm>
            <a:off x="4636419" y="8609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5" name="9wup_2_tuned_PredictedAtoms_8">
            <a:extLst>
              <a:ext uri="{FF2B5EF4-FFF2-40B4-BE49-F238E27FC236}">
                <a16:creationId xmlns:a16="http://schemas.microsoft.com/office/drawing/2014/main" id="{22E89990-C038-4A62-89F4-FBB4A2033FF3}"/>
              </a:ext>
            </a:extLst>
          </p:cNvPr>
          <p:cNvSpPr>
            <a:spLocks noGrp="1"/>
          </p:cNvSpPr>
          <p:nvPr/>
        </p:nvSpPr>
        <p:spPr>
          <a:xfrm>
            <a:off x="4731402" y="87124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6" name="9wup_2_tuned_PredictedAtoms_9">
            <a:extLst>
              <a:ext uri="{FF2B5EF4-FFF2-40B4-BE49-F238E27FC236}">
                <a16:creationId xmlns:a16="http://schemas.microsoft.com/office/drawing/2014/main" id="{D6B87298-B7BA-460B-8AB6-46C2D4F75B86}"/>
              </a:ext>
            </a:extLst>
          </p:cNvPr>
          <p:cNvSpPr>
            <a:spLocks noGrp="1"/>
          </p:cNvSpPr>
          <p:nvPr/>
        </p:nvSpPr>
        <p:spPr>
          <a:xfrm>
            <a:off x="4804994" y="86737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7" name="9wup_2_tuned_PredictedAtoms_10">
            <a:extLst>
              <a:ext uri="{FF2B5EF4-FFF2-40B4-BE49-F238E27FC236}">
                <a16:creationId xmlns:a16="http://schemas.microsoft.com/office/drawing/2014/main" id="{6CC7B1FD-39A6-4D91-BF7A-772E979E3BC9}"/>
              </a:ext>
            </a:extLst>
          </p:cNvPr>
          <p:cNvSpPr>
            <a:spLocks noGrp="1"/>
          </p:cNvSpPr>
          <p:nvPr/>
        </p:nvSpPr>
        <p:spPr>
          <a:xfrm>
            <a:off x="4665539" y="88261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8" name="9wup_2_tuned_PredictedAtoms_11">
            <a:extLst>
              <a:ext uri="{FF2B5EF4-FFF2-40B4-BE49-F238E27FC236}">
                <a16:creationId xmlns:a16="http://schemas.microsoft.com/office/drawing/2014/main" id="{B959FE42-C88B-49E1-80F0-F436D040BDF0}"/>
              </a:ext>
            </a:extLst>
          </p:cNvPr>
          <p:cNvSpPr>
            <a:spLocks noGrp="1"/>
          </p:cNvSpPr>
          <p:nvPr/>
        </p:nvSpPr>
        <p:spPr>
          <a:xfrm>
            <a:off x="4807833" y="872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9" name="9wup_2_tuned_PredictedAtoms_12">
            <a:extLst>
              <a:ext uri="{FF2B5EF4-FFF2-40B4-BE49-F238E27FC236}">
                <a16:creationId xmlns:a16="http://schemas.microsoft.com/office/drawing/2014/main" id="{196CFE1F-901B-4F3B-B25A-20A23043A874}"/>
              </a:ext>
            </a:extLst>
          </p:cNvPr>
          <p:cNvSpPr>
            <a:spLocks noGrp="1"/>
          </p:cNvSpPr>
          <p:nvPr/>
        </p:nvSpPr>
        <p:spPr>
          <a:xfrm>
            <a:off x="4799977" y="88439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0" name="9wup_2_tuned_PredictedAtoms_13">
            <a:extLst>
              <a:ext uri="{FF2B5EF4-FFF2-40B4-BE49-F238E27FC236}">
                <a16:creationId xmlns:a16="http://schemas.microsoft.com/office/drawing/2014/main" id="{AA09193F-4304-4547-8D3E-4FAB59D6404C}"/>
              </a:ext>
            </a:extLst>
          </p:cNvPr>
          <p:cNvSpPr>
            <a:spLocks noGrp="1"/>
          </p:cNvSpPr>
          <p:nvPr/>
        </p:nvSpPr>
        <p:spPr>
          <a:xfrm>
            <a:off x="4886047" y="8852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1" name="9wup_2_tuned_PredictedAtoms_14">
            <a:extLst>
              <a:ext uri="{FF2B5EF4-FFF2-40B4-BE49-F238E27FC236}">
                <a16:creationId xmlns:a16="http://schemas.microsoft.com/office/drawing/2014/main" id="{6B08168D-25B5-478D-AED7-DD5AFB5289B6}"/>
              </a:ext>
            </a:extLst>
          </p:cNvPr>
          <p:cNvSpPr>
            <a:spLocks noGrp="1"/>
          </p:cNvSpPr>
          <p:nvPr/>
        </p:nvSpPr>
        <p:spPr>
          <a:xfrm>
            <a:off x="4999984" y="87961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2" name="9wup_2_tuned_PredictedAtoms_15">
            <a:extLst>
              <a:ext uri="{FF2B5EF4-FFF2-40B4-BE49-F238E27FC236}">
                <a16:creationId xmlns:a16="http://schemas.microsoft.com/office/drawing/2014/main" id="{145A170F-2E53-4AD8-B3EB-1C928F841869}"/>
              </a:ext>
            </a:extLst>
          </p:cNvPr>
          <p:cNvSpPr>
            <a:spLocks noGrp="1"/>
          </p:cNvSpPr>
          <p:nvPr/>
        </p:nvSpPr>
        <p:spPr>
          <a:xfrm>
            <a:off x="5029551" y="87721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3" name="9wup_2_tuned_PredictedAtoms_16">
            <a:extLst>
              <a:ext uri="{FF2B5EF4-FFF2-40B4-BE49-F238E27FC236}">
                <a16:creationId xmlns:a16="http://schemas.microsoft.com/office/drawing/2014/main" id="{1896DCC2-7720-4F98-9E6E-9E4267325E93}"/>
              </a:ext>
            </a:extLst>
          </p:cNvPr>
          <p:cNvSpPr>
            <a:spLocks noGrp="1"/>
          </p:cNvSpPr>
          <p:nvPr/>
        </p:nvSpPr>
        <p:spPr>
          <a:xfrm>
            <a:off x="5091739" y="86547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4" name="9wup_2_tuned_PredictedAtoms_17">
            <a:extLst>
              <a:ext uri="{FF2B5EF4-FFF2-40B4-BE49-F238E27FC236}">
                <a16:creationId xmlns:a16="http://schemas.microsoft.com/office/drawing/2014/main" id="{434C26C2-35A4-441F-A4C6-539B4AFD2192}"/>
              </a:ext>
            </a:extLst>
          </p:cNvPr>
          <p:cNvSpPr>
            <a:spLocks noGrp="1"/>
          </p:cNvSpPr>
          <p:nvPr/>
        </p:nvSpPr>
        <p:spPr>
          <a:xfrm>
            <a:off x="5042875" y="85595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5" name="9wup_2_tuned_PredictedAtoms_18">
            <a:extLst>
              <a:ext uri="{FF2B5EF4-FFF2-40B4-BE49-F238E27FC236}">
                <a16:creationId xmlns:a16="http://schemas.microsoft.com/office/drawing/2014/main" id="{CC1DE2E3-C812-490C-8179-90F4F474BB4D}"/>
              </a:ext>
            </a:extLst>
          </p:cNvPr>
          <p:cNvSpPr>
            <a:spLocks noGrp="1"/>
          </p:cNvSpPr>
          <p:nvPr/>
        </p:nvSpPr>
        <p:spPr>
          <a:xfrm>
            <a:off x="5124121" y="8470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6" name="9wup_2_tuned_PredictedAtoms_19">
            <a:extLst>
              <a:ext uri="{FF2B5EF4-FFF2-40B4-BE49-F238E27FC236}">
                <a16:creationId xmlns:a16="http://schemas.microsoft.com/office/drawing/2014/main" id="{71030F3B-2D4E-4E14-9399-7A076851F25B}"/>
              </a:ext>
            </a:extLst>
          </p:cNvPr>
          <p:cNvSpPr>
            <a:spLocks noGrp="1"/>
          </p:cNvSpPr>
          <p:nvPr/>
        </p:nvSpPr>
        <p:spPr>
          <a:xfrm>
            <a:off x="5229418" y="85086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7" name="9wup_2_tuned_PredictedAtoms_20">
            <a:extLst>
              <a:ext uri="{FF2B5EF4-FFF2-40B4-BE49-F238E27FC236}">
                <a16:creationId xmlns:a16="http://schemas.microsoft.com/office/drawing/2014/main" id="{B09E2BDA-F16F-4F18-AD25-0D46839DEE72}"/>
              </a:ext>
            </a:extLst>
          </p:cNvPr>
          <p:cNvSpPr>
            <a:spLocks noGrp="1"/>
          </p:cNvSpPr>
          <p:nvPr/>
        </p:nvSpPr>
        <p:spPr>
          <a:xfrm>
            <a:off x="5345725" y="84603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8" name="9wup_2_tuned_PredictedAtoms_21">
            <a:extLst>
              <a:ext uri="{FF2B5EF4-FFF2-40B4-BE49-F238E27FC236}">
                <a16:creationId xmlns:a16="http://schemas.microsoft.com/office/drawing/2014/main" id="{240BF7AF-A8A3-4576-9836-38C09C030BFF}"/>
              </a:ext>
            </a:extLst>
          </p:cNvPr>
          <p:cNvSpPr>
            <a:spLocks noGrp="1"/>
          </p:cNvSpPr>
          <p:nvPr/>
        </p:nvSpPr>
        <p:spPr>
          <a:xfrm>
            <a:off x="5376598" y="83540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9" name="9wup_2_tuned_PredictedAtoms_22">
            <a:extLst>
              <a:ext uri="{FF2B5EF4-FFF2-40B4-BE49-F238E27FC236}">
                <a16:creationId xmlns:a16="http://schemas.microsoft.com/office/drawing/2014/main" id="{BDB9780A-EE62-4F88-A982-EBF43D0B516C}"/>
              </a:ext>
            </a:extLst>
          </p:cNvPr>
          <p:cNvSpPr>
            <a:spLocks noGrp="1"/>
          </p:cNvSpPr>
          <p:nvPr/>
        </p:nvSpPr>
        <p:spPr>
          <a:xfrm>
            <a:off x="5428655" y="8526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0" name="9wup_2_tuned_PredictedAtoms_23">
            <a:extLst>
              <a:ext uri="{FF2B5EF4-FFF2-40B4-BE49-F238E27FC236}">
                <a16:creationId xmlns:a16="http://schemas.microsoft.com/office/drawing/2014/main" id="{1EDF1753-987C-421C-8117-533F5B3E98B1}"/>
              </a:ext>
            </a:extLst>
          </p:cNvPr>
          <p:cNvSpPr>
            <a:spLocks noGrp="1"/>
          </p:cNvSpPr>
          <p:nvPr/>
        </p:nvSpPr>
        <p:spPr>
          <a:xfrm>
            <a:off x="5401312" y="86351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1" name="9wup_2_tuned_PredictedAtoms_24">
            <a:extLst>
              <a:ext uri="{FF2B5EF4-FFF2-40B4-BE49-F238E27FC236}">
                <a16:creationId xmlns:a16="http://schemas.microsoft.com/office/drawing/2014/main" id="{428BEF34-7C66-45BC-A9A0-766A1ADF0864}"/>
              </a:ext>
            </a:extLst>
          </p:cNvPr>
          <p:cNvSpPr>
            <a:spLocks noGrp="1"/>
          </p:cNvSpPr>
          <p:nvPr/>
        </p:nvSpPr>
        <p:spPr>
          <a:xfrm>
            <a:off x="5290070" y="86822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2" name="9wup_2_tuned_PredictedAtoms_25">
            <a:extLst>
              <a:ext uri="{FF2B5EF4-FFF2-40B4-BE49-F238E27FC236}">
                <a16:creationId xmlns:a16="http://schemas.microsoft.com/office/drawing/2014/main" id="{FB6FE474-EE04-46C1-8739-3B45903EA8C6}"/>
              </a:ext>
            </a:extLst>
          </p:cNvPr>
          <p:cNvSpPr>
            <a:spLocks noGrp="1"/>
          </p:cNvSpPr>
          <p:nvPr/>
        </p:nvSpPr>
        <p:spPr>
          <a:xfrm>
            <a:off x="5206421" y="8623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3" name="9wup_2_tuned_PredictedAtoms_26">
            <a:extLst>
              <a:ext uri="{FF2B5EF4-FFF2-40B4-BE49-F238E27FC236}">
                <a16:creationId xmlns:a16="http://schemas.microsoft.com/office/drawing/2014/main" id="{C51A6AE0-7DE3-481D-AB13-3DE82DD2E723}"/>
              </a:ext>
            </a:extLst>
          </p:cNvPr>
          <p:cNvSpPr>
            <a:spLocks noGrp="1"/>
          </p:cNvSpPr>
          <p:nvPr/>
        </p:nvSpPr>
        <p:spPr>
          <a:xfrm>
            <a:off x="4916846" y="87936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4" name="9wup_2_tuned_PredictedAtoms_27">
            <a:extLst>
              <a:ext uri="{FF2B5EF4-FFF2-40B4-BE49-F238E27FC236}">
                <a16:creationId xmlns:a16="http://schemas.microsoft.com/office/drawing/2014/main" id="{A2114F04-EF1A-4B88-9F2A-CE1BEBA8814D}"/>
              </a:ext>
            </a:extLst>
          </p:cNvPr>
          <p:cNvSpPr>
            <a:spLocks noGrp="1"/>
          </p:cNvSpPr>
          <p:nvPr/>
        </p:nvSpPr>
        <p:spPr>
          <a:xfrm>
            <a:off x="4924821" y="88800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5" name="9wup_2_tuned_PredictedAtoms_28">
            <a:extLst>
              <a:ext uri="{FF2B5EF4-FFF2-40B4-BE49-F238E27FC236}">
                <a16:creationId xmlns:a16="http://schemas.microsoft.com/office/drawing/2014/main" id="{EC35891F-1252-4460-96C5-C3373054A627}"/>
              </a:ext>
            </a:extLst>
          </p:cNvPr>
          <p:cNvSpPr>
            <a:spLocks noGrp="1"/>
          </p:cNvSpPr>
          <p:nvPr/>
        </p:nvSpPr>
        <p:spPr>
          <a:xfrm>
            <a:off x="4824684" y="88298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6" name="9wup_2_tuned_PredictedAtoms_29">
            <a:extLst>
              <a:ext uri="{FF2B5EF4-FFF2-40B4-BE49-F238E27FC236}">
                <a16:creationId xmlns:a16="http://schemas.microsoft.com/office/drawing/2014/main" id="{9067FDA3-8CCC-4D78-A71A-538076992C8B}"/>
              </a:ext>
            </a:extLst>
          </p:cNvPr>
          <p:cNvSpPr>
            <a:spLocks noGrp="1"/>
          </p:cNvSpPr>
          <p:nvPr/>
        </p:nvSpPr>
        <p:spPr>
          <a:xfrm>
            <a:off x="4761204" y="89304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7" name="9wup_2_tuned_PredictedAtoms_30">
            <a:extLst>
              <a:ext uri="{FF2B5EF4-FFF2-40B4-BE49-F238E27FC236}">
                <a16:creationId xmlns:a16="http://schemas.microsoft.com/office/drawing/2014/main" id="{C082DE87-6473-4786-B387-52C7C983076D}"/>
              </a:ext>
            </a:extLst>
          </p:cNvPr>
          <p:cNvSpPr>
            <a:spLocks noGrp="1"/>
          </p:cNvSpPr>
          <p:nvPr/>
        </p:nvSpPr>
        <p:spPr>
          <a:xfrm>
            <a:off x="4237764" y="86065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8" name="9wup_2_tuned_PredictedAtoms_31">
            <a:extLst>
              <a:ext uri="{FF2B5EF4-FFF2-40B4-BE49-F238E27FC236}">
                <a16:creationId xmlns:a16="http://schemas.microsoft.com/office/drawing/2014/main" id="{97B8A61C-FF1B-46F9-A617-9B6E04A72C1A}"/>
              </a:ext>
            </a:extLst>
          </p:cNvPr>
          <p:cNvSpPr>
            <a:spLocks noGrp="1"/>
          </p:cNvSpPr>
          <p:nvPr/>
        </p:nvSpPr>
        <p:spPr>
          <a:xfrm>
            <a:off x="4292793" y="87067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9" name="9wup_2_tuned_PredictedAtoms_32">
            <a:extLst>
              <a:ext uri="{FF2B5EF4-FFF2-40B4-BE49-F238E27FC236}">
                <a16:creationId xmlns:a16="http://schemas.microsoft.com/office/drawing/2014/main" id="{79004508-F83A-4FD3-8D20-CFB0E24BF574}"/>
              </a:ext>
            </a:extLst>
          </p:cNvPr>
          <p:cNvSpPr>
            <a:spLocks noGrp="1"/>
          </p:cNvSpPr>
          <p:nvPr/>
        </p:nvSpPr>
        <p:spPr>
          <a:xfrm>
            <a:off x="4100972" y="86087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0" name="9wup_2_tuned_PredictedAtoms_33">
            <a:extLst>
              <a:ext uri="{FF2B5EF4-FFF2-40B4-BE49-F238E27FC236}">
                <a16:creationId xmlns:a16="http://schemas.microsoft.com/office/drawing/2014/main" id="{1CC93B52-C6AB-4F2B-8D94-7A23337CC691}"/>
              </a:ext>
            </a:extLst>
          </p:cNvPr>
          <p:cNvSpPr>
            <a:spLocks noGrp="1"/>
          </p:cNvSpPr>
          <p:nvPr/>
        </p:nvSpPr>
        <p:spPr>
          <a:xfrm>
            <a:off x="4041739" y="86912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1" name="9wup_2_tuned_PredictedAtoms_34">
            <a:extLst>
              <a:ext uri="{FF2B5EF4-FFF2-40B4-BE49-F238E27FC236}">
                <a16:creationId xmlns:a16="http://schemas.microsoft.com/office/drawing/2014/main" id="{CCF2206A-632B-410F-8684-173F2F6AD33B}"/>
              </a:ext>
            </a:extLst>
          </p:cNvPr>
          <p:cNvSpPr>
            <a:spLocks noGrp="1"/>
          </p:cNvSpPr>
          <p:nvPr/>
        </p:nvSpPr>
        <p:spPr>
          <a:xfrm>
            <a:off x="4062418" y="86364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2" name="9wup_2_tuned_PredictedAtoms_35">
            <a:extLst>
              <a:ext uri="{FF2B5EF4-FFF2-40B4-BE49-F238E27FC236}">
                <a16:creationId xmlns:a16="http://schemas.microsoft.com/office/drawing/2014/main" id="{61C34637-6156-40C6-A576-4ED428120655}"/>
              </a:ext>
            </a:extLst>
          </p:cNvPr>
          <p:cNvSpPr>
            <a:spLocks noGrp="1"/>
          </p:cNvSpPr>
          <p:nvPr/>
        </p:nvSpPr>
        <p:spPr>
          <a:xfrm>
            <a:off x="3934490" y="86144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3" name="9wup_2_tuned_PredictedAtoms_36">
            <a:extLst>
              <a:ext uri="{FF2B5EF4-FFF2-40B4-BE49-F238E27FC236}">
                <a16:creationId xmlns:a16="http://schemas.microsoft.com/office/drawing/2014/main" id="{B237C9F2-FE99-41BE-89EC-378AA2B76BE2}"/>
              </a:ext>
            </a:extLst>
          </p:cNvPr>
          <p:cNvSpPr>
            <a:spLocks noGrp="1"/>
          </p:cNvSpPr>
          <p:nvPr/>
        </p:nvSpPr>
        <p:spPr>
          <a:xfrm>
            <a:off x="3905877" y="84976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4" name="9wup_2_tuned_PredictedAtoms_37">
            <a:extLst>
              <a:ext uri="{FF2B5EF4-FFF2-40B4-BE49-F238E27FC236}">
                <a16:creationId xmlns:a16="http://schemas.microsoft.com/office/drawing/2014/main" id="{70029C5B-E126-44ED-B745-AC45EA0FA023}"/>
              </a:ext>
            </a:extLst>
          </p:cNvPr>
          <p:cNvSpPr>
            <a:spLocks noGrp="1"/>
          </p:cNvSpPr>
          <p:nvPr/>
        </p:nvSpPr>
        <p:spPr>
          <a:xfrm>
            <a:off x="3986204" y="84073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5" name="9wup_2_tuned_PredictedAtoms_38">
            <a:extLst>
              <a:ext uri="{FF2B5EF4-FFF2-40B4-BE49-F238E27FC236}">
                <a16:creationId xmlns:a16="http://schemas.microsoft.com/office/drawing/2014/main" id="{1FA12183-B3C7-49C8-981B-49C35D487A81}"/>
              </a:ext>
            </a:extLst>
          </p:cNvPr>
          <p:cNvSpPr>
            <a:spLocks noGrp="1"/>
          </p:cNvSpPr>
          <p:nvPr/>
        </p:nvSpPr>
        <p:spPr>
          <a:xfrm>
            <a:off x="3968643" y="82897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6" name="9wup_2_tuned_PredictedAtoms_39">
            <a:extLst>
              <a:ext uri="{FF2B5EF4-FFF2-40B4-BE49-F238E27FC236}">
                <a16:creationId xmlns:a16="http://schemas.microsoft.com/office/drawing/2014/main" id="{03F367EE-889C-4324-A238-8A8198C82343}"/>
              </a:ext>
            </a:extLst>
          </p:cNvPr>
          <p:cNvSpPr>
            <a:spLocks noGrp="1"/>
          </p:cNvSpPr>
          <p:nvPr/>
        </p:nvSpPr>
        <p:spPr>
          <a:xfrm>
            <a:off x="4051098" y="8208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7" name="9wup_2_tuned_PredictedAtoms_40">
            <a:extLst>
              <a:ext uri="{FF2B5EF4-FFF2-40B4-BE49-F238E27FC236}">
                <a16:creationId xmlns:a16="http://schemas.microsoft.com/office/drawing/2014/main" id="{DE6FB63B-7D61-4778-A427-44C427D0D1E3}"/>
              </a:ext>
            </a:extLst>
          </p:cNvPr>
          <p:cNvSpPr>
            <a:spLocks noGrp="1"/>
          </p:cNvSpPr>
          <p:nvPr/>
        </p:nvSpPr>
        <p:spPr>
          <a:xfrm>
            <a:off x="3851083" y="82564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8" name="9wup_2_tuned_PredictedAtoms_41">
            <a:extLst>
              <a:ext uri="{FF2B5EF4-FFF2-40B4-BE49-F238E27FC236}">
                <a16:creationId xmlns:a16="http://schemas.microsoft.com/office/drawing/2014/main" id="{E378D9D2-E4BA-460A-AB70-7279386501BE}"/>
              </a:ext>
            </a:extLst>
          </p:cNvPr>
          <p:cNvSpPr>
            <a:spLocks noGrp="1"/>
          </p:cNvSpPr>
          <p:nvPr/>
        </p:nvSpPr>
        <p:spPr>
          <a:xfrm>
            <a:off x="3757810" y="833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9" name="9wup_2_tuned_PredictedAtoms_42">
            <a:extLst>
              <a:ext uri="{FF2B5EF4-FFF2-40B4-BE49-F238E27FC236}">
                <a16:creationId xmlns:a16="http://schemas.microsoft.com/office/drawing/2014/main" id="{E2303A59-D3C9-490D-8BB8-2225B70A5D25}"/>
              </a:ext>
            </a:extLst>
          </p:cNvPr>
          <p:cNvSpPr>
            <a:spLocks noGrp="1"/>
          </p:cNvSpPr>
          <p:nvPr/>
        </p:nvSpPr>
        <p:spPr>
          <a:xfrm>
            <a:off x="3656538" y="82961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0" name="9wup_2_tuned_PredictedAtoms_43">
            <a:extLst>
              <a:ext uri="{FF2B5EF4-FFF2-40B4-BE49-F238E27FC236}">
                <a16:creationId xmlns:a16="http://schemas.microsoft.com/office/drawing/2014/main" id="{A627A151-F9C0-43FE-A0CC-307F25B36467}"/>
              </a:ext>
            </a:extLst>
          </p:cNvPr>
          <p:cNvSpPr>
            <a:spLocks noGrp="1"/>
          </p:cNvSpPr>
          <p:nvPr/>
        </p:nvSpPr>
        <p:spPr>
          <a:xfrm>
            <a:off x="3788795" y="84617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1" name="9wup_2_tuned_PredictedAtoms_44">
            <a:extLst>
              <a:ext uri="{FF2B5EF4-FFF2-40B4-BE49-F238E27FC236}">
                <a16:creationId xmlns:a16="http://schemas.microsoft.com/office/drawing/2014/main" id="{5AD199F9-7333-4A56-86D1-DF1D7BA8EFB2}"/>
              </a:ext>
            </a:extLst>
          </p:cNvPr>
          <p:cNvSpPr>
            <a:spLocks noGrp="1"/>
          </p:cNvSpPr>
          <p:nvPr/>
        </p:nvSpPr>
        <p:spPr>
          <a:xfrm>
            <a:off x="3705042" y="855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2" name="9wup_2_tuned_PredictedAtoms_45">
            <a:extLst>
              <a:ext uri="{FF2B5EF4-FFF2-40B4-BE49-F238E27FC236}">
                <a16:creationId xmlns:a16="http://schemas.microsoft.com/office/drawing/2014/main" id="{53A41D22-8B26-482D-90D6-161F6F286534}"/>
              </a:ext>
            </a:extLst>
          </p:cNvPr>
          <p:cNvSpPr>
            <a:spLocks noGrp="1"/>
          </p:cNvSpPr>
          <p:nvPr/>
        </p:nvSpPr>
        <p:spPr>
          <a:xfrm>
            <a:off x="3733352" y="86666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3" name="9wup_2_tuned_PredictedAtoms_46">
            <a:extLst>
              <a:ext uri="{FF2B5EF4-FFF2-40B4-BE49-F238E27FC236}">
                <a16:creationId xmlns:a16="http://schemas.microsoft.com/office/drawing/2014/main" id="{9FFFFB00-E0D2-4D02-B19D-C4DAD11F0F2E}"/>
              </a:ext>
            </a:extLst>
          </p:cNvPr>
          <p:cNvSpPr>
            <a:spLocks noGrp="1"/>
          </p:cNvSpPr>
          <p:nvPr/>
        </p:nvSpPr>
        <p:spPr>
          <a:xfrm>
            <a:off x="3642843" y="87547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4" name="9wup_2_tuned_PredictedAtoms_47">
            <a:extLst>
              <a:ext uri="{FF2B5EF4-FFF2-40B4-BE49-F238E27FC236}">
                <a16:creationId xmlns:a16="http://schemas.microsoft.com/office/drawing/2014/main" id="{F41D1BAD-EE6F-4537-A09F-AD6B0CE8B500}"/>
              </a:ext>
            </a:extLst>
          </p:cNvPr>
          <p:cNvSpPr>
            <a:spLocks noGrp="1"/>
          </p:cNvSpPr>
          <p:nvPr/>
        </p:nvSpPr>
        <p:spPr>
          <a:xfrm>
            <a:off x="3665260" y="88757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5" name="9wup_2_tuned_PredictedAtoms_48">
            <a:extLst>
              <a:ext uri="{FF2B5EF4-FFF2-40B4-BE49-F238E27FC236}">
                <a16:creationId xmlns:a16="http://schemas.microsoft.com/office/drawing/2014/main" id="{E156E89A-6E8F-465D-B5D5-002E2343A2FE}"/>
              </a:ext>
            </a:extLst>
          </p:cNvPr>
          <p:cNvSpPr>
            <a:spLocks noGrp="1"/>
          </p:cNvSpPr>
          <p:nvPr/>
        </p:nvSpPr>
        <p:spPr>
          <a:xfrm>
            <a:off x="3566497" y="89643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6" name="9wup_2_tuned_PredictedAtoms_49">
            <a:extLst>
              <a:ext uri="{FF2B5EF4-FFF2-40B4-BE49-F238E27FC236}">
                <a16:creationId xmlns:a16="http://schemas.microsoft.com/office/drawing/2014/main" id="{CAF8798D-A5B0-426A-99D7-148363E595CB}"/>
              </a:ext>
            </a:extLst>
          </p:cNvPr>
          <p:cNvSpPr>
            <a:spLocks noGrp="1"/>
          </p:cNvSpPr>
          <p:nvPr/>
        </p:nvSpPr>
        <p:spPr>
          <a:xfrm>
            <a:off x="3781730" y="89176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7" name="9wup_2_tuned_PredictedAtoms_50">
            <a:extLst>
              <a:ext uri="{FF2B5EF4-FFF2-40B4-BE49-F238E27FC236}">
                <a16:creationId xmlns:a16="http://schemas.microsoft.com/office/drawing/2014/main" id="{EDC838F1-5F42-4D96-A9C5-908BA9E02458}"/>
              </a:ext>
            </a:extLst>
          </p:cNvPr>
          <p:cNvSpPr>
            <a:spLocks noGrp="1"/>
          </p:cNvSpPr>
          <p:nvPr/>
        </p:nvSpPr>
        <p:spPr>
          <a:xfrm>
            <a:off x="3815418" y="90455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8" name="9wup_2_tuned_PredictedAtoms_51">
            <a:extLst>
              <a:ext uri="{FF2B5EF4-FFF2-40B4-BE49-F238E27FC236}">
                <a16:creationId xmlns:a16="http://schemas.microsoft.com/office/drawing/2014/main" id="{6D67C976-C181-43D4-B465-EA8DE8122F38}"/>
              </a:ext>
            </a:extLst>
          </p:cNvPr>
          <p:cNvSpPr>
            <a:spLocks noGrp="1"/>
          </p:cNvSpPr>
          <p:nvPr/>
        </p:nvSpPr>
        <p:spPr>
          <a:xfrm>
            <a:off x="3871103" y="8828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9" name="9wup_2_tuned_PredictedAtoms_52">
            <a:extLst>
              <a:ext uri="{FF2B5EF4-FFF2-40B4-BE49-F238E27FC236}">
                <a16:creationId xmlns:a16="http://schemas.microsoft.com/office/drawing/2014/main" id="{96F438A6-92A5-48D7-8704-55FACB8089CD}"/>
              </a:ext>
            </a:extLst>
          </p:cNvPr>
          <p:cNvSpPr>
            <a:spLocks noGrp="1"/>
          </p:cNvSpPr>
          <p:nvPr/>
        </p:nvSpPr>
        <p:spPr>
          <a:xfrm>
            <a:off x="3849434" y="87026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0" name="stage3-cases-main_45">
            <a:extLst>
              <a:ext uri="{FF2B5EF4-FFF2-40B4-BE49-F238E27FC236}">
                <a16:creationId xmlns:a16="http://schemas.microsoft.com/office/drawing/2014/main" id="{3F6CE290-361F-46F5-9CE9-EC8565341AF4}"/>
              </a:ext>
            </a:extLst>
          </p:cNvPr>
          <p:cNvSpPr>
            <a:spLocks noGrp="1"/>
          </p:cNvSpPr>
          <p:nvPr/>
        </p:nvSpPr>
        <p:spPr>
          <a:xfrm>
            <a:off x="32004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1701" name="9wup_2_build_Receptor">
            <a:extLst>
              <a:ext uri="{FF2B5EF4-FFF2-40B4-BE49-F238E27FC236}">
                <a16:creationId xmlns:a16="http://schemas.microsoft.com/office/drawing/2014/main" id="{0967B803-A843-499E-89A4-37491A736C6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702" name="9wup_2_build_ExperimentalDensity">
            <a:extLst>
              <a:ext uri="{FF2B5EF4-FFF2-40B4-BE49-F238E27FC236}">
                <a16:creationId xmlns:a16="http://schemas.microsoft.com/office/drawing/2014/main" id="{FCE5DC15-A776-45BB-8ACE-140EC373572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703" name="9wup_2_build_ReferenceLigand_0">
            <a:extLst>
              <a:ext uri="{FF2B5EF4-FFF2-40B4-BE49-F238E27FC236}">
                <a16:creationId xmlns:a16="http://schemas.microsoft.com/office/drawing/2014/main" id="{97CCCC92-C82C-412D-A9A3-5FAE8E82BE2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4" name="9wup_2_build_ReferenceLigand_1">
            <a:extLst>
              <a:ext uri="{FF2B5EF4-FFF2-40B4-BE49-F238E27FC236}">
                <a16:creationId xmlns:a16="http://schemas.microsoft.com/office/drawing/2014/main" id="{C7FA57F6-A5E7-4BE9-BD08-ABA1258C369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5" name="9wup_2_build_ReferenceLigand_2">
            <a:extLst>
              <a:ext uri="{FF2B5EF4-FFF2-40B4-BE49-F238E27FC236}">
                <a16:creationId xmlns:a16="http://schemas.microsoft.com/office/drawing/2014/main" id="{71E9B4E0-3C17-4739-ACED-E5467F4E5D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6" name="9wup_2_build_ReferenceLigand_3">
            <a:extLst>
              <a:ext uri="{FF2B5EF4-FFF2-40B4-BE49-F238E27FC236}">
                <a16:creationId xmlns:a16="http://schemas.microsoft.com/office/drawing/2014/main" id="{04943456-9782-4AF5-AC4F-33FA7EB8BE0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7" name="9wup_2_build_ReferenceLigand_4">
            <a:extLst>
              <a:ext uri="{FF2B5EF4-FFF2-40B4-BE49-F238E27FC236}">
                <a16:creationId xmlns:a16="http://schemas.microsoft.com/office/drawing/2014/main" id="{AF9F3CD1-A22C-4E45-83E1-6FE2443C44A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8" name="9wup_2_build_ReferenceLigand_5">
            <a:extLst>
              <a:ext uri="{FF2B5EF4-FFF2-40B4-BE49-F238E27FC236}">
                <a16:creationId xmlns:a16="http://schemas.microsoft.com/office/drawing/2014/main" id="{0E6133FD-7911-44A8-BE62-CCF2D833462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9" name="9wup_2_build_ReferenceLigand_6">
            <a:extLst>
              <a:ext uri="{FF2B5EF4-FFF2-40B4-BE49-F238E27FC236}">
                <a16:creationId xmlns:a16="http://schemas.microsoft.com/office/drawing/2014/main" id="{1AC08FA9-D3C3-40BA-9014-B67516CCF57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0" name="9wup_2_build_ReferenceLigand_7">
            <a:extLst>
              <a:ext uri="{FF2B5EF4-FFF2-40B4-BE49-F238E27FC236}">
                <a16:creationId xmlns:a16="http://schemas.microsoft.com/office/drawing/2014/main" id="{84F52100-D496-4456-AE2C-D360BBCACC1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1" name="9wup_2_build_ReferenceLigand_8">
            <a:extLst>
              <a:ext uri="{FF2B5EF4-FFF2-40B4-BE49-F238E27FC236}">
                <a16:creationId xmlns:a16="http://schemas.microsoft.com/office/drawing/2014/main" id="{A6AE0A80-5339-4961-9D1C-657D6FF3AAD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2" name="9wup_2_build_ReferenceLigand_9">
            <a:extLst>
              <a:ext uri="{FF2B5EF4-FFF2-40B4-BE49-F238E27FC236}">
                <a16:creationId xmlns:a16="http://schemas.microsoft.com/office/drawing/2014/main" id="{E8F3D1BD-6BD9-45DD-9CE6-E42B43A9248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3" name="9wup_2_build_ReferenceLigand_10">
            <a:extLst>
              <a:ext uri="{FF2B5EF4-FFF2-40B4-BE49-F238E27FC236}">
                <a16:creationId xmlns:a16="http://schemas.microsoft.com/office/drawing/2014/main" id="{770ED52A-CD81-4E40-870D-3C7BE1EB18C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4" name="9wup_2_build_ReferenceLigand_11">
            <a:extLst>
              <a:ext uri="{FF2B5EF4-FFF2-40B4-BE49-F238E27FC236}">
                <a16:creationId xmlns:a16="http://schemas.microsoft.com/office/drawing/2014/main" id="{C182B131-BD38-4C31-9A5D-DB7CB5D13F4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5" name="9wup_2_build_ReferenceLigand_12">
            <a:extLst>
              <a:ext uri="{FF2B5EF4-FFF2-40B4-BE49-F238E27FC236}">
                <a16:creationId xmlns:a16="http://schemas.microsoft.com/office/drawing/2014/main" id="{DCB70E83-46B1-4057-997A-96872BB5891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6" name="9wup_2_build_ReferenceLigand_13">
            <a:extLst>
              <a:ext uri="{FF2B5EF4-FFF2-40B4-BE49-F238E27FC236}">
                <a16:creationId xmlns:a16="http://schemas.microsoft.com/office/drawing/2014/main" id="{3BA81603-AF8B-4557-994A-8DBCB497285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7" name="9wup_2_build_ReferenceLigand_14">
            <a:extLst>
              <a:ext uri="{FF2B5EF4-FFF2-40B4-BE49-F238E27FC236}">
                <a16:creationId xmlns:a16="http://schemas.microsoft.com/office/drawing/2014/main" id="{4898893C-EEF0-4142-87C6-1F88F379DA6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8" name="9wup_2_build_ReferenceLigand_15">
            <a:extLst>
              <a:ext uri="{FF2B5EF4-FFF2-40B4-BE49-F238E27FC236}">
                <a16:creationId xmlns:a16="http://schemas.microsoft.com/office/drawing/2014/main" id="{FAF3AA4C-4A38-4F38-9D05-5416E242CB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9" name="9wup_2_build_ReferenceLigand_16">
            <a:extLst>
              <a:ext uri="{FF2B5EF4-FFF2-40B4-BE49-F238E27FC236}">
                <a16:creationId xmlns:a16="http://schemas.microsoft.com/office/drawing/2014/main" id="{85C24D34-A3B2-4594-AFDE-98976DDE796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0" name="9wup_2_build_ReferenceLigand_17">
            <a:extLst>
              <a:ext uri="{FF2B5EF4-FFF2-40B4-BE49-F238E27FC236}">
                <a16:creationId xmlns:a16="http://schemas.microsoft.com/office/drawing/2014/main" id="{DFB4FDF1-24F0-4F86-A150-EEBF3D9D22E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1" name="9wup_2_build_ReferenceLigand_18">
            <a:extLst>
              <a:ext uri="{FF2B5EF4-FFF2-40B4-BE49-F238E27FC236}">
                <a16:creationId xmlns:a16="http://schemas.microsoft.com/office/drawing/2014/main" id="{F295618C-9C3C-4F08-B718-F52E4E123E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2" name="9wup_2_build_ReferenceLigand_19">
            <a:extLst>
              <a:ext uri="{FF2B5EF4-FFF2-40B4-BE49-F238E27FC236}">
                <a16:creationId xmlns:a16="http://schemas.microsoft.com/office/drawing/2014/main" id="{BEF62366-6D8C-4844-B1B3-962F0B75E42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3" name="9wup_2_build_ReferenceLigand_20">
            <a:extLst>
              <a:ext uri="{FF2B5EF4-FFF2-40B4-BE49-F238E27FC236}">
                <a16:creationId xmlns:a16="http://schemas.microsoft.com/office/drawing/2014/main" id="{07FB21B1-B884-421D-A3E1-A46EB0C756F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4" name="9wup_2_build_ReferenceLigand_21">
            <a:extLst>
              <a:ext uri="{FF2B5EF4-FFF2-40B4-BE49-F238E27FC236}">
                <a16:creationId xmlns:a16="http://schemas.microsoft.com/office/drawing/2014/main" id="{65D405E1-05EE-4CEA-B9DD-17E8A2F8D6C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5" name="9wup_2_build_ReferenceLigand_22">
            <a:extLst>
              <a:ext uri="{FF2B5EF4-FFF2-40B4-BE49-F238E27FC236}">
                <a16:creationId xmlns:a16="http://schemas.microsoft.com/office/drawing/2014/main" id="{604647D6-BD86-45AC-9FA5-41427AB212F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6" name="9wup_2_build_ReferenceLigand_23">
            <a:extLst>
              <a:ext uri="{FF2B5EF4-FFF2-40B4-BE49-F238E27FC236}">
                <a16:creationId xmlns:a16="http://schemas.microsoft.com/office/drawing/2014/main" id="{3AA55EC2-B68F-47DA-A8C9-E357FC8FF96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7" name="9wup_2_build_ReferenceLigand_24">
            <a:extLst>
              <a:ext uri="{FF2B5EF4-FFF2-40B4-BE49-F238E27FC236}">
                <a16:creationId xmlns:a16="http://schemas.microsoft.com/office/drawing/2014/main" id="{C01AF005-9F79-4F79-8727-7A47B6DFC65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8" name="9wup_2_build_ReferenceLigand_25">
            <a:extLst>
              <a:ext uri="{FF2B5EF4-FFF2-40B4-BE49-F238E27FC236}">
                <a16:creationId xmlns:a16="http://schemas.microsoft.com/office/drawing/2014/main" id="{6EA1A1AB-C286-4777-9C8F-632426B5C26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9" name="9wup_2_build_ReferenceLigand_26">
            <a:extLst>
              <a:ext uri="{FF2B5EF4-FFF2-40B4-BE49-F238E27FC236}">
                <a16:creationId xmlns:a16="http://schemas.microsoft.com/office/drawing/2014/main" id="{B5A1C3CB-7F35-4858-AC63-F81376CBE7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0" name="9wup_2_build_ReferenceLigand_27">
            <a:extLst>
              <a:ext uri="{FF2B5EF4-FFF2-40B4-BE49-F238E27FC236}">
                <a16:creationId xmlns:a16="http://schemas.microsoft.com/office/drawing/2014/main" id="{228E1627-A619-4046-A77B-769F80C6710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1" name="9wup_2_build_ReferenceLigand_28">
            <a:extLst>
              <a:ext uri="{FF2B5EF4-FFF2-40B4-BE49-F238E27FC236}">
                <a16:creationId xmlns:a16="http://schemas.microsoft.com/office/drawing/2014/main" id="{AD0C0CEB-F7F9-4B29-903D-215AF4C7A8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2" name="9wup_2_build_ReferenceLigand_29">
            <a:extLst>
              <a:ext uri="{FF2B5EF4-FFF2-40B4-BE49-F238E27FC236}">
                <a16:creationId xmlns:a16="http://schemas.microsoft.com/office/drawing/2014/main" id="{14DBDBBE-D2DC-4173-9278-CD67656CDEB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3" name="9wup_2_build_ReferenceLigand_30">
            <a:extLst>
              <a:ext uri="{FF2B5EF4-FFF2-40B4-BE49-F238E27FC236}">
                <a16:creationId xmlns:a16="http://schemas.microsoft.com/office/drawing/2014/main" id="{37744BFC-14AA-4266-BFBE-3AC120F9349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4" name="9wup_2_build_ReferenceLigand_31">
            <a:extLst>
              <a:ext uri="{FF2B5EF4-FFF2-40B4-BE49-F238E27FC236}">
                <a16:creationId xmlns:a16="http://schemas.microsoft.com/office/drawing/2014/main" id="{5DCAE6C5-FF7F-445C-9579-DDC6C95435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5" name="9wup_2_build_ReferenceLigand_32">
            <a:extLst>
              <a:ext uri="{FF2B5EF4-FFF2-40B4-BE49-F238E27FC236}">
                <a16:creationId xmlns:a16="http://schemas.microsoft.com/office/drawing/2014/main" id="{8AABC842-21AB-4C0A-B914-8C03A95378C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6" name="9wup_2_build_ReferenceLigand_33">
            <a:extLst>
              <a:ext uri="{FF2B5EF4-FFF2-40B4-BE49-F238E27FC236}">
                <a16:creationId xmlns:a16="http://schemas.microsoft.com/office/drawing/2014/main" id="{090996B2-9287-4D85-8059-3AB4E228E25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7" name="9wup_2_build_ReferenceLigand_34">
            <a:extLst>
              <a:ext uri="{FF2B5EF4-FFF2-40B4-BE49-F238E27FC236}">
                <a16:creationId xmlns:a16="http://schemas.microsoft.com/office/drawing/2014/main" id="{73D7D715-4698-46B6-BD13-90DD66E456A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8" name="9wup_2_build_ReferenceLigand_35">
            <a:extLst>
              <a:ext uri="{FF2B5EF4-FFF2-40B4-BE49-F238E27FC236}">
                <a16:creationId xmlns:a16="http://schemas.microsoft.com/office/drawing/2014/main" id="{67E30DE9-330F-4B8F-A432-5960D61CC02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9" name="9wup_2_build_ReferenceLigand_36">
            <a:extLst>
              <a:ext uri="{FF2B5EF4-FFF2-40B4-BE49-F238E27FC236}">
                <a16:creationId xmlns:a16="http://schemas.microsoft.com/office/drawing/2014/main" id="{EE239C62-8F09-4B10-BB09-D79F45DD6A4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0" name="9wup_2_build_ReferenceLigand_37">
            <a:extLst>
              <a:ext uri="{FF2B5EF4-FFF2-40B4-BE49-F238E27FC236}">
                <a16:creationId xmlns:a16="http://schemas.microsoft.com/office/drawing/2014/main" id="{5200812F-8EBA-4AE5-A748-948AB1BE29B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1" name="9wup_2_build_ReferenceLigand_38">
            <a:extLst>
              <a:ext uri="{FF2B5EF4-FFF2-40B4-BE49-F238E27FC236}">
                <a16:creationId xmlns:a16="http://schemas.microsoft.com/office/drawing/2014/main" id="{F7F93C77-27AE-4092-8590-5CD6BFAEBEF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2" name="9wup_2_build_ReferenceLigand_39">
            <a:extLst>
              <a:ext uri="{FF2B5EF4-FFF2-40B4-BE49-F238E27FC236}">
                <a16:creationId xmlns:a16="http://schemas.microsoft.com/office/drawing/2014/main" id="{36184708-931F-4D51-A9CC-9777B0DF5F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3" name="9wup_2_build_ReferenceLigand_40">
            <a:extLst>
              <a:ext uri="{FF2B5EF4-FFF2-40B4-BE49-F238E27FC236}">
                <a16:creationId xmlns:a16="http://schemas.microsoft.com/office/drawing/2014/main" id="{D7397088-BC45-4EAA-9917-CB67EF77ADB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4" name="9wup_2_build_ReferenceLigand_41">
            <a:extLst>
              <a:ext uri="{FF2B5EF4-FFF2-40B4-BE49-F238E27FC236}">
                <a16:creationId xmlns:a16="http://schemas.microsoft.com/office/drawing/2014/main" id="{F14C9EB0-C376-4DCE-9395-AAF43E442E5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5" name="9wup_2_build_ReferenceLigand_42">
            <a:extLst>
              <a:ext uri="{FF2B5EF4-FFF2-40B4-BE49-F238E27FC236}">
                <a16:creationId xmlns:a16="http://schemas.microsoft.com/office/drawing/2014/main" id="{E3FFB54B-AA02-42EE-B021-DF32022B19E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6" name="9wup_2_build_ReferenceLigand_43">
            <a:extLst>
              <a:ext uri="{FF2B5EF4-FFF2-40B4-BE49-F238E27FC236}">
                <a16:creationId xmlns:a16="http://schemas.microsoft.com/office/drawing/2014/main" id="{7A332346-555D-45FC-92DE-C9D647D4EEB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7" name="9wup_2_build_ReferenceLigand_44">
            <a:extLst>
              <a:ext uri="{FF2B5EF4-FFF2-40B4-BE49-F238E27FC236}">
                <a16:creationId xmlns:a16="http://schemas.microsoft.com/office/drawing/2014/main" id="{B9CD220E-1E25-48ED-883D-A4B88FF79B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8" name="9wup_2_build_ReferenceLigand_45">
            <a:extLst>
              <a:ext uri="{FF2B5EF4-FFF2-40B4-BE49-F238E27FC236}">
                <a16:creationId xmlns:a16="http://schemas.microsoft.com/office/drawing/2014/main" id="{F13F4C56-2418-4143-A6F1-7497F276489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9" name="9wup_2_build_ReferenceLigand_46">
            <a:extLst>
              <a:ext uri="{FF2B5EF4-FFF2-40B4-BE49-F238E27FC236}">
                <a16:creationId xmlns:a16="http://schemas.microsoft.com/office/drawing/2014/main" id="{7E085D23-FC06-4450-97A9-489EE79AAB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0" name="9wup_2_build_ReferenceLigand_47">
            <a:extLst>
              <a:ext uri="{FF2B5EF4-FFF2-40B4-BE49-F238E27FC236}">
                <a16:creationId xmlns:a16="http://schemas.microsoft.com/office/drawing/2014/main" id="{1C2B1EC4-BE50-4E4F-8D13-30AC2DAB302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1" name="9wup_2_build_ReferenceLigand_48">
            <a:extLst>
              <a:ext uri="{FF2B5EF4-FFF2-40B4-BE49-F238E27FC236}">
                <a16:creationId xmlns:a16="http://schemas.microsoft.com/office/drawing/2014/main" id="{848B48D5-B9F1-4CA7-A4BE-C336F636359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2" name="9wup_2_build_ReferenceLigand_49">
            <a:extLst>
              <a:ext uri="{FF2B5EF4-FFF2-40B4-BE49-F238E27FC236}">
                <a16:creationId xmlns:a16="http://schemas.microsoft.com/office/drawing/2014/main" id="{E48ACE5D-3422-4A01-BE59-AD8C8687AE4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3" name="9wup_2_build_ReferenceLigand_50">
            <a:extLst>
              <a:ext uri="{FF2B5EF4-FFF2-40B4-BE49-F238E27FC236}">
                <a16:creationId xmlns:a16="http://schemas.microsoft.com/office/drawing/2014/main" id="{CD49130C-2D6F-4694-9D4C-99B990657BB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4" name="9wup_2_build_ReferenceLigand_51">
            <a:extLst>
              <a:ext uri="{FF2B5EF4-FFF2-40B4-BE49-F238E27FC236}">
                <a16:creationId xmlns:a16="http://schemas.microsoft.com/office/drawing/2014/main" id="{5AFFF977-81CA-4316-8F73-74EE90E1460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5" name="9wup_2_build_ReferenceLigand_52">
            <a:extLst>
              <a:ext uri="{FF2B5EF4-FFF2-40B4-BE49-F238E27FC236}">
                <a16:creationId xmlns:a16="http://schemas.microsoft.com/office/drawing/2014/main" id="{1693E816-09CC-41F4-A9B5-1DB3EA0B739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6" name="9wup_2_build_ReferenceLigand_53">
            <a:extLst>
              <a:ext uri="{FF2B5EF4-FFF2-40B4-BE49-F238E27FC236}">
                <a16:creationId xmlns:a16="http://schemas.microsoft.com/office/drawing/2014/main" id="{85A06805-1D12-4C72-AAF8-D069BFE0B81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7" name="9wup_2_build_ReferenceLigand_54">
            <a:extLst>
              <a:ext uri="{FF2B5EF4-FFF2-40B4-BE49-F238E27FC236}">
                <a16:creationId xmlns:a16="http://schemas.microsoft.com/office/drawing/2014/main" id="{3D974A64-5E3D-4539-A34E-7924E9583ED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8" name="9wup_2_build_ReferenceLigand_55">
            <a:extLst>
              <a:ext uri="{FF2B5EF4-FFF2-40B4-BE49-F238E27FC236}">
                <a16:creationId xmlns:a16="http://schemas.microsoft.com/office/drawing/2014/main" id="{606CDF2D-1782-4911-B7CD-D2C0873EA08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9" name="9wup_2_build_ReferenceLigand_56">
            <a:extLst>
              <a:ext uri="{FF2B5EF4-FFF2-40B4-BE49-F238E27FC236}">
                <a16:creationId xmlns:a16="http://schemas.microsoft.com/office/drawing/2014/main" id="{685A9F2A-DEC6-479B-9541-AB61C05F7F4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0" name="9wup_2_build_ReferenceLigand_57">
            <a:extLst>
              <a:ext uri="{FF2B5EF4-FFF2-40B4-BE49-F238E27FC236}">
                <a16:creationId xmlns:a16="http://schemas.microsoft.com/office/drawing/2014/main" id="{4C70BEB0-93DD-469C-A666-1432934ADCD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1" name="9wup_2_build_PredictedLigand_0">
            <a:extLst>
              <a:ext uri="{FF2B5EF4-FFF2-40B4-BE49-F238E27FC236}">
                <a16:creationId xmlns:a16="http://schemas.microsoft.com/office/drawing/2014/main" id="{42D2DDD8-0090-41B6-B070-27B99F46D02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2" name="9wup_2_build_PredictedLigand_1">
            <a:extLst>
              <a:ext uri="{FF2B5EF4-FFF2-40B4-BE49-F238E27FC236}">
                <a16:creationId xmlns:a16="http://schemas.microsoft.com/office/drawing/2014/main" id="{8104824E-A677-4049-A027-E3660579A3E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3" name="9wup_2_build_PredictedLigand_2">
            <a:extLst>
              <a:ext uri="{FF2B5EF4-FFF2-40B4-BE49-F238E27FC236}">
                <a16:creationId xmlns:a16="http://schemas.microsoft.com/office/drawing/2014/main" id="{E6E253E0-7443-4C71-8CE0-8C66C0E1564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4" name="9wup_2_build_PredictedLigand_3">
            <a:extLst>
              <a:ext uri="{FF2B5EF4-FFF2-40B4-BE49-F238E27FC236}">
                <a16:creationId xmlns:a16="http://schemas.microsoft.com/office/drawing/2014/main" id="{4B4A1E5E-BE1E-441B-82FF-F5184A4F908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5" name="9wup_2_build_PredictedLigand_4">
            <a:extLst>
              <a:ext uri="{FF2B5EF4-FFF2-40B4-BE49-F238E27FC236}">
                <a16:creationId xmlns:a16="http://schemas.microsoft.com/office/drawing/2014/main" id="{9DD7DC77-361E-458F-A845-5E73EBDA637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6" name="9wup_2_build_PredictedLigand_5">
            <a:extLst>
              <a:ext uri="{FF2B5EF4-FFF2-40B4-BE49-F238E27FC236}">
                <a16:creationId xmlns:a16="http://schemas.microsoft.com/office/drawing/2014/main" id="{AB709526-2338-4008-974F-2FC1DC41BB9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7" name="9wup_2_build_PredictedLigand_6">
            <a:extLst>
              <a:ext uri="{FF2B5EF4-FFF2-40B4-BE49-F238E27FC236}">
                <a16:creationId xmlns:a16="http://schemas.microsoft.com/office/drawing/2014/main" id="{D9B25B73-341E-420C-AD36-DBEA264595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8" name="9wup_2_build_PredictedLigand_7">
            <a:extLst>
              <a:ext uri="{FF2B5EF4-FFF2-40B4-BE49-F238E27FC236}">
                <a16:creationId xmlns:a16="http://schemas.microsoft.com/office/drawing/2014/main" id="{BC9F0407-491A-4610-A881-C2B638E699E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9" name="9wup_2_build_PredictedLigand_8">
            <a:extLst>
              <a:ext uri="{FF2B5EF4-FFF2-40B4-BE49-F238E27FC236}">
                <a16:creationId xmlns:a16="http://schemas.microsoft.com/office/drawing/2014/main" id="{16D35727-1546-498F-9EE4-3C36F23B603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0" name="9wup_2_build_PredictedLigand_9">
            <a:extLst>
              <a:ext uri="{FF2B5EF4-FFF2-40B4-BE49-F238E27FC236}">
                <a16:creationId xmlns:a16="http://schemas.microsoft.com/office/drawing/2014/main" id="{FBD74153-F597-4813-8C8C-CE2480AE3B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1" name="9wup_2_build_PredictedLigand_10">
            <a:extLst>
              <a:ext uri="{FF2B5EF4-FFF2-40B4-BE49-F238E27FC236}">
                <a16:creationId xmlns:a16="http://schemas.microsoft.com/office/drawing/2014/main" id="{AF424482-CEFD-4240-AAAF-170397E53A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2" name="9wup_2_build_PredictedLigand_11">
            <a:extLst>
              <a:ext uri="{FF2B5EF4-FFF2-40B4-BE49-F238E27FC236}">
                <a16:creationId xmlns:a16="http://schemas.microsoft.com/office/drawing/2014/main" id="{CE02FFEA-ED6C-4D56-98C4-677A60B0432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3" name="9wup_2_build_PredictedLigand_12">
            <a:extLst>
              <a:ext uri="{FF2B5EF4-FFF2-40B4-BE49-F238E27FC236}">
                <a16:creationId xmlns:a16="http://schemas.microsoft.com/office/drawing/2014/main" id="{9FEAE9B9-DD3C-4BDE-89DB-E7D64AC4D11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4" name="9wup_2_build_PredictedLigand_13">
            <a:extLst>
              <a:ext uri="{FF2B5EF4-FFF2-40B4-BE49-F238E27FC236}">
                <a16:creationId xmlns:a16="http://schemas.microsoft.com/office/drawing/2014/main" id="{D67053B0-BAC8-476A-8740-88B980FDC2E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5" name="9wup_2_build_PredictedLigand_14">
            <a:extLst>
              <a:ext uri="{FF2B5EF4-FFF2-40B4-BE49-F238E27FC236}">
                <a16:creationId xmlns:a16="http://schemas.microsoft.com/office/drawing/2014/main" id="{A84AA61A-2143-4504-A74D-FD032A6680B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6" name="9wup_2_build_PredictedLigand_15">
            <a:extLst>
              <a:ext uri="{FF2B5EF4-FFF2-40B4-BE49-F238E27FC236}">
                <a16:creationId xmlns:a16="http://schemas.microsoft.com/office/drawing/2014/main" id="{6C69FFCD-934D-45B1-B13A-749D50476C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7" name="9wup_2_build_PredictedLigand_16">
            <a:extLst>
              <a:ext uri="{FF2B5EF4-FFF2-40B4-BE49-F238E27FC236}">
                <a16:creationId xmlns:a16="http://schemas.microsoft.com/office/drawing/2014/main" id="{1823D505-36CF-4FD5-B0CA-72E07E48FE9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8" name="9wup_2_build_PredictedLigand_17">
            <a:extLst>
              <a:ext uri="{FF2B5EF4-FFF2-40B4-BE49-F238E27FC236}">
                <a16:creationId xmlns:a16="http://schemas.microsoft.com/office/drawing/2014/main" id="{ACDAF8E4-2202-4431-9D09-57B8F34E22E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9" name="9wup_2_build_PredictedLigand_18">
            <a:extLst>
              <a:ext uri="{FF2B5EF4-FFF2-40B4-BE49-F238E27FC236}">
                <a16:creationId xmlns:a16="http://schemas.microsoft.com/office/drawing/2014/main" id="{30813CC1-8740-460A-BA90-8674BDE9816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0" name="9wup_2_build_PredictedLigand_19">
            <a:extLst>
              <a:ext uri="{FF2B5EF4-FFF2-40B4-BE49-F238E27FC236}">
                <a16:creationId xmlns:a16="http://schemas.microsoft.com/office/drawing/2014/main" id="{2B73AC36-091D-495C-B19C-6C08D83FA6F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1" name="9wup_2_build_PredictedLigand_20">
            <a:extLst>
              <a:ext uri="{FF2B5EF4-FFF2-40B4-BE49-F238E27FC236}">
                <a16:creationId xmlns:a16="http://schemas.microsoft.com/office/drawing/2014/main" id="{58F1D094-A946-44A3-BF9F-5C17FCA8365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2" name="9wup_2_build_PredictedLigand_21">
            <a:extLst>
              <a:ext uri="{FF2B5EF4-FFF2-40B4-BE49-F238E27FC236}">
                <a16:creationId xmlns:a16="http://schemas.microsoft.com/office/drawing/2014/main" id="{B998AB0E-80BA-4B50-BB0F-3D0EEE2A92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3" name="9wup_2_build_PredictedLigand_22">
            <a:extLst>
              <a:ext uri="{FF2B5EF4-FFF2-40B4-BE49-F238E27FC236}">
                <a16:creationId xmlns:a16="http://schemas.microsoft.com/office/drawing/2014/main" id="{E6871178-D1A5-4F54-A880-30F3D1F266E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4" name="9wup_2_build_PredictedLigand_23">
            <a:extLst>
              <a:ext uri="{FF2B5EF4-FFF2-40B4-BE49-F238E27FC236}">
                <a16:creationId xmlns:a16="http://schemas.microsoft.com/office/drawing/2014/main" id="{38E35D0C-58BD-4E9E-ACE0-B68F414505E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5" name="9wup_2_build_PredictedLigand_24">
            <a:extLst>
              <a:ext uri="{FF2B5EF4-FFF2-40B4-BE49-F238E27FC236}">
                <a16:creationId xmlns:a16="http://schemas.microsoft.com/office/drawing/2014/main" id="{9BD9147F-8594-4220-B64E-D7685F7C6D6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6" name="9wup_2_build_PredictedLigand_25">
            <a:extLst>
              <a:ext uri="{FF2B5EF4-FFF2-40B4-BE49-F238E27FC236}">
                <a16:creationId xmlns:a16="http://schemas.microsoft.com/office/drawing/2014/main" id="{4AB2B4C5-FB58-4909-8166-4B9F38F8C17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7" name="9wup_2_build_PredictedLigand_26">
            <a:extLst>
              <a:ext uri="{FF2B5EF4-FFF2-40B4-BE49-F238E27FC236}">
                <a16:creationId xmlns:a16="http://schemas.microsoft.com/office/drawing/2014/main" id="{1AE3FE36-DBFD-46D5-A098-B5831F2CB1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8" name="9wup_2_build_PredictedLigand_27">
            <a:extLst>
              <a:ext uri="{FF2B5EF4-FFF2-40B4-BE49-F238E27FC236}">
                <a16:creationId xmlns:a16="http://schemas.microsoft.com/office/drawing/2014/main" id="{515D1F31-5B88-46E9-A3A1-3965CBAB698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9" name="9wup_2_build_PredictedLigand_28">
            <a:extLst>
              <a:ext uri="{FF2B5EF4-FFF2-40B4-BE49-F238E27FC236}">
                <a16:creationId xmlns:a16="http://schemas.microsoft.com/office/drawing/2014/main" id="{F4C660B6-FE83-4541-A016-19BCB676B2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0" name="9wup_2_build_PredictedLigand_29">
            <a:extLst>
              <a:ext uri="{FF2B5EF4-FFF2-40B4-BE49-F238E27FC236}">
                <a16:creationId xmlns:a16="http://schemas.microsoft.com/office/drawing/2014/main" id="{DCF10F50-E600-45F3-8630-85FAFFDCBD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1" name="9wup_2_build_PredictedLigand_30">
            <a:extLst>
              <a:ext uri="{FF2B5EF4-FFF2-40B4-BE49-F238E27FC236}">
                <a16:creationId xmlns:a16="http://schemas.microsoft.com/office/drawing/2014/main" id="{BAE8CF3E-C1E0-448E-AD0C-9CEFBB96692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2" name="9wup_2_build_PredictedLigand_31">
            <a:extLst>
              <a:ext uri="{FF2B5EF4-FFF2-40B4-BE49-F238E27FC236}">
                <a16:creationId xmlns:a16="http://schemas.microsoft.com/office/drawing/2014/main" id="{628E043C-27AC-4A5D-9C65-711717F4D5B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3" name="9wup_2_build_PredictedLigand_32">
            <a:extLst>
              <a:ext uri="{FF2B5EF4-FFF2-40B4-BE49-F238E27FC236}">
                <a16:creationId xmlns:a16="http://schemas.microsoft.com/office/drawing/2014/main" id="{FB4FEF41-D24E-488C-ACB8-D78A975BC7C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4" name="9wup_2_build_PredictedLigand_33">
            <a:extLst>
              <a:ext uri="{FF2B5EF4-FFF2-40B4-BE49-F238E27FC236}">
                <a16:creationId xmlns:a16="http://schemas.microsoft.com/office/drawing/2014/main" id="{EC638779-4067-448E-AACB-7153AF0437B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5" name="9wup_2_build_PredictedLigand_34">
            <a:extLst>
              <a:ext uri="{FF2B5EF4-FFF2-40B4-BE49-F238E27FC236}">
                <a16:creationId xmlns:a16="http://schemas.microsoft.com/office/drawing/2014/main" id="{6F7CD4EE-A39F-4AE1-ACDF-18EA3EE15BA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6" name="9wup_2_build_PredictedLigand_35">
            <a:extLst>
              <a:ext uri="{FF2B5EF4-FFF2-40B4-BE49-F238E27FC236}">
                <a16:creationId xmlns:a16="http://schemas.microsoft.com/office/drawing/2014/main" id="{7CFA9588-19E2-4985-B60C-65151A26B7F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7" name="9wup_2_build_PredictedLigand_36">
            <a:extLst>
              <a:ext uri="{FF2B5EF4-FFF2-40B4-BE49-F238E27FC236}">
                <a16:creationId xmlns:a16="http://schemas.microsoft.com/office/drawing/2014/main" id="{4F226C2F-2E28-487B-A236-D66CBC792E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8" name="9wup_2_build_PredictedLigand_37">
            <a:extLst>
              <a:ext uri="{FF2B5EF4-FFF2-40B4-BE49-F238E27FC236}">
                <a16:creationId xmlns:a16="http://schemas.microsoft.com/office/drawing/2014/main" id="{9A89B2AB-05B9-452D-BA61-EC76EBB0878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9" name="9wup_2_build_PredictedLigand_38">
            <a:extLst>
              <a:ext uri="{FF2B5EF4-FFF2-40B4-BE49-F238E27FC236}">
                <a16:creationId xmlns:a16="http://schemas.microsoft.com/office/drawing/2014/main" id="{0E99253F-AC07-428D-8606-A045B0CE0D7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0" name="9wup_2_build_PredictedLigand_39">
            <a:extLst>
              <a:ext uri="{FF2B5EF4-FFF2-40B4-BE49-F238E27FC236}">
                <a16:creationId xmlns:a16="http://schemas.microsoft.com/office/drawing/2014/main" id="{C798E3FB-1A3B-4929-91A0-F88CA01415E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1" name="9wup_2_build_PredictedLigand_40">
            <a:extLst>
              <a:ext uri="{FF2B5EF4-FFF2-40B4-BE49-F238E27FC236}">
                <a16:creationId xmlns:a16="http://schemas.microsoft.com/office/drawing/2014/main" id="{218CB934-D608-4F39-90E1-6C3EEA5A656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2" name="9wup_2_build_PredictedLigand_41">
            <a:extLst>
              <a:ext uri="{FF2B5EF4-FFF2-40B4-BE49-F238E27FC236}">
                <a16:creationId xmlns:a16="http://schemas.microsoft.com/office/drawing/2014/main" id="{529FA321-79AE-4FE4-97E3-A7D1AC2A90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3" name="9wup_2_build_PredictedLigand_42">
            <a:extLst>
              <a:ext uri="{FF2B5EF4-FFF2-40B4-BE49-F238E27FC236}">
                <a16:creationId xmlns:a16="http://schemas.microsoft.com/office/drawing/2014/main" id="{307AB3A0-03C0-4B9C-BE10-833FA521DF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4" name="9wup_2_build_PredictedLigand_43">
            <a:extLst>
              <a:ext uri="{FF2B5EF4-FFF2-40B4-BE49-F238E27FC236}">
                <a16:creationId xmlns:a16="http://schemas.microsoft.com/office/drawing/2014/main" id="{426B9F73-20FB-441F-963A-0A8E14377E9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5" name="9wup_2_build_PredictedLigand_44">
            <a:extLst>
              <a:ext uri="{FF2B5EF4-FFF2-40B4-BE49-F238E27FC236}">
                <a16:creationId xmlns:a16="http://schemas.microsoft.com/office/drawing/2014/main" id="{1EA63C80-5357-41DF-A483-CFF6DBDFE45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6" name="9wup_2_build_PredictedLigand_45">
            <a:extLst>
              <a:ext uri="{FF2B5EF4-FFF2-40B4-BE49-F238E27FC236}">
                <a16:creationId xmlns:a16="http://schemas.microsoft.com/office/drawing/2014/main" id="{616D52F4-AE00-4A2E-93D3-4E4A1B23C65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7" name="9wup_2_build_PredictedLigand_46">
            <a:extLst>
              <a:ext uri="{FF2B5EF4-FFF2-40B4-BE49-F238E27FC236}">
                <a16:creationId xmlns:a16="http://schemas.microsoft.com/office/drawing/2014/main" id="{9F936996-0B90-4BFE-B901-8B3C686D583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8" name="9wup_2_build_PredictedLigand_47">
            <a:extLst>
              <a:ext uri="{FF2B5EF4-FFF2-40B4-BE49-F238E27FC236}">
                <a16:creationId xmlns:a16="http://schemas.microsoft.com/office/drawing/2014/main" id="{C121A12D-3892-4B27-8DCF-D14F444E677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9" name="9wup_2_build_PredictedLigand_48">
            <a:extLst>
              <a:ext uri="{FF2B5EF4-FFF2-40B4-BE49-F238E27FC236}">
                <a16:creationId xmlns:a16="http://schemas.microsoft.com/office/drawing/2014/main" id="{3478421A-A6C3-48BB-B07A-A937AC2F397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0" name="9wup_2_build_PredictedLigand_49">
            <a:extLst>
              <a:ext uri="{FF2B5EF4-FFF2-40B4-BE49-F238E27FC236}">
                <a16:creationId xmlns:a16="http://schemas.microsoft.com/office/drawing/2014/main" id="{D517F2BA-4A5E-4BD6-BEB4-76F1BC3B6FB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1" name="9wup_2_build_PredictedLigand_50">
            <a:extLst>
              <a:ext uri="{FF2B5EF4-FFF2-40B4-BE49-F238E27FC236}">
                <a16:creationId xmlns:a16="http://schemas.microsoft.com/office/drawing/2014/main" id="{33B09B43-FB41-4CD2-AC91-5338983346F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2" name="9wup_2_build_PredictedLigand_51">
            <a:extLst>
              <a:ext uri="{FF2B5EF4-FFF2-40B4-BE49-F238E27FC236}">
                <a16:creationId xmlns:a16="http://schemas.microsoft.com/office/drawing/2014/main" id="{7B74FF70-8600-4DE0-AE37-AB95A0A0E9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3" name="9wup_2_build_PredictedLigand_52">
            <a:extLst>
              <a:ext uri="{FF2B5EF4-FFF2-40B4-BE49-F238E27FC236}">
                <a16:creationId xmlns:a16="http://schemas.microsoft.com/office/drawing/2014/main" id="{9E0216F7-DAF1-4105-A0A4-B46D6D9DD63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4" name="9wup_2_build_PredictedLigand_53">
            <a:extLst>
              <a:ext uri="{FF2B5EF4-FFF2-40B4-BE49-F238E27FC236}">
                <a16:creationId xmlns:a16="http://schemas.microsoft.com/office/drawing/2014/main" id="{E1C4A224-B376-4D43-AD1B-814F4D686B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5" name="9wup_2_build_PredictedLigand_54">
            <a:extLst>
              <a:ext uri="{FF2B5EF4-FFF2-40B4-BE49-F238E27FC236}">
                <a16:creationId xmlns:a16="http://schemas.microsoft.com/office/drawing/2014/main" id="{62EE8C32-C991-4F3B-8AF7-3BCDB205998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6" name="9wup_2_build_PredictedLigand_55">
            <a:extLst>
              <a:ext uri="{FF2B5EF4-FFF2-40B4-BE49-F238E27FC236}">
                <a16:creationId xmlns:a16="http://schemas.microsoft.com/office/drawing/2014/main" id="{50B537FC-F626-42CB-97F6-59F210C81E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7" name="9wup_2_build_PredictedLigand_56">
            <a:extLst>
              <a:ext uri="{FF2B5EF4-FFF2-40B4-BE49-F238E27FC236}">
                <a16:creationId xmlns:a16="http://schemas.microsoft.com/office/drawing/2014/main" id="{47CFA757-3100-4BA4-B277-23BD2EBF4C1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8" name="9wup_2_build_PredictedLigand_57">
            <a:extLst>
              <a:ext uri="{FF2B5EF4-FFF2-40B4-BE49-F238E27FC236}">
                <a16:creationId xmlns:a16="http://schemas.microsoft.com/office/drawing/2014/main" id="{AC6EC53B-E151-43B1-8B71-FAE7708E421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9" name="9wup_2_build_PredictedAtoms_0">
            <a:extLst>
              <a:ext uri="{FF2B5EF4-FFF2-40B4-BE49-F238E27FC236}">
                <a16:creationId xmlns:a16="http://schemas.microsoft.com/office/drawing/2014/main" id="{8E37FE16-7C6A-49F9-A70E-EDC5F1ECD94A}"/>
              </a:ext>
            </a:extLst>
          </p:cNvPr>
          <p:cNvSpPr>
            <a:spLocks noGrp="1"/>
          </p:cNvSpPr>
          <p:nvPr/>
        </p:nvSpPr>
        <p:spPr>
          <a:xfrm>
            <a:off x="7167704" y="85725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0" name="9wup_2_build_PredictedAtoms_1">
            <a:extLst>
              <a:ext uri="{FF2B5EF4-FFF2-40B4-BE49-F238E27FC236}">
                <a16:creationId xmlns:a16="http://schemas.microsoft.com/office/drawing/2014/main" id="{00D8DCC3-5FFA-4EFF-962E-A6F4AB626ED4}"/>
              </a:ext>
            </a:extLst>
          </p:cNvPr>
          <p:cNvSpPr>
            <a:spLocks noGrp="1"/>
          </p:cNvSpPr>
          <p:nvPr/>
        </p:nvSpPr>
        <p:spPr>
          <a:xfrm>
            <a:off x="7247469" y="86147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1" name="9wup_2_build_PredictedAtoms_2">
            <a:extLst>
              <a:ext uri="{FF2B5EF4-FFF2-40B4-BE49-F238E27FC236}">
                <a16:creationId xmlns:a16="http://schemas.microsoft.com/office/drawing/2014/main" id="{190BE1D4-8523-4FBC-B128-F6A036D9B113}"/>
              </a:ext>
            </a:extLst>
          </p:cNvPr>
          <p:cNvSpPr>
            <a:spLocks noGrp="1"/>
          </p:cNvSpPr>
          <p:nvPr/>
        </p:nvSpPr>
        <p:spPr>
          <a:xfrm>
            <a:off x="7369481" y="8568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2" name="9wup_2_build_PredictedAtoms_3">
            <a:extLst>
              <a:ext uri="{FF2B5EF4-FFF2-40B4-BE49-F238E27FC236}">
                <a16:creationId xmlns:a16="http://schemas.microsoft.com/office/drawing/2014/main" id="{51C03358-0620-4B35-BC83-97F4B51189AE}"/>
              </a:ext>
            </a:extLst>
          </p:cNvPr>
          <p:cNvSpPr>
            <a:spLocks noGrp="1"/>
          </p:cNvSpPr>
          <p:nvPr/>
        </p:nvSpPr>
        <p:spPr>
          <a:xfrm>
            <a:off x="7350554" y="85526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3" name="9wup_2_build_PredictedAtoms_4">
            <a:extLst>
              <a:ext uri="{FF2B5EF4-FFF2-40B4-BE49-F238E27FC236}">
                <a16:creationId xmlns:a16="http://schemas.microsoft.com/office/drawing/2014/main" id="{390BA90D-9530-409A-A093-4586EBDF44A8}"/>
              </a:ext>
            </a:extLst>
          </p:cNvPr>
          <p:cNvSpPr>
            <a:spLocks noGrp="1"/>
          </p:cNvSpPr>
          <p:nvPr/>
        </p:nvSpPr>
        <p:spPr>
          <a:xfrm>
            <a:off x="7473144" y="85539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4" name="9wup_2_build_PredictedAtoms_5">
            <a:extLst>
              <a:ext uri="{FF2B5EF4-FFF2-40B4-BE49-F238E27FC236}">
                <a16:creationId xmlns:a16="http://schemas.microsoft.com/office/drawing/2014/main" id="{C1D67F0F-1874-4714-804A-03F2A22627F1}"/>
              </a:ext>
            </a:extLst>
          </p:cNvPr>
          <p:cNvSpPr>
            <a:spLocks noGrp="1"/>
          </p:cNvSpPr>
          <p:nvPr/>
        </p:nvSpPr>
        <p:spPr>
          <a:xfrm>
            <a:off x="7457682" y="86077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5" name="9wup_2_build_PredictedAtoms_6">
            <a:extLst>
              <a:ext uri="{FF2B5EF4-FFF2-40B4-BE49-F238E27FC236}">
                <a16:creationId xmlns:a16="http://schemas.microsoft.com/office/drawing/2014/main" id="{91C313E2-AB72-4399-B76D-A041EC3F53E9}"/>
              </a:ext>
            </a:extLst>
          </p:cNvPr>
          <p:cNvSpPr>
            <a:spLocks noGrp="1"/>
          </p:cNvSpPr>
          <p:nvPr/>
        </p:nvSpPr>
        <p:spPr>
          <a:xfrm>
            <a:off x="7517282" y="84254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6" name="9wup_2_build_PredictedAtoms_7">
            <a:extLst>
              <a:ext uri="{FF2B5EF4-FFF2-40B4-BE49-F238E27FC236}">
                <a16:creationId xmlns:a16="http://schemas.microsoft.com/office/drawing/2014/main" id="{96E842C8-E2A1-4005-B48D-D9171D8F6DF7}"/>
              </a:ext>
            </a:extLst>
          </p:cNvPr>
          <p:cNvSpPr>
            <a:spLocks noGrp="1"/>
          </p:cNvSpPr>
          <p:nvPr/>
        </p:nvSpPr>
        <p:spPr>
          <a:xfrm>
            <a:off x="7561684" y="86033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7" name="9wup_2_build_PredictedAtoms_8">
            <a:extLst>
              <a:ext uri="{FF2B5EF4-FFF2-40B4-BE49-F238E27FC236}">
                <a16:creationId xmlns:a16="http://schemas.microsoft.com/office/drawing/2014/main" id="{3D1192D6-5F99-4561-BA73-BD1AA7743E3A}"/>
              </a:ext>
            </a:extLst>
          </p:cNvPr>
          <p:cNvSpPr>
            <a:spLocks noGrp="1"/>
          </p:cNvSpPr>
          <p:nvPr/>
        </p:nvSpPr>
        <p:spPr>
          <a:xfrm>
            <a:off x="7652182" y="87056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8" name="9wup_2_build_PredictedAtoms_9">
            <a:extLst>
              <a:ext uri="{FF2B5EF4-FFF2-40B4-BE49-F238E27FC236}">
                <a16:creationId xmlns:a16="http://schemas.microsoft.com/office/drawing/2014/main" id="{48D5259E-A5DA-40CC-A329-50949DB8D2F7}"/>
              </a:ext>
            </a:extLst>
          </p:cNvPr>
          <p:cNvSpPr>
            <a:spLocks noGrp="1"/>
          </p:cNvSpPr>
          <p:nvPr/>
        </p:nvSpPr>
        <p:spPr>
          <a:xfrm>
            <a:off x="7597227" y="88165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9" name="9wup_2_build_PredictedAtoms_10">
            <a:extLst>
              <a:ext uri="{FF2B5EF4-FFF2-40B4-BE49-F238E27FC236}">
                <a16:creationId xmlns:a16="http://schemas.microsoft.com/office/drawing/2014/main" id="{601A00AB-3F59-4F13-8883-1129B5783E67}"/>
              </a:ext>
            </a:extLst>
          </p:cNvPr>
          <p:cNvSpPr>
            <a:spLocks noGrp="1"/>
          </p:cNvSpPr>
          <p:nvPr/>
        </p:nvSpPr>
        <p:spPr>
          <a:xfrm>
            <a:off x="7747493" y="86829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0" name="9wup_2_build_PredictedAtoms_11">
            <a:extLst>
              <a:ext uri="{FF2B5EF4-FFF2-40B4-BE49-F238E27FC236}">
                <a16:creationId xmlns:a16="http://schemas.microsoft.com/office/drawing/2014/main" id="{7D443C99-8E5D-4D2A-BB3E-7D8F15B9B520}"/>
              </a:ext>
            </a:extLst>
          </p:cNvPr>
          <p:cNvSpPr>
            <a:spLocks noGrp="1"/>
          </p:cNvSpPr>
          <p:nvPr/>
        </p:nvSpPr>
        <p:spPr>
          <a:xfrm>
            <a:off x="7684165" y="8700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1" name="9wup_2_build_PredictedAtoms_12">
            <a:extLst>
              <a:ext uri="{FF2B5EF4-FFF2-40B4-BE49-F238E27FC236}">
                <a16:creationId xmlns:a16="http://schemas.microsoft.com/office/drawing/2014/main" id="{CAF0DE0E-CA53-4DCF-A58C-6B1BBD872641}"/>
              </a:ext>
            </a:extLst>
          </p:cNvPr>
          <p:cNvSpPr>
            <a:spLocks noGrp="1"/>
          </p:cNvSpPr>
          <p:nvPr/>
        </p:nvSpPr>
        <p:spPr>
          <a:xfrm>
            <a:off x="7802927" y="86925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2" name="9wup_2_build_PredictedAtoms_13">
            <a:extLst>
              <a:ext uri="{FF2B5EF4-FFF2-40B4-BE49-F238E27FC236}">
                <a16:creationId xmlns:a16="http://schemas.microsoft.com/office/drawing/2014/main" id="{4BB50156-33F5-47E0-A23F-40D2348944A0}"/>
              </a:ext>
            </a:extLst>
          </p:cNvPr>
          <p:cNvSpPr>
            <a:spLocks noGrp="1"/>
          </p:cNvSpPr>
          <p:nvPr/>
        </p:nvSpPr>
        <p:spPr>
          <a:xfrm>
            <a:off x="7816284" y="87224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3" name="9wup_2_build_PredictedAtoms_14">
            <a:extLst>
              <a:ext uri="{FF2B5EF4-FFF2-40B4-BE49-F238E27FC236}">
                <a16:creationId xmlns:a16="http://schemas.microsoft.com/office/drawing/2014/main" id="{6501C1BA-DC61-4AD4-970E-8AB572A9566C}"/>
              </a:ext>
            </a:extLst>
          </p:cNvPr>
          <p:cNvSpPr>
            <a:spLocks noGrp="1"/>
          </p:cNvSpPr>
          <p:nvPr/>
        </p:nvSpPr>
        <p:spPr>
          <a:xfrm>
            <a:off x="7894439" y="86371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4" name="9wup_2_build_PredictedAtoms_15">
            <a:extLst>
              <a:ext uri="{FF2B5EF4-FFF2-40B4-BE49-F238E27FC236}">
                <a16:creationId xmlns:a16="http://schemas.microsoft.com/office/drawing/2014/main" id="{69840F22-3F4C-477B-B62C-5B3C22CA39E7}"/>
              </a:ext>
            </a:extLst>
          </p:cNvPr>
          <p:cNvSpPr>
            <a:spLocks noGrp="1"/>
          </p:cNvSpPr>
          <p:nvPr/>
        </p:nvSpPr>
        <p:spPr>
          <a:xfrm>
            <a:off x="7994594" y="86959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5" name="9wup_2_build_PredictedAtoms_16">
            <a:extLst>
              <a:ext uri="{FF2B5EF4-FFF2-40B4-BE49-F238E27FC236}">
                <a16:creationId xmlns:a16="http://schemas.microsoft.com/office/drawing/2014/main" id="{68610842-5C49-4711-B7C1-D852B2CB216C}"/>
              </a:ext>
            </a:extLst>
          </p:cNvPr>
          <p:cNvSpPr>
            <a:spLocks noGrp="1"/>
          </p:cNvSpPr>
          <p:nvPr/>
        </p:nvSpPr>
        <p:spPr>
          <a:xfrm>
            <a:off x="8011935" y="8665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6" name="9wup_2_build_PredictedAtoms_17">
            <a:extLst>
              <a:ext uri="{FF2B5EF4-FFF2-40B4-BE49-F238E27FC236}">
                <a16:creationId xmlns:a16="http://schemas.microsoft.com/office/drawing/2014/main" id="{75CB1241-8D66-4D08-8725-ED74C1604D44}"/>
              </a:ext>
            </a:extLst>
          </p:cNvPr>
          <p:cNvSpPr>
            <a:spLocks noGrp="1"/>
          </p:cNvSpPr>
          <p:nvPr/>
        </p:nvSpPr>
        <p:spPr>
          <a:xfrm>
            <a:off x="8049412" y="84804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7" name="9wup_2_build_PredictedAtoms_18">
            <a:extLst>
              <a:ext uri="{FF2B5EF4-FFF2-40B4-BE49-F238E27FC236}">
                <a16:creationId xmlns:a16="http://schemas.microsoft.com/office/drawing/2014/main" id="{5C57C340-1F79-4A73-864E-136EA02E527F}"/>
              </a:ext>
            </a:extLst>
          </p:cNvPr>
          <p:cNvSpPr>
            <a:spLocks noGrp="1"/>
          </p:cNvSpPr>
          <p:nvPr/>
        </p:nvSpPr>
        <p:spPr>
          <a:xfrm>
            <a:off x="8148224" y="83898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8" name="9wup_2_build_PredictedAtoms_19">
            <a:extLst>
              <a:ext uri="{FF2B5EF4-FFF2-40B4-BE49-F238E27FC236}">
                <a16:creationId xmlns:a16="http://schemas.microsoft.com/office/drawing/2014/main" id="{BC4F07CA-4245-4545-BAF0-F812EF8F3F92}"/>
              </a:ext>
            </a:extLst>
          </p:cNvPr>
          <p:cNvSpPr>
            <a:spLocks noGrp="1"/>
          </p:cNvSpPr>
          <p:nvPr/>
        </p:nvSpPr>
        <p:spPr>
          <a:xfrm>
            <a:off x="8293842" y="84811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9" name="9wup_2_build_PredictedAtoms_20">
            <a:extLst>
              <a:ext uri="{FF2B5EF4-FFF2-40B4-BE49-F238E27FC236}">
                <a16:creationId xmlns:a16="http://schemas.microsoft.com/office/drawing/2014/main" id="{8BE22BA1-57A6-4090-AB52-F4F24B7D9835}"/>
              </a:ext>
            </a:extLst>
          </p:cNvPr>
          <p:cNvSpPr>
            <a:spLocks noGrp="1"/>
          </p:cNvSpPr>
          <p:nvPr/>
        </p:nvSpPr>
        <p:spPr>
          <a:xfrm>
            <a:off x="8357523" y="84449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0" name="9wup_2_build_PredictedAtoms_21">
            <a:extLst>
              <a:ext uri="{FF2B5EF4-FFF2-40B4-BE49-F238E27FC236}">
                <a16:creationId xmlns:a16="http://schemas.microsoft.com/office/drawing/2014/main" id="{726B54AF-C5C7-4887-B533-41EA3B613DB1}"/>
              </a:ext>
            </a:extLst>
          </p:cNvPr>
          <p:cNvSpPr>
            <a:spLocks noGrp="1"/>
          </p:cNvSpPr>
          <p:nvPr/>
        </p:nvSpPr>
        <p:spPr>
          <a:xfrm>
            <a:off x="8346916" y="83239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1" name="9wup_2_build_PredictedAtoms_22">
            <a:extLst>
              <a:ext uri="{FF2B5EF4-FFF2-40B4-BE49-F238E27FC236}">
                <a16:creationId xmlns:a16="http://schemas.microsoft.com/office/drawing/2014/main" id="{BE859AE2-C39B-46EA-9C71-E1046931CBE0}"/>
              </a:ext>
            </a:extLst>
          </p:cNvPr>
          <p:cNvSpPr>
            <a:spLocks noGrp="1"/>
          </p:cNvSpPr>
          <p:nvPr/>
        </p:nvSpPr>
        <p:spPr>
          <a:xfrm>
            <a:off x="8449594" y="85958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2" name="9wup_2_build_PredictedAtoms_23">
            <a:extLst>
              <a:ext uri="{FF2B5EF4-FFF2-40B4-BE49-F238E27FC236}">
                <a16:creationId xmlns:a16="http://schemas.microsoft.com/office/drawing/2014/main" id="{07C3E706-D44A-4265-8F98-8EABF274B4CA}"/>
              </a:ext>
            </a:extLst>
          </p:cNvPr>
          <p:cNvSpPr>
            <a:spLocks noGrp="1"/>
          </p:cNvSpPr>
          <p:nvPr/>
        </p:nvSpPr>
        <p:spPr>
          <a:xfrm>
            <a:off x="8406855" y="86223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3" name="9wup_2_build_PredictedAtoms_24">
            <a:extLst>
              <a:ext uri="{FF2B5EF4-FFF2-40B4-BE49-F238E27FC236}">
                <a16:creationId xmlns:a16="http://schemas.microsoft.com/office/drawing/2014/main" id="{2031BD68-9C70-4A21-898E-A89AE61E217C}"/>
              </a:ext>
            </a:extLst>
          </p:cNvPr>
          <p:cNvSpPr>
            <a:spLocks noGrp="1"/>
          </p:cNvSpPr>
          <p:nvPr/>
        </p:nvSpPr>
        <p:spPr>
          <a:xfrm>
            <a:off x="8307389" y="868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4" name="9wup_2_build_PredictedAtoms_25">
            <a:extLst>
              <a:ext uri="{FF2B5EF4-FFF2-40B4-BE49-F238E27FC236}">
                <a16:creationId xmlns:a16="http://schemas.microsoft.com/office/drawing/2014/main" id="{12082E9D-6A04-431E-AA93-2ECDF85CF828}"/>
              </a:ext>
            </a:extLst>
          </p:cNvPr>
          <p:cNvSpPr>
            <a:spLocks noGrp="1"/>
          </p:cNvSpPr>
          <p:nvPr/>
        </p:nvSpPr>
        <p:spPr>
          <a:xfrm>
            <a:off x="8257819" y="85732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5" name="9wup_2_build_PredictedAtoms_26">
            <a:extLst>
              <a:ext uri="{FF2B5EF4-FFF2-40B4-BE49-F238E27FC236}">
                <a16:creationId xmlns:a16="http://schemas.microsoft.com/office/drawing/2014/main" id="{75059EDF-B380-477D-A0FD-A32198B59CAC}"/>
              </a:ext>
            </a:extLst>
          </p:cNvPr>
          <p:cNvSpPr>
            <a:spLocks noGrp="1"/>
          </p:cNvSpPr>
          <p:nvPr/>
        </p:nvSpPr>
        <p:spPr>
          <a:xfrm>
            <a:off x="7996707" y="88174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6" name="9wup_2_build_PredictedAtoms_27">
            <a:extLst>
              <a:ext uri="{FF2B5EF4-FFF2-40B4-BE49-F238E27FC236}">
                <a16:creationId xmlns:a16="http://schemas.microsoft.com/office/drawing/2014/main" id="{BB34E637-5F93-4B12-AD9F-941EF5244416}"/>
              </a:ext>
            </a:extLst>
          </p:cNvPr>
          <p:cNvSpPr>
            <a:spLocks noGrp="1"/>
          </p:cNvSpPr>
          <p:nvPr/>
        </p:nvSpPr>
        <p:spPr>
          <a:xfrm>
            <a:off x="8027245" y="88954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7" name="9wup_2_build_PredictedAtoms_28">
            <a:extLst>
              <a:ext uri="{FF2B5EF4-FFF2-40B4-BE49-F238E27FC236}">
                <a16:creationId xmlns:a16="http://schemas.microsoft.com/office/drawing/2014/main" id="{80CF4C3A-F709-4C3A-9F6D-E8B8FEB2DF72}"/>
              </a:ext>
            </a:extLst>
          </p:cNvPr>
          <p:cNvSpPr>
            <a:spLocks noGrp="1"/>
          </p:cNvSpPr>
          <p:nvPr/>
        </p:nvSpPr>
        <p:spPr>
          <a:xfrm>
            <a:off x="7866178" y="8845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8" name="9wup_2_build_PredictedAtoms_29">
            <a:extLst>
              <a:ext uri="{FF2B5EF4-FFF2-40B4-BE49-F238E27FC236}">
                <a16:creationId xmlns:a16="http://schemas.microsoft.com/office/drawing/2014/main" id="{7EE7B4D1-B95E-48EE-B1F7-39CA04D0CDCC}"/>
              </a:ext>
            </a:extLst>
          </p:cNvPr>
          <p:cNvSpPr>
            <a:spLocks noGrp="1"/>
          </p:cNvSpPr>
          <p:nvPr/>
        </p:nvSpPr>
        <p:spPr>
          <a:xfrm>
            <a:off x="7802977" y="89081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9" name="9wup_2_build_PredictedAtoms_30">
            <a:extLst>
              <a:ext uri="{FF2B5EF4-FFF2-40B4-BE49-F238E27FC236}">
                <a16:creationId xmlns:a16="http://schemas.microsoft.com/office/drawing/2014/main" id="{4A45F224-5113-467E-B798-A3B98B7B141D}"/>
              </a:ext>
            </a:extLst>
          </p:cNvPr>
          <p:cNvSpPr>
            <a:spLocks noGrp="1"/>
          </p:cNvSpPr>
          <p:nvPr/>
        </p:nvSpPr>
        <p:spPr>
          <a:xfrm>
            <a:off x="7244307" y="86520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0" name="9wup_2_build_PredictedAtoms_31">
            <a:extLst>
              <a:ext uri="{FF2B5EF4-FFF2-40B4-BE49-F238E27FC236}">
                <a16:creationId xmlns:a16="http://schemas.microsoft.com/office/drawing/2014/main" id="{6EC26426-8B8E-4D80-AB8C-DA8AD5DB1FE8}"/>
              </a:ext>
            </a:extLst>
          </p:cNvPr>
          <p:cNvSpPr>
            <a:spLocks noGrp="1"/>
          </p:cNvSpPr>
          <p:nvPr/>
        </p:nvSpPr>
        <p:spPr>
          <a:xfrm>
            <a:off x="7252022" y="8763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1" name="9wup_2_build_PredictedAtoms_32">
            <a:extLst>
              <a:ext uri="{FF2B5EF4-FFF2-40B4-BE49-F238E27FC236}">
                <a16:creationId xmlns:a16="http://schemas.microsoft.com/office/drawing/2014/main" id="{F5EC725E-E8B3-44EC-9046-A88E503F6A54}"/>
              </a:ext>
            </a:extLst>
          </p:cNvPr>
          <p:cNvSpPr>
            <a:spLocks noGrp="1"/>
          </p:cNvSpPr>
          <p:nvPr/>
        </p:nvSpPr>
        <p:spPr>
          <a:xfrm>
            <a:off x="7130792" y="85913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2" name="9wup_2_build_PredictedAtoms_33">
            <a:extLst>
              <a:ext uri="{FF2B5EF4-FFF2-40B4-BE49-F238E27FC236}">
                <a16:creationId xmlns:a16="http://schemas.microsoft.com/office/drawing/2014/main" id="{B7D65334-B6D3-4CD2-AEC0-ACEE59938518}"/>
              </a:ext>
            </a:extLst>
          </p:cNvPr>
          <p:cNvSpPr>
            <a:spLocks noGrp="1"/>
          </p:cNvSpPr>
          <p:nvPr/>
        </p:nvSpPr>
        <p:spPr>
          <a:xfrm>
            <a:off x="7182800" y="8499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3" name="9wup_2_build_PredictedAtoms_34">
            <a:extLst>
              <a:ext uri="{FF2B5EF4-FFF2-40B4-BE49-F238E27FC236}">
                <a16:creationId xmlns:a16="http://schemas.microsoft.com/office/drawing/2014/main" id="{0C95E597-2EC4-45D4-9B95-76F961B84028}"/>
              </a:ext>
            </a:extLst>
          </p:cNvPr>
          <p:cNvSpPr>
            <a:spLocks noGrp="1"/>
          </p:cNvSpPr>
          <p:nvPr/>
        </p:nvSpPr>
        <p:spPr>
          <a:xfrm>
            <a:off x="7048859" y="864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4" name="9wup_2_build_PredictedAtoms_35">
            <a:extLst>
              <a:ext uri="{FF2B5EF4-FFF2-40B4-BE49-F238E27FC236}">
                <a16:creationId xmlns:a16="http://schemas.microsoft.com/office/drawing/2014/main" id="{8CA111D4-1EE2-427D-B009-9D68B152BFA9}"/>
              </a:ext>
            </a:extLst>
          </p:cNvPr>
          <p:cNvSpPr>
            <a:spLocks noGrp="1"/>
          </p:cNvSpPr>
          <p:nvPr/>
        </p:nvSpPr>
        <p:spPr>
          <a:xfrm>
            <a:off x="6922065" y="862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5" name="9wup_2_build_PredictedAtoms_36">
            <a:extLst>
              <a:ext uri="{FF2B5EF4-FFF2-40B4-BE49-F238E27FC236}">
                <a16:creationId xmlns:a16="http://schemas.microsoft.com/office/drawing/2014/main" id="{818687DD-C6DC-4F7D-91C3-08780EC3035A}"/>
              </a:ext>
            </a:extLst>
          </p:cNvPr>
          <p:cNvSpPr>
            <a:spLocks noGrp="1"/>
          </p:cNvSpPr>
          <p:nvPr/>
        </p:nvSpPr>
        <p:spPr>
          <a:xfrm>
            <a:off x="6708176" y="87619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6" name="9wup_2_build_PredictedAtoms_37">
            <a:extLst>
              <a:ext uri="{FF2B5EF4-FFF2-40B4-BE49-F238E27FC236}">
                <a16:creationId xmlns:a16="http://schemas.microsoft.com/office/drawing/2014/main" id="{2B8BE6B8-32C1-4AAB-A449-A676DEF722F1}"/>
              </a:ext>
            </a:extLst>
          </p:cNvPr>
          <p:cNvSpPr>
            <a:spLocks noGrp="1"/>
          </p:cNvSpPr>
          <p:nvPr/>
        </p:nvSpPr>
        <p:spPr>
          <a:xfrm>
            <a:off x="6881778" y="8791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7" name="9wup_2_build_PredictedAtoms_38">
            <a:extLst>
              <a:ext uri="{FF2B5EF4-FFF2-40B4-BE49-F238E27FC236}">
                <a16:creationId xmlns:a16="http://schemas.microsoft.com/office/drawing/2014/main" id="{659B7DEC-E4FC-4082-A78E-DCB9AA4C9DC4}"/>
              </a:ext>
            </a:extLst>
          </p:cNvPr>
          <p:cNvSpPr>
            <a:spLocks noGrp="1"/>
          </p:cNvSpPr>
          <p:nvPr/>
        </p:nvSpPr>
        <p:spPr>
          <a:xfrm>
            <a:off x="7174326" y="90527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8" name="9wup_2_build_PredictedAtoms_39">
            <a:extLst>
              <a:ext uri="{FF2B5EF4-FFF2-40B4-BE49-F238E27FC236}">
                <a16:creationId xmlns:a16="http://schemas.microsoft.com/office/drawing/2014/main" id="{56FB01C6-FEF4-412D-B918-53A8BC64AD2C}"/>
              </a:ext>
            </a:extLst>
          </p:cNvPr>
          <p:cNvSpPr>
            <a:spLocks noGrp="1"/>
          </p:cNvSpPr>
          <p:nvPr/>
        </p:nvSpPr>
        <p:spPr>
          <a:xfrm>
            <a:off x="7094964" y="90299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9" name="9wup_2_build_PredictedAtoms_40">
            <a:extLst>
              <a:ext uri="{FF2B5EF4-FFF2-40B4-BE49-F238E27FC236}">
                <a16:creationId xmlns:a16="http://schemas.microsoft.com/office/drawing/2014/main" id="{C6B19295-F8DE-48BD-87F1-DAA578BCB25E}"/>
              </a:ext>
            </a:extLst>
          </p:cNvPr>
          <p:cNvSpPr>
            <a:spLocks noGrp="1"/>
          </p:cNvSpPr>
          <p:nvPr/>
        </p:nvSpPr>
        <p:spPr>
          <a:xfrm>
            <a:off x="6868306" y="90238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0" name="9wup_2_build_PredictedAtoms_41">
            <a:extLst>
              <a:ext uri="{FF2B5EF4-FFF2-40B4-BE49-F238E27FC236}">
                <a16:creationId xmlns:a16="http://schemas.microsoft.com/office/drawing/2014/main" id="{8CE98561-0653-4C9C-9B7A-AF18FA33DC73}"/>
              </a:ext>
            </a:extLst>
          </p:cNvPr>
          <p:cNvSpPr>
            <a:spLocks noGrp="1"/>
          </p:cNvSpPr>
          <p:nvPr/>
        </p:nvSpPr>
        <p:spPr>
          <a:xfrm>
            <a:off x="6688478" y="8797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1" name="9wup_2_build_PredictedAtoms_42">
            <a:extLst>
              <a:ext uri="{FF2B5EF4-FFF2-40B4-BE49-F238E27FC236}">
                <a16:creationId xmlns:a16="http://schemas.microsoft.com/office/drawing/2014/main" id="{98A1EB7D-FC06-4DCD-B3FB-596FB8269F65}"/>
              </a:ext>
            </a:extLst>
          </p:cNvPr>
          <p:cNvSpPr>
            <a:spLocks noGrp="1"/>
          </p:cNvSpPr>
          <p:nvPr/>
        </p:nvSpPr>
        <p:spPr>
          <a:xfrm>
            <a:off x="6605073" y="8800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2" name="9wup_2_build_PredictedAtoms_43">
            <a:extLst>
              <a:ext uri="{FF2B5EF4-FFF2-40B4-BE49-F238E27FC236}">
                <a16:creationId xmlns:a16="http://schemas.microsoft.com/office/drawing/2014/main" id="{1313EC2A-5CB0-4576-AB88-18E720CC3E26}"/>
              </a:ext>
            </a:extLst>
          </p:cNvPr>
          <p:cNvSpPr>
            <a:spLocks noGrp="1"/>
          </p:cNvSpPr>
          <p:nvPr/>
        </p:nvSpPr>
        <p:spPr>
          <a:xfrm>
            <a:off x="6717769" y="8763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3" name="9wup_2_build_PredictedAtoms_44">
            <a:extLst>
              <a:ext uri="{FF2B5EF4-FFF2-40B4-BE49-F238E27FC236}">
                <a16:creationId xmlns:a16="http://schemas.microsoft.com/office/drawing/2014/main" id="{9F40DC81-5F98-4296-8FA6-C5C5C7BA833C}"/>
              </a:ext>
            </a:extLst>
          </p:cNvPr>
          <p:cNvSpPr>
            <a:spLocks noGrp="1"/>
          </p:cNvSpPr>
          <p:nvPr/>
        </p:nvSpPr>
        <p:spPr>
          <a:xfrm>
            <a:off x="6705089" y="85078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4" name="9wup_2_build_PredictedAtoms_45">
            <a:extLst>
              <a:ext uri="{FF2B5EF4-FFF2-40B4-BE49-F238E27FC236}">
                <a16:creationId xmlns:a16="http://schemas.microsoft.com/office/drawing/2014/main" id="{22E60D45-77E2-4CC7-B31B-A1B8CE6EC858}"/>
              </a:ext>
            </a:extLst>
          </p:cNvPr>
          <p:cNvSpPr>
            <a:spLocks noGrp="1"/>
          </p:cNvSpPr>
          <p:nvPr/>
        </p:nvSpPr>
        <p:spPr>
          <a:xfrm>
            <a:off x="6770936" y="84216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5" name="9wup_2_build_PredictedAtoms_46">
            <a:extLst>
              <a:ext uri="{FF2B5EF4-FFF2-40B4-BE49-F238E27FC236}">
                <a16:creationId xmlns:a16="http://schemas.microsoft.com/office/drawing/2014/main" id="{BE7189BA-9AE4-481A-A67A-690652942320}"/>
              </a:ext>
            </a:extLst>
          </p:cNvPr>
          <p:cNvSpPr>
            <a:spLocks noGrp="1"/>
          </p:cNvSpPr>
          <p:nvPr/>
        </p:nvSpPr>
        <p:spPr>
          <a:xfrm>
            <a:off x="6733061" y="8320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6" name="9wup_2_build_PredictedAtoms_47">
            <a:extLst>
              <a:ext uri="{FF2B5EF4-FFF2-40B4-BE49-F238E27FC236}">
                <a16:creationId xmlns:a16="http://schemas.microsoft.com/office/drawing/2014/main" id="{68E39489-7865-4489-A1A5-B1A33BC3488D}"/>
              </a:ext>
            </a:extLst>
          </p:cNvPr>
          <p:cNvSpPr>
            <a:spLocks noGrp="1"/>
          </p:cNvSpPr>
          <p:nvPr/>
        </p:nvSpPr>
        <p:spPr>
          <a:xfrm>
            <a:off x="6751380" y="81380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7" name="9wup_2_build_PredictedAtoms_48">
            <a:extLst>
              <a:ext uri="{FF2B5EF4-FFF2-40B4-BE49-F238E27FC236}">
                <a16:creationId xmlns:a16="http://schemas.microsoft.com/office/drawing/2014/main" id="{F53881CA-8966-4E9E-9CAA-EFEF5FD088A9}"/>
              </a:ext>
            </a:extLst>
          </p:cNvPr>
          <p:cNvSpPr>
            <a:spLocks noGrp="1"/>
          </p:cNvSpPr>
          <p:nvPr/>
        </p:nvSpPr>
        <p:spPr>
          <a:xfrm>
            <a:off x="6747916" y="80780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8" name="9wup_2_build_PredictedAtoms_49">
            <a:extLst>
              <a:ext uri="{FF2B5EF4-FFF2-40B4-BE49-F238E27FC236}">
                <a16:creationId xmlns:a16="http://schemas.microsoft.com/office/drawing/2014/main" id="{4C0A7745-BA79-43EC-B8E5-DA24AD9FBA95}"/>
              </a:ext>
            </a:extLst>
          </p:cNvPr>
          <p:cNvSpPr>
            <a:spLocks noGrp="1"/>
          </p:cNvSpPr>
          <p:nvPr/>
        </p:nvSpPr>
        <p:spPr>
          <a:xfrm>
            <a:off x="7077865" y="8122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9" name="9wup_2_build_PredictedAtoms_50">
            <a:extLst>
              <a:ext uri="{FF2B5EF4-FFF2-40B4-BE49-F238E27FC236}">
                <a16:creationId xmlns:a16="http://schemas.microsoft.com/office/drawing/2014/main" id="{502A45B8-7B06-4A01-B98A-95EBFD69CBE7}"/>
              </a:ext>
            </a:extLst>
          </p:cNvPr>
          <p:cNvSpPr>
            <a:spLocks noGrp="1"/>
          </p:cNvSpPr>
          <p:nvPr/>
        </p:nvSpPr>
        <p:spPr>
          <a:xfrm>
            <a:off x="7096683" y="81154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0" name="9wup_2_build_PredictedAtoms_51">
            <a:extLst>
              <a:ext uri="{FF2B5EF4-FFF2-40B4-BE49-F238E27FC236}">
                <a16:creationId xmlns:a16="http://schemas.microsoft.com/office/drawing/2014/main" id="{3BA4BD3D-FB13-41BF-98D7-5C76691EA6CD}"/>
              </a:ext>
            </a:extLst>
          </p:cNvPr>
          <p:cNvSpPr>
            <a:spLocks noGrp="1"/>
          </p:cNvSpPr>
          <p:nvPr/>
        </p:nvSpPr>
        <p:spPr>
          <a:xfrm>
            <a:off x="6984097" y="83296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1" name="9wup_2_build_PredictedAtoms_52">
            <a:extLst>
              <a:ext uri="{FF2B5EF4-FFF2-40B4-BE49-F238E27FC236}">
                <a16:creationId xmlns:a16="http://schemas.microsoft.com/office/drawing/2014/main" id="{FED9378A-2CA6-4BC5-9905-1AFA86E7A178}"/>
              </a:ext>
            </a:extLst>
          </p:cNvPr>
          <p:cNvSpPr>
            <a:spLocks noGrp="1"/>
          </p:cNvSpPr>
          <p:nvPr/>
        </p:nvSpPr>
        <p:spPr>
          <a:xfrm>
            <a:off x="6911108" y="84410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2" name="9wup_2_build_Clashes_0">
            <a:extLst>
              <a:ext uri="{FF2B5EF4-FFF2-40B4-BE49-F238E27FC236}">
                <a16:creationId xmlns:a16="http://schemas.microsoft.com/office/drawing/2014/main" id="{1412EB6C-8E5D-460D-9BBD-3139CCD7242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3" name="9wup_2_build_Clashes_1">
            <a:extLst>
              <a:ext uri="{FF2B5EF4-FFF2-40B4-BE49-F238E27FC236}">
                <a16:creationId xmlns:a16="http://schemas.microsoft.com/office/drawing/2014/main" id="{22C61557-B037-47B4-99CE-13BD4BCB8C2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4" name="9wup_2_build_Clashes_2">
            <a:extLst>
              <a:ext uri="{FF2B5EF4-FFF2-40B4-BE49-F238E27FC236}">
                <a16:creationId xmlns:a16="http://schemas.microsoft.com/office/drawing/2014/main" id="{49BDA244-262C-4D98-8FD1-C73153EC96D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5" name="9wup_2_build_Clashes_3">
            <a:extLst>
              <a:ext uri="{FF2B5EF4-FFF2-40B4-BE49-F238E27FC236}">
                <a16:creationId xmlns:a16="http://schemas.microsoft.com/office/drawing/2014/main" id="{DF11EEA6-5930-441A-B2FF-B8610686FA6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6" name="9wup_2_build_Clashes_4">
            <a:extLst>
              <a:ext uri="{FF2B5EF4-FFF2-40B4-BE49-F238E27FC236}">
                <a16:creationId xmlns:a16="http://schemas.microsoft.com/office/drawing/2014/main" id="{1A9481A0-B416-40AC-8B22-18DEB23F8C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7" name="9wup_2_build_Clashes_5">
            <a:extLst>
              <a:ext uri="{FF2B5EF4-FFF2-40B4-BE49-F238E27FC236}">
                <a16:creationId xmlns:a16="http://schemas.microsoft.com/office/drawing/2014/main" id="{1964F7AB-2E52-429E-93B3-CDFEA3243CD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8" name="9wup_2_build_Clashes_6">
            <a:extLst>
              <a:ext uri="{FF2B5EF4-FFF2-40B4-BE49-F238E27FC236}">
                <a16:creationId xmlns:a16="http://schemas.microsoft.com/office/drawing/2014/main" id="{F16B60F9-6841-428E-845A-16B4CA79AB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9" name="9wup_2_build_Clashes_7">
            <a:extLst>
              <a:ext uri="{FF2B5EF4-FFF2-40B4-BE49-F238E27FC236}">
                <a16:creationId xmlns:a16="http://schemas.microsoft.com/office/drawing/2014/main" id="{F1F89BCB-ECE1-4B7F-917C-38E18447C8E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0" name="9wup_2_build_Clashes_8">
            <a:extLst>
              <a:ext uri="{FF2B5EF4-FFF2-40B4-BE49-F238E27FC236}">
                <a16:creationId xmlns:a16="http://schemas.microsoft.com/office/drawing/2014/main" id="{22CFA506-E090-4C6D-A2E4-AC0068E93CD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1" name="9wup_2_build_Clashes_9">
            <a:extLst>
              <a:ext uri="{FF2B5EF4-FFF2-40B4-BE49-F238E27FC236}">
                <a16:creationId xmlns:a16="http://schemas.microsoft.com/office/drawing/2014/main" id="{092295C3-DAC1-4044-8453-0E4888FFE53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2" name="9wup_2_build_Clashes_10">
            <a:extLst>
              <a:ext uri="{FF2B5EF4-FFF2-40B4-BE49-F238E27FC236}">
                <a16:creationId xmlns:a16="http://schemas.microsoft.com/office/drawing/2014/main" id="{0E42EC9E-409B-4AA1-BB23-64EF58C0AB3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3" name="9wup_2_build_Clashes_11">
            <a:extLst>
              <a:ext uri="{FF2B5EF4-FFF2-40B4-BE49-F238E27FC236}">
                <a16:creationId xmlns:a16="http://schemas.microsoft.com/office/drawing/2014/main" id="{BC316B09-A592-44F4-87BB-E63E80E865F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4" name="9wup_2_build_Clashes_12">
            <a:extLst>
              <a:ext uri="{FF2B5EF4-FFF2-40B4-BE49-F238E27FC236}">
                <a16:creationId xmlns:a16="http://schemas.microsoft.com/office/drawing/2014/main" id="{EBE3DAE9-7E2D-4F65-96FE-5185639B46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5" name="9wup_2_build_Clashes_13">
            <a:extLst>
              <a:ext uri="{FF2B5EF4-FFF2-40B4-BE49-F238E27FC236}">
                <a16:creationId xmlns:a16="http://schemas.microsoft.com/office/drawing/2014/main" id="{BEE2A8C4-61B4-4F36-AE0B-18FB8540D3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6" name="9wup_2_build_Clashes_14">
            <a:extLst>
              <a:ext uri="{FF2B5EF4-FFF2-40B4-BE49-F238E27FC236}">
                <a16:creationId xmlns:a16="http://schemas.microsoft.com/office/drawing/2014/main" id="{15051722-4CDF-4959-91A5-10C851283AA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7" name="9wup_2_build_ClashingReceptorAtoms_0">
            <a:extLst>
              <a:ext uri="{FF2B5EF4-FFF2-40B4-BE49-F238E27FC236}">
                <a16:creationId xmlns:a16="http://schemas.microsoft.com/office/drawing/2014/main" id="{23DEF916-DEB0-4A55-AD5B-6A19F115F2E4}"/>
              </a:ext>
            </a:extLst>
          </p:cNvPr>
          <p:cNvSpPr>
            <a:spLocks noGrp="1"/>
          </p:cNvSpPr>
          <p:nvPr/>
        </p:nvSpPr>
        <p:spPr>
          <a:xfrm>
            <a:off x="6752134" y="80126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88" name="9wup_2_build_ClashingReceptorAtoms_1">
            <a:extLst>
              <a:ext uri="{FF2B5EF4-FFF2-40B4-BE49-F238E27FC236}">
                <a16:creationId xmlns:a16="http://schemas.microsoft.com/office/drawing/2014/main" id="{47470EED-FAFB-4B85-B09F-503763B91977}"/>
              </a:ext>
            </a:extLst>
          </p:cNvPr>
          <p:cNvSpPr>
            <a:spLocks noGrp="1"/>
          </p:cNvSpPr>
          <p:nvPr/>
        </p:nvSpPr>
        <p:spPr>
          <a:xfrm>
            <a:off x="7111290" y="79561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89" name="9wup_2_build_ClashingReceptorAtoms_2">
            <a:extLst>
              <a:ext uri="{FF2B5EF4-FFF2-40B4-BE49-F238E27FC236}">
                <a16:creationId xmlns:a16="http://schemas.microsoft.com/office/drawing/2014/main" id="{27D9A855-7D0D-4D90-A32C-7920CEAA91DE}"/>
              </a:ext>
            </a:extLst>
          </p:cNvPr>
          <p:cNvSpPr>
            <a:spLocks noGrp="1"/>
          </p:cNvSpPr>
          <p:nvPr/>
        </p:nvSpPr>
        <p:spPr>
          <a:xfrm>
            <a:off x="7224450" y="79671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0" name="9wup_2_build_ClashingReceptorAtoms_3">
            <a:extLst>
              <a:ext uri="{FF2B5EF4-FFF2-40B4-BE49-F238E27FC236}">
                <a16:creationId xmlns:a16="http://schemas.microsoft.com/office/drawing/2014/main" id="{BC49D319-33A6-4CBD-AF7B-F594B5464560}"/>
              </a:ext>
            </a:extLst>
          </p:cNvPr>
          <p:cNvSpPr>
            <a:spLocks noGrp="1"/>
          </p:cNvSpPr>
          <p:nvPr/>
        </p:nvSpPr>
        <p:spPr>
          <a:xfrm>
            <a:off x="6880855" y="80024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1" name="9wup_2_build_ClashingReceptorAtoms_4">
            <a:extLst>
              <a:ext uri="{FF2B5EF4-FFF2-40B4-BE49-F238E27FC236}">
                <a16:creationId xmlns:a16="http://schemas.microsoft.com/office/drawing/2014/main" id="{9732C282-95CE-4E75-BD88-995586E9C7C2}"/>
              </a:ext>
            </a:extLst>
          </p:cNvPr>
          <p:cNvSpPr>
            <a:spLocks noGrp="1"/>
          </p:cNvSpPr>
          <p:nvPr/>
        </p:nvSpPr>
        <p:spPr>
          <a:xfrm>
            <a:off x="6738479" y="83090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2" name="9wup_2_build_ClashingReceptorAtoms_5">
            <a:extLst>
              <a:ext uri="{FF2B5EF4-FFF2-40B4-BE49-F238E27FC236}">
                <a16:creationId xmlns:a16="http://schemas.microsoft.com/office/drawing/2014/main" id="{0CCE908F-607F-496E-897C-F5209079C642}"/>
              </a:ext>
            </a:extLst>
          </p:cNvPr>
          <p:cNvSpPr>
            <a:spLocks noGrp="1"/>
          </p:cNvSpPr>
          <p:nvPr/>
        </p:nvSpPr>
        <p:spPr>
          <a:xfrm>
            <a:off x="7018505" y="90231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3" name="9wup_2_build_ClashingReceptorAtoms_6">
            <a:extLst>
              <a:ext uri="{FF2B5EF4-FFF2-40B4-BE49-F238E27FC236}">
                <a16:creationId xmlns:a16="http://schemas.microsoft.com/office/drawing/2014/main" id="{F29961A3-9468-4312-A72D-760B1DDB9843}"/>
              </a:ext>
            </a:extLst>
          </p:cNvPr>
          <p:cNvSpPr>
            <a:spLocks noGrp="1"/>
          </p:cNvSpPr>
          <p:nvPr/>
        </p:nvSpPr>
        <p:spPr>
          <a:xfrm>
            <a:off x="7126958" y="90932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4" name="9wup_2_build_ClashingReceptorAtoms_7">
            <a:extLst>
              <a:ext uri="{FF2B5EF4-FFF2-40B4-BE49-F238E27FC236}">
                <a16:creationId xmlns:a16="http://schemas.microsoft.com/office/drawing/2014/main" id="{668F5F96-43D0-46D8-A9E9-3BCA99C0C514}"/>
              </a:ext>
            </a:extLst>
          </p:cNvPr>
          <p:cNvSpPr>
            <a:spLocks noGrp="1"/>
          </p:cNvSpPr>
          <p:nvPr/>
        </p:nvSpPr>
        <p:spPr>
          <a:xfrm>
            <a:off x="7226835" y="90173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5" name="9wup_2_build_ClashingReceptorAtoms_8">
            <a:extLst>
              <a:ext uri="{FF2B5EF4-FFF2-40B4-BE49-F238E27FC236}">
                <a16:creationId xmlns:a16="http://schemas.microsoft.com/office/drawing/2014/main" id="{243743A2-E376-4CBC-B11D-1DBE933E5DE4}"/>
              </a:ext>
            </a:extLst>
          </p:cNvPr>
          <p:cNvSpPr>
            <a:spLocks noGrp="1"/>
          </p:cNvSpPr>
          <p:nvPr/>
        </p:nvSpPr>
        <p:spPr>
          <a:xfrm>
            <a:off x="7213436" y="89631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6" name="9wup_2_build_ClashingReceptorAtoms_9">
            <a:extLst>
              <a:ext uri="{FF2B5EF4-FFF2-40B4-BE49-F238E27FC236}">
                <a16:creationId xmlns:a16="http://schemas.microsoft.com/office/drawing/2014/main" id="{001484A4-60A8-43BD-B3AA-425B85C8634B}"/>
              </a:ext>
            </a:extLst>
          </p:cNvPr>
          <p:cNvSpPr>
            <a:spLocks noGrp="1"/>
          </p:cNvSpPr>
          <p:nvPr/>
        </p:nvSpPr>
        <p:spPr>
          <a:xfrm>
            <a:off x="7108340" y="92036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7" name="stage3-cases-main_47">
            <a:extLst>
              <a:ext uri="{FF2B5EF4-FFF2-40B4-BE49-F238E27FC236}">
                <a16:creationId xmlns:a16="http://schemas.microsoft.com/office/drawing/2014/main" id="{9604ECC4-9118-426C-9375-B43EEE8B4056}"/>
              </a:ext>
            </a:extLst>
          </p:cNvPr>
          <p:cNvSpPr>
            <a:spLocks noGrp="1"/>
          </p:cNvSpPr>
          <p:nvPr/>
        </p:nvSpPr>
        <p:spPr>
          <a:xfrm>
            <a:off x="61722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1898" name="stage3-cases-main_48">
            <a:extLst>
              <a:ext uri="{FF2B5EF4-FFF2-40B4-BE49-F238E27FC236}">
                <a16:creationId xmlns:a16="http://schemas.microsoft.com/office/drawing/2014/main" id="{67D9BB8F-7AE9-4421-A892-6A806B787232}"/>
              </a:ext>
            </a:extLst>
          </p:cNvPr>
          <p:cNvSpPr>
            <a:spLocks noGrp="1"/>
          </p:cNvSpPr>
          <p:nvPr/>
        </p:nvSpPr>
        <p:spPr>
          <a:xfrm>
            <a:off x="247650" y="94678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1899" name="stage3-cases-main_49">
            <a:extLst>
              <a:ext uri="{FF2B5EF4-FFF2-40B4-BE49-F238E27FC236}">
                <a16:creationId xmlns:a16="http://schemas.microsoft.com/office/drawing/2014/main" id="{C1FAE2D4-0243-477F-AD2F-B6849C58D0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9610725"/>
                </a:moveTo>
                <a:lnTo>
                  <a:pt x="8953500" y="96107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900" name="stage3-cases-main_50">
            <a:extLst>
              <a:ext uri="{FF2B5EF4-FFF2-40B4-BE49-F238E27FC236}">
                <a16:creationId xmlns:a16="http://schemas.microsoft.com/office/drawing/2014/main" id="{3153667B-E822-4B8B-8BB7-BEE0B1B7FFCD}"/>
              </a:ext>
            </a:extLst>
          </p:cNvPr>
          <p:cNvSpPr>
            <a:spLocks noGrp="1"/>
          </p:cNvSpPr>
          <p:nvPr/>
        </p:nvSpPr>
        <p:spPr>
          <a:xfrm>
            <a:off x="9001125" y="94964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901" name="9wq3_5_official_Receptor">
            <a:extLst>
              <a:ext uri="{FF2B5EF4-FFF2-40B4-BE49-F238E27FC236}">
                <a16:creationId xmlns:a16="http://schemas.microsoft.com/office/drawing/2014/main" id="{6305FB89-7DCC-4B9F-BAE5-8E10C224103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902" name="9wq3_5_official_ExperimentalDensity">
            <a:extLst>
              <a:ext uri="{FF2B5EF4-FFF2-40B4-BE49-F238E27FC236}">
                <a16:creationId xmlns:a16="http://schemas.microsoft.com/office/drawing/2014/main" id="{9EE955F4-9E9E-4DC5-A53F-90E58AFEFF2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03" name="9wq3_5_official_ReferenceLigand_0">
            <a:extLst>
              <a:ext uri="{FF2B5EF4-FFF2-40B4-BE49-F238E27FC236}">
                <a16:creationId xmlns:a16="http://schemas.microsoft.com/office/drawing/2014/main" id="{F704766F-65E1-46DB-9DAF-8ED2413776A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4" name="9wq3_5_official_ReferenceLigand_1">
            <a:extLst>
              <a:ext uri="{FF2B5EF4-FFF2-40B4-BE49-F238E27FC236}">
                <a16:creationId xmlns:a16="http://schemas.microsoft.com/office/drawing/2014/main" id="{4B7F81F0-BBA1-4FCD-84D7-CD6FB6BF101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5" name="9wq3_5_official_ReferenceLigand_2">
            <a:extLst>
              <a:ext uri="{FF2B5EF4-FFF2-40B4-BE49-F238E27FC236}">
                <a16:creationId xmlns:a16="http://schemas.microsoft.com/office/drawing/2014/main" id="{565402C1-7ACC-4DA5-9F68-BC54AD57C79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6" name="9wq3_5_official_ReferenceLigand_3">
            <a:extLst>
              <a:ext uri="{FF2B5EF4-FFF2-40B4-BE49-F238E27FC236}">
                <a16:creationId xmlns:a16="http://schemas.microsoft.com/office/drawing/2014/main" id="{5EFC56D1-EC2E-4C87-8FC0-2632B2E971B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7" name="9wq3_5_official_ReferenceLigand_4">
            <a:extLst>
              <a:ext uri="{FF2B5EF4-FFF2-40B4-BE49-F238E27FC236}">
                <a16:creationId xmlns:a16="http://schemas.microsoft.com/office/drawing/2014/main" id="{4C45FDC9-F4A8-4E6C-B6DD-F76F6C6F696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8" name="9wq3_5_official_ReferenceLigand_5">
            <a:extLst>
              <a:ext uri="{FF2B5EF4-FFF2-40B4-BE49-F238E27FC236}">
                <a16:creationId xmlns:a16="http://schemas.microsoft.com/office/drawing/2014/main" id="{681161F9-09DA-4901-A3F1-2904209609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9" name="9wq3_5_official_ReferenceLigand_6">
            <a:extLst>
              <a:ext uri="{FF2B5EF4-FFF2-40B4-BE49-F238E27FC236}">
                <a16:creationId xmlns:a16="http://schemas.microsoft.com/office/drawing/2014/main" id="{160D5D20-84D9-4C0F-ADD0-5C0099E489A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0" name="9wq3_5_official_ReferenceLigand_7">
            <a:extLst>
              <a:ext uri="{FF2B5EF4-FFF2-40B4-BE49-F238E27FC236}">
                <a16:creationId xmlns:a16="http://schemas.microsoft.com/office/drawing/2014/main" id="{7D471BC5-015B-4AB2-B22D-993E0DE3831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1" name="9wq3_5_official_ReferenceLigand_8">
            <a:extLst>
              <a:ext uri="{FF2B5EF4-FFF2-40B4-BE49-F238E27FC236}">
                <a16:creationId xmlns:a16="http://schemas.microsoft.com/office/drawing/2014/main" id="{D1D345E2-F604-45D5-8FCC-2AA4274136E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2" name="9wq3_5_official_ReferenceLigand_9">
            <a:extLst>
              <a:ext uri="{FF2B5EF4-FFF2-40B4-BE49-F238E27FC236}">
                <a16:creationId xmlns:a16="http://schemas.microsoft.com/office/drawing/2014/main" id="{DF5DC120-2F4D-42F8-A471-847BA697258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3" name="9wq3_5_official_ReferenceLigand_10">
            <a:extLst>
              <a:ext uri="{FF2B5EF4-FFF2-40B4-BE49-F238E27FC236}">
                <a16:creationId xmlns:a16="http://schemas.microsoft.com/office/drawing/2014/main" id="{676F9745-2F43-4AFF-BA61-3299037A49F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4" name="9wq3_5_official_ReferenceLigand_11">
            <a:extLst>
              <a:ext uri="{FF2B5EF4-FFF2-40B4-BE49-F238E27FC236}">
                <a16:creationId xmlns:a16="http://schemas.microsoft.com/office/drawing/2014/main" id="{D220E072-A7FD-47E4-88BB-908628E9088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5" name="9wq3_5_official_ReferenceLigand_12">
            <a:extLst>
              <a:ext uri="{FF2B5EF4-FFF2-40B4-BE49-F238E27FC236}">
                <a16:creationId xmlns:a16="http://schemas.microsoft.com/office/drawing/2014/main" id="{95F91BF8-C218-4AD2-B921-04905C74B64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6" name="9wq3_5_official_ReferenceLigand_13">
            <a:extLst>
              <a:ext uri="{FF2B5EF4-FFF2-40B4-BE49-F238E27FC236}">
                <a16:creationId xmlns:a16="http://schemas.microsoft.com/office/drawing/2014/main" id="{485EDFE8-A029-48DE-8EA8-28D871B00B8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7" name="9wq3_5_official_ReferenceLigand_14">
            <a:extLst>
              <a:ext uri="{FF2B5EF4-FFF2-40B4-BE49-F238E27FC236}">
                <a16:creationId xmlns:a16="http://schemas.microsoft.com/office/drawing/2014/main" id="{8A343B4A-D6DA-4DB2-ACDB-7B9B24CD6A2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8" name="9wq3_5_official_ReferenceLigand_15">
            <a:extLst>
              <a:ext uri="{FF2B5EF4-FFF2-40B4-BE49-F238E27FC236}">
                <a16:creationId xmlns:a16="http://schemas.microsoft.com/office/drawing/2014/main" id="{3F81F378-8A7F-4DE6-B9BE-F9A0D22C57A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9" name="9wq3_5_official_ReferenceLigand_16">
            <a:extLst>
              <a:ext uri="{FF2B5EF4-FFF2-40B4-BE49-F238E27FC236}">
                <a16:creationId xmlns:a16="http://schemas.microsoft.com/office/drawing/2014/main" id="{29CF9E35-BE00-4A3F-99CF-CA965F3B1BF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0" name="9wq3_5_official_ReferenceLigand_17">
            <a:extLst>
              <a:ext uri="{FF2B5EF4-FFF2-40B4-BE49-F238E27FC236}">
                <a16:creationId xmlns:a16="http://schemas.microsoft.com/office/drawing/2014/main" id="{E230F53D-95B4-4347-A3F9-597B8A14BDD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1" name="9wq3_5_official_ReferenceLigand_18">
            <a:extLst>
              <a:ext uri="{FF2B5EF4-FFF2-40B4-BE49-F238E27FC236}">
                <a16:creationId xmlns:a16="http://schemas.microsoft.com/office/drawing/2014/main" id="{8B2819ED-1919-4AD9-B2C1-002D03CDD2E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2" name="9wq3_5_official_ReferenceLigand_19">
            <a:extLst>
              <a:ext uri="{FF2B5EF4-FFF2-40B4-BE49-F238E27FC236}">
                <a16:creationId xmlns:a16="http://schemas.microsoft.com/office/drawing/2014/main" id="{F060B928-689C-4019-8BDF-6B7366D1265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3" name="9wq3_5_official_ReferenceLigand_20">
            <a:extLst>
              <a:ext uri="{FF2B5EF4-FFF2-40B4-BE49-F238E27FC236}">
                <a16:creationId xmlns:a16="http://schemas.microsoft.com/office/drawing/2014/main" id="{3427185D-BF33-4E9D-939D-F5CE83FB31D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4" name="9wq3_5_official_ReferenceLigand_21">
            <a:extLst>
              <a:ext uri="{FF2B5EF4-FFF2-40B4-BE49-F238E27FC236}">
                <a16:creationId xmlns:a16="http://schemas.microsoft.com/office/drawing/2014/main" id="{0E196EA9-27C9-4CFF-984E-28595FF6FB6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5" name="9wq3_5_official_ReferenceLigand_22">
            <a:extLst>
              <a:ext uri="{FF2B5EF4-FFF2-40B4-BE49-F238E27FC236}">
                <a16:creationId xmlns:a16="http://schemas.microsoft.com/office/drawing/2014/main" id="{7E677A33-341F-40CB-8C61-2AA1A1E1A57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6" name="9wq3_5_official_ReferenceLigand_23">
            <a:extLst>
              <a:ext uri="{FF2B5EF4-FFF2-40B4-BE49-F238E27FC236}">
                <a16:creationId xmlns:a16="http://schemas.microsoft.com/office/drawing/2014/main" id="{95BE93D7-77EE-457D-B94C-E5BAF0A43AE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7" name="9wq3_5_official_ReferenceLigand_24">
            <a:extLst>
              <a:ext uri="{FF2B5EF4-FFF2-40B4-BE49-F238E27FC236}">
                <a16:creationId xmlns:a16="http://schemas.microsoft.com/office/drawing/2014/main" id="{5C8F9C45-D9B2-4615-AAFB-A2CE79A0D9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8" name="9wq3_5_official_ReferenceLigand_25">
            <a:extLst>
              <a:ext uri="{FF2B5EF4-FFF2-40B4-BE49-F238E27FC236}">
                <a16:creationId xmlns:a16="http://schemas.microsoft.com/office/drawing/2014/main" id="{41489193-7DEA-4EE0-92B1-4CFFFBAFABC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9" name="9wq3_5_official_ReferenceLigand_26">
            <a:extLst>
              <a:ext uri="{FF2B5EF4-FFF2-40B4-BE49-F238E27FC236}">
                <a16:creationId xmlns:a16="http://schemas.microsoft.com/office/drawing/2014/main" id="{15124494-E170-4D13-BC0F-50780CCE0F1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0" name="9wq3_5_official_ReferenceLigand_27">
            <a:extLst>
              <a:ext uri="{FF2B5EF4-FFF2-40B4-BE49-F238E27FC236}">
                <a16:creationId xmlns:a16="http://schemas.microsoft.com/office/drawing/2014/main" id="{70234741-7102-4FB4-8D61-310A83A3599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1" name="9wq3_5_official_ReferenceLigand_28">
            <a:extLst>
              <a:ext uri="{FF2B5EF4-FFF2-40B4-BE49-F238E27FC236}">
                <a16:creationId xmlns:a16="http://schemas.microsoft.com/office/drawing/2014/main" id="{370AA1D7-145F-42FC-8236-57DC2E41A2D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2" name="9wq3_5_official_ReferenceLigand_29">
            <a:extLst>
              <a:ext uri="{FF2B5EF4-FFF2-40B4-BE49-F238E27FC236}">
                <a16:creationId xmlns:a16="http://schemas.microsoft.com/office/drawing/2014/main" id="{1F3FAE82-376E-4579-9269-4B8D53A8CB1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3" name="9wq3_5_official_ReferenceLigand_30">
            <a:extLst>
              <a:ext uri="{FF2B5EF4-FFF2-40B4-BE49-F238E27FC236}">
                <a16:creationId xmlns:a16="http://schemas.microsoft.com/office/drawing/2014/main" id="{8C5FDA75-C1FD-476B-AE90-636626FAD46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4" name="9wq3_5_official_ReferenceLigand_31">
            <a:extLst>
              <a:ext uri="{FF2B5EF4-FFF2-40B4-BE49-F238E27FC236}">
                <a16:creationId xmlns:a16="http://schemas.microsoft.com/office/drawing/2014/main" id="{77EA9E93-9FF9-4F80-B69D-E55D18D22D9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5" name="9wq3_5_official_ReferenceLigand_32">
            <a:extLst>
              <a:ext uri="{FF2B5EF4-FFF2-40B4-BE49-F238E27FC236}">
                <a16:creationId xmlns:a16="http://schemas.microsoft.com/office/drawing/2014/main" id="{A093BD0A-0C91-4F04-ACED-1C5CCE8A24F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6" name="9wq3_5_official_ReferenceLigand_33">
            <a:extLst>
              <a:ext uri="{FF2B5EF4-FFF2-40B4-BE49-F238E27FC236}">
                <a16:creationId xmlns:a16="http://schemas.microsoft.com/office/drawing/2014/main" id="{14187909-AD2B-4C2A-A1D1-F309B4DE578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7" name="9wq3_5_official_ReferenceLigand_34">
            <a:extLst>
              <a:ext uri="{FF2B5EF4-FFF2-40B4-BE49-F238E27FC236}">
                <a16:creationId xmlns:a16="http://schemas.microsoft.com/office/drawing/2014/main" id="{2A8F556F-E433-4AC2-A993-49DA4D26B30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8" name="9wq3_5_official_ReferenceLigand_35">
            <a:extLst>
              <a:ext uri="{FF2B5EF4-FFF2-40B4-BE49-F238E27FC236}">
                <a16:creationId xmlns:a16="http://schemas.microsoft.com/office/drawing/2014/main" id="{4659E0C6-5EAE-4F2A-9A5C-4A1EFCC40F7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9" name="9wq3_5_official_ReferenceLigand_36">
            <a:extLst>
              <a:ext uri="{FF2B5EF4-FFF2-40B4-BE49-F238E27FC236}">
                <a16:creationId xmlns:a16="http://schemas.microsoft.com/office/drawing/2014/main" id="{5E4F90B4-BE9D-420D-B539-CF8A0833E98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0" name="9wq3_5_official_ReferenceLigand_37">
            <a:extLst>
              <a:ext uri="{FF2B5EF4-FFF2-40B4-BE49-F238E27FC236}">
                <a16:creationId xmlns:a16="http://schemas.microsoft.com/office/drawing/2014/main" id="{6942476A-78C3-4871-AFC4-3D8D93AE8BE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1" name="9wq3_5_official_ReferenceLigand_38">
            <a:extLst>
              <a:ext uri="{FF2B5EF4-FFF2-40B4-BE49-F238E27FC236}">
                <a16:creationId xmlns:a16="http://schemas.microsoft.com/office/drawing/2014/main" id="{8C290492-9CCD-44AF-96AD-50A1B32D2F9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2" name="9wq3_5_official_ReferenceLigand_39">
            <a:extLst>
              <a:ext uri="{FF2B5EF4-FFF2-40B4-BE49-F238E27FC236}">
                <a16:creationId xmlns:a16="http://schemas.microsoft.com/office/drawing/2014/main" id="{7AF6E9C9-577F-43E8-B7D8-231B37B9828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3" name="9wq3_5_official_ReferenceLigand_40">
            <a:extLst>
              <a:ext uri="{FF2B5EF4-FFF2-40B4-BE49-F238E27FC236}">
                <a16:creationId xmlns:a16="http://schemas.microsoft.com/office/drawing/2014/main" id="{E1563DFA-7EF4-4902-89C1-E42AC905954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4" name="9wq3_5_official_ReferenceLigand_41">
            <a:extLst>
              <a:ext uri="{FF2B5EF4-FFF2-40B4-BE49-F238E27FC236}">
                <a16:creationId xmlns:a16="http://schemas.microsoft.com/office/drawing/2014/main" id="{2720CE7D-B636-48A5-87A5-642A5885B2C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5" name="9wq3_5_official_ReferenceLigand_42">
            <a:extLst>
              <a:ext uri="{FF2B5EF4-FFF2-40B4-BE49-F238E27FC236}">
                <a16:creationId xmlns:a16="http://schemas.microsoft.com/office/drawing/2014/main" id="{8B051773-29D5-4A38-A568-318A67039F5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6" name="9wq3_5_official_ReferenceLigand_43">
            <a:extLst>
              <a:ext uri="{FF2B5EF4-FFF2-40B4-BE49-F238E27FC236}">
                <a16:creationId xmlns:a16="http://schemas.microsoft.com/office/drawing/2014/main" id="{0E811042-3A51-4E26-925B-F2E25D0F4D2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7" name="9wq3_5_official_ReferenceLigand_44">
            <a:extLst>
              <a:ext uri="{FF2B5EF4-FFF2-40B4-BE49-F238E27FC236}">
                <a16:creationId xmlns:a16="http://schemas.microsoft.com/office/drawing/2014/main" id="{5BCA1193-3A9A-4048-845B-6491596CF2C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8" name="9wq3_5_official_ReferenceLigand_45">
            <a:extLst>
              <a:ext uri="{FF2B5EF4-FFF2-40B4-BE49-F238E27FC236}">
                <a16:creationId xmlns:a16="http://schemas.microsoft.com/office/drawing/2014/main" id="{31EA2442-59EA-4347-B54B-CC3A7FA7927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9" name="9wq3_5_official_ReferenceLigand_46">
            <a:extLst>
              <a:ext uri="{FF2B5EF4-FFF2-40B4-BE49-F238E27FC236}">
                <a16:creationId xmlns:a16="http://schemas.microsoft.com/office/drawing/2014/main" id="{DD27F807-8BB3-428F-8032-29F5B4AD38B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0" name="9wq3_5_official_ReferenceLigand_47">
            <a:extLst>
              <a:ext uri="{FF2B5EF4-FFF2-40B4-BE49-F238E27FC236}">
                <a16:creationId xmlns:a16="http://schemas.microsoft.com/office/drawing/2014/main" id="{A134F362-B5C7-4635-9103-2467CFED93C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1" name="9wq3_5_official_ReferenceLigand_48">
            <a:extLst>
              <a:ext uri="{FF2B5EF4-FFF2-40B4-BE49-F238E27FC236}">
                <a16:creationId xmlns:a16="http://schemas.microsoft.com/office/drawing/2014/main" id="{714B345C-9313-41C0-9482-DF9FAAF61B2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2" name="9wq3_5_official_ReferenceLigand_49">
            <a:extLst>
              <a:ext uri="{FF2B5EF4-FFF2-40B4-BE49-F238E27FC236}">
                <a16:creationId xmlns:a16="http://schemas.microsoft.com/office/drawing/2014/main" id="{F3319E26-5DC9-4A14-A6CC-C0719BC0A53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3" name="9wq3_5_official_ReferenceLigand_50">
            <a:extLst>
              <a:ext uri="{FF2B5EF4-FFF2-40B4-BE49-F238E27FC236}">
                <a16:creationId xmlns:a16="http://schemas.microsoft.com/office/drawing/2014/main" id="{F5C6362E-0017-473C-AADB-D46B3698883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4" name="9wq3_5_official_PredictedLigand_0">
            <a:extLst>
              <a:ext uri="{FF2B5EF4-FFF2-40B4-BE49-F238E27FC236}">
                <a16:creationId xmlns:a16="http://schemas.microsoft.com/office/drawing/2014/main" id="{62DBA811-938B-4EE7-A093-0917881C720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5" name="9wq3_5_official_PredictedLigand_1">
            <a:extLst>
              <a:ext uri="{FF2B5EF4-FFF2-40B4-BE49-F238E27FC236}">
                <a16:creationId xmlns:a16="http://schemas.microsoft.com/office/drawing/2014/main" id="{FD287CCC-468F-4822-B5E7-CEF0FF7CF3B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6" name="9wq3_5_official_PredictedLigand_2">
            <a:extLst>
              <a:ext uri="{FF2B5EF4-FFF2-40B4-BE49-F238E27FC236}">
                <a16:creationId xmlns:a16="http://schemas.microsoft.com/office/drawing/2014/main" id="{30233676-F11B-43E1-A3CE-9EC2A00054D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7" name="9wq3_5_official_PredictedLigand_3">
            <a:extLst>
              <a:ext uri="{FF2B5EF4-FFF2-40B4-BE49-F238E27FC236}">
                <a16:creationId xmlns:a16="http://schemas.microsoft.com/office/drawing/2014/main" id="{681F14B4-4E27-4BDA-86B1-763F5F7DECF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8" name="9wq3_5_official_PredictedLigand_4">
            <a:extLst>
              <a:ext uri="{FF2B5EF4-FFF2-40B4-BE49-F238E27FC236}">
                <a16:creationId xmlns:a16="http://schemas.microsoft.com/office/drawing/2014/main" id="{82F3326E-2A7C-4E17-99A6-8F1E31F68B8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9" name="9wq3_5_official_PredictedLigand_5">
            <a:extLst>
              <a:ext uri="{FF2B5EF4-FFF2-40B4-BE49-F238E27FC236}">
                <a16:creationId xmlns:a16="http://schemas.microsoft.com/office/drawing/2014/main" id="{F79623EA-3915-4851-A4BE-D357D1C1A0F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0" name="9wq3_5_official_PredictedLigand_6">
            <a:extLst>
              <a:ext uri="{FF2B5EF4-FFF2-40B4-BE49-F238E27FC236}">
                <a16:creationId xmlns:a16="http://schemas.microsoft.com/office/drawing/2014/main" id="{19D0A17A-B0E5-429A-88B3-EBDD4B77888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1" name="9wq3_5_official_PredictedLigand_7">
            <a:extLst>
              <a:ext uri="{FF2B5EF4-FFF2-40B4-BE49-F238E27FC236}">
                <a16:creationId xmlns:a16="http://schemas.microsoft.com/office/drawing/2014/main" id="{79E3400E-13B4-4080-AD71-B8B067633D8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2" name="9wq3_5_official_PredictedLigand_8">
            <a:extLst>
              <a:ext uri="{FF2B5EF4-FFF2-40B4-BE49-F238E27FC236}">
                <a16:creationId xmlns:a16="http://schemas.microsoft.com/office/drawing/2014/main" id="{2C3B7524-FB22-4F45-86A1-593E541C231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3" name="9wq3_5_official_PredictedLigand_9">
            <a:extLst>
              <a:ext uri="{FF2B5EF4-FFF2-40B4-BE49-F238E27FC236}">
                <a16:creationId xmlns:a16="http://schemas.microsoft.com/office/drawing/2014/main" id="{81D11569-4AA3-462D-A807-DA9E5CAA4A0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4" name="9wq3_5_official_PredictedLigand_10">
            <a:extLst>
              <a:ext uri="{FF2B5EF4-FFF2-40B4-BE49-F238E27FC236}">
                <a16:creationId xmlns:a16="http://schemas.microsoft.com/office/drawing/2014/main" id="{8101F602-8F77-4271-9DC9-702BE6A8B39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5" name="9wq3_5_official_PredictedLigand_11">
            <a:extLst>
              <a:ext uri="{FF2B5EF4-FFF2-40B4-BE49-F238E27FC236}">
                <a16:creationId xmlns:a16="http://schemas.microsoft.com/office/drawing/2014/main" id="{DCC64A53-051E-44FB-92DB-60AE7AF9432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6" name="9wq3_5_official_PredictedLigand_12">
            <a:extLst>
              <a:ext uri="{FF2B5EF4-FFF2-40B4-BE49-F238E27FC236}">
                <a16:creationId xmlns:a16="http://schemas.microsoft.com/office/drawing/2014/main" id="{46DC5DB6-2106-4C19-BBE1-32A65479074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7" name="9wq3_5_official_PredictedLigand_13">
            <a:extLst>
              <a:ext uri="{FF2B5EF4-FFF2-40B4-BE49-F238E27FC236}">
                <a16:creationId xmlns:a16="http://schemas.microsoft.com/office/drawing/2014/main" id="{097717FD-DA7B-47BD-A83F-2EAEEE30E59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8" name="9wq3_5_official_PredictedLigand_14">
            <a:extLst>
              <a:ext uri="{FF2B5EF4-FFF2-40B4-BE49-F238E27FC236}">
                <a16:creationId xmlns:a16="http://schemas.microsoft.com/office/drawing/2014/main" id="{0DC18DBC-4FDC-4E17-AF4A-45C88BD5F3C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9" name="9wq3_5_official_PredictedLigand_15">
            <a:extLst>
              <a:ext uri="{FF2B5EF4-FFF2-40B4-BE49-F238E27FC236}">
                <a16:creationId xmlns:a16="http://schemas.microsoft.com/office/drawing/2014/main" id="{930D5D68-818B-4B4A-AB70-8A4AD055AF2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0" name="9wq3_5_official_PredictedLigand_16">
            <a:extLst>
              <a:ext uri="{FF2B5EF4-FFF2-40B4-BE49-F238E27FC236}">
                <a16:creationId xmlns:a16="http://schemas.microsoft.com/office/drawing/2014/main" id="{617B6EE4-422C-464E-B893-7EE23DC82BF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1" name="9wq3_5_official_PredictedLigand_17">
            <a:extLst>
              <a:ext uri="{FF2B5EF4-FFF2-40B4-BE49-F238E27FC236}">
                <a16:creationId xmlns:a16="http://schemas.microsoft.com/office/drawing/2014/main" id="{2CA23C93-7D9C-4632-B1EE-289C252A431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2" name="9wq3_5_official_PredictedLigand_18">
            <a:extLst>
              <a:ext uri="{FF2B5EF4-FFF2-40B4-BE49-F238E27FC236}">
                <a16:creationId xmlns:a16="http://schemas.microsoft.com/office/drawing/2014/main" id="{947B9C74-4161-4804-B7FD-FEC5118FA64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3" name="9wq3_5_official_PredictedLigand_19">
            <a:extLst>
              <a:ext uri="{FF2B5EF4-FFF2-40B4-BE49-F238E27FC236}">
                <a16:creationId xmlns:a16="http://schemas.microsoft.com/office/drawing/2014/main" id="{406355F4-4AAC-49CA-B2BB-40E4BB3A6DA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4" name="9wq3_5_official_PredictedLigand_20">
            <a:extLst>
              <a:ext uri="{FF2B5EF4-FFF2-40B4-BE49-F238E27FC236}">
                <a16:creationId xmlns:a16="http://schemas.microsoft.com/office/drawing/2014/main" id="{CD6AC9C1-0766-4CCA-BB76-38B18CA1F19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5" name="9wq3_5_official_PredictedLigand_21">
            <a:extLst>
              <a:ext uri="{FF2B5EF4-FFF2-40B4-BE49-F238E27FC236}">
                <a16:creationId xmlns:a16="http://schemas.microsoft.com/office/drawing/2014/main" id="{FB687279-6FDD-4793-985C-10FAEFD9E11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6" name="9wq3_5_official_PredictedLigand_22">
            <a:extLst>
              <a:ext uri="{FF2B5EF4-FFF2-40B4-BE49-F238E27FC236}">
                <a16:creationId xmlns:a16="http://schemas.microsoft.com/office/drawing/2014/main" id="{FC157051-D5B1-4935-9B5B-8DDA04DBC3F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7" name="9wq3_5_official_PredictedLigand_23">
            <a:extLst>
              <a:ext uri="{FF2B5EF4-FFF2-40B4-BE49-F238E27FC236}">
                <a16:creationId xmlns:a16="http://schemas.microsoft.com/office/drawing/2014/main" id="{9F2F808D-EA53-4D68-90E2-3DB27C5048A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8" name="9wq3_5_official_PredictedLigand_24">
            <a:extLst>
              <a:ext uri="{FF2B5EF4-FFF2-40B4-BE49-F238E27FC236}">
                <a16:creationId xmlns:a16="http://schemas.microsoft.com/office/drawing/2014/main" id="{463292FD-05A1-41C9-81BA-32A778E96F7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9" name="9wq3_5_official_PredictedLigand_25">
            <a:extLst>
              <a:ext uri="{FF2B5EF4-FFF2-40B4-BE49-F238E27FC236}">
                <a16:creationId xmlns:a16="http://schemas.microsoft.com/office/drawing/2014/main" id="{4BB696B0-26E1-4D3F-8D8C-563FA41A41F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0" name="9wq3_5_official_PredictedLigand_26">
            <a:extLst>
              <a:ext uri="{FF2B5EF4-FFF2-40B4-BE49-F238E27FC236}">
                <a16:creationId xmlns:a16="http://schemas.microsoft.com/office/drawing/2014/main" id="{EB6228DD-FA2E-4E64-9D8E-F9A3C0C4B58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1" name="9wq3_5_official_PredictedLigand_27">
            <a:extLst>
              <a:ext uri="{FF2B5EF4-FFF2-40B4-BE49-F238E27FC236}">
                <a16:creationId xmlns:a16="http://schemas.microsoft.com/office/drawing/2014/main" id="{FCAB1FD8-5EF5-43DE-9FB8-CF57D35C13D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2" name="9wq3_5_official_PredictedLigand_28">
            <a:extLst>
              <a:ext uri="{FF2B5EF4-FFF2-40B4-BE49-F238E27FC236}">
                <a16:creationId xmlns:a16="http://schemas.microsoft.com/office/drawing/2014/main" id="{B663333D-1470-4255-974F-AB3551A3158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3" name="9wq3_5_official_PredictedLigand_29">
            <a:extLst>
              <a:ext uri="{FF2B5EF4-FFF2-40B4-BE49-F238E27FC236}">
                <a16:creationId xmlns:a16="http://schemas.microsoft.com/office/drawing/2014/main" id="{3428D208-FBAF-4525-8C28-FC36154034B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4" name="9wq3_5_official_PredictedLigand_30">
            <a:extLst>
              <a:ext uri="{FF2B5EF4-FFF2-40B4-BE49-F238E27FC236}">
                <a16:creationId xmlns:a16="http://schemas.microsoft.com/office/drawing/2014/main" id="{6C2FDD99-17DC-44E5-9102-991EA7E6643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5" name="9wq3_5_official_PredictedLigand_31">
            <a:extLst>
              <a:ext uri="{FF2B5EF4-FFF2-40B4-BE49-F238E27FC236}">
                <a16:creationId xmlns:a16="http://schemas.microsoft.com/office/drawing/2014/main" id="{256A1B11-709F-473C-A326-E18F1CA53B5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6" name="9wq3_5_official_PredictedLigand_32">
            <a:extLst>
              <a:ext uri="{FF2B5EF4-FFF2-40B4-BE49-F238E27FC236}">
                <a16:creationId xmlns:a16="http://schemas.microsoft.com/office/drawing/2014/main" id="{29CA6811-384C-4FB1-9B61-3B0EE4D02E7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7" name="9wq3_5_official_PredictedLigand_33">
            <a:extLst>
              <a:ext uri="{FF2B5EF4-FFF2-40B4-BE49-F238E27FC236}">
                <a16:creationId xmlns:a16="http://schemas.microsoft.com/office/drawing/2014/main" id="{CBED340E-14ED-42B3-B9A6-016CC6B5319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8" name="9wq3_5_official_PredictedLigand_34">
            <a:extLst>
              <a:ext uri="{FF2B5EF4-FFF2-40B4-BE49-F238E27FC236}">
                <a16:creationId xmlns:a16="http://schemas.microsoft.com/office/drawing/2014/main" id="{BA03CE89-0ABB-4C06-9E49-1A71BDFD2C3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9" name="9wq3_5_official_PredictedLigand_35">
            <a:extLst>
              <a:ext uri="{FF2B5EF4-FFF2-40B4-BE49-F238E27FC236}">
                <a16:creationId xmlns:a16="http://schemas.microsoft.com/office/drawing/2014/main" id="{DEFB6A31-939F-4C03-9346-649E2560599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0" name="9wq3_5_official_PredictedLigand_36">
            <a:extLst>
              <a:ext uri="{FF2B5EF4-FFF2-40B4-BE49-F238E27FC236}">
                <a16:creationId xmlns:a16="http://schemas.microsoft.com/office/drawing/2014/main" id="{7CC4E154-2884-4810-AF91-C75ED3A0D51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1" name="9wq3_5_official_PredictedLigand_37">
            <a:extLst>
              <a:ext uri="{FF2B5EF4-FFF2-40B4-BE49-F238E27FC236}">
                <a16:creationId xmlns:a16="http://schemas.microsoft.com/office/drawing/2014/main" id="{E53075E8-E2DC-45A9-AD7B-72509DF4443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2" name="9wq3_5_official_PredictedLigand_38">
            <a:extLst>
              <a:ext uri="{FF2B5EF4-FFF2-40B4-BE49-F238E27FC236}">
                <a16:creationId xmlns:a16="http://schemas.microsoft.com/office/drawing/2014/main" id="{2ABDCEF8-DC64-4CA0-A3ED-4ABF9C1A609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3" name="9wq3_5_official_PredictedLigand_39">
            <a:extLst>
              <a:ext uri="{FF2B5EF4-FFF2-40B4-BE49-F238E27FC236}">
                <a16:creationId xmlns:a16="http://schemas.microsoft.com/office/drawing/2014/main" id="{92D08DB0-B1D7-4DCB-BA71-1290C52EEE6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4" name="9wq3_5_official_PredictedLigand_40">
            <a:extLst>
              <a:ext uri="{FF2B5EF4-FFF2-40B4-BE49-F238E27FC236}">
                <a16:creationId xmlns:a16="http://schemas.microsoft.com/office/drawing/2014/main" id="{06549C14-F33E-4439-AA88-63C83677FDB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5" name="9wq3_5_official_PredictedLigand_41">
            <a:extLst>
              <a:ext uri="{FF2B5EF4-FFF2-40B4-BE49-F238E27FC236}">
                <a16:creationId xmlns:a16="http://schemas.microsoft.com/office/drawing/2014/main" id="{95AA799D-A0D4-459D-A95C-EFD561D2657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6" name="9wq3_5_official_PredictedLigand_42">
            <a:extLst>
              <a:ext uri="{FF2B5EF4-FFF2-40B4-BE49-F238E27FC236}">
                <a16:creationId xmlns:a16="http://schemas.microsoft.com/office/drawing/2014/main" id="{2182F5D5-D5D9-4D36-9742-A00EBAE06E8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7" name="9wq3_5_official_PredictedLigand_43">
            <a:extLst>
              <a:ext uri="{FF2B5EF4-FFF2-40B4-BE49-F238E27FC236}">
                <a16:creationId xmlns:a16="http://schemas.microsoft.com/office/drawing/2014/main" id="{70759280-71BA-46D5-936F-4642482A107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8" name="9wq3_5_official_PredictedLigand_44">
            <a:extLst>
              <a:ext uri="{FF2B5EF4-FFF2-40B4-BE49-F238E27FC236}">
                <a16:creationId xmlns:a16="http://schemas.microsoft.com/office/drawing/2014/main" id="{BCCE58C2-6463-4244-B0FC-D92422B9C9F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9" name="9wq3_5_official_PredictedLigand_45">
            <a:extLst>
              <a:ext uri="{FF2B5EF4-FFF2-40B4-BE49-F238E27FC236}">
                <a16:creationId xmlns:a16="http://schemas.microsoft.com/office/drawing/2014/main" id="{5CD87199-2B56-4330-8DAB-A9E0034DC52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0" name="9wq3_5_official_PredictedLigand_46">
            <a:extLst>
              <a:ext uri="{FF2B5EF4-FFF2-40B4-BE49-F238E27FC236}">
                <a16:creationId xmlns:a16="http://schemas.microsoft.com/office/drawing/2014/main" id="{C3A418F5-E504-4167-98E4-088344C1111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1" name="9wq3_5_official_PredictedLigand_47">
            <a:extLst>
              <a:ext uri="{FF2B5EF4-FFF2-40B4-BE49-F238E27FC236}">
                <a16:creationId xmlns:a16="http://schemas.microsoft.com/office/drawing/2014/main" id="{171FBD1F-BD65-4B09-9C74-7BF1FC706C0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2" name="9wq3_5_official_PredictedLigand_48">
            <a:extLst>
              <a:ext uri="{FF2B5EF4-FFF2-40B4-BE49-F238E27FC236}">
                <a16:creationId xmlns:a16="http://schemas.microsoft.com/office/drawing/2014/main" id="{3AC4A81E-9BF8-43B6-9E6F-AD1AE2F4FC7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3" name="9wq3_5_official_PredictedAtoms_0">
            <a:extLst>
              <a:ext uri="{FF2B5EF4-FFF2-40B4-BE49-F238E27FC236}">
                <a16:creationId xmlns:a16="http://schemas.microsoft.com/office/drawing/2014/main" id="{81EBE3FC-5906-4057-AC9A-92189EE1C5DF}"/>
              </a:ext>
            </a:extLst>
          </p:cNvPr>
          <p:cNvSpPr>
            <a:spLocks noGrp="1"/>
          </p:cNvSpPr>
          <p:nvPr/>
        </p:nvSpPr>
        <p:spPr>
          <a:xfrm>
            <a:off x="1866229" y="102592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4" name="9wq3_5_official_PredictedAtoms_1">
            <a:extLst>
              <a:ext uri="{FF2B5EF4-FFF2-40B4-BE49-F238E27FC236}">
                <a16:creationId xmlns:a16="http://schemas.microsoft.com/office/drawing/2014/main" id="{E86AB033-C097-49E6-9894-180DB899A79E}"/>
              </a:ext>
            </a:extLst>
          </p:cNvPr>
          <p:cNvSpPr>
            <a:spLocks noGrp="1"/>
          </p:cNvSpPr>
          <p:nvPr/>
        </p:nvSpPr>
        <p:spPr>
          <a:xfrm>
            <a:off x="1760957" y="103800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5" name="9wq3_5_official_PredictedAtoms_2">
            <a:extLst>
              <a:ext uri="{FF2B5EF4-FFF2-40B4-BE49-F238E27FC236}">
                <a16:creationId xmlns:a16="http://schemas.microsoft.com/office/drawing/2014/main" id="{816841F4-2D3D-4D51-A11C-D8FB236AF548}"/>
              </a:ext>
            </a:extLst>
          </p:cNvPr>
          <p:cNvSpPr>
            <a:spLocks noGrp="1"/>
          </p:cNvSpPr>
          <p:nvPr/>
        </p:nvSpPr>
        <p:spPr>
          <a:xfrm>
            <a:off x="1587983" y="103277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6" name="9wq3_5_official_PredictedAtoms_3">
            <a:extLst>
              <a:ext uri="{FF2B5EF4-FFF2-40B4-BE49-F238E27FC236}">
                <a16:creationId xmlns:a16="http://schemas.microsoft.com/office/drawing/2014/main" id="{A96508BA-5230-4AC4-996E-C92ED5F914A3}"/>
              </a:ext>
            </a:extLst>
          </p:cNvPr>
          <p:cNvSpPr>
            <a:spLocks noGrp="1"/>
          </p:cNvSpPr>
          <p:nvPr/>
        </p:nvSpPr>
        <p:spPr>
          <a:xfrm>
            <a:off x="1453080" y="104412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7" name="9wq3_5_official_PredictedAtoms_4">
            <a:extLst>
              <a:ext uri="{FF2B5EF4-FFF2-40B4-BE49-F238E27FC236}">
                <a16:creationId xmlns:a16="http://schemas.microsoft.com/office/drawing/2014/main" id="{8B5F7FE2-46B8-41AF-BB41-5F6F7B44C4AA}"/>
              </a:ext>
            </a:extLst>
          </p:cNvPr>
          <p:cNvSpPr>
            <a:spLocks noGrp="1"/>
          </p:cNvSpPr>
          <p:nvPr/>
        </p:nvSpPr>
        <p:spPr>
          <a:xfrm>
            <a:off x="1413093" y="10496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8" name="9wq3_5_official_PredictedAtoms_5">
            <a:extLst>
              <a:ext uri="{FF2B5EF4-FFF2-40B4-BE49-F238E27FC236}">
                <a16:creationId xmlns:a16="http://schemas.microsoft.com/office/drawing/2014/main" id="{04B700EC-8917-47DE-A47D-1F0BEED51E12}"/>
              </a:ext>
            </a:extLst>
          </p:cNvPr>
          <p:cNvSpPr>
            <a:spLocks noGrp="1"/>
          </p:cNvSpPr>
          <p:nvPr/>
        </p:nvSpPr>
        <p:spPr>
          <a:xfrm>
            <a:off x="1263087" y="105663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9" name="9wq3_5_official_PredictedAtoms_6">
            <a:extLst>
              <a:ext uri="{FF2B5EF4-FFF2-40B4-BE49-F238E27FC236}">
                <a16:creationId xmlns:a16="http://schemas.microsoft.com/office/drawing/2014/main" id="{160644A1-8D6D-4111-A8E2-B552E46CA7B4}"/>
              </a:ext>
            </a:extLst>
          </p:cNvPr>
          <p:cNvSpPr>
            <a:spLocks noGrp="1"/>
          </p:cNvSpPr>
          <p:nvPr/>
        </p:nvSpPr>
        <p:spPr>
          <a:xfrm>
            <a:off x="1207486" y="105657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0" name="9wq3_5_official_PredictedAtoms_7">
            <a:extLst>
              <a:ext uri="{FF2B5EF4-FFF2-40B4-BE49-F238E27FC236}">
                <a16:creationId xmlns:a16="http://schemas.microsoft.com/office/drawing/2014/main" id="{D5893194-5D28-483B-99AD-AF2BDA7C2C61}"/>
              </a:ext>
            </a:extLst>
          </p:cNvPr>
          <p:cNvSpPr>
            <a:spLocks noGrp="1"/>
          </p:cNvSpPr>
          <p:nvPr/>
        </p:nvSpPr>
        <p:spPr>
          <a:xfrm>
            <a:off x="1063186" y="106144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1" name="9wq3_5_official_PredictedAtoms_8">
            <a:extLst>
              <a:ext uri="{FF2B5EF4-FFF2-40B4-BE49-F238E27FC236}">
                <a16:creationId xmlns:a16="http://schemas.microsoft.com/office/drawing/2014/main" id="{DE150560-4DB1-472C-873E-E5353F744826}"/>
              </a:ext>
            </a:extLst>
          </p:cNvPr>
          <p:cNvSpPr>
            <a:spLocks noGrp="1"/>
          </p:cNvSpPr>
          <p:nvPr/>
        </p:nvSpPr>
        <p:spPr>
          <a:xfrm>
            <a:off x="927950" y="106595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2" name="9wq3_5_official_PredictedAtoms_9">
            <a:extLst>
              <a:ext uri="{FF2B5EF4-FFF2-40B4-BE49-F238E27FC236}">
                <a16:creationId xmlns:a16="http://schemas.microsoft.com/office/drawing/2014/main" id="{38C3F548-202E-4CF5-A349-527C4C4C9C4B}"/>
              </a:ext>
            </a:extLst>
          </p:cNvPr>
          <p:cNvSpPr>
            <a:spLocks noGrp="1"/>
          </p:cNvSpPr>
          <p:nvPr/>
        </p:nvSpPr>
        <p:spPr>
          <a:xfrm>
            <a:off x="1058354" y="106133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3" name="9wq3_5_official_PredictedAtoms_10">
            <a:extLst>
              <a:ext uri="{FF2B5EF4-FFF2-40B4-BE49-F238E27FC236}">
                <a16:creationId xmlns:a16="http://schemas.microsoft.com/office/drawing/2014/main" id="{35C0696A-745B-4E37-AD14-027CB38FE8F9}"/>
              </a:ext>
            </a:extLst>
          </p:cNvPr>
          <p:cNvSpPr>
            <a:spLocks noGrp="1"/>
          </p:cNvSpPr>
          <p:nvPr/>
        </p:nvSpPr>
        <p:spPr>
          <a:xfrm>
            <a:off x="1188211" y="105591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4" name="9wq3_5_official_PredictedAtoms_11">
            <a:extLst>
              <a:ext uri="{FF2B5EF4-FFF2-40B4-BE49-F238E27FC236}">
                <a16:creationId xmlns:a16="http://schemas.microsoft.com/office/drawing/2014/main" id="{EB06F909-97B3-4691-AABA-48C438ECD823}"/>
              </a:ext>
            </a:extLst>
          </p:cNvPr>
          <p:cNvSpPr>
            <a:spLocks noGrp="1"/>
          </p:cNvSpPr>
          <p:nvPr/>
        </p:nvSpPr>
        <p:spPr>
          <a:xfrm>
            <a:off x="1324221" y="104995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5" name="9wq3_5_official_PredictedAtoms_12">
            <a:extLst>
              <a:ext uri="{FF2B5EF4-FFF2-40B4-BE49-F238E27FC236}">
                <a16:creationId xmlns:a16="http://schemas.microsoft.com/office/drawing/2014/main" id="{1AA5F83C-64C4-4A6C-A9F5-534D37814965}"/>
              </a:ext>
            </a:extLst>
          </p:cNvPr>
          <p:cNvSpPr>
            <a:spLocks noGrp="1"/>
          </p:cNvSpPr>
          <p:nvPr/>
        </p:nvSpPr>
        <p:spPr>
          <a:xfrm>
            <a:off x="1333753" y="104989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6" name="9wq3_5_official_PredictedAtoms_13">
            <a:extLst>
              <a:ext uri="{FF2B5EF4-FFF2-40B4-BE49-F238E27FC236}">
                <a16:creationId xmlns:a16="http://schemas.microsoft.com/office/drawing/2014/main" id="{DCE63AEE-A1B2-4C2F-8C71-5E1DA3AA7F0E}"/>
              </a:ext>
            </a:extLst>
          </p:cNvPr>
          <p:cNvSpPr>
            <a:spLocks noGrp="1"/>
          </p:cNvSpPr>
          <p:nvPr/>
        </p:nvSpPr>
        <p:spPr>
          <a:xfrm>
            <a:off x="1587981" y="102665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7" name="9wq3_5_official_PredictedAtoms_14">
            <a:extLst>
              <a:ext uri="{FF2B5EF4-FFF2-40B4-BE49-F238E27FC236}">
                <a16:creationId xmlns:a16="http://schemas.microsoft.com/office/drawing/2014/main" id="{8C396464-6BFD-4FE1-BFA2-96B44B1CC08E}"/>
              </a:ext>
            </a:extLst>
          </p:cNvPr>
          <p:cNvSpPr>
            <a:spLocks noGrp="1"/>
          </p:cNvSpPr>
          <p:nvPr/>
        </p:nvSpPr>
        <p:spPr>
          <a:xfrm>
            <a:off x="1740614" y="102823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8" name="9wq3_5_official_PredictedAtoms_15">
            <a:extLst>
              <a:ext uri="{FF2B5EF4-FFF2-40B4-BE49-F238E27FC236}">
                <a16:creationId xmlns:a16="http://schemas.microsoft.com/office/drawing/2014/main" id="{DBB60F49-C2CC-4B42-A3D8-DE9C3C27FF92}"/>
              </a:ext>
            </a:extLst>
          </p:cNvPr>
          <p:cNvSpPr>
            <a:spLocks noGrp="1"/>
          </p:cNvSpPr>
          <p:nvPr/>
        </p:nvSpPr>
        <p:spPr>
          <a:xfrm>
            <a:off x="1742927" y="103290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9" name="9wq3_5_official_PredictedAtoms_16">
            <a:extLst>
              <a:ext uri="{FF2B5EF4-FFF2-40B4-BE49-F238E27FC236}">
                <a16:creationId xmlns:a16="http://schemas.microsoft.com/office/drawing/2014/main" id="{664062A8-6832-45A3-92FC-651329C4E292}"/>
              </a:ext>
            </a:extLst>
          </p:cNvPr>
          <p:cNvSpPr>
            <a:spLocks noGrp="1"/>
          </p:cNvSpPr>
          <p:nvPr/>
        </p:nvSpPr>
        <p:spPr>
          <a:xfrm>
            <a:off x="1775452" y="104782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0" name="9wq3_5_official_PredictedAtoms_17">
            <a:extLst>
              <a:ext uri="{FF2B5EF4-FFF2-40B4-BE49-F238E27FC236}">
                <a16:creationId xmlns:a16="http://schemas.microsoft.com/office/drawing/2014/main" id="{1E1972F7-1A62-479B-B0E6-07CB6DDF11E2}"/>
              </a:ext>
            </a:extLst>
          </p:cNvPr>
          <p:cNvSpPr>
            <a:spLocks noGrp="1"/>
          </p:cNvSpPr>
          <p:nvPr/>
        </p:nvSpPr>
        <p:spPr>
          <a:xfrm>
            <a:off x="1695177" y="105916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1" name="9wq3_5_official_PredictedAtoms_18">
            <a:extLst>
              <a:ext uri="{FF2B5EF4-FFF2-40B4-BE49-F238E27FC236}">
                <a16:creationId xmlns:a16="http://schemas.microsoft.com/office/drawing/2014/main" id="{56778473-63EB-4F22-A7CA-066DC476B95D}"/>
              </a:ext>
            </a:extLst>
          </p:cNvPr>
          <p:cNvSpPr>
            <a:spLocks noGrp="1"/>
          </p:cNvSpPr>
          <p:nvPr/>
        </p:nvSpPr>
        <p:spPr>
          <a:xfrm>
            <a:off x="1777866" y="10575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2" name="9wq3_5_official_PredictedAtoms_19">
            <a:extLst>
              <a:ext uri="{FF2B5EF4-FFF2-40B4-BE49-F238E27FC236}">
                <a16:creationId xmlns:a16="http://schemas.microsoft.com/office/drawing/2014/main" id="{A1FFE90C-079E-4569-B7B4-2141C2138E6B}"/>
              </a:ext>
            </a:extLst>
          </p:cNvPr>
          <p:cNvSpPr>
            <a:spLocks noGrp="1"/>
          </p:cNvSpPr>
          <p:nvPr/>
        </p:nvSpPr>
        <p:spPr>
          <a:xfrm>
            <a:off x="1515507" y="105479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3" name="9wq3_5_official_PredictedAtoms_20">
            <a:extLst>
              <a:ext uri="{FF2B5EF4-FFF2-40B4-BE49-F238E27FC236}">
                <a16:creationId xmlns:a16="http://schemas.microsoft.com/office/drawing/2014/main" id="{C2C82ABB-3760-465B-BA2C-8DB20E5767C2}"/>
              </a:ext>
            </a:extLst>
          </p:cNvPr>
          <p:cNvSpPr>
            <a:spLocks noGrp="1"/>
          </p:cNvSpPr>
          <p:nvPr/>
        </p:nvSpPr>
        <p:spPr>
          <a:xfrm>
            <a:off x="1700683" y="107742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4" name="9wq3_5_official_PredictedAtoms_21">
            <a:extLst>
              <a:ext uri="{FF2B5EF4-FFF2-40B4-BE49-F238E27FC236}">
                <a16:creationId xmlns:a16="http://schemas.microsoft.com/office/drawing/2014/main" id="{2C3C85DD-325B-4473-8D96-F2DB9D7C90FD}"/>
              </a:ext>
            </a:extLst>
          </p:cNvPr>
          <p:cNvSpPr>
            <a:spLocks noGrp="1"/>
          </p:cNvSpPr>
          <p:nvPr/>
        </p:nvSpPr>
        <p:spPr>
          <a:xfrm>
            <a:off x="1843488" y="10823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5" name="9wq3_5_official_PredictedAtoms_22">
            <a:extLst>
              <a:ext uri="{FF2B5EF4-FFF2-40B4-BE49-F238E27FC236}">
                <a16:creationId xmlns:a16="http://schemas.microsoft.com/office/drawing/2014/main" id="{32F36755-CAE5-4340-BB06-5052BCFE7E77}"/>
              </a:ext>
            </a:extLst>
          </p:cNvPr>
          <p:cNvSpPr>
            <a:spLocks noGrp="1"/>
          </p:cNvSpPr>
          <p:nvPr/>
        </p:nvSpPr>
        <p:spPr>
          <a:xfrm>
            <a:off x="1869743" y="10967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6" name="9wq3_5_official_PredictedAtoms_23">
            <a:extLst>
              <a:ext uri="{FF2B5EF4-FFF2-40B4-BE49-F238E27FC236}">
                <a16:creationId xmlns:a16="http://schemas.microsoft.com/office/drawing/2014/main" id="{6A736AE7-F884-46C5-A19D-2FB82A53A90C}"/>
              </a:ext>
            </a:extLst>
          </p:cNvPr>
          <p:cNvSpPr>
            <a:spLocks noGrp="1"/>
          </p:cNvSpPr>
          <p:nvPr/>
        </p:nvSpPr>
        <p:spPr>
          <a:xfrm>
            <a:off x="1797922" y="109723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7" name="9wq3_5_official_PredictedAtoms_24">
            <a:extLst>
              <a:ext uri="{FF2B5EF4-FFF2-40B4-BE49-F238E27FC236}">
                <a16:creationId xmlns:a16="http://schemas.microsoft.com/office/drawing/2014/main" id="{B9F1B2A2-9C13-4ECE-9677-9A52D1978D86}"/>
              </a:ext>
            </a:extLst>
          </p:cNvPr>
          <p:cNvSpPr>
            <a:spLocks noGrp="1"/>
          </p:cNvSpPr>
          <p:nvPr/>
        </p:nvSpPr>
        <p:spPr>
          <a:xfrm>
            <a:off x="1870530" y="109591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8" name="9wq3_5_official_PredictedAtoms_25">
            <a:extLst>
              <a:ext uri="{FF2B5EF4-FFF2-40B4-BE49-F238E27FC236}">
                <a16:creationId xmlns:a16="http://schemas.microsoft.com/office/drawing/2014/main" id="{833AC016-BB86-4DB7-A5AB-4E743E9312D1}"/>
              </a:ext>
            </a:extLst>
          </p:cNvPr>
          <p:cNvSpPr>
            <a:spLocks noGrp="1"/>
          </p:cNvSpPr>
          <p:nvPr/>
        </p:nvSpPr>
        <p:spPr>
          <a:xfrm>
            <a:off x="1760159" y="109889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9" name="9wq3_5_official_PredictedAtoms_26">
            <a:extLst>
              <a:ext uri="{FF2B5EF4-FFF2-40B4-BE49-F238E27FC236}">
                <a16:creationId xmlns:a16="http://schemas.microsoft.com/office/drawing/2014/main" id="{BAD3C82C-0CC8-4B8F-B818-75E6A9529392}"/>
              </a:ext>
            </a:extLst>
          </p:cNvPr>
          <p:cNvSpPr>
            <a:spLocks noGrp="1"/>
          </p:cNvSpPr>
          <p:nvPr/>
        </p:nvSpPr>
        <p:spPr>
          <a:xfrm>
            <a:off x="1613566" y="110228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0" name="9wq3_5_official_PredictedAtoms_31">
            <a:extLst>
              <a:ext uri="{FF2B5EF4-FFF2-40B4-BE49-F238E27FC236}">
                <a16:creationId xmlns:a16="http://schemas.microsoft.com/office/drawing/2014/main" id="{BAD027A2-DCE1-4EA8-9A27-48696D029216}"/>
              </a:ext>
            </a:extLst>
          </p:cNvPr>
          <p:cNvSpPr>
            <a:spLocks noGrp="1"/>
          </p:cNvSpPr>
          <p:nvPr/>
        </p:nvSpPr>
        <p:spPr>
          <a:xfrm>
            <a:off x="1240457" y="110404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1" name="9wq3_5_official_PredictedAtoms_32">
            <a:extLst>
              <a:ext uri="{FF2B5EF4-FFF2-40B4-BE49-F238E27FC236}">
                <a16:creationId xmlns:a16="http://schemas.microsoft.com/office/drawing/2014/main" id="{17639974-17AF-473C-B880-DCE1F4B9FF71}"/>
              </a:ext>
            </a:extLst>
          </p:cNvPr>
          <p:cNvSpPr>
            <a:spLocks noGrp="1"/>
          </p:cNvSpPr>
          <p:nvPr/>
        </p:nvSpPr>
        <p:spPr>
          <a:xfrm>
            <a:off x="1514455" y="110023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2" name="9wq3_5_official_PredictedAtoms_33">
            <a:extLst>
              <a:ext uri="{FF2B5EF4-FFF2-40B4-BE49-F238E27FC236}">
                <a16:creationId xmlns:a16="http://schemas.microsoft.com/office/drawing/2014/main" id="{10B9CCB0-3ADC-42C0-B56B-D1736988C529}"/>
              </a:ext>
            </a:extLst>
          </p:cNvPr>
          <p:cNvSpPr>
            <a:spLocks noGrp="1"/>
          </p:cNvSpPr>
          <p:nvPr/>
        </p:nvSpPr>
        <p:spPr>
          <a:xfrm>
            <a:off x="1637418" y="109975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3" name="9wq3_5_official_PredictedAtoms_34">
            <a:extLst>
              <a:ext uri="{FF2B5EF4-FFF2-40B4-BE49-F238E27FC236}">
                <a16:creationId xmlns:a16="http://schemas.microsoft.com/office/drawing/2014/main" id="{46A99F6D-7505-4BC3-8FBC-300581BE2B1D}"/>
              </a:ext>
            </a:extLst>
          </p:cNvPr>
          <p:cNvSpPr>
            <a:spLocks noGrp="1"/>
          </p:cNvSpPr>
          <p:nvPr/>
        </p:nvSpPr>
        <p:spPr>
          <a:xfrm>
            <a:off x="2040103" y="10992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4" name="9wq3_5_official_PredictedAtoms_35">
            <a:extLst>
              <a:ext uri="{FF2B5EF4-FFF2-40B4-BE49-F238E27FC236}">
                <a16:creationId xmlns:a16="http://schemas.microsoft.com/office/drawing/2014/main" id="{E80A3B24-B939-4E4D-BED2-7708DE970B8F}"/>
              </a:ext>
            </a:extLst>
          </p:cNvPr>
          <p:cNvSpPr>
            <a:spLocks noGrp="1"/>
          </p:cNvSpPr>
          <p:nvPr/>
        </p:nvSpPr>
        <p:spPr>
          <a:xfrm>
            <a:off x="2126509" y="10882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5" name="9wq3_5_official_PredictedAtoms_36">
            <a:extLst>
              <a:ext uri="{FF2B5EF4-FFF2-40B4-BE49-F238E27FC236}">
                <a16:creationId xmlns:a16="http://schemas.microsoft.com/office/drawing/2014/main" id="{6483853E-765E-4D96-8A0E-30B0459753A6}"/>
              </a:ext>
            </a:extLst>
          </p:cNvPr>
          <p:cNvSpPr>
            <a:spLocks noGrp="1"/>
          </p:cNvSpPr>
          <p:nvPr/>
        </p:nvSpPr>
        <p:spPr>
          <a:xfrm>
            <a:off x="2225097" y="10770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6" name="9wq3_5_official_PredictedAtoms_37">
            <a:extLst>
              <a:ext uri="{FF2B5EF4-FFF2-40B4-BE49-F238E27FC236}">
                <a16:creationId xmlns:a16="http://schemas.microsoft.com/office/drawing/2014/main" id="{554410ED-54F0-475A-885A-9B3591E35198}"/>
              </a:ext>
            </a:extLst>
          </p:cNvPr>
          <p:cNvSpPr>
            <a:spLocks noGrp="1"/>
          </p:cNvSpPr>
          <p:nvPr/>
        </p:nvSpPr>
        <p:spPr>
          <a:xfrm>
            <a:off x="2145153" y="107264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7" name="9wq3_5_official_PredictedAtoms_38">
            <a:extLst>
              <a:ext uri="{FF2B5EF4-FFF2-40B4-BE49-F238E27FC236}">
                <a16:creationId xmlns:a16="http://schemas.microsoft.com/office/drawing/2014/main" id="{C0F0BF21-DE17-45CC-9DA0-FE3A541BD1EF}"/>
              </a:ext>
            </a:extLst>
          </p:cNvPr>
          <p:cNvSpPr>
            <a:spLocks noGrp="1"/>
          </p:cNvSpPr>
          <p:nvPr/>
        </p:nvSpPr>
        <p:spPr>
          <a:xfrm>
            <a:off x="2136644" y="105511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8" name="9wq3_5_official_PredictedAtoms_39">
            <a:extLst>
              <a:ext uri="{FF2B5EF4-FFF2-40B4-BE49-F238E27FC236}">
                <a16:creationId xmlns:a16="http://schemas.microsoft.com/office/drawing/2014/main" id="{0CC2D4BE-1095-4EBE-BBDD-EA65B027CAD8}"/>
              </a:ext>
            </a:extLst>
          </p:cNvPr>
          <p:cNvSpPr>
            <a:spLocks noGrp="1"/>
          </p:cNvSpPr>
          <p:nvPr/>
        </p:nvSpPr>
        <p:spPr>
          <a:xfrm>
            <a:off x="2111430" y="105657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9" name="9wq3_5_official_PredictedAtoms_40">
            <a:extLst>
              <a:ext uri="{FF2B5EF4-FFF2-40B4-BE49-F238E27FC236}">
                <a16:creationId xmlns:a16="http://schemas.microsoft.com/office/drawing/2014/main" id="{11857754-04DD-4A8D-A491-C747D798AF29}"/>
              </a:ext>
            </a:extLst>
          </p:cNvPr>
          <p:cNvSpPr>
            <a:spLocks noGrp="1"/>
          </p:cNvSpPr>
          <p:nvPr/>
        </p:nvSpPr>
        <p:spPr>
          <a:xfrm>
            <a:off x="2298650" y="104690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0" name="9wq3_5_official_PredictedAtoms_41">
            <a:extLst>
              <a:ext uri="{FF2B5EF4-FFF2-40B4-BE49-F238E27FC236}">
                <a16:creationId xmlns:a16="http://schemas.microsoft.com/office/drawing/2014/main" id="{BF3DE4E3-1B04-4D7D-91F2-A0095CB0F03E}"/>
              </a:ext>
            </a:extLst>
          </p:cNvPr>
          <p:cNvSpPr>
            <a:spLocks noGrp="1"/>
          </p:cNvSpPr>
          <p:nvPr/>
        </p:nvSpPr>
        <p:spPr>
          <a:xfrm>
            <a:off x="1992635" y="10435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1" name="9wq3_5_official_PredictedAtoms_42">
            <a:extLst>
              <a:ext uri="{FF2B5EF4-FFF2-40B4-BE49-F238E27FC236}">
                <a16:creationId xmlns:a16="http://schemas.microsoft.com/office/drawing/2014/main" id="{19BEC9FF-1D18-44F3-8DAC-6BDBCDACE961}"/>
              </a:ext>
            </a:extLst>
          </p:cNvPr>
          <p:cNvSpPr>
            <a:spLocks noGrp="1"/>
          </p:cNvSpPr>
          <p:nvPr/>
        </p:nvSpPr>
        <p:spPr>
          <a:xfrm>
            <a:off x="1832924" y="10404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2" name="9wq3_5_official_PredictedAtoms_43">
            <a:extLst>
              <a:ext uri="{FF2B5EF4-FFF2-40B4-BE49-F238E27FC236}">
                <a16:creationId xmlns:a16="http://schemas.microsoft.com/office/drawing/2014/main" id="{3F630BDA-1BFF-4C12-938D-130B93CB47FB}"/>
              </a:ext>
            </a:extLst>
          </p:cNvPr>
          <p:cNvSpPr>
            <a:spLocks noGrp="1"/>
          </p:cNvSpPr>
          <p:nvPr/>
        </p:nvSpPr>
        <p:spPr>
          <a:xfrm>
            <a:off x="2002461" y="107936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3" name="9wq3_5_official_PredictedAtoms_44">
            <a:extLst>
              <a:ext uri="{FF2B5EF4-FFF2-40B4-BE49-F238E27FC236}">
                <a16:creationId xmlns:a16="http://schemas.microsoft.com/office/drawing/2014/main" id="{B73725AA-BFBC-435E-A8A7-D1BDF9AE389E}"/>
              </a:ext>
            </a:extLst>
          </p:cNvPr>
          <p:cNvSpPr>
            <a:spLocks noGrp="1"/>
          </p:cNvSpPr>
          <p:nvPr/>
        </p:nvSpPr>
        <p:spPr>
          <a:xfrm>
            <a:off x="2010278" y="10833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4" name="stage3-cases-main_52">
            <a:extLst>
              <a:ext uri="{FF2B5EF4-FFF2-40B4-BE49-F238E27FC236}">
                <a16:creationId xmlns:a16="http://schemas.microsoft.com/office/drawing/2014/main" id="{B1F4880E-6520-4302-B67C-621397D8EB48}"/>
              </a:ext>
            </a:extLst>
          </p:cNvPr>
          <p:cNvSpPr>
            <a:spLocks noGrp="1"/>
          </p:cNvSpPr>
          <p:nvPr/>
        </p:nvSpPr>
        <p:spPr>
          <a:xfrm>
            <a:off x="2286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2045" name="9wq3_5_tuned_Receptor">
            <a:extLst>
              <a:ext uri="{FF2B5EF4-FFF2-40B4-BE49-F238E27FC236}">
                <a16:creationId xmlns:a16="http://schemas.microsoft.com/office/drawing/2014/main" id="{26E60827-C150-42FC-86C6-0B4B8E2EBCC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46" name="9wq3_5_tuned_ExperimentalDensity">
            <a:extLst>
              <a:ext uri="{FF2B5EF4-FFF2-40B4-BE49-F238E27FC236}">
                <a16:creationId xmlns:a16="http://schemas.microsoft.com/office/drawing/2014/main" id="{AE94E8BC-0C99-42E2-A241-55077856F0F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47" name="9wq3_5_tuned_ReferenceLigand_0">
            <a:extLst>
              <a:ext uri="{FF2B5EF4-FFF2-40B4-BE49-F238E27FC236}">
                <a16:creationId xmlns:a16="http://schemas.microsoft.com/office/drawing/2014/main" id="{BC41A1BE-56F1-44C4-9D35-49929B542F9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8" name="9wq3_5_tuned_ReferenceLigand_1">
            <a:extLst>
              <a:ext uri="{FF2B5EF4-FFF2-40B4-BE49-F238E27FC236}">
                <a16:creationId xmlns:a16="http://schemas.microsoft.com/office/drawing/2014/main" id="{987BAE4D-8B7E-4DA6-9DED-7A497EF2936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9" name="9wq3_5_tuned_ReferenceLigand_2">
            <a:extLst>
              <a:ext uri="{FF2B5EF4-FFF2-40B4-BE49-F238E27FC236}">
                <a16:creationId xmlns:a16="http://schemas.microsoft.com/office/drawing/2014/main" id="{4F5F3D89-D3CD-4DA5-B92F-E285899A6A1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0" name="9wq3_5_tuned_ReferenceLigand_3">
            <a:extLst>
              <a:ext uri="{FF2B5EF4-FFF2-40B4-BE49-F238E27FC236}">
                <a16:creationId xmlns:a16="http://schemas.microsoft.com/office/drawing/2014/main" id="{6935B149-A933-42C9-AB86-50E2678B755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1" name="9wq3_5_tuned_ReferenceLigand_4">
            <a:extLst>
              <a:ext uri="{FF2B5EF4-FFF2-40B4-BE49-F238E27FC236}">
                <a16:creationId xmlns:a16="http://schemas.microsoft.com/office/drawing/2014/main" id="{0B81A99F-595B-4046-82E2-1CB55356B1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2" name="9wq3_5_tuned_ReferenceLigand_5">
            <a:extLst>
              <a:ext uri="{FF2B5EF4-FFF2-40B4-BE49-F238E27FC236}">
                <a16:creationId xmlns:a16="http://schemas.microsoft.com/office/drawing/2014/main" id="{76C48C4B-1117-4626-970F-36B79F1FFC2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3" name="9wq3_5_tuned_ReferenceLigand_6">
            <a:extLst>
              <a:ext uri="{FF2B5EF4-FFF2-40B4-BE49-F238E27FC236}">
                <a16:creationId xmlns:a16="http://schemas.microsoft.com/office/drawing/2014/main" id="{DCE3F81B-A2F9-443A-A9D5-D33FC70E0AF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4" name="9wq3_5_tuned_ReferenceLigand_7">
            <a:extLst>
              <a:ext uri="{FF2B5EF4-FFF2-40B4-BE49-F238E27FC236}">
                <a16:creationId xmlns:a16="http://schemas.microsoft.com/office/drawing/2014/main" id="{E073728C-C0FA-48DC-BCF6-C176B10414A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5" name="9wq3_5_tuned_ReferenceLigand_8">
            <a:extLst>
              <a:ext uri="{FF2B5EF4-FFF2-40B4-BE49-F238E27FC236}">
                <a16:creationId xmlns:a16="http://schemas.microsoft.com/office/drawing/2014/main" id="{331F4469-D726-4256-8E76-C4932B66B74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6" name="9wq3_5_tuned_ReferenceLigand_9">
            <a:extLst>
              <a:ext uri="{FF2B5EF4-FFF2-40B4-BE49-F238E27FC236}">
                <a16:creationId xmlns:a16="http://schemas.microsoft.com/office/drawing/2014/main" id="{D821A1AE-B01A-4EDC-9D71-4C6A3C80064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7" name="9wq3_5_tuned_ReferenceLigand_10">
            <a:extLst>
              <a:ext uri="{FF2B5EF4-FFF2-40B4-BE49-F238E27FC236}">
                <a16:creationId xmlns:a16="http://schemas.microsoft.com/office/drawing/2014/main" id="{578E7FE0-DD19-4FEF-8A36-2C297512177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8" name="9wq3_5_tuned_ReferenceLigand_11">
            <a:extLst>
              <a:ext uri="{FF2B5EF4-FFF2-40B4-BE49-F238E27FC236}">
                <a16:creationId xmlns:a16="http://schemas.microsoft.com/office/drawing/2014/main" id="{E9300573-782E-420A-AB03-F41F3753BB1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9" name="9wq3_5_tuned_ReferenceLigand_12">
            <a:extLst>
              <a:ext uri="{FF2B5EF4-FFF2-40B4-BE49-F238E27FC236}">
                <a16:creationId xmlns:a16="http://schemas.microsoft.com/office/drawing/2014/main" id="{F2B7E9C6-7252-42F2-B82E-1624D0DE881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0" name="9wq3_5_tuned_ReferenceLigand_13">
            <a:extLst>
              <a:ext uri="{FF2B5EF4-FFF2-40B4-BE49-F238E27FC236}">
                <a16:creationId xmlns:a16="http://schemas.microsoft.com/office/drawing/2014/main" id="{AC3461A1-DB09-4A33-9B9D-6C62AF8F31B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1" name="9wq3_5_tuned_ReferenceLigand_14">
            <a:extLst>
              <a:ext uri="{FF2B5EF4-FFF2-40B4-BE49-F238E27FC236}">
                <a16:creationId xmlns:a16="http://schemas.microsoft.com/office/drawing/2014/main" id="{42B2DA70-542A-4024-BAE6-B8C24041C3D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2" name="9wq3_5_tuned_ReferenceLigand_15">
            <a:extLst>
              <a:ext uri="{FF2B5EF4-FFF2-40B4-BE49-F238E27FC236}">
                <a16:creationId xmlns:a16="http://schemas.microsoft.com/office/drawing/2014/main" id="{15D2A012-AD7D-45E0-8F39-2B9EDE1508E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3" name="9wq3_5_tuned_ReferenceLigand_16">
            <a:extLst>
              <a:ext uri="{FF2B5EF4-FFF2-40B4-BE49-F238E27FC236}">
                <a16:creationId xmlns:a16="http://schemas.microsoft.com/office/drawing/2014/main" id="{D09BC31D-41BE-4717-A2E6-887F42183E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4" name="9wq3_5_tuned_ReferenceLigand_17">
            <a:extLst>
              <a:ext uri="{FF2B5EF4-FFF2-40B4-BE49-F238E27FC236}">
                <a16:creationId xmlns:a16="http://schemas.microsoft.com/office/drawing/2014/main" id="{A3DA6B5D-C180-40F4-985E-5F132F62FBF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5" name="9wq3_5_tuned_ReferenceLigand_18">
            <a:extLst>
              <a:ext uri="{FF2B5EF4-FFF2-40B4-BE49-F238E27FC236}">
                <a16:creationId xmlns:a16="http://schemas.microsoft.com/office/drawing/2014/main" id="{6D73E1C1-4C99-48F8-AA34-A2A1D0AA7F3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6" name="9wq3_5_tuned_ReferenceLigand_19">
            <a:extLst>
              <a:ext uri="{FF2B5EF4-FFF2-40B4-BE49-F238E27FC236}">
                <a16:creationId xmlns:a16="http://schemas.microsoft.com/office/drawing/2014/main" id="{3AAC181E-5D80-4360-878E-FF59FAADE18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7" name="9wq3_5_tuned_ReferenceLigand_20">
            <a:extLst>
              <a:ext uri="{FF2B5EF4-FFF2-40B4-BE49-F238E27FC236}">
                <a16:creationId xmlns:a16="http://schemas.microsoft.com/office/drawing/2014/main" id="{8F9DFFA3-11F3-4BE1-8067-AAE38B0594E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8" name="9wq3_5_tuned_ReferenceLigand_21">
            <a:extLst>
              <a:ext uri="{FF2B5EF4-FFF2-40B4-BE49-F238E27FC236}">
                <a16:creationId xmlns:a16="http://schemas.microsoft.com/office/drawing/2014/main" id="{C90FD176-A3C3-48AF-8DC4-54A3BDC7BE9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9" name="9wq3_5_tuned_ReferenceLigand_22">
            <a:extLst>
              <a:ext uri="{FF2B5EF4-FFF2-40B4-BE49-F238E27FC236}">
                <a16:creationId xmlns:a16="http://schemas.microsoft.com/office/drawing/2014/main" id="{87EFC7B0-4CC7-49E3-8168-5082FBCCE48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0" name="9wq3_5_tuned_ReferenceLigand_23">
            <a:extLst>
              <a:ext uri="{FF2B5EF4-FFF2-40B4-BE49-F238E27FC236}">
                <a16:creationId xmlns:a16="http://schemas.microsoft.com/office/drawing/2014/main" id="{FB15D614-D7E1-47A7-A5D6-FD2C0B41CC3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1" name="9wq3_5_tuned_ReferenceLigand_24">
            <a:extLst>
              <a:ext uri="{FF2B5EF4-FFF2-40B4-BE49-F238E27FC236}">
                <a16:creationId xmlns:a16="http://schemas.microsoft.com/office/drawing/2014/main" id="{22426D9B-9815-4BE6-8111-FE4523E4DBC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2" name="9wq3_5_tuned_ReferenceLigand_25">
            <a:extLst>
              <a:ext uri="{FF2B5EF4-FFF2-40B4-BE49-F238E27FC236}">
                <a16:creationId xmlns:a16="http://schemas.microsoft.com/office/drawing/2014/main" id="{D961EAC3-6C41-4D04-B305-69C6443F961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3" name="9wq3_5_tuned_ReferenceLigand_26">
            <a:extLst>
              <a:ext uri="{FF2B5EF4-FFF2-40B4-BE49-F238E27FC236}">
                <a16:creationId xmlns:a16="http://schemas.microsoft.com/office/drawing/2014/main" id="{0C2C3BE5-CCA4-4C62-9C92-0853D1050F5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4" name="9wq3_5_tuned_ReferenceLigand_27">
            <a:extLst>
              <a:ext uri="{FF2B5EF4-FFF2-40B4-BE49-F238E27FC236}">
                <a16:creationId xmlns:a16="http://schemas.microsoft.com/office/drawing/2014/main" id="{ED06893D-C0C4-4AFB-BFFC-3D8F2799FFE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5" name="9wq3_5_tuned_ReferenceLigand_28">
            <a:extLst>
              <a:ext uri="{FF2B5EF4-FFF2-40B4-BE49-F238E27FC236}">
                <a16:creationId xmlns:a16="http://schemas.microsoft.com/office/drawing/2014/main" id="{2407D984-DE98-49BE-99C4-DFE8A2FD446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6" name="9wq3_5_tuned_ReferenceLigand_29">
            <a:extLst>
              <a:ext uri="{FF2B5EF4-FFF2-40B4-BE49-F238E27FC236}">
                <a16:creationId xmlns:a16="http://schemas.microsoft.com/office/drawing/2014/main" id="{DF689AE1-777C-471C-8C90-772768F043E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7" name="9wq3_5_tuned_ReferenceLigand_30">
            <a:extLst>
              <a:ext uri="{FF2B5EF4-FFF2-40B4-BE49-F238E27FC236}">
                <a16:creationId xmlns:a16="http://schemas.microsoft.com/office/drawing/2014/main" id="{20484F2A-3BEE-43AA-A5DB-5E19930724E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8" name="9wq3_5_tuned_ReferenceLigand_31">
            <a:extLst>
              <a:ext uri="{FF2B5EF4-FFF2-40B4-BE49-F238E27FC236}">
                <a16:creationId xmlns:a16="http://schemas.microsoft.com/office/drawing/2014/main" id="{970CC99F-483E-4281-BFE8-1F93EFDA17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9" name="9wq3_5_tuned_ReferenceLigand_32">
            <a:extLst>
              <a:ext uri="{FF2B5EF4-FFF2-40B4-BE49-F238E27FC236}">
                <a16:creationId xmlns:a16="http://schemas.microsoft.com/office/drawing/2014/main" id="{79283B67-134C-4476-B107-4AA6DA76F99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0" name="9wq3_5_tuned_ReferenceLigand_33">
            <a:extLst>
              <a:ext uri="{FF2B5EF4-FFF2-40B4-BE49-F238E27FC236}">
                <a16:creationId xmlns:a16="http://schemas.microsoft.com/office/drawing/2014/main" id="{16948D63-0CBC-4665-875D-45CDC16D533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1" name="9wq3_5_tuned_ReferenceLigand_34">
            <a:extLst>
              <a:ext uri="{FF2B5EF4-FFF2-40B4-BE49-F238E27FC236}">
                <a16:creationId xmlns:a16="http://schemas.microsoft.com/office/drawing/2014/main" id="{8DD5417C-7463-42EC-A314-6AC6DD7D358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2" name="9wq3_5_tuned_ReferenceLigand_35">
            <a:extLst>
              <a:ext uri="{FF2B5EF4-FFF2-40B4-BE49-F238E27FC236}">
                <a16:creationId xmlns:a16="http://schemas.microsoft.com/office/drawing/2014/main" id="{FCB5A905-7771-44EA-8F92-01CDB361FA8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3" name="9wq3_5_tuned_ReferenceLigand_36">
            <a:extLst>
              <a:ext uri="{FF2B5EF4-FFF2-40B4-BE49-F238E27FC236}">
                <a16:creationId xmlns:a16="http://schemas.microsoft.com/office/drawing/2014/main" id="{251B61D4-A1F2-4B27-80C3-DFA4F70666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4" name="9wq3_5_tuned_ReferenceLigand_37">
            <a:extLst>
              <a:ext uri="{FF2B5EF4-FFF2-40B4-BE49-F238E27FC236}">
                <a16:creationId xmlns:a16="http://schemas.microsoft.com/office/drawing/2014/main" id="{69D5ED44-F173-46DE-A84E-FF99D70A829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5" name="9wq3_5_tuned_ReferenceLigand_38">
            <a:extLst>
              <a:ext uri="{FF2B5EF4-FFF2-40B4-BE49-F238E27FC236}">
                <a16:creationId xmlns:a16="http://schemas.microsoft.com/office/drawing/2014/main" id="{8E68608F-0A90-47D3-87CA-DB53274741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6" name="9wq3_5_tuned_ReferenceLigand_39">
            <a:extLst>
              <a:ext uri="{FF2B5EF4-FFF2-40B4-BE49-F238E27FC236}">
                <a16:creationId xmlns:a16="http://schemas.microsoft.com/office/drawing/2014/main" id="{CF711BE3-A16B-42F9-BA2B-D4BC0102BE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7" name="9wq3_5_tuned_ReferenceLigand_40">
            <a:extLst>
              <a:ext uri="{FF2B5EF4-FFF2-40B4-BE49-F238E27FC236}">
                <a16:creationId xmlns:a16="http://schemas.microsoft.com/office/drawing/2014/main" id="{C0209A5A-B869-47BB-B069-899453176A7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8" name="9wq3_5_tuned_ReferenceLigand_41">
            <a:extLst>
              <a:ext uri="{FF2B5EF4-FFF2-40B4-BE49-F238E27FC236}">
                <a16:creationId xmlns:a16="http://schemas.microsoft.com/office/drawing/2014/main" id="{D8973FBA-126B-43DA-B4A7-A0FCE1CB387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9" name="9wq3_5_tuned_ReferenceLigand_42">
            <a:extLst>
              <a:ext uri="{FF2B5EF4-FFF2-40B4-BE49-F238E27FC236}">
                <a16:creationId xmlns:a16="http://schemas.microsoft.com/office/drawing/2014/main" id="{1AF56DA2-88BF-4324-9F68-5FD1FCDCB6A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0" name="9wq3_5_tuned_ReferenceLigand_43">
            <a:extLst>
              <a:ext uri="{FF2B5EF4-FFF2-40B4-BE49-F238E27FC236}">
                <a16:creationId xmlns:a16="http://schemas.microsoft.com/office/drawing/2014/main" id="{FEE3ACE3-BFAE-4ABF-91A4-C4FAA809BC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1" name="9wq3_5_tuned_ReferenceLigand_44">
            <a:extLst>
              <a:ext uri="{FF2B5EF4-FFF2-40B4-BE49-F238E27FC236}">
                <a16:creationId xmlns:a16="http://schemas.microsoft.com/office/drawing/2014/main" id="{1F7ABCAF-9E96-4116-9289-F77C8A93C4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2" name="9wq3_5_tuned_ReferenceLigand_45">
            <a:extLst>
              <a:ext uri="{FF2B5EF4-FFF2-40B4-BE49-F238E27FC236}">
                <a16:creationId xmlns:a16="http://schemas.microsoft.com/office/drawing/2014/main" id="{79EFE63F-3504-4C84-B5CD-CB9597BBAB2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3" name="9wq3_5_tuned_ReferenceLigand_46">
            <a:extLst>
              <a:ext uri="{FF2B5EF4-FFF2-40B4-BE49-F238E27FC236}">
                <a16:creationId xmlns:a16="http://schemas.microsoft.com/office/drawing/2014/main" id="{42783EDF-074F-473B-85FA-46A51F1DC74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4" name="9wq3_5_tuned_ReferenceLigand_47">
            <a:extLst>
              <a:ext uri="{FF2B5EF4-FFF2-40B4-BE49-F238E27FC236}">
                <a16:creationId xmlns:a16="http://schemas.microsoft.com/office/drawing/2014/main" id="{C6B3C0E6-77D7-4929-8651-F3C3C951E11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5" name="9wq3_5_tuned_ReferenceLigand_48">
            <a:extLst>
              <a:ext uri="{FF2B5EF4-FFF2-40B4-BE49-F238E27FC236}">
                <a16:creationId xmlns:a16="http://schemas.microsoft.com/office/drawing/2014/main" id="{0ED6B5E2-772F-413D-8EDE-B913C4CEF54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6" name="9wq3_5_tuned_ReferenceLigand_49">
            <a:extLst>
              <a:ext uri="{FF2B5EF4-FFF2-40B4-BE49-F238E27FC236}">
                <a16:creationId xmlns:a16="http://schemas.microsoft.com/office/drawing/2014/main" id="{FD39FF3B-2F99-4DFF-8729-E05CC1A672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7" name="9wq3_5_tuned_ReferenceLigand_50">
            <a:extLst>
              <a:ext uri="{FF2B5EF4-FFF2-40B4-BE49-F238E27FC236}">
                <a16:creationId xmlns:a16="http://schemas.microsoft.com/office/drawing/2014/main" id="{E925CCE5-BCC4-4CF5-B7B9-9E3252B21E3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8" name="9wq3_5_tuned_PredictedLigand_0">
            <a:extLst>
              <a:ext uri="{FF2B5EF4-FFF2-40B4-BE49-F238E27FC236}">
                <a16:creationId xmlns:a16="http://schemas.microsoft.com/office/drawing/2014/main" id="{0DD069CF-CAFE-4F2F-BDF5-00F2518B1C9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099" name="9wq3_5_tuned_PredictedLigand_1">
            <a:extLst>
              <a:ext uri="{FF2B5EF4-FFF2-40B4-BE49-F238E27FC236}">
                <a16:creationId xmlns:a16="http://schemas.microsoft.com/office/drawing/2014/main" id="{0AD6982C-5AC5-4623-A3E6-957D8B98100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0" name="9wq3_5_tuned_PredictedLigand_2">
            <a:extLst>
              <a:ext uri="{FF2B5EF4-FFF2-40B4-BE49-F238E27FC236}">
                <a16:creationId xmlns:a16="http://schemas.microsoft.com/office/drawing/2014/main" id="{CE0A6607-4677-428E-B154-400DDF97B77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1" name="9wq3_5_tuned_PredictedLigand_3">
            <a:extLst>
              <a:ext uri="{FF2B5EF4-FFF2-40B4-BE49-F238E27FC236}">
                <a16:creationId xmlns:a16="http://schemas.microsoft.com/office/drawing/2014/main" id="{4F2AB593-C60D-4970-9475-1F172FEBCC0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2" name="9wq3_5_tuned_PredictedLigand_4">
            <a:extLst>
              <a:ext uri="{FF2B5EF4-FFF2-40B4-BE49-F238E27FC236}">
                <a16:creationId xmlns:a16="http://schemas.microsoft.com/office/drawing/2014/main" id="{E7957DA4-265B-4F85-8A3B-31F0F598C88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3" name="9wq3_5_tuned_PredictedLigand_5">
            <a:extLst>
              <a:ext uri="{FF2B5EF4-FFF2-40B4-BE49-F238E27FC236}">
                <a16:creationId xmlns:a16="http://schemas.microsoft.com/office/drawing/2014/main" id="{87490F3B-9A60-4D36-BCC8-000A709ECA8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4" name="9wq3_5_tuned_PredictedLigand_6">
            <a:extLst>
              <a:ext uri="{FF2B5EF4-FFF2-40B4-BE49-F238E27FC236}">
                <a16:creationId xmlns:a16="http://schemas.microsoft.com/office/drawing/2014/main" id="{2D92DF03-1CCA-46F1-B7E9-B121F63BFC3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5" name="9wq3_5_tuned_PredictedLigand_7">
            <a:extLst>
              <a:ext uri="{FF2B5EF4-FFF2-40B4-BE49-F238E27FC236}">
                <a16:creationId xmlns:a16="http://schemas.microsoft.com/office/drawing/2014/main" id="{8AAE5A2A-633E-4ED8-A88E-07E03745335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6" name="9wq3_5_tuned_PredictedLigand_8">
            <a:extLst>
              <a:ext uri="{FF2B5EF4-FFF2-40B4-BE49-F238E27FC236}">
                <a16:creationId xmlns:a16="http://schemas.microsoft.com/office/drawing/2014/main" id="{AA1F6F87-FFA8-4660-93E2-408FFBCC8D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7" name="9wq3_5_tuned_PredictedLigand_9">
            <a:extLst>
              <a:ext uri="{FF2B5EF4-FFF2-40B4-BE49-F238E27FC236}">
                <a16:creationId xmlns:a16="http://schemas.microsoft.com/office/drawing/2014/main" id="{AEEAC7E9-F845-4DC2-B036-37EC7415522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8" name="9wq3_5_tuned_PredictedLigand_10">
            <a:extLst>
              <a:ext uri="{FF2B5EF4-FFF2-40B4-BE49-F238E27FC236}">
                <a16:creationId xmlns:a16="http://schemas.microsoft.com/office/drawing/2014/main" id="{DB7141DB-C213-4103-9258-98DFC88ABF0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9" name="9wq3_5_tuned_PredictedLigand_11">
            <a:extLst>
              <a:ext uri="{FF2B5EF4-FFF2-40B4-BE49-F238E27FC236}">
                <a16:creationId xmlns:a16="http://schemas.microsoft.com/office/drawing/2014/main" id="{C627487F-902C-4BAA-9861-717DEE60BB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0" name="9wq3_5_tuned_PredictedLigand_12">
            <a:extLst>
              <a:ext uri="{FF2B5EF4-FFF2-40B4-BE49-F238E27FC236}">
                <a16:creationId xmlns:a16="http://schemas.microsoft.com/office/drawing/2014/main" id="{83164918-1FE1-4DEF-87E7-2D0DA3E6F34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1" name="9wq3_5_tuned_PredictedLigand_13">
            <a:extLst>
              <a:ext uri="{FF2B5EF4-FFF2-40B4-BE49-F238E27FC236}">
                <a16:creationId xmlns:a16="http://schemas.microsoft.com/office/drawing/2014/main" id="{51B30A38-EB64-4276-81CE-D700209B260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2" name="9wq3_5_tuned_PredictedLigand_14">
            <a:extLst>
              <a:ext uri="{FF2B5EF4-FFF2-40B4-BE49-F238E27FC236}">
                <a16:creationId xmlns:a16="http://schemas.microsoft.com/office/drawing/2014/main" id="{E358292C-D86B-4BEF-A613-A333B48037E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3" name="9wq3_5_tuned_PredictedLigand_15">
            <a:extLst>
              <a:ext uri="{FF2B5EF4-FFF2-40B4-BE49-F238E27FC236}">
                <a16:creationId xmlns:a16="http://schemas.microsoft.com/office/drawing/2014/main" id="{6D871EC7-6E3A-4688-9926-F5BD8490FAF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4" name="9wq3_5_tuned_PredictedLigand_16">
            <a:extLst>
              <a:ext uri="{FF2B5EF4-FFF2-40B4-BE49-F238E27FC236}">
                <a16:creationId xmlns:a16="http://schemas.microsoft.com/office/drawing/2014/main" id="{061158ED-AC6D-477A-880C-86CD5942292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5" name="9wq3_5_tuned_PredictedLigand_17">
            <a:extLst>
              <a:ext uri="{FF2B5EF4-FFF2-40B4-BE49-F238E27FC236}">
                <a16:creationId xmlns:a16="http://schemas.microsoft.com/office/drawing/2014/main" id="{3E0669E6-ED7D-49BD-A336-6819CFD9F7C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6" name="9wq3_5_tuned_PredictedLigand_18">
            <a:extLst>
              <a:ext uri="{FF2B5EF4-FFF2-40B4-BE49-F238E27FC236}">
                <a16:creationId xmlns:a16="http://schemas.microsoft.com/office/drawing/2014/main" id="{B1E7DECC-B0A3-43CF-8CE0-9984A9D96B8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7" name="9wq3_5_tuned_PredictedLigand_19">
            <a:extLst>
              <a:ext uri="{FF2B5EF4-FFF2-40B4-BE49-F238E27FC236}">
                <a16:creationId xmlns:a16="http://schemas.microsoft.com/office/drawing/2014/main" id="{8E923A5F-C2A5-4374-97AB-781915B5680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8" name="9wq3_5_tuned_PredictedLigand_20">
            <a:extLst>
              <a:ext uri="{FF2B5EF4-FFF2-40B4-BE49-F238E27FC236}">
                <a16:creationId xmlns:a16="http://schemas.microsoft.com/office/drawing/2014/main" id="{2ACCFB60-DFE3-4A93-8C09-874FCD3840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9" name="9wq3_5_tuned_PredictedLigand_21">
            <a:extLst>
              <a:ext uri="{FF2B5EF4-FFF2-40B4-BE49-F238E27FC236}">
                <a16:creationId xmlns:a16="http://schemas.microsoft.com/office/drawing/2014/main" id="{81BC469B-C9BB-4385-8CCE-A2D972B50B0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0" name="9wq3_5_tuned_PredictedLigand_22">
            <a:extLst>
              <a:ext uri="{FF2B5EF4-FFF2-40B4-BE49-F238E27FC236}">
                <a16:creationId xmlns:a16="http://schemas.microsoft.com/office/drawing/2014/main" id="{B92A193E-5972-4E13-BFD0-68FAECE6D2D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1" name="9wq3_5_tuned_PredictedLigand_23">
            <a:extLst>
              <a:ext uri="{FF2B5EF4-FFF2-40B4-BE49-F238E27FC236}">
                <a16:creationId xmlns:a16="http://schemas.microsoft.com/office/drawing/2014/main" id="{F2CFFF99-20FE-45B8-AA39-F044D7578E7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2" name="9wq3_5_tuned_PredictedLigand_24">
            <a:extLst>
              <a:ext uri="{FF2B5EF4-FFF2-40B4-BE49-F238E27FC236}">
                <a16:creationId xmlns:a16="http://schemas.microsoft.com/office/drawing/2014/main" id="{85730C27-E371-4626-A49D-AEFBAF55597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3" name="9wq3_5_tuned_PredictedLigand_25">
            <a:extLst>
              <a:ext uri="{FF2B5EF4-FFF2-40B4-BE49-F238E27FC236}">
                <a16:creationId xmlns:a16="http://schemas.microsoft.com/office/drawing/2014/main" id="{DCD72AFB-EF8E-4C24-B084-E46664A5389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4" name="9wq3_5_tuned_PredictedLigand_26">
            <a:extLst>
              <a:ext uri="{FF2B5EF4-FFF2-40B4-BE49-F238E27FC236}">
                <a16:creationId xmlns:a16="http://schemas.microsoft.com/office/drawing/2014/main" id="{28388E37-AD4F-41CF-9379-BC63253734F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5" name="9wq3_5_tuned_PredictedLigand_27">
            <a:extLst>
              <a:ext uri="{FF2B5EF4-FFF2-40B4-BE49-F238E27FC236}">
                <a16:creationId xmlns:a16="http://schemas.microsoft.com/office/drawing/2014/main" id="{146BAE9C-C885-4FBD-82D8-E3BBC45B3FC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6" name="9wq3_5_tuned_PredictedLigand_28">
            <a:extLst>
              <a:ext uri="{FF2B5EF4-FFF2-40B4-BE49-F238E27FC236}">
                <a16:creationId xmlns:a16="http://schemas.microsoft.com/office/drawing/2014/main" id="{7B7109AE-1E94-4C0C-AD94-BB8115DFCEA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7" name="9wq3_5_tuned_PredictedLigand_29">
            <a:extLst>
              <a:ext uri="{FF2B5EF4-FFF2-40B4-BE49-F238E27FC236}">
                <a16:creationId xmlns:a16="http://schemas.microsoft.com/office/drawing/2014/main" id="{82B5C924-31F6-4A10-984D-4A597E40794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8" name="9wq3_5_tuned_PredictedLigand_30">
            <a:extLst>
              <a:ext uri="{FF2B5EF4-FFF2-40B4-BE49-F238E27FC236}">
                <a16:creationId xmlns:a16="http://schemas.microsoft.com/office/drawing/2014/main" id="{E00204F3-7B94-4948-BEEF-55EB9B3BB5F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9" name="9wq3_5_tuned_PredictedLigand_31">
            <a:extLst>
              <a:ext uri="{FF2B5EF4-FFF2-40B4-BE49-F238E27FC236}">
                <a16:creationId xmlns:a16="http://schemas.microsoft.com/office/drawing/2014/main" id="{9699B090-F1B0-48DC-AA65-911CBDFA41D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0" name="9wq3_5_tuned_PredictedLigand_32">
            <a:extLst>
              <a:ext uri="{FF2B5EF4-FFF2-40B4-BE49-F238E27FC236}">
                <a16:creationId xmlns:a16="http://schemas.microsoft.com/office/drawing/2014/main" id="{8626AAC9-6D8A-4E10-9395-9A25BB560CA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1" name="9wq3_5_tuned_PredictedLigand_33">
            <a:extLst>
              <a:ext uri="{FF2B5EF4-FFF2-40B4-BE49-F238E27FC236}">
                <a16:creationId xmlns:a16="http://schemas.microsoft.com/office/drawing/2014/main" id="{16BBD5EA-3897-4E2B-BAAE-874BD7D3347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2" name="9wq3_5_tuned_PredictedLigand_34">
            <a:extLst>
              <a:ext uri="{FF2B5EF4-FFF2-40B4-BE49-F238E27FC236}">
                <a16:creationId xmlns:a16="http://schemas.microsoft.com/office/drawing/2014/main" id="{267C3BC6-5A42-4384-9A81-D3BBD877CA4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3" name="9wq3_5_tuned_PredictedLigand_35">
            <a:extLst>
              <a:ext uri="{FF2B5EF4-FFF2-40B4-BE49-F238E27FC236}">
                <a16:creationId xmlns:a16="http://schemas.microsoft.com/office/drawing/2014/main" id="{54C632EE-ADD4-4719-A6A9-7680BE8F7C3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4" name="9wq3_5_tuned_PredictedLigand_36">
            <a:extLst>
              <a:ext uri="{FF2B5EF4-FFF2-40B4-BE49-F238E27FC236}">
                <a16:creationId xmlns:a16="http://schemas.microsoft.com/office/drawing/2014/main" id="{EA7C4996-6B9C-4B30-BB66-F242825A78F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5" name="9wq3_5_tuned_PredictedLigand_37">
            <a:extLst>
              <a:ext uri="{FF2B5EF4-FFF2-40B4-BE49-F238E27FC236}">
                <a16:creationId xmlns:a16="http://schemas.microsoft.com/office/drawing/2014/main" id="{277DEE4F-3ABF-4E28-87E3-2EFC9E06BE1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6" name="9wq3_5_tuned_PredictedLigand_38">
            <a:extLst>
              <a:ext uri="{FF2B5EF4-FFF2-40B4-BE49-F238E27FC236}">
                <a16:creationId xmlns:a16="http://schemas.microsoft.com/office/drawing/2014/main" id="{7ACB5F00-B9B3-4C37-B9A1-F9792B3EC13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7" name="9wq3_5_tuned_PredictedLigand_39">
            <a:extLst>
              <a:ext uri="{FF2B5EF4-FFF2-40B4-BE49-F238E27FC236}">
                <a16:creationId xmlns:a16="http://schemas.microsoft.com/office/drawing/2014/main" id="{2C51C838-48D5-4482-9F8B-0756A1C9945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8" name="9wq3_5_tuned_PredictedLigand_40">
            <a:extLst>
              <a:ext uri="{FF2B5EF4-FFF2-40B4-BE49-F238E27FC236}">
                <a16:creationId xmlns:a16="http://schemas.microsoft.com/office/drawing/2014/main" id="{99ED0DED-D349-4BCD-9048-8A0705D2E93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9" name="9wq3_5_tuned_PredictedLigand_41">
            <a:extLst>
              <a:ext uri="{FF2B5EF4-FFF2-40B4-BE49-F238E27FC236}">
                <a16:creationId xmlns:a16="http://schemas.microsoft.com/office/drawing/2014/main" id="{DA20BA2A-90D1-46BC-AB71-6C90F01E2A3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0" name="9wq3_5_tuned_PredictedLigand_42">
            <a:extLst>
              <a:ext uri="{FF2B5EF4-FFF2-40B4-BE49-F238E27FC236}">
                <a16:creationId xmlns:a16="http://schemas.microsoft.com/office/drawing/2014/main" id="{6E3B54B9-86A2-4570-8C75-627F41B3864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1" name="9wq3_5_tuned_PredictedLigand_43">
            <a:extLst>
              <a:ext uri="{FF2B5EF4-FFF2-40B4-BE49-F238E27FC236}">
                <a16:creationId xmlns:a16="http://schemas.microsoft.com/office/drawing/2014/main" id="{F5705D92-5903-45D4-9F4C-0D9B46C9C23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2" name="9wq3_5_tuned_PredictedLigand_44">
            <a:extLst>
              <a:ext uri="{FF2B5EF4-FFF2-40B4-BE49-F238E27FC236}">
                <a16:creationId xmlns:a16="http://schemas.microsoft.com/office/drawing/2014/main" id="{24DF32EA-1C5A-4360-9553-0CA64E24AA3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3" name="9wq3_5_tuned_PredictedLigand_45">
            <a:extLst>
              <a:ext uri="{FF2B5EF4-FFF2-40B4-BE49-F238E27FC236}">
                <a16:creationId xmlns:a16="http://schemas.microsoft.com/office/drawing/2014/main" id="{AC2B1205-8938-4813-AAA5-4DA0E12DDD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4" name="9wq3_5_tuned_PredictedLigand_46">
            <a:extLst>
              <a:ext uri="{FF2B5EF4-FFF2-40B4-BE49-F238E27FC236}">
                <a16:creationId xmlns:a16="http://schemas.microsoft.com/office/drawing/2014/main" id="{B68FB53F-F1C2-4D8B-81D0-0816259C002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5" name="9wq3_5_tuned_PredictedLigand_47">
            <a:extLst>
              <a:ext uri="{FF2B5EF4-FFF2-40B4-BE49-F238E27FC236}">
                <a16:creationId xmlns:a16="http://schemas.microsoft.com/office/drawing/2014/main" id="{B0A30ED5-0D23-460F-AA52-4DE1BAAD733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6" name="9wq3_5_tuned_PredictedLigand_48">
            <a:extLst>
              <a:ext uri="{FF2B5EF4-FFF2-40B4-BE49-F238E27FC236}">
                <a16:creationId xmlns:a16="http://schemas.microsoft.com/office/drawing/2014/main" id="{5BB38590-14CD-40F0-BFCF-F865DD23B2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7" name="9wq3_5_tuned_PredictedLigand_49">
            <a:extLst>
              <a:ext uri="{FF2B5EF4-FFF2-40B4-BE49-F238E27FC236}">
                <a16:creationId xmlns:a16="http://schemas.microsoft.com/office/drawing/2014/main" id="{D3B3106D-342F-4F00-A015-D8C8A987250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8" name="9wq3_5_tuned_PredictedLigand_50">
            <a:extLst>
              <a:ext uri="{FF2B5EF4-FFF2-40B4-BE49-F238E27FC236}">
                <a16:creationId xmlns:a16="http://schemas.microsoft.com/office/drawing/2014/main" id="{3DE91C14-4F55-4820-BCCC-5F27D1C748D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9" name="9wq3_5_tuned_PredictedAtoms_0">
            <a:extLst>
              <a:ext uri="{FF2B5EF4-FFF2-40B4-BE49-F238E27FC236}">
                <a16:creationId xmlns:a16="http://schemas.microsoft.com/office/drawing/2014/main" id="{C5E1A51C-6D33-4CFC-9654-4DD49487E698}"/>
              </a:ext>
            </a:extLst>
          </p:cNvPr>
          <p:cNvSpPr>
            <a:spLocks noGrp="1"/>
          </p:cNvSpPr>
          <p:nvPr/>
        </p:nvSpPr>
        <p:spPr>
          <a:xfrm>
            <a:off x="4126028" y="108417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0" name="9wq3_5_tuned_PredictedAtoms_1">
            <a:extLst>
              <a:ext uri="{FF2B5EF4-FFF2-40B4-BE49-F238E27FC236}">
                <a16:creationId xmlns:a16="http://schemas.microsoft.com/office/drawing/2014/main" id="{56998435-A497-4E9C-A115-E62BD492D757}"/>
              </a:ext>
            </a:extLst>
          </p:cNvPr>
          <p:cNvSpPr>
            <a:spLocks noGrp="1"/>
          </p:cNvSpPr>
          <p:nvPr/>
        </p:nvSpPr>
        <p:spPr>
          <a:xfrm>
            <a:off x="4189135" y="106848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1" name="9wq3_5_tuned_PredictedAtoms_2">
            <a:extLst>
              <a:ext uri="{FF2B5EF4-FFF2-40B4-BE49-F238E27FC236}">
                <a16:creationId xmlns:a16="http://schemas.microsoft.com/office/drawing/2014/main" id="{FA6839D0-F05B-4DFA-8635-03D0FEBA413A}"/>
              </a:ext>
            </a:extLst>
          </p:cNvPr>
          <p:cNvSpPr>
            <a:spLocks noGrp="1"/>
          </p:cNvSpPr>
          <p:nvPr/>
        </p:nvSpPr>
        <p:spPr>
          <a:xfrm>
            <a:off x="4109812" y="105831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2" name="9wq3_5_tuned_PredictedAtoms_3">
            <a:extLst>
              <a:ext uri="{FF2B5EF4-FFF2-40B4-BE49-F238E27FC236}">
                <a16:creationId xmlns:a16="http://schemas.microsoft.com/office/drawing/2014/main" id="{80F72A92-5A9C-43CD-8958-8ECCECE65269}"/>
              </a:ext>
            </a:extLst>
          </p:cNvPr>
          <p:cNvSpPr>
            <a:spLocks noGrp="1"/>
          </p:cNvSpPr>
          <p:nvPr/>
        </p:nvSpPr>
        <p:spPr>
          <a:xfrm>
            <a:off x="3954685" y="10505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3" name="9wq3_5_tuned_PredictedAtoms_4">
            <a:extLst>
              <a:ext uri="{FF2B5EF4-FFF2-40B4-BE49-F238E27FC236}">
                <a16:creationId xmlns:a16="http://schemas.microsoft.com/office/drawing/2014/main" id="{D62655B9-97CD-46C8-8CBA-9D8217564E77}"/>
              </a:ext>
            </a:extLst>
          </p:cNvPr>
          <p:cNvSpPr>
            <a:spLocks noGrp="1"/>
          </p:cNvSpPr>
          <p:nvPr/>
        </p:nvSpPr>
        <p:spPr>
          <a:xfrm>
            <a:off x="3960343" y="104271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4" name="9wq3_5_tuned_PredictedAtoms_5">
            <a:extLst>
              <a:ext uri="{FF2B5EF4-FFF2-40B4-BE49-F238E27FC236}">
                <a16:creationId xmlns:a16="http://schemas.microsoft.com/office/drawing/2014/main" id="{639271F1-CB4A-4D03-A5C3-D668CFB08EC6}"/>
              </a:ext>
            </a:extLst>
          </p:cNvPr>
          <p:cNvSpPr>
            <a:spLocks noGrp="1"/>
          </p:cNvSpPr>
          <p:nvPr/>
        </p:nvSpPr>
        <p:spPr>
          <a:xfrm>
            <a:off x="3808877" y="103710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5" name="9wq3_5_tuned_PredictedAtoms_6">
            <a:extLst>
              <a:ext uri="{FF2B5EF4-FFF2-40B4-BE49-F238E27FC236}">
                <a16:creationId xmlns:a16="http://schemas.microsoft.com/office/drawing/2014/main" id="{7CFF4232-8702-45A4-961E-F541BBA27647}"/>
              </a:ext>
            </a:extLst>
          </p:cNvPr>
          <p:cNvSpPr>
            <a:spLocks noGrp="1"/>
          </p:cNvSpPr>
          <p:nvPr/>
        </p:nvSpPr>
        <p:spPr>
          <a:xfrm>
            <a:off x="3701170" y="104139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6" name="9wq3_5_tuned_PredictedAtoms_7">
            <a:extLst>
              <a:ext uri="{FF2B5EF4-FFF2-40B4-BE49-F238E27FC236}">
                <a16:creationId xmlns:a16="http://schemas.microsoft.com/office/drawing/2014/main" id="{C9328E72-AA2F-4568-8B41-F87BBFE41E03}"/>
              </a:ext>
            </a:extLst>
          </p:cNvPr>
          <p:cNvSpPr>
            <a:spLocks noGrp="1"/>
          </p:cNvSpPr>
          <p:nvPr/>
        </p:nvSpPr>
        <p:spPr>
          <a:xfrm>
            <a:off x="3528628" y="103928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7" name="9wq3_5_tuned_PredictedAtoms_8">
            <a:extLst>
              <a:ext uri="{FF2B5EF4-FFF2-40B4-BE49-F238E27FC236}">
                <a16:creationId xmlns:a16="http://schemas.microsoft.com/office/drawing/2014/main" id="{646A852A-328F-4C56-A7A9-221128BC07FA}"/>
              </a:ext>
            </a:extLst>
          </p:cNvPr>
          <p:cNvSpPr>
            <a:spLocks noGrp="1"/>
          </p:cNvSpPr>
          <p:nvPr/>
        </p:nvSpPr>
        <p:spPr>
          <a:xfrm>
            <a:off x="3436785" y="102991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8" name="9wq3_5_tuned_PredictedAtoms_9">
            <a:extLst>
              <a:ext uri="{FF2B5EF4-FFF2-40B4-BE49-F238E27FC236}">
                <a16:creationId xmlns:a16="http://schemas.microsoft.com/office/drawing/2014/main" id="{F743EC7B-4219-4BA5-B50C-838369276F10}"/>
              </a:ext>
            </a:extLst>
          </p:cNvPr>
          <p:cNvSpPr>
            <a:spLocks noGrp="1"/>
          </p:cNvSpPr>
          <p:nvPr/>
        </p:nvSpPr>
        <p:spPr>
          <a:xfrm>
            <a:off x="3461301" y="104683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9" name="9wq3_5_tuned_PredictedAtoms_10">
            <a:extLst>
              <a:ext uri="{FF2B5EF4-FFF2-40B4-BE49-F238E27FC236}">
                <a16:creationId xmlns:a16="http://schemas.microsoft.com/office/drawing/2014/main" id="{8B24FE8F-697E-4A22-A53B-4EC0E49F907E}"/>
              </a:ext>
            </a:extLst>
          </p:cNvPr>
          <p:cNvSpPr>
            <a:spLocks noGrp="1"/>
          </p:cNvSpPr>
          <p:nvPr/>
        </p:nvSpPr>
        <p:spPr>
          <a:xfrm>
            <a:off x="3556174" y="105467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0" name="9wq3_5_tuned_PredictedAtoms_11">
            <a:extLst>
              <a:ext uri="{FF2B5EF4-FFF2-40B4-BE49-F238E27FC236}">
                <a16:creationId xmlns:a16="http://schemas.microsoft.com/office/drawing/2014/main" id="{14F1320F-A5A9-4C30-AC0F-5C8C0B88D1C6}"/>
              </a:ext>
            </a:extLst>
          </p:cNvPr>
          <p:cNvSpPr>
            <a:spLocks noGrp="1"/>
          </p:cNvSpPr>
          <p:nvPr/>
        </p:nvSpPr>
        <p:spPr>
          <a:xfrm>
            <a:off x="3720575" y="10562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1" name="9wq3_5_tuned_PredictedAtoms_12">
            <a:extLst>
              <a:ext uri="{FF2B5EF4-FFF2-40B4-BE49-F238E27FC236}">
                <a16:creationId xmlns:a16="http://schemas.microsoft.com/office/drawing/2014/main" id="{63ADE263-C96A-475B-98BF-C4FDB201B6CB}"/>
              </a:ext>
            </a:extLst>
          </p:cNvPr>
          <p:cNvSpPr>
            <a:spLocks noGrp="1"/>
          </p:cNvSpPr>
          <p:nvPr/>
        </p:nvSpPr>
        <p:spPr>
          <a:xfrm>
            <a:off x="3794377" y="105012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2" name="9wq3_5_tuned_PredictedAtoms_13">
            <a:extLst>
              <a:ext uri="{FF2B5EF4-FFF2-40B4-BE49-F238E27FC236}">
                <a16:creationId xmlns:a16="http://schemas.microsoft.com/office/drawing/2014/main" id="{54EFF8DD-1367-45FA-A2E3-468E7684F35B}"/>
              </a:ext>
            </a:extLst>
          </p:cNvPr>
          <p:cNvSpPr>
            <a:spLocks noGrp="1"/>
          </p:cNvSpPr>
          <p:nvPr/>
        </p:nvSpPr>
        <p:spPr>
          <a:xfrm>
            <a:off x="4225961" y="104555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3" name="9wq3_5_tuned_PredictedAtoms_14">
            <a:extLst>
              <a:ext uri="{FF2B5EF4-FFF2-40B4-BE49-F238E27FC236}">
                <a16:creationId xmlns:a16="http://schemas.microsoft.com/office/drawing/2014/main" id="{EEE04E8B-7383-4628-A47B-A13BDCDC71EC}"/>
              </a:ext>
            </a:extLst>
          </p:cNvPr>
          <p:cNvSpPr>
            <a:spLocks noGrp="1"/>
          </p:cNvSpPr>
          <p:nvPr/>
        </p:nvSpPr>
        <p:spPr>
          <a:xfrm>
            <a:off x="4390419" y="105066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4" name="9wq3_5_tuned_PredictedAtoms_15">
            <a:extLst>
              <a:ext uri="{FF2B5EF4-FFF2-40B4-BE49-F238E27FC236}">
                <a16:creationId xmlns:a16="http://schemas.microsoft.com/office/drawing/2014/main" id="{BFDD3B21-8564-4A1A-9172-9E643A7FB99C}"/>
              </a:ext>
            </a:extLst>
          </p:cNvPr>
          <p:cNvSpPr>
            <a:spLocks noGrp="1"/>
          </p:cNvSpPr>
          <p:nvPr/>
        </p:nvSpPr>
        <p:spPr>
          <a:xfrm>
            <a:off x="4546298" y="10417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5" name="9wq3_5_tuned_PredictedAtoms_16">
            <a:extLst>
              <a:ext uri="{FF2B5EF4-FFF2-40B4-BE49-F238E27FC236}">
                <a16:creationId xmlns:a16="http://schemas.microsoft.com/office/drawing/2014/main" id="{7C844E58-654A-4DCE-9812-2094DD4668CC}"/>
              </a:ext>
            </a:extLst>
          </p:cNvPr>
          <p:cNvSpPr>
            <a:spLocks noGrp="1"/>
          </p:cNvSpPr>
          <p:nvPr/>
        </p:nvSpPr>
        <p:spPr>
          <a:xfrm>
            <a:off x="4586171" y="102891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6" name="9wq3_5_tuned_PredictedAtoms_17">
            <a:extLst>
              <a:ext uri="{FF2B5EF4-FFF2-40B4-BE49-F238E27FC236}">
                <a16:creationId xmlns:a16="http://schemas.microsoft.com/office/drawing/2014/main" id="{F3146BE5-89E5-42ED-9605-3D5EC875A3DF}"/>
              </a:ext>
            </a:extLst>
          </p:cNvPr>
          <p:cNvSpPr>
            <a:spLocks noGrp="1"/>
          </p:cNvSpPr>
          <p:nvPr/>
        </p:nvSpPr>
        <p:spPr>
          <a:xfrm>
            <a:off x="4775460" y="102596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7" name="9wq3_5_tuned_PredictedAtoms_18">
            <a:extLst>
              <a:ext uri="{FF2B5EF4-FFF2-40B4-BE49-F238E27FC236}">
                <a16:creationId xmlns:a16="http://schemas.microsoft.com/office/drawing/2014/main" id="{D4FE16D9-69A3-4F2A-874A-D897F802C9A2}"/>
              </a:ext>
            </a:extLst>
          </p:cNvPr>
          <p:cNvSpPr>
            <a:spLocks noGrp="1"/>
          </p:cNvSpPr>
          <p:nvPr/>
        </p:nvSpPr>
        <p:spPr>
          <a:xfrm>
            <a:off x="4836431" y="102436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8" name="9wq3_5_tuned_PredictedAtoms_19">
            <a:extLst>
              <a:ext uri="{FF2B5EF4-FFF2-40B4-BE49-F238E27FC236}">
                <a16:creationId xmlns:a16="http://schemas.microsoft.com/office/drawing/2014/main" id="{70AC742A-54D2-4FED-A0A0-13262FC94C59}"/>
              </a:ext>
            </a:extLst>
          </p:cNvPr>
          <p:cNvSpPr>
            <a:spLocks noGrp="1"/>
          </p:cNvSpPr>
          <p:nvPr/>
        </p:nvSpPr>
        <p:spPr>
          <a:xfrm>
            <a:off x="4812143" y="101091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9" name="9wq3_5_tuned_PredictedAtoms_20">
            <a:extLst>
              <a:ext uri="{FF2B5EF4-FFF2-40B4-BE49-F238E27FC236}">
                <a16:creationId xmlns:a16="http://schemas.microsoft.com/office/drawing/2014/main" id="{A7423252-DC29-41BD-9C9E-A3080D959C00}"/>
              </a:ext>
            </a:extLst>
          </p:cNvPr>
          <p:cNvSpPr>
            <a:spLocks noGrp="1"/>
          </p:cNvSpPr>
          <p:nvPr/>
        </p:nvSpPr>
        <p:spPr>
          <a:xfrm>
            <a:off x="4843854" y="104061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0" name="9wq3_5_tuned_PredictedAtoms_21">
            <a:extLst>
              <a:ext uri="{FF2B5EF4-FFF2-40B4-BE49-F238E27FC236}">
                <a16:creationId xmlns:a16="http://schemas.microsoft.com/office/drawing/2014/main" id="{5298AA09-FFA5-459B-963B-15CE35FA144C}"/>
              </a:ext>
            </a:extLst>
          </p:cNvPr>
          <p:cNvSpPr>
            <a:spLocks noGrp="1"/>
          </p:cNvSpPr>
          <p:nvPr/>
        </p:nvSpPr>
        <p:spPr>
          <a:xfrm>
            <a:off x="4804105" y="1058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1" name="9wq3_5_tuned_PredictedAtoms_22">
            <a:extLst>
              <a:ext uri="{FF2B5EF4-FFF2-40B4-BE49-F238E27FC236}">
                <a16:creationId xmlns:a16="http://schemas.microsoft.com/office/drawing/2014/main" id="{9D88ED64-D8CD-4B48-B4C4-C0494079FE67}"/>
              </a:ext>
            </a:extLst>
          </p:cNvPr>
          <p:cNvSpPr>
            <a:spLocks noGrp="1"/>
          </p:cNvSpPr>
          <p:nvPr/>
        </p:nvSpPr>
        <p:spPr>
          <a:xfrm>
            <a:off x="4945648" y="106986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2" name="9wq3_5_tuned_PredictedAtoms_23">
            <a:extLst>
              <a:ext uri="{FF2B5EF4-FFF2-40B4-BE49-F238E27FC236}">
                <a16:creationId xmlns:a16="http://schemas.microsoft.com/office/drawing/2014/main" id="{16814731-2E48-4C4B-B8C0-8E221565DC36}"/>
              </a:ext>
            </a:extLst>
          </p:cNvPr>
          <p:cNvSpPr>
            <a:spLocks noGrp="1"/>
          </p:cNvSpPr>
          <p:nvPr/>
        </p:nvSpPr>
        <p:spPr>
          <a:xfrm>
            <a:off x="5050464" y="106688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3" name="9wq3_5_tuned_PredictedAtoms_24">
            <a:extLst>
              <a:ext uri="{FF2B5EF4-FFF2-40B4-BE49-F238E27FC236}">
                <a16:creationId xmlns:a16="http://schemas.microsoft.com/office/drawing/2014/main" id="{785DCE08-6EB9-4042-83B1-1FB949481BDE}"/>
              </a:ext>
            </a:extLst>
          </p:cNvPr>
          <p:cNvSpPr>
            <a:spLocks noGrp="1"/>
          </p:cNvSpPr>
          <p:nvPr/>
        </p:nvSpPr>
        <p:spPr>
          <a:xfrm>
            <a:off x="5035242" y="107230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4" name="9wq3_5_tuned_PredictedAtoms_25">
            <a:extLst>
              <a:ext uri="{FF2B5EF4-FFF2-40B4-BE49-F238E27FC236}">
                <a16:creationId xmlns:a16="http://schemas.microsoft.com/office/drawing/2014/main" id="{405C7E17-7D94-4411-AD5B-A0A74E63D5A4}"/>
              </a:ext>
            </a:extLst>
          </p:cNvPr>
          <p:cNvSpPr>
            <a:spLocks noGrp="1"/>
          </p:cNvSpPr>
          <p:nvPr/>
        </p:nvSpPr>
        <p:spPr>
          <a:xfrm>
            <a:off x="5158655" y="10644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5" name="9wq3_5_tuned_PredictedAtoms_26">
            <a:extLst>
              <a:ext uri="{FF2B5EF4-FFF2-40B4-BE49-F238E27FC236}">
                <a16:creationId xmlns:a16="http://schemas.microsoft.com/office/drawing/2014/main" id="{93C8E3E5-3051-45F9-84C2-AA30E79A0E00}"/>
              </a:ext>
            </a:extLst>
          </p:cNvPr>
          <p:cNvSpPr>
            <a:spLocks noGrp="1"/>
          </p:cNvSpPr>
          <p:nvPr/>
        </p:nvSpPr>
        <p:spPr>
          <a:xfrm>
            <a:off x="5250302" y="105475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6" name="9wq3_5_tuned_PredictedAtoms_27">
            <a:extLst>
              <a:ext uri="{FF2B5EF4-FFF2-40B4-BE49-F238E27FC236}">
                <a16:creationId xmlns:a16="http://schemas.microsoft.com/office/drawing/2014/main" id="{C9DE057A-C0AA-43EF-AC5D-3CC863023631}"/>
              </a:ext>
            </a:extLst>
          </p:cNvPr>
          <p:cNvSpPr>
            <a:spLocks noGrp="1"/>
          </p:cNvSpPr>
          <p:nvPr/>
        </p:nvSpPr>
        <p:spPr>
          <a:xfrm>
            <a:off x="5390033" y="104388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7" name="9wq3_5_tuned_PredictedAtoms_28">
            <a:extLst>
              <a:ext uri="{FF2B5EF4-FFF2-40B4-BE49-F238E27FC236}">
                <a16:creationId xmlns:a16="http://schemas.microsoft.com/office/drawing/2014/main" id="{E9603893-5318-43F7-B309-774EE9630B4D}"/>
              </a:ext>
            </a:extLst>
          </p:cNvPr>
          <p:cNvSpPr>
            <a:spLocks noGrp="1"/>
          </p:cNvSpPr>
          <p:nvPr/>
        </p:nvSpPr>
        <p:spPr>
          <a:xfrm>
            <a:off x="5453215" y="10411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8" name="9wq3_5_tuned_PredictedAtoms_29">
            <a:extLst>
              <a:ext uri="{FF2B5EF4-FFF2-40B4-BE49-F238E27FC236}">
                <a16:creationId xmlns:a16="http://schemas.microsoft.com/office/drawing/2014/main" id="{0303B709-485D-4B15-AE72-EA4E92DA3B4B}"/>
              </a:ext>
            </a:extLst>
          </p:cNvPr>
          <p:cNvSpPr>
            <a:spLocks noGrp="1"/>
          </p:cNvSpPr>
          <p:nvPr/>
        </p:nvSpPr>
        <p:spPr>
          <a:xfrm>
            <a:off x="5446907" y="103677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9" name="9wq3_5_tuned_PredictedAtoms_30">
            <a:extLst>
              <a:ext uri="{FF2B5EF4-FFF2-40B4-BE49-F238E27FC236}">
                <a16:creationId xmlns:a16="http://schemas.microsoft.com/office/drawing/2014/main" id="{521B4A20-461A-4A66-BF6C-314649153632}"/>
              </a:ext>
            </a:extLst>
          </p:cNvPr>
          <p:cNvSpPr>
            <a:spLocks noGrp="1"/>
          </p:cNvSpPr>
          <p:nvPr/>
        </p:nvSpPr>
        <p:spPr>
          <a:xfrm>
            <a:off x="5385617" y="10396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0" name="9wq3_5_tuned_PredictedAtoms_31">
            <a:extLst>
              <a:ext uri="{FF2B5EF4-FFF2-40B4-BE49-F238E27FC236}">
                <a16:creationId xmlns:a16="http://schemas.microsoft.com/office/drawing/2014/main" id="{825DDC56-AD7A-4AE9-86A8-68D779815F83}"/>
              </a:ext>
            </a:extLst>
          </p:cNvPr>
          <p:cNvSpPr>
            <a:spLocks noGrp="1"/>
          </p:cNvSpPr>
          <p:nvPr/>
        </p:nvSpPr>
        <p:spPr>
          <a:xfrm>
            <a:off x="5458404" y="103305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1" name="9wq3_5_tuned_PredictedAtoms_32">
            <a:extLst>
              <a:ext uri="{FF2B5EF4-FFF2-40B4-BE49-F238E27FC236}">
                <a16:creationId xmlns:a16="http://schemas.microsoft.com/office/drawing/2014/main" id="{47B96075-47D9-4DE8-95AC-A1A52B395BFF}"/>
              </a:ext>
            </a:extLst>
          </p:cNvPr>
          <p:cNvSpPr>
            <a:spLocks noGrp="1"/>
          </p:cNvSpPr>
          <p:nvPr/>
        </p:nvSpPr>
        <p:spPr>
          <a:xfrm>
            <a:off x="5252314" y="104960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2" name="9wq3_5_tuned_PredictedAtoms_33">
            <a:extLst>
              <a:ext uri="{FF2B5EF4-FFF2-40B4-BE49-F238E27FC236}">
                <a16:creationId xmlns:a16="http://schemas.microsoft.com/office/drawing/2014/main" id="{B41D561B-6357-4C14-B9C1-AE4F6E4712EF}"/>
              </a:ext>
            </a:extLst>
          </p:cNvPr>
          <p:cNvSpPr>
            <a:spLocks noGrp="1"/>
          </p:cNvSpPr>
          <p:nvPr/>
        </p:nvSpPr>
        <p:spPr>
          <a:xfrm>
            <a:off x="5184037" y="105696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3" name="9wq3_5_tuned_PredictedAtoms_34">
            <a:extLst>
              <a:ext uri="{FF2B5EF4-FFF2-40B4-BE49-F238E27FC236}">
                <a16:creationId xmlns:a16="http://schemas.microsoft.com/office/drawing/2014/main" id="{F90D5057-7BA3-485E-964B-9A511090D150}"/>
              </a:ext>
            </a:extLst>
          </p:cNvPr>
          <p:cNvSpPr>
            <a:spLocks noGrp="1"/>
          </p:cNvSpPr>
          <p:nvPr/>
        </p:nvSpPr>
        <p:spPr>
          <a:xfrm>
            <a:off x="4866387" y="108543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4" name="9wq3_5_tuned_PredictedAtoms_35">
            <a:extLst>
              <a:ext uri="{FF2B5EF4-FFF2-40B4-BE49-F238E27FC236}">
                <a16:creationId xmlns:a16="http://schemas.microsoft.com/office/drawing/2014/main" id="{300AAA8F-D3F9-4B1A-8857-6191A5E62935}"/>
              </a:ext>
            </a:extLst>
          </p:cNvPr>
          <p:cNvSpPr>
            <a:spLocks noGrp="1"/>
          </p:cNvSpPr>
          <p:nvPr/>
        </p:nvSpPr>
        <p:spPr>
          <a:xfrm>
            <a:off x="4728712" y="10846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5" name="9wq3_5_tuned_PredictedAtoms_36">
            <a:extLst>
              <a:ext uri="{FF2B5EF4-FFF2-40B4-BE49-F238E27FC236}">
                <a16:creationId xmlns:a16="http://schemas.microsoft.com/office/drawing/2014/main" id="{4599F79C-0195-4595-915B-981000F495A1}"/>
              </a:ext>
            </a:extLst>
          </p:cNvPr>
          <p:cNvSpPr>
            <a:spLocks noGrp="1"/>
          </p:cNvSpPr>
          <p:nvPr/>
        </p:nvSpPr>
        <p:spPr>
          <a:xfrm>
            <a:off x="4587070" y="109518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6" name="9wq3_5_tuned_PredictedAtoms_37">
            <a:extLst>
              <a:ext uri="{FF2B5EF4-FFF2-40B4-BE49-F238E27FC236}">
                <a16:creationId xmlns:a16="http://schemas.microsoft.com/office/drawing/2014/main" id="{EEADFDE6-7D25-485F-B31F-0D0D070B779E}"/>
              </a:ext>
            </a:extLst>
          </p:cNvPr>
          <p:cNvSpPr>
            <a:spLocks noGrp="1"/>
          </p:cNvSpPr>
          <p:nvPr/>
        </p:nvSpPr>
        <p:spPr>
          <a:xfrm>
            <a:off x="4625150" y="11018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7" name="9wq3_5_tuned_PredictedAtoms_38">
            <a:extLst>
              <a:ext uri="{FF2B5EF4-FFF2-40B4-BE49-F238E27FC236}">
                <a16:creationId xmlns:a16="http://schemas.microsoft.com/office/drawing/2014/main" id="{BC7C9FBD-27D0-41CC-99B2-97DA109EF6D0}"/>
              </a:ext>
            </a:extLst>
          </p:cNvPr>
          <p:cNvSpPr>
            <a:spLocks noGrp="1"/>
          </p:cNvSpPr>
          <p:nvPr/>
        </p:nvSpPr>
        <p:spPr>
          <a:xfrm>
            <a:off x="4515597" y="109492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8" name="9wq3_5_tuned_PredictedAtoms_39">
            <a:extLst>
              <a:ext uri="{FF2B5EF4-FFF2-40B4-BE49-F238E27FC236}">
                <a16:creationId xmlns:a16="http://schemas.microsoft.com/office/drawing/2014/main" id="{DE80E830-D8B6-4601-8FB8-F6EFC4EA9B7C}"/>
              </a:ext>
            </a:extLst>
          </p:cNvPr>
          <p:cNvSpPr>
            <a:spLocks noGrp="1"/>
          </p:cNvSpPr>
          <p:nvPr/>
        </p:nvSpPr>
        <p:spPr>
          <a:xfrm>
            <a:off x="4602748" y="109290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9" name="9wq3_5_tuned_PredictedAtoms_41">
            <a:extLst>
              <a:ext uri="{FF2B5EF4-FFF2-40B4-BE49-F238E27FC236}">
                <a16:creationId xmlns:a16="http://schemas.microsoft.com/office/drawing/2014/main" id="{96A2123E-E6F1-4533-AA8E-5692D9D6EB34}"/>
              </a:ext>
            </a:extLst>
          </p:cNvPr>
          <p:cNvSpPr>
            <a:spLocks noGrp="1"/>
          </p:cNvSpPr>
          <p:nvPr/>
        </p:nvSpPr>
        <p:spPr>
          <a:xfrm>
            <a:off x="4448212" y="107782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0" name="9wq3_5_tuned_PredictedAtoms_42">
            <a:extLst>
              <a:ext uri="{FF2B5EF4-FFF2-40B4-BE49-F238E27FC236}">
                <a16:creationId xmlns:a16="http://schemas.microsoft.com/office/drawing/2014/main" id="{19CF6259-0323-462C-A634-9DE1655F0057}"/>
              </a:ext>
            </a:extLst>
          </p:cNvPr>
          <p:cNvSpPr>
            <a:spLocks noGrp="1"/>
          </p:cNvSpPr>
          <p:nvPr/>
        </p:nvSpPr>
        <p:spPr>
          <a:xfrm>
            <a:off x="4369707" y="10653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1" name="9wq3_5_tuned_PredictedAtoms_43">
            <a:extLst>
              <a:ext uri="{FF2B5EF4-FFF2-40B4-BE49-F238E27FC236}">
                <a16:creationId xmlns:a16="http://schemas.microsoft.com/office/drawing/2014/main" id="{836B8E07-B3F2-495A-BC34-93EDFB2A9B69}"/>
              </a:ext>
            </a:extLst>
          </p:cNvPr>
          <p:cNvSpPr>
            <a:spLocks noGrp="1"/>
          </p:cNvSpPr>
          <p:nvPr/>
        </p:nvSpPr>
        <p:spPr>
          <a:xfrm>
            <a:off x="4685381" y="106658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2" name="9wq3_5_tuned_PredictedAtoms_44">
            <a:extLst>
              <a:ext uri="{FF2B5EF4-FFF2-40B4-BE49-F238E27FC236}">
                <a16:creationId xmlns:a16="http://schemas.microsoft.com/office/drawing/2014/main" id="{39E56DEC-C23B-4E25-96F7-1EC29782F32B}"/>
              </a:ext>
            </a:extLst>
          </p:cNvPr>
          <p:cNvSpPr>
            <a:spLocks noGrp="1"/>
          </p:cNvSpPr>
          <p:nvPr/>
        </p:nvSpPr>
        <p:spPr>
          <a:xfrm>
            <a:off x="4695669" y="10614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3" name="stage3-cases-main_54">
            <a:extLst>
              <a:ext uri="{FF2B5EF4-FFF2-40B4-BE49-F238E27FC236}">
                <a16:creationId xmlns:a16="http://schemas.microsoft.com/office/drawing/2014/main" id="{B69E2D8D-4638-4981-BA50-A105FA417FD9}"/>
              </a:ext>
            </a:extLst>
          </p:cNvPr>
          <p:cNvSpPr>
            <a:spLocks noGrp="1"/>
          </p:cNvSpPr>
          <p:nvPr/>
        </p:nvSpPr>
        <p:spPr>
          <a:xfrm>
            <a:off x="32004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2194" name="9wq3_5_build_Receptor">
            <a:extLst>
              <a:ext uri="{FF2B5EF4-FFF2-40B4-BE49-F238E27FC236}">
                <a16:creationId xmlns:a16="http://schemas.microsoft.com/office/drawing/2014/main" id="{888C70D5-F2B1-470E-AE8A-E67945DF418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195" name="9wq3_5_build_ExperimentalDensity">
            <a:extLst>
              <a:ext uri="{FF2B5EF4-FFF2-40B4-BE49-F238E27FC236}">
                <a16:creationId xmlns:a16="http://schemas.microsoft.com/office/drawing/2014/main" id="{A36C9BCC-079B-44E9-A4B1-FA4DE01AF0D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196" name="9wq3_5_build_ReferenceLigand_0">
            <a:extLst>
              <a:ext uri="{FF2B5EF4-FFF2-40B4-BE49-F238E27FC236}">
                <a16:creationId xmlns:a16="http://schemas.microsoft.com/office/drawing/2014/main" id="{BE6F60C4-3B56-42AE-99AA-92DD58FE190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7" name="9wq3_5_build_ReferenceLigand_1">
            <a:extLst>
              <a:ext uri="{FF2B5EF4-FFF2-40B4-BE49-F238E27FC236}">
                <a16:creationId xmlns:a16="http://schemas.microsoft.com/office/drawing/2014/main" id="{1D22FBA8-F8C3-4E90-8583-9E73E89ED07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8" name="9wq3_5_build_ReferenceLigand_2">
            <a:extLst>
              <a:ext uri="{FF2B5EF4-FFF2-40B4-BE49-F238E27FC236}">
                <a16:creationId xmlns:a16="http://schemas.microsoft.com/office/drawing/2014/main" id="{2F7788EC-5817-4BBC-BA62-FAA2711CBEC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9" name="9wq3_5_build_ReferenceLigand_3">
            <a:extLst>
              <a:ext uri="{FF2B5EF4-FFF2-40B4-BE49-F238E27FC236}">
                <a16:creationId xmlns:a16="http://schemas.microsoft.com/office/drawing/2014/main" id="{025E57FB-B2F6-43A4-8F07-3E6CABF8C10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0" name="9wq3_5_build_ReferenceLigand_4">
            <a:extLst>
              <a:ext uri="{FF2B5EF4-FFF2-40B4-BE49-F238E27FC236}">
                <a16:creationId xmlns:a16="http://schemas.microsoft.com/office/drawing/2014/main" id="{82AFDE23-910F-482C-8DFF-4581F0B2368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1" name="9wq3_5_build_ReferenceLigand_5">
            <a:extLst>
              <a:ext uri="{FF2B5EF4-FFF2-40B4-BE49-F238E27FC236}">
                <a16:creationId xmlns:a16="http://schemas.microsoft.com/office/drawing/2014/main" id="{574150D7-643E-485C-A714-19121DF58CD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2" name="9wq3_5_build_ReferenceLigand_6">
            <a:extLst>
              <a:ext uri="{FF2B5EF4-FFF2-40B4-BE49-F238E27FC236}">
                <a16:creationId xmlns:a16="http://schemas.microsoft.com/office/drawing/2014/main" id="{1B506E82-2BB9-4FBE-BCFE-282E497866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3" name="9wq3_5_build_ReferenceLigand_7">
            <a:extLst>
              <a:ext uri="{FF2B5EF4-FFF2-40B4-BE49-F238E27FC236}">
                <a16:creationId xmlns:a16="http://schemas.microsoft.com/office/drawing/2014/main" id="{2FB4189F-2128-445F-B4F1-88A86384AD0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4" name="9wq3_5_build_ReferenceLigand_8">
            <a:extLst>
              <a:ext uri="{FF2B5EF4-FFF2-40B4-BE49-F238E27FC236}">
                <a16:creationId xmlns:a16="http://schemas.microsoft.com/office/drawing/2014/main" id="{0232241B-ACB0-4B20-B528-AE464F63CBD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5" name="9wq3_5_build_ReferenceLigand_9">
            <a:extLst>
              <a:ext uri="{FF2B5EF4-FFF2-40B4-BE49-F238E27FC236}">
                <a16:creationId xmlns:a16="http://schemas.microsoft.com/office/drawing/2014/main" id="{76A3905C-9B97-4B5B-AF88-A73ABDCED9C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6" name="9wq3_5_build_ReferenceLigand_10">
            <a:extLst>
              <a:ext uri="{FF2B5EF4-FFF2-40B4-BE49-F238E27FC236}">
                <a16:creationId xmlns:a16="http://schemas.microsoft.com/office/drawing/2014/main" id="{1598DD0B-4933-4DE0-9777-83174C99008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7" name="9wq3_5_build_ReferenceLigand_11">
            <a:extLst>
              <a:ext uri="{FF2B5EF4-FFF2-40B4-BE49-F238E27FC236}">
                <a16:creationId xmlns:a16="http://schemas.microsoft.com/office/drawing/2014/main" id="{B86CE70E-E204-4E4F-AF61-61E406BB339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8" name="9wq3_5_build_ReferenceLigand_12">
            <a:extLst>
              <a:ext uri="{FF2B5EF4-FFF2-40B4-BE49-F238E27FC236}">
                <a16:creationId xmlns:a16="http://schemas.microsoft.com/office/drawing/2014/main" id="{2A1B88C7-1AAE-4468-ACCD-F805B1077C6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9" name="9wq3_5_build_ReferenceLigand_13">
            <a:extLst>
              <a:ext uri="{FF2B5EF4-FFF2-40B4-BE49-F238E27FC236}">
                <a16:creationId xmlns:a16="http://schemas.microsoft.com/office/drawing/2014/main" id="{0A2EE547-9756-4B7C-B2D3-6E715256155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0" name="9wq3_5_build_ReferenceLigand_14">
            <a:extLst>
              <a:ext uri="{FF2B5EF4-FFF2-40B4-BE49-F238E27FC236}">
                <a16:creationId xmlns:a16="http://schemas.microsoft.com/office/drawing/2014/main" id="{FEA71441-08ED-4607-8D58-306822B552A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1" name="9wq3_5_build_ReferenceLigand_15">
            <a:extLst>
              <a:ext uri="{FF2B5EF4-FFF2-40B4-BE49-F238E27FC236}">
                <a16:creationId xmlns:a16="http://schemas.microsoft.com/office/drawing/2014/main" id="{8673D9A3-A116-40FE-B3EA-A35BB9898DA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2" name="9wq3_5_build_ReferenceLigand_16">
            <a:extLst>
              <a:ext uri="{FF2B5EF4-FFF2-40B4-BE49-F238E27FC236}">
                <a16:creationId xmlns:a16="http://schemas.microsoft.com/office/drawing/2014/main" id="{B1DF4108-0636-4AD4-8814-1B188ECC97F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3" name="9wq3_5_build_ReferenceLigand_17">
            <a:extLst>
              <a:ext uri="{FF2B5EF4-FFF2-40B4-BE49-F238E27FC236}">
                <a16:creationId xmlns:a16="http://schemas.microsoft.com/office/drawing/2014/main" id="{C6A09122-244C-42BA-856A-AF309AC36E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4" name="9wq3_5_build_ReferenceLigand_18">
            <a:extLst>
              <a:ext uri="{FF2B5EF4-FFF2-40B4-BE49-F238E27FC236}">
                <a16:creationId xmlns:a16="http://schemas.microsoft.com/office/drawing/2014/main" id="{116E4C31-FA33-4EE1-96CD-FA0FC340E3D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5" name="9wq3_5_build_ReferenceLigand_19">
            <a:extLst>
              <a:ext uri="{FF2B5EF4-FFF2-40B4-BE49-F238E27FC236}">
                <a16:creationId xmlns:a16="http://schemas.microsoft.com/office/drawing/2014/main" id="{437FBE64-4CD0-45CB-BC27-746BDAE3CBD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6" name="9wq3_5_build_ReferenceLigand_20">
            <a:extLst>
              <a:ext uri="{FF2B5EF4-FFF2-40B4-BE49-F238E27FC236}">
                <a16:creationId xmlns:a16="http://schemas.microsoft.com/office/drawing/2014/main" id="{B5989A89-5518-4B8B-A384-708B4EEC34A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7" name="9wq3_5_build_ReferenceLigand_21">
            <a:extLst>
              <a:ext uri="{FF2B5EF4-FFF2-40B4-BE49-F238E27FC236}">
                <a16:creationId xmlns:a16="http://schemas.microsoft.com/office/drawing/2014/main" id="{1EEF1CE4-D1BB-4CE4-A847-FCA3C5E7631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8" name="9wq3_5_build_ReferenceLigand_22">
            <a:extLst>
              <a:ext uri="{FF2B5EF4-FFF2-40B4-BE49-F238E27FC236}">
                <a16:creationId xmlns:a16="http://schemas.microsoft.com/office/drawing/2014/main" id="{A8D45DEF-D737-4BF3-9F3D-8439962F043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9" name="9wq3_5_build_ReferenceLigand_23">
            <a:extLst>
              <a:ext uri="{FF2B5EF4-FFF2-40B4-BE49-F238E27FC236}">
                <a16:creationId xmlns:a16="http://schemas.microsoft.com/office/drawing/2014/main" id="{05F53B11-83DB-4023-8C5B-F6DAC4A60D1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0" name="9wq3_5_build_ReferenceLigand_24">
            <a:extLst>
              <a:ext uri="{FF2B5EF4-FFF2-40B4-BE49-F238E27FC236}">
                <a16:creationId xmlns:a16="http://schemas.microsoft.com/office/drawing/2014/main" id="{34439B60-2F26-45CC-982B-DB69D671106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1" name="9wq3_5_build_ReferenceLigand_25">
            <a:extLst>
              <a:ext uri="{FF2B5EF4-FFF2-40B4-BE49-F238E27FC236}">
                <a16:creationId xmlns:a16="http://schemas.microsoft.com/office/drawing/2014/main" id="{21FE4724-2E51-4D58-84F4-3E3B32AB0A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2" name="9wq3_5_build_ReferenceLigand_26">
            <a:extLst>
              <a:ext uri="{FF2B5EF4-FFF2-40B4-BE49-F238E27FC236}">
                <a16:creationId xmlns:a16="http://schemas.microsoft.com/office/drawing/2014/main" id="{99B8DA14-300C-4A31-9F36-9DCDA0B8AA6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3" name="9wq3_5_build_ReferenceLigand_27">
            <a:extLst>
              <a:ext uri="{FF2B5EF4-FFF2-40B4-BE49-F238E27FC236}">
                <a16:creationId xmlns:a16="http://schemas.microsoft.com/office/drawing/2014/main" id="{0C95BAC5-9241-419E-BD1F-1398AB54A24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4" name="9wq3_5_build_ReferenceLigand_28">
            <a:extLst>
              <a:ext uri="{FF2B5EF4-FFF2-40B4-BE49-F238E27FC236}">
                <a16:creationId xmlns:a16="http://schemas.microsoft.com/office/drawing/2014/main" id="{12910A2C-E556-49D6-9AA2-0AE0982B20D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5" name="9wq3_5_build_ReferenceLigand_29">
            <a:extLst>
              <a:ext uri="{FF2B5EF4-FFF2-40B4-BE49-F238E27FC236}">
                <a16:creationId xmlns:a16="http://schemas.microsoft.com/office/drawing/2014/main" id="{242A1FFE-5D98-4459-ACD3-AAB3140672A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6" name="9wq3_5_build_ReferenceLigand_30">
            <a:extLst>
              <a:ext uri="{FF2B5EF4-FFF2-40B4-BE49-F238E27FC236}">
                <a16:creationId xmlns:a16="http://schemas.microsoft.com/office/drawing/2014/main" id="{69D6A4B8-CD74-478E-9ABA-B60E45F66C5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7" name="9wq3_5_build_ReferenceLigand_31">
            <a:extLst>
              <a:ext uri="{FF2B5EF4-FFF2-40B4-BE49-F238E27FC236}">
                <a16:creationId xmlns:a16="http://schemas.microsoft.com/office/drawing/2014/main" id="{11F4C15F-8720-4215-AFA8-E0CBEEEFC81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8" name="9wq3_5_build_ReferenceLigand_32">
            <a:extLst>
              <a:ext uri="{FF2B5EF4-FFF2-40B4-BE49-F238E27FC236}">
                <a16:creationId xmlns:a16="http://schemas.microsoft.com/office/drawing/2014/main" id="{89C356EC-6C1A-4C9B-8B22-4B4044DE557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9" name="9wq3_5_build_ReferenceLigand_33">
            <a:extLst>
              <a:ext uri="{FF2B5EF4-FFF2-40B4-BE49-F238E27FC236}">
                <a16:creationId xmlns:a16="http://schemas.microsoft.com/office/drawing/2014/main" id="{685CB4CD-3F14-48FC-9F87-95BDE68F1E4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0" name="9wq3_5_build_ReferenceLigand_34">
            <a:extLst>
              <a:ext uri="{FF2B5EF4-FFF2-40B4-BE49-F238E27FC236}">
                <a16:creationId xmlns:a16="http://schemas.microsoft.com/office/drawing/2014/main" id="{ADBD5501-3EB9-4289-96B9-9C48D1CC28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1" name="9wq3_5_build_ReferenceLigand_35">
            <a:extLst>
              <a:ext uri="{FF2B5EF4-FFF2-40B4-BE49-F238E27FC236}">
                <a16:creationId xmlns:a16="http://schemas.microsoft.com/office/drawing/2014/main" id="{85314673-AE78-44A8-B98C-5FBABF3832A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2" name="9wq3_5_build_ReferenceLigand_36">
            <a:extLst>
              <a:ext uri="{FF2B5EF4-FFF2-40B4-BE49-F238E27FC236}">
                <a16:creationId xmlns:a16="http://schemas.microsoft.com/office/drawing/2014/main" id="{CE6B32CA-03AC-4F2D-B060-650283993D0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3" name="9wq3_5_build_ReferenceLigand_37">
            <a:extLst>
              <a:ext uri="{FF2B5EF4-FFF2-40B4-BE49-F238E27FC236}">
                <a16:creationId xmlns:a16="http://schemas.microsoft.com/office/drawing/2014/main" id="{2C2C27B3-F896-4E85-A9E3-75BA936446B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4" name="9wq3_5_build_ReferenceLigand_38">
            <a:extLst>
              <a:ext uri="{FF2B5EF4-FFF2-40B4-BE49-F238E27FC236}">
                <a16:creationId xmlns:a16="http://schemas.microsoft.com/office/drawing/2014/main" id="{D13DCBDC-B132-4132-94EE-B472E33E88B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5" name="9wq3_5_build_ReferenceLigand_39">
            <a:extLst>
              <a:ext uri="{FF2B5EF4-FFF2-40B4-BE49-F238E27FC236}">
                <a16:creationId xmlns:a16="http://schemas.microsoft.com/office/drawing/2014/main" id="{65657995-C541-4114-8C01-10AAC533ADA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6" name="9wq3_5_build_ReferenceLigand_40">
            <a:extLst>
              <a:ext uri="{FF2B5EF4-FFF2-40B4-BE49-F238E27FC236}">
                <a16:creationId xmlns:a16="http://schemas.microsoft.com/office/drawing/2014/main" id="{5A3E6249-B988-44EC-BDCA-E6FC66D4A1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7" name="9wq3_5_build_ReferenceLigand_41">
            <a:extLst>
              <a:ext uri="{FF2B5EF4-FFF2-40B4-BE49-F238E27FC236}">
                <a16:creationId xmlns:a16="http://schemas.microsoft.com/office/drawing/2014/main" id="{53F31D5F-0C42-4BB6-AA5B-6B5E74425C7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8" name="9wq3_5_build_ReferenceLigand_42">
            <a:extLst>
              <a:ext uri="{FF2B5EF4-FFF2-40B4-BE49-F238E27FC236}">
                <a16:creationId xmlns:a16="http://schemas.microsoft.com/office/drawing/2014/main" id="{5335B0E7-0AEB-4106-86C9-4AC1E8DC1C5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9" name="9wq3_5_build_ReferenceLigand_43">
            <a:extLst>
              <a:ext uri="{FF2B5EF4-FFF2-40B4-BE49-F238E27FC236}">
                <a16:creationId xmlns:a16="http://schemas.microsoft.com/office/drawing/2014/main" id="{9C7FA1B3-946A-4497-A8BA-729AC14B894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0" name="9wq3_5_build_ReferenceLigand_44">
            <a:extLst>
              <a:ext uri="{FF2B5EF4-FFF2-40B4-BE49-F238E27FC236}">
                <a16:creationId xmlns:a16="http://schemas.microsoft.com/office/drawing/2014/main" id="{3D3C3781-56EA-46D2-8267-743ABA21A76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1" name="9wq3_5_build_ReferenceLigand_45">
            <a:extLst>
              <a:ext uri="{FF2B5EF4-FFF2-40B4-BE49-F238E27FC236}">
                <a16:creationId xmlns:a16="http://schemas.microsoft.com/office/drawing/2014/main" id="{0587C0DE-41F0-4AC6-88A6-09054F8F8A6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2" name="9wq3_5_build_ReferenceLigand_46">
            <a:extLst>
              <a:ext uri="{FF2B5EF4-FFF2-40B4-BE49-F238E27FC236}">
                <a16:creationId xmlns:a16="http://schemas.microsoft.com/office/drawing/2014/main" id="{AFB27CAF-4CCB-40CD-B37B-B60600D316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3" name="9wq3_5_build_ReferenceLigand_47">
            <a:extLst>
              <a:ext uri="{FF2B5EF4-FFF2-40B4-BE49-F238E27FC236}">
                <a16:creationId xmlns:a16="http://schemas.microsoft.com/office/drawing/2014/main" id="{8E1E4104-E885-4578-8159-C7ACC086479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4" name="9wq3_5_build_ReferenceLigand_48">
            <a:extLst>
              <a:ext uri="{FF2B5EF4-FFF2-40B4-BE49-F238E27FC236}">
                <a16:creationId xmlns:a16="http://schemas.microsoft.com/office/drawing/2014/main" id="{9EB97A77-14D6-4C14-B142-2C949B44F82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5" name="9wq3_5_build_ReferenceLigand_49">
            <a:extLst>
              <a:ext uri="{FF2B5EF4-FFF2-40B4-BE49-F238E27FC236}">
                <a16:creationId xmlns:a16="http://schemas.microsoft.com/office/drawing/2014/main" id="{B887B2E2-EBC6-427E-8B7D-4841E556E93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6" name="9wq3_5_build_ReferenceLigand_50">
            <a:extLst>
              <a:ext uri="{FF2B5EF4-FFF2-40B4-BE49-F238E27FC236}">
                <a16:creationId xmlns:a16="http://schemas.microsoft.com/office/drawing/2014/main" id="{C22F5D77-5531-4905-9536-74B44D7AF8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7" name="9wq3_5_build_PredictedLigand_0">
            <a:extLst>
              <a:ext uri="{FF2B5EF4-FFF2-40B4-BE49-F238E27FC236}">
                <a16:creationId xmlns:a16="http://schemas.microsoft.com/office/drawing/2014/main" id="{CF6CCAFA-3A0A-4EC2-B69F-D21A18F243A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48" name="9wq3_5_build_PredictedLigand_1">
            <a:extLst>
              <a:ext uri="{FF2B5EF4-FFF2-40B4-BE49-F238E27FC236}">
                <a16:creationId xmlns:a16="http://schemas.microsoft.com/office/drawing/2014/main" id="{C99A7AD4-4296-44EB-AF40-EEAFDAA0955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49" name="9wq3_5_build_PredictedLigand_2">
            <a:extLst>
              <a:ext uri="{FF2B5EF4-FFF2-40B4-BE49-F238E27FC236}">
                <a16:creationId xmlns:a16="http://schemas.microsoft.com/office/drawing/2014/main" id="{38EE12C1-764C-4D79-99A1-846873738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0" name="9wq3_5_build_PredictedLigand_3">
            <a:extLst>
              <a:ext uri="{FF2B5EF4-FFF2-40B4-BE49-F238E27FC236}">
                <a16:creationId xmlns:a16="http://schemas.microsoft.com/office/drawing/2014/main" id="{D401D7BE-CFD9-4CB5-9FD8-B2608AF73B2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1" name="9wq3_5_build_PredictedLigand_4">
            <a:extLst>
              <a:ext uri="{FF2B5EF4-FFF2-40B4-BE49-F238E27FC236}">
                <a16:creationId xmlns:a16="http://schemas.microsoft.com/office/drawing/2014/main" id="{DD86545A-4841-44A3-A233-E5CDFC17FBB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2" name="9wq3_5_build_PredictedLigand_5">
            <a:extLst>
              <a:ext uri="{FF2B5EF4-FFF2-40B4-BE49-F238E27FC236}">
                <a16:creationId xmlns:a16="http://schemas.microsoft.com/office/drawing/2014/main" id="{CBF13D24-2990-445D-B6E5-613AFBF005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3" name="9wq3_5_build_PredictedLigand_6">
            <a:extLst>
              <a:ext uri="{FF2B5EF4-FFF2-40B4-BE49-F238E27FC236}">
                <a16:creationId xmlns:a16="http://schemas.microsoft.com/office/drawing/2014/main" id="{30F97795-FD74-4171-97FF-B0AD3FBABF3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4" name="9wq3_5_build_PredictedLigand_7">
            <a:extLst>
              <a:ext uri="{FF2B5EF4-FFF2-40B4-BE49-F238E27FC236}">
                <a16:creationId xmlns:a16="http://schemas.microsoft.com/office/drawing/2014/main" id="{ACAFA841-F71D-4729-8DFF-916628DC50C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5" name="9wq3_5_build_PredictedLigand_8">
            <a:extLst>
              <a:ext uri="{FF2B5EF4-FFF2-40B4-BE49-F238E27FC236}">
                <a16:creationId xmlns:a16="http://schemas.microsoft.com/office/drawing/2014/main" id="{8E5BF5EC-8793-4A86-9B63-5001D8C8E9D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6" name="9wq3_5_build_PredictedLigand_9">
            <a:extLst>
              <a:ext uri="{FF2B5EF4-FFF2-40B4-BE49-F238E27FC236}">
                <a16:creationId xmlns:a16="http://schemas.microsoft.com/office/drawing/2014/main" id="{01C356BA-8BC3-4806-BEA8-02536B1A016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7" name="9wq3_5_build_PredictedLigand_10">
            <a:extLst>
              <a:ext uri="{FF2B5EF4-FFF2-40B4-BE49-F238E27FC236}">
                <a16:creationId xmlns:a16="http://schemas.microsoft.com/office/drawing/2014/main" id="{0E22CA89-2185-4EA8-9FF2-0230782805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8" name="9wq3_5_build_PredictedLigand_11">
            <a:extLst>
              <a:ext uri="{FF2B5EF4-FFF2-40B4-BE49-F238E27FC236}">
                <a16:creationId xmlns:a16="http://schemas.microsoft.com/office/drawing/2014/main" id="{063FAA04-72D7-4851-BF52-D826663111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9" name="9wq3_5_build_PredictedLigand_12">
            <a:extLst>
              <a:ext uri="{FF2B5EF4-FFF2-40B4-BE49-F238E27FC236}">
                <a16:creationId xmlns:a16="http://schemas.microsoft.com/office/drawing/2014/main" id="{F69892A7-F912-460D-AC23-FF4E0E48D22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0" name="9wq3_5_build_PredictedLigand_13">
            <a:extLst>
              <a:ext uri="{FF2B5EF4-FFF2-40B4-BE49-F238E27FC236}">
                <a16:creationId xmlns:a16="http://schemas.microsoft.com/office/drawing/2014/main" id="{547AA837-EF79-45B4-A29A-DE7D3373BE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1" name="9wq3_5_build_PredictedLigand_14">
            <a:extLst>
              <a:ext uri="{FF2B5EF4-FFF2-40B4-BE49-F238E27FC236}">
                <a16:creationId xmlns:a16="http://schemas.microsoft.com/office/drawing/2014/main" id="{10BC0D1A-B236-4C6E-8043-AADE5AAE323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2" name="9wq3_5_build_PredictedLigand_15">
            <a:extLst>
              <a:ext uri="{FF2B5EF4-FFF2-40B4-BE49-F238E27FC236}">
                <a16:creationId xmlns:a16="http://schemas.microsoft.com/office/drawing/2014/main" id="{FB0579BF-49EA-4517-B4D5-CF6F67FF92F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3" name="9wq3_5_build_PredictedLigand_16">
            <a:extLst>
              <a:ext uri="{FF2B5EF4-FFF2-40B4-BE49-F238E27FC236}">
                <a16:creationId xmlns:a16="http://schemas.microsoft.com/office/drawing/2014/main" id="{591B8474-885E-4834-8EFA-3BA618A838D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4" name="9wq3_5_build_PredictedLigand_17">
            <a:extLst>
              <a:ext uri="{FF2B5EF4-FFF2-40B4-BE49-F238E27FC236}">
                <a16:creationId xmlns:a16="http://schemas.microsoft.com/office/drawing/2014/main" id="{D61FDA40-7DCF-46FF-BFD6-1E19A58550E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5" name="9wq3_5_build_PredictedLigand_18">
            <a:extLst>
              <a:ext uri="{FF2B5EF4-FFF2-40B4-BE49-F238E27FC236}">
                <a16:creationId xmlns:a16="http://schemas.microsoft.com/office/drawing/2014/main" id="{F08269E2-146A-4E9A-B451-FD667C5BE83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6" name="9wq3_5_build_PredictedLigand_19">
            <a:extLst>
              <a:ext uri="{FF2B5EF4-FFF2-40B4-BE49-F238E27FC236}">
                <a16:creationId xmlns:a16="http://schemas.microsoft.com/office/drawing/2014/main" id="{A72FB83F-1E8C-4DCC-A2D2-D6C6BBD5771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7" name="9wq3_5_build_PredictedLigand_20">
            <a:extLst>
              <a:ext uri="{FF2B5EF4-FFF2-40B4-BE49-F238E27FC236}">
                <a16:creationId xmlns:a16="http://schemas.microsoft.com/office/drawing/2014/main" id="{26421F48-D411-4B9F-8BF1-BBFA32EC797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8" name="9wq3_5_build_PredictedLigand_21">
            <a:extLst>
              <a:ext uri="{FF2B5EF4-FFF2-40B4-BE49-F238E27FC236}">
                <a16:creationId xmlns:a16="http://schemas.microsoft.com/office/drawing/2014/main" id="{99623444-4356-493D-AB3C-B105E898AFC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9" name="9wq3_5_build_PredictedLigand_22">
            <a:extLst>
              <a:ext uri="{FF2B5EF4-FFF2-40B4-BE49-F238E27FC236}">
                <a16:creationId xmlns:a16="http://schemas.microsoft.com/office/drawing/2014/main" id="{3DC77ADB-C785-411D-B325-582104F0FCC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0" name="9wq3_5_build_PredictedLigand_23">
            <a:extLst>
              <a:ext uri="{FF2B5EF4-FFF2-40B4-BE49-F238E27FC236}">
                <a16:creationId xmlns:a16="http://schemas.microsoft.com/office/drawing/2014/main" id="{B0F91F14-9A87-4221-9EE5-8E935401DE9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1" name="9wq3_5_build_PredictedLigand_24">
            <a:extLst>
              <a:ext uri="{FF2B5EF4-FFF2-40B4-BE49-F238E27FC236}">
                <a16:creationId xmlns:a16="http://schemas.microsoft.com/office/drawing/2014/main" id="{A337332C-2578-4173-B380-1A607D8B1B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2" name="9wq3_5_build_PredictedLigand_25">
            <a:extLst>
              <a:ext uri="{FF2B5EF4-FFF2-40B4-BE49-F238E27FC236}">
                <a16:creationId xmlns:a16="http://schemas.microsoft.com/office/drawing/2014/main" id="{3E2C6BBD-EADB-4A1D-A25B-8154931F3F8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3" name="9wq3_5_build_PredictedLigand_26">
            <a:extLst>
              <a:ext uri="{FF2B5EF4-FFF2-40B4-BE49-F238E27FC236}">
                <a16:creationId xmlns:a16="http://schemas.microsoft.com/office/drawing/2014/main" id="{141303E1-F6C0-47D8-8554-BDBFB4BD1F2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4" name="9wq3_5_build_PredictedLigand_27">
            <a:extLst>
              <a:ext uri="{FF2B5EF4-FFF2-40B4-BE49-F238E27FC236}">
                <a16:creationId xmlns:a16="http://schemas.microsoft.com/office/drawing/2014/main" id="{2E2951A8-FD02-47BB-877E-412ABAF1F04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5" name="9wq3_5_build_PredictedLigand_28">
            <a:extLst>
              <a:ext uri="{FF2B5EF4-FFF2-40B4-BE49-F238E27FC236}">
                <a16:creationId xmlns:a16="http://schemas.microsoft.com/office/drawing/2014/main" id="{EEBF8CF8-D08C-436A-A238-4906A4485D6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6" name="9wq3_5_build_PredictedLigand_29">
            <a:extLst>
              <a:ext uri="{FF2B5EF4-FFF2-40B4-BE49-F238E27FC236}">
                <a16:creationId xmlns:a16="http://schemas.microsoft.com/office/drawing/2014/main" id="{C21ECBB7-A6F7-4187-80B5-CEE11FB6652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7" name="9wq3_5_build_PredictedLigand_30">
            <a:extLst>
              <a:ext uri="{FF2B5EF4-FFF2-40B4-BE49-F238E27FC236}">
                <a16:creationId xmlns:a16="http://schemas.microsoft.com/office/drawing/2014/main" id="{FE5234C9-1CA2-4F9B-825E-F87A6282778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8" name="9wq3_5_build_PredictedLigand_31">
            <a:extLst>
              <a:ext uri="{FF2B5EF4-FFF2-40B4-BE49-F238E27FC236}">
                <a16:creationId xmlns:a16="http://schemas.microsoft.com/office/drawing/2014/main" id="{18349760-132E-4C40-B18B-3FA831ECD9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9" name="9wq3_5_build_PredictedLigand_32">
            <a:extLst>
              <a:ext uri="{FF2B5EF4-FFF2-40B4-BE49-F238E27FC236}">
                <a16:creationId xmlns:a16="http://schemas.microsoft.com/office/drawing/2014/main" id="{D9204FB3-A627-4CD9-82A3-AA33B1099D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0" name="9wq3_5_build_PredictedLigand_33">
            <a:extLst>
              <a:ext uri="{FF2B5EF4-FFF2-40B4-BE49-F238E27FC236}">
                <a16:creationId xmlns:a16="http://schemas.microsoft.com/office/drawing/2014/main" id="{CF3ADA21-8920-4AB8-A152-831392F8B78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1" name="9wq3_5_build_PredictedLigand_34">
            <a:extLst>
              <a:ext uri="{FF2B5EF4-FFF2-40B4-BE49-F238E27FC236}">
                <a16:creationId xmlns:a16="http://schemas.microsoft.com/office/drawing/2014/main" id="{F77A7070-C941-478F-84E8-3A9B4BE9E86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2" name="9wq3_5_build_PredictedLigand_35">
            <a:extLst>
              <a:ext uri="{FF2B5EF4-FFF2-40B4-BE49-F238E27FC236}">
                <a16:creationId xmlns:a16="http://schemas.microsoft.com/office/drawing/2014/main" id="{D1DFE0C4-A51B-4D2D-A8BA-4FF50695E09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3" name="9wq3_5_build_PredictedLigand_36">
            <a:extLst>
              <a:ext uri="{FF2B5EF4-FFF2-40B4-BE49-F238E27FC236}">
                <a16:creationId xmlns:a16="http://schemas.microsoft.com/office/drawing/2014/main" id="{6BBD33E5-E423-4C0D-8615-2B4E5209ABE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4" name="9wq3_5_build_PredictedLigand_37">
            <a:extLst>
              <a:ext uri="{FF2B5EF4-FFF2-40B4-BE49-F238E27FC236}">
                <a16:creationId xmlns:a16="http://schemas.microsoft.com/office/drawing/2014/main" id="{AC93E002-3F19-4649-A403-E8F6FFAF736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5" name="9wq3_5_build_PredictedLigand_38">
            <a:extLst>
              <a:ext uri="{FF2B5EF4-FFF2-40B4-BE49-F238E27FC236}">
                <a16:creationId xmlns:a16="http://schemas.microsoft.com/office/drawing/2014/main" id="{1F94112F-ACB1-47DA-BF62-95E8AE6C301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6" name="9wq3_5_build_PredictedLigand_39">
            <a:extLst>
              <a:ext uri="{FF2B5EF4-FFF2-40B4-BE49-F238E27FC236}">
                <a16:creationId xmlns:a16="http://schemas.microsoft.com/office/drawing/2014/main" id="{6CD9CFAD-24D9-4F8D-89C7-6CF1ACBB12B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7" name="9wq3_5_build_PredictedLigand_40">
            <a:extLst>
              <a:ext uri="{FF2B5EF4-FFF2-40B4-BE49-F238E27FC236}">
                <a16:creationId xmlns:a16="http://schemas.microsoft.com/office/drawing/2014/main" id="{EDD65DD6-DCFC-452B-A649-D5F16645BD9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8" name="9wq3_5_build_PredictedLigand_41">
            <a:extLst>
              <a:ext uri="{FF2B5EF4-FFF2-40B4-BE49-F238E27FC236}">
                <a16:creationId xmlns:a16="http://schemas.microsoft.com/office/drawing/2014/main" id="{182398C8-1C0F-4368-AA36-9E249166919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9" name="9wq3_5_build_PredictedLigand_42">
            <a:extLst>
              <a:ext uri="{FF2B5EF4-FFF2-40B4-BE49-F238E27FC236}">
                <a16:creationId xmlns:a16="http://schemas.microsoft.com/office/drawing/2014/main" id="{86C64C13-2B98-49CF-B973-B56D961D655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0" name="9wq3_5_build_PredictedLigand_43">
            <a:extLst>
              <a:ext uri="{FF2B5EF4-FFF2-40B4-BE49-F238E27FC236}">
                <a16:creationId xmlns:a16="http://schemas.microsoft.com/office/drawing/2014/main" id="{355C2D99-6409-4C93-AE2F-560C6ECACE6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1" name="9wq3_5_build_PredictedLigand_44">
            <a:extLst>
              <a:ext uri="{FF2B5EF4-FFF2-40B4-BE49-F238E27FC236}">
                <a16:creationId xmlns:a16="http://schemas.microsoft.com/office/drawing/2014/main" id="{8CD3EDCB-3A00-4516-A3B3-FAD6457586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2" name="9wq3_5_build_PredictedLigand_45">
            <a:extLst>
              <a:ext uri="{FF2B5EF4-FFF2-40B4-BE49-F238E27FC236}">
                <a16:creationId xmlns:a16="http://schemas.microsoft.com/office/drawing/2014/main" id="{075DFC27-2088-40AB-8348-D68792F03DD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3" name="9wq3_5_build_PredictedLigand_46">
            <a:extLst>
              <a:ext uri="{FF2B5EF4-FFF2-40B4-BE49-F238E27FC236}">
                <a16:creationId xmlns:a16="http://schemas.microsoft.com/office/drawing/2014/main" id="{4E2CDAD0-41EF-4D21-AC48-A0D071AA30E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4" name="9wq3_5_build_PredictedLigand_47">
            <a:extLst>
              <a:ext uri="{FF2B5EF4-FFF2-40B4-BE49-F238E27FC236}">
                <a16:creationId xmlns:a16="http://schemas.microsoft.com/office/drawing/2014/main" id="{C939351C-AEEC-4769-A2FF-382D103014A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5" name="9wq3_5_build_PredictedLigand_48">
            <a:extLst>
              <a:ext uri="{FF2B5EF4-FFF2-40B4-BE49-F238E27FC236}">
                <a16:creationId xmlns:a16="http://schemas.microsoft.com/office/drawing/2014/main" id="{AD03ACD1-DBAE-4CB9-BBAF-9E9BB0A0DFC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6" name="9wq3_5_build_PredictedAtoms_0">
            <a:extLst>
              <a:ext uri="{FF2B5EF4-FFF2-40B4-BE49-F238E27FC236}">
                <a16:creationId xmlns:a16="http://schemas.microsoft.com/office/drawing/2014/main" id="{442FAE7C-B315-4360-A9D8-1B49DA5F676F}"/>
              </a:ext>
            </a:extLst>
          </p:cNvPr>
          <p:cNvSpPr>
            <a:spLocks noGrp="1"/>
          </p:cNvSpPr>
          <p:nvPr/>
        </p:nvSpPr>
        <p:spPr>
          <a:xfrm>
            <a:off x="7992669" y="110392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7" name="9wq3_5_build_PredictedAtoms_1">
            <a:extLst>
              <a:ext uri="{FF2B5EF4-FFF2-40B4-BE49-F238E27FC236}">
                <a16:creationId xmlns:a16="http://schemas.microsoft.com/office/drawing/2014/main" id="{735A4A5F-3BA0-4E82-81E9-F18C3F45A0E2}"/>
              </a:ext>
            </a:extLst>
          </p:cNvPr>
          <p:cNvSpPr>
            <a:spLocks noGrp="1"/>
          </p:cNvSpPr>
          <p:nvPr/>
        </p:nvSpPr>
        <p:spPr>
          <a:xfrm>
            <a:off x="7962135" y="108985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8" name="9wq3_5_build_PredictedAtoms_2">
            <a:extLst>
              <a:ext uri="{FF2B5EF4-FFF2-40B4-BE49-F238E27FC236}">
                <a16:creationId xmlns:a16="http://schemas.microsoft.com/office/drawing/2014/main" id="{8ECB43F0-4044-40FC-8A78-B5B5980F37DD}"/>
              </a:ext>
            </a:extLst>
          </p:cNvPr>
          <p:cNvSpPr>
            <a:spLocks noGrp="1"/>
          </p:cNvSpPr>
          <p:nvPr/>
        </p:nvSpPr>
        <p:spPr>
          <a:xfrm>
            <a:off x="8082910" y="107915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9" name="9wq3_5_build_PredictedAtoms_3">
            <a:extLst>
              <a:ext uri="{FF2B5EF4-FFF2-40B4-BE49-F238E27FC236}">
                <a16:creationId xmlns:a16="http://schemas.microsoft.com/office/drawing/2014/main" id="{AE683867-A108-4D97-9CD4-D42C478ED638}"/>
              </a:ext>
            </a:extLst>
          </p:cNvPr>
          <p:cNvSpPr>
            <a:spLocks noGrp="1"/>
          </p:cNvSpPr>
          <p:nvPr/>
        </p:nvSpPr>
        <p:spPr>
          <a:xfrm>
            <a:off x="8167420" y="107356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0" name="9wq3_5_build_PredictedAtoms_4">
            <a:extLst>
              <a:ext uri="{FF2B5EF4-FFF2-40B4-BE49-F238E27FC236}">
                <a16:creationId xmlns:a16="http://schemas.microsoft.com/office/drawing/2014/main" id="{1CD75414-7C6F-45D9-BB07-90114A49F268}"/>
              </a:ext>
            </a:extLst>
          </p:cNvPr>
          <p:cNvSpPr>
            <a:spLocks noGrp="1"/>
          </p:cNvSpPr>
          <p:nvPr/>
        </p:nvSpPr>
        <p:spPr>
          <a:xfrm>
            <a:off x="8154875" y="104040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1" name="9wq3_5_build_PredictedAtoms_5">
            <a:extLst>
              <a:ext uri="{FF2B5EF4-FFF2-40B4-BE49-F238E27FC236}">
                <a16:creationId xmlns:a16="http://schemas.microsoft.com/office/drawing/2014/main" id="{10402120-7C4B-4C2D-A9A1-884501520E11}"/>
              </a:ext>
            </a:extLst>
          </p:cNvPr>
          <p:cNvSpPr>
            <a:spLocks noGrp="1"/>
          </p:cNvSpPr>
          <p:nvPr/>
        </p:nvSpPr>
        <p:spPr>
          <a:xfrm>
            <a:off x="8230707" y="103188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2" name="9wq3_5_build_PredictedAtoms_6">
            <a:extLst>
              <a:ext uri="{FF2B5EF4-FFF2-40B4-BE49-F238E27FC236}">
                <a16:creationId xmlns:a16="http://schemas.microsoft.com/office/drawing/2014/main" id="{6E1FDAD9-D29B-4A80-BD5F-E4AC90171950}"/>
              </a:ext>
            </a:extLst>
          </p:cNvPr>
          <p:cNvSpPr>
            <a:spLocks noGrp="1"/>
          </p:cNvSpPr>
          <p:nvPr/>
        </p:nvSpPr>
        <p:spPr>
          <a:xfrm>
            <a:off x="8315570" y="10301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3" name="9wq3_5_build_PredictedAtoms_7">
            <a:extLst>
              <a:ext uri="{FF2B5EF4-FFF2-40B4-BE49-F238E27FC236}">
                <a16:creationId xmlns:a16="http://schemas.microsoft.com/office/drawing/2014/main" id="{93B4BF00-B60B-478F-87CC-ECCD818055FF}"/>
              </a:ext>
            </a:extLst>
          </p:cNvPr>
          <p:cNvSpPr>
            <a:spLocks noGrp="1"/>
          </p:cNvSpPr>
          <p:nvPr/>
        </p:nvSpPr>
        <p:spPr>
          <a:xfrm>
            <a:off x="8517918" y="1029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4" name="9wq3_5_build_PredictedAtoms_8">
            <a:extLst>
              <a:ext uri="{FF2B5EF4-FFF2-40B4-BE49-F238E27FC236}">
                <a16:creationId xmlns:a16="http://schemas.microsoft.com/office/drawing/2014/main" id="{3F96D1A7-D134-4E64-81F3-519B20BA4FA3}"/>
              </a:ext>
            </a:extLst>
          </p:cNvPr>
          <p:cNvSpPr>
            <a:spLocks noGrp="1"/>
          </p:cNvSpPr>
          <p:nvPr/>
        </p:nvSpPr>
        <p:spPr>
          <a:xfrm>
            <a:off x="8522130" y="10178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5" name="9wq3_5_build_PredictedAtoms_9">
            <a:extLst>
              <a:ext uri="{FF2B5EF4-FFF2-40B4-BE49-F238E27FC236}">
                <a16:creationId xmlns:a16="http://schemas.microsoft.com/office/drawing/2014/main" id="{09D3D954-51AE-4E28-9F6E-302A90DF7D6E}"/>
              </a:ext>
            </a:extLst>
          </p:cNvPr>
          <p:cNvSpPr>
            <a:spLocks noGrp="1"/>
          </p:cNvSpPr>
          <p:nvPr/>
        </p:nvSpPr>
        <p:spPr>
          <a:xfrm>
            <a:off x="8312524" y="10300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6" name="9wq3_5_build_PredictedAtoms_10">
            <a:extLst>
              <a:ext uri="{FF2B5EF4-FFF2-40B4-BE49-F238E27FC236}">
                <a16:creationId xmlns:a16="http://schemas.microsoft.com/office/drawing/2014/main" id="{19F08C01-61FF-4330-B547-A3E07861EA51}"/>
              </a:ext>
            </a:extLst>
          </p:cNvPr>
          <p:cNvSpPr>
            <a:spLocks noGrp="1"/>
          </p:cNvSpPr>
          <p:nvPr/>
        </p:nvSpPr>
        <p:spPr>
          <a:xfrm>
            <a:off x="8328300" y="104565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7" name="9wq3_5_build_PredictedAtoms_11">
            <a:extLst>
              <a:ext uri="{FF2B5EF4-FFF2-40B4-BE49-F238E27FC236}">
                <a16:creationId xmlns:a16="http://schemas.microsoft.com/office/drawing/2014/main" id="{A5B705B0-1C12-405C-B165-3287A316F85E}"/>
              </a:ext>
            </a:extLst>
          </p:cNvPr>
          <p:cNvSpPr>
            <a:spLocks noGrp="1"/>
          </p:cNvSpPr>
          <p:nvPr/>
        </p:nvSpPr>
        <p:spPr>
          <a:xfrm>
            <a:off x="8227626" y="105630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8" name="9wq3_5_build_PredictedAtoms_12">
            <a:extLst>
              <a:ext uri="{FF2B5EF4-FFF2-40B4-BE49-F238E27FC236}">
                <a16:creationId xmlns:a16="http://schemas.microsoft.com/office/drawing/2014/main" id="{E87CD575-D3B9-42FF-AED3-8B5D3D097A73}"/>
              </a:ext>
            </a:extLst>
          </p:cNvPr>
          <p:cNvSpPr>
            <a:spLocks noGrp="1"/>
          </p:cNvSpPr>
          <p:nvPr/>
        </p:nvSpPr>
        <p:spPr>
          <a:xfrm>
            <a:off x="8218205" y="104272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9" name="9wq3_5_build_PredictedAtoms_13">
            <a:extLst>
              <a:ext uri="{FF2B5EF4-FFF2-40B4-BE49-F238E27FC236}">
                <a16:creationId xmlns:a16="http://schemas.microsoft.com/office/drawing/2014/main" id="{E25B4A65-6A66-4511-9AA5-EAA3E4AD248B}"/>
              </a:ext>
            </a:extLst>
          </p:cNvPr>
          <p:cNvSpPr>
            <a:spLocks noGrp="1"/>
          </p:cNvSpPr>
          <p:nvPr/>
        </p:nvSpPr>
        <p:spPr>
          <a:xfrm>
            <a:off x="8005328" y="106688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0" name="9wq3_5_build_PredictedAtoms_14">
            <a:extLst>
              <a:ext uri="{FF2B5EF4-FFF2-40B4-BE49-F238E27FC236}">
                <a16:creationId xmlns:a16="http://schemas.microsoft.com/office/drawing/2014/main" id="{68037CC3-1E59-40A4-B1F1-716DB1AECC6D}"/>
              </a:ext>
            </a:extLst>
          </p:cNvPr>
          <p:cNvSpPr>
            <a:spLocks noGrp="1"/>
          </p:cNvSpPr>
          <p:nvPr/>
        </p:nvSpPr>
        <p:spPr>
          <a:xfrm>
            <a:off x="7844543" y="107103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1" name="9wq3_5_build_PredictedAtoms_15">
            <a:extLst>
              <a:ext uri="{FF2B5EF4-FFF2-40B4-BE49-F238E27FC236}">
                <a16:creationId xmlns:a16="http://schemas.microsoft.com/office/drawing/2014/main" id="{0EB591B5-C403-4C6D-A1A5-1C9593AA731C}"/>
              </a:ext>
            </a:extLst>
          </p:cNvPr>
          <p:cNvSpPr>
            <a:spLocks noGrp="1"/>
          </p:cNvSpPr>
          <p:nvPr/>
        </p:nvSpPr>
        <p:spPr>
          <a:xfrm>
            <a:off x="7712461" y="10555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2" name="9wq3_5_build_PredictedAtoms_16">
            <a:extLst>
              <a:ext uri="{FF2B5EF4-FFF2-40B4-BE49-F238E27FC236}">
                <a16:creationId xmlns:a16="http://schemas.microsoft.com/office/drawing/2014/main" id="{EB8CF7DB-F69E-4D7B-AEEE-3183A563EBEB}"/>
              </a:ext>
            </a:extLst>
          </p:cNvPr>
          <p:cNvSpPr>
            <a:spLocks noGrp="1"/>
          </p:cNvSpPr>
          <p:nvPr/>
        </p:nvSpPr>
        <p:spPr>
          <a:xfrm>
            <a:off x="7698403" y="104887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3" name="9wq3_5_build_PredictedAtoms_17">
            <a:extLst>
              <a:ext uri="{FF2B5EF4-FFF2-40B4-BE49-F238E27FC236}">
                <a16:creationId xmlns:a16="http://schemas.microsoft.com/office/drawing/2014/main" id="{0E55546C-D552-4203-BBC0-A8A8DE32B586}"/>
              </a:ext>
            </a:extLst>
          </p:cNvPr>
          <p:cNvSpPr>
            <a:spLocks noGrp="1"/>
          </p:cNvSpPr>
          <p:nvPr/>
        </p:nvSpPr>
        <p:spPr>
          <a:xfrm>
            <a:off x="7541847" y="103559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4" name="9wq3_5_build_PredictedAtoms_18">
            <a:extLst>
              <a:ext uri="{FF2B5EF4-FFF2-40B4-BE49-F238E27FC236}">
                <a16:creationId xmlns:a16="http://schemas.microsoft.com/office/drawing/2014/main" id="{874BEF3A-4830-4232-A5BB-779CB2FC3AE8}"/>
              </a:ext>
            </a:extLst>
          </p:cNvPr>
          <p:cNvSpPr>
            <a:spLocks noGrp="1"/>
          </p:cNvSpPr>
          <p:nvPr/>
        </p:nvSpPr>
        <p:spPr>
          <a:xfrm>
            <a:off x="7514887" y="102885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5" name="9wq3_5_build_PredictedAtoms_19">
            <a:extLst>
              <a:ext uri="{FF2B5EF4-FFF2-40B4-BE49-F238E27FC236}">
                <a16:creationId xmlns:a16="http://schemas.microsoft.com/office/drawing/2014/main" id="{21253A60-EB16-4905-9131-FA1F5A479827}"/>
              </a:ext>
            </a:extLst>
          </p:cNvPr>
          <p:cNvSpPr>
            <a:spLocks noGrp="1"/>
          </p:cNvSpPr>
          <p:nvPr/>
        </p:nvSpPr>
        <p:spPr>
          <a:xfrm>
            <a:off x="7537565" y="102658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6" name="9wq3_5_build_PredictedAtoms_20">
            <a:extLst>
              <a:ext uri="{FF2B5EF4-FFF2-40B4-BE49-F238E27FC236}">
                <a16:creationId xmlns:a16="http://schemas.microsoft.com/office/drawing/2014/main" id="{97E7B8FF-46DF-4D43-90DF-F7ECB0E0D797}"/>
              </a:ext>
            </a:extLst>
          </p:cNvPr>
          <p:cNvSpPr>
            <a:spLocks noGrp="1"/>
          </p:cNvSpPr>
          <p:nvPr/>
        </p:nvSpPr>
        <p:spPr>
          <a:xfrm>
            <a:off x="7426451" y="104957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7" name="9wq3_5_build_PredictedAtoms_21">
            <a:extLst>
              <a:ext uri="{FF2B5EF4-FFF2-40B4-BE49-F238E27FC236}">
                <a16:creationId xmlns:a16="http://schemas.microsoft.com/office/drawing/2014/main" id="{E1556241-555F-4A1B-A4C0-9E3DC200BEAC}"/>
              </a:ext>
            </a:extLst>
          </p:cNvPr>
          <p:cNvSpPr>
            <a:spLocks noGrp="1"/>
          </p:cNvSpPr>
          <p:nvPr/>
        </p:nvSpPr>
        <p:spPr>
          <a:xfrm>
            <a:off x="7298708" y="105638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8" name="9wq3_5_build_PredictedAtoms_22">
            <a:extLst>
              <a:ext uri="{FF2B5EF4-FFF2-40B4-BE49-F238E27FC236}">
                <a16:creationId xmlns:a16="http://schemas.microsoft.com/office/drawing/2014/main" id="{EFF9BD60-979A-4798-8F8B-CBA387F25CEA}"/>
              </a:ext>
            </a:extLst>
          </p:cNvPr>
          <p:cNvSpPr>
            <a:spLocks noGrp="1"/>
          </p:cNvSpPr>
          <p:nvPr/>
        </p:nvSpPr>
        <p:spPr>
          <a:xfrm>
            <a:off x="7144359" y="1057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9" name="9wq3_5_build_PredictedAtoms_23">
            <a:extLst>
              <a:ext uri="{FF2B5EF4-FFF2-40B4-BE49-F238E27FC236}">
                <a16:creationId xmlns:a16="http://schemas.microsoft.com/office/drawing/2014/main" id="{4CD32DC5-B90F-4C29-AA43-244C5039650C}"/>
              </a:ext>
            </a:extLst>
          </p:cNvPr>
          <p:cNvSpPr>
            <a:spLocks noGrp="1"/>
          </p:cNvSpPr>
          <p:nvPr/>
        </p:nvSpPr>
        <p:spPr>
          <a:xfrm>
            <a:off x="7092237" y="10454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0" name="9wq3_5_build_PredictedAtoms_24">
            <a:extLst>
              <a:ext uri="{FF2B5EF4-FFF2-40B4-BE49-F238E27FC236}">
                <a16:creationId xmlns:a16="http://schemas.microsoft.com/office/drawing/2014/main" id="{5199073D-17FC-4892-AA79-4786678DDC7C}"/>
              </a:ext>
            </a:extLst>
          </p:cNvPr>
          <p:cNvSpPr>
            <a:spLocks noGrp="1"/>
          </p:cNvSpPr>
          <p:nvPr/>
        </p:nvSpPr>
        <p:spPr>
          <a:xfrm>
            <a:off x="7023046" y="10667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1" name="9wq3_5_build_PredictedAtoms_25">
            <a:extLst>
              <a:ext uri="{FF2B5EF4-FFF2-40B4-BE49-F238E27FC236}">
                <a16:creationId xmlns:a16="http://schemas.microsoft.com/office/drawing/2014/main" id="{4569E0A2-3EF0-410C-ABB8-5239763DFB7E}"/>
              </a:ext>
            </a:extLst>
          </p:cNvPr>
          <p:cNvSpPr>
            <a:spLocks noGrp="1"/>
          </p:cNvSpPr>
          <p:nvPr/>
        </p:nvSpPr>
        <p:spPr>
          <a:xfrm>
            <a:off x="6912818" y="105271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2" name="9wq3_5_build_PredictedAtoms_26">
            <a:extLst>
              <a:ext uri="{FF2B5EF4-FFF2-40B4-BE49-F238E27FC236}">
                <a16:creationId xmlns:a16="http://schemas.microsoft.com/office/drawing/2014/main" id="{6A761CE9-E794-4F85-9356-F2C38C89C9B1}"/>
              </a:ext>
            </a:extLst>
          </p:cNvPr>
          <p:cNvSpPr>
            <a:spLocks noGrp="1"/>
          </p:cNvSpPr>
          <p:nvPr/>
        </p:nvSpPr>
        <p:spPr>
          <a:xfrm>
            <a:off x="6767876" y="104021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3" name="9wq3_5_build_PredictedAtoms_27">
            <a:extLst>
              <a:ext uri="{FF2B5EF4-FFF2-40B4-BE49-F238E27FC236}">
                <a16:creationId xmlns:a16="http://schemas.microsoft.com/office/drawing/2014/main" id="{69F5E7AB-341A-44B5-9E22-21ED781B0E6B}"/>
              </a:ext>
            </a:extLst>
          </p:cNvPr>
          <p:cNvSpPr>
            <a:spLocks noGrp="1"/>
          </p:cNvSpPr>
          <p:nvPr/>
        </p:nvSpPr>
        <p:spPr>
          <a:xfrm>
            <a:off x="6608525" y="10230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4" name="9wq3_5_build_PredictedAtoms_28">
            <a:extLst>
              <a:ext uri="{FF2B5EF4-FFF2-40B4-BE49-F238E27FC236}">
                <a16:creationId xmlns:a16="http://schemas.microsoft.com/office/drawing/2014/main" id="{CD9E96AB-F5D2-4702-B6D9-FD2B08310B7F}"/>
              </a:ext>
            </a:extLst>
          </p:cNvPr>
          <p:cNvSpPr>
            <a:spLocks noGrp="1"/>
          </p:cNvSpPr>
          <p:nvPr/>
        </p:nvSpPr>
        <p:spPr>
          <a:xfrm>
            <a:off x="6661370" y="102392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5" name="9wq3_5_build_PredictedAtoms_29">
            <a:extLst>
              <a:ext uri="{FF2B5EF4-FFF2-40B4-BE49-F238E27FC236}">
                <a16:creationId xmlns:a16="http://schemas.microsoft.com/office/drawing/2014/main" id="{9E1D5316-0178-4F76-AFDC-3A92F7720407}"/>
              </a:ext>
            </a:extLst>
          </p:cNvPr>
          <p:cNvSpPr>
            <a:spLocks noGrp="1"/>
          </p:cNvSpPr>
          <p:nvPr/>
        </p:nvSpPr>
        <p:spPr>
          <a:xfrm>
            <a:off x="6657589" y="105561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6" name="9wq3_5_build_PredictedAtoms_30">
            <a:extLst>
              <a:ext uri="{FF2B5EF4-FFF2-40B4-BE49-F238E27FC236}">
                <a16:creationId xmlns:a16="http://schemas.microsoft.com/office/drawing/2014/main" id="{587D035D-5E39-41BF-977E-42F589839897}"/>
              </a:ext>
            </a:extLst>
          </p:cNvPr>
          <p:cNvSpPr>
            <a:spLocks noGrp="1"/>
          </p:cNvSpPr>
          <p:nvPr/>
        </p:nvSpPr>
        <p:spPr>
          <a:xfrm>
            <a:off x="6644400" y="10570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7" name="9wq3_5_build_PredictedAtoms_31">
            <a:extLst>
              <a:ext uri="{FF2B5EF4-FFF2-40B4-BE49-F238E27FC236}">
                <a16:creationId xmlns:a16="http://schemas.microsoft.com/office/drawing/2014/main" id="{3EAA9E41-C1E9-4152-8D9D-92082B63AFA0}"/>
              </a:ext>
            </a:extLst>
          </p:cNvPr>
          <p:cNvSpPr>
            <a:spLocks noGrp="1"/>
          </p:cNvSpPr>
          <p:nvPr/>
        </p:nvSpPr>
        <p:spPr>
          <a:xfrm>
            <a:off x="6514354" y="106567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8" name="9wq3_5_build_PredictedAtoms_32">
            <a:extLst>
              <a:ext uri="{FF2B5EF4-FFF2-40B4-BE49-F238E27FC236}">
                <a16:creationId xmlns:a16="http://schemas.microsoft.com/office/drawing/2014/main" id="{71D4C81F-0F1F-408D-9E02-DC150DDF9706}"/>
              </a:ext>
            </a:extLst>
          </p:cNvPr>
          <p:cNvSpPr>
            <a:spLocks noGrp="1"/>
          </p:cNvSpPr>
          <p:nvPr/>
        </p:nvSpPr>
        <p:spPr>
          <a:xfrm>
            <a:off x="6823464" y="106142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9" name="9wq3_5_build_PredictedAtoms_33">
            <a:extLst>
              <a:ext uri="{FF2B5EF4-FFF2-40B4-BE49-F238E27FC236}">
                <a16:creationId xmlns:a16="http://schemas.microsoft.com/office/drawing/2014/main" id="{3D316C9F-D8D3-42AA-8C30-401A337F5D56}"/>
              </a:ext>
            </a:extLst>
          </p:cNvPr>
          <p:cNvSpPr>
            <a:spLocks noGrp="1"/>
          </p:cNvSpPr>
          <p:nvPr/>
        </p:nvSpPr>
        <p:spPr>
          <a:xfrm>
            <a:off x="6847414" y="105290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0" name="9wq3_5_build_PredictedAtoms_34">
            <a:extLst>
              <a:ext uri="{FF2B5EF4-FFF2-40B4-BE49-F238E27FC236}">
                <a16:creationId xmlns:a16="http://schemas.microsoft.com/office/drawing/2014/main" id="{2D4870C1-A6EB-4356-A673-FDC00D29906D}"/>
              </a:ext>
            </a:extLst>
          </p:cNvPr>
          <p:cNvSpPr>
            <a:spLocks noGrp="1"/>
          </p:cNvSpPr>
          <p:nvPr/>
        </p:nvSpPr>
        <p:spPr>
          <a:xfrm>
            <a:off x="7144061" y="107389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1" name="9wq3_5_build_PredictedAtoms_35">
            <a:extLst>
              <a:ext uri="{FF2B5EF4-FFF2-40B4-BE49-F238E27FC236}">
                <a16:creationId xmlns:a16="http://schemas.microsoft.com/office/drawing/2014/main" id="{B1D17A1E-A778-410D-A7FF-D53E3D638771}"/>
              </a:ext>
            </a:extLst>
          </p:cNvPr>
          <p:cNvSpPr>
            <a:spLocks noGrp="1"/>
          </p:cNvSpPr>
          <p:nvPr/>
        </p:nvSpPr>
        <p:spPr>
          <a:xfrm>
            <a:off x="7303681" y="1081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2" name="9wq3_5_build_PredictedAtoms_36">
            <a:extLst>
              <a:ext uri="{FF2B5EF4-FFF2-40B4-BE49-F238E27FC236}">
                <a16:creationId xmlns:a16="http://schemas.microsoft.com/office/drawing/2014/main" id="{C4025550-4560-4B9F-A870-DA10C25450F2}"/>
              </a:ext>
            </a:extLst>
          </p:cNvPr>
          <p:cNvSpPr>
            <a:spLocks noGrp="1"/>
          </p:cNvSpPr>
          <p:nvPr/>
        </p:nvSpPr>
        <p:spPr>
          <a:xfrm>
            <a:off x="7407269" y="109232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3" name="9wq3_5_build_PredictedAtoms_37">
            <a:extLst>
              <a:ext uri="{FF2B5EF4-FFF2-40B4-BE49-F238E27FC236}">
                <a16:creationId xmlns:a16="http://schemas.microsoft.com/office/drawing/2014/main" id="{FE32C64E-0686-47E2-A6F0-F7EA0CEA43EE}"/>
              </a:ext>
            </a:extLst>
          </p:cNvPr>
          <p:cNvSpPr>
            <a:spLocks noGrp="1"/>
          </p:cNvSpPr>
          <p:nvPr/>
        </p:nvSpPr>
        <p:spPr>
          <a:xfrm>
            <a:off x="7403188" y="109904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4" name="9wq3_5_build_PredictedAtoms_41">
            <a:extLst>
              <a:ext uri="{FF2B5EF4-FFF2-40B4-BE49-F238E27FC236}">
                <a16:creationId xmlns:a16="http://schemas.microsoft.com/office/drawing/2014/main" id="{9BFA57B8-4B36-473F-8F56-04E432EEE9F4}"/>
              </a:ext>
            </a:extLst>
          </p:cNvPr>
          <p:cNvSpPr>
            <a:spLocks noGrp="1"/>
          </p:cNvSpPr>
          <p:nvPr/>
        </p:nvSpPr>
        <p:spPr>
          <a:xfrm>
            <a:off x="7669438" y="109482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5" name="9wq3_5_build_PredictedAtoms_42">
            <a:extLst>
              <a:ext uri="{FF2B5EF4-FFF2-40B4-BE49-F238E27FC236}">
                <a16:creationId xmlns:a16="http://schemas.microsoft.com/office/drawing/2014/main" id="{617BBDB3-BE0F-4307-BBE5-29DE936660BD}"/>
              </a:ext>
            </a:extLst>
          </p:cNvPr>
          <p:cNvSpPr>
            <a:spLocks noGrp="1"/>
          </p:cNvSpPr>
          <p:nvPr/>
        </p:nvSpPr>
        <p:spPr>
          <a:xfrm>
            <a:off x="7804786" y="1083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6" name="9wq3_5_build_PredictedAtoms_43">
            <a:extLst>
              <a:ext uri="{FF2B5EF4-FFF2-40B4-BE49-F238E27FC236}">
                <a16:creationId xmlns:a16="http://schemas.microsoft.com/office/drawing/2014/main" id="{0ECC068B-3D63-41AB-A9F1-6A2093F0DD2A}"/>
              </a:ext>
            </a:extLst>
          </p:cNvPr>
          <p:cNvSpPr>
            <a:spLocks noGrp="1"/>
          </p:cNvSpPr>
          <p:nvPr/>
        </p:nvSpPr>
        <p:spPr>
          <a:xfrm>
            <a:off x="7357865" y="107043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7" name="9wq3_5_build_PredictedAtoms_44">
            <a:extLst>
              <a:ext uri="{FF2B5EF4-FFF2-40B4-BE49-F238E27FC236}">
                <a16:creationId xmlns:a16="http://schemas.microsoft.com/office/drawing/2014/main" id="{3FC494D9-12D6-4378-9FA4-26B631D5C732}"/>
              </a:ext>
            </a:extLst>
          </p:cNvPr>
          <p:cNvSpPr>
            <a:spLocks noGrp="1"/>
          </p:cNvSpPr>
          <p:nvPr/>
        </p:nvSpPr>
        <p:spPr>
          <a:xfrm>
            <a:off x="7467153" y="106774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8" name="9wq3_5_build_Clashes_0">
            <a:extLst>
              <a:ext uri="{FF2B5EF4-FFF2-40B4-BE49-F238E27FC236}">
                <a16:creationId xmlns:a16="http://schemas.microsoft.com/office/drawing/2014/main" id="{E9BCB5B4-8890-45CC-B353-7C2A73AB38B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39" name="9wq3_5_build_Clashes_1">
            <a:extLst>
              <a:ext uri="{FF2B5EF4-FFF2-40B4-BE49-F238E27FC236}">
                <a16:creationId xmlns:a16="http://schemas.microsoft.com/office/drawing/2014/main" id="{57345CB4-C842-4BEC-8365-FFD5F36B2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0" name="9wq3_5_build_Clashes_2">
            <a:extLst>
              <a:ext uri="{FF2B5EF4-FFF2-40B4-BE49-F238E27FC236}">
                <a16:creationId xmlns:a16="http://schemas.microsoft.com/office/drawing/2014/main" id="{9652392D-01CD-4A09-BFC0-35BCAA9617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1" name="9wq3_5_build_Clashes_3">
            <a:extLst>
              <a:ext uri="{FF2B5EF4-FFF2-40B4-BE49-F238E27FC236}">
                <a16:creationId xmlns:a16="http://schemas.microsoft.com/office/drawing/2014/main" id="{0B65F5FB-65C1-4B54-8BE0-610EA5F5B8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2" name="9wq3_5_build_Clashes_4">
            <a:extLst>
              <a:ext uri="{FF2B5EF4-FFF2-40B4-BE49-F238E27FC236}">
                <a16:creationId xmlns:a16="http://schemas.microsoft.com/office/drawing/2014/main" id="{0019E0A5-97FD-4206-AB4E-E5CDFD8DEAC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3" name="9wq3_5_build_Clashes_5">
            <a:extLst>
              <a:ext uri="{FF2B5EF4-FFF2-40B4-BE49-F238E27FC236}">
                <a16:creationId xmlns:a16="http://schemas.microsoft.com/office/drawing/2014/main" id="{6C820389-8E81-4EEC-854B-DC4FEC7F014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4" name="9wq3_5_build_Clashes_6">
            <a:extLst>
              <a:ext uri="{FF2B5EF4-FFF2-40B4-BE49-F238E27FC236}">
                <a16:creationId xmlns:a16="http://schemas.microsoft.com/office/drawing/2014/main" id="{8A72893F-84DD-446C-BECE-D4D8D97F99D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5" name="9wq3_5_build_Clashes_7">
            <a:extLst>
              <a:ext uri="{FF2B5EF4-FFF2-40B4-BE49-F238E27FC236}">
                <a16:creationId xmlns:a16="http://schemas.microsoft.com/office/drawing/2014/main" id="{B3B9A6DB-2124-4EC0-9BBC-E63BFD6737E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6" name="9wq3_5_build_Clashes_8">
            <a:extLst>
              <a:ext uri="{FF2B5EF4-FFF2-40B4-BE49-F238E27FC236}">
                <a16:creationId xmlns:a16="http://schemas.microsoft.com/office/drawing/2014/main" id="{8B46A5A4-3B9F-4A74-A50F-A502BD82B5C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7" name="9wq3_5_build_Clashes_9">
            <a:extLst>
              <a:ext uri="{FF2B5EF4-FFF2-40B4-BE49-F238E27FC236}">
                <a16:creationId xmlns:a16="http://schemas.microsoft.com/office/drawing/2014/main" id="{C6720110-91A8-4D12-8166-A4FF2D491A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8" name="9wq3_5_build_ClashingReceptorAtoms_2">
            <a:extLst>
              <a:ext uri="{FF2B5EF4-FFF2-40B4-BE49-F238E27FC236}">
                <a16:creationId xmlns:a16="http://schemas.microsoft.com/office/drawing/2014/main" id="{90BCB3F7-C3A5-43B5-8F48-9E12E10FA00B}"/>
              </a:ext>
            </a:extLst>
          </p:cNvPr>
          <p:cNvSpPr>
            <a:spLocks noGrp="1"/>
          </p:cNvSpPr>
          <p:nvPr/>
        </p:nvSpPr>
        <p:spPr>
          <a:xfrm>
            <a:off x="8753455" y="100720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49" name="9wq3_5_build_ClashingReceptorAtoms_3">
            <a:extLst>
              <a:ext uri="{FF2B5EF4-FFF2-40B4-BE49-F238E27FC236}">
                <a16:creationId xmlns:a16="http://schemas.microsoft.com/office/drawing/2014/main" id="{1599B7AE-5410-4EA8-96C4-A9D2FD78E916}"/>
              </a:ext>
            </a:extLst>
          </p:cNvPr>
          <p:cNvSpPr>
            <a:spLocks noGrp="1"/>
          </p:cNvSpPr>
          <p:nvPr/>
        </p:nvSpPr>
        <p:spPr>
          <a:xfrm>
            <a:off x="8602320" y="100868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0" name="9wq3_5_build_ClashingReceptorAtoms_4">
            <a:extLst>
              <a:ext uri="{FF2B5EF4-FFF2-40B4-BE49-F238E27FC236}">
                <a16:creationId xmlns:a16="http://schemas.microsoft.com/office/drawing/2014/main" id="{D66870F4-EDD9-44E7-A207-3C3702848CBC}"/>
              </a:ext>
            </a:extLst>
          </p:cNvPr>
          <p:cNvSpPr>
            <a:spLocks noGrp="1"/>
          </p:cNvSpPr>
          <p:nvPr/>
        </p:nvSpPr>
        <p:spPr>
          <a:xfrm>
            <a:off x="8316431" y="101043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1" name="9wq3_5_build_ClashingReceptorAtoms_5">
            <a:extLst>
              <a:ext uri="{FF2B5EF4-FFF2-40B4-BE49-F238E27FC236}">
                <a16:creationId xmlns:a16="http://schemas.microsoft.com/office/drawing/2014/main" id="{1A69E4FC-EFEE-4E2B-B8F8-2EC624ED1AE5}"/>
              </a:ext>
            </a:extLst>
          </p:cNvPr>
          <p:cNvSpPr>
            <a:spLocks noGrp="1"/>
          </p:cNvSpPr>
          <p:nvPr/>
        </p:nvSpPr>
        <p:spPr>
          <a:xfrm>
            <a:off x="8161458" y="102080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2" name="9wq3_5_build_ClashingReceptorAtoms_6">
            <a:extLst>
              <a:ext uri="{FF2B5EF4-FFF2-40B4-BE49-F238E27FC236}">
                <a16:creationId xmlns:a16="http://schemas.microsoft.com/office/drawing/2014/main" id="{22E264F7-99D7-4061-840A-9BFDB98D306F}"/>
              </a:ext>
            </a:extLst>
          </p:cNvPr>
          <p:cNvSpPr>
            <a:spLocks noGrp="1"/>
          </p:cNvSpPr>
          <p:nvPr/>
        </p:nvSpPr>
        <p:spPr>
          <a:xfrm>
            <a:off x="6897614" y="105746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3" name="9wq3_5_build_ClashingReceptorAtoms_7">
            <a:extLst>
              <a:ext uri="{FF2B5EF4-FFF2-40B4-BE49-F238E27FC236}">
                <a16:creationId xmlns:a16="http://schemas.microsoft.com/office/drawing/2014/main" id="{0F29BE1D-214D-4EA4-B6D8-6E495A5DC729}"/>
              </a:ext>
            </a:extLst>
          </p:cNvPr>
          <p:cNvSpPr>
            <a:spLocks noGrp="1"/>
          </p:cNvSpPr>
          <p:nvPr/>
        </p:nvSpPr>
        <p:spPr>
          <a:xfrm>
            <a:off x="6968241" y="102718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4" name="9wq3_5_build_ClashingReceptorAtoms_8">
            <a:extLst>
              <a:ext uri="{FF2B5EF4-FFF2-40B4-BE49-F238E27FC236}">
                <a16:creationId xmlns:a16="http://schemas.microsoft.com/office/drawing/2014/main" id="{71C0E4BC-F465-41B8-8365-FC3969DA1AC2}"/>
              </a:ext>
            </a:extLst>
          </p:cNvPr>
          <p:cNvSpPr>
            <a:spLocks noGrp="1"/>
          </p:cNvSpPr>
          <p:nvPr/>
        </p:nvSpPr>
        <p:spPr>
          <a:xfrm>
            <a:off x="6651665" y="108094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5" name="9wq3_5_build_ClashingReceptorAtoms_9">
            <a:extLst>
              <a:ext uri="{FF2B5EF4-FFF2-40B4-BE49-F238E27FC236}">
                <a16:creationId xmlns:a16="http://schemas.microsoft.com/office/drawing/2014/main" id="{83000F03-3595-4ECC-B2C6-1BC8AC65E20B}"/>
              </a:ext>
            </a:extLst>
          </p:cNvPr>
          <p:cNvSpPr>
            <a:spLocks noGrp="1"/>
          </p:cNvSpPr>
          <p:nvPr/>
        </p:nvSpPr>
        <p:spPr>
          <a:xfrm>
            <a:off x="6579440" y="107210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6" name="stage3-cases-main_56">
            <a:extLst>
              <a:ext uri="{FF2B5EF4-FFF2-40B4-BE49-F238E27FC236}">
                <a16:creationId xmlns:a16="http://schemas.microsoft.com/office/drawing/2014/main" id="{7B2FF8DA-E7FA-4DFB-92E2-1DB79C4A230E}"/>
              </a:ext>
            </a:extLst>
          </p:cNvPr>
          <p:cNvSpPr>
            <a:spLocks noGrp="1"/>
          </p:cNvSpPr>
          <p:nvPr/>
        </p:nvSpPr>
        <p:spPr>
          <a:xfrm>
            <a:off x="61722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2357" name="stage3-cases-main_57">
            <a:extLst>
              <a:ext uri="{FF2B5EF4-FFF2-40B4-BE49-F238E27FC236}">
                <a16:creationId xmlns:a16="http://schemas.microsoft.com/office/drawing/2014/main" id="{C6D2F9C6-C663-420D-8343-3C60EB26B03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11706225"/>
                </a:moveTo>
                <a:lnTo>
                  <a:pt x="419100" y="117062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2358" name="stage3-cases-main_58">
            <a:extLst>
              <a:ext uri="{FF2B5EF4-FFF2-40B4-BE49-F238E27FC236}">
                <a16:creationId xmlns:a16="http://schemas.microsoft.com/office/drawing/2014/main" id="{E9763B98-3B34-4F80-932E-2B11448A76DC}"/>
              </a:ext>
            </a:extLst>
          </p:cNvPr>
          <p:cNvSpPr>
            <a:spLocks noGrp="1"/>
          </p:cNvSpPr>
          <p:nvPr/>
        </p:nvSpPr>
        <p:spPr>
          <a:xfrm>
            <a:off x="48577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2359" name="stage3-cases-main_59">
            <a:extLst>
              <a:ext uri="{FF2B5EF4-FFF2-40B4-BE49-F238E27FC236}">
                <a16:creationId xmlns:a16="http://schemas.microsoft.com/office/drawing/2014/main" id="{71A4627E-3B58-4677-ACCA-388A86937F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11706225"/>
                </a:moveTo>
                <a:lnTo>
                  <a:pt x="2619375" y="117062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2360" name="stage3-cases-main_60">
            <a:extLst>
              <a:ext uri="{FF2B5EF4-FFF2-40B4-BE49-F238E27FC236}">
                <a16:creationId xmlns:a16="http://schemas.microsoft.com/office/drawing/2014/main" id="{827D38A2-FA65-4375-84CB-DF0FA2BEE1AB}"/>
              </a:ext>
            </a:extLst>
          </p:cNvPr>
          <p:cNvSpPr>
            <a:spLocks noGrp="1"/>
          </p:cNvSpPr>
          <p:nvPr/>
        </p:nvSpPr>
        <p:spPr>
          <a:xfrm>
            <a:off x="2686050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2361" name="stage3-cases-main_61">
            <a:extLst>
              <a:ext uri="{FF2B5EF4-FFF2-40B4-BE49-F238E27FC236}">
                <a16:creationId xmlns:a16="http://schemas.microsoft.com/office/drawing/2014/main" id="{6CA9A60D-2A83-4EAA-8118-18E4055654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11706225"/>
                </a:moveTo>
                <a:lnTo>
                  <a:pt x="5505450" y="117062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2362" name="stage3-cases-main_62">
            <a:extLst>
              <a:ext uri="{FF2B5EF4-FFF2-40B4-BE49-F238E27FC236}">
                <a16:creationId xmlns:a16="http://schemas.microsoft.com/office/drawing/2014/main" id="{AE3B2D56-5003-4674-884D-63C684CD3E5D}"/>
              </a:ext>
            </a:extLst>
          </p:cNvPr>
          <p:cNvSpPr>
            <a:spLocks noGrp="1"/>
          </p:cNvSpPr>
          <p:nvPr/>
        </p:nvSpPr>
        <p:spPr>
          <a:xfrm>
            <a:off x="557212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2363" name="stage3-cases-main_63">
            <a:extLst>
              <a:ext uri="{FF2B5EF4-FFF2-40B4-BE49-F238E27FC236}">
                <a16:creationId xmlns:a16="http://schemas.microsoft.com/office/drawing/2014/main" id="{087CA53B-6631-4C1A-8524-946685BB34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11706225"/>
                </a:moveTo>
                <a:lnTo>
                  <a:pt x="7239000" y="117062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2364" name="stage3-cases-main_64">
            <a:extLst>
              <a:ext uri="{FF2B5EF4-FFF2-40B4-BE49-F238E27FC236}">
                <a16:creationId xmlns:a16="http://schemas.microsoft.com/office/drawing/2014/main" id="{847C8AC1-16FA-44DB-89BD-64270C23A407}"/>
              </a:ext>
            </a:extLst>
          </p:cNvPr>
          <p:cNvSpPr>
            <a:spLocks noGrp="1"/>
          </p:cNvSpPr>
          <p:nvPr/>
        </p:nvSpPr>
        <p:spPr>
          <a:xfrm>
            <a:off x="7305675" y="115824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6220693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stage3-cases-density_0">
            <a:extLst>
              <a:ext uri="{FF2B5EF4-FFF2-40B4-BE49-F238E27FC236}">
                <a16:creationId xmlns:a16="http://schemas.microsoft.com/office/drawing/2014/main" id="{306C5B38-7D36-4BA3-8673-47A387C4A80D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density_1">
            <a:extLst>
              <a:ext uri="{FF2B5EF4-FFF2-40B4-BE49-F238E27FC236}">
                <a16:creationId xmlns:a16="http://schemas.microsoft.com/office/drawing/2014/main" id="{5A214C1D-2AFD-4079-9AA8-174A3E2D546A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density_2">
            <a:extLst>
              <a:ext uri="{FF2B5EF4-FFF2-40B4-BE49-F238E27FC236}">
                <a16:creationId xmlns:a16="http://schemas.microsoft.com/office/drawing/2014/main" id="{D96708E9-8A16-4257-BA5F-50BBA1FB447A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density_3">
            <a:extLst>
              <a:ext uri="{FF2B5EF4-FFF2-40B4-BE49-F238E27FC236}">
                <a16:creationId xmlns:a16="http://schemas.microsoft.com/office/drawing/2014/main" id="{23E56B33-1A8A-4352-AE3E-6D12C66C4736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density_4">
            <a:extLst>
              <a:ext uri="{FF2B5EF4-FFF2-40B4-BE49-F238E27FC236}">
                <a16:creationId xmlns:a16="http://schemas.microsoft.com/office/drawing/2014/main" id="{9DCE214A-EEC1-4187-89B8-139ED6605F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density_5">
            <a:extLst>
              <a:ext uri="{FF2B5EF4-FFF2-40B4-BE49-F238E27FC236}">
                <a16:creationId xmlns:a16="http://schemas.microsoft.com/office/drawing/2014/main" id="{896F3F4D-DF04-4656-8CDF-092E571856E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F407E7BB-D210-4FEA-88EC-1AC1409AE2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9BAE8A99-6317-4F08-83CD-1C2F5A2788A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9D84589D-90BA-497A-BA76-88A7E405C3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36581A69-F0AF-4F62-945B-F996779B88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F582CC0C-B9EB-46E0-A0F1-5F889A95A09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ED296773-8C13-4035-83A7-DCAC8D5EFCE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01BB928A-D8F1-45D7-9AC6-744E2D70F2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F567B77F-13A8-4B23-AFEE-44B063D981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D6982DBE-E43B-4334-9AE5-C618B7B4E5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431476C4-29C0-479D-B117-576BCBE694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01966667-14BB-4E03-AB81-8780D4B20BE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AD1D741F-BE53-4740-B791-C03ED5A97C7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57FA145E-84EB-4D33-9918-82EBD4E48E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2743DDE8-759D-4163-A13B-22CCED86310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11B46D2D-4F0F-4FEE-A79A-C4832748C61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09ED0F93-23C8-4C78-91A3-D435ECA82B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D0F1EA2E-3A9B-479A-B5AA-AEA862052A2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4AA48599-1841-45E3-80B1-E447631DFF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B6E809EB-8ABF-4362-8370-F63FFA14A25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ED29F2DE-BFC2-4FDF-9447-15448785F9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B09F2CAC-BF6A-4518-B942-59CC509DA3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F6169674-9476-46B8-8AFD-C496CEFA4E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A53352FA-8031-41C4-8FFD-AF6E767AC1A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A1AB1497-117F-4907-A60B-B83EF1EE831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1DACB274-5C17-4EA4-9945-8002EBEAE6C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C05F3039-88F6-4931-ADA1-EB8106D747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CA782AA5-8DA3-4C92-B294-2D2CD1E92B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938BE2B7-3D6E-43F0-AF5C-31D8C0FE7A3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32DCD4D1-1F80-4772-B880-4BC4F206E52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DBCF4D7A-300E-41CC-B653-7C9FB16218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2AFD2962-7957-462A-A2FD-E53D9DEE5E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59B9E750-4C0E-4148-85FD-8EBF7E3A8F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A96206F4-D5B5-4B1D-A7E8-CB011D43D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7E790D08-702F-4449-BAE5-F07C1D53FF9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D72F13CE-425A-4C0A-B171-386E76486F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7F26B7C4-4949-4FD0-946F-5A9C3402F5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F9BF2265-9270-4EEC-B1DB-CC7FE6BE5C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B651D7A4-214D-4A9A-A653-3D50BCB4FC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C35DC641-DCA0-41FA-BD25-3FC7FAD2EE1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91473C4A-3ECA-4D31-8B54-53B4542A10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A9A4B5F9-3F58-43E8-A7E5-98839E4690E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860949C6-5D85-4CBA-8C06-96723A37A3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C34A03CB-DD9B-41C5-A88A-04FD910F259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7F03E142-16C2-42C6-B311-BD040CE34DF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2575874E-7787-49BD-ACD7-173053B974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189C4974-98BA-44BC-9353-61196E21DF7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CD47C55B-0303-4512-9431-C56B991025E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E51080BB-F77F-473E-819E-DA7A51A7B8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44FAA283-98E1-4F62-A40F-998C024D14A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391C0D50-0903-418D-B9E7-C0F2D46DD8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B5EA362F-89EE-4C70-B0CB-A29A818A724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E3EC46C5-0641-4EF2-8FD3-B148728356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FE0BFA8E-C453-4B30-850B-E71D7949873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21F9F019-3667-4DD7-ADA4-5588B63695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8ACAFD90-F30B-4887-B1E3-E9EBD7EDD03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E2F89C9C-EE4A-4AFB-9789-59AA8D75BF6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055DA71D-CE50-4124-9270-3A01D21CBF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8AC86335-CB47-419C-9D8F-FA9E5260C18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2F755D19-3C1C-4E06-9B73-E22183D2CD2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58427E49-DAE2-4914-9CB8-E916745A06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820C57CD-DAF7-491D-A5BA-95EAEBD1DE0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5E4E3BC4-8453-4DCD-981C-1521CEAF6C5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CBB2B040-2405-4AB6-8F78-D218AA0D68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3C51BF28-91E1-49D2-A3FF-6E17981D19D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FA0F5510-49C2-470F-9901-0832724745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1F1693FE-B79A-4593-92B4-E32FCF2463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5FE5D5DC-ACED-4D27-BA47-194E4DE1654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BE24C052-EB78-4E85-A2B6-5FF66F341EA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329A4CB3-A3DF-457C-B543-8044CA11785E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23B5CA22-1019-4B80-BBB8-C841511A4A7B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24338963-9983-41C2-99E3-79D9BFA2547F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A4255340-118C-48D1-8E6F-C238290CB012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D9E2F7EB-39C9-4566-AEAE-F50AF2A3BDD8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5BFB01A9-69C4-40E3-814B-DE5C4DA58CB3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A2B1D98A-21C2-4B0A-B726-6FE8F154B278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18CED94C-B0AB-470C-A58C-9A9936733D41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E57B8098-84D9-4EC6-9AB0-CD3C2172C3DD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067030F0-46DF-4EE2-97BC-40D8A1994974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E0FEA2F5-A547-4E0D-AE3B-9AF686F53A6B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F0F43D72-84E6-412E-8692-AB3914AFBED0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E9157749-BE44-4573-A89E-17F6F1137F97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B3753ACA-807C-4081-A242-8885A89C9EFA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04654372-D061-45EE-A8BD-6139DA1F4ACC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49C850DE-C10A-48CD-BA39-7DD3FFDF281E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9B79FAC9-921D-44D6-8E19-76C53991B85B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F535D94B-0FB3-4CCA-888F-1E9E91AA9552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DC52E6E0-32F8-4B1E-B0DD-1EA59AABB5CD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894278FB-CC1F-4FAD-947D-CC396C18BF45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7AACE8F1-43CA-4234-87AA-B2CC592A636A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9A1F5762-ED85-4017-9D9C-66F18915A741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EC6C86A6-6265-457C-84E3-7E614AF689D7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C1F1B7FB-D851-46BA-9C8C-FBE106DB8C77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A3E0C4EC-C919-415E-9588-DEAE9572B3A4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EEE02644-C612-4C6D-9D74-CA254BEEDF98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6F6B7BB4-D4C7-4FBD-B980-B20F15454531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C7059029-32BD-4D61-BEB8-001D1A7535C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5AFC7B03-BA83-4282-B988-A40B1FD270FB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1D0EAAB7-8198-497B-997C-652FF072C4DD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E0924354-709B-4907-9E50-EDCCCF145273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density_7">
            <a:extLst>
              <a:ext uri="{FF2B5EF4-FFF2-40B4-BE49-F238E27FC236}">
                <a16:creationId xmlns:a16="http://schemas.microsoft.com/office/drawing/2014/main" id="{2083C1D9-AB0D-4826-B8C9-3E1CDD505CB4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EABEEE83-28DD-4F2D-9B42-0C7F2721ED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0651C3FC-E2E5-438B-AE4B-FAB7F32FA0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9F37EDB1-D9C5-4516-84DF-6FE5FBC611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E03B9984-829A-4A3B-AED1-03F26760F9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1E355B1A-DD41-4F5C-BDF6-75D674755A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382F7006-1A2D-47E5-B226-681341B379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A6642165-EC51-4719-8500-B48835D391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CA65C4D6-0C6F-4515-B483-871BD0F3D0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62EAB0EA-2C84-48FD-B337-546695AFFA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888009E0-9618-436A-91D8-CD1424D92BC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71977D0D-D350-4CC0-A345-B5595459B6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D5EF2930-F95D-4212-A015-73E4B963B1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9C7F4821-A855-4CE8-951F-A1B1E89A2E3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067108E7-32D3-4A0C-B09B-84F05E70249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AF70F056-DAF2-4CD6-AD59-BD27148CFA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4C4EF59C-0A06-46AD-9957-39EA28974B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B537B5F0-476B-44BF-82D1-448569A614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ADD47CF4-38B8-440A-BBFF-EBA978A4D1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A4838E9B-DCE2-4E0F-B8A7-94DA20A76C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5357D234-8698-46B8-80CC-C5EE144B69F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010E6799-30DB-45DA-8615-0B7DB05ED8C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89DE466E-63B9-487B-817F-5DE6BC90D7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5031C519-5856-49F4-B629-80AD0FADB31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4E0C391C-BB2A-4055-8200-3FAD260E076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59494B4F-8016-4978-9C3F-18ADDD23134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0FAEFC6D-C5DD-4985-B3E9-B841765CFFF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E97C076B-AD4F-4538-B3C4-64A642D62AA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CF3E35D4-DB81-4F75-A614-9558C5CDA72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7B95DC9F-FC3B-4DD6-BF28-7D63FF9634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B9AD4B15-5F89-49BC-8232-136E84541D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8B7CA8C3-DDE9-45D3-BA85-6ACD003D63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A2481D5C-2539-44A0-B451-45987AD76A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A20CEC63-FE27-4EF9-BAD8-F30562A2E5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411FC778-5E60-44FB-8E9A-F32C286C57F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B46688B6-4548-4186-8D11-B0B72A837D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A9C58B93-F8C9-4831-BB39-DC4632F8AD5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26BFC39F-55BC-45EE-9BEC-9C25CE10D9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2CC8E0D8-232E-44D6-A6AB-CFD968FDAC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930FB4F9-0FD4-4D84-8D45-34E56EFAD24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FDF80C80-08B1-40C3-B419-479D54F149B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F7C4D90A-867D-4C52-82F0-21E934F8B9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1CC327DA-8409-4BA3-925C-A766D92E0E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4E8261C2-771B-4FCF-89EC-893CDDDE480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8B895B2D-6BDF-470D-917B-9E446561B3A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345145B5-E14B-466A-8032-96AB68A7EFC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E1A6F962-FAB0-4C31-B313-6E3DE827E3C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8960F028-A54B-4CB8-BCBF-CA14FBE273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BC184D7F-B252-4D21-AC76-414953AA90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6434EB27-ABAB-47D7-8F0A-C5BD5C22187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E52DB06C-179A-4BA2-8031-420F834A7E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74E0F28C-16D9-4E5D-A504-EC30F6E816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81D75483-D81A-4E90-91E4-6C1407617E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7B3DFC1D-2D6E-419E-B201-E4DF04D5FBA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1EAF750A-AC86-4A58-820A-05071E0D2C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62C3627C-00D2-4777-BF90-B7D5391EEDB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44290D0B-E6D0-4EC1-BB85-382C544DED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265CBC7D-E966-4E15-A8EA-FAD3B0D1BF1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FB0C5EF8-89F2-43BB-8F03-A32DC96FDB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479FBEF2-66F3-4903-89AA-3787C3A85BA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F816D1F9-5465-42D6-A2B3-EA8EEC82FC3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C04E7B83-8B05-47FA-B602-0586680431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368F2C00-8E81-4C4F-B3D2-D2DB0E78E8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7CF012A9-B16B-467E-9D29-DCAB0F5E170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7893855C-EA13-4BCF-9F56-ECEB53E692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4E8385AC-5846-47B8-A6AB-C820E7C807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9CFF27F3-1971-4EDF-8034-12A1B47689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277E0D31-11F3-4DF3-87D2-D177948824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BE134FDE-4881-43AB-BA9D-5B29CADB6E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47D38492-4A1B-4690-92AD-F4F5AE498D3F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64F3E12C-F9F2-4049-9E79-A79ACA0249AB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831958A4-A028-41EF-BE3E-7A4D72A7A37C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75769E4E-2D50-46D7-920B-AD0F5ABB9BA9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3EDAE1D9-D9D8-42FA-A152-E069664D3419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859A8B89-F170-4674-935D-C80F88D1E012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DE1B2CD3-4735-4A0C-AF96-646BFC19CC43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53611AE5-438A-4E38-A0B3-D3BB6AAEA23C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D307FA4B-4436-41D1-A3DA-FBB929826884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94AEC6B1-B110-455D-83D2-EB51590666FF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EEA18FBA-6A84-4F04-B179-E07A34EC5804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2AC4F6EE-D36E-4F98-A3A1-538309307895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FA1676EA-C238-4385-BBB2-799FF2A5743E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DD1DB501-4EC1-45E1-812F-9A669B1AFA4F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FE12AD1D-A97C-458F-8939-F130AAF43522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D8086BC9-2B5A-4CF0-8628-3F0DA231D5C2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16C97FCA-9590-4F3B-9323-2E61264CF11F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0B6F0AF3-6DBF-46DE-B279-9B58633754C1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2DF0091B-C6CA-438C-9A57-52137122E45D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3A2D3B24-D4F1-41C8-AA84-87CEF309A9E4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D5CB6495-1D3B-4858-864A-BB7370FD458C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DABA7CEF-58AB-498B-BFF2-5958A331A1F9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F21B145F-C913-4820-96DA-7889EB5BE896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681E8A15-0BAF-4142-BCC6-F5CAC11BDC37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E8A9F5D4-5091-4AAB-ABFB-B6DE55CC4EBC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4EF3F5D5-B35B-4F30-9B60-D8C02286DADA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127A099A-EC7D-4E6D-BB95-2F7127F28078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26334634-6AB9-4B09-A534-4E31048D09B3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E5C53444-6D44-4F11-887A-ACBEBC84770A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5784D60B-C0EF-4770-968C-71686A84C6E5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C0416F36-0123-4B63-AB50-67F4566E6576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density_9">
            <a:extLst>
              <a:ext uri="{FF2B5EF4-FFF2-40B4-BE49-F238E27FC236}">
                <a16:creationId xmlns:a16="http://schemas.microsoft.com/office/drawing/2014/main" id="{D19CF3A7-6186-4047-BF6F-FF79ADD52B22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5CF877DD-5E97-40D0-B5C5-C0F97437824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779DFE82-A2E7-41B9-9242-47C9E41661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E8AD97BB-DCF5-4536-A464-B52EF82E397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029C98F9-5FAB-4508-A144-8F7281096AA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63E784A3-FD35-45DC-8AAC-30CF2A83B9F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44F75112-546C-4F2E-A93F-2085305D4F4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C7819459-0ACA-4A14-88B0-F74687550E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037E080A-11E3-49C5-8B5D-C074BCDD6D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24521D5D-075B-4775-BE36-550B1C74D8E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C65E06D4-5E70-4A0D-A671-2B2DBF7552D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BE1B14B1-7DDB-4E14-B45B-D58E332CAC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EF33A32A-03DD-477E-9394-DC9D1A5B155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43504193-1C74-4E94-813D-E788C278F4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2BBCAB52-B851-4077-8F0C-BBE23D7D6D5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C1C94D28-6D5D-4E2F-BC65-1F5FB53BC8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01571895-4580-4FE8-892C-5ED35703B5D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F6BAD165-B8C3-4FB2-B5BC-8695B6A830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DD3B06B6-1CBC-410C-B020-CFE85A6B87B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A109623A-A838-46FF-B962-E8FD6101754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D3C24CF4-3801-45B8-89A4-5A34F901C1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BAC98A24-9F26-434D-9F15-523FAAB1585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DA2590AE-7104-42D8-82C2-C5CA61AE2F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39206A5A-B0D3-4F00-B838-A2F23F4AE5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EED50999-B781-4687-9609-6EF67698954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B3AEE6A1-A2EB-488D-B39A-58C7CD23CE1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E7E32F90-1058-4A01-8557-BF288FC10F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37122463-743B-4FD1-A37F-251258D2EF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3EBA46F8-7461-4DB7-A246-A8B5CB7626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66D6BACC-7109-4C21-BFC8-A7712547DBE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962E5589-8D13-4108-A325-C182DA147C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4136BD19-8DAA-4F41-9F8F-C5DC5FB7AD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CB12E568-5E3B-4099-BC29-CED5F22F31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31BEE066-0E9C-4E77-ADA5-F320A2D506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BE7771BF-F62A-4FF2-9557-770D0337A9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B5F80752-F858-4270-A806-25845F01E78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B4327F14-7B55-4F90-9507-F9A47A70315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361EF0E8-E711-4121-8DE1-648BC21D55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1C09149E-BE13-4864-B1E6-7A160B7DB6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DEB0ECEA-4DD8-4143-AC37-C372718D6B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ED156E69-BC3D-46AA-8FD5-4DE1E5DCC3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77C15769-F1B4-4A3A-AE81-DFD50F5593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922F9CD5-D250-4827-A362-C6CA501C6E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C1D34323-9037-4674-B873-03FCC307D12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D4860DEB-F2B8-4507-9C8C-405B33B9084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97905347-E3E3-44F4-9F5F-E95BEF693D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252329C1-E07D-40B1-84F1-814D54DB64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E0729EAC-4293-4FCB-9ED0-5A9E3DA39E4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3F8721DF-6D56-4E66-A547-F0293DD27B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7A368004-7EBE-4822-87C3-EA4B2915956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697A3908-3B30-4E7D-82EA-85E3221B73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76DD4E6E-C551-4E82-9126-25E8291ED99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9A9FE4E5-29C6-4718-92DB-9EE04554747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4274CDAB-EB80-4292-9569-017346DDF35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685DBDB7-48DB-4282-A91E-4120EF4878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228E8F66-3985-4D8C-8891-3260A3E6938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4A208D54-53AB-4EB5-A87D-75F446AD64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4529E898-4B50-42AC-9DEB-E1D41265C10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6923606D-75DE-480C-B5EB-9B956C6E75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96FE25BE-05C5-4737-85CD-527355084E5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544F0EA2-E384-4270-AB1C-097ECF71652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E5B49B2F-7472-4528-86EB-32C4A9E4CB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606114A8-09C7-48BD-9B52-A92C1AD0CF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F60A5FFA-2598-4B52-BFAD-3091BED0F3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3E669CF9-F52B-48A3-B5A2-6CC8F331ED3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FD5B8F4F-B96E-4BA0-AF34-C4BAB1D49F7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918F9B2B-3BDD-44AA-83CC-9F8EBE52AC7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34428BA8-262F-411A-B4F5-C7883EED0A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C4F021CF-80B0-45AC-B9DF-538B92076D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D0F3C3C5-9950-45C8-97FD-DF554B506176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68A99556-22CF-482B-9674-447DB86DCA7D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3362DD70-A79A-4D7B-8F0B-FAE17126EA8D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7CEC4D46-59C8-469C-8061-BD0823C9A012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0399D04E-EF89-4422-8904-271D143A8D82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18B0F0FC-EC83-42F4-8108-571EE697041F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1E0EF93B-9C14-4DBE-A9C2-B0EF4A918CC3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AF6EA02B-D1DF-48BF-924E-29F64CF88DD3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A1EA7069-37E1-4DE4-B716-34A1947EFABE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40F2DFBD-C51C-4D7E-A52F-70EA854A3B2E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2548C53E-FA11-40C5-A171-6315D7925AF6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296D0394-E57B-4977-8174-13BE866D60C7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D7EA51DE-E320-4C95-867D-A038CCCBF709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9533BCB8-FF98-45B2-A33A-E4301C60106F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9FD45FF3-B9BB-4854-B797-E285DC0D0626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15172BB6-8B6E-4EF9-9C92-E1AC42BF50EE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5F9BE7CC-BB5E-4DDD-8912-DA887B83573A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A2F7568E-3AA7-4188-97EB-6F21F15D59E6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1254ADE1-BD03-4A3E-BBB4-8E298FF7B85B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70EED64C-6F16-4F34-ADDE-6C8E31BE4A61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B644D476-CA90-40D3-8768-0795DA889B73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58352C92-8029-499B-945B-BABE3F1D6DE3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87E00A2D-C64D-440D-ACDA-B8C9878FEF51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BBD87063-020A-4090-8D05-2BBCBDE218EF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F35B58D5-66A1-4CE8-8C40-5984BA2E096F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1FA1B98B-DCAE-48ED-A578-469FE57DE083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C6D06123-54B9-4288-B1DE-0427A2233AD8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1F53D90B-E903-46FF-945C-882A41FEEBFC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C1278766-266E-4107-ACE8-060716EFDA1A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AD54543B-CEE1-4847-95E6-552D573E6DC0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7C780CF5-8E8E-43D5-95A6-898B186899DF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D61D9E5F-F645-4252-9846-8D87AA5A5E2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83ABC399-27B7-4BDC-9053-2377C8B012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A0B7AD34-9667-4A79-A9CD-D54C3C187237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AB19AA89-6F71-4580-900C-9DA11637E284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density_11">
            <a:extLst>
              <a:ext uri="{FF2B5EF4-FFF2-40B4-BE49-F238E27FC236}">
                <a16:creationId xmlns:a16="http://schemas.microsoft.com/office/drawing/2014/main" id="{806119AD-0898-490B-8DF3-C2C60AE64242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density_12">
            <a:extLst>
              <a:ext uri="{FF2B5EF4-FFF2-40B4-BE49-F238E27FC236}">
                <a16:creationId xmlns:a16="http://schemas.microsoft.com/office/drawing/2014/main" id="{20A96FE3-4CD5-458F-824A-EBC90E1282ED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density_13">
            <a:extLst>
              <a:ext uri="{FF2B5EF4-FFF2-40B4-BE49-F238E27FC236}">
                <a16:creationId xmlns:a16="http://schemas.microsoft.com/office/drawing/2014/main" id="{3333E133-C278-4A49-BC2D-5562BE3F89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density_14">
            <a:extLst>
              <a:ext uri="{FF2B5EF4-FFF2-40B4-BE49-F238E27FC236}">
                <a16:creationId xmlns:a16="http://schemas.microsoft.com/office/drawing/2014/main" id="{E0F08C71-D9E3-4FA4-A94B-35BEAB710D6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9E52EAE9-491F-4074-9BA9-D38C1AC8814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41C93C28-B2C0-411E-9069-3A2E5E93ECC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82D65F44-6DDE-4737-B041-540C933AFC2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6E4A23C6-6A29-4C74-A98B-389AA05C75F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0EB68EF4-1114-4E4F-82F7-3A383AF585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BE1E5E10-C8D2-4281-8976-F532DDFD76C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2173FE4F-8614-45C5-8898-06CB2E3099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EBEB5A4F-70DF-4224-912E-14FB8EAA33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D6169674-119F-4F6C-AEB5-F427D20614F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BA75F75C-18F8-4DEA-AE0F-9BC42313D3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964DDAFD-8B08-40DE-B7BD-2F28014205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3F1EBE6B-900A-4703-BAE6-4B598AA23A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6FC76B93-81F8-4E79-AB83-2944F447E54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009A6FFD-815F-496A-9C87-C7039AA71F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2C4E162D-506D-4A3C-9FBD-3FA3F9798A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61F04E3E-DC1F-4294-AE2D-895DEB1821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9123C4EC-04DD-4F00-93E3-A071004288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6AD029FA-68D9-472C-8091-857A4B3A94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85113CC-9061-4564-84C0-AE513DBEF9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769FEEFD-1829-4DAB-818D-39DE9D2A70F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B34A3A45-C760-4E68-B910-49632F480A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DA5CD040-8F66-4CB0-8D02-346F68A40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B9852762-C6EF-4ECC-BCA8-08295368496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90FFB7BA-88B8-41F2-A578-C1F3C3D681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C7042338-90FA-430C-8F6E-31EE5018790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6DB15583-FC4E-4ACA-94E7-C3176BBE23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1CB1B733-315D-44EE-BF6E-25027B20CB8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AB6001B1-B480-46D3-8545-69B6155AED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F5366140-4407-43AD-9ED7-097AE97C2F1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89C7E50D-9AFD-47D8-9434-0B2AFF2020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350446DA-6DBC-46A6-8D60-00DCE063C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C5B91CAC-484F-49AF-A8FF-8214744E2E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FE0AEF12-DF1C-42D7-A04E-4E441A63F9B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2D838AFB-52AF-4DFD-B2F5-4E8BCF35B2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C6A6BC64-F28B-4840-9F87-A5F1F3AE28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859DBC5D-136E-4F60-A7A7-688A3A082E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50E28FF0-6C78-46AC-824B-9FB50572DDC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19F6506A-FA7A-4E5A-A6BA-5A2E8E74FB2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D8C77361-0A1B-44D1-9898-EA5906BA02C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8E587778-636D-45D7-9BC0-7960C1D9E5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63E6C668-A096-4703-AB32-B947CB45D9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C0F11125-70DC-47E9-B5CC-359A2E9F47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EF3E8883-F772-4A1D-9E45-D218E3FB13E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F8F0A891-632B-41FE-AF13-3E1FE0B3D3F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6F628E45-E6B2-4378-92D8-91323E9F2F9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986BCAD8-F5C0-4939-BDFF-E80D387EEE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BA2D2BBB-7ED6-4F02-B8C9-90CC3E32AD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35DFB912-34F1-41C0-ACBE-CA7B4161AC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E3295F91-36DA-4A32-AAEE-90782AD9A6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C9AFC90C-F3D8-4A77-A2F3-3A5A744B31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429177AE-7741-4C74-BBE5-8DB7BB2A32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C5852BC8-8D7A-4CFB-92FB-4DC803BA90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3C2D7DD8-A3B5-43CB-AA0D-DAF69B6F4E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D5E13446-DE7D-430F-8C70-54A0F767CA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CD567577-DA6F-4464-8B23-F1547799D2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F86691CC-1FB2-414E-B3C0-86B4EF597C2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BDA1086C-1CD6-4B76-BFFA-07525E97A9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872D3568-19F7-4AA2-9935-E1EC7343BD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9307DC5B-06C2-4682-96CE-82E68BA11EE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32735AF0-C548-44CD-B6BF-6F16971FE8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043B345A-A071-41F1-B4F9-FD9615F7C4E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3F880E70-3CFD-47D8-AB3E-E3B71614AF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45F135E7-49BC-41F8-B815-2312368FF1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8DC006C7-9C92-460E-BCEF-3E9856EE2C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4FE72F80-0EE4-447E-B047-09471AABCE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7DEFDE18-2A22-46A6-84E1-219F71D3BD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6158C6A2-B26F-458C-B0E4-238972BB43C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4F455080-2AB9-4A46-A444-03E6123546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32FE4640-33BA-44BC-A6D4-A27B0EB410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EB8E2440-AE6D-45BF-A19E-350CBA205D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4BFB9FC9-C106-4D23-9780-5437D37CA6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115BC34A-C9CB-46FE-9EB3-9306FA3B3D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49AE0013-4F4B-4935-9DA3-515D7CF5BE6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997179DF-4703-4941-AD31-2D51376272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7878DE2D-9234-4573-B280-5BD48A94D4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F6106CC4-91D6-48E1-99A2-16420B12EF0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BA9176C0-0BF1-4545-B83C-52C73305F28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7DA5896E-7026-4BB1-A6E7-FF3B00127B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958AC947-FDCE-460B-9457-F216A4E616E1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FAAD9CBA-A2D7-43E1-990B-296DE9A9212A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8ADE44A2-5FBE-4103-B011-7E966D1826EA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A1659609-4183-42AA-9BFE-0397D91239DB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4261D7F1-0E41-4F49-97D5-8897A32DB5BC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A7D28363-8B92-4DA7-B41F-CC20F662C9E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D64A0C44-EF09-43F8-BAB9-0E5389FC0AD0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31E054F1-4B72-4347-A5E5-2CF79F26D64C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21685886-3BEE-4C06-8CFB-FD08C82053E4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206F50B0-B814-472F-B4BE-7E1EFF197FC5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A9D8F582-10EB-427F-98A6-44FBF62A8610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8F2A3AC7-3E7B-4DED-8642-7D1232FA27B3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77220D7F-4C51-4150-ADDE-BC2CEEC3D4FA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08D73E7A-7138-4025-A6A1-A698D85A028B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DD18ADF1-6E20-432F-A99B-150639C0EFCC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B24BC9EB-9A87-4A40-BCBB-33207BC91B6C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A1930931-7815-4E1D-8048-D61B8545080C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30F7BF7E-5FA1-4B83-9EA6-E9B6C8490A6F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BEE980DD-F29E-4516-B129-A9F97B33E570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E812F61F-4162-48B7-AEC0-60583E41D67F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08ED77BF-E57A-48C3-A3F2-2B7CBE5CFD36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C7E1E7F3-38C1-45BD-A7BB-5E2F2F952288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2800D24A-B200-49E1-AF0C-CF12AD1408A9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EE9594A8-863B-46EB-808F-521D8663A00C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7B94BAF3-A5FD-4B35-AD21-15B8D54E67D1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9AD4C175-1ECB-48BF-83F1-551FBDF365CE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689DCD1B-9A62-4D42-947C-AA00F1F05F18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60C7F20E-2F4C-4280-AAD3-5CE020BF937B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46A6502B-289B-471A-A092-49E697349136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11D2CD2F-91CB-4C79-8934-ECA893EC77D1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A444F423-F929-4319-B76F-AFB5EB0DD1D0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19205514-41BC-412B-AD47-F3A119EBD7E5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96AA1F54-2B4E-44DD-9726-9D2C900C70D8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AC2F766A-C75D-4BD4-A492-A3AC92D93CCF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density_16">
            <a:extLst>
              <a:ext uri="{FF2B5EF4-FFF2-40B4-BE49-F238E27FC236}">
                <a16:creationId xmlns:a16="http://schemas.microsoft.com/office/drawing/2014/main" id="{F038F56E-BAE8-4145-B02F-D7B451AEEC1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B7FB18DF-389C-436F-825F-F465C166B9B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6F95C9A9-6BA5-40BF-8750-0D7809689D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936402AA-C46E-4D96-A6E0-A4517AE1F21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B10B2B13-E393-462F-BFE6-63DBD063A9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9F2778B8-C34A-43A9-9473-4E77CB33F9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632A107C-957F-4F25-8D78-48F61E1501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01C81C7B-361A-403C-88D5-FE4609748C4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DDEE9CD0-1500-4CC1-B4FF-06D21A06481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57D6B62B-8376-4847-BFD9-C17B7497EE9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C93515D3-739D-4B7A-A070-5043172E25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BA90B7BF-C08B-4D6D-987F-4286E9E72D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0353B1E3-7B67-45CC-A0DB-A4CFBA04C75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1B896A9C-77DF-49CF-8719-AA5E12FFA7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4C8742E0-AB6C-44C5-82E9-11BDE6F6BB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96669790-F562-404B-B354-2D19FCD999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D1AF3F59-B4FA-4C82-8A22-B6399E9C57E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A6E58DA9-C1D4-4798-926A-D68AB66863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18160ABA-FFFC-453D-BD52-1D932CE18A5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DFBEEC12-421F-479C-B10E-6F03C6B216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2B1B3DC5-15C6-4F75-BAEC-8D232B74CA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BB2FC30A-8E75-42C2-A0D8-B488C23201A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2643F62A-0524-4BF0-98C7-673ED82021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A0274FAC-0419-40B8-98C5-32F18064F2B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012AF2E1-2E4A-4B1E-8F94-3526863213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453AAB73-717E-4B43-AA8F-04F7E34418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A917F604-513A-4224-8BA3-7D0EE3AC48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C6218FAE-72B3-4039-9DEA-819E6664ED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C749388A-81DE-4216-8401-B8BC777D40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89CF8836-A26B-4B82-9A0E-7F6CE847D1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98BD670D-6A89-44E5-98E7-735D278EDDC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488548C3-E12D-42E8-A052-50D7902224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B6E5E064-5DBE-4E43-93B9-A68C3279BE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F9F4F8D3-4B77-4C40-B8CD-CA26B1B7E3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AC35053-1DB8-42B2-BF26-2098D149BA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3261CB2E-A96A-4374-817D-726212E72A8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A4CA023A-1A19-443D-B8E9-DA669E0C96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28C0E8CB-8502-4E3C-98F9-7C5401C7AD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984472FD-6F1F-4A67-B583-64AEFE3895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0202A93D-6073-4206-9F4E-BB5F4C34AAD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AC09C0CE-39F7-4AD5-924F-085E69A879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DD92DB65-AE44-427E-92D5-1386131D68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F7BF5B02-8D56-42CD-94CC-7C644B26552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9981AFFB-C9FD-45CE-88E1-F3531654F34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5A2EA365-8481-4301-B9D2-0A63D8F919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CC9E4EF8-5E35-4078-8F76-B802EF4FF4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B57915CB-0A11-4364-9235-FBE3FBFD6BD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F8581B77-0FDB-4FBE-9B73-F2A4FE2A0C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9FC53942-687F-496D-ACD3-F6537A6BC7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D65DFE15-C3A4-4444-A830-B682809C1E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7E43905E-A404-4E75-BFD1-BDFC3E33C5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5CDCFB11-6751-43FD-964C-AE71320F88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3E3ED982-806C-430C-B19F-DEC33A7F29D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BDC413E1-E94F-42AD-A3A1-6FB8141305A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9EE3C52A-A1CD-4F99-814C-60D246A176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537CC351-BDDA-4A9B-BD6D-FCFD41A848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4D0BDBBC-BA91-4523-AC42-E6D4E42B03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77DF8112-0F8F-44F4-AD64-9BDFE9F801C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DC2B924D-4A9A-47D2-B052-CBFCBF3229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73B2BEB6-D055-449B-9EE8-6CC913BCDF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7AAA5FE8-5305-4278-91D9-C6B5F8E375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54D78A0C-77B2-48FC-9DD4-74ADDEBE282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60169DF0-C572-43B8-9D1D-5D8C205A24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86B5688F-FEDE-4A1C-ABC0-CE340E3E464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B925020A-962D-45ED-8AEB-4587BDE0E0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888D6444-1712-4F3F-9DD9-3905B17477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E55A5CD6-B187-4773-8B57-5B599A1A93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158BC342-2718-4DB7-98FD-220173A1DC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3E05E31B-EF31-4A69-AC77-5D354DD000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DB3313A2-1BEA-4E13-96B6-0A530CE815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F4301883-CCA6-457A-AD5F-3BB358CCA2D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A32C6800-5F71-4EC6-BEFD-211064A0395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88C85C6C-A937-4733-B335-3225DBBADC1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C72545EC-BB01-41F1-8A48-5DD91A8B04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42118D97-B401-42B4-9305-EC9A9010EC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6CFA1703-1344-4FA6-8E2F-613928318A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A1B216E4-A781-459C-BD26-1655327A57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EA2B3A14-361D-4281-90EE-7580EFB6E06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5A8964C6-F54F-4354-83BB-7F835E02A2F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783BAD50-F8E9-4735-9E9C-B53ADC3BFD81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F82EAEC1-74AF-4313-95C2-115EE6B970C7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70DAA2C8-A906-46F1-885A-7F75C336D87C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E18EBFB9-B8A3-405E-B796-F702D6E8EA6A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44E3A3D7-2D28-4186-ABF2-CAE7663F8D7D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852F90D0-3FBC-4E5B-B0D9-D733FD073188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5C00EADB-F823-4683-9E40-12334BEDD93F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74B1303C-3C97-4A8C-879B-EFE73D93FF54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C0FFCEED-C443-4BD9-9B7B-7123D4FFD355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151FAB1F-6E26-4D36-8DE3-317D630CA155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9A8B5BEE-E5A2-475A-B104-FE592B0F1254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72DD0670-3DE3-4B9F-8562-78801B9B7116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B555D40C-11C0-4503-9A2A-888C3872D929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879EB900-AF7E-435E-999C-9FE83E2AFC78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083745A4-44D2-44B4-B8A8-0187500AD4E3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360950A5-B674-42BE-BA3E-D4C4F3C6A993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50ED9F21-4C76-4DB0-8912-78519E952973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513A24C4-2203-4AF6-AF2E-B34E23F0B068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A3418BEA-7CFE-4FEC-A981-797EB8EC0E14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2EB8FA8E-5324-437A-AB41-517D837188A9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5668BA1C-FEBD-4981-AB40-0A4B7861E4E2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801A21C6-1720-4756-8F80-590FBF9FF0C8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12053F7C-C85F-49C1-8102-ECB6709285D9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59AD4DDF-DE6D-4B71-8890-75EA35737F32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EAD0B371-F929-4534-8C62-C3183D07A6F9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936EA3E3-4F13-4F76-9D92-A0709E5A9D85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3741CA64-2F93-4816-BC0F-FB082938EAD5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090E3E98-7D84-453E-BD49-C46EAA69CB63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697DE69E-E709-4C52-84A6-A55A6896BC5C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0AFD44C5-CF2A-4717-AF3F-40D319986A8F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628081B0-6D51-4209-A9F1-CF4D67FF7F7A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E8AC8536-1817-4100-A6E4-492504F9B218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35BC50C4-6CC2-4CDE-84AB-72209F3C9323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3E1C19BC-97DE-498B-8B5E-326DA4D9AEE3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30A75C6F-850D-41A9-95F7-2AA3A6A27C62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density_18">
            <a:extLst>
              <a:ext uri="{FF2B5EF4-FFF2-40B4-BE49-F238E27FC236}">
                <a16:creationId xmlns:a16="http://schemas.microsoft.com/office/drawing/2014/main" id="{17FC1BD9-012B-49ED-85EA-870D0538CA37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0F250255-0DF8-4F98-8320-02FC673BB6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595FE7B9-9E1C-4963-887C-E6E6440B0CB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B2802449-384B-44CC-AFAF-BAA2F8F752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D4B0F158-1299-4773-B8C5-A287411A0A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BC33ED89-1539-4B28-B01F-9B702DB91FC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7B66C0E6-4727-4F6D-AC81-835648F5DE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3EC38F15-B45B-4899-805E-25347991420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D5445289-631C-4AAC-90DD-8C540F71C9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E3976C19-3836-4983-A9DE-02A55CB016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F73BC884-D571-40F2-A378-1640F020C99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7EFCC6E5-62C1-4D7D-A413-16A13B80DD5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C146C14C-1C47-4C8C-84B6-D34D528A344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39BD4D57-1D96-4E69-BA43-25E0CE413A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641F5D60-1F12-4717-88CE-8F7AE5105B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E0239AC5-227C-4A41-8090-E11B34A921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6BE88F52-C893-453D-9BC2-886F3AE1AB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68BCE018-26F5-4FB9-80D1-A08AF5F72F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EF669829-C9B5-482F-9BDE-7A09CB945B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7552DF89-E7D1-40D1-9A99-5CFAF4481C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AEF192A7-B5F8-40FD-950A-C231BC50AB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04CDBDA1-CB93-4EF5-BD53-826CAE20099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9F73903C-54E0-4513-992F-86127D3C130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68401D25-16A1-43F3-AA68-CF7C772959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A59AD4AA-5EEE-4D88-8C7A-4CF6B7BC423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CE383293-53EF-443C-95C1-ABD0F2A22A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67A45F44-E675-4DDB-B7AC-E0192D32D87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E89F2C1C-CED3-4EF5-B7A2-F727487A82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D9DE7310-6089-420E-B36C-7C3D540B312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2BA6B666-448F-42F7-B22C-CCAAC6E2B4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3135D22E-F459-4AF7-80AA-0FA595E3CA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93D2F3A6-1EE6-44D9-A2EF-68EEA54E45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5E9DFAE5-1DE2-4C5B-BCCA-E606B1911E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A7743BBA-C475-47BD-9462-C92F816286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36441DA6-C538-40FC-9890-8C6715D7B01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82C04C6A-5350-4EEC-B2E4-B18B0DDD60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76AFF934-64DD-4A6E-AD1C-61E9AAF9191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19FCD523-9CDA-4E28-BC28-3CE95AAD3C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5DF6E407-4D3E-4BE4-8576-6084B813ED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A7CC9166-69E7-4E90-9A4F-A5F8AE7C4A0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98F2AC50-A5F8-4F0F-B4BE-14BD710042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E493A7AD-D18A-4521-BDF2-2077AA017D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12DDF44D-D039-4B68-AEC2-BD36575ED2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52CAD5CC-42AB-4E55-99DB-1183DCD8F3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7949180B-3B7C-48AC-A9DD-56E7B9C0F6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BBF3A15A-DA66-4A89-8347-4411FF101C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417BC58F-3854-4FF4-AE92-1387DFDD65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2923350B-FAB5-4F4B-8992-1D96080734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42B71D23-3646-4871-AE4D-35B581DE1FF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F43E6096-5691-4E57-9F20-4561296AF16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F6A4FA6A-5ED2-422E-BB1E-ADFDA23E6B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A8621371-7573-4C0C-81A0-1596E04E9E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86112E3C-4486-48F5-B7FA-97C8183E32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52BC37B3-D1D5-440D-A79C-0B39C2F5C6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230998A8-F293-4B49-9ADF-D6FC5DCD98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A5F112A0-058B-45FD-9286-E0166EA999E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95623F75-1C07-44A3-86E9-67BA58D7F0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15364BF0-EE9B-482E-928C-86566B8C75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7301181E-4302-4850-A3C6-74A66CDBA2E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460BDE2E-35EB-48C7-9ADD-E6DB18CE7AD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1BE47E6C-0865-43C6-8A54-C9B446D529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8CEF9879-AD5C-44B5-A608-4EC166FF17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B790FEC3-2B79-4049-B9D7-F195EB10818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F8E73423-4BA4-429F-9BA5-6CDDD1D9BC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00E042C0-C592-438B-A397-2A5F4DC6D0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89AAC344-1E0B-4767-86AA-8334E338EB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97E219F4-754B-477F-8F59-716243831F3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74B0434D-46D3-4EF2-8E1B-8ED4C1FFEA0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56544CFD-A4EE-4EB2-8BF5-14F2CA0392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C1773E5B-2BBD-4E03-A6DB-E4199B68CC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83089B3D-2646-4337-8F1E-656E4032CF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444E3A4F-9DED-4772-97EF-8B0AD3EC90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8E31D8A9-C7B8-45F1-8C91-0A01844568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6BCB1887-DEE3-4F3A-9A19-A6D846440E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99C9AC0C-8494-402B-B936-C1E3174399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C0076083-BE4E-4704-AAF0-F0311729C19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A38B5F8F-2F6F-4767-A95C-6152D3ADF4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D09F1105-84AE-4568-829B-2821E9791E0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375EB59A-FFE0-4D16-B493-8EEAE39BD2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F4B6F8BC-331D-4182-8218-B096B0936995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70E415EE-358D-4B8A-AE04-0F048F5F1F8B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7E247BAC-73CC-43FB-8DAC-BF37A48260DA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F1372681-ED7A-4F65-9D51-F9FFC3901E70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034DCF78-2FC4-427F-8275-FD90356BF76C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E1AE47B2-FDC2-40AE-B837-D572758A1649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D314DB5D-0EB8-4F03-91A0-63701262DE96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ABA20064-6959-4B36-BE40-1A9106532E51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779733E3-917D-4B8A-945B-D6488E5E9BB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1516EE29-F5A7-4D31-9EB7-9339A3484F6A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FD4982D2-FE9A-498E-87CD-3EC24A7722C8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319F88CA-3162-4FA2-8869-839B5445FBDE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CBC68A8E-73F9-4F06-8C69-FF5D33F66D37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BA138233-839C-445E-94F9-3F215EB2D303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54849F07-2BCA-4566-A364-5897D69B4826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339A070-2A0A-45B8-8243-159520ECB7AE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9970B2CC-3F1F-45D3-AED6-0992CA162AA3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36A6187D-7AA9-4417-912E-FA9042B8614F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0D021DFD-AE6B-42EB-9A15-47C51EF568C6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7E3F15CE-5AD7-4DE7-A17B-6880FC8D5E00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EBF0F0E1-23C8-4E76-B600-C2B9F7E5F20E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47C4CEBA-C8B1-4266-8132-DAA6D4283DC1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6AD3CA02-2ACB-44C5-8D1D-538AF79DFC50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967834DD-9FE9-4A9A-BA59-BC9AEF46582E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0E7205E0-229A-4121-A6D3-617DF577F33C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D11AFBCA-F48C-4680-9473-48ABCA2D0B90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079689EF-32B4-4D60-BE1C-A7462D48AF71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F25955E3-42A9-46E3-887F-BB8545124F4F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EB082EA3-484E-4C3C-8D7F-215CB9AE72F4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E05784D7-D731-40F8-B7F6-92BC497F0411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30D3A348-8FB0-40AA-9CDD-8096B57D4989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7409E8D7-F8EE-45D1-A5CB-8806D4941671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0E4A77E7-9BE9-4085-97D6-D46DAFC6A196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1541579D-E5DA-44BC-AA28-4FAEA3CCE572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F76778B0-26BE-40BD-8582-387E658DC0F4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density_20">
            <a:extLst>
              <a:ext uri="{FF2B5EF4-FFF2-40B4-BE49-F238E27FC236}">
                <a16:creationId xmlns:a16="http://schemas.microsoft.com/office/drawing/2014/main" id="{16631B99-A2DA-45B6-B73A-B8BEB104CA18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density_21">
            <a:extLst>
              <a:ext uri="{FF2B5EF4-FFF2-40B4-BE49-F238E27FC236}">
                <a16:creationId xmlns:a16="http://schemas.microsoft.com/office/drawing/2014/main" id="{EA55DC59-D285-465B-AD79-5EBC96986B6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density_22">
            <a:extLst>
              <a:ext uri="{FF2B5EF4-FFF2-40B4-BE49-F238E27FC236}">
                <a16:creationId xmlns:a16="http://schemas.microsoft.com/office/drawing/2014/main" id="{E23182A7-ACB2-4549-99A0-CC7B8916FC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density_23">
            <a:extLst>
              <a:ext uri="{FF2B5EF4-FFF2-40B4-BE49-F238E27FC236}">
                <a16:creationId xmlns:a16="http://schemas.microsoft.com/office/drawing/2014/main" id="{53BD3A17-DFD2-455C-AAC1-9ACC5D18970F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A4E49D5D-09B8-4CAB-B78D-D4CF85A4BE2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3FAB01D0-5231-474B-AEDC-BC57DE19EAA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FDF136F2-F620-44B2-843E-A18346F2D7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16848B82-7542-4B02-BAB1-2AB656B2D3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605DC18F-07E3-405E-9FFB-4A66DBF8AD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8246E702-48E1-4425-95F3-A09C35C39F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85701D9B-71D4-498B-9D00-9CC07B2659F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D2687649-4D79-4352-8D3A-6ED7015A26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698A7A08-39B1-4E1E-A60A-18A3D203A1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2B3053A1-F816-4FAD-8FED-2EB6F0352F1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E49EBF01-5742-4C6A-AAB0-47614FA1931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9E41879D-B041-4DA7-8C82-8FE745D46D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A1FAF246-3164-483D-B458-214E015ECA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55D14F9B-A20D-4460-A901-EDCBBDA0FE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24E869F3-9574-4D27-9059-77E684CB29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649DDF4F-22E4-46C5-983C-5C31877DBA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86CD8867-F051-4246-AF21-1E6A1ABE5B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578F5DCA-3731-48F8-ADF1-2B8772EE7A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9F275D4B-A7DE-4CA2-96AE-EC00FF6CDA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1C22C88E-091A-4E4F-9DE7-73D0DA056B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85AFF6B7-EA93-4CBB-ACBF-C920F754689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C08E64BD-D665-44F9-9BE2-8A5DF0BD57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D27A64A1-74C9-4233-8AC5-1AE2ADF538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30D04453-0E01-4C2A-B6E1-6856CD1437C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F0C46993-675E-47CA-8BAB-ACF8E08F5F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66251E7E-CA4D-489F-BE4D-DE0F8FF263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0F098242-82E2-404D-B268-247E81C175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2ADB4E75-9C11-44F4-A86E-4EC2128614F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6AA1A27A-F7E2-49E4-B55D-4E534F0D9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641F885D-DAB1-458C-9A11-BDA6C8F849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D44CC775-3269-40EB-9AB5-76B7BDFDAEE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06AD61A4-D755-4854-AD96-20E7DA5CF2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80E833D7-CFDE-40D1-AF6B-22066CC53D6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B3C29338-074B-437A-BAEC-6438C4CA832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E1E7F62D-F813-46A7-9C3D-C0F1CA0C0A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489A8416-B82B-408C-B40D-4E5C16ABE5A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53E4D1D9-1A25-4A93-AF73-F3250197466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6FE3CF07-DF93-4346-9B1D-D77B0E7BED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126A632C-3635-42B9-BAE4-BBF926D6868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B0C4014C-4CA9-41A9-8FD2-91744FBB5D7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75821FEA-4345-4CEE-9DBE-AE4EB97887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54F08D91-3E3A-4622-BA5A-E25EF581C50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BDC23C12-80E2-4752-AA32-B249F6EB4C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19214BCA-DB5F-47D6-BB28-2FAA71808C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E0A0C4B4-682D-4F11-9217-0FA0CA2BDF4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6716662E-DB81-42AE-AD60-449A2C548D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C7859DE4-1AD4-42F4-A80A-3FDFA37BA4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5FFA4015-6FF9-43AC-8340-86F25C68FE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4BFB028D-8B93-4746-8C66-75909C00F4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57E90530-196C-4DD0-90DC-70E7554903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78ADFD80-A9BD-4968-B168-92796165F5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A9086728-D2CF-4D4B-9742-9B3A4D22C9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7C57AB13-AADA-489E-9912-A92D90642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FAB36C54-8D2C-434D-99BB-8CB1B16468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BC8A5D3F-B8B5-4ABA-8992-C0743EDF2C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F527D9F9-830E-4995-BF86-B52329BD94E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804DB195-972A-4411-8D14-8CBCFB3B2B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277B171A-CD1E-47BD-9471-A7B73C9AD7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C664B841-9AF8-459A-8D1F-6ABED288885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7EB5C448-0DB3-42CC-BE50-F410715A6AA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71917D15-BD64-48C8-A64E-00EBF15356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F0223416-9E00-42E9-8B0E-67C492AB18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FB54E89F-C9D2-4115-92B3-212611C4EE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62DA2C85-615B-47EA-9516-23265FDA2E4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53D658C7-253A-48FB-AC79-E0E669F147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88892951-CDED-4339-8C11-3735FF909B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95221B48-8FC3-4145-A3FC-6FA557A0D3A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602531D9-7070-49CF-A42B-14349DC024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D6AAA9C8-8209-4922-829F-8BB1A25C24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0F3F9B25-DD67-4F7A-9A65-DFE823BB2C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E7C631F6-FCCA-4CE1-B9F2-3DA6612FFE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BE97A875-F6F7-456E-A3C3-DD6AA4E863F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B434D313-C080-4492-B873-6A04EC355C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C518BA0A-CBD3-4A68-9371-7A3FCF77EF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F457054D-CBEF-4230-B0C5-027C7F757A47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71A5A2FC-FBBA-4433-9EDA-9628977F6ECB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D754DD70-1F75-42B9-AB9B-EFBA626B637F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8333B45A-9D9B-4BAC-A414-F0EB6735BBB4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7470E78A-BB96-4615-BF84-96EC32485F7A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B1CF1A74-D097-4773-9704-FB8B0650E460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F095678B-6444-46FC-8835-BCC0218E52EB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3D15A81B-B726-4414-97B1-89E0BABC3020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99A14FF7-AA4A-4713-AD0D-2C275E364138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36E45ADF-F077-4E9C-8F93-49EBB7958265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5B28DFD2-57C9-4623-AE03-89045A06053B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88397C7B-4317-478D-AB33-D0AC8DF88429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F71CA6DF-F4BC-48FB-A087-4A4F21B66AEA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509E5ECB-AB58-41CF-9E5A-60ED3E777D08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81C4710A-4D79-446B-B352-886432A9FD48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5CB55658-25B9-419D-8B01-11721C875151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B23F7C3B-EA34-4A69-8A50-348F8E0B635E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A6E30860-E081-4EF3-9FDE-7D6526068910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60894ABA-0528-499B-A521-0A0E8E6B8D9C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9F5831CC-147E-44CC-B0D9-F6CA63C066D2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5C028FF3-CC82-4B1F-A37B-7C3C0B110DC1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226F10B5-05EB-4471-968B-08E58E688502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C0AFC46C-4987-4D35-9FFC-498A9C849ECA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48B9BCE8-F647-4D13-9436-0377A25CA4EE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59237047-AA07-4224-9C5B-AD89C7D24883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D855757B-49EB-44F1-A20C-7D57504689DF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72D4AFAB-5AFE-4C8B-BE1A-1310F3AB0E80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1B755652-1F40-45F2-8D9E-D023F4F9F9C9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E7D953A4-FF3F-4341-98B3-B1CF8AC5969A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FEFABE77-D5C0-4D04-B2D0-5219C55296F8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60BA31EB-EEF9-4B25-81EE-26CA40C81869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85AFC2EE-32F9-44F7-AD96-27349427F1AF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57D90C0B-8B2E-42AA-B57B-51080AC5B216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2D8A129D-7824-4188-B37B-62782FF8B33E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FBFD9323-30C8-4FF8-9E44-E4C5C7893F49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8DA5307F-7CFC-4260-A821-0F6408E1D0F4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density_25">
            <a:extLst>
              <a:ext uri="{FF2B5EF4-FFF2-40B4-BE49-F238E27FC236}">
                <a16:creationId xmlns:a16="http://schemas.microsoft.com/office/drawing/2014/main" id="{74DC67EA-6A57-446C-AC7F-FC42A7443375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0E5AE2A1-967F-4EFE-889E-25CAC0F943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23CDD66E-2E4F-45E8-9CBC-3741077AD0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1609C127-F931-49D7-B2EE-B2F18A0CA8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B85B00E5-F337-461A-8B65-08A42374D36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DEE26516-DF4E-4219-8319-25488641C6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865500DD-6D84-49E8-A3BE-98BC918AADB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37DBE15E-6733-4292-BE69-D7FC039318B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7BBE6E94-8029-4107-9207-A6D47FEE8BD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FF30F07A-3672-4961-A32E-D50173B7517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EF7EC66F-F699-45ED-845C-66FA0C6384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54D39296-F05D-4386-9D7F-EC585D60A2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FDD69A86-FA44-435D-81B9-F1DB3C4282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7371CA48-B8CE-4B7B-A23D-6C3F95BA11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06FFFB22-F517-4285-8A99-303B65C2DB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F5AB609D-C2AC-40BB-BF79-24EBC1A096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ADC6B627-D461-455F-AFC7-03E893BA26D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105AC43D-40C3-484C-B271-C5AA2E362C2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D73386DF-6723-414C-BCB3-66E5143D5F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535C8D1F-CEA2-443D-9F1E-D05CB54F67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787EB32A-F61D-4EF4-8AE1-8F666122604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F75E8195-9AC2-40B1-88E9-375DC9F34C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F450F5F3-E21D-4C61-B122-2F11F51CAC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30450BE7-B404-4A49-AE21-8C61B22A555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BE47EF20-B935-41A0-9823-E134A5D0878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8A3F69E-A999-44F3-BFC0-5876C7A093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D38B87B7-904B-483C-ACA9-660E916DB6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7AE8ADF4-6067-4D7F-9A82-842A96ECE19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DBF90A00-4D66-4953-8145-0D1147B3B3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0AA4A84F-15DA-47F1-80FD-D7B396E7A6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DAD0B072-1E40-4E0F-B6BD-38FD43C1362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0485C552-358D-4E20-B962-46DE58D0389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78447A78-BC43-4027-9661-0D6DECCF7DA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6CB616FF-048C-4B55-9A14-5BA2E54434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2F1456EA-6A5A-44A1-8572-0DB96B2AC8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D9726139-8EB3-4B27-B189-B19EF6BB63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2CF085ED-CF43-4B33-9C3B-4C6EDFA58B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C3BD807C-668C-4144-8C47-AEBA70B7315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6BE35B23-3E8C-4F63-B55C-F2EB20CE752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3FE6C19A-C5CC-4323-9385-D04C49310E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26746505-5E17-4D25-9000-73D0EBE2B3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E3D58208-EA6B-4679-9D2C-1AE88847498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FC48D988-3C56-4E74-8960-0040C2D503F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D33CCDCD-AA59-417D-BC1A-F98F15D5EA1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80BDFAC2-3B5A-4657-A662-5FE9BC36DF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0314F3C5-5FCC-4110-95D1-5F0BEC7DD28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CEE3A28C-9140-497A-B661-625BA5C507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D2A33EE3-6738-442D-B518-2431B7BD210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FD90FAB1-5F4E-4773-8936-7CC41DAD0C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3414739F-280D-47CC-BE40-426F0896FC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6574C218-6E76-4FC4-80AC-561C982C75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AB448EF8-6C24-4774-98FD-4FF12C8513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B8C2C10A-7B3A-4345-88E9-8288CAAF8B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3AF753DB-5CB1-48D8-94C5-9012022960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AC057E4C-10DA-48F6-98EA-91593B49D8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7C9376C5-307E-4D1F-B010-BD5557BFDF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A2C67BD6-9D21-41B3-90D9-DA68F5444EC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2E1E3A90-4E34-4E0A-8E3D-9F6C16F7CFC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BC359244-EFB2-450E-B18F-D5EF1F1952E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FA476405-6E37-4120-BBD4-4E259DA81A8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D7D16E1A-8406-4C82-8559-CC9F3C3B2D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DC1C1049-87EB-4EDA-A5D0-963887FA66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A70BF1F4-CBA1-4A49-9BD8-FB6F5CA917F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0874C003-E4A2-4C82-83D3-BA7B49667F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B2F51498-6E19-4F46-81C3-36A961F7EB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9CD881C2-90B6-4940-B9AA-14F86139D8C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555E7709-5B0A-4F26-A5B2-29770C728C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C20C029C-5FC7-49AC-9B2A-35F3E480831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55A9B15A-A46E-4DAA-992D-832420713F2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7C0013F9-BA9E-43D4-8C45-94C79A83FB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B5898E06-FB7F-477B-8017-B45F7D75D6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5A817713-09F6-4D54-BEB7-BD4DFC47D3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480878C4-C9B9-411B-8B09-C8DA6196862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B85CF127-4212-4215-92A6-9F0C5772EC4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81FA73C0-B8CD-44B3-8101-F13EA397B2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3C755B82-439E-4932-8005-CB9888DA6192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A797587A-8086-477F-A8C9-D8876489C693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8EE0CE37-92DC-4A20-A3B7-88F3249E7F46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98980973-FC19-4050-8772-01D39322DC99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BEA92FBC-0C94-4B82-B57C-6DBBCD15A7E5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6C6F4399-133A-4623-860D-BF19B2C1A1A2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6384195A-3AD9-4030-9DD2-543B06812E84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20CA9B82-74FA-4728-928F-052B8895B65A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14519275-FF5E-4159-9D47-AED06C113F9D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B27F9FC6-104E-442E-B230-63D17B7C6750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0F0F4F32-0B6F-4382-8612-9E4DB33D5ECC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B97FD5F5-86BF-47A0-8648-198A8E681190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502F9BA4-B6E7-4D92-9F07-5F0E397CDC5E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21622895-BE2E-4899-B9BC-B0278F24DC81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F82F256D-454C-4B06-8B12-116B2A045C42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7B0C9ACB-B28C-455C-BA79-4214BB033E44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B1CFAB24-FE14-4103-8FC3-466E50D5F4AA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F3CE7033-00F2-4A5A-B0A5-3B06CB198ED6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39476E56-FEF5-42C8-BDF2-BC379D0B55CB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B00DB0BF-4BBA-49F4-B32D-C40210BF0A7D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11B891FA-3D17-4E4B-98D4-EE1FA363FDCF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D8C302C6-5C37-41CA-9138-DD2707204E33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638EA20-CD7D-4320-8958-81D79DBC955E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F159CF95-90E5-4FAD-822C-A5374D251C75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C796AFBA-1D46-4C00-A5B6-A1D67DB72D53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400E0DC1-DC09-4443-94C6-35CF4A2B090B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8E1CAAE3-4F20-4FF9-B598-F5F1E1E7561D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248D49DB-5618-457C-8249-8385ECCCCB03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DD852F4F-BF0C-41B0-B096-A215435ED8ED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D47FF27C-C1D2-44B9-8C72-D9CE0843205D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91FE865D-DB38-430A-9CC6-9D12D95A59A5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41FCA3F3-53B3-4858-B94D-340750D52B99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677C569D-32F1-4073-AA1C-ED073B14490B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A3E4CA39-964B-4389-978C-2035CB890DB5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0869924D-E3EE-41C7-8D5C-AE4423BE450A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025F9123-1EF1-49BD-9E1B-881F8C57D990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density_27">
            <a:extLst>
              <a:ext uri="{FF2B5EF4-FFF2-40B4-BE49-F238E27FC236}">
                <a16:creationId xmlns:a16="http://schemas.microsoft.com/office/drawing/2014/main" id="{24115E52-085E-4724-A798-32BF14DEAB3A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43CFA5A2-E607-4E5C-8B7C-97AEC616FA2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409D6F88-F3E9-446B-8C14-56C61689A7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9535F4FA-67C4-4266-86AE-B73FD37723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8629C024-B6EE-4C84-B795-98DF16B8443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B289C5F1-C366-41FB-8AC3-808E84225A8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1AF90FDD-882E-4603-B63E-1869D20210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F28E0B2B-5309-4BB5-ACF5-DD519999B93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5F916B74-1939-48CA-8A77-BA44478AA9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1992585D-F4F4-4863-BCDF-F6982DB5B0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FE879B0B-405A-4874-8370-F52A6442E3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76B31175-418D-46A1-80F7-834FB52430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E7E934D3-E941-4B22-A9A4-8EB25B8CE0C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257C74C8-B660-4EE8-9FE9-1771C2EF5B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73220275-B5F7-4619-BBB8-338BDA78E1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AA1870AA-22D4-43ED-BD6A-C4597774772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E958BBDC-8E3F-4256-A677-F5BFE33FFB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987E2D63-0034-4068-9E73-644DAFC01B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4D1C5933-51C8-48F1-9A9C-0DC279DDDF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48D7EEDE-ACE6-49E4-BC12-F949BB1499D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D8DFA384-EDB0-4DE4-A38F-3D77377E53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8B88A90D-F17E-41E6-BC5B-5D7BCD0E88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6A93EF7B-C82D-4A6C-9D77-FE725BD4E5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F249FB67-B108-4766-B671-D4CCE50995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8C350B0F-89F1-481D-8BF5-DA3FF7D731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85962BEB-1E23-4E3F-A28A-F8C3AA64E8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C7353473-EF83-47DF-BEB0-8A8478AE9C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BB975E07-0308-4D8A-B35C-77A50D9B8B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70C7AADD-BB9F-45C5-B20B-17F2A0A350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05ABF26E-2825-436D-B527-E116A76C4C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173FEF37-2C6D-4825-81DC-D99CE58D48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A6712401-8800-4E14-A1D7-4369ACDC246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341DD0C0-AB0B-40AD-8636-5506E65AA9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BF5480E8-B4B7-44C1-8FFE-8A51FA5B5B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28BA3C78-1D6F-4DCB-B780-4ACC02B940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C754F73D-F2E9-4D43-8E7E-D29F52422F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33208F42-3933-4920-8294-AB555FBCC0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F60C2E9F-A3B5-45F4-92AB-8A7A186720F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F56D8E47-F33C-459D-8CDA-3174890F93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3D5AED97-7D1A-4052-98DE-C18A7B8813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F9794D47-8729-4310-92D1-84A87A5C6E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54B10B51-C198-4618-B2A8-FC6C7A1E34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1D034F80-2694-4DED-A76C-9524901170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C379D432-FC5C-4054-96A4-2E0AA696EEE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3F4429BE-0DDC-4364-BAB8-8C44606B30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989B7ECE-796D-4406-9A62-013A7E40FCC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CCFA5C9F-03E9-48ED-BAB9-B77DB598BFD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94A375BA-B5F0-404F-B265-1D65B06E27E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CE63B944-7C93-4D34-BD9F-95A61DE28A6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4708945F-8AC7-4EAA-A921-3E5CD6307E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743EBD81-ACA2-450A-AF3C-7C452CB73E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EA8332FF-9A68-476C-9E44-0AFB759F38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9B03701D-A9D6-4C23-B280-4075786793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EB98E6F9-93F9-43F0-8FD3-DEEA44FB8E5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7768E8E8-EE3F-4FCA-8F80-CD9327402A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11EF4D71-8936-44D9-9066-01FB960E88D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47DD9F00-EEEE-4513-8810-484826BE64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94721F8C-2C13-4361-9EF9-D80A19BADF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DA6EB6DE-264B-486F-B8BC-AE25DE5D4F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8B7DD4AE-D79D-4197-BDD4-9AAFAFB941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FD565499-430B-479E-964B-284812183CF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FB25A68D-CF9E-4B73-820E-CA2126F39B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9B6EDA80-BA4B-45EC-A1CE-83BFD6E2D5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DC1A9522-453E-4443-A60D-FD5FC6F63C8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12587A72-8781-4264-A85E-09A0F5FA655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D601C225-8AA1-4348-9FC2-19A734B68BE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6D8B186E-B136-4577-ADEB-34655AD6144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CD0B0ACB-D774-4A9F-B566-EEF63599E0F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A6BD6B25-824B-4286-A412-ADB8CABA9B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E98B5A14-AE06-4281-B737-36E25AC1A3F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2BB43284-BFB0-4E54-9715-81E079AAF4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ADEE5191-A02C-4732-B1A4-46077DC75D5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2810F985-042C-4066-97B3-F0A88D0FEF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244FE3F1-F954-48D3-AF25-B9670214B7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C1911399-8BE0-4B22-B606-DD73085EA24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5C62F162-5529-4702-88B5-26AD38DE6FD8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9E1DCD5B-6D72-4DC5-9DF9-8AF0B61FCAB4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3B4E69DD-881C-4AE5-A151-4818D7A532DB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58FEE9F6-1463-44BA-8581-97A37B0ADA71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44657727-ABBD-4FE5-8E96-7207D0E33CDB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CAED6F75-36F0-46D4-9F19-1E17D4727FD6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9CEE6FDC-C948-43B2-B595-9B531271326B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8B6D4A40-853A-4E60-990F-8EAE30C1582A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9A096DBF-7352-4528-9313-AC9FF55EAD3B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4CBCA4BC-1E9C-45EB-969F-7F227FC44A75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FDA6091C-D8DD-43EC-ACC0-7965B0819A4E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568372EF-E6B6-4EE3-8EDF-FE477ED4BC6D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E19F7080-BEB8-4554-96D2-300EE5ACAF9C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2C4DD5BC-5D50-4CF0-88A9-ABFD9D864B61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1890B112-114E-4869-B8A7-D8E2C7012036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E1915F6A-B83D-44F5-8D98-BF5C624B5783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25FCFF8C-B707-4876-89A3-816CF2C5234C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8D432B32-6485-40F0-979A-230718F105FC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BF62DB9B-3450-487D-9EF3-E2506E09FBE9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99E9DE5F-34D7-42E4-9E0A-CD07FEE32395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2702834C-1A25-4F66-BE51-4908C12C2FDA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CEFAD223-59BF-43D8-9524-5C0D465F7625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BA00E4B1-2720-46BE-BD56-6099190B180A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24A65F82-9BCE-4835-9EC6-D1E88B521657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DBC5DAD8-E642-4C25-9D62-24BE3325E2A6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D619C605-F07B-496D-A5F6-35605D31DBE0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2CF21CB9-641D-4134-A5E3-19D369907956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81ECA648-0E9C-4112-BF81-0EB5E863E94C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535E6DC3-4844-4B4E-AE6C-CCE19AAB35CA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1793F3E8-3ABE-4981-B3D7-77E67F22D790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EA082D22-C4E4-4301-A7F0-358DA5A22E20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28BD7058-5C2F-4780-957E-00CA3E58C3E4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209EA31C-0FFD-4A94-8657-EEB47D914CFE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2C3C2050-7DAA-44FD-9166-D424C95604F7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92175FC7-239C-44C5-85E7-CC0A1FE681E1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DD77F88B-5D07-4FC9-84AB-1AC489069440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696C96DA-7ADA-497A-AECA-22D1043825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8AC5EDB5-423E-45EA-ACE9-142F77390B52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density_29">
            <a:extLst>
              <a:ext uri="{FF2B5EF4-FFF2-40B4-BE49-F238E27FC236}">
                <a16:creationId xmlns:a16="http://schemas.microsoft.com/office/drawing/2014/main" id="{82F85D9A-5FDE-4F79-AEEB-982844D039F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density_30">
            <a:extLst>
              <a:ext uri="{FF2B5EF4-FFF2-40B4-BE49-F238E27FC236}">
                <a16:creationId xmlns:a16="http://schemas.microsoft.com/office/drawing/2014/main" id="{9A935AB5-1B21-43D9-ABB8-1E56EDC509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994" name="stage3-cases-density_31">
            <a:extLst>
              <a:ext uri="{FF2B5EF4-FFF2-40B4-BE49-F238E27FC236}">
                <a16:creationId xmlns:a16="http://schemas.microsoft.com/office/drawing/2014/main" id="{9FBA1521-3507-4ABC-8DE9-4395F1CE45D9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995" name="stage3-cases-density_32">
            <a:extLst>
              <a:ext uri="{FF2B5EF4-FFF2-40B4-BE49-F238E27FC236}">
                <a16:creationId xmlns:a16="http://schemas.microsoft.com/office/drawing/2014/main" id="{46DAB055-1DD3-4B5B-8584-7575925D9E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996" name="stage3-cases-density_33">
            <a:extLst>
              <a:ext uri="{FF2B5EF4-FFF2-40B4-BE49-F238E27FC236}">
                <a16:creationId xmlns:a16="http://schemas.microsoft.com/office/drawing/2014/main" id="{DA2258FD-5D71-43BD-8EAE-4C388764F7F1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997" name="stage3-cases-density_34">
            <a:extLst>
              <a:ext uri="{FF2B5EF4-FFF2-40B4-BE49-F238E27FC236}">
                <a16:creationId xmlns:a16="http://schemas.microsoft.com/office/drawing/2014/main" id="{BC806866-0B80-44AD-A204-3B139F6B4D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998" name="stage3-cases-density_35">
            <a:extLst>
              <a:ext uri="{FF2B5EF4-FFF2-40B4-BE49-F238E27FC236}">
                <a16:creationId xmlns:a16="http://schemas.microsoft.com/office/drawing/2014/main" id="{36B8B868-06FB-4B65-B84A-8EE6E5D3F0EC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99" name="stage3-cases-density_36">
            <a:extLst>
              <a:ext uri="{FF2B5EF4-FFF2-40B4-BE49-F238E27FC236}">
                <a16:creationId xmlns:a16="http://schemas.microsoft.com/office/drawing/2014/main" id="{4A38C7AD-C6EB-4DD0-A021-D820B5494EC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000" name="stage3-cases-density_37">
            <a:extLst>
              <a:ext uri="{FF2B5EF4-FFF2-40B4-BE49-F238E27FC236}">
                <a16:creationId xmlns:a16="http://schemas.microsoft.com/office/drawing/2014/main" id="{6CFC46B1-6527-4F8C-A6E2-17CE51D6BF9C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5656819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stage3-cases-clash_0">
            <a:extLst>
              <a:ext uri="{FF2B5EF4-FFF2-40B4-BE49-F238E27FC236}">
                <a16:creationId xmlns:a16="http://schemas.microsoft.com/office/drawing/2014/main" id="{B5B9B5BA-D5B4-4956-A21C-6DE2C5282F34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clash_1">
            <a:extLst>
              <a:ext uri="{FF2B5EF4-FFF2-40B4-BE49-F238E27FC236}">
                <a16:creationId xmlns:a16="http://schemas.microsoft.com/office/drawing/2014/main" id="{DAFDF18C-2169-43E7-946F-3AB37B95F042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clash_2">
            <a:extLst>
              <a:ext uri="{FF2B5EF4-FFF2-40B4-BE49-F238E27FC236}">
                <a16:creationId xmlns:a16="http://schemas.microsoft.com/office/drawing/2014/main" id="{7BA51DDC-5CBF-4F6E-BC3C-F685993CD1D5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clash_3">
            <a:extLst>
              <a:ext uri="{FF2B5EF4-FFF2-40B4-BE49-F238E27FC236}">
                <a16:creationId xmlns:a16="http://schemas.microsoft.com/office/drawing/2014/main" id="{E1ABA795-1DFF-4A9E-A371-B99FB5C7261C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9U7J · GDU (A:801)</a:t>
            </a:r>
          </a:p>
        </p:txBody>
      </p:sp>
      <p:sp>
        <p:nvSpPr>
          <p:cNvPr id="5" name="stage3-cases-clash_4">
            <a:extLst>
              <a:ext uri="{FF2B5EF4-FFF2-40B4-BE49-F238E27FC236}">
                <a16:creationId xmlns:a16="http://schemas.microsoft.com/office/drawing/2014/main" id="{68A01F32-2270-45B8-ADD8-CB84AC5586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clash_5">
            <a:extLst>
              <a:ext uri="{FF2B5EF4-FFF2-40B4-BE49-F238E27FC236}">
                <a16:creationId xmlns:a16="http://schemas.microsoft.com/office/drawing/2014/main" id="{9AD0F7C0-3578-443C-BCB5-3826739B8CD0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u7j_2_official_Receptor">
            <a:extLst>
              <a:ext uri="{FF2B5EF4-FFF2-40B4-BE49-F238E27FC236}">
                <a16:creationId xmlns:a16="http://schemas.microsoft.com/office/drawing/2014/main" id="{DA876881-C7AF-4669-B2DE-C827CA26F5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u7j_2_official_ExperimentalDensity">
            <a:extLst>
              <a:ext uri="{FF2B5EF4-FFF2-40B4-BE49-F238E27FC236}">
                <a16:creationId xmlns:a16="http://schemas.microsoft.com/office/drawing/2014/main" id="{846993A6-0513-4CF4-8A23-FE50E335CC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u7j_2_official_ReferenceLigand_0">
            <a:extLst>
              <a:ext uri="{FF2B5EF4-FFF2-40B4-BE49-F238E27FC236}">
                <a16:creationId xmlns:a16="http://schemas.microsoft.com/office/drawing/2014/main" id="{9DCC84DF-DBB8-401D-8070-3206797BA9E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u7j_2_official_ReferenceLigand_1">
            <a:extLst>
              <a:ext uri="{FF2B5EF4-FFF2-40B4-BE49-F238E27FC236}">
                <a16:creationId xmlns:a16="http://schemas.microsoft.com/office/drawing/2014/main" id="{3A937E09-8D67-4796-8D80-659D20C9E01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u7j_2_official_ReferenceLigand_2">
            <a:extLst>
              <a:ext uri="{FF2B5EF4-FFF2-40B4-BE49-F238E27FC236}">
                <a16:creationId xmlns:a16="http://schemas.microsoft.com/office/drawing/2014/main" id="{D7CA3121-D5BC-48B0-BF9D-D20D38FCB3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u7j_2_official_ReferenceLigand_3">
            <a:extLst>
              <a:ext uri="{FF2B5EF4-FFF2-40B4-BE49-F238E27FC236}">
                <a16:creationId xmlns:a16="http://schemas.microsoft.com/office/drawing/2014/main" id="{E2F26ED4-C8E9-4D70-8E62-0435FA2515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u7j_2_official_ReferenceLigand_4">
            <a:extLst>
              <a:ext uri="{FF2B5EF4-FFF2-40B4-BE49-F238E27FC236}">
                <a16:creationId xmlns:a16="http://schemas.microsoft.com/office/drawing/2014/main" id="{D77239A8-74E3-419F-B0A9-4EEB702A54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u7j_2_official_ReferenceLigand_5">
            <a:extLst>
              <a:ext uri="{FF2B5EF4-FFF2-40B4-BE49-F238E27FC236}">
                <a16:creationId xmlns:a16="http://schemas.microsoft.com/office/drawing/2014/main" id="{D1569AE4-64D1-47D5-8255-4609274661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u7j_2_official_ReferenceLigand_6">
            <a:extLst>
              <a:ext uri="{FF2B5EF4-FFF2-40B4-BE49-F238E27FC236}">
                <a16:creationId xmlns:a16="http://schemas.microsoft.com/office/drawing/2014/main" id="{31DF8E21-DD97-4257-BD07-42595431E59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u7j_2_official_ReferenceLigand_7">
            <a:extLst>
              <a:ext uri="{FF2B5EF4-FFF2-40B4-BE49-F238E27FC236}">
                <a16:creationId xmlns:a16="http://schemas.microsoft.com/office/drawing/2014/main" id="{45DD0DD3-98A9-4CDA-B332-A9DBBD5C40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u7j_2_official_ReferenceLigand_8">
            <a:extLst>
              <a:ext uri="{FF2B5EF4-FFF2-40B4-BE49-F238E27FC236}">
                <a16:creationId xmlns:a16="http://schemas.microsoft.com/office/drawing/2014/main" id="{6054091E-2A15-47CE-B70D-E4EBE336245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u7j_2_official_ReferenceLigand_9">
            <a:extLst>
              <a:ext uri="{FF2B5EF4-FFF2-40B4-BE49-F238E27FC236}">
                <a16:creationId xmlns:a16="http://schemas.microsoft.com/office/drawing/2014/main" id="{E95503E3-1888-47E9-858E-B7A2FFFAAFB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u7j_2_official_ReferenceLigand_10">
            <a:extLst>
              <a:ext uri="{FF2B5EF4-FFF2-40B4-BE49-F238E27FC236}">
                <a16:creationId xmlns:a16="http://schemas.microsoft.com/office/drawing/2014/main" id="{01CE75F4-F129-4882-A578-224CFF682C4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u7j_2_official_ReferenceLigand_11">
            <a:extLst>
              <a:ext uri="{FF2B5EF4-FFF2-40B4-BE49-F238E27FC236}">
                <a16:creationId xmlns:a16="http://schemas.microsoft.com/office/drawing/2014/main" id="{00A8741E-2055-48EA-98A4-3AC3CCB91AE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u7j_2_official_ReferenceLigand_12">
            <a:extLst>
              <a:ext uri="{FF2B5EF4-FFF2-40B4-BE49-F238E27FC236}">
                <a16:creationId xmlns:a16="http://schemas.microsoft.com/office/drawing/2014/main" id="{16E7B716-01A6-4505-A7CA-0AE3052B28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u7j_2_official_ReferenceLigand_13">
            <a:extLst>
              <a:ext uri="{FF2B5EF4-FFF2-40B4-BE49-F238E27FC236}">
                <a16:creationId xmlns:a16="http://schemas.microsoft.com/office/drawing/2014/main" id="{ECB48BD6-FD6A-4D2F-BDB4-499F88B273F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u7j_2_official_ReferenceLigand_14">
            <a:extLst>
              <a:ext uri="{FF2B5EF4-FFF2-40B4-BE49-F238E27FC236}">
                <a16:creationId xmlns:a16="http://schemas.microsoft.com/office/drawing/2014/main" id="{F3946CE6-0C42-4C67-A2FA-8749A93D9A8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u7j_2_official_ReferenceLigand_15">
            <a:extLst>
              <a:ext uri="{FF2B5EF4-FFF2-40B4-BE49-F238E27FC236}">
                <a16:creationId xmlns:a16="http://schemas.microsoft.com/office/drawing/2014/main" id="{B799EFE6-0A7E-4089-8A70-3D1D5910330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u7j_2_official_ReferenceLigand_16">
            <a:extLst>
              <a:ext uri="{FF2B5EF4-FFF2-40B4-BE49-F238E27FC236}">
                <a16:creationId xmlns:a16="http://schemas.microsoft.com/office/drawing/2014/main" id="{7A8E27D5-F00E-46A4-ADBD-258148C1B1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u7j_2_official_ReferenceLigand_17">
            <a:extLst>
              <a:ext uri="{FF2B5EF4-FFF2-40B4-BE49-F238E27FC236}">
                <a16:creationId xmlns:a16="http://schemas.microsoft.com/office/drawing/2014/main" id="{65FFEA96-6714-48DE-97E6-68AD6D91EC8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u7j_2_official_ReferenceLigand_18">
            <a:extLst>
              <a:ext uri="{FF2B5EF4-FFF2-40B4-BE49-F238E27FC236}">
                <a16:creationId xmlns:a16="http://schemas.microsoft.com/office/drawing/2014/main" id="{1680FC4F-2A34-4C67-A121-7A0C35C370E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u7j_2_official_ReferenceLigand_19">
            <a:extLst>
              <a:ext uri="{FF2B5EF4-FFF2-40B4-BE49-F238E27FC236}">
                <a16:creationId xmlns:a16="http://schemas.microsoft.com/office/drawing/2014/main" id="{F8CA2ACA-2163-4072-A2FF-9DE38D4A2A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u7j_2_official_ReferenceLigand_20">
            <a:extLst>
              <a:ext uri="{FF2B5EF4-FFF2-40B4-BE49-F238E27FC236}">
                <a16:creationId xmlns:a16="http://schemas.microsoft.com/office/drawing/2014/main" id="{C611AC42-8CD5-47E0-8EDC-7DA99260A8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u7j_2_official_ReferenceLigand_21">
            <a:extLst>
              <a:ext uri="{FF2B5EF4-FFF2-40B4-BE49-F238E27FC236}">
                <a16:creationId xmlns:a16="http://schemas.microsoft.com/office/drawing/2014/main" id="{439BBEA6-00BE-40B8-964A-75F2001E181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u7j_2_official_ReferenceLigand_22">
            <a:extLst>
              <a:ext uri="{FF2B5EF4-FFF2-40B4-BE49-F238E27FC236}">
                <a16:creationId xmlns:a16="http://schemas.microsoft.com/office/drawing/2014/main" id="{8F5AD3EA-B24A-4C7A-836C-CBCA00F2F3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u7j_2_official_ReferenceLigand_23">
            <a:extLst>
              <a:ext uri="{FF2B5EF4-FFF2-40B4-BE49-F238E27FC236}">
                <a16:creationId xmlns:a16="http://schemas.microsoft.com/office/drawing/2014/main" id="{302C1DBA-266F-41C6-8987-AB721CE83D7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u7j_2_official_ReferenceLigand_24">
            <a:extLst>
              <a:ext uri="{FF2B5EF4-FFF2-40B4-BE49-F238E27FC236}">
                <a16:creationId xmlns:a16="http://schemas.microsoft.com/office/drawing/2014/main" id="{71A29FFC-0A56-4C8D-B951-4049AEE78A8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u7j_2_official_ReferenceLigand_25">
            <a:extLst>
              <a:ext uri="{FF2B5EF4-FFF2-40B4-BE49-F238E27FC236}">
                <a16:creationId xmlns:a16="http://schemas.microsoft.com/office/drawing/2014/main" id="{E089355B-134A-4330-8A4E-EDADA903421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u7j_2_official_ReferenceLigand_26">
            <a:extLst>
              <a:ext uri="{FF2B5EF4-FFF2-40B4-BE49-F238E27FC236}">
                <a16:creationId xmlns:a16="http://schemas.microsoft.com/office/drawing/2014/main" id="{38E6B3F7-DBE6-42BF-B819-02B66F496A4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u7j_2_official_ReferenceLigand_27">
            <a:extLst>
              <a:ext uri="{FF2B5EF4-FFF2-40B4-BE49-F238E27FC236}">
                <a16:creationId xmlns:a16="http://schemas.microsoft.com/office/drawing/2014/main" id="{43CE4CEB-6FFE-42F2-944F-15EE653116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u7j_2_official_ReferenceLigand_28">
            <a:extLst>
              <a:ext uri="{FF2B5EF4-FFF2-40B4-BE49-F238E27FC236}">
                <a16:creationId xmlns:a16="http://schemas.microsoft.com/office/drawing/2014/main" id="{BD907DC7-7264-464C-9DEA-C6CA5ACFE8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u7j_2_official_ReferenceLigand_29">
            <a:extLst>
              <a:ext uri="{FF2B5EF4-FFF2-40B4-BE49-F238E27FC236}">
                <a16:creationId xmlns:a16="http://schemas.microsoft.com/office/drawing/2014/main" id="{59BAED6A-2B39-4D7D-9C1E-0A894BFF2A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u7j_2_official_ReferenceLigand_30">
            <a:extLst>
              <a:ext uri="{FF2B5EF4-FFF2-40B4-BE49-F238E27FC236}">
                <a16:creationId xmlns:a16="http://schemas.microsoft.com/office/drawing/2014/main" id="{8099F656-DF08-494C-8EA8-1949355803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u7j_2_official_ReferenceLigand_31">
            <a:extLst>
              <a:ext uri="{FF2B5EF4-FFF2-40B4-BE49-F238E27FC236}">
                <a16:creationId xmlns:a16="http://schemas.microsoft.com/office/drawing/2014/main" id="{FEDDCB56-9F91-406A-BAC4-CE106335BED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u7j_2_official_ReferenceLigand_32">
            <a:extLst>
              <a:ext uri="{FF2B5EF4-FFF2-40B4-BE49-F238E27FC236}">
                <a16:creationId xmlns:a16="http://schemas.microsoft.com/office/drawing/2014/main" id="{8C3AC80A-F643-4202-91DB-EA43616468C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u7j_2_official_ReferenceLigand_33">
            <a:extLst>
              <a:ext uri="{FF2B5EF4-FFF2-40B4-BE49-F238E27FC236}">
                <a16:creationId xmlns:a16="http://schemas.microsoft.com/office/drawing/2014/main" id="{8A12DE02-8F9B-4963-862D-B0B8E2BB20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" name="9u7j_2_official_ReferenceLigand_34">
            <a:extLst>
              <a:ext uri="{FF2B5EF4-FFF2-40B4-BE49-F238E27FC236}">
                <a16:creationId xmlns:a16="http://schemas.microsoft.com/office/drawing/2014/main" id="{46BB3569-4374-4061-AD51-EC1C179371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" name="9u7j_2_official_ReferenceLigand_35">
            <a:extLst>
              <a:ext uri="{FF2B5EF4-FFF2-40B4-BE49-F238E27FC236}">
                <a16:creationId xmlns:a16="http://schemas.microsoft.com/office/drawing/2014/main" id="{B1B018AF-DAF5-470F-B94E-C90D73D6B82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" name="9u7j_2_official_ReferenceLigand_36">
            <a:extLst>
              <a:ext uri="{FF2B5EF4-FFF2-40B4-BE49-F238E27FC236}">
                <a16:creationId xmlns:a16="http://schemas.microsoft.com/office/drawing/2014/main" id="{4664918C-BDCD-45C4-A6FE-1FEF0C90A3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" name="9u7j_2_official_ReferenceLigand_37">
            <a:extLst>
              <a:ext uri="{FF2B5EF4-FFF2-40B4-BE49-F238E27FC236}">
                <a16:creationId xmlns:a16="http://schemas.microsoft.com/office/drawing/2014/main" id="{E4F82344-32A3-46CF-B1BF-C441F92AC23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7" name="9u7j_2_official_PredictedLigand_0">
            <a:extLst>
              <a:ext uri="{FF2B5EF4-FFF2-40B4-BE49-F238E27FC236}">
                <a16:creationId xmlns:a16="http://schemas.microsoft.com/office/drawing/2014/main" id="{403DA15A-B516-4167-A4E3-629D354F303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u7j_2_official_PredictedLigand_1">
            <a:extLst>
              <a:ext uri="{FF2B5EF4-FFF2-40B4-BE49-F238E27FC236}">
                <a16:creationId xmlns:a16="http://schemas.microsoft.com/office/drawing/2014/main" id="{7595928D-A42E-4036-BB2A-760AA36FD1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u7j_2_official_PredictedLigand_2">
            <a:extLst>
              <a:ext uri="{FF2B5EF4-FFF2-40B4-BE49-F238E27FC236}">
                <a16:creationId xmlns:a16="http://schemas.microsoft.com/office/drawing/2014/main" id="{91D6D10F-D9C0-46E9-8A62-E535838CA15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u7j_2_official_PredictedLigand_3">
            <a:extLst>
              <a:ext uri="{FF2B5EF4-FFF2-40B4-BE49-F238E27FC236}">
                <a16:creationId xmlns:a16="http://schemas.microsoft.com/office/drawing/2014/main" id="{41FB1C86-80E4-4043-907F-98D67663703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u7j_2_official_PredictedLigand_4">
            <a:extLst>
              <a:ext uri="{FF2B5EF4-FFF2-40B4-BE49-F238E27FC236}">
                <a16:creationId xmlns:a16="http://schemas.microsoft.com/office/drawing/2014/main" id="{C3BE78E4-1E7D-426C-9105-032E66D2F1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u7j_2_official_PredictedLigand_5">
            <a:extLst>
              <a:ext uri="{FF2B5EF4-FFF2-40B4-BE49-F238E27FC236}">
                <a16:creationId xmlns:a16="http://schemas.microsoft.com/office/drawing/2014/main" id="{2EDAD786-5292-49CF-A3BE-A25D9023F30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u7j_2_official_PredictedLigand_6">
            <a:extLst>
              <a:ext uri="{FF2B5EF4-FFF2-40B4-BE49-F238E27FC236}">
                <a16:creationId xmlns:a16="http://schemas.microsoft.com/office/drawing/2014/main" id="{A33DA1AB-FF8A-4EC7-8CB3-60DFFE3E09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u7j_2_official_PredictedLigand_7">
            <a:extLst>
              <a:ext uri="{FF2B5EF4-FFF2-40B4-BE49-F238E27FC236}">
                <a16:creationId xmlns:a16="http://schemas.microsoft.com/office/drawing/2014/main" id="{2D8DBC83-80EC-4F9D-B1FB-005632B6CB9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u7j_2_official_PredictedLigand_8">
            <a:extLst>
              <a:ext uri="{FF2B5EF4-FFF2-40B4-BE49-F238E27FC236}">
                <a16:creationId xmlns:a16="http://schemas.microsoft.com/office/drawing/2014/main" id="{A23E3B71-9D0C-43E2-A542-724529A7B45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u7j_2_official_PredictedLigand_9">
            <a:extLst>
              <a:ext uri="{FF2B5EF4-FFF2-40B4-BE49-F238E27FC236}">
                <a16:creationId xmlns:a16="http://schemas.microsoft.com/office/drawing/2014/main" id="{6570D375-C849-4187-A724-2B1FEEAA66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u7j_2_official_PredictedLigand_10">
            <a:extLst>
              <a:ext uri="{FF2B5EF4-FFF2-40B4-BE49-F238E27FC236}">
                <a16:creationId xmlns:a16="http://schemas.microsoft.com/office/drawing/2014/main" id="{24362D98-8E53-40B6-9CA0-0CB7ED3115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u7j_2_official_PredictedLigand_11">
            <a:extLst>
              <a:ext uri="{FF2B5EF4-FFF2-40B4-BE49-F238E27FC236}">
                <a16:creationId xmlns:a16="http://schemas.microsoft.com/office/drawing/2014/main" id="{81B23D78-7448-428E-B17C-85E0FCA0F8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u7j_2_official_PredictedLigand_12">
            <a:extLst>
              <a:ext uri="{FF2B5EF4-FFF2-40B4-BE49-F238E27FC236}">
                <a16:creationId xmlns:a16="http://schemas.microsoft.com/office/drawing/2014/main" id="{6DEDD09A-A67C-4B5A-AE6B-755FE2240CB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u7j_2_official_PredictedLigand_13">
            <a:extLst>
              <a:ext uri="{FF2B5EF4-FFF2-40B4-BE49-F238E27FC236}">
                <a16:creationId xmlns:a16="http://schemas.microsoft.com/office/drawing/2014/main" id="{3F7089BC-5E61-4122-B241-265655933F3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u7j_2_official_PredictedLigand_14">
            <a:extLst>
              <a:ext uri="{FF2B5EF4-FFF2-40B4-BE49-F238E27FC236}">
                <a16:creationId xmlns:a16="http://schemas.microsoft.com/office/drawing/2014/main" id="{7C558019-A8D2-415A-A461-4F4B82214E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u7j_2_official_PredictedLigand_15">
            <a:extLst>
              <a:ext uri="{FF2B5EF4-FFF2-40B4-BE49-F238E27FC236}">
                <a16:creationId xmlns:a16="http://schemas.microsoft.com/office/drawing/2014/main" id="{7074B239-601A-4E52-BE8F-FAD7688CD60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u7j_2_official_PredictedLigand_16">
            <a:extLst>
              <a:ext uri="{FF2B5EF4-FFF2-40B4-BE49-F238E27FC236}">
                <a16:creationId xmlns:a16="http://schemas.microsoft.com/office/drawing/2014/main" id="{E5E8123C-9246-4CC5-A8CF-BBB753BF30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u7j_2_official_PredictedLigand_17">
            <a:extLst>
              <a:ext uri="{FF2B5EF4-FFF2-40B4-BE49-F238E27FC236}">
                <a16:creationId xmlns:a16="http://schemas.microsoft.com/office/drawing/2014/main" id="{8389EB2F-91E7-478F-81AD-77B1A62157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u7j_2_official_PredictedLigand_18">
            <a:extLst>
              <a:ext uri="{FF2B5EF4-FFF2-40B4-BE49-F238E27FC236}">
                <a16:creationId xmlns:a16="http://schemas.microsoft.com/office/drawing/2014/main" id="{38B5F2FB-20DE-4DAF-81D8-DD51FCF67E1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u7j_2_official_PredictedLigand_19">
            <a:extLst>
              <a:ext uri="{FF2B5EF4-FFF2-40B4-BE49-F238E27FC236}">
                <a16:creationId xmlns:a16="http://schemas.microsoft.com/office/drawing/2014/main" id="{8F2DC823-53A6-4CE9-81CF-F7EAE1B412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u7j_2_official_PredictedLigand_20">
            <a:extLst>
              <a:ext uri="{FF2B5EF4-FFF2-40B4-BE49-F238E27FC236}">
                <a16:creationId xmlns:a16="http://schemas.microsoft.com/office/drawing/2014/main" id="{B607AD70-CCA1-4878-BB15-031A709E46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u7j_2_official_PredictedLigand_21">
            <a:extLst>
              <a:ext uri="{FF2B5EF4-FFF2-40B4-BE49-F238E27FC236}">
                <a16:creationId xmlns:a16="http://schemas.microsoft.com/office/drawing/2014/main" id="{0A0D33A7-40B4-4BAD-B63F-5E6403C9C1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u7j_2_official_PredictedLigand_22">
            <a:extLst>
              <a:ext uri="{FF2B5EF4-FFF2-40B4-BE49-F238E27FC236}">
                <a16:creationId xmlns:a16="http://schemas.microsoft.com/office/drawing/2014/main" id="{7346684B-61E8-48F5-92C4-D67A154EE9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u7j_2_official_PredictedLigand_23">
            <a:extLst>
              <a:ext uri="{FF2B5EF4-FFF2-40B4-BE49-F238E27FC236}">
                <a16:creationId xmlns:a16="http://schemas.microsoft.com/office/drawing/2014/main" id="{A972726A-710C-4E89-A173-1CAF03A790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u7j_2_official_PredictedLigand_24">
            <a:extLst>
              <a:ext uri="{FF2B5EF4-FFF2-40B4-BE49-F238E27FC236}">
                <a16:creationId xmlns:a16="http://schemas.microsoft.com/office/drawing/2014/main" id="{8234DFC7-2B20-45C7-8843-8DFA713247B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u7j_2_official_PredictedLigand_25">
            <a:extLst>
              <a:ext uri="{FF2B5EF4-FFF2-40B4-BE49-F238E27FC236}">
                <a16:creationId xmlns:a16="http://schemas.microsoft.com/office/drawing/2014/main" id="{0AF0C486-CF89-4377-94B8-3893A03BEE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u7j_2_official_PredictedLigand_26">
            <a:extLst>
              <a:ext uri="{FF2B5EF4-FFF2-40B4-BE49-F238E27FC236}">
                <a16:creationId xmlns:a16="http://schemas.microsoft.com/office/drawing/2014/main" id="{98A0F02D-477B-4DC2-900C-49B514E99AA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u7j_2_official_PredictedLigand_27">
            <a:extLst>
              <a:ext uri="{FF2B5EF4-FFF2-40B4-BE49-F238E27FC236}">
                <a16:creationId xmlns:a16="http://schemas.microsoft.com/office/drawing/2014/main" id="{6ACD53EA-7B58-47BC-9191-1FA77C6DBD9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u7j_2_official_PredictedLigand_28">
            <a:extLst>
              <a:ext uri="{FF2B5EF4-FFF2-40B4-BE49-F238E27FC236}">
                <a16:creationId xmlns:a16="http://schemas.microsoft.com/office/drawing/2014/main" id="{9BF02BDB-6C19-4ADF-A49C-AFE8924F936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6" name="9u7j_2_official_PredictedLigand_29">
            <a:extLst>
              <a:ext uri="{FF2B5EF4-FFF2-40B4-BE49-F238E27FC236}">
                <a16:creationId xmlns:a16="http://schemas.microsoft.com/office/drawing/2014/main" id="{A1382771-31E8-4DA7-89DD-4EDBBBBB227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7" name="9u7j_2_official_PredictedLigand_30">
            <a:extLst>
              <a:ext uri="{FF2B5EF4-FFF2-40B4-BE49-F238E27FC236}">
                <a16:creationId xmlns:a16="http://schemas.microsoft.com/office/drawing/2014/main" id="{EF4CC383-8F42-4A86-8AEC-94679F3BB73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8" name="9u7j_2_official_PredictedLigand_31">
            <a:extLst>
              <a:ext uri="{FF2B5EF4-FFF2-40B4-BE49-F238E27FC236}">
                <a16:creationId xmlns:a16="http://schemas.microsoft.com/office/drawing/2014/main" id="{4D431CCE-41BA-46A2-9878-B8C58F8145B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9" name="9u7j_2_official_PredictedLigand_32">
            <a:extLst>
              <a:ext uri="{FF2B5EF4-FFF2-40B4-BE49-F238E27FC236}">
                <a16:creationId xmlns:a16="http://schemas.microsoft.com/office/drawing/2014/main" id="{E0E97227-85FA-4440-B54E-C82C6A206DB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0" name="9u7j_2_official_PredictedLigand_33">
            <a:extLst>
              <a:ext uri="{FF2B5EF4-FFF2-40B4-BE49-F238E27FC236}">
                <a16:creationId xmlns:a16="http://schemas.microsoft.com/office/drawing/2014/main" id="{70A1817A-E347-4A48-9806-27EE989AC3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1" name="9u7j_2_official_PredictedLigand_34">
            <a:extLst>
              <a:ext uri="{FF2B5EF4-FFF2-40B4-BE49-F238E27FC236}">
                <a16:creationId xmlns:a16="http://schemas.microsoft.com/office/drawing/2014/main" id="{7505EC4C-5A9F-46C2-A16C-34CEBC8A36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2" name="9u7j_2_official_PredictedLigand_35">
            <a:extLst>
              <a:ext uri="{FF2B5EF4-FFF2-40B4-BE49-F238E27FC236}">
                <a16:creationId xmlns:a16="http://schemas.microsoft.com/office/drawing/2014/main" id="{FA1B2D60-CF3E-464F-B1A7-D353DD10CC5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3" name="9u7j_2_official_PredictedLigand_36">
            <a:extLst>
              <a:ext uri="{FF2B5EF4-FFF2-40B4-BE49-F238E27FC236}">
                <a16:creationId xmlns:a16="http://schemas.microsoft.com/office/drawing/2014/main" id="{F469AACD-E1D3-413E-8E2C-370137AE5B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4" name="9u7j_2_official_PredictedLigand_37">
            <a:extLst>
              <a:ext uri="{FF2B5EF4-FFF2-40B4-BE49-F238E27FC236}">
                <a16:creationId xmlns:a16="http://schemas.microsoft.com/office/drawing/2014/main" id="{45F08D8B-82CA-4214-9CBB-643DC03D1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5" name="9u7j_2_official_PredictedAtoms_0">
            <a:extLst>
              <a:ext uri="{FF2B5EF4-FFF2-40B4-BE49-F238E27FC236}">
                <a16:creationId xmlns:a16="http://schemas.microsoft.com/office/drawing/2014/main" id="{2F3905F7-69B7-43DA-91E0-EC9B2C9FD9B8}"/>
              </a:ext>
            </a:extLst>
          </p:cNvPr>
          <p:cNvSpPr>
            <a:spLocks noGrp="1"/>
          </p:cNvSpPr>
          <p:nvPr/>
        </p:nvSpPr>
        <p:spPr>
          <a:xfrm>
            <a:off x="972011" y="17004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u7j_2_official_PredictedAtoms_1">
            <a:extLst>
              <a:ext uri="{FF2B5EF4-FFF2-40B4-BE49-F238E27FC236}">
                <a16:creationId xmlns:a16="http://schemas.microsoft.com/office/drawing/2014/main" id="{E125E72D-3C7E-49F3-B2E4-E51F7AB6ABD8}"/>
              </a:ext>
            </a:extLst>
          </p:cNvPr>
          <p:cNvSpPr>
            <a:spLocks noGrp="1"/>
          </p:cNvSpPr>
          <p:nvPr/>
        </p:nvSpPr>
        <p:spPr>
          <a:xfrm>
            <a:off x="943835" y="15860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u7j_2_official_PredictedAtoms_2">
            <a:extLst>
              <a:ext uri="{FF2B5EF4-FFF2-40B4-BE49-F238E27FC236}">
                <a16:creationId xmlns:a16="http://schemas.microsoft.com/office/drawing/2014/main" id="{0AF8A025-31B5-4CE1-BEA6-69A8430599ED}"/>
              </a:ext>
            </a:extLst>
          </p:cNvPr>
          <p:cNvSpPr>
            <a:spLocks noGrp="1"/>
          </p:cNvSpPr>
          <p:nvPr/>
        </p:nvSpPr>
        <p:spPr>
          <a:xfrm>
            <a:off x="1071223" y="15492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u7j_2_official_PredictedAtoms_3">
            <a:extLst>
              <a:ext uri="{FF2B5EF4-FFF2-40B4-BE49-F238E27FC236}">
                <a16:creationId xmlns:a16="http://schemas.microsoft.com/office/drawing/2014/main" id="{8EB7092E-CAD2-49B6-A8A9-F03CA5E6A979}"/>
              </a:ext>
            </a:extLst>
          </p:cNvPr>
          <p:cNvSpPr>
            <a:spLocks noGrp="1"/>
          </p:cNvSpPr>
          <p:nvPr/>
        </p:nvSpPr>
        <p:spPr>
          <a:xfrm>
            <a:off x="1089230" y="14024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u7j_2_official_PredictedAtoms_4">
            <a:extLst>
              <a:ext uri="{FF2B5EF4-FFF2-40B4-BE49-F238E27FC236}">
                <a16:creationId xmlns:a16="http://schemas.microsoft.com/office/drawing/2014/main" id="{D5810A65-2A2E-4FAF-99D6-1DDFC54AA069}"/>
              </a:ext>
            </a:extLst>
          </p:cNvPr>
          <p:cNvSpPr>
            <a:spLocks noGrp="1"/>
          </p:cNvSpPr>
          <p:nvPr/>
        </p:nvSpPr>
        <p:spPr>
          <a:xfrm>
            <a:off x="1214394" y="13596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u7j_2_official_PredictedAtoms_5">
            <a:extLst>
              <a:ext uri="{FF2B5EF4-FFF2-40B4-BE49-F238E27FC236}">
                <a16:creationId xmlns:a16="http://schemas.microsoft.com/office/drawing/2014/main" id="{5D51A4BF-C1D4-4550-91FE-4DAE5EEDCC07}"/>
              </a:ext>
            </a:extLst>
          </p:cNvPr>
          <p:cNvSpPr>
            <a:spLocks noGrp="1"/>
          </p:cNvSpPr>
          <p:nvPr/>
        </p:nvSpPr>
        <p:spPr>
          <a:xfrm>
            <a:off x="1226160" y="1205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u7j_2_official_PredictedAtoms_6">
            <a:extLst>
              <a:ext uri="{FF2B5EF4-FFF2-40B4-BE49-F238E27FC236}">
                <a16:creationId xmlns:a16="http://schemas.microsoft.com/office/drawing/2014/main" id="{4D6E05E9-5000-4787-A021-0FBE298F7A9D}"/>
              </a:ext>
            </a:extLst>
          </p:cNvPr>
          <p:cNvSpPr>
            <a:spLocks noGrp="1"/>
          </p:cNvSpPr>
          <p:nvPr/>
        </p:nvSpPr>
        <p:spPr>
          <a:xfrm>
            <a:off x="1266698" y="11106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u7j_2_official_PredictedAtoms_7">
            <a:extLst>
              <a:ext uri="{FF2B5EF4-FFF2-40B4-BE49-F238E27FC236}">
                <a16:creationId xmlns:a16="http://schemas.microsoft.com/office/drawing/2014/main" id="{153D3BFD-7804-43DC-93E5-5400E5A6CE78}"/>
              </a:ext>
            </a:extLst>
          </p:cNvPr>
          <p:cNvSpPr>
            <a:spLocks noGrp="1"/>
          </p:cNvSpPr>
          <p:nvPr/>
        </p:nvSpPr>
        <p:spPr>
          <a:xfrm>
            <a:off x="1180412" y="11539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u7j_2_official_PredictedAtoms_8">
            <a:extLst>
              <a:ext uri="{FF2B5EF4-FFF2-40B4-BE49-F238E27FC236}">
                <a16:creationId xmlns:a16="http://schemas.microsoft.com/office/drawing/2014/main" id="{8080AD2C-4B0C-4B50-87D5-B7C2D9C9906D}"/>
              </a:ext>
            </a:extLst>
          </p:cNvPr>
          <p:cNvSpPr>
            <a:spLocks noGrp="1"/>
          </p:cNvSpPr>
          <p:nvPr/>
        </p:nvSpPr>
        <p:spPr>
          <a:xfrm>
            <a:off x="1239643" y="9511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u7j_2_official_PredictedAtoms_9">
            <a:extLst>
              <a:ext uri="{FF2B5EF4-FFF2-40B4-BE49-F238E27FC236}">
                <a16:creationId xmlns:a16="http://schemas.microsoft.com/office/drawing/2014/main" id="{9B833E88-8667-44B1-91B3-CC07396EF3E2}"/>
              </a:ext>
            </a:extLst>
          </p:cNvPr>
          <p:cNvSpPr>
            <a:spLocks noGrp="1"/>
          </p:cNvSpPr>
          <p:nvPr/>
        </p:nvSpPr>
        <p:spPr>
          <a:xfrm>
            <a:off x="1430610" y="1134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u7j_2_official_PredictedAtoms_10">
            <a:extLst>
              <a:ext uri="{FF2B5EF4-FFF2-40B4-BE49-F238E27FC236}">
                <a16:creationId xmlns:a16="http://schemas.microsoft.com/office/drawing/2014/main" id="{E770B966-33F6-43B7-B30C-878B6A14D81F}"/>
              </a:ext>
            </a:extLst>
          </p:cNvPr>
          <p:cNvSpPr>
            <a:spLocks noGrp="1"/>
          </p:cNvSpPr>
          <p:nvPr/>
        </p:nvSpPr>
        <p:spPr>
          <a:xfrm>
            <a:off x="1545904" y="1046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u7j_2_official_PredictedAtoms_11">
            <a:extLst>
              <a:ext uri="{FF2B5EF4-FFF2-40B4-BE49-F238E27FC236}">
                <a16:creationId xmlns:a16="http://schemas.microsoft.com/office/drawing/2014/main" id="{3558F244-4FB6-4FD5-B804-117FC8AF61A1}"/>
              </a:ext>
            </a:extLst>
          </p:cNvPr>
          <p:cNvSpPr>
            <a:spLocks noGrp="1"/>
          </p:cNvSpPr>
          <p:nvPr/>
        </p:nvSpPr>
        <p:spPr>
          <a:xfrm>
            <a:off x="1488225" y="9082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u7j_2_official_PredictedAtoms_12">
            <a:extLst>
              <a:ext uri="{FF2B5EF4-FFF2-40B4-BE49-F238E27FC236}">
                <a16:creationId xmlns:a16="http://schemas.microsoft.com/office/drawing/2014/main" id="{34FD18B3-D752-479C-9DEF-BD2DE445AACC}"/>
              </a:ext>
            </a:extLst>
          </p:cNvPr>
          <p:cNvSpPr>
            <a:spLocks noGrp="1"/>
          </p:cNvSpPr>
          <p:nvPr/>
        </p:nvSpPr>
        <p:spPr>
          <a:xfrm>
            <a:off x="1593479" y="1133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u7j_2_official_PredictedAtoms_13">
            <a:extLst>
              <a:ext uri="{FF2B5EF4-FFF2-40B4-BE49-F238E27FC236}">
                <a16:creationId xmlns:a16="http://schemas.microsoft.com/office/drawing/2014/main" id="{0D257592-A8ED-44DB-828E-C5B530B36B01}"/>
              </a:ext>
            </a:extLst>
          </p:cNvPr>
          <p:cNvSpPr>
            <a:spLocks noGrp="1"/>
          </p:cNvSpPr>
          <p:nvPr/>
        </p:nvSpPr>
        <p:spPr>
          <a:xfrm>
            <a:off x="1679309" y="1012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u7j_2_official_PredictedAtoms_14">
            <a:extLst>
              <a:ext uri="{FF2B5EF4-FFF2-40B4-BE49-F238E27FC236}">
                <a16:creationId xmlns:a16="http://schemas.microsoft.com/office/drawing/2014/main" id="{52A6F526-667E-402D-A003-8C9755D83690}"/>
              </a:ext>
            </a:extLst>
          </p:cNvPr>
          <p:cNvSpPr>
            <a:spLocks noGrp="1"/>
          </p:cNvSpPr>
          <p:nvPr/>
        </p:nvSpPr>
        <p:spPr>
          <a:xfrm>
            <a:off x="1673926" y="9590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u7j_2_official_PredictedAtoms_15">
            <a:extLst>
              <a:ext uri="{FF2B5EF4-FFF2-40B4-BE49-F238E27FC236}">
                <a16:creationId xmlns:a16="http://schemas.microsoft.com/office/drawing/2014/main" id="{7225ADF4-5C86-4CD6-AD68-B1643E3F8FC2}"/>
              </a:ext>
            </a:extLst>
          </p:cNvPr>
          <p:cNvSpPr>
            <a:spLocks noGrp="1"/>
          </p:cNvSpPr>
          <p:nvPr/>
        </p:nvSpPr>
        <p:spPr>
          <a:xfrm>
            <a:off x="1804084" y="9747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u7j_2_official_PredictedAtoms_16">
            <a:extLst>
              <a:ext uri="{FF2B5EF4-FFF2-40B4-BE49-F238E27FC236}">
                <a16:creationId xmlns:a16="http://schemas.microsoft.com/office/drawing/2014/main" id="{B180332F-40B5-42A6-AF0B-F5AA0F7030C8}"/>
              </a:ext>
            </a:extLst>
          </p:cNvPr>
          <p:cNvSpPr>
            <a:spLocks noGrp="1"/>
          </p:cNvSpPr>
          <p:nvPr/>
        </p:nvSpPr>
        <p:spPr>
          <a:xfrm>
            <a:off x="1909306" y="10641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u7j_2_official_PredictedAtoms_17">
            <a:extLst>
              <a:ext uri="{FF2B5EF4-FFF2-40B4-BE49-F238E27FC236}">
                <a16:creationId xmlns:a16="http://schemas.microsoft.com/office/drawing/2014/main" id="{00D868A9-2D25-4C87-82AD-4D608B230F3E}"/>
              </a:ext>
            </a:extLst>
          </p:cNvPr>
          <p:cNvSpPr>
            <a:spLocks noGrp="1"/>
          </p:cNvSpPr>
          <p:nvPr/>
        </p:nvSpPr>
        <p:spPr>
          <a:xfrm>
            <a:off x="1946971" y="117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u7j_2_official_PredictedAtoms_18">
            <a:extLst>
              <a:ext uri="{FF2B5EF4-FFF2-40B4-BE49-F238E27FC236}">
                <a16:creationId xmlns:a16="http://schemas.microsoft.com/office/drawing/2014/main" id="{B3B06E45-1BE8-41D2-8432-10426F18498C}"/>
              </a:ext>
            </a:extLst>
          </p:cNvPr>
          <p:cNvSpPr>
            <a:spLocks noGrp="1"/>
          </p:cNvSpPr>
          <p:nvPr/>
        </p:nvSpPr>
        <p:spPr>
          <a:xfrm>
            <a:off x="1977055" y="13102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u7j_2_official_PredictedAtoms_19">
            <a:extLst>
              <a:ext uri="{FF2B5EF4-FFF2-40B4-BE49-F238E27FC236}">
                <a16:creationId xmlns:a16="http://schemas.microsoft.com/office/drawing/2014/main" id="{48F9DE8C-A96C-4EB9-B4BE-A1CC6223344C}"/>
              </a:ext>
            </a:extLst>
          </p:cNvPr>
          <p:cNvSpPr>
            <a:spLocks noGrp="1"/>
          </p:cNvSpPr>
          <p:nvPr/>
        </p:nvSpPr>
        <p:spPr>
          <a:xfrm>
            <a:off x="1906013" y="1326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u7j_2_official_PredictedAtoms_20">
            <a:extLst>
              <a:ext uri="{FF2B5EF4-FFF2-40B4-BE49-F238E27FC236}">
                <a16:creationId xmlns:a16="http://schemas.microsoft.com/office/drawing/2014/main" id="{AE92D55E-374F-47DF-AE8C-34C9CFDDEEA3}"/>
              </a:ext>
            </a:extLst>
          </p:cNvPr>
          <p:cNvSpPr>
            <a:spLocks noGrp="1"/>
          </p:cNvSpPr>
          <p:nvPr/>
        </p:nvSpPr>
        <p:spPr>
          <a:xfrm>
            <a:off x="1921145" y="14552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9u7j_2_official_PredictedAtoms_21">
            <a:extLst>
              <a:ext uri="{FF2B5EF4-FFF2-40B4-BE49-F238E27FC236}">
                <a16:creationId xmlns:a16="http://schemas.microsoft.com/office/drawing/2014/main" id="{AA2ED255-5858-46D2-9ABE-B982FA02EE80}"/>
              </a:ext>
            </a:extLst>
          </p:cNvPr>
          <p:cNvSpPr>
            <a:spLocks noGrp="1"/>
          </p:cNvSpPr>
          <p:nvPr/>
        </p:nvSpPr>
        <p:spPr>
          <a:xfrm>
            <a:off x="2009229" y="1561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" name="9u7j_2_official_PredictedAtoms_22">
            <a:extLst>
              <a:ext uri="{FF2B5EF4-FFF2-40B4-BE49-F238E27FC236}">
                <a16:creationId xmlns:a16="http://schemas.microsoft.com/office/drawing/2014/main" id="{784EBD42-FAE0-4B47-80EE-54E9D3538369}"/>
              </a:ext>
            </a:extLst>
          </p:cNvPr>
          <p:cNvSpPr>
            <a:spLocks noGrp="1"/>
          </p:cNvSpPr>
          <p:nvPr/>
        </p:nvSpPr>
        <p:spPr>
          <a:xfrm>
            <a:off x="2026720" y="16756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" name="9u7j_2_official_PredictedAtoms_23">
            <a:extLst>
              <a:ext uri="{FF2B5EF4-FFF2-40B4-BE49-F238E27FC236}">
                <a16:creationId xmlns:a16="http://schemas.microsoft.com/office/drawing/2014/main" id="{6164D76F-3AD6-478E-AF50-D0785B9CB0B4}"/>
              </a:ext>
            </a:extLst>
          </p:cNvPr>
          <p:cNvSpPr>
            <a:spLocks noGrp="1"/>
          </p:cNvSpPr>
          <p:nvPr/>
        </p:nvSpPr>
        <p:spPr>
          <a:xfrm>
            <a:off x="2081893" y="1535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" name="9u7j_2_official_PredictedAtoms_24">
            <a:extLst>
              <a:ext uri="{FF2B5EF4-FFF2-40B4-BE49-F238E27FC236}">
                <a16:creationId xmlns:a16="http://schemas.microsoft.com/office/drawing/2014/main" id="{F4D11456-C185-4D53-B987-7349C0DC6798}"/>
              </a:ext>
            </a:extLst>
          </p:cNvPr>
          <p:cNvSpPr>
            <a:spLocks noGrp="1"/>
          </p:cNvSpPr>
          <p:nvPr/>
        </p:nvSpPr>
        <p:spPr>
          <a:xfrm>
            <a:off x="2065985" y="14122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" name="9u7j_2_official_PredictedAtoms_25">
            <a:extLst>
              <a:ext uri="{FF2B5EF4-FFF2-40B4-BE49-F238E27FC236}">
                <a16:creationId xmlns:a16="http://schemas.microsoft.com/office/drawing/2014/main" id="{43C4E522-10FC-43DA-BFF7-95CBDC17EC10}"/>
              </a:ext>
            </a:extLst>
          </p:cNvPr>
          <p:cNvSpPr>
            <a:spLocks noGrp="1"/>
          </p:cNvSpPr>
          <p:nvPr/>
        </p:nvSpPr>
        <p:spPr>
          <a:xfrm>
            <a:off x="2139295" y="13988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" name="9u7j_2_official_PredictedAtoms_26">
            <a:extLst>
              <a:ext uri="{FF2B5EF4-FFF2-40B4-BE49-F238E27FC236}">
                <a16:creationId xmlns:a16="http://schemas.microsoft.com/office/drawing/2014/main" id="{EFC1F2E1-5BFB-4E77-8FD4-F39A793580C9}"/>
              </a:ext>
            </a:extLst>
          </p:cNvPr>
          <p:cNvSpPr>
            <a:spLocks noGrp="1"/>
          </p:cNvSpPr>
          <p:nvPr/>
        </p:nvSpPr>
        <p:spPr>
          <a:xfrm>
            <a:off x="1831125" y="11826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" name="9u7j_2_official_PredictedAtoms_27">
            <a:extLst>
              <a:ext uri="{FF2B5EF4-FFF2-40B4-BE49-F238E27FC236}">
                <a16:creationId xmlns:a16="http://schemas.microsoft.com/office/drawing/2014/main" id="{C0F71226-7B31-4A20-B910-670DF75FEAFD}"/>
              </a:ext>
            </a:extLst>
          </p:cNvPr>
          <p:cNvSpPr>
            <a:spLocks noGrp="1"/>
          </p:cNvSpPr>
          <p:nvPr/>
        </p:nvSpPr>
        <p:spPr>
          <a:xfrm>
            <a:off x="1856478" y="12377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" name="9u7j_2_official_PredictedAtoms_28">
            <a:extLst>
              <a:ext uri="{FF2B5EF4-FFF2-40B4-BE49-F238E27FC236}">
                <a16:creationId xmlns:a16="http://schemas.microsoft.com/office/drawing/2014/main" id="{89D7A8BC-5BD3-4722-A177-22E734D089EC}"/>
              </a:ext>
            </a:extLst>
          </p:cNvPr>
          <p:cNvSpPr>
            <a:spLocks noGrp="1"/>
          </p:cNvSpPr>
          <p:nvPr/>
        </p:nvSpPr>
        <p:spPr>
          <a:xfrm>
            <a:off x="1774637" y="10325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" name="9u7j_2_official_PredictedAtoms_29">
            <a:extLst>
              <a:ext uri="{FF2B5EF4-FFF2-40B4-BE49-F238E27FC236}">
                <a16:creationId xmlns:a16="http://schemas.microsoft.com/office/drawing/2014/main" id="{86DAE491-20D8-427A-B38F-61F027AAB2A6}"/>
              </a:ext>
            </a:extLst>
          </p:cNvPr>
          <p:cNvSpPr>
            <a:spLocks noGrp="1"/>
          </p:cNvSpPr>
          <p:nvPr/>
        </p:nvSpPr>
        <p:spPr>
          <a:xfrm>
            <a:off x="1838315" y="9661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" name="9u7j_2_official_PredictedAtoms_30">
            <a:extLst>
              <a:ext uri="{FF2B5EF4-FFF2-40B4-BE49-F238E27FC236}">
                <a16:creationId xmlns:a16="http://schemas.microsoft.com/office/drawing/2014/main" id="{AD1025D9-A4EC-4F15-9BC5-89F24E249B58}"/>
              </a:ext>
            </a:extLst>
          </p:cNvPr>
          <p:cNvSpPr>
            <a:spLocks noGrp="1"/>
          </p:cNvSpPr>
          <p:nvPr/>
        </p:nvSpPr>
        <p:spPr>
          <a:xfrm>
            <a:off x="1226909" y="1437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" name="9u7j_2_official_PredictedAtoms_31">
            <a:extLst>
              <a:ext uri="{FF2B5EF4-FFF2-40B4-BE49-F238E27FC236}">
                <a16:creationId xmlns:a16="http://schemas.microsoft.com/office/drawing/2014/main" id="{6D9820BC-6898-4A06-9EAC-84D8307EAA5A}"/>
              </a:ext>
            </a:extLst>
          </p:cNvPr>
          <p:cNvSpPr>
            <a:spLocks noGrp="1"/>
          </p:cNvSpPr>
          <p:nvPr/>
        </p:nvSpPr>
        <p:spPr>
          <a:xfrm>
            <a:off x="1144252" y="13897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" name="9u7j_2_official_PredictedAtoms_32">
            <a:extLst>
              <a:ext uri="{FF2B5EF4-FFF2-40B4-BE49-F238E27FC236}">
                <a16:creationId xmlns:a16="http://schemas.microsoft.com/office/drawing/2014/main" id="{9415270F-BE14-4654-BF8E-C33FEC6D2390}"/>
              </a:ext>
            </a:extLst>
          </p:cNvPr>
          <p:cNvSpPr>
            <a:spLocks noGrp="1"/>
          </p:cNvSpPr>
          <p:nvPr/>
        </p:nvSpPr>
        <p:spPr>
          <a:xfrm>
            <a:off x="1207310" y="15956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" name="9u7j_2_official_PredictedAtoms_33">
            <a:extLst>
              <a:ext uri="{FF2B5EF4-FFF2-40B4-BE49-F238E27FC236}">
                <a16:creationId xmlns:a16="http://schemas.microsoft.com/office/drawing/2014/main" id="{5B8A1C5A-EA6F-48DB-84E6-F60EB9757F25}"/>
              </a:ext>
            </a:extLst>
          </p:cNvPr>
          <p:cNvSpPr>
            <a:spLocks noGrp="1"/>
          </p:cNvSpPr>
          <p:nvPr/>
        </p:nvSpPr>
        <p:spPr>
          <a:xfrm>
            <a:off x="1209893" y="16666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" name="9u7j_2_official_PredictedAtoms_34">
            <a:extLst>
              <a:ext uri="{FF2B5EF4-FFF2-40B4-BE49-F238E27FC236}">
                <a16:creationId xmlns:a16="http://schemas.microsoft.com/office/drawing/2014/main" id="{C4414078-FA16-4FCE-82C2-D936BB323A12}"/>
              </a:ext>
            </a:extLst>
          </p:cNvPr>
          <p:cNvSpPr>
            <a:spLocks noGrp="1"/>
          </p:cNvSpPr>
          <p:nvPr/>
        </p:nvSpPr>
        <p:spPr>
          <a:xfrm>
            <a:off x="1066329" y="1623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" name="9u7j_2_official_PredictedAtoms_35">
            <a:extLst>
              <a:ext uri="{FF2B5EF4-FFF2-40B4-BE49-F238E27FC236}">
                <a16:creationId xmlns:a16="http://schemas.microsoft.com/office/drawing/2014/main" id="{E4C28249-5AE5-432E-9399-35CB44726E52}"/>
              </a:ext>
            </a:extLst>
          </p:cNvPr>
          <p:cNvSpPr>
            <a:spLocks noGrp="1"/>
          </p:cNvSpPr>
          <p:nvPr/>
        </p:nvSpPr>
        <p:spPr>
          <a:xfrm>
            <a:off x="1002687" y="17614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1" name="stage3-cases-clash_7">
            <a:extLst>
              <a:ext uri="{FF2B5EF4-FFF2-40B4-BE49-F238E27FC236}">
                <a16:creationId xmlns:a16="http://schemas.microsoft.com/office/drawing/2014/main" id="{7A940E9E-98EF-4543-A44D-F30EB8BC981B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122" name="9u7j_2_tuned_Receptor">
            <a:extLst>
              <a:ext uri="{FF2B5EF4-FFF2-40B4-BE49-F238E27FC236}">
                <a16:creationId xmlns:a16="http://schemas.microsoft.com/office/drawing/2014/main" id="{6F6FA0A3-5A8F-4510-8840-29174533A7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3" name="9u7j_2_tuned_ExperimentalDensity">
            <a:extLst>
              <a:ext uri="{FF2B5EF4-FFF2-40B4-BE49-F238E27FC236}">
                <a16:creationId xmlns:a16="http://schemas.microsoft.com/office/drawing/2014/main" id="{AB7BCDAD-B90D-48C8-8B26-847BC2EA18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4" name="9u7j_2_tuned_ReferenceLigand_0">
            <a:extLst>
              <a:ext uri="{FF2B5EF4-FFF2-40B4-BE49-F238E27FC236}">
                <a16:creationId xmlns:a16="http://schemas.microsoft.com/office/drawing/2014/main" id="{E6D2E754-FE58-4927-8AA2-466B74375E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u7j_2_tuned_ReferenceLigand_1">
            <a:extLst>
              <a:ext uri="{FF2B5EF4-FFF2-40B4-BE49-F238E27FC236}">
                <a16:creationId xmlns:a16="http://schemas.microsoft.com/office/drawing/2014/main" id="{2CAEDFC6-67BA-4180-9FD6-69E1D51795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u7j_2_tuned_ReferenceLigand_2">
            <a:extLst>
              <a:ext uri="{FF2B5EF4-FFF2-40B4-BE49-F238E27FC236}">
                <a16:creationId xmlns:a16="http://schemas.microsoft.com/office/drawing/2014/main" id="{86FCFE6B-3D43-4065-9485-340BFFC2022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u7j_2_tuned_ReferenceLigand_3">
            <a:extLst>
              <a:ext uri="{FF2B5EF4-FFF2-40B4-BE49-F238E27FC236}">
                <a16:creationId xmlns:a16="http://schemas.microsoft.com/office/drawing/2014/main" id="{36EE2969-D26C-49D8-864F-EE9E955F4C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u7j_2_tuned_ReferenceLigand_4">
            <a:extLst>
              <a:ext uri="{FF2B5EF4-FFF2-40B4-BE49-F238E27FC236}">
                <a16:creationId xmlns:a16="http://schemas.microsoft.com/office/drawing/2014/main" id="{81F31DC9-BE37-4915-886A-C0C20362CA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u7j_2_tuned_ReferenceLigand_5">
            <a:extLst>
              <a:ext uri="{FF2B5EF4-FFF2-40B4-BE49-F238E27FC236}">
                <a16:creationId xmlns:a16="http://schemas.microsoft.com/office/drawing/2014/main" id="{EA9FB671-A4AA-42CF-B5BE-33D4475426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u7j_2_tuned_ReferenceLigand_6">
            <a:extLst>
              <a:ext uri="{FF2B5EF4-FFF2-40B4-BE49-F238E27FC236}">
                <a16:creationId xmlns:a16="http://schemas.microsoft.com/office/drawing/2014/main" id="{42294451-4A8C-4AFA-B9D1-A5882BBD35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u7j_2_tuned_ReferenceLigand_7">
            <a:extLst>
              <a:ext uri="{FF2B5EF4-FFF2-40B4-BE49-F238E27FC236}">
                <a16:creationId xmlns:a16="http://schemas.microsoft.com/office/drawing/2014/main" id="{8CB7864E-1B39-41B6-8DF0-FE0E3832CB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u7j_2_tuned_ReferenceLigand_8">
            <a:extLst>
              <a:ext uri="{FF2B5EF4-FFF2-40B4-BE49-F238E27FC236}">
                <a16:creationId xmlns:a16="http://schemas.microsoft.com/office/drawing/2014/main" id="{0A3A428A-91DA-4BF8-B580-7EB45DC06A6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u7j_2_tuned_ReferenceLigand_9">
            <a:extLst>
              <a:ext uri="{FF2B5EF4-FFF2-40B4-BE49-F238E27FC236}">
                <a16:creationId xmlns:a16="http://schemas.microsoft.com/office/drawing/2014/main" id="{2AA9B07B-0CD0-477A-8A74-1EF89B36CA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u7j_2_tuned_ReferenceLigand_10">
            <a:extLst>
              <a:ext uri="{FF2B5EF4-FFF2-40B4-BE49-F238E27FC236}">
                <a16:creationId xmlns:a16="http://schemas.microsoft.com/office/drawing/2014/main" id="{22733DF5-04BB-4CCD-8BDC-7D2A30F531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u7j_2_tuned_ReferenceLigand_11">
            <a:extLst>
              <a:ext uri="{FF2B5EF4-FFF2-40B4-BE49-F238E27FC236}">
                <a16:creationId xmlns:a16="http://schemas.microsoft.com/office/drawing/2014/main" id="{36E51936-549B-4AA8-A371-59684BD5A16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u7j_2_tuned_ReferenceLigand_12">
            <a:extLst>
              <a:ext uri="{FF2B5EF4-FFF2-40B4-BE49-F238E27FC236}">
                <a16:creationId xmlns:a16="http://schemas.microsoft.com/office/drawing/2014/main" id="{78D640CB-4003-464C-B0EA-2DD1308C0E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u7j_2_tuned_ReferenceLigand_13">
            <a:extLst>
              <a:ext uri="{FF2B5EF4-FFF2-40B4-BE49-F238E27FC236}">
                <a16:creationId xmlns:a16="http://schemas.microsoft.com/office/drawing/2014/main" id="{9123D065-BAA4-4117-BB42-E1DAFEED18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u7j_2_tuned_ReferenceLigand_14">
            <a:extLst>
              <a:ext uri="{FF2B5EF4-FFF2-40B4-BE49-F238E27FC236}">
                <a16:creationId xmlns:a16="http://schemas.microsoft.com/office/drawing/2014/main" id="{F9C79F46-A572-4E8E-8CE7-4B36BA8CC92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u7j_2_tuned_ReferenceLigand_15">
            <a:extLst>
              <a:ext uri="{FF2B5EF4-FFF2-40B4-BE49-F238E27FC236}">
                <a16:creationId xmlns:a16="http://schemas.microsoft.com/office/drawing/2014/main" id="{DD67819F-AFBF-41F0-A9C8-F56A9268878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u7j_2_tuned_ReferenceLigand_16">
            <a:extLst>
              <a:ext uri="{FF2B5EF4-FFF2-40B4-BE49-F238E27FC236}">
                <a16:creationId xmlns:a16="http://schemas.microsoft.com/office/drawing/2014/main" id="{BBDCB8EF-87D1-4F31-9FE8-531F49C8AF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u7j_2_tuned_ReferenceLigand_17">
            <a:extLst>
              <a:ext uri="{FF2B5EF4-FFF2-40B4-BE49-F238E27FC236}">
                <a16:creationId xmlns:a16="http://schemas.microsoft.com/office/drawing/2014/main" id="{9B9801AC-C4B7-4B55-B96C-700CBCF89E2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u7j_2_tuned_ReferenceLigand_18">
            <a:extLst>
              <a:ext uri="{FF2B5EF4-FFF2-40B4-BE49-F238E27FC236}">
                <a16:creationId xmlns:a16="http://schemas.microsoft.com/office/drawing/2014/main" id="{BADA7664-4A16-4468-AB54-868B6CB5EB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3" name="9u7j_2_tuned_ReferenceLigand_19">
            <a:extLst>
              <a:ext uri="{FF2B5EF4-FFF2-40B4-BE49-F238E27FC236}">
                <a16:creationId xmlns:a16="http://schemas.microsoft.com/office/drawing/2014/main" id="{56B0BA88-DD81-4F58-B9B0-93F9938DCD1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4" name="9u7j_2_tuned_ReferenceLigand_20">
            <a:extLst>
              <a:ext uri="{FF2B5EF4-FFF2-40B4-BE49-F238E27FC236}">
                <a16:creationId xmlns:a16="http://schemas.microsoft.com/office/drawing/2014/main" id="{DDF699E9-33C0-4C16-AF6D-0FBB7712DDF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" name="9u7j_2_tuned_ReferenceLigand_21">
            <a:extLst>
              <a:ext uri="{FF2B5EF4-FFF2-40B4-BE49-F238E27FC236}">
                <a16:creationId xmlns:a16="http://schemas.microsoft.com/office/drawing/2014/main" id="{97BE4232-FBD1-4AB8-A058-D8C54D4D425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" name="9u7j_2_tuned_ReferenceLigand_22">
            <a:extLst>
              <a:ext uri="{FF2B5EF4-FFF2-40B4-BE49-F238E27FC236}">
                <a16:creationId xmlns:a16="http://schemas.microsoft.com/office/drawing/2014/main" id="{837F1607-1651-40DA-B567-2F4456046AB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7" name="9u7j_2_tuned_ReferenceLigand_23">
            <a:extLst>
              <a:ext uri="{FF2B5EF4-FFF2-40B4-BE49-F238E27FC236}">
                <a16:creationId xmlns:a16="http://schemas.microsoft.com/office/drawing/2014/main" id="{1580727A-91C6-4970-AF65-591D3902A1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8" name="9u7j_2_tuned_ReferenceLigand_24">
            <a:extLst>
              <a:ext uri="{FF2B5EF4-FFF2-40B4-BE49-F238E27FC236}">
                <a16:creationId xmlns:a16="http://schemas.microsoft.com/office/drawing/2014/main" id="{659E43DB-7E99-492E-A128-B9B9DBB8D6C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" name="9u7j_2_tuned_ReferenceLigand_25">
            <a:extLst>
              <a:ext uri="{FF2B5EF4-FFF2-40B4-BE49-F238E27FC236}">
                <a16:creationId xmlns:a16="http://schemas.microsoft.com/office/drawing/2014/main" id="{FAC021C6-8E8A-4EBE-AF47-648AD3AE11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" name="9u7j_2_tuned_ReferenceLigand_26">
            <a:extLst>
              <a:ext uri="{FF2B5EF4-FFF2-40B4-BE49-F238E27FC236}">
                <a16:creationId xmlns:a16="http://schemas.microsoft.com/office/drawing/2014/main" id="{AB07EDA1-4AAC-4160-9B7B-A6888AA5550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" name="9u7j_2_tuned_ReferenceLigand_27">
            <a:extLst>
              <a:ext uri="{FF2B5EF4-FFF2-40B4-BE49-F238E27FC236}">
                <a16:creationId xmlns:a16="http://schemas.microsoft.com/office/drawing/2014/main" id="{D24991DF-6104-4DFA-BFFB-C0F77A4600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2" name="9u7j_2_tuned_ReferenceLigand_28">
            <a:extLst>
              <a:ext uri="{FF2B5EF4-FFF2-40B4-BE49-F238E27FC236}">
                <a16:creationId xmlns:a16="http://schemas.microsoft.com/office/drawing/2014/main" id="{B3F9BE0C-EC8B-40C8-94E6-C2127CE3F3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" name="9u7j_2_tuned_ReferenceLigand_29">
            <a:extLst>
              <a:ext uri="{FF2B5EF4-FFF2-40B4-BE49-F238E27FC236}">
                <a16:creationId xmlns:a16="http://schemas.microsoft.com/office/drawing/2014/main" id="{3C7592C5-7894-445A-8B6E-9464927B20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" name="9u7j_2_tuned_ReferenceLigand_30">
            <a:extLst>
              <a:ext uri="{FF2B5EF4-FFF2-40B4-BE49-F238E27FC236}">
                <a16:creationId xmlns:a16="http://schemas.microsoft.com/office/drawing/2014/main" id="{D22F9A34-EF8D-4685-8A42-2BF249F438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" name="9u7j_2_tuned_ReferenceLigand_31">
            <a:extLst>
              <a:ext uri="{FF2B5EF4-FFF2-40B4-BE49-F238E27FC236}">
                <a16:creationId xmlns:a16="http://schemas.microsoft.com/office/drawing/2014/main" id="{13F3F4C1-7BA5-473D-BA59-DD4048759A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" name="9u7j_2_tuned_ReferenceLigand_32">
            <a:extLst>
              <a:ext uri="{FF2B5EF4-FFF2-40B4-BE49-F238E27FC236}">
                <a16:creationId xmlns:a16="http://schemas.microsoft.com/office/drawing/2014/main" id="{8D943AC9-2C45-455E-97AF-4BBFA7C94C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" name="9u7j_2_tuned_ReferenceLigand_33">
            <a:extLst>
              <a:ext uri="{FF2B5EF4-FFF2-40B4-BE49-F238E27FC236}">
                <a16:creationId xmlns:a16="http://schemas.microsoft.com/office/drawing/2014/main" id="{FE37AF1D-66DB-4DBE-AF2A-4A8A323F11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" name="9u7j_2_tuned_ReferenceLigand_34">
            <a:extLst>
              <a:ext uri="{FF2B5EF4-FFF2-40B4-BE49-F238E27FC236}">
                <a16:creationId xmlns:a16="http://schemas.microsoft.com/office/drawing/2014/main" id="{0002AD7A-7805-4057-B4F9-5336C600494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" name="9u7j_2_tuned_ReferenceLigand_35">
            <a:extLst>
              <a:ext uri="{FF2B5EF4-FFF2-40B4-BE49-F238E27FC236}">
                <a16:creationId xmlns:a16="http://schemas.microsoft.com/office/drawing/2014/main" id="{FD23DA16-C121-421D-B29F-CA78406BE9B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" name="9u7j_2_tuned_ReferenceLigand_36">
            <a:extLst>
              <a:ext uri="{FF2B5EF4-FFF2-40B4-BE49-F238E27FC236}">
                <a16:creationId xmlns:a16="http://schemas.microsoft.com/office/drawing/2014/main" id="{01BB0C37-713E-4779-AD44-2DDD523168E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" name="9u7j_2_tuned_ReferenceLigand_37">
            <a:extLst>
              <a:ext uri="{FF2B5EF4-FFF2-40B4-BE49-F238E27FC236}">
                <a16:creationId xmlns:a16="http://schemas.microsoft.com/office/drawing/2014/main" id="{95795B81-B1B0-4F06-9C3C-F4CAAE17EA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" name="9u7j_2_tuned_PredictedLigand_0">
            <a:extLst>
              <a:ext uri="{FF2B5EF4-FFF2-40B4-BE49-F238E27FC236}">
                <a16:creationId xmlns:a16="http://schemas.microsoft.com/office/drawing/2014/main" id="{58FA7559-501E-429B-AFCD-CAC4E70328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u7j_2_tuned_PredictedLigand_1">
            <a:extLst>
              <a:ext uri="{FF2B5EF4-FFF2-40B4-BE49-F238E27FC236}">
                <a16:creationId xmlns:a16="http://schemas.microsoft.com/office/drawing/2014/main" id="{4A3D7165-ED3A-4532-AFE1-29269E520B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u7j_2_tuned_PredictedLigand_2">
            <a:extLst>
              <a:ext uri="{FF2B5EF4-FFF2-40B4-BE49-F238E27FC236}">
                <a16:creationId xmlns:a16="http://schemas.microsoft.com/office/drawing/2014/main" id="{ED5E1928-74AB-4CD4-B6E2-ACDC73F9E9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u7j_2_tuned_PredictedLigand_3">
            <a:extLst>
              <a:ext uri="{FF2B5EF4-FFF2-40B4-BE49-F238E27FC236}">
                <a16:creationId xmlns:a16="http://schemas.microsoft.com/office/drawing/2014/main" id="{F6B0F5AE-B1F8-4ACB-81D9-F73BA085F72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u7j_2_tuned_PredictedLigand_4">
            <a:extLst>
              <a:ext uri="{FF2B5EF4-FFF2-40B4-BE49-F238E27FC236}">
                <a16:creationId xmlns:a16="http://schemas.microsoft.com/office/drawing/2014/main" id="{1D89BF8D-B755-4F7C-A499-49D3C6C9EE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u7j_2_tuned_PredictedLigand_5">
            <a:extLst>
              <a:ext uri="{FF2B5EF4-FFF2-40B4-BE49-F238E27FC236}">
                <a16:creationId xmlns:a16="http://schemas.microsoft.com/office/drawing/2014/main" id="{F1A53778-167B-44F6-801E-BBB306D47C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u7j_2_tuned_PredictedLigand_6">
            <a:extLst>
              <a:ext uri="{FF2B5EF4-FFF2-40B4-BE49-F238E27FC236}">
                <a16:creationId xmlns:a16="http://schemas.microsoft.com/office/drawing/2014/main" id="{AC2E523C-8229-4CD2-BC9F-0855BB424B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u7j_2_tuned_PredictedLigand_7">
            <a:extLst>
              <a:ext uri="{FF2B5EF4-FFF2-40B4-BE49-F238E27FC236}">
                <a16:creationId xmlns:a16="http://schemas.microsoft.com/office/drawing/2014/main" id="{2ACF5943-472F-41EE-B227-ED5CBC70BF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u7j_2_tuned_PredictedLigand_8">
            <a:extLst>
              <a:ext uri="{FF2B5EF4-FFF2-40B4-BE49-F238E27FC236}">
                <a16:creationId xmlns:a16="http://schemas.microsoft.com/office/drawing/2014/main" id="{879646CB-97F4-4A96-BC6D-278D6F1219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u7j_2_tuned_PredictedLigand_9">
            <a:extLst>
              <a:ext uri="{FF2B5EF4-FFF2-40B4-BE49-F238E27FC236}">
                <a16:creationId xmlns:a16="http://schemas.microsoft.com/office/drawing/2014/main" id="{F2D4B5E2-CFA2-42D5-B442-464E9807224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u7j_2_tuned_PredictedLigand_10">
            <a:extLst>
              <a:ext uri="{FF2B5EF4-FFF2-40B4-BE49-F238E27FC236}">
                <a16:creationId xmlns:a16="http://schemas.microsoft.com/office/drawing/2014/main" id="{1D701016-C08A-4ECE-AFEB-C89CAF403A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u7j_2_tuned_PredictedLigand_11">
            <a:extLst>
              <a:ext uri="{FF2B5EF4-FFF2-40B4-BE49-F238E27FC236}">
                <a16:creationId xmlns:a16="http://schemas.microsoft.com/office/drawing/2014/main" id="{12430999-D6B4-4226-B814-988090750D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u7j_2_tuned_PredictedLigand_12">
            <a:extLst>
              <a:ext uri="{FF2B5EF4-FFF2-40B4-BE49-F238E27FC236}">
                <a16:creationId xmlns:a16="http://schemas.microsoft.com/office/drawing/2014/main" id="{81A9A944-8F56-4A4B-BD14-58B77394C24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u7j_2_tuned_PredictedLigand_13">
            <a:extLst>
              <a:ext uri="{FF2B5EF4-FFF2-40B4-BE49-F238E27FC236}">
                <a16:creationId xmlns:a16="http://schemas.microsoft.com/office/drawing/2014/main" id="{215F7AAB-8C4A-4897-81DA-726FBE22FD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" name="9u7j_2_tuned_PredictedLigand_14">
            <a:extLst>
              <a:ext uri="{FF2B5EF4-FFF2-40B4-BE49-F238E27FC236}">
                <a16:creationId xmlns:a16="http://schemas.microsoft.com/office/drawing/2014/main" id="{2ED7335C-D0EF-4324-96C6-472D46A6CC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" name="9u7j_2_tuned_PredictedLigand_15">
            <a:extLst>
              <a:ext uri="{FF2B5EF4-FFF2-40B4-BE49-F238E27FC236}">
                <a16:creationId xmlns:a16="http://schemas.microsoft.com/office/drawing/2014/main" id="{F834ACF9-2064-481C-BB76-A092752FB46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" name="9u7j_2_tuned_PredictedLigand_16">
            <a:extLst>
              <a:ext uri="{FF2B5EF4-FFF2-40B4-BE49-F238E27FC236}">
                <a16:creationId xmlns:a16="http://schemas.microsoft.com/office/drawing/2014/main" id="{70E7FC81-84ED-42DB-B710-752868AF4D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" name="9u7j_2_tuned_PredictedLigand_17">
            <a:extLst>
              <a:ext uri="{FF2B5EF4-FFF2-40B4-BE49-F238E27FC236}">
                <a16:creationId xmlns:a16="http://schemas.microsoft.com/office/drawing/2014/main" id="{5C4D6A32-F52E-4DC0-ACC2-D3EB4979CE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" name="9u7j_2_tuned_PredictedLigand_18">
            <a:extLst>
              <a:ext uri="{FF2B5EF4-FFF2-40B4-BE49-F238E27FC236}">
                <a16:creationId xmlns:a16="http://schemas.microsoft.com/office/drawing/2014/main" id="{CBD8B23B-C09A-4E02-A620-FA9E4A6376E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" name="9u7j_2_tuned_PredictedLigand_19">
            <a:extLst>
              <a:ext uri="{FF2B5EF4-FFF2-40B4-BE49-F238E27FC236}">
                <a16:creationId xmlns:a16="http://schemas.microsoft.com/office/drawing/2014/main" id="{9EDF73BF-54A3-4CDC-9D53-9C3D69E0A5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" name="9u7j_2_tuned_PredictedLigand_20">
            <a:extLst>
              <a:ext uri="{FF2B5EF4-FFF2-40B4-BE49-F238E27FC236}">
                <a16:creationId xmlns:a16="http://schemas.microsoft.com/office/drawing/2014/main" id="{B615ADCF-A29B-40A2-BE75-02063A3DE6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" name="9u7j_2_tuned_PredictedLigand_21">
            <a:extLst>
              <a:ext uri="{FF2B5EF4-FFF2-40B4-BE49-F238E27FC236}">
                <a16:creationId xmlns:a16="http://schemas.microsoft.com/office/drawing/2014/main" id="{C9EBB2A3-3134-4F02-8CB9-21B0DFC8DE3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4" name="9u7j_2_tuned_PredictedLigand_22">
            <a:extLst>
              <a:ext uri="{FF2B5EF4-FFF2-40B4-BE49-F238E27FC236}">
                <a16:creationId xmlns:a16="http://schemas.microsoft.com/office/drawing/2014/main" id="{BD6525D6-55FD-4008-9B28-1329C0DAB17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5" name="9u7j_2_tuned_PredictedLigand_23">
            <a:extLst>
              <a:ext uri="{FF2B5EF4-FFF2-40B4-BE49-F238E27FC236}">
                <a16:creationId xmlns:a16="http://schemas.microsoft.com/office/drawing/2014/main" id="{BE6C261B-80F3-41E8-B03E-617B8D462A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6" name="9u7j_2_tuned_PredictedLigand_24">
            <a:extLst>
              <a:ext uri="{FF2B5EF4-FFF2-40B4-BE49-F238E27FC236}">
                <a16:creationId xmlns:a16="http://schemas.microsoft.com/office/drawing/2014/main" id="{74E56975-4EB9-4BF6-A3F4-CE0B89A62C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7" name="9u7j_2_tuned_PredictedLigand_25">
            <a:extLst>
              <a:ext uri="{FF2B5EF4-FFF2-40B4-BE49-F238E27FC236}">
                <a16:creationId xmlns:a16="http://schemas.microsoft.com/office/drawing/2014/main" id="{57262555-62F3-4B7C-98D4-9873928649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8" name="9u7j_2_tuned_PredictedLigand_26">
            <a:extLst>
              <a:ext uri="{FF2B5EF4-FFF2-40B4-BE49-F238E27FC236}">
                <a16:creationId xmlns:a16="http://schemas.microsoft.com/office/drawing/2014/main" id="{333FB68E-6F4F-4D30-B851-D7788D22698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9" name="9u7j_2_tuned_PredictedLigand_27">
            <a:extLst>
              <a:ext uri="{FF2B5EF4-FFF2-40B4-BE49-F238E27FC236}">
                <a16:creationId xmlns:a16="http://schemas.microsoft.com/office/drawing/2014/main" id="{BFA629C0-F00A-4839-B41F-CB960FA76A2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0" name="9u7j_2_tuned_PredictedLigand_28">
            <a:extLst>
              <a:ext uri="{FF2B5EF4-FFF2-40B4-BE49-F238E27FC236}">
                <a16:creationId xmlns:a16="http://schemas.microsoft.com/office/drawing/2014/main" id="{E76626AC-0382-496B-8D46-506ADC7CA6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1" name="9u7j_2_tuned_PredictedLigand_29">
            <a:extLst>
              <a:ext uri="{FF2B5EF4-FFF2-40B4-BE49-F238E27FC236}">
                <a16:creationId xmlns:a16="http://schemas.microsoft.com/office/drawing/2014/main" id="{B6EBC15B-0718-4F82-9050-021F7D936DC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2" name="9u7j_2_tuned_PredictedLigand_30">
            <a:extLst>
              <a:ext uri="{FF2B5EF4-FFF2-40B4-BE49-F238E27FC236}">
                <a16:creationId xmlns:a16="http://schemas.microsoft.com/office/drawing/2014/main" id="{AEF5ED58-8D18-4F17-B5C4-D36A665AD3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3" name="9u7j_2_tuned_PredictedLigand_31">
            <a:extLst>
              <a:ext uri="{FF2B5EF4-FFF2-40B4-BE49-F238E27FC236}">
                <a16:creationId xmlns:a16="http://schemas.microsoft.com/office/drawing/2014/main" id="{31A13A18-3449-47E7-B7BA-DF88627E59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4" name="9u7j_2_tuned_PredictedLigand_32">
            <a:extLst>
              <a:ext uri="{FF2B5EF4-FFF2-40B4-BE49-F238E27FC236}">
                <a16:creationId xmlns:a16="http://schemas.microsoft.com/office/drawing/2014/main" id="{9324DEAA-D0CD-41E0-9570-4D1C266658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5" name="9u7j_2_tuned_PredictedLigand_33">
            <a:extLst>
              <a:ext uri="{FF2B5EF4-FFF2-40B4-BE49-F238E27FC236}">
                <a16:creationId xmlns:a16="http://schemas.microsoft.com/office/drawing/2014/main" id="{CA147A7F-B456-4444-9641-86A10FE2DDD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6" name="9u7j_2_tuned_PredictedLigand_34">
            <a:extLst>
              <a:ext uri="{FF2B5EF4-FFF2-40B4-BE49-F238E27FC236}">
                <a16:creationId xmlns:a16="http://schemas.microsoft.com/office/drawing/2014/main" id="{DFFB287A-F31E-42C5-862F-1D82AE1CB6A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7" name="9u7j_2_tuned_PredictedLigand_35">
            <a:extLst>
              <a:ext uri="{FF2B5EF4-FFF2-40B4-BE49-F238E27FC236}">
                <a16:creationId xmlns:a16="http://schemas.microsoft.com/office/drawing/2014/main" id="{16FD2591-92B0-447E-A630-8388FF61AA3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8" name="9u7j_2_tuned_PredictedLigand_36">
            <a:extLst>
              <a:ext uri="{FF2B5EF4-FFF2-40B4-BE49-F238E27FC236}">
                <a16:creationId xmlns:a16="http://schemas.microsoft.com/office/drawing/2014/main" id="{362FB0F4-B901-448F-BD56-DD954A4BC5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9" name="9u7j_2_tuned_PredictedLigand_37">
            <a:extLst>
              <a:ext uri="{FF2B5EF4-FFF2-40B4-BE49-F238E27FC236}">
                <a16:creationId xmlns:a16="http://schemas.microsoft.com/office/drawing/2014/main" id="{BEBDF285-2184-4FB7-91AE-41740691DA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00" name="9u7j_2_tuned_PredictedAtoms_0">
            <a:extLst>
              <a:ext uri="{FF2B5EF4-FFF2-40B4-BE49-F238E27FC236}">
                <a16:creationId xmlns:a16="http://schemas.microsoft.com/office/drawing/2014/main" id="{A9AEC019-779F-4D32-A821-2A0F4DDFEFD8}"/>
              </a:ext>
            </a:extLst>
          </p:cNvPr>
          <p:cNvSpPr>
            <a:spLocks noGrp="1"/>
          </p:cNvSpPr>
          <p:nvPr/>
        </p:nvSpPr>
        <p:spPr>
          <a:xfrm>
            <a:off x="3995888" y="1672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u7j_2_tuned_PredictedAtoms_1">
            <a:extLst>
              <a:ext uri="{FF2B5EF4-FFF2-40B4-BE49-F238E27FC236}">
                <a16:creationId xmlns:a16="http://schemas.microsoft.com/office/drawing/2014/main" id="{1C97EA32-9921-4701-9F6C-05B786A608D9}"/>
              </a:ext>
            </a:extLst>
          </p:cNvPr>
          <p:cNvSpPr>
            <a:spLocks noGrp="1"/>
          </p:cNvSpPr>
          <p:nvPr/>
        </p:nvSpPr>
        <p:spPr>
          <a:xfrm>
            <a:off x="4111315" y="1678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u7j_2_tuned_PredictedAtoms_2">
            <a:extLst>
              <a:ext uri="{FF2B5EF4-FFF2-40B4-BE49-F238E27FC236}">
                <a16:creationId xmlns:a16="http://schemas.microsoft.com/office/drawing/2014/main" id="{0E55A3CF-8A76-4264-9259-0F3B3985230F}"/>
              </a:ext>
            </a:extLst>
          </p:cNvPr>
          <p:cNvSpPr>
            <a:spLocks noGrp="1"/>
          </p:cNvSpPr>
          <p:nvPr/>
        </p:nvSpPr>
        <p:spPr>
          <a:xfrm>
            <a:off x="4100418" y="15535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u7j_2_tuned_PredictedAtoms_3">
            <a:extLst>
              <a:ext uri="{FF2B5EF4-FFF2-40B4-BE49-F238E27FC236}">
                <a16:creationId xmlns:a16="http://schemas.microsoft.com/office/drawing/2014/main" id="{12BB1AA4-A311-499F-80EC-485F43C2F3C3}"/>
              </a:ext>
            </a:extLst>
          </p:cNvPr>
          <p:cNvSpPr>
            <a:spLocks noGrp="1"/>
          </p:cNvSpPr>
          <p:nvPr/>
        </p:nvSpPr>
        <p:spPr>
          <a:xfrm>
            <a:off x="4067722" y="1436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u7j_2_tuned_PredictedAtoms_4">
            <a:extLst>
              <a:ext uri="{FF2B5EF4-FFF2-40B4-BE49-F238E27FC236}">
                <a16:creationId xmlns:a16="http://schemas.microsoft.com/office/drawing/2014/main" id="{724EFB9B-E04D-4C91-9EE2-F86EB55A634F}"/>
              </a:ext>
            </a:extLst>
          </p:cNvPr>
          <p:cNvSpPr>
            <a:spLocks noGrp="1"/>
          </p:cNvSpPr>
          <p:nvPr/>
        </p:nvSpPr>
        <p:spPr>
          <a:xfrm>
            <a:off x="4117350" y="130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u7j_2_tuned_PredictedAtoms_5">
            <a:extLst>
              <a:ext uri="{FF2B5EF4-FFF2-40B4-BE49-F238E27FC236}">
                <a16:creationId xmlns:a16="http://schemas.microsoft.com/office/drawing/2014/main" id="{CC5E4FE3-7BE5-4E7F-B39C-7A2FAA835B37}"/>
              </a:ext>
            </a:extLst>
          </p:cNvPr>
          <p:cNvSpPr>
            <a:spLocks noGrp="1"/>
          </p:cNvSpPr>
          <p:nvPr/>
        </p:nvSpPr>
        <p:spPr>
          <a:xfrm>
            <a:off x="4098336" y="11538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9u7j_2_tuned_PredictedAtoms_6">
            <a:extLst>
              <a:ext uri="{FF2B5EF4-FFF2-40B4-BE49-F238E27FC236}">
                <a16:creationId xmlns:a16="http://schemas.microsoft.com/office/drawing/2014/main" id="{1B451427-5DA9-4DCF-8001-814EA4DD1FC8}"/>
              </a:ext>
            </a:extLst>
          </p:cNvPr>
          <p:cNvSpPr>
            <a:spLocks noGrp="1"/>
          </p:cNvSpPr>
          <p:nvPr/>
        </p:nvSpPr>
        <p:spPr>
          <a:xfrm>
            <a:off x="4226892" y="10839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7" name="9u7j_2_tuned_PredictedAtoms_7">
            <a:extLst>
              <a:ext uri="{FF2B5EF4-FFF2-40B4-BE49-F238E27FC236}">
                <a16:creationId xmlns:a16="http://schemas.microsoft.com/office/drawing/2014/main" id="{D6B7CE2B-F005-469C-8AD9-28351ED99090}"/>
              </a:ext>
            </a:extLst>
          </p:cNvPr>
          <p:cNvSpPr>
            <a:spLocks noGrp="1"/>
          </p:cNvSpPr>
          <p:nvPr/>
        </p:nvSpPr>
        <p:spPr>
          <a:xfrm>
            <a:off x="4258124" y="9408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8" name="9u7j_2_tuned_PredictedAtoms_8">
            <a:extLst>
              <a:ext uri="{FF2B5EF4-FFF2-40B4-BE49-F238E27FC236}">
                <a16:creationId xmlns:a16="http://schemas.microsoft.com/office/drawing/2014/main" id="{F9050AF0-D254-4840-809B-67E446FF4AC0}"/>
              </a:ext>
            </a:extLst>
          </p:cNvPr>
          <p:cNvSpPr>
            <a:spLocks noGrp="1"/>
          </p:cNvSpPr>
          <p:nvPr/>
        </p:nvSpPr>
        <p:spPr>
          <a:xfrm>
            <a:off x="4178579" y="10802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9" name="9u7j_2_tuned_PredictedAtoms_9">
            <a:extLst>
              <a:ext uri="{FF2B5EF4-FFF2-40B4-BE49-F238E27FC236}">
                <a16:creationId xmlns:a16="http://schemas.microsoft.com/office/drawing/2014/main" id="{296ECAB3-23B2-45B6-8874-27F458E2D6E9}"/>
              </a:ext>
            </a:extLst>
          </p:cNvPr>
          <p:cNvSpPr>
            <a:spLocks noGrp="1"/>
          </p:cNvSpPr>
          <p:nvPr/>
        </p:nvSpPr>
        <p:spPr>
          <a:xfrm>
            <a:off x="4361650" y="11948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0" name="9u7j_2_tuned_PredictedAtoms_10">
            <a:extLst>
              <a:ext uri="{FF2B5EF4-FFF2-40B4-BE49-F238E27FC236}">
                <a16:creationId xmlns:a16="http://schemas.microsoft.com/office/drawing/2014/main" id="{F0F6846E-BCAB-4B57-B8D3-9878706845B6}"/>
              </a:ext>
            </a:extLst>
          </p:cNvPr>
          <p:cNvSpPr>
            <a:spLocks noGrp="1"/>
          </p:cNvSpPr>
          <p:nvPr/>
        </p:nvSpPr>
        <p:spPr>
          <a:xfrm>
            <a:off x="4521063" y="11699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1" name="9u7j_2_tuned_PredictedAtoms_11">
            <a:extLst>
              <a:ext uri="{FF2B5EF4-FFF2-40B4-BE49-F238E27FC236}">
                <a16:creationId xmlns:a16="http://schemas.microsoft.com/office/drawing/2014/main" id="{989C09F4-67C9-4A5A-B810-67B64AAEE3C4}"/>
              </a:ext>
            </a:extLst>
          </p:cNvPr>
          <p:cNvSpPr>
            <a:spLocks noGrp="1"/>
          </p:cNvSpPr>
          <p:nvPr/>
        </p:nvSpPr>
        <p:spPr>
          <a:xfrm>
            <a:off x="4632971" y="12027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2" name="9u7j_2_tuned_PredictedAtoms_12">
            <a:extLst>
              <a:ext uri="{FF2B5EF4-FFF2-40B4-BE49-F238E27FC236}">
                <a16:creationId xmlns:a16="http://schemas.microsoft.com/office/drawing/2014/main" id="{3D44FF73-ADA4-4F4E-AF62-C47003D9F97C}"/>
              </a:ext>
            </a:extLst>
          </p:cNvPr>
          <p:cNvSpPr>
            <a:spLocks noGrp="1"/>
          </p:cNvSpPr>
          <p:nvPr/>
        </p:nvSpPr>
        <p:spPr>
          <a:xfrm>
            <a:off x="4536458" y="10123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3" name="9u7j_2_tuned_PredictedAtoms_13">
            <a:extLst>
              <a:ext uri="{FF2B5EF4-FFF2-40B4-BE49-F238E27FC236}">
                <a16:creationId xmlns:a16="http://schemas.microsoft.com/office/drawing/2014/main" id="{DCD13268-DCDE-4F09-BF61-5392E9F4AF14}"/>
              </a:ext>
            </a:extLst>
          </p:cNvPr>
          <p:cNvSpPr>
            <a:spLocks noGrp="1"/>
          </p:cNvSpPr>
          <p:nvPr/>
        </p:nvSpPr>
        <p:spPr>
          <a:xfrm>
            <a:off x="4540751" y="12715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4" name="9u7j_2_tuned_PredictedAtoms_14">
            <a:extLst>
              <a:ext uri="{FF2B5EF4-FFF2-40B4-BE49-F238E27FC236}">
                <a16:creationId xmlns:a16="http://schemas.microsoft.com/office/drawing/2014/main" id="{3A5D9560-1F5D-41CE-85BE-8AFEB3C70417}"/>
              </a:ext>
            </a:extLst>
          </p:cNvPr>
          <p:cNvSpPr>
            <a:spLocks noGrp="1"/>
          </p:cNvSpPr>
          <p:nvPr/>
        </p:nvSpPr>
        <p:spPr>
          <a:xfrm>
            <a:off x="4562216" y="12966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" name="9u7j_2_tuned_PredictedAtoms_15">
            <a:extLst>
              <a:ext uri="{FF2B5EF4-FFF2-40B4-BE49-F238E27FC236}">
                <a16:creationId xmlns:a16="http://schemas.microsoft.com/office/drawing/2014/main" id="{56FED27F-34BD-4217-A32D-521AD03CD581}"/>
              </a:ext>
            </a:extLst>
          </p:cNvPr>
          <p:cNvSpPr>
            <a:spLocks noGrp="1"/>
          </p:cNvSpPr>
          <p:nvPr/>
        </p:nvSpPr>
        <p:spPr>
          <a:xfrm>
            <a:off x="4712405" y="12734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" name="9u7j_2_tuned_PredictedAtoms_16">
            <a:extLst>
              <a:ext uri="{FF2B5EF4-FFF2-40B4-BE49-F238E27FC236}">
                <a16:creationId xmlns:a16="http://schemas.microsoft.com/office/drawing/2014/main" id="{75F24F8D-8BB7-47AF-AEB9-1AC08B3C14B3}"/>
              </a:ext>
            </a:extLst>
          </p:cNvPr>
          <p:cNvSpPr>
            <a:spLocks noGrp="1"/>
          </p:cNvSpPr>
          <p:nvPr/>
        </p:nvSpPr>
        <p:spPr>
          <a:xfrm>
            <a:off x="4786166" y="1394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" name="9u7j_2_tuned_PredictedAtoms_17">
            <a:extLst>
              <a:ext uri="{FF2B5EF4-FFF2-40B4-BE49-F238E27FC236}">
                <a16:creationId xmlns:a16="http://schemas.microsoft.com/office/drawing/2014/main" id="{047F323C-ED2C-45B5-AD2A-37544A7A5F66}"/>
              </a:ext>
            </a:extLst>
          </p:cNvPr>
          <p:cNvSpPr>
            <a:spLocks noGrp="1"/>
          </p:cNvSpPr>
          <p:nvPr/>
        </p:nvSpPr>
        <p:spPr>
          <a:xfrm>
            <a:off x="4911358" y="13536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" name="9u7j_2_tuned_PredictedAtoms_18">
            <a:extLst>
              <a:ext uri="{FF2B5EF4-FFF2-40B4-BE49-F238E27FC236}">
                <a16:creationId xmlns:a16="http://schemas.microsoft.com/office/drawing/2014/main" id="{968C6EFA-46BA-4297-B821-0B8057C49903}"/>
              </a:ext>
            </a:extLst>
          </p:cNvPr>
          <p:cNvSpPr>
            <a:spLocks noGrp="1"/>
          </p:cNvSpPr>
          <p:nvPr/>
        </p:nvSpPr>
        <p:spPr>
          <a:xfrm>
            <a:off x="4970781" y="14667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" name="9u7j_2_tuned_PredictedAtoms_19">
            <a:extLst>
              <a:ext uri="{FF2B5EF4-FFF2-40B4-BE49-F238E27FC236}">
                <a16:creationId xmlns:a16="http://schemas.microsoft.com/office/drawing/2014/main" id="{A088E029-9D94-4F81-BC05-DAB09F0935C7}"/>
              </a:ext>
            </a:extLst>
          </p:cNvPr>
          <p:cNvSpPr>
            <a:spLocks noGrp="1"/>
          </p:cNvSpPr>
          <p:nvPr/>
        </p:nvSpPr>
        <p:spPr>
          <a:xfrm>
            <a:off x="4892075" y="15266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" name="9u7j_2_tuned_PredictedAtoms_20">
            <a:extLst>
              <a:ext uri="{FF2B5EF4-FFF2-40B4-BE49-F238E27FC236}">
                <a16:creationId xmlns:a16="http://schemas.microsoft.com/office/drawing/2014/main" id="{B6182A26-3F70-44C5-BEA4-2B86EB173F9A}"/>
              </a:ext>
            </a:extLst>
          </p:cNvPr>
          <p:cNvSpPr>
            <a:spLocks noGrp="1"/>
          </p:cNvSpPr>
          <p:nvPr/>
        </p:nvSpPr>
        <p:spPr>
          <a:xfrm>
            <a:off x="4953122" y="16203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" name="9u7j_2_tuned_PredictedAtoms_21">
            <a:extLst>
              <a:ext uri="{FF2B5EF4-FFF2-40B4-BE49-F238E27FC236}">
                <a16:creationId xmlns:a16="http://schemas.microsoft.com/office/drawing/2014/main" id="{B89B1003-A36B-45D2-9634-A927F736E0E3}"/>
              </a:ext>
            </a:extLst>
          </p:cNvPr>
          <p:cNvSpPr>
            <a:spLocks noGrp="1"/>
          </p:cNvSpPr>
          <p:nvPr/>
        </p:nvSpPr>
        <p:spPr>
          <a:xfrm>
            <a:off x="5097282" y="16663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2" name="9u7j_2_tuned_PredictedAtoms_22">
            <a:extLst>
              <a:ext uri="{FF2B5EF4-FFF2-40B4-BE49-F238E27FC236}">
                <a16:creationId xmlns:a16="http://schemas.microsoft.com/office/drawing/2014/main" id="{CD6B7DFD-4AB5-41FD-93BA-8786216BFFBB}"/>
              </a:ext>
            </a:extLst>
          </p:cNvPr>
          <p:cNvSpPr>
            <a:spLocks noGrp="1"/>
          </p:cNvSpPr>
          <p:nvPr/>
        </p:nvSpPr>
        <p:spPr>
          <a:xfrm>
            <a:off x="5161677" y="175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3" name="9u7j_2_tuned_PredictedAtoms_23">
            <a:extLst>
              <a:ext uri="{FF2B5EF4-FFF2-40B4-BE49-F238E27FC236}">
                <a16:creationId xmlns:a16="http://schemas.microsoft.com/office/drawing/2014/main" id="{4C0EA576-AFDC-446A-82F4-4A3ED77CF27C}"/>
              </a:ext>
            </a:extLst>
          </p:cNvPr>
          <p:cNvSpPr>
            <a:spLocks noGrp="1"/>
          </p:cNvSpPr>
          <p:nvPr/>
        </p:nvSpPr>
        <p:spPr>
          <a:xfrm>
            <a:off x="5165298" y="16079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4" name="9u7j_2_tuned_PredictedAtoms_24">
            <a:extLst>
              <a:ext uri="{FF2B5EF4-FFF2-40B4-BE49-F238E27FC236}">
                <a16:creationId xmlns:a16="http://schemas.microsoft.com/office/drawing/2014/main" id="{55C87FA2-CFED-478A-BED2-07482098C225}"/>
              </a:ext>
            </a:extLst>
          </p:cNvPr>
          <p:cNvSpPr>
            <a:spLocks noGrp="1"/>
          </p:cNvSpPr>
          <p:nvPr/>
        </p:nvSpPr>
        <p:spPr>
          <a:xfrm>
            <a:off x="5111112" y="15153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5" name="9u7j_2_tuned_PredictedAtoms_25">
            <a:extLst>
              <a:ext uri="{FF2B5EF4-FFF2-40B4-BE49-F238E27FC236}">
                <a16:creationId xmlns:a16="http://schemas.microsoft.com/office/drawing/2014/main" id="{A61FF6C5-BD64-4612-9192-62A17CB26DB8}"/>
              </a:ext>
            </a:extLst>
          </p:cNvPr>
          <p:cNvSpPr>
            <a:spLocks noGrp="1"/>
          </p:cNvSpPr>
          <p:nvPr/>
        </p:nvSpPr>
        <p:spPr>
          <a:xfrm>
            <a:off x="5194340" y="14778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6" name="9u7j_2_tuned_PredictedAtoms_26">
            <a:extLst>
              <a:ext uri="{FF2B5EF4-FFF2-40B4-BE49-F238E27FC236}">
                <a16:creationId xmlns:a16="http://schemas.microsoft.com/office/drawing/2014/main" id="{95004382-7D75-4CB7-A0F6-F20C98F2F259}"/>
              </a:ext>
            </a:extLst>
          </p:cNvPr>
          <p:cNvSpPr>
            <a:spLocks noGrp="1"/>
          </p:cNvSpPr>
          <p:nvPr/>
        </p:nvSpPr>
        <p:spPr>
          <a:xfrm>
            <a:off x="4875376" y="120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7" name="9u7j_2_tuned_PredictedAtoms_27">
            <a:extLst>
              <a:ext uri="{FF2B5EF4-FFF2-40B4-BE49-F238E27FC236}">
                <a16:creationId xmlns:a16="http://schemas.microsoft.com/office/drawing/2014/main" id="{BB23A688-2970-48AB-B4D2-32C52BC267F9}"/>
              </a:ext>
            </a:extLst>
          </p:cNvPr>
          <p:cNvSpPr>
            <a:spLocks noGrp="1"/>
          </p:cNvSpPr>
          <p:nvPr/>
        </p:nvSpPr>
        <p:spPr>
          <a:xfrm>
            <a:off x="4984653" y="11010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8" name="9u7j_2_tuned_PredictedAtoms_28">
            <a:extLst>
              <a:ext uri="{FF2B5EF4-FFF2-40B4-BE49-F238E27FC236}">
                <a16:creationId xmlns:a16="http://schemas.microsoft.com/office/drawing/2014/main" id="{0D679C36-16C2-49B7-B102-9BC2CD69CD3B}"/>
              </a:ext>
            </a:extLst>
          </p:cNvPr>
          <p:cNvSpPr>
            <a:spLocks noGrp="1"/>
          </p:cNvSpPr>
          <p:nvPr/>
        </p:nvSpPr>
        <p:spPr>
          <a:xfrm>
            <a:off x="4765481" y="11436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9" name="9u7j_2_tuned_PredictedAtoms_29">
            <a:extLst>
              <a:ext uri="{FF2B5EF4-FFF2-40B4-BE49-F238E27FC236}">
                <a16:creationId xmlns:a16="http://schemas.microsoft.com/office/drawing/2014/main" id="{A8A7BCCC-E7B1-4DB2-9CC1-3A71ABD77803}"/>
              </a:ext>
            </a:extLst>
          </p:cNvPr>
          <p:cNvSpPr>
            <a:spLocks noGrp="1"/>
          </p:cNvSpPr>
          <p:nvPr/>
        </p:nvSpPr>
        <p:spPr>
          <a:xfrm>
            <a:off x="4837497" y="1035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0" name="9u7j_2_tuned_PredictedAtoms_30">
            <a:extLst>
              <a:ext uri="{FF2B5EF4-FFF2-40B4-BE49-F238E27FC236}">
                <a16:creationId xmlns:a16="http://schemas.microsoft.com/office/drawing/2014/main" id="{0F475128-91BC-4638-A2F4-E5F0B065A32A}"/>
              </a:ext>
            </a:extLst>
          </p:cNvPr>
          <p:cNvSpPr>
            <a:spLocks noGrp="1"/>
          </p:cNvSpPr>
          <p:nvPr/>
        </p:nvSpPr>
        <p:spPr>
          <a:xfrm>
            <a:off x="4081718" y="13104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1" name="9u7j_2_tuned_PredictedAtoms_31">
            <a:extLst>
              <a:ext uri="{FF2B5EF4-FFF2-40B4-BE49-F238E27FC236}">
                <a16:creationId xmlns:a16="http://schemas.microsoft.com/office/drawing/2014/main" id="{036A18E1-2679-4368-994A-E350BEA1B6B3}"/>
              </a:ext>
            </a:extLst>
          </p:cNvPr>
          <p:cNvSpPr>
            <a:spLocks noGrp="1"/>
          </p:cNvSpPr>
          <p:nvPr/>
        </p:nvSpPr>
        <p:spPr>
          <a:xfrm>
            <a:off x="4046264" y="1172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" name="9u7j_2_tuned_PredictedAtoms_32">
            <a:extLst>
              <a:ext uri="{FF2B5EF4-FFF2-40B4-BE49-F238E27FC236}">
                <a16:creationId xmlns:a16="http://schemas.microsoft.com/office/drawing/2014/main" id="{7B7B5B41-5D0B-4A35-914D-820D65BB631F}"/>
              </a:ext>
            </a:extLst>
          </p:cNvPr>
          <p:cNvSpPr>
            <a:spLocks noGrp="1"/>
          </p:cNvSpPr>
          <p:nvPr/>
        </p:nvSpPr>
        <p:spPr>
          <a:xfrm>
            <a:off x="4196310" y="1402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" name="9u7j_2_tuned_PredictedAtoms_33">
            <a:extLst>
              <a:ext uri="{FF2B5EF4-FFF2-40B4-BE49-F238E27FC236}">
                <a16:creationId xmlns:a16="http://schemas.microsoft.com/office/drawing/2014/main" id="{B328F9B7-371F-4FEF-A370-B0216B50E2D6}"/>
              </a:ext>
            </a:extLst>
          </p:cNvPr>
          <p:cNvSpPr>
            <a:spLocks noGrp="1"/>
          </p:cNvSpPr>
          <p:nvPr/>
        </p:nvSpPr>
        <p:spPr>
          <a:xfrm>
            <a:off x="4179599" y="14579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" name="9u7j_2_tuned_PredictedAtoms_34">
            <a:extLst>
              <a:ext uri="{FF2B5EF4-FFF2-40B4-BE49-F238E27FC236}">
                <a16:creationId xmlns:a16="http://schemas.microsoft.com/office/drawing/2014/main" id="{31934657-25AB-4147-A59C-14312D8D5AA1}"/>
              </a:ext>
            </a:extLst>
          </p:cNvPr>
          <p:cNvSpPr>
            <a:spLocks noGrp="1"/>
          </p:cNvSpPr>
          <p:nvPr/>
        </p:nvSpPr>
        <p:spPr>
          <a:xfrm>
            <a:off x="4238939" y="15201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5" name="9u7j_2_tuned_PredictedAtoms_35">
            <a:extLst>
              <a:ext uri="{FF2B5EF4-FFF2-40B4-BE49-F238E27FC236}">
                <a16:creationId xmlns:a16="http://schemas.microsoft.com/office/drawing/2014/main" id="{5EC27C50-CD63-4122-9349-337E6C67DE8E}"/>
              </a:ext>
            </a:extLst>
          </p:cNvPr>
          <p:cNvSpPr>
            <a:spLocks noGrp="1"/>
          </p:cNvSpPr>
          <p:nvPr/>
        </p:nvSpPr>
        <p:spPr>
          <a:xfrm>
            <a:off x="4301453" y="16358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6" name="stage3-cases-clash_9">
            <a:extLst>
              <a:ext uri="{FF2B5EF4-FFF2-40B4-BE49-F238E27FC236}">
                <a16:creationId xmlns:a16="http://schemas.microsoft.com/office/drawing/2014/main" id="{83307C2F-3E0F-4841-891E-EDECD0F3F93C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237" name="9u7j_2_build_Receptor">
            <a:extLst>
              <a:ext uri="{FF2B5EF4-FFF2-40B4-BE49-F238E27FC236}">
                <a16:creationId xmlns:a16="http://schemas.microsoft.com/office/drawing/2014/main" id="{BCB0A36C-85C7-40DA-B9B0-E507B251BE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38" name="9u7j_2_build_ExperimentalDensity">
            <a:extLst>
              <a:ext uri="{FF2B5EF4-FFF2-40B4-BE49-F238E27FC236}">
                <a16:creationId xmlns:a16="http://schemas.microsoft.com/office/drawing/2014/main" id="{27C27B5F-F194-4654-BF4D-4E5F9044A9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39" name="9u7j_2_build_ReferenceLigand_0">
            <a:extLst>
              <a:ext uri="{FF2B5EF4-FFF2-40B4-BE49-F238E27FC236}">
                <a16:creationId xmlns:a16="http://schemas.microsoft.com/office/drawing/2014/main" id="{12770EA3-4F9D-4F57-A261-D9169A54F1A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u7j_2_build_ReferenceLigand_1">
            <a:extLst>
              <a:ext uri="{FF2B5EF4-FFF2-40B4-BE49-F238E27FC236}">
                <a16:creationId xmlns:a16="http://schemas.microsoft.com/office/drawing/2014/main" id="{DFC5A144-7CCC-44F4-92A8-6F515940988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u7j_2_build_ReferenceLigand_2">
            <a:extLst>
              <a:ext uri="{FF2B5EF4-FFF2-40B4-BE49-F238E27FC236}">
                <a16:creationId xmlns:a16="http://schemas.microsoft.com/office/drawing/2014/main" id="{2484AF97-33E8-4C8E-8B0F-129585DF816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u7j_2_build_ReferenceLigand_3">
            <a:extLst>
              <a:ext uri="{FF2B5EF4-FFF2-40B4-BE49-F238E27FC236}">
                <a16:creationId xmlns:a16="http://schemas.microsoft.com/office/drawing/2014/main" id="{29FDAF3F-7337-4D3F-9437-47CEB3BB9F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3" name="9u7j_2_build_ReferenceLigand_4">
            <a:extLst>
              <a:ext uri="{FF2B5EF4-FFF2-40B4-BE49-F238E27FC236}">
                <a16:creationId xmlns:a16="http://schemas.microsoft.com/office/drawing/2014/main" id="{93103AFF-FB06-4793-996F-89695A32BA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4" name="9u7j_2_build_ReferenceLigand_5">
            <a:extLst>
              <a:ext uri="{FF2B5EF4-FFF2-40B4-BE49-F238E27FC236}">
                <a16:creationId xmlns:a16="http://schemas.microsoft.com/office/drawing/2014/main" id="{1322E37F-8D03-4063-99CB-9035F3673E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5" name="9u7j_2_build_ReferenceLigand_6">
            <a:extLst>
              <a:ext uri="{FF2B5EF4-FFF2-40B4-BE49-F238E27FC236}">
                <a16:creationId xmlns:a16="http://schemas.microsoft.com/office/drawing/2014/main" id="{59F4DA29-3642-491E-8A59-26921999C54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6" name="9u7j_2_build_ReferenceLigand_7">
            <a:extLst>
              <a:ext uri="{FF2B5EF4-FFF2-40B4-BE49-F238E27FC236}">
                <a16:creationId xmlns:a16="http://schemas.microsoft.com/office/drawing/2014/main" id="{6218B343-AB9B-4B63-A74A-00D50616D9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7" name="9u7j_2_build_ReferenceLigand_8">
            <a:extLst>
              <a:ext uri="{FF2B5EF4-FFF2-40B4-BE49-F238E27FC236}">
                <a16:creationId xmlns:a16="http://schemas.microsoft.com/office/drawing/2014/main" id="{484F7BDE-E21F-455E-9D9B-89EE302F3D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8" name="9u7j_2_build_ReferenceLigand_9">
            <a:extLst>
              <a:ext uri="{FF2B5EF4-FFF2-40B4-BE49-F238E27FC236}">
                <a16:creationId xmlns:a16="http://schemas.microsoft.com/office/drawing/2014/main" id="{F54B745E-FF62-4E19-AFDE-280ADDBC36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9" name="9u7j_2_build_ReferenceLigand_10">
            <a:extLst>
              <a:ext uri="{FF2B5EF4-FFF2-40B4-BE49-F238E27FC236}">
                <a16:creationId xmlns:a16="http://schemas.microsoft.com/office/drawing/2014/main" id="{46D8A83A-AE27-4832-B8E6-4AAE6D8FA96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0" name="9u7j_2_build_ReferenceLigand_11">
            <a:extLst>
              <a:ext uri="{FF2B5EF4-FFF2-40B4-BE49-F238E27FC236}">
                <a16:creationId xmlns:a16="http://schemas.microsoft.com/office/drawing/2014/main" id="{29949A9C-931F-4627-98CE-8C65826C2D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1" name="9u7j_2_build_ReferenceLigand_12">
            <a:extLst>
              <a:ext uri="{FF2B5EF4-FFF2-40B4-BE49-F238E27FC236}">
                <a16:creationId xmlns:a16="http://schemas.microsoft.com/office/drawing/2014/main" id="{4AE79C6E-952B-4E88-8F73-C0DE80BC2F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2" name="9u7j_2_build_ReferenceLigand_13">
            <a:extLst>
              <a:ext uri="{FF2B5EF4-FFF2-40B4-BE49-F238E27FC236}">
                <a16:creationId xmlns:a16="http://schemas.microsoft.com/office/drawing/2014/main" id="{5654646F-A81B-4D1C-B94A-2B65D4B1E4F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3" name="9u7j_2_build_ReferenceLigand_14">
            <a:extLst>
              <a:ext uri="{FF2B5EF4-FFF2-40B4-BE49-F238E27FC236}">
                <a16:creationId xmlns:a16="http://schemas.microsoft.com/office/drawing/2014/main" id="{9E5DDC91-AAFF-4E85-889D-2BC3B050A3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4" name="9u7j_2_build_ReferenceLigand_15">
            <a:extLst>
              <a:ext uri="{FF2B5EF4-FFF2-40B4-BE49-F238E27FC236}">
                <a16:creationId xmlns:a16="http://schemas.microsoft.com/office/drawing/2014/main" id="{80FAC075-A161-4AA9-836E-B00E4F301F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5" name="9u7j_2_build_ReferenceLigand_16">
            <a:extLst>
              <a:ext uri="{FF2B5EF4-FFF2-40B4-BE49-F238E27FC236}">
                <a16:creationId xmlns:a16="http://schemas.microsoft.com/office/drawing/2014/main" id="{D5252DE9-DB95-4FC4-AF24-BE733ECA46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6" name="9u7j_2_build_ReferenceLigand_17">
            <a:extLst>
              <a:ext uri="{FF2B5EF4-FFF2-40B4-BE49-F238E27FC236}">
                <a16:creationId xmlns:a16="http://schemas.microsoft.com/office/drawing/2014/main" id="{B1619718-EB60-47D4-AA54-247AAED85C7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7" name="9u7j_2_build_ReferenceLigand_18">
            <a:extLst>
              <a:ext uri="{FF2B5EF4-FFF2-40B4-BE49-F238E27FC236}">
                <a16:creationId xmlns:a16="http://schemas.microsoft.com/office/drawing/2014/main" id="{AA126CDB-D4B7-4AD0-A99D-4ABA002FC43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8" name="9u7j_2_build_ReferenceLigand_19">
            <a:extLst>
              <a:ext uri="{FF2B5EF4-FFF2-40B4-BE49-F238E27FC236}">
                <a16:creationId xmlns:a16="http://schemas.microsoft.com/office/drawing/2014/main" id="{54F29DD3-691C-4174-9EAD-F8F641AB9F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9" name="9u7j_2_build_ReferenceLigand_20">
            <a:extLst>
              <a:ext uri="{FF2B5EF4-FFF2-40B4-BE49-F238E27FC236}">
                <a16:creationId xmlns:a16="http://schemas.microsoft.com/office/drawing/2014/main" id="{3D1027FD-99E0-40AE-953B-FA5B6C65B3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0" name="9u7j_2_build_ReferenceLigand_21">
            <a:extLst>
              <a:ext uri="{FF2B5EF4-FFF2-40B4-BE49-F238E27FC236}">
                <a16:creationId xmlns:a16="http://schemas.microsoft.com/office/drawing/2014/main" id="{2FF48AA9-8D68-47BD-BA4A-DE7C68816A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1" name="9u7j_2_build_ReferenceLigand_22">
            <a:extLst>
              <a:ext uri="{FF2B5EF4-FFF2-40B4-BE49-F238E27FC236}">
                <a16:creationId xmlns:a16="http://schemas.microsoft.com/office/drawing/2014/main" id="{A01C304D-EB19-49C4-9A00-074FB4D40CA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2" name="9u7j_2_build_ReferenceLigand_23">
            <a:extLst>
              <a:ext uri="{FF2B5EF4-FFF2-40B4-BE49-F238E27FC236}">
                <a16:creationId xmlns:a16="http://schemas.microsoft.com/office/drawing/2014/main" id="{939BE035-9B9D-4634-A1CB-716C8954A2B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3" name="9u7j_2_build_ReferenceLigand_24">
            <a:extLst>
              <a:ext uri="{FF2B5EF4-FFF2-40B4-BE49-F238E27FC236}">
                <a16:creationId xmlns:a16="http://schemas.microsoft.com/office/drawing/2014/main" id="{8301DFA7-544B-489D-A149-5844DB46403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4" name="9u7j_2_build_ReferenceLigand_25">
            <a:extLst>
              <a:ext uri="{FF2B5EF4-FFF2-40B4-BE49-F238E27FC236}">
                <a16:creationId xmlns:a16="http://schemas.microsoft.com/office/drawing/2014/main" id="{1F0DA6AF-33E7-4334-991C-A3D027C4E17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5" name="9u7j_2_build_ReferenceLigand_26">
            <a:extLst>
              <a:ext uri="{FF2B5EF4-FFF2-40B4-BE49-F238E27FC236}">
                <a16:creationId xmlns:a16="http://schemas.microsoft.com/office/drawing/2014/main" id="{93378DD8-7F24-4859-B1A7-DB3E6AECE4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6" name="9u7j_2_build_ReferenceLigand_27">
            <a:extLst>
              <a:ext uri="{FF2B5EF4-FFF2-40B4-BE49-F238E27FC236}">
                <a16:creationId xmlns:a16="http://schemas.microsoft.com/office/drawing/2014/main" id="{3E0310F2-82FA-4E66-9224-BF374A73DE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7" name="9u7j_2_build_ReferenceLigand_28">
            <a:extLst>
              <a:ext uri="{FF2B5EF4-FFF2-40B4-BE49-F238E27FC236}">
                <a16:creationId xmlns:a16="http://schemas.microsoft.com/office/drawing/2014/main" id="{E59EB2E6-734A-4A4F-AB5C-B1C95C6FC2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8" name="9u7j_2_build_ReferenceLigand_29">
            <a:extLst>
              <a:ext uri="{FF2B5EF4-FFF2-40B4-BE49-F238E27FC236}">
                <a16:creationId xmlns:a16="http://schemas.microsoft.com/office/drawing/2014/main" id="{D0647EF8-6BDC-45D7-9C3A-6A695A380F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9" name="9u7j_2_build_ReferenceLigand_30">
            <a:extLst>
              <a:ext uri="{FF2B5EF4-FFF2-40B4-BE49-F238E27FC236}">
                <a16:creationId xmlns:a16="http://schemas.microsoft.com/office/drawing/2014/main" id="{3A6B1AA3-0FD2-4838-9BB3-37703D16EE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0" name="9u7j_2_build_ReferenceLigand_31">
            <a:extLst>
              <a:ext uri="{FF2B5EF4-FFF2-40B4-BE49-F238E27FC236}">
                <a16:creationId xmlns:a16="http://schemas.microsoft.com/office/drawing/2014/main" id="{324427EB-ACE5-41FF-8849-A07FD0B38D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1" name="9u7j_2_build_ReferenceLigand_32">
            <a:extLst>
              <a:ext uri="{FF2B5EF4-FFF2-40B4-BE49-F238E27FC236}">
                <a16:creationId xmlns:a16="http://schemas.microsoft.com/office/drawing/2014/main" id="{E3C0A463-D865-49BF-9E37-18B7F003BF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2" name="9u7j_2_build_ReferenceLigand_33">
            <a:extLst>
              <a:ext uri="{FF2B5EF4-FFF2-40B4-BE49-F238E27FC236}">
                <a16:creationId xmlns:a16="http://schemas.microsoft.com/office/drawing/2014/main" id="{9A776FC3-7AA3-4B81-8214-CD078F016B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3" name="9u7j_2_build_ReferenceLigand_34">
            <a:extLst>
              <a:ext uri="{FF2B5EF4-FFF2-40B4-BE49-F238E27FC236}">
                <a16:creationId xmlns:a16="http://schemas.microsoft.com/office/drawing/2014/main" id="{F7EAD36D-B197-44EF-B180-C073F712E2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4" name="9u7j_2_build_ReferenceLigand_35">
            <a:extLst>
              <a:ext uri="{FF2B5EF4-FFF2-40B4-BE49-F238E27FC236}">
                <a16:creationId xmlns:a16="http://schemas.microsoft.com/office/drawing/2014/main" id="{72B3F59B-A0F4-4850-84AC-69BF8916EA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5" name="9u7j_2_build_ReferenceLigand_36">
            <a:extLst>
              <a:ext uri="{FF2B5EF4-FFF2-40B4-BE49-F238E27FC236}">
                <a16:creationId xmlns:a16="http://schemas.microsoft.com/office/drawing/2014/main" id="{BAE2A4AF-DE19-4B1B-8EA7-279AC5A4C5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6" name="9u7j_2_build_ReferenceLigand_37">
            <a:extLst>
              <a:ext uri="{FF2B5EF4-FFF2-40B4-BE49-F238E27FC236}">
                <a16:creationId xmlns:a16="http://schemas.microsoft.com/office/drawing/2014/main" id="{759BB873-4367-44BF-B85E-02FFF674CA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7" name="9u7j_2_build_PredictedLigand_0">
            <a:extLst>
              <a:ext uri="{FF2B5EF4-FFF2-40B4-BE49-F238E27FC236}">
                <a16:creationId xmlns:a16="http://schemas.microsoft.com/office/drawing/2014/main" id="{02EB0735-9A4D-4EDA-AF3F-A3131C81CC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8" name="9u7j_2_build_PredictedLigand_1">
            <a:extLst>
              <a:ext uri="{FF2B5EF4-FFF2-40B4-BE49-F238E27FC236}">
                <a16:creationId xmlns:a16="http://schemas.microsoft.com/office/drawing/2014/main" id="{51FDDE46-44DB-46F1-AFCB-284916441B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9" name="9u7j_2_build_PredictedLigand_2">
            <a:extLst>
              <a:ext uri="{FF2B5EF4-FFF2-40B4-BE49-F238E27FC236}">
                <a16:creationId xmlns:a16="http://schemas.microsoft.com/office/drawing/2014/main" id="{69B89864-98BC-43E4-8373-CF26D916917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0" name="9u7j_2_build_PredictedLigand_3">
            <a:extLst>
              <a:ext uri="{FF2B5EF4-FFF2-40B4-BE49-F238E27FC236}">
                <a16:creationId xmlns:a16="http://schemas.microsoft.com/office/drawing/2014/main" id="{B5C08051-935A-4764-9730-02F58FB7C5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1" name="9u7j_2_build_PredictedLigand_4">
            <a:extLst>
              <a:ext uri="{FF2B5EF4-FFF2-40B4-BE49-F238E27FC236}">
                <a16:creationId xmlns:a16="http://schemas.microsoft.com/office/drawing/2014/main" id="{921D6E45-8618-4E7E-B140-5C2532E8F3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2" name="9u7j_2_build_PredictedLigand_5">
            <a:extLst>
              <a:ext uri="{FF2B5EF4-FFF2-40B4-BE49-F238E27FC236}">
                <a16:creationId xmlns:a16="http://schemas.microsoft.com/office/drawing/2014/main" id="{1C719978-4156-472A-B105-9180389B9D5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3" name="9u7j_2_build_PredictedLigand_6">
            <a:extLst>
              <a:ext uri="{FF2B5EF4-FFF2-40B4-BE49-F238E27FC236}">
                <a16:creationId xmlns:a16="http://schemas.microsoft.com/office/drawing/2014/main" id="{19338029-EDDA-4180-BEE7-21D372BD9B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4" name="9u7j_2_build_PredictedLigand_7">
            <a:extLst>
              <a:ext uri="{FF2B5EF4-FFF2-40B4-BE49-F238E27FC236}">
                <a16:creationId xmlns:a16="http://schemas.microsoft.com/office/drawing/2014/main" id="{42861BA7-97AD-4B6A-9445-1744C28DC1B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5" name="9u7j_2_build_PredictedLigand_8">
            <a:extLst>
              <a:ext uri="{FF2B5EF4-FFF2-40B4-BE49-F238E27FC236}">
                <a16:creationId xmlns:a16="http://schemas.microsoft.com/office/drawing/2014/main" id="{BF36B704-5F06-48CB-A9B0-52EE61FED9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6" name="9u7j_2_build_PredictedLigand_9">
            <a:extLst>
              <a:ext uri="{FF2B5EF4-FFF2-40B4-BE49-F238E27FC236}">
                <a16:creationId xmlns:a16="http://schemas.microsoft.com/office/drawing/2014/main" id="{A84B0DC1-9052-4397-AF91-0133D3AC15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7" name="9u7j_2_build_PredictedLigand_10">
            <a:extLst>
              <a:ext uri="{FF2B5EF4-FFF2-40B4-BE49-F238E27FC236}">
                <a16:creationId xmlns:a16="http://schemas.microsoft.com/office/drawing/2014/main" id="{514D21FC-A02B-427A-AC78-A3292F4010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8" name="9u7j_2_build_PredictedLigand_11">
            <a:extLst>
              <a:ext uri="{FF2B5EF4-FFF2-40B4-BE49-F238E27FC236}">
                <a16:creationId xmlns:a16="http://schemas.microsoft.com/office/drawing/2014/main" id="{52785D30-084F-44DC-9FCE-F360338A4D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9" name="9u7j_2_build_PredictedLigand_12">
            <a:extLst>
              <a:ext uri="{FF2B5EF4-FFF2-40B4-BE49-F238E27FC236}">
                <a16:creationId xmlns:a16="http://schemas.microsoft.com/office/drawing/2014/main" id="{421C67CE-35F5-4486-945A-4DC56CD0E2E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0" name="9u7j_2_build_PredictedLigand_13">
            <a:extLst>
              <a:ext uri="{FF2B5EF4-FFF2-40B4-BE49-F238E27FC236}">
                <a16:creationId xmlns:a16="http://schemas.microsoft.com/office/drawing/2014/main" id="{935DE9E5-105D-4911-A72F-5B34C4E3498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1" name="9u7j_2_build_PredictedLigand_14">
            <a:extLst>
              <a:ext uri="{FF2B5EF4-FFF2-40B4-BE49-F238E27FC236}">
                <a16:creationId xmlns:a16="http://schemas.microsoft.com/office/drawing/2014/main" id="{68C3041F-5764-4B2E-8450-8686F47D089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2" name="9u7j_2_build_PredictedLigand_15">
            <a:extLst>
              <a:ext uri="{FF2B5EF4-FFF2-40B4-BE49-F238E27FC236}">
                <a16:creationId xmlns:a16="http://schemas.microsoft.com/office/drawing/2014/main" id="{1850AF9E-9120-47EC-8A7D-527619DD7C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3" name="9u7j_2_build_PredictedLigand_16">
            <a:extLst>
              <a:ext uri="{FF2B5EF4-FFF2-40B4-BE49-F238E27FC236}">
                <a16:creationId xmlns:a16="http://schemas.microsoft.com/office/drawing/2014/main" id="{77B21A19-1330-4EDD-80DD-5E6D09576A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4" name="9u7j_2_build_PredictedLigand_17">
            <a:extLst>
              <a:ext uri="{FF2B5EF4-FFF2-40B4-BE49-F238E27FC236}">
                <a16:creationId xmlns:a16="http://schemas.microsoft.com/office/drawing/2014/main" id="{536E644D-567E-4724-9DC1-46997AC190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5" name="9u7j_2_build_PredictedLigand_18">
            <a:extLst>
              <a:ext uri="{FF2B5EF4-FFF2-40B4-BE49-F238E27FC236}">
                <a16:creationId xmlns:a16="http://schemas.microsoft.com/office/drawing/2014/main" id="{5330E0B2-822E-44F7-88FB-FE2AECAA951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6" name="9u7j_2_build_PredictedLigand_19">
            <a:extLst>
              <a:ext uri="{FF2B5EF4-FFF2-40B4-BE49-F238E27FC236}">
                <a16:creationId xmlns:a16="http://schemas.microsoft.com/office/drawing/2014/main" id="{9D49F74C-8676-4801-BF85-13C9E74F47D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7" name="9u7j_2_build_PredictedLigand_20">
            <a:extLst>
              <a:ext uri="{FF2B5EF4-FFF2-40B4-BE49-F238E27FC236}">
                <a16:creationId xmlns:a16="http://schemas.microsoft.com/office/drawing/2014/main" id="{13978FF3-F8DC-475E-AE2E-036965A32D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8" name="9u7j_2_build_PredictedLigand_21">
            <a:extLst>
              <a:ext uri="{FF2B5EF4-FFF2-40B4-BE49-F238E27FC236}">
                <a16:creationId xmlns:a16="http://schemas.microsoft.com/office/drawing/2014/main" id="{63CA0A02-24C5-4126-BBF4-B3CC307DD8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9" name="9u7j_2_build_PredictedLigand_22">
            <a:extLst>
              <a:ext uri="{FF2B5EF4-FFF2-40B4-BE49-F238E27FC236}">
                <a16:creationId xmlns:a16="http://schemas.microsoft.com/office/drawing/2014/main" id="{6CF83005-FAA5-4CB6-BCCC-98094AB37E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0" name="9u7j_2_build_PredictedLigand_23">
            <a:extLst>
              <a:ext uri="{FF2B5EF4-FFF2-40B4-BE49-F238E27FC236}">
                <a16:creationId xmlns:a16="http://schemas.microsoft.com/office/drawing/2014/main" id="{B6904866-EB87-4BF1-9D9B-8D7CD3EDB58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1" name="9u7j_2_build_PredictedLigand_24">
            <a:extLst>
              <a:ext uri="{FF2B5EF4-FFF2-40B4-BE49-F238E27FC236}">
                <a16:creationId xmlns:a16="http://schemas.microsoft.com/office/drawing/2014/main" id="{51D36CD8-C7B4-4C0F-9B62-7A04FA7F55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2" name="9u7j_2_build_PredictedLigand_25">
            <a:extLst>
              <a:ext uri="{FF2B5EF4-FFF2-40B4-BE49-F238E27FC236}">
                <a16:creationId xmlns:a16="http://schemas.microsoft.com/office/drawing/2014/main" id="{49EEF0AB-269D-4E3E-BD3E-431A1CCB3ED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3" name="9u7j_2_build_PredictedLigand_26">
            <a:extLst>
              <a:ext uri="{FF2B5EF4-FFF2-40B4-BE49-F238E27FC236}">
                <a16:creationId xmlns:a16="http://schemas.microsoft.com/office/drawing/2014/main" id="{E079BE42-A601-4385-BDE6-0A82125D156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4" name="9u7j_2_build_PredictedLigand_27">
            <a:extLst>
              <a:ext uri="{FF2B5EF4-FFF2-40B4-BE49-F238E27FC236}">
                <a16:creationId xmlns:a16="http://schemas.microsoft.com/office/drawing/2014/main" id="{52A6CB58-DD8E-4D15-97FF-FF988A3FDA9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5" name="9u7j_2_build_PredictedLigand_28">
            <a:extLst>
              <a:ext uri="{FF2B5EF4-FFF2-40B4-BE49-F238E27FC236}">
                <a16:creationId xmlns:a16="http://schemas.microsoft.com/office/drawing/2014/main" id="{842C5924-20B8-4A8A-84B8-4831CD137D9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6" name="9u7j_2_build_PredictedLigand_29">
            <a:extLst>
              <a:ext uri="{FF2B5EF4-FFF2-40B4-BE49-F238E27FC236}">
                <a16:creationId xmlns:a16="http://schemas.microsoft.com/office/drawing/2014/main" id="{D69DFB48-5F14-4D0C-B663-3E8FB8AEE41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7" name="9u7j_2_build_PredictedLigand_30">
            <a:extLst>
              <a:ext uri="{FF2B5EF4-FFF2-40B4-BE49-F238E27FC236}">
                <a16:creationId xmlns:a16="http://schemas.microsoft.com/office/drawing/2014/main" id="{716FDC7F-6D6F-4416-9B24-473C3A6AF03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8" name="9u7j_2_build_PredictedLigand_31">
            <a:extLst>
              <a:ext uri="{FF2B5EF4-FFF2-40B4-BE49-F238E27FC236}">
                <a16:creationId xmlns:a16="http://schemas.microsoft.com/office/drawing/2014/main" id="{39FB1302-51BC-46D9-BEE7-394B5BFB27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9" name="9u7j_2_build_PredictedLigand_32">
            <a:extLst>
              <a:ext uri="{FF2B5EF4-FFF2-40B4-BE49-F238E27FC236}">
                <a16:creationId xmlns:a16="http://schemas.microsoft.com/office/drawing/2014/main" id="{EF219CF7-A03D-4884-9317-45428683E3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0" name="9u7j_2_build_PredictedLigand_33">
            <a:extLst>
              <a:ext uri="{FF2B5EF4-FFF2-40B4-BE49-F238E27FC236}">
                <a16:creationId xmlns:a16="http://schemas.microsoft.com/office/drawing/2014/main" id="{46D39D63-1F0D-42E5-9428-A5D155EE65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1" name="9u7j_2_build_PredictedLigand_34">
            <a:extLst>
              <a:ext uri="{FF2B5EF4-FFF2-40B4-BE49-F238E27FC236}">
                <a16:creationId xmlns:a16="http://schemas.microsoft.com/office/drawing/2014/main" id="{B52ED3FC-75C1-4012-9811-9F091259BAE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2" name="9u7j_2_build_PredictedLigand_35">
            <a:extLst>
              <a:ext uri="{FF2B5EF4-FFF2-40B4-BE49-F238E27FC236}">
                <a16:creationId xmlns:a16="http://schemas.microsoft.com/office/drawing/2014/main" id="{AA3CA299-0BE1-4E03-88F0-C567FEC8549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3" name="9u7j_2_build_PredictedLigand_36">
            <a:extLst>
              <a:ext uri="{FF2B5EF4-FFF2-40B4-BE49-F238E27FC236}">
                <a16:creationId xmlns:a16="http://schemas.microsoft.com/office/drawing/2014/main" id="{B6BB5DAA-9AB3-4562-95BB-B4E790021B0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4" name="9u7j_2_build_PredictedLigand_37">
            <a:extLst>
              <a:ext uri="{FF2B5EF4-FFF2-40B4-BE49-F238E27FC236}">
                <a16:creationId xmlns:a16="http://schemas.microsoft.com/office/drawing/2014/main" id="{CF42707B-BCF9-4735-B131-4A550B74072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5" name="9u7j_2_build_PredictedAtoms_0">
            <a:extLst>
              <a:ext uri="{FF2B5EF4-FFF2-40B4-BE49-F238E27FC236}">
                <a16:creationId xmlns:a16="http://schemas.microsoft.com/office/drawing/2014/main" id="{D8B4CDF5-0D3F-4752-9D98-D238D49FC503}"/>
              </a:ext>
            </a:extLst>
          </p:cNvPr>
          <p:cNvSpPr>
            <a:spLocks noGrp="1"/>
          </p:cNvSpPr>
          <p:nvPr/>
        </p:nvSpPr>
        <p:spPr>
          <a:xfrm>
            <a:off x="8243815" y="14738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6" name="9u7j_2_build_PredictedAtoms_1">
            <a:extLst>
              <a:ext uri="{FF2B5EF4-FFF2-40B4-BE49-F238E27FC236}">
                <a16:creationId xmlns:a16="http://schemas.microsoft.com/office/drawing/2014/main" id="{310A6954-02D0-4833-AE75-2151DC62F0F7}"/>
              </a:ext>
            </a:extLst>
          </p:cNvPr>
          <p:cNvSpPr>
            <a:spLocks noGrp="1"/>
          </p:cNvSpPr>
          <p:nvPr/>
        </p:nvSpPr>
        <p:spPr>
          <a:xfrm>
            <a:off x="8154331" y="15802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7" name="9u7j_2_build_PredictedAtoms_2">
            <a:extLst>
              <a:ext uri="{FF2B5EF4-FFF2-40B4-BE49-F238E27FC236}">
                <a16:creationId xmlns:a16="http://schemas.microsoft.com/office/drawing/2014/main" id="{04B6D7AC-DB08-40EC-AAC5-1A7E1C4BF0C0}"/>
              </a:ext>
            </a:extLst>
          </p:cNvPr>
          <p:cNvSpPr>
            <a:spLocks noGrp="1"/>
          </p:cNvSpPr>
          <p:nvPr/>
        </p:nvSpPr>
        <p:spPr>
          <a:xfrm>
            <a:off x="8076422" y="15160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8" name="9u7j_2_build_PredictedAtoms_3">
            <a:extLst>
              <a:ext uri="{FF2B5EF4-FFF2-40B4-BE49-F238E27FC236}">
                <a16:creationId xmlns:a16="http://schemas.microsoft.com/office/drawing/2014/main" id="{305E1845-16DA-4156-88AB-55CA434AE2D4}"/>
              </a:ext>
            </a:extLst>
          </p:cNvPr>
          <p:cNvSpPr>
            <a:spLocks noGrp="1"/>
          </p:cNvSpPr>
          <p:nvPr/>
        </p:nvSpPr>
        <p:spPr>
          <a:xfrm>
            <a:off x="7921847" y="15400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9" name="9u7j_2_build_PredictedAtoms_4">
            <a:extLst>
              <a:ext uri="{FF2B5EF4-FFF2-40B4-BE49-F238E27FC236}">
                <a16:creationId xmlns:a16="http://schemas.microsoft.com/office/drawing/2014/main" id="{18FB39E2-E4BE-40E2-AAF5-7F8A240FACA5}"/>
              </a:ext>
            </a:extLst>
          </p:cNvPr>
          <p:cNvSpPr>
            <a:spLocks noGrp="1"/>
          </p:cNvSpPr>
          <p:nvPr/>
        </p:nvSpPr>
        <p:spPr>
          <a:xfrm>
            <a:off x="7827640" y="14850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0" name="9u7j_2_build_PredictedAtoms_5">
            <a:extLst>
              <a:ext uri="{FF2B5EF4-FFF2-40B4-BE49-F238E27FC236}">
                <a16:creationId xmlns:a16="http://schemas.microsoft.com/office/drawing/2014/main" id="{C069CA3A-496E-4CF7-B078-058439E58B63}"/>
              </a:ext>
            </a:extLst>
          </p:cNvPr>
          <p:cNvSpPr>
            <a:spLocks noGrp="1"/>
          </p:cNvSpPr>
          <p:nvPr/>
        </p:nvSpPr>
        <p:spPr>
          <a:xfrm>
            <a:off x="7840341" y="13229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1" name="9u7j_2_build_PredictedAtoms_6">
            <a:extLst>
              <a:ext uri="{FF2B5EF4-FFF2-40B4-BE49-F238E27FC236}">
                <a16:creationId xmlns:a16="http://schemas.microsoft.com/office/drawing/2014/main" id="{E8FEEC42-4049-459B-ABF9-4A33710B9509}"/>
              </a:ext>
            </a:extLst>
          </p:cNvPr>
          <p:cNvSpPr>
            <a:spLocks noGrp="1"/>
          </p:cNvSpPr>
          <p:nvPr/>
        </p:nvSpPr>
        <p:spPr>
          <a:xfrm>
            <a:off x="7696431" y="1220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2" name="9u7j_2_build_PredictedAtoms_7">
            <a:extLst>
              <a:ext uri="{FF2B5EF4-FFF2-40B4-BE49-F238E27FC236}">
                <a16:creationId xmlns:a16="http://schemas.microsoft.com/office/drawing/2014/main" id="{34EF9F75-2615-4DF3-9577-5C4272DB5643}"/>
              </a:ext>
            </a:extLst>
          </p:cNvPr>
          <p:cNvSpPr>
            <a:spLocks noGrp="1"/>
          </p:cNvSpPr>
          <p:nvPr/>
        </p:nvSpPr>
        <p:spPr>
          <a:xfrm>
            <a:off x="7772548" y="1092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3" name="9u7j_2_build_PredictedAtoms_8">
            <a:extLst>
              <a:ext uri="{FF2B5EF4-FFF2-40B4-BE49-F238E27FC236}">
                <a16:creationId xmlns:a16="http://schemas.microsoft.com/office/drawing/2014/main" id="{0FC08275-1B15-4C47-A126-97DC20D674B2}"/>
              </a:ext>
            </a:extLst>
          </p:cNvPr>
          <p:cNvSpPr>
            <a:spLocks noGrp="1"/>
          </p:cNvSpPr>
          <p:nvPr/>
        </p:nvSpPr>
        <p:spPr>
          <a:xfrm>
            <a:off x="7642303" y="12953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4" name="9u7j_2_build_PredictedAtoms_9">
            <a:extLst>
              <a:ext uri="{FF2B5EF4-FFF2-40B4-BE49-F238E27FC236}">
                <a16:creationId xmlns:a16="http://schemas.microsoft.com/office/drawing/2014/main" id="{0CF956BF-0663-4061-B25E-603C2F734B83}"/>
              </a:ext>
            </a:extLst>
          </p:cNvPr>
          <p:cNvSpPr>
            <a:spLocks noGrp="1"/>
          </p:cNvSpPr>
          <p:nvPr/>
        </p:nvSpPr>
        <p:spPr>
          <a:xfrm>
            <a:off x="7582961" y="11895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5" name="9u7j_2_build_PredictedAtoms_10">
            <a:extLst>
              <a:ext uri="{FF2B5EF4-FFF2-40B4-BE49-F238E27FC236}">
                <a16:creationId xmlns:a16="http://schemas.microsoft.com/office/drawing/2014/main" id="{CCB4C68C-8171-4A4C-B663-88836B90F87C}"/>
              </a:ext>
            </a:extLst>
          </p:cNvPr>
          <p:cNvSpPr>
            <a:spLocks noGrp="1"/>
          </p:cNvSpPr>
          <p:nvPr/>
        </p:nvSpPr>
        <p:spPr>
          <a:xfrm>
            <a:off x="7460520" y="11523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6" name="9u7j_2_build_PredictedAtoms_11">
            <a:extLst>
              <a:ext uri="{FF2B5EF4-FFF2-40B4-BE49-F238E27FC236}">
                <a16:creationId xmlns:a16="http://schemas.microsoft.com/office/drawing/2014/main" id="{CB293B63-B2D5-4CF8-85E5-C45945981017}"/>
              </a:ext>
            </a:extLst>
          </p:cNvPr>
          <p:cNvSpPr>
            <a:spLocks noGrp="1"/>
          </p:cNvSpPr>
          <p:nvPr/>
        </p:nvSpPr>
        <p:spPr>
          <a:xfrm>
            <a:off x="7463916" y="12624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7" name="9u7j_2_build_PredictedAtoms_12">
            <a:extLst>
              <a:ext uri="{FF2B5EF4-FFF2-40B4-BE49-F238E27FC236}">
                <a16:creationId xmlns:a16="http://schemas.microsoft.com/office/drawing/2014/main" id="{7C31B2CC-3A73-4FE8-AA72-067B0045EA59}"/>
              </a:ext>
            </a:extLst>
          </p:cNvPr>
          <p:cNvSpPr>
            <a:spLocks noGrp="1"/>
          </p:cNvSpPr>
          <p:nvPr/>
        </p:nvSpPr>
        <p:spPr>
          <a:xfrm>
            <a:off x="7471378" y="1006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8" name="9u7j_2_build_PredictedAtoms_13">
            <a:extLst>
              <a:ext uri="{FF2B5EF4-FFF2-40B4-BE49-F238E27FC236}">
                <a16:creationId xmlns:a16="http://schemas.microsoft.com/office/drawing/2014/main" id="{A1E60E49-76A2-46F6-8AB3-638CA5A7C8E1}"/>
              </a:ext>
            </a:extLst>
          </p:cNvPr>
          <p:cNvSpPr>
            <a:spLocks noGrp="1"/>
          </p:cNvSpPr>
          <p:nvPr/>
        </p:nvSpPr>
        <p:spPr>
          <a:xfrm>
            <a:off x="7319023" y="11561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9" name="9u7j_2_build_PredictedAtoms_14">
            <a:extLst>
              <a:ext uri="{FF2B5EF4-FFF2-40B4-BE49-F238E27FC236}">
                <a16:creationId xmlns:a16="http://schemas.microsoft.com/office/drawing/2014/main" id="{64F56506-D42A-472A-9EDD-9651E64F8F9A}"/>
              </a:ext>
            </a:extLst>
          </p:cNvPr>
          <p:cNvSpPr>
            <a:spLocks noGrp="1"/>
          </p:cNvSpPr>
          <p:nvPr/>
        </p:nvSpPr>
        <p:spPr>
          <a:xfrm>
            <a:off x="7211049" y="12558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0" name="9u7j_2_build_PredictedAtoms_15">
            <a:extLst>
              <a:ext uri="{FF2B5EF4-FFF2-40B4-BE49-F238E27FC236}">
                <a16:creationId xmlns:a16="http://schemas.microsoft.com/office/drawing/2014/main" id="{77A29D37-F5FC-4F2D-80C4-0F25748C789A}"/>
              </a:ext>
            </a:extLst>
          </p:cNvPr>
          <p:cNvSpPr>
            <a:spLocks noGrp="1"/>
          </p:cNvSpPr>
          <p:nvPr/>
        </p:nvSpPr>
        <p:spPr>
          <a:xfrm>
            <a:off x="7102014" y="12743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1" name="9u7j_2_build_PredictedAtoms_16">
            <a:extLst>
              <a:ext uri="{FF2B5EF4-FFF2-40B4-BE49-F238E27FC236}">
                <a16:creationId xmlns:a16="http://schemas.microsoft.com/office/drawing/2014/main" id="{2805ABCA-D95B-4D5A-9756-CE0B34846474}"/>
              </a:ext>
            </a:extLst>
          </p:cNvPr>
          <p:cNvSpPr>
            <a:spLocks noGrp="1"/>
          </p:cNvSpPr>
          <p:nvPr/>
        </p:nvSpPr>
        <p:spPr>
          <a:xfrm>
            <a:off x="7040677" y="13958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2" name="9u7j_2_build_PredictedAtoms_17">
            <a:extLst>
              <a:ext uri="{FF2B5EF4-FFF2-40B4-BE49-F238E27FC236}">
                <a16:creationId xmlns:a16="http://schemas.microsoft.com/office/drawing/2014/main" id="{D798224E-B70E-4059-A11E-11B6B69038E0}"/>
              </a:ext>
            </a:extLst>
          </p:cNvPr>
          <p:cNvSpPr>
            <a:spLocks noGrp="1"/>
          </p:cNvSpPr>
          <p:nvPr/>
        </p:nvSpPr>
        <p:spPr>
          <a:xfrm>
            <a:off x="6997077" y="14544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3" name="9u7j_2_build_PredictedAtoms_18">
            <a:extLst>
              <a:ext uri="{FF2B5EF4-FFF2-40B4-BE49-F238E27FC236}">
                <a16:creationId xmlns:a16="http://schemas.microsoft.com/office/drawing/2014/main" id="{E3BF9075-726C-492A-8A14-D8D8DBDBA686}"/>
              </a:ext>
            </a:extLst>
          </p:cNvPr>
          <p:cNvSpPr>
            <a:spLocks noGrp="1"/>
          </p:cNvSpPr>
          <p:nvPr/>
        </p:nvSpPr>
        <p:spPr>
          <a:xfrm>
            <a:off x="7002034" y="1599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4" name="9u7j_2_build_PredictedAtoms_19">
            <a:extLst>
              <a:ext uri="{FF2B5EF4-FFF2-40B4-BE49-F238E27FC236}">
                <a16:creationId xmlns:a16="http://schemas.microsoft.com/office/drawing/2014/main" id="{18313214-AF82-4EFA-87F3-EF3896A87EB7}"/>
              </a:ext>
            </a:extLst>
          </p:cNvPr>
          <p:cNvSpPr>
            <a:spLocks noGrp="1"/>
          </p:cNvSpPr>
          <p:nvPr/>
        </p:nvSpPr>
        <p:spPr>
          <a:xfrm>
            <a:off x="7145993" y="16326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5" name="9u7j_2_build_PredictedAtoms_20">
            <a:extLst>
              <a:ext uri="{FF2B5EF4-FFF2-40B4-BE49-F238E27FC236}">
                <a16:creationId xmlns:a16="http://schemas.microsoft.com/office/drawing/2014/main" id="{23E79130-5121-4BCD-8F31-3209B5420ED1}"/>
              </a:ext>
            </a:extLst>
          </p:cNvPr>
          <p:cNvSpPr>
            <a:spLocks noGrp="1"/>
          </p:cNvSpPr>
          <p:nvPr/>
        </p:nvSpPr>
        <p:spPr>
          <a:xfrm>
            <a:off x="7163434" y="17721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6" name="9u7j_2_build_PredictedAtoms_21">
            <a:extLst>
              <a:ext uri="{FF2B5EF4-FFF2-40B4-BE49-F238E27FC236}">
                <a16:creationId xmlns:a16="http://schemas.microsoft.com/office/drawing/2014/main" id="{06DAD92F-3BDB-4FDC-915B-4518E4AC3601}"/>
              </a:ext>
            </a:extLst>
          </p:cNvPr>
          <p:cNvSpPr>
            <a:spLocks noGrp="1"/>
          </p:cNvSpPr>
          <p:nvPr/>
        </p:nvSpPr>
        <p:spPr>
          <a:xfrm>
            <a:off x="7173993" y="20191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7" name="9u7j_2_build_PredictedAtoms_22">
            <a:extLst>
              <a:ext uri="{FF2B5EF4-FFF2-40B4-BE49-F238E27FC236}">
                <a16:creationId xmlns:a16="http://schemas.microsoft.com/office/drawing/2014/main" id="{D7BE52E3-A190-42AC-9B8A-246B79C6D8AF}"/>
              </a:ext>
            </a:extLst>
          </p:cNvPr>
          <p:cNvSpPr>
            <a:spLocks noGrp="1"/>
          </p:cNvSpPr>
          <p:nvPr/>
        </p:nvSpPr>
        <p:spPr>
          <a:xfrm>
            <a:off x="7211722" y="2032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8" name="9u7j_2_build_PredictedAtoms_23">
            <a:extLst>
              <a:ext uri="{FF2B5EF4-FFF2-40B4-BE49-F238E27FC236}">
                <a16:creationId xmlns:a16="http://schemas.microsoft.com/office/drawing/2014/main" id="{016AB87D-003C-40E1-BA8E-DE286D413F2C}"/>
              </a:ext>
            </a:extLst>
          </p:cNvPr>
          <p:cNvSpPr>
            <a:spLocks noGrp="1"/>
          </p:cNvSpPr>
          <p:nvPr/>
        </p:nvSpPr>
        <p:spPr>
          <a:xfrm>
            <a:off x="6906625" y="1776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9" name="9u7j_2_build_PredictedAtoms_24">
            <a:extLst>
              <a:ext uri="{FF2B5EF4-FFF2-40B4-BE49-F238E27FC236}">
                <a16:creationId xmlns:a16="http://schemas.microsoft.com/office/drawing/2014/main" id="{C0A09743-A86A-4028-9ADA-4AFA9B2A1DE5}"/>
              </a:ext>
            </a:extLst>
          </p:cNvPr>
          <p:cNvSpPr>
            <a:spLocks noGrp="1"/>
          </p:cNvSpPr>
          <p:nvPr/>
        </p:nvSpPr>
        <p:spPr>
          <a:xfrm>
            <a:off x="6717666" y="15116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0" name="9u7j_2_build_PredictedAtoms_25">
            <a:extLst>
              <a:ext uri="{FF2B5EF4-FFF2-40B4-BE49-F238E27FC236}">
                <a16:creationId xmlns:a16="http://schemas.microsoft.com/office/drawing/2014/main" id="{A903F8C5-14E5-489F-932A-D08F56F377F9}"/>
              </a:ext>
            </a:extLst>
          </p:cNvPr>
          <p:cNvSpPr>
            <a:spLocks noGrp="1"/>
          </p:cNvSpPr>
          <p:nvPr/>
        </p:nvSpPr>
        <p:spPr>
          <a:xfrm>
            <a:off x="6732482" y="1474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1" name="9u7j_2_build_PredictedAtoms_26">
            <a:extLst>
              <a:ext uri="{FF2B5EF4-FFF2-40B4-BE49-F238E27FC236}">
                <a16:creationId xmlns:a16="http://schemas.microsoft.com/office/drawing/2014/main" id="{41AB89F3-C4BC-4E0F-8874-63D4A2BC1BC5}"/>
              </a:ext>
            </a:extLst>
          </p:cNvPr>
          <p:cNvSpPr>
            <a:spLocks noGrp="1"/>
          </p:cNvSpPr>
          <p:nvPr/>
        </p:nvSpPr>
        <p:spPr>
          <a:xfrm>
            <a:off x="7081999" y="14179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2" name="9u7j_2_build_PredictedAtoms_27">
            <a:extLst>
              <a:ext uri="{FF2B5EF4-FFF2-40B4-BE49-F238E27FC236}">
                <a16:creationId xmlns:a16="http://schemas.microsoft.com/office/drawing/2014/main" id="{588AC9CF-2A45-4BC8-8839-FE586AB89B97}"/>
              </a:ext>
            </a:extLst>
          </p:cNvPr>
          <p:cNvSpPr>
            <a:spLocks noGrp="1"/>
          </p:cNvSpPr>
          <p:nvPr/>
        </p:nvSpPr>
        <p:spPr>
          <a:xfrm>
            <a:off x="6999676" y="13855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3" name="9u7j_2_build_PredictedAtoms_28">
            <a:extLst>
              <a:ext uri="{FF2B5EF4-FFF2-40B4-BE49-F238E27FC236}">
                <a16:creationId xmlns:a16="http://schemas.microsoft.com/office/drawing/2014/main" id="{22DA0F39-BBD3-44E1-9DEF-E796A6B17A48}"/>
              </a:ext>
            </a:extLst>
          </p:cNvPr>
          <p:cNvSpPr>
            <a:spLocks noGrp="1"/>
          </p:cNvSpPr>
          <p:nvPr/>
        </p:nvSpPr>
        <p:spPr>
          <a:xfrm>
            <a:off x="7163887" y="1308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4" name="9u7j_2_build_PredictedAtoms_29">
            <a:extLst>
              <a:ext uri="{FF2B5EF4-FFF2-40B4-BE49-F238E27FC236}">
                <a16:creationId xmlns:a16="http://schemas.microsoft.com/office/drawing/2014/main" id="{EE67FB3D-276C-419D-AE21-EB0840726BF8}"/>
              </a:ext>
            </a:extLst>
          </p:cNvPr>
          <p:cNvSpPr>
            <a:spLocks noGrp="1"/>
          </p:cNvSpPr>
          <p:nvPr/>
        </p:nvSpPr>
        <p:spPr>
          <a:xfrm>
            <a:off x="7164968" y="11879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5" name="9u7j_2_build_PredictedAtoms_30">
            <a:extLst>
              <a:ext uri="{FF2B5EF4-FFF2-40B4-BE49-F238E27FC236}">
                <a16:creationId xmlns:a16="http://schemas.microsoft.com/office/drawing/2014/main" id="{D5CD00CB-FCDF-4C44-81BB-3BE25FEF9205}"/>
              </a:ext>
            </a:extLst>
          </p:cNvPr>
          <p:cNvSpPr>
            <a:spLocks noGrp="1"/>
          </p:cNvSpPr>
          <p:nvPr/>
        </p:nvSpPr>
        <p:spPr>
          <a:xfrm>
            <a:off x="7866010" y="15707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6" name="9u7j_2_build_PredictedAtoms_31">
            <a:extLst>
              <a:ext uri="{FF2B5EF4-FFF2-40B4-BE49-F238E27FC236}">
                <a16:creationId xmlns:a16="http://schemas.microsoft.com/office/drawing/2014/main" id="{1920130C-174A-4D95-AAA8-75FF6C7B627D}"/>
              </a:ext>
            </a:extLst>
          </p:cNvPr>
          <p:cNvSpPr>
            <a:spLocks noGrp="1"/>
          </p:cNvSpPr>
          <p:nvPr/>
        </p:nvSpPr>
        <p:spPr>
          <a:xfrm>
            <a:off x="7875685" y="14775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7" name="9u7j_2_build_PredictedAtoms_32">
            <a:extLst>
              <a:ext uri="{FF2B5EF4-FFF2-40B4-BE49-F238E27FC236}">
                <a16:creationId xmlns:a16="http://schemas.microsoft.com/office/drawing/2014/main" id="{9D51E5F5-534D-4EBA-9620-E3CDF847D6E6}"/>
              </a:ext>
            </a:extLst>
          </p:cNvPr>
          <p:cNvSpPr>
            <a:spLocks noGrp="1"/>
          </p:cNvSpPr>
          <p:nvPr/>
        </p:nvSpPr>
        <p:spPr>
          <a:xfrm>
            <a:off x="8023711" y="16139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8" name="9u7j_2_build_PredictedAtoms_33">
            <a:extLst>
              <a:ext uri="{FF2B5EF4-FFF2-40B4-BE49-F238E27FC236}">
                <a16:creationId xmlns:a16="http://schemas.microsoft.com/office/drawing/2014/main" id="{87FF0272-6CB4-4710-B7A8-3F7E0476E843}"/>
              </a:ext>
            </a:extLst>
          </p:cNvPr>
          <p:cNvSpPr>
            <a:spLocks noGrp="1"/>
          </p:cNvSpPr>
          <p:nvPr/>
        </p:nvSpPr>
        <p:spPr>
          <a:xfrm>
            <a:off x="8049016" y="17180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9" name="9u7j_2_build_PredictedAtoms_34">
            <a:extLst>
              <a:ext uri="{FF2B5EF4-FFF2-40B4-BE49-F238E27FC236}">
                <a16:creationId xmlns:a16="http://schemas.microsoft.com/office/drawing/2014/main" id="{826DCADC-3B0E-405B-B92D-27D1C46AFE23}"/>
              </a:ext>
            </a:extLst>
          </p:cNvPr>
          <p:cNvSpPr>
            <a:spLocks noGrp="1"/>
          </p:cNvSpPr>
          <p:nvPr/>
        </p:nvSpPr>
        <p:spPr>
          <a:xfrm>
            <a:off x="8111344" y="16120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50" name="9u7j_2_build_PredictedAtoms_35">
            <a:extLst>
              <a:ext uri="{FF2B5EF4-FFF2-40B4-BE49-F238E27FC236}">
                <a16:creationId xmlns:a16="http://schemas.microsoft.com/office/drawing/2014/main" id="{763CAA52-C84B-4653-8C29-18C40A56FF95}"/>
              </a:ext>
            </a:extLst>
          </p:cNvPr>
          <p:cNvSpPr>
            <a:spLocks noGrp="1"/>
          </p:cNvSpPr>
          <p:nvPr/>
        </p:nvSpPr>
        <p:spPr>
          <a:xfrm>
            <a:off x="8226933" y="16647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51" name="9u7j_2_build_Clashes_0">
            <a:extLst>
              <a:ext uri="{FF2B5EF4-FFF2-40B4-BE49-F238E27FC236}">
                <a16:creationId xmlns:a16="http://schemas.microsoft.com/office/drawing/2014/main" id="{28767887-0E1F-4AB2-A6A8-B13F65173D3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2" name="9u7j_2_build_Clashes_1">
            <a:extLst>
              <a:ext uri="{FF2B5EF4-FFF2-40B4-BE49-F238E27FC236}">
                <a16:creationId xmlns:a16="http://schemas.microsoft.com/office/drawing/2014/main" id="{29D448B8-9209-49CD-BFB5-4778A6103A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3" name="9u7j_2_build_Clashes_2">
            <a:extLst>
              <a:ext uri="{FF2B5EF4-FFF2-40B4-BE49-F238E27FC236}">
                <a16:creationId xmlns:a16="http://schemas.microsoft.com/office/drawing/2014/main" id="{16D73AB1-02D3-4FD9-90CE-939E69ECBAF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4" name="9u7j_2_build_Clashes_3">
            <a:extLst>
              <a:ext uri="{FF2B5EF4-FFF2-40B4-BE49-F238E27FC236}">
                <a16:creationId xmlns:a16="http://schemas.microsoft.com/office/drawing/2014/main" id="{FE41E776-84EE-4C85-9FA1-5749A59588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5" name="9u7j_2_build_Clashes_4">
            <a:extLst>
              <a:ext uri="{FF2B5EF4-FFF2-40B4-BE49-F238E27FC236}">
                <a16:creationId xmlns:a16="http://schemas.microsoft.com/office/drawing/2014/main" id="{7F302E8C-3B66-4521-BF01-1617F8BECD3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6" name="9u7j_2_build_Clashes_5">
            <a:extLst>
              <a:ext uri="{FF2B5EF4-FFF2-40B4-BE49-F238E27FC236}">
                <a16:creationId xmlns:a16="http://schemas.microsoft.com/office/drawing/2014/main" id="{C588EC95-E118-45D0-BA50-3185F2C330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7" name="9u7j_2_build_Clashes_6">
            <a:extLst>
              <a:ext uri="{FF2B5EF4-FFF2-40B4-BE49-F238E27FC236}">
                <a16:creationId xmlns:a16="http://schemas.microsoft.com/office/drawing/2014/main" id="{47932D68-DDEB-4134-AF5A-110E0849D91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8" name="9u7j_2_build_Clashes_7">
            <a:extLst>
              <a:ext uri="{FF2B5EF4-FFF2-40B4-BE49-F238E27FC236}">
                <a16:creationId xmlns:a16="http://schemas.microsoft.com/office/drawing/2014/main" id="{64F96F94-DDBA-4888-BD64-53F38FA19D0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9" name="9u7j_2_build_Clashes_8">
            <a:extLst>
              <a:ext uri="{FF2B5EF4-FFF2-40B4-BE49-F238E27FC236}">
                <a16:creationId xmlns:a16="http://schemas.microsoft.com/office/drawing/2014/main" id="{B09CC986-9B5B-4B1C-81BA-AE2DF744282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60" name="9u7j_2_build_Clashes_9">
            <a:extLst>
              <a:ext uri="{FF2B5EF4-FFF2-40B4-BE49-F238E27FC236}">
                <a16:creationId xmlns:a16="http://schemas.microsoft.com/office/drawing/2014/main" id="{45EB9EF2-35E4-422A-9E6A-E8EE86B588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61" name="9u7j_2_build_ClashingReceptorAtoms_1">
            <a:extLst>
              <a:ext uri="{FF2B5EF4-FFF2-40B4-BE49-F238E27FC236}">
                <a16:creationId xmlns:a16="http://schemas.microsoft.com/office/drawing/2014/main" id="{32686A8E-1533-4AD8-811A-C6F5706F0FD3}"/>
              </a:ext>
            </a:extLst>
          </p:cNvPr>
          <p:cNvSpPr>
            <a:spLocks noGrp="1"/>
          </p:cNvSpPr>
          <p:nvPr/>
        </p:nvSpPr>
        <p:spPr>
          <a:xfrm>
            <a:off x="7146116" y="20129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2" name="9u7j_2_build_ClashingReceptorAtoms_2">
            <a:extLst>
              <a:ext uri="{FF2B5EF4-FFF2-40B4-BE49-F238E27FC236}">
                <a16:creationId xmlns:a16="http://schemas.microsoft.com/office/drawing/2014/main" id="{A6823496-FA20-4034-95B1-C670E7CEB7EC}"/>
              </a:ext>
            </a:extLst>
          </p:cNvPr>
          <p:cNvSpPr>
            <a:spLocks noGrp="1"/>
          </p:cNvSpPr>
          <p:nvPr/>
        </p:nvSpPr>
        <p:spPr>
          <a:xfrm>
            <a:off x="7015013" y="19880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3" name="9u7j_2_build_ClashingReceptorAtoms_3">
            <a:extLst>
              <a:ext uri="{FF2B5EF4-FFF2-40B4-BE49-F238E27FC236}">
                <a16:creationId xmlns:a16="http://schemas.microsoft.com/office/drawing/2014/main" id="{305579FA-CA96-44BB-89A8-C746ECA36864}"/>
              </a:ext>
            </a:extLst>
          </p:cNvPr>
          <p:cNvSpPr>
            <a:spLocks noGrp="1"/>
          </p:cNvSpPr>
          <p:nvPr/>
        </p:nvSpPr>
        <p:spPr>
          <a:xfrm>
            <a:off x="7237509" y="19180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4" name="stage3-cases-clash_11">
            <a:extLst>
              <a:ext uri="{FF2B5EF4-FFF2-40B4-BE49-F238E27FC236}">
                <a16:creationId xmlns:a16="http://schemas.microsoft.com/office/drawing/2014/main" id="{2158BF28-29E2-4A6C-AE9B-6DFB2F97CCB9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365" name="stage3-cases-clash_12">
            <a:extLst>
              <a:ext uri="{FF2B5EF4-FFF2-40B4-BE49-F238E27FC236}">
                <a16:creationId xmlns:a16="http://schemas.microsoft.com/office/drawing/2014/main" id="{9FCF088C-FF3C-409D-9F9C-AF663AD2A7D3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366" name="stage3-cases-clash_13">
            <a:extLst>
              <a:ext uri="{FF2B5EF4-FFF2-40B4-BE49-F238E27FC236}">
                <a16:creationId xmlns:a16="http://schemas.microsoft.com/office/drawing/2014/main" id="{DC2C19D9-3EDB-42D1-9A4A-4B25F05EC9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67" name="stage3-cases-clash_14">
            <a:extLst>
              <a:ext uri="{FF2B5EF4-FFF2-40B4-BE49-F238E27FC236}">
                <a16:creationId xmlns:a16="http://schemas.microsoft.com/office/drawing/2014/main" id="{D7772FB3-DB18-4BE1-B5F8-FD4FB80DEEC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68" name="9wup_2_official_Receptor">
            <a:extLst>
              <a:ext uri="{FF2B5EF4-FFF2-40B4-BE49-F238E27FC236}">
                <a16:creationId xmlns:a16="http://schemas.microsoft.com/office/drawing/2014/main" id="{A70A3EFB-6FA2-4B92-859C-FC35203524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69" name="9wup_2_official_ExperimentalDensity">
            <a:extLst>
              <a:ext uri="{FF2B5EF4-FFF2-40B4-BE49-F238E27FC236}">
                <a16:creationId xmlns:a16="http://schemas.microsoft.com/office/drawing/2014/main" id="{810E6BA2-2CEC-4076-881F-7513AB3A35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70" name="9wup_2_official_ReferenceLigand_0">
            <a:extLst>
              <a:ext uri="{FF2B5EF4-FFF2-40B4-BE49-F238E27FC236}">
                <a16:creationId xmlns:a16="http://schemas.microsoft.com/office/drawing/2014/main" id="{19FB121D-692F-42E9-A3D4-657677D358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1" name="9wup_2_official_ReferenceLigand_1">
            <a:extLst>
              <a:ext uri="{FF2B5EF4-FFF2-40B4-BE49-F238E27FC236}">
                <a16:creationId xmlns:a16="http://schemas.microsoft.com/office/drawing/2014/main" id="{EC242008-5E14-4EA4-96AF-C0B9EBAA250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2" name="9wup_2_official_ReferenceLigand_2">
            <a:extLst>
              <a:ext uri="{FF2B5EF4-FFF2-40B4-BE49-F238E27FC236}">
                <a16:creationId xmlns:a16="http://schemas.microsoft.com/office/drawing/2014/main" id="{4A060A02-47FA-48C5-9D11-E41753EBA6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3" name="9wup_2_official_ReferenceLigand_3">
            <a:extLst>
              <a:ext uri="{FF2B5EF4-FFF2-40B4-BE49-F238E27FC236}">
                <a16:creationId xmlns:a16="http://schemas.microsoft.com/office/drawing/2014/main" id="{FA92709B-B326-4885-A90E-F04CBD22F7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4" name="9wup_2_official_ReferenceLigand_4">
            <a:extLst>
              <a:ext uri="{FF2B5EF4-FFF2-40B4-BE49-F238E27FC236}">
                <a16:creationId xmlns:a16="http://schemas.microsoft.com/office/drawing/2014/main" id="{4157F2C7-6CB9-4980-86C7-AFA006172A7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5" name="9wup_2_official_ReferenceLigand_5">
            <a:extLst>
              <a:ext uri="{FF2B5EF4-FFF2-40B4-BE49-F238E27FC236}">
                <a16:creationId xmlns:a16="http://schemas.microsoft.com/office/drawing/2014/main" id="{F6EFE1A7-D6B6-480B-9558-07F116FC28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6" name="9wup_2_official_ReferenceLigand_6">
            <a:extLst>
              <a:ext uri="{FF2B5EF4-FFF2-40B4-BE49-F238E27FC236}">
                <a16:creationId xmlns:a16="http://schemas.microsoft.com/office/drawing/2014/main" id="{FFBF4673-CBF0-4D27-B70E-976EF6A929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7" name="9wup_2_official_ReferenceLigand_7">
            <a:extLst>
              <a:ext uri="{FF2B5EF4-FFF2-40B4-BE49-F238E27FC236}">
                <a16:creationId xmlns:a16="http://schemas.microsoft.com/office/drawing/2014/main" id="{4B0EB6CD-8AC6-4C1F-A81B-6C7CEB7D60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8" name="9wup_2_official_ReferenceLigand_8">
            <a:extLst>
              <a:ext uri="{FF2B5EF4-FFF2-40B4-BE49-F238E27FC236}">
                <a16:creationId xmlns:a16="http://schemas.microsoft.com/office/drawing/2014/main" id="{116ADE86-06AF-4BFF-91BC-4DC28FF060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9" name="9wup_2_official_ReferenceLigand_9">
            <a:extLst>
              <a:ext uri="{FF2B5EF4-FFF2-40B4-BE49-F238E27FC236}">
                <a16:creationId xmlns:a16="http://schemas.microsoft.com/office/drawing/2014/main" id="{D440BA78-5997-4E32-AB04-6288CB8766B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0" name="9wup_2_official_ReferenceLigand_10">
            <a:extLst>
              <a:ext uri="{FF2B5EF4-FFF2-40B4-BE49-F238E27FC236}">
                <a16:creationId xmlns:a16="http://schemas.microsoft.com/office/drawing/2014/main" id="{E0169CFA-478B-4163-B510-A4D6CA7689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1" name="9wup_2_official_ReferenceLigand_11">
            <a:extLst>
              <a:ext uri="{FF2B5EF4-FFF2-40B4-BE49-F238E27FC236}">
                <a16:creationId xmlns:a16="http://schemas.microsoft.com/office/drawing/2014/main" id="{7AC72DDE-2D19-491C-B642-122EFBA9BE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2" name="9wup_2_official_ReferenceLigand_12">
            <a:extLst>
              <a:ext uri="{FF2B5EF4-FFF2-40B4-BE49-F238E27FC236}">
                <a16:creationId xmlns:a16="http://schemas.microsoft.com/office/drawing/2014/main" id="{A23F4193-BFAE-457C-851D-5713DE88CA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3" name="9wup_2_official_ReferenceLigand_13">
            <a:extLst>
              <a:ext uri="{FF2B5EF4-FFF2-40B4-BE49-F238E27FC236}">
                <a16:creationId xmlns:a16="http://schemas.microsoft.com/office/drawing/2014/main" id="{730AAB60-45D3-4AAC-8405-E187DC4480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4" name="9wup_2_official_ReferenceLigand_14">
            <a:extLst>
              <a:ext uri="{FF2B5EF4-FFF2-40B4-BE49-F238E27FC236}">
                <a16:creationId xmlns:a16="http://schemas.microsoft.com/office/drawing/2014/main" id="{EE9DB58C-E01B-4B9A-A65D-A24036B3749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5" name="9wup_2_official_ReferenceLigand_15">
            <a:extLst>
              <a:ext uri="{FF2B5EF4-FFF2-40B4-BE49-F238E27FC236}">
                <a16:creationId xmlns:a16="http://schemas.microsoft.com/office/drawing/2014/main" id="{3780653E-0E8D-4B6F-BAFB-83F56803C6D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6" name="9wup_2_official_ReferenceLigand_16">
            <a:extLst>
              <a:ext uri="{FF2B5EF4-FFF2-40B4-BE49-F238E27FC236}">
                <a16:creationId xmlns:a16="http://schemas.microsoft.com/office/drawing/2014/main" id="{D2935EB2-37C8-4451-9843-348808EDAD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7" name="9wup_2_official_ReferenceLigand_17">
            <a:extLst>
              <a:ext uri="{FF2B5EF4-FFF2-40B4-BE49-F238E27FC236}">
                <a16:creationId xmlns:a16="http://schemas.microsoft.com/office/drawing/2014/main" id="{71029EA6-920D-403D-A5C4-0BF517E2A91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8" name="9wup_2_official_ReferenceLigand_18">
            <a:extLst>
              <a:ext uri="{FF2B5EF4-FFF2-40B4-BE49-F238E27FC236}">
                <a16:creationId xmlns:a16="http://schemas.microsoft.com/office/drawing/2014/main" id="{D932D0B5-78EA-4AA2-9676-EA9F88D3747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9" name="9wup_2_official_ReferenceLigand_19">
            <a:extLst>
              <a:ext uri="{FF2B5EF4-FFF2-40B4-BE49-F238E27FC236}">
                <a16:creationId xmlns:a16="http://schemas.microsoft.com/office/drawing/2014/main" id="{E6F50F7E-1094-4DA1-A247-67EEF417D56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0" name="9wup_2_official_ReferenceLigand_20">
            <a:extLst>
              <a:ext uri="{FF2B5EF4-FFF2-40B4-BE49-F238E27FC236}">
                <a16:creationId xmlns:a16="http://schemas.microsoft.com/office/drawing/2014/main" id="{71714C5F-327D-4CC0-9302-941B22B1EF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1" name="9wup_2_official_ReferenceLigand_21">
            <a:extLst>
              <a:ext uri="{FF2B5EF4-FFF2-40B4-BE49-F238E27FC236}">
                <a16:creationId xmlns:a16="http://schemas.microsoft.com/office/drawing/2014/main" id="{C879DA12-5606-4D8C-A01B-A386794084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2" name="9wup_2_official_ReferenceLigand_22">
            <a:extLst>
              <a:ext uri="{FF2B5EF4-FFF2-40B4-BE49-F238E27FC236}">
                <a16:creationId xmlns:a16="http://schemas.microsoft.com/office/drawing/2014/main" id="{2CF58533-1845-4EBF-AEC6-F7C8E7FC3F5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3" name="9wup_2_official_ReferenceLigand_23">
            <a:extLst>
              <a:ext uri="{FF2B5EF4-FFF2-40B4-BE49-F238E27FC236}">
                <a16:creationId xmlns:a16="http://schemas.microsoft.com/office/drawing/2014/main" id="{72948C88-7103-4828-B8BA-BFF70398B1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4" name="9wup_2_official_ReferenceLigand_24">
            <a:extLst>
              <a:ext uri="{FF2B5EF4-FFF2-40B4-BE49-F238E27FC236}">
                <a16:creationId xmlns:a16="http://schemas.microsoft.com/office/drawing/2014/main" id="{F2328B2A-6051-4F12-AEA2-B3AD3194C0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5" name="9wup_2_official_ReferenceLigand_25">
            <a:extLst>
              <a:ext uri="{FF2B5EF4-FFF2-40B4-BE49-F238E27FC236}">
                <a16:creationId xmlns:a16="http://schemas.microsoft.com/office/drawing/2014/main" id="{E8ACD8F7-FECC-4BE9-BEB5-EE4E84F3F3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6" name="9wup_2_official_ReferenceLigand_26">
            <a:extLst>
              <a:ext uri="{FF2B5EF4-FFF2-40B4-BE49-F238E27FC236}">
                <a16:creationId xmlns:a16="http://schemas.microsoft.com/office/drawing/2014/main" id="{F3425D20-639C-4CFB-9A7C-C80317A8C61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7" name="9wup_2_official_ReferenceLigand_27">
            <a:extLst>
              <a:ext uri="{FF2B5EF4-FFF2-40B4-BE49-F238E27FC236}">
                <a16:creationId xmlns:a16="http://schemas.microsoft.com/office/drawing/2014/main" id="{37F1F403-AC1A-42E3-BC7A-5374370A15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8" name="9wup_2_official_ReferenceLigand_28">
            <a:extLst>
              <a:ext uri="{FF2B5EF4-FFF2-40B4-BE49-F238E27FC236}">
                <a16:creationId xmlns:a16="http://schemas.microsoft.com/office/drawing/2014/main" id="{2D38A80D-BDD3-4265-85D9-84AB40EF1BF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9" name="9wup_2_official_ReferenceLigand_29">
            <a:extLst>
              <a:ext uri="{FF2B5EF4-FFF2-40B4-BE49-F238E27FC236}">
                <a16:creationId xmlns:a16="http://schemas.microsoft.com/office/drawing/2014/main" id="{865F0907-E6AE-4F64-93C0-F455A6E9EFB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0" name="9wup_2_official_ReferenceLigand_30">
            <a:extLst>
              <a:ext uri="{FF2B5EF4-FFF2-40B4-BE49-F238E27FC236}">
                <a16:creationId xmlns:a16="http://schemas.microsoft.com/office/drawing/2014/main" id="{A2B300D5-E9BA-4A1B-B833-651BBC512F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1" name="9wup_2_official_ReferenceLigand_31">
            <a:extLst>
              <a:ext uri="{FF2B5EF4-FFF2-40B4-BE49-F238E27FC236}">
                <a16:creationId xmlns:a16="http://schemas.microsoft.com/office/drawing/2014/main" id="{BEB965EE-59E4-49DF-BE68-E90A3666BD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2" name="9wup_2_official_ReferenceLigand_32">
            <a:extLst>
              <a:ext uri="{FF2B5EF4-FFF2-40B4-BE49-F238E27FC236}">
                <a16:creationId xmlns:a16="http://schemas.microsoft.com/office/drawing/2014/main" id="{559909F3-07E7-473E-BCA6-D70C54EECAD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3" name="9wup_2_official_ReferenceLigand_33">
            <a:extLst>
              <a:ext uri="{FF2B5EF4-FFF2-40B4-BE49-F238E27FC236}">
                <a16:creationId xmlns:a16="http://schemas.microsoft.com/office/drawing/2014/main" id="{90766D4D-0915-42AF-8366-D8AD9E6E657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4" name="9wup_2_official_ReferenceLigand_34">
            <a:extLst>
              <a:ext uri="{FF2B5EF4-FFF2-40B4-BE49-F238E27FC236}">
                <a16:creationId xmlns:a16="http://schemas.microsoft.com/office/drawing/2014/main" id="{1485A0BA-E37A-47DA-B866-8662FC58B8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5" name="9wup_2_official_ReferenceLigand_35">
            <a:extLst>
              <a:ext uri="{FF2B5EF4-FFF2-40B4-BE49-F238E27FC236}">
                <a16:creationId xmlns:a16="http://schemas.microsoft.com/office/drawing/2014/main" id="{F0AEFCA5-A899-42DC-8836-4C2B525305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6" name="9wup_2_official_ReferenceLigand_36">
            <a:extLst>
              <a:ext uri="{FF2B5EF4-FFF2-40B4-BE49-F238E27FC236}">
                <a16:creationId xmlns:a16="http://schemas.microsoft.com/office/drawing/2014/main" id="{E680D000-CCBD-4856-B18F-246176DA15C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7" name="9wup_2_official_ReferenceLigand_37">
            <a:extLst>
              <a:ext uri="{FF2B5EF4-FFF2-40B4-BE49-F238E27FC236}">
                <a16:creationId xmlns:a16="http://schemas.microsoft.com/office/drawing/2014/main" id="{4F2366C1-CE14-413F-A9DF-EC9D438390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8" name="9wup_2_official_ReferenceLigand_38">
            <a:extLst>
              <a:ext uri="{FF2B5EF4-FFF2-40B4-BE49-F238E27FC236}">
                <a16:creationId xmlns:a16="http://schemas.microsoft.com/office/drawing/2014/main" id="{CC678051-CF49-466D-8379-AE8B7568901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9" name="9wup_2_official_ReferenceLigand_39">
            <a:extLst>
              <a:ext uri="{FF2B5EF4-FFF2-40B4-BE49-F238E27FC236}">
                <a16:creationId xmlns:a16="http://schemas.microsoft.com/office/drawing/2014/main" id="{C45C739F-9CF5-4595-955A-477CAC711C5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0" name="9wup_2_official_ReferenceLigand_40">
            <a:extLst>
              <a:ext uri="{FF2B5EF4-FFF2-40B4-BE49-F238E27FC236}">
                <a16:creationId xmlns:a16="http://schemas.microsoft.com/office/drawing/2014/main" id="{886DBCE7-B4FF-480A-913E-87FAD98D9BA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1" name="9wup_2_official_ReferenceLigand_41">
            <a:extLst>
              <a:ext uri="{FF2B5EF4-FFF2-40B4-BE49-F238E27FC236}">
                <a16:creationId xmlns:a16="http://schemas.microsoft.com/office/drawing/2014/main" id="{6DBB426B-7D0C-4A4D-96DF-41481CA3488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wup_2_official_ReferenceLigand_42">
            <a:extLst>
              <a:ext uri="{FF2B5EF4-FFF2-40B4-BE49-F238E27FC236}">
                <a16:creationId xmlns:a16="http://schemas.microsoft.com/office/drawing/2014/main" id="{75C80283-BEF0-49C0-AA62-170BD49345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wup_2_official_ReferenceLigand_43">
            <a:extLst>
              <a:ext uri="{FF2B5EF4-FFF2-40B4-BE49-F238E27FC236}">
                <a16:creationId xmlns:a16="http://schemas.microsoft.com/office/drawing/2014/main" id="{08CE9737-3D93-4AFC-AA3F-24872091A1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wup_2_official_ReferenceLigand_44">
            <a:extLst>
              <a:ext uri="{FF2B5EF4-FFF2-40B4-BE49-F238E27FC236}">
                <a16:creationId xmlns:a16="http://schemas.microsoft.com/office/drawing/2014/main" id="{97AA301F-8159-42B6-930D-CAA55886557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wup_2_official_ReferenceLigand_45">
            <a:extLst>
              <a:ext uri="{FF2B5EF4-FFF2-40B4-BE49-F238E27FC236}">
                <a16:creationId xmlns:a16="http://schemas.microsoft.com/office/drawing/2014/main" id="{5A2319A2-4B3A-4FE1-983E-EB31BE0DA22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wup_2_official_ReferenceLigand_46">
            <a:extLst>
              <a:ext uri="{FF2B5EF4-FFF2-40B4-BE49-F238E27FC236}">
                <a16:creationId xmlns:a16="http://schemas.microsoft.com/office/drawing/2014/main" id="{3C117A7D-3169-4A4D-A657-725B4295071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wup_2_official_ReferenceLigand_47">
            <a:extLst>
              <a:ext uri="{FF2B5EF4-FFF2-40B4-BE49-F238E27FC236}">
                <a16:creationId xmlns:a16="http://schemas.microsoft.com/office/drawing/2014/main" id="{FE9A7679-07CE-4C18-A45E-D66E8C1D1AA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wup_2_official_ReferenceLigand_48">
            <a:extLst>
              <a:ext uri="{FF2B5EF4-FFF2-40B4-BE49-F238E27FC236}">
                <a16:creationId xmlns:a16="http://schemas.microsoft.com/office/drawing/2014/main" id="{AAC3A677-3768-45F3-8C04-2A652EF50B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wup_2_official_ReferenceLigand_49">
            <a:extLst>
              <a:ext uri="{FF2B5EF4-FFF2-40B4-BE49-F238E27FC236}">
                <a16:creationId xmlns:a16="http://schemas.microsoft.com/office/drawing/2014/main" id="{C18B35A7-1BDD-4C14-98EB-41734897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wup_2_official_ReferenceLigand_50">
            <a:extLst>
              <a:ext uri="{FF2B5EF4-FFF2-40B4-BE49-F238E27FC236}">
                <a16:creationId xmlns:a16="http://schemas.microsoft.com/office/drawing/2014/main" id="{20E7B5D3-1FC1-4BB8-AE60-BAC72A3AD4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wup_2_official_ReferenceLigand_51">
            <a:extLst>
              <a:ext uri="{FF2B5EF4-FFF2-40B4-BE49-F238E27FC236}">
                <a16:creationId xmlns:a16="http://schemas.microsoft.com/office/drawing/2014/main" id="{8756B7F0-8221-4F46-9C18-17B798A11EE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wup_2_official_ReferenceLigand_52">
            <a:extLst>
              <a:ext uri="{FF2B5EF4-FFF2-40B4-BE49-F238E27FC236}">
                <a16:creationId xmlns:a16="http://schemas.microsoft.com/office/drawing/2014/main" id="{8F540ED0-3EE0-4B77-B9ED-3A3150C957A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wup_2_official_ReferenceLigand_53">
            <a:extLst>
              <a:ext uri="{FF2B5EF4-FFF2-40B4-BE49-F238E27FC236}">
                <a16:creationId xmlns:a16="http://schemas.microsoft.com/office/drawing/2014/main" id="{13BEBF78-55E7-456D-9A0D-F88EA55F9E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wup_2_official_ReferenceLigand_54">
            <a:extLst>
              <a:ext uri="{FF2B5EF4-FFF2-40B4-BE49-F238E27FC236}">
                <a16:creationId xmlns:a16="http://schemas.microsoft.com/office/drawing/2014/main" id="{9C35682A-8989-4D16-9277-C269CEDAD5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wup_2_official_ReferenceLigand_55">
            <a:extLst>
              <a:ext uri="{FF2B5EF4-FFF2-40B4-BE49-F238E27FC236}">
                <a16:creationId xmlns:a16="http://schemas.microsoft.com/office/drawing/2014/main" id="{239ECCC2-0ECD-4FBC-AEE6-32A629C8D0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wup_2_official_ReferenceLigand_56">
            <a:extLst>
              <a:ext uri="{FF2B5EF4-FFF2-40B4-BE49-F238E27FC236}">
                <a16:creationId xmlns:a16="http://schemas.microsoft.com/office/drawing/2014/main" id="{B0418472-4592-4757-AD36-10311B7001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wup_2_official_ReferenceLigand_57">
            <a:extLst>
              <a:ext uri="{FF2B5EF4-FFF2-40B4-BE49-F238E27FC236}">
                <a16:creationId xmlns:a16="http://schemas.microsoft.com/office/drawing/2014/main" id="{682EB45A-BC34-4807-BD0D-65849B8C044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wup_2_official_PredictedLigand_0">
            <a:extLst>
              <a:ext uri="{FF2B5EF4-FFF2-40B4-BE49-F238E27FC236}">
                <a16:creationId xmlns:a16="http://schemas.microsoft.com/office/drawing/2014/main" id="{4FAF9137-3EA6-4F70-9175-9677D7122B2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9" name="9wup_2_official_PredictedLigand_1">
            <a:extLst>
              <a:ext uri="{FF2B5EF4-FFF2-40B4-BE49-F238E27FC236}">
                <a16:creationId xmlns:a16="http://schemas.microsoft.com/office/drawing/2014/main" id="{6D629382-4B04-4924-8D2A-3F1DB4BEB2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0" name="9wup_2_official_PredictedLigand_2">
            <a:extLst>
              <a:ext uri="{FF2B5EF4-FFF2-40B4-BE49-F238E27FC236}">
                <a16:creationId xmlns:a16="http://schemas.microsoft.com/office/drawing/2014/main" id="{3B0857FA-08B8-4396-83AB-9641A5493B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1" name="9wup_2_official_PredictedLigand_3">
            <a:extLst>
              <a:ext uri="{FF2B5EF4-FFF2-40B4-BE49-F238E27FC236}">
                <a16:creationId xmlns:a16="http://schemas.microsoft.com/office/drawing/2014/main" id="{B5E4C270-32D4-43D9-BF92-0087AD77D6D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2" name="9wup_2_official_PredictedLigand_4">
            <a:extLst>
              <a:ext uri="{FF2B5EF4-FFF2-40B4-BE49-F238E27FC236}">
                <a16:creationId xmlns:a16="http://schemas.microsoft.com/office/drawing/2014/main" id="{DB3C46A0-A3AE-4353-8A34-4C003455EB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3" name="9wup_2_official_PredictedLigand_5">
            <a:extLst>
              <a:ext uri="{FF2B5EF4-FFF2-40B4-BE49-F238E27FC236}">
                <a16:creationId xmlns:a16="http://schemas.microsoft.com/office/drawing/2014/main" id="{0AC5E683-2FA5-4557-9CC2-15334A23989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4" name="9wup_2_official_PredictedLigand_6">
            <a:extLst>
              <a:ext uri="{FF2B5EF4-FFF2-40B4-BE49-F238E27FC236}">
                <a16:creationId xmlns:a16="http://schemas.microsoft.com/office/drawing/2014/main" id="{330F5DF0-9075-4C97-9F4E-04DCAB758B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5" name="9wup_2_official_PredictedLigand_7">
            <a:extLst>
              <a:ext uri="{FF2B5EF4-FFF2-40B4-BE49-F238E27FC236}">
                <a16:creationId xmlns:a16="http://schemas.microsoft.com/office/drawing/2014/main" id="{DBA3DAE1-C8A9-427F-913A-8370F2CAFF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6" name="9wup_2_official_PredictedLigand_8">
            <a:extLst>
              <a:ext uri="{FF2B5EF4-FFF2-40B4-BE49-F238E27FC236}">
                <a16:creationId xmlns:a16="http://schemas.microsoft.com/office/drawing/2014/main" id="{C8E2B035-05CA-4196-B6E6-9E2C553332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7" name="9wup_2_official_PredictedLigand_9">
            <a:extLst>
              <a:ext uri="{FF2B5EF4-FFF2-40B4-BE49-F238E27FC236}">
                <a16:creationId xmlns:a16="http://schemas.microsoft.com/office/drawing/2014/main" id="{56134F4E-D35C-4729-B500-9CF12224CA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8" name="9wup_2_official_PredictedLigand_10">
            <a:extLst>
              <a:ext uri="{FF2B5EF4-FFF2-40B4-BE49-F238E27FC236}">
                <a16:creationId xmlns:a16="http://schemas.microsoft.com/office/drawing/2014/main" id="{8A720C1E-C1D8-4783-B81B-B3C31E2641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9" name="9wup_2_official_PredictedLigand_11">
            <a:extLst>
              <a:ext uri="{FF2B5EF4-FFF2-40B4-BE49-F238E27FC236}">
                <a16:creationId xmlns:a16="http://schemas.microsoft.com/office/drawing/2014/main" id="{B5BC94FD-DA07-4CDE-98C1-E137ADF4E2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0" name="9wup_2_official_PredictedLigand_12">
            <a:extLst>
              <a:ext uri="{FF2B5EF4-FFF2-40B4-BE49-F238E27FC236}">
                <a16:creationId xmlns:a16="http://schemas.microsoft.com/office/drawing/2014/main" id="{F9177515-BE3D-425E-ACBD-33AB57EA99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1" name="9wup_2_official_PredictedLigand_13">
            <a:extLst>
              <a:ext uri="{FF2B5EF4-FFF2-40B4-BE49-F238E27FC236}">
                <a16:creationId xmlns:a16="http://schemas.microsoft.com/office/drawing/2014/main" id="{8D8B2CF2-4465-4BA1-AE22-E279F189CF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2" name="9wup_2_official_PredictedLigand_14">
            <a:extLst>
              <a:ext uri="{FF2B5EF4-FFF2-40B4-BE49-F238E27FC236}">
                <a16:creationId xmlns:a16="http://schemas.microsoft.com/office/drawing/2014/main" id="{79E62FBB-A777-4762-B7D5-D330B122450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3" name="9wup_2_official_PredictedLigand_15">
            <a:extLst>
              <a:ext uri="{FF2B5EF4-FFF2-40B4-BE49-F238E27FC236}">
                <a16:creationId xmlns:a16="http://schemas.microsoft.com/office/drawing/2014/main" id="{1A795625-DEAD-4C5C-9929-FDFE64D190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4" name="9wup_2_official_PredictedLigand_16">
            <a:extLst>
              <a:ext uri="{FF2B5EF4-FFF2-40B4-BE49-F238E27FC236}">
                <a16:creationId xmlns:a16="http://schemas.microsoft.com/office/drawing/2014/main" id="{0A9501DC-BA66-4E54-8E6B-97A64F98DD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5" name="9wup_2_official_PredictedLigand_17">
            <a:extLst>
              <a:ext uri="{FF2B5EF4-FFF2-40B4-BE49-F238E27FC236}">
                <a16:creationId xmlns:a16="http://schemas.microsoft.com/office/drawing/2014/main" id="{A24C0642-3A38-4694-ABA9-7E85A2EFF53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6" name="9wup_2_official_PredictedLigand_18">
            <a:extLst>
              <a:ext uri="{FF2B5EF4-FFF2-40B4-BE49-F238E27FC236}">
                <a16:creationId xmlns:a16="http://schemas.microsoft.com/office/drawing/2014/main" id="{5ED874FD-948E-484B-8F23-4B3321EE8A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7" name="9wup_2_official_PredictedLigand_19">
            <a:extLst>
              <a:ext uri="{FF2B5EF4-FFF2-40B4-BE49-F238E27FC236}">
                <a16:creationId xmlns:a16="http://schemas.microsoft.com/office/drawing/2014/main" id="{A29E6166-77FE-4EF8-82CF-D3587C2F4E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8" name="9wup_2_official_PredictedLigand_20">
            <a:extLst>
              <a:ext uri="{FF2B5EF4-FFF2-40B4-BE49-F238E27FC236}">
                <a16:creationId xmlns:a16="http://schemas.microsoft.com/office/drawing/2014/main" id="{45A40AC1-B73A-4A9E-98C3-127BA5B937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9" name="9wup_2_official_PredictedLigand_21">
            <a:extLst>
              <a:ext uri="{FF2B5EF4-FFF2-40B4-BE49-F238E27FC236}">
                <a16:creationId xmlns:a16="http://schemas.microsoft.com/office/drawing/2014/main" id="{FC30476D-E08C-4347-B8FA-4DA1E6CC4E9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0" name="9wup_2_official_PredictedLigand_22">
            <a:extLst>
              <a:ext uri="{FF2B5EF4-FFF2-40B4-BE49-F238E27FC236}">
                <a16:creationId xmlns:a16="http://schemas.microsoft.com/office/drawing/2014/main" id="{6DB6B69D-E987-4ACD-BE2E-385D7AE919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1" name="9wup_2_official_PredictedLigand_23">
            <a:extLst>
              <a:ext uri="{FF2B5EF4-FFF2-40B4-BE49-F238E27FC236}">
                <a16:creationId xmlns:a16="http://schemas.microsoft.com/office/drawing/2014/main" id="{FF395B0D-6E52-4BBA-AEC1-10667D2BCF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2" name="9wup_2_official_PredictedLigand_24">
            <a:extLst>
              <a:ext uri="{FF2B5EF4-FFF2-40B4-BE49-F238E27FC236}">
                <a16:creationId xmlns:a16="http://schemas.microsoft.com/office/drawing/2014/main" id="{8BD45353-D652-44C3-BE62-D214CBAD09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3" name="9wup_2_official_PredictedLigand_25">
            <a:extLst>
              <a:ext uri="{FF2B5EF4-FFF2-40B4-BE49-F238E27FC236}">
                <a16:creationId xmlns:a16="http://schemas.microsoft.com/office/drawing/2014/main" id="{6DD0CF01-1C07-4655-89F0-FBD69EFB5A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4" name="9wup_2_official_PredictedLigand_26">
            <a:extLst>
              <a:ext uri="{FF2B5EF4-FFF2-40B4-BE49-F238E27FC236}">
                <a16:creationId xmlns:a16="http://schemas.microsoft.com/office/drawing/2014/main" id="{FEEF318A-879B-4A20-9827-642E01D191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5" name="9wup_2_official_PredictedLigand_27">
            <a:extLst>
              <a:ext uri="{FF2B5EF4-FFF2-40B4-BE49-F238E27FC236}">
                <a16:creationId xmlns:a16="http://schemas.microsoft.com/office/drawing/2014/main" id="{F42E9778-D7BA-4885-9692-8F9CE1A4AD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6" name="9wup_2_official_PredictedLigand_28">
            <a:extLst>
              <a:ext uri="{FF2B5EF4-FFF2-40B4-BE49-F238E27FC236}">
                <a16:creationId xmlns:a16="http://schemas.microsoft.com/office/drawing/2014/main" id="{73A76F1F-328B-4A55-BCB0-09E3A6E2540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7" name="9wup_2_official_PredictedLigand_29">
            <a:extLst>
              <a:ext uri="{FF2B5EF4-FFF2-40B4-BE49-F238E27FC236}">
                <a16:creationId xmlns:a16="http://schemas.microsoft.com/office/drawing/2014/main" id="{23FCF2A8-84A5-4BCA-8F9E-315EB503E3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8" name="9wup_2_official_PredictedLigand_30">
            <a:extLst>
              <a:ext uri="{FF2B5EF4-FFF2-40B4-BE49-F238E27FC236}">
                <a16:creationId xmlns:a16="http://schemas.microsoft.com/office/drawing/2014/main" id="{852B786C-58A5-4D89-BD01-8ED176AD04D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9" name="9wup_2_official_PredictedLigand_31">
            <a:extLst>
              <a:ext uri="{FF2B5EF4-FFF2-40B4-BE49-F238E27FC236}">
                <a16:creationId xmlns:a16="http://schemas.microsoft.com/office/drawing/2014/main" id="{C41EA99D-6054-4260-9E61-BF7F5793CC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0" name="9wup_2_official_PredictedLigand_32">
            <a:extLst>
              <a:ext uri="{FF2B5EF4-FFF2-40B4-BE49-F238E27FC236}">
                <a16:creationId xmlns:a16="http://schemas.microsoft.com/office/drawing/2014/main" id="{7A211A22-7746-4353-9056-A269E10614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1" name="9wup_2_official_PredictedLigand_33">
            <a:extLst>
              <a:ext uri="{FF2B5EF4-FFF2-40B4-BE49-F238E27FC236}">
                <a16:creationId xmlns:a16="http://schemas.microsoft.com/office/drawing/2014/main" id="{8EC46B66-7DCA-4F54-BD10-126C9E3D37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2" name="9wup_2_official_PredictedLigand_34">
            <a:extLst>
              <a:ext uri="{FF2B5EF4-FFF2-40B4-BE49-F238E27FC236}">
                <a16:creationId xmlns:a16="http://schemas.microsoft.com/office/drawing/2014/main" id="{3CFFCCAF-1B5C-4637-B70B-1E541E6210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3" name="9wup_2_official_PredictedLigand_35">
            <a:extLst>
              <a:ext uri="{FF2B5EF4-FFF2-40B4-BE49-F238E27FC236}">
                <a16:creationId xmlns:a16="http://schemas.microsoft.com/office/drawing/2014/main" id="{51B6360F-3D6A-4F04-8FED-BC9151CB25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4" name="9wup_2_official_PredictedLigand_36">
            <a:extLst>
              <a:ext uri="{FF2B5EF4-FFF2-40B4-BE49-F238E27FC236}">
                <a16:creationId xmlns:a16="http://schemas.microsoft.com/office/drawing/2014/main" id="{1EE9DC53-FC33-4BD7-82AA-04B77C8D3C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5" name="9wup_2_official_PredictedLigand_37">
            <a:extLst>
              <a:ext uri="{FF2B5EF4-FFF2-40B4-BE49-F238E27FC236}">
                <a16:creationId xmlns:a16="http://schemas.microsoft.com/office/drawing/2014/main" id="{797C8E05-A9FE-4E37-9982-02CB1AC092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6" name="9wup_2_official_PredictedLigand_38">
            <a:extLst>
              <a:ext uri="{FF2B5EF4-FFF2-40B4-BE49-F238E27FC236}">
                <a16:creationId xmlns:a16="http://schemas.microsoft.com/office/drawing/2014/main" id="{0BDDAF11-1102-43FA-9BB5-361CAD3E803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7" name="9wup_2_official_PredictedLigand_39">
            <a:extLst>
              <a:ext uri="{FF2B5EF4-FFF2-40B4-BE49-F238E27FC236}">
                <a16:creationId xmlns:a16="http://schemas.microsoft.com/office/drawing/2014/main" id="{1EBE27FB-1178-4F21-9A27-7871F3CACA0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8" name="9wup_2_official_PredictedLigand_40">
            <a:extLst>
              <a:ext uri="{FF2B5EF4-FFF2-40B4-BE49-F238E27FC236}">
                <a16:creationId xmlns:a16="http://schemas.microsoft.com/office/drawing/2014/main" id="{BE3531B0-ACA7-4FA4-981A-4877F79630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9" name="9wup_2_official_PredictedLigand_41">
            <a:extLst>
              <a:ext uri="{FF2B5EF4-FFF2-40B4-BE49-F238E27FC236}">
                <a16:creationId xmlns:a16="http://schemas.microsoft.com/office/drawing/2014/main" id="{F8503037-37F5-4C65-9E81-DBE0666C035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0" name="9wup_2_official_PredictedLigand_42">
            <a:extLst>
              <a:ext uri="{FF2B5EF4-FFF2-40B4-BE49-F238E27FC236}">
                <a16:creationId xmlns:a16="http://schemas.microsoft.com/office/drawing/2014/main" id="{CC3EB918-51F0-4086-83AE-DF36B790BA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1" name="9wup_2_official_PredictedLigand_43">
            <a:extLst>
              <a:ext uri="{FF2B5EF4-FFF2-40B4-BE49-F238E27FC236}">
                <a16:creationId xmlns:a16="http://schemas.microsoft.com/office/drawing/2014/main" id="{519271E7-0996-4CCD-9B6E-D50B42E4FE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2" name="9wup_2_official_PredictedLigand_44">
            <a:extLst>
              <a:ext uri="{FF2B5EF4-FFF2-40B4-BE49-F238E27FC236}">
                <a16:creationId xmlns:a16="http://schemas.microsoft.com/office/drawing/2014/main" id="{87AB9383-B152-4EEE-82D4-5CBB2F31A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3" name="9wup_2_official_PredictedLigand_45">
            <a:extLst>
              <a:ext uri="{FF2B5EF4-FFF2-40B4-BE49-F238E27FC236}">
                <a16:creationId xmlns:a16="http://schemas.microsoft.com/office/drawing/2014/main" id="{26FF6295-288B-44AC-8A39-642A7011EED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4" name="9wup_2_official_PredictedLigand_46">
            <a:extLst>
              <a:ext uri="{FF2B5EF4-FFF2-40B4-BE49-F238E27FC236}">
                <a16:creationId xmlns:a16="http://schemas.microsoft.com/office/drawing/2014/main" id="{353B0C3A-5F13-4636-BD5A-D2185EC2E5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5" name="9wup_2_official_PredictedLigand_47">
            <a:extLst>
              <a:ext uri="{FF2B5EF4-FFF2-40B4-BE49-F238E27FC236}">
                <a16:creationId xmlns:a16="http://schemas.microsoft.com/office/drawing/2014/main" id="{F30A52DC-DB6E-488B-AC69-1F34194B34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6" name="9wup_2_official_PredictedLigand_48">
            <a:extLst>
              <a:ext uri="{FF2B5EF4-FFF2-40B4-BE49-F238E27FC236}">
                <a16:creationId xmlns:a16="http://schemas.microsoft.com/office/drawing/2014/main" id="{8525A92E-D33A-4BFA-B040-D73390A6D5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7" name="9wup_2_official_PredictedLigand_49">
            <a:extLst>
              <a:ext uri="{FF2B5EF4-FFF2-40B4-BE49-F238E27FC236}">
                <a16:creationId xmlns:a16="http://schemas.microsoft.com/office/drawing/2014/main" id="{43148451-B15A-4AFA-AA30-8867DC69D9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8" name="9wup_2_official_PredictedLigand_50">
            <a:extLst>
              <a:ext uri="{FF2B5EF4-FFF2-40B4-BE49-F238E27FC236}">
                <a16:creationId xmlns:a16="http://schemas.microsoft.com/office/drawing/2014/main" id="{7EAA3EDD-81CE-4F56-AFBD-C996B6C909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9" name="9wup_2_official_PredictedLigand_51">
            <a:extLst>
              <a:ext uri="{FF2B5EF4-FFF2-40B4-BE49-F238E27FC236}">
                <a16:creationId xmlns:a16="http://schemas.microsoft.com/office/drawing/2014/main" id="{EEC9D0D6-28AD-4CD9-BF4D-C8456A880D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0" name="9wup_2_official_PredictedLigand_52">
            <a:extLst>
              <a:ext uri="{FF2B5EF4-FFF2-40B4-BE49-F238E27FC236}">
                <a16:creationId xmlns:a16="http://schemas.microsoft.com/office/drawing/2014/main" id="{14CBBA51-A42F-462E-881B-11A009F104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1" name="9wup_2_official_PredictedLigand_53">
            <a:extLst>
              <a:ext uri="{FF2B5EF4-FFF2-40B4-BE49-F238E27FC236}">
                <a16:creationId xmlns:a16="http://schemas.microsoft.com/office/drawing/2014/main" id="{FB114EFB-9313-4E7E-B9C4-5910B33B06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2" name="9wup_2_official_PredictedLigand_54">
            <a:extLst>
              <a:ext uri="{FF2B5EF4-FFF2-40B4-BE49-F238E27FC236}">
                <a16:creationId xmlns:a16="http://schemas.microsoft.com/office/drawing/2014/main" id="{B7E88DDE-DDB2-4A76-A62A-D89EBEE2CF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3" name="9wup_2_official_PredictedLigand_55">
            <a:extLst>
              <a:ext uri="{FF2B5EF4-FFF2-40B4-BE49-F238E27FC236}">
                <a16:creationId xmlns:a16="http://schemas.microsoft.com/office/drawing/2014/main" id="{2F7C3F6C-A18D-4CF9-ABD4-37BE706823F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4" name="9wup_2_official_PredictedLigand_56">
            <a:extLst>
              <a:ext uri="{FF2B5EF4-FFF2-40B4-BE49-F238E27FC236}">
                <a16:creationId xmlns:a16="http://schemas.microsoft.com/office/drawing/2014/main" id="{BD261C1C-79BD-4D17-91BA-1FA72D81D90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5" name="9wup_2_official_PredictedLigand_57">
            <a:extLst>
              <a:ext uri="{FF2B5EF4-FFF2-40B4-BE49-F238E27FC236}">
                <a16:creationId xmlns:a16="http://schemas.microsoft.com/office/drawing/2014/main" id="{9BFCC100-3B38-4028-B863-79BE615A67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6" name="9wup_2_official_PredictedAtoms_0">
            <a:extLst>
              <a:ext uri="{FF2B5EF4-FFF2-40B4-BE49-F238E27FC236}">
                <a16:creationId xmlns:a16="http://schemas.microsoft.com/office/drawing/2014/main" id="{D0A3F6AA-5FBF-4EFB-85CA-89A7D9FFF64E}"/>
              </a:ext>
            </a:extLst>
          </p:cNvPr>
          <p:cNvSpPr>
            <a:spLocks noGrp="1"/>
          </p:cNvSpPr>
          <p:nvPr/>
        </p:nvSpPr>
        <p:spPr>
          <a:xfrm>
            <a:off x="1267328" y="31612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7" name="9wup_2_official_PredictedAtoms_1">
            <a:extLst>
              <a:ext uri="{FF2B5EF4-FFF2-40B4-BE49-F238E27FC236}">
                <a16:creationId xmlns:a16="http://schemas.microsoft.com/office/drawing/2014/main" id="{E7A19CA2-F0AA-49CC-A367-0456498B93FE}"/>
              </a:ext>
            </a:extLst>
          </p:cNvPr>
          <p:cNvSpPr>
            <a:spLocks noGrp="1"/>
          </p:cNvSpPr>
          <p:nvPr/>
        </p:nvSpPr>
        <p:spPr>
          <a:xfrm>
            <a:off x="1369074" y="32025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8" name="9wup_2_official_PredictedAtoms_2">
            <a:extLst>
              <a:ext uri="{FF2B5EF4-FFF2-40B4-BE49-F238E27FC236}">
                <a16:creationId xmlns:a16="http://schemas.microsoft.com/office/drawing/2014/main" id="{0EA6344B-2D37-4E28-BD78-6400812C6416}"/>
              </a:ext>
            </a:extLst>
          </p:cNvPr>
          <p:cNvSpPr>
            <a:spLocks noGrp="1"/>
          </p:cNvSpPr>
          <p:nvPr/>
        </p:nvSpPr>
        <p:spPr>
          <a:xfrm>
            <a:off x="1477402" y="31535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9" name="9wup_2_official_PredictedAtoms_3">
            <a:extLst>
              <a:ext uri="{FF2B5EF4-FFF2-40B4-BE49-F238E27FC236}">
                <a16:creationId xmlns:a16="http://schemas.microsoft.com/office/drawing/2014/main" id="{B6B31981-991E-467E-9153-340C83F8C182}"/>
              </a:ext>
            </a:extLst>
          </p:cNvPr>
          <p:cNvSpPr>
            <a:spLocks noGrp="1"/>
          </p:cNvSpPr>
          <p:nvPr/>
        </p:nvSpPr>
        <p:spPr>
          <a:xfrm>
            <a:off x="1504555" y="32296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0" name="9wup_2_official_PredictedAtoms_4">
            <a:extLst>
              <a:ext uri="{FF2B5EF4-FFF2-40B4-BE49-F238E27FC236}">
                <a16:creationId xmlns:a16="http://schemas.microsoft.com/office/drawing/2014/main" id="{605D896A-C547-40EC-9A46-1CD18206E859}"/>
              </a:ext>
            </a:extLst>
          </p:cNvPr>
          <p:cNvSpPr>
            <a:spLocks noGrp="1"/>
          </p:cNvSpPr>
          <p:nvPr/>
        </p:nvSpPr>
        <p:spPr>
          <a:xfrm>
            <a:off x="1600372" y="31984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1" name="9wup_2_official_PredictedAtoms_5">
            <a:extLst>
              <a:ext uri="{FF2B5EF4-FFF2-40B4-BE49-F238E27FC236}">
                <a16:creationId xmlns:a16="http://schemas.microsoft.com/office/drawing/2014/main" id="{63679CFB-EF8E-4B71-BC3F-D03BF3F0F4F6}"/>
              </a:ext>
            </a:extLst>
          </p:cNvPr>
          <p:cNvSpPr>
            <a:spLocks noGrp="1"/>
          </p:cNvSpPr>
          <p:nvPr/>
        </p:nvSpPr>
        <p:spPr>
          <a:xfrm>
            <a:off x="1586329" y="32612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2" name="9wup_2_official_PredictedAtoms_6">
            <a:extLst>
              <a:ext uri="{FF2B5EF4-FFF2-40B4-BE49-F238E27FC236}">
                <a16:creationId xmlns:a16="http://schemas.microsoft.com/office/drawing/2014/main" id="{B9528282-AAFE-4741-AE91-AA44D2EFB2E6}"/>
              </a:ext>
            </a:extLst>
          </p:cNvPr>
          <p:cNvSpPr>
            <a:spLocks noGrp="1"/>
          </p:cNvSpPr>
          <p:nvPr/>
        </p:nvSpPr>
        <p:spPr>
          <a:xfrm>
            <a:off x="1592672" y="30676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3" name="9wup_2_official_PredictedAtoms_7">
            <a:extLst>
              <a:ext uri="{FF2B5EF4-FFF2-40B4-BE49-F238E27FC236}">
                <a16:creationId xmlns:a16="http://schemas.microsoft.com/office/drawing/2014/main" id="{3E06AB68-8DCF-435B-AAB4-3FBA9F545CD9}"/>
              </a:ext>
            </a:extLst>
          </p:cNvPr>
          <p:cNvSpPr>
            <a:spLocks noGrp="1"/>
          </p:cNvSpPr>
          <p:nvPr/>
        </p:nvSpPr>
        <p:spPr>
          <a:xfrm>
            <a:off x="1721796" y="32438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4" name="9wup_2_official_PredictedAtoms_8">
            <a:extLst>
              <a:ext uri="{FF2B5EF4-FFF2-40B4-BE49-F238E27FC236}">
                <a16:creationId xmlns:a16="http://schemas.microsoft.com/office/drawing/2014/main" id="{36D7255C-A4A5-4099-9BD8-E536F70EE066}"/>
              </a:ext>
            </a:extLst>
          </p:cNvPr>
          <p:cNvSpPr>
            <a:spLocks noGrp="1"/>
          </p:cNvSpPr>
          <p:nvPr/>
        </p:nvSpPr>
        <p:spPr>
          <a:xfrm>
            <a:off x="1793988" y="33668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5" name="9wup_2_official_PredictedAtoms_9">
            <a:extLst>
              <a:ext uri="{FF2B5EF4-FFF2-40B4-BE49-F238E27FC236}">
                <a16:creationId xmlns:a16="http://schemas.microsoft.com/office/drawing/2014/main" id="{02F21C2F-A98A-4EF9-80A7-2A8FDFF29B35}"/>
              </a:ext>
            </a:extLst>
          </p:cNvPr>
          <p:cNvSpPr>
            <a:spLocks noGrp="1"/>
          </p:cNvSpPr>
          <p:nvPr/>
        </p:nvSpPr>
        <p:spPr>
          <a:xfrm>
            <a:off x="1713315" y="34650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6" name="9wup_2_official_PredictedAtoms_10">
            <a:extLst>
              <a:ext uri="{FF2B5EF4-FFF2-40B4-BE49-F238E27FC236}">
                <a16:creationId xmlns:a16="http://schemas.microsoft.com/office/drawing/2014/main" id="{8371DDCA-2F5B-4BD9-8A00-EDBCACFE3562}"/>
              </a:ext>
            </a:extLst>
          </p:cNvPr>
          <p:cNvSpPr>
            <a:spLocks noGrp="1"/>
          </p:cNvSpPr>
          <p:nvPr/>
        </p:nvSpPr>
        <p:spPr>
          <a:xfrm>
            <a:off x="1888884" y="33548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7" name="9wup_2_official_PredictedAtoms_11">
            <a:extLst>
              <a:ext uri="{FF2B5EF4-FFF2-40B4-BE49-F238E27FC236}">
                <a16:creationId xmlns:a16="http://schemas.microsoft.com/office/drawing/2014/main" id="{8FA570F9-2386-4CED-8D1B-E2ED212D7450}"/>
              </a:ext>
            </a:extLst>
          </p:cNvPr>
          <p:cNvSpPr>
            <a:spLocks noGrp="1"/>
          </p:cNvSpPr>
          <p:nvPr/>
        </p:nvSpPr>
        <p:spPr>
          <a:xfrm>
            <a:off x="1851532" y="33943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8" name="9wup_2_official_PredictedAtoms_12">
            <a:extLst>
              <a:ext uri="{FF2B5EF4-FFF2-40B4-BE49-F238E27FC236}">
                <a16:creationId xmlns:a16="http://schemas.microsoft.com/office/drawing/2014/main" id="{AE13EE10-C1DB-4D2E-98DC-C172861FFB2D}"/>
              </a:ext>
            </a:extLst>
          </p:cNvPr>
          <p:cNvSpPr>
            <a:spLocks noGrp="1"/>
          </p:cNvSpPr>
          <p:nvPr/>
        </p:nvSpPr>
        <p:spPr>
          <a:xfrm>
            <a:off x="1828786" y="34947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9" name="9wup_2_official_PredictedAtoms_13">
            <a:extLst>
              <a:ext uri="{FF2B5EF4-FFF2-40B4-BE49-F238E27FC236}">
                <a16:creationId xmlns:a16="http://schemas.microsoft.com/office/drawing/2014/main" id="{8BB8AE77-F00F-4F18-9D26-D7566312996A}"/>
              </a:ext>
            </a:extLst>
          </p:cNvPr>
          <p:cNvSpPr>
            <a:spLocks noGrp="1"/>
          </p:cNvSpPr>
          <p:nvPr/>
        </p:nvSpPr>
        <p:spPr>
          <a:xfrm>
            <a:off x="1883385" y="34905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0" name="9wup_2_official_PredictedAtoms_14">
            <a:extLst>
              <a:ext uri="{FF2B5EF4-FFF2-40B4-BE49-F238E27FC236}">
                <a16:creationId xmlns:a16="http://schemas.microsoft.com/office/drawing/2014/main" id="{93B199BC-CA2E-4973-9637-2360064C04A3}"/>
              </a:ext>
            </a:extLst>
          </p:cNvPr>
          <p:cNvSpPr>
            <a:spLocks noGrp="1"/>
          </p:cNvSpPr>
          <p:nvPr/>
        </p:nvSpPr>
        <p:spPr>
          <a:xfrm>
            <a:off x="1989957" y="34324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1" name="9wup_2_official_PredictedAtoms_15">
            <a:extLst>
              <a:ext uri="{FF2B5EF4-FFF2-40B4-BE49-F238E27FC236}">
                <a16:creationId xmlns:a16="http://schemas.microsoft.com/office/drawing/2014/main" id="{8E385305-7C0B-4D45-BC9C-1CBFE11BD719}"/>
              </a:ext>
            </a:extLst>
          </p:cNvPr>
          <p:cNvSpPr>
            <a:spLocks noGrp="1"/>
          </p:cNvSpPr>
          <p:nvPr/>
        </p:nvSpPr>
        <p:spPr>
          <a:xfrm>
            <a:off x="2006242" y="33857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2" name="9wup_2_official_PredictedAtoms_16">
            <a:extLst>
              <a:ext uri="{FF2B5EF4-FFF2-40B4-BE49-F238E27FC236}">
                <a16:creationId xmlns:a16="http://schemas.microsoft.com/office/drawing/2014/main" id="{AF8D2C66-9D39-4B72-A14A-8CD73A122C45}"/>
              </a:ext>
            </a:extLst>
          </p:cNvPr>
          <p:cNvSpPr>
            <a:spLocks noGrp="1"/>
          </p:cNvSpPr>
          <p:nvPr/>
        </p:nvSpPr>
        <p:spPr>
          <a:xfrm>
            <a:off x="2073282" y="3275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3" name="9wup_2_official_PredictedAtoms_17">
            <a:extLst>
              <a:ext uri="{FF2B5EF4-FFF2-40B4-BE49-F238E27FC236}">
                <a16:creationId xmlns:a16="http://schemas.microsoft.com/office/drawing/2014/main" id="{FD487E94-7788-4B29-867C-6C770FCA2E8A}"/>
              </a:ext>
            </a:extLst>
          </p:cNvPr>
          <p:cNvSpPr>
            <a:spLocks noGrp="1"/>
          </p:cNvSpPr>
          <p:nvPr/>
        </p:nvSpPr>
        <p:spPr>
          <a:xfrm>
            <a:off x="2032238" y="31829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4" name="9wup_2_official_PredictedAtoms_18">
            <a:extLst>
              <a:ext uri="{FF2B5EF4-FFF2-40B4-BE49-F238E27FC236}">
                <a16:creationId xmlns:a16="http://schemas.microsoft.com/office/drawing/2014/main" id="{0392E587-306E-49B3-AE47-131FD5095718}"/>
              </a:ext>
            </a:extLst>
          </p:cNvPr>
          <p:cNvSpPr>
            <a:spLocks noGrp="1"/>
          </p:cNvSpPr>
          <p:nvPr/>
        </p:nvSpPr>
        <p:spPr>
          <a:xfrm>
            <a:off x="2113265" y="3098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5" name="9wup_2_official_PredictedAtoms_19">
            <a:extLst>
              <a:ext uri="{FF2B5EF4-FFF2-40B4-BE49-F238E27FC236}">
                <a16:creationId xmlns:a16="http://schemas.microsoft.com/office/drawing/2014/main" id="{AB100EB6-477E-4BE4-BD25-8A9308187EFF}"/>
              </a:ext>
            </a:extLst>
          </p:cNvPr>
          <p:cNvSpPr>
            <a:spLocks noGrp="1"/>
          </p:cNvSpPr>
          <p:nvPr/>
        </p:nvSpPr>
        <p:spPr>
          <a:xfrm>
            <a:off x="2213232" y="31384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6" name="9wup_2_official_PredictedAtoms_20">
            <a:extLst>
              <a:ext uri="{FF2B5EF4-FFF2-40B4-BE49-F238E27FC236}">
                <a16:creationId xmlns:a16="http://schemas.microsoft.com/office/drawing/2014/main" id="{EEE99CCA-CE5A-40A8-9802-2142FD7D7E30}"/>
              </a:ext>
            </a:extLst>
          </p:cNvPr>
          <p:cNvSpPr>
            <a:spLocks noGrp="1"/>
          </p:cNvSpPr>
          <p:nvPr/>
        </p:nvSpPr>
        <p:spPr>
          <a:xfrm>
            <a:off x="2324726" y="30875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7" name="9wup_2_official_PredictedAtoms_21">
            <a:extLst>
              <a:ext uri="{FF2B5EF4-FFF2-40B4-BE49-F238E27FC236}">
                <a16:creationId xmlns:a16="http://schemas.microsoft.com/office/drawing/2014/main" id="{F7747778-8876-400E-BBB9-5EB20206DD10}"/>
              </a:ext>
            </a:extLst>
          </p:cNvPr>
          <p:cNvSpPr>
            <a:spLocks noGrp="1"/>
          </p:cNvSpPr>
          <p:nvPr/>
        </p:nvSpPr>
        <p:spPr>
          <a:xfrm>
            <a:off x="2357678" y="29735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8" name="9wup_2_official_PredictedAtoms_22">
            <a:extLst>
              <a:ext uri="{FF2B5EF4-FFF2-40B4-BE49-F238E27FC236}">
                <a16:creationId xmlns:a16="http://schemas.microsoft.com/office/drawing/2014/main" id="{754DC8D3-8F24-469B-A2B0-AA5E80FA48BF}"/>
              </a:ext>
            </a:extLst>
          </p:cNvPr>
          <p:cNvSpPr>
            <a:spLocks noGrp="1"/>
          </p:cNvSpPr>
          <p:nvPr/>
        </p:nvSpPr>
        <p:spPr>
          <a:xfrm>
            <a:off x="2406987" y="31580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9" name="9wup_2_official_PredictedAtoms_23">
            <a:extLst>
              <a:ext uri="{FF2B5EF4-FFF2-40B4-BE49-F238E27FC236}">
                <a16:creationId xmlns:a16="http://schemas.microsoft.com/office/drawing/2014/main" id="{7A179792-CCE3-4110-B4E2-FB017B987FAC}"/>
              </a:ext>
            </a:extLst>
          </p:cNvPr>
          <p:cNvSpPr>
            <a:spLocks noGrp="1"/>
          </p:cNvSpPr>
          <p:nvPr/>
        </p:nvSpPr>
        <p:spPr>
          <a:xfrm>
            <a:off x="2372389" y="32663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0" name="9wup_2_official_PredictedAtoms_24">
            <a:extLst>
              <a:ext uri="{FF2B5EF4-FFF2-40B4-BE49-F238E27FC236}">
                <a16:creationId xmlns:a16="http://schemas.microsoft.com/office/drawing/2014/main" id="{59A2B2BD-8A55-4C76-AA05-AA90BC1B4EFB}"/>
              </a:ext>
            </a:extLst>
          </p:cNvPr>
          <p:cNvSpPr>
            <a:spLocks noGrp="1"/>
          </p:cNvSpPr>
          <p:nvPr/>
        </p:nvSpPr>
        <p:spPr>
          <a:xfrm>
            <a:off x="2268713" y="33145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1" name="9wup_2_official_PredictedAtoms_25">
            <a:extLst>
              <a:ext uri="{FF2B5EF4-FFF2-40B4-BE49-F238E27FC236}">
                <a16:creationId xmlns:a16="http://schemas.microsoft.com/office/drawing/2014/main" id="{FCDAC291-A924-467E-A0F2-EB4B7BC8A7C6}"/>
              </a:ext>
            </a:extLst>
          </p:cNvPr>
          <p:cNvSpPr>
            <a:spLocks noGrp="1"/>
          </p:cNvSpPr>
          <p:nvPr/>
        </p:nvSpPr>
        <p:spPr>
          <a:xfrm>
            <a:off x="2187417" y="32512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2" name="9wup_2_official_PredictedAtoms_26">
            <a:extLst>
              <a:ext uri="{FF2B5EF4-FFF2-40B4-BE49-F238E27FC236}">
                <a16:creationId xmlns:a16="http://schemas.microsoft.com/office/drawing/2014/main" id="{A7C2676F-8F7C-4988-A386-EB3D466C1964}"/>
              </a:ext>
            </a:extLst>
          </p:cNvPr>
          <p:cNvSpPr>
            <a:spLocks noGrp="1"/>
          </p:cNvSpPr>
          <p:nvPr/>
        </p:nvSpPr>
        <p:spPr>
          <a:xfrm>
            <a:off x="1888505" y="3400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3" name="9wup_2_official_PredictedAtoms_27">
            <a:extLst>
              <a:ext uri="{FF2B5EF4-FFF2-40B4-BE49-F238E27FC236}">
                <a16:creationId xmlns:a16="http://schemas.microsoft.com/office/drawing/2014/main" id="{67FE3AF8-977C-4AD0-8214-01406E5FD84E}"/>
              </a:ext>
            </a:extLst>
          </p:cNvPr>
          <p:cNvSpPr>
            <a:spLocks noGrp="1"/>
          </p:cNvSpPr>
          <p:nvPr/>
        </p:nvSpPr>
        <p:spPr>
          <a:xfrm>
            <a:off x="1892573" y="34822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4" name="9wup_2_official_PredictedAtoms_28">
            <a:extLst>
              <a:ext uri="{FF2B5EF4-FFF2-40B4-BE49-F238E27FC236}">
                <a16:creationId xmlns:a16="http://schemas.microsoft.com/office/drawing/2014/main" id="{5613E724-0F4D-43B9-A74E-129516EECEBC}"/>
              </a:ext>
            </a:extLst>
          </p:cNvPr>
          <p:cNvSpPr>
            <a:spLocks noGrp="1"/>
          </p:cNvSpPr>
          <p:nvPr/>
        </p:nvSpPr>
        <p:spPr>
          <a:xfrm>
            <a:off x="1804896" y="34440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5" name="9wup_2_official_PredictedAtoms_29">
            <a:extLst>
              <a:ext uri="{FF2B5EF4-FFF2-40B4-BE49-F238E27FC236}">
                <a16:creationId xmlns:a16="http://schemas.microsoft.com/office/drawing/2014/main" id="{689B7EA4-8405-445C-BA91-BC9300E3DCC4}"/>
              </a:ext>
            </a:extLst>
          </p:cNvPr>
          <p:cNvSpPr>
            <a:spLocks noGrp="1"/>
          </p:cNvSpPr>
          <p:nvPr/>
        </p:nvSpPr>
        <p:spPr>
          <a:xfrm>
            <a:off x="1722088" y="3533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6" name="9wup_2_official_PredictedAtoms_30">
            <a:extLst>
              <a:ext uri="{FF2B5EF4-FFF2-40B4-BE49-F238E27FC236}">
                <a16:creationId xmlns:a16="http://schemas.microsoft.com/office/drawing/2014/main" id="{33986C75-FBEC-4152-995F-8189A95138C7}"/>
              </a:ext>
            </a:extLst>
          </p:cNvPr>
          <p:cNvSpPr>
            <a:spLocks noGrp="1"/>
          </p:cNvSpPr>
          <p:nvPr/>
        </p:nvSpPr>
        <p:spPr>
          <a:xfrm>
            <a:off x="1389196" y="33318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7" name="9wup_2_official_PredictedAtoms_31">
            <a:extLst>
              <a:ext uri="{FF2B5EF4-FFF2-40B4-BE49-F238E27FC236}">
                <a16:creationId xmlns:a16="http://schemas.microsoft.com/office/drawing/2014/main" id="{27877B82-C811-42C8-A118-B8BF88253626}"/>
              </a:ext>
            </a:extLst>
          </p:cNvPr>
          <p:cNvSpPr>
            <a:spLocks noGrp="1"/>
          </p:cNvSpPr>
          <p:nvPr/>
        </p:nvSpPr>
        <p:spPr>
          <a:xfrm>
            <a:off x="1471237" y="33595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8" name="9wup_2_official_PredictedAtoms_32">
            <a:extLst>
              <a:ext uri="{FF2B5EF4-FFF2-40B4-BE49-F238E27FC236}">
                <a16:creationId xmlns:a16="http://schemas.microsoft.com/office/drawing/2014/main" id="{11D42310-E2DD-406B-9377-392998708D9E}"/>
              </a:ext>
            </a:extLst>
          </p:cNvPr>
          <p:cNvSpPr>
            <a:spLocks noGrp="1"/>
          </p:cNvSpPr>
          <p:nvPr/>
        </p:nvSpPr>
        <p:spPr>
          <a:xfrm>
            <a:off x="1276705" y="34018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9" name="9wup_2_official_PredictedAtoms_33">
            <a:extLst>
              <a:ext uri="{FF2B5EF4-FFF2-40B4-BE49-F238E27FC236}">
                <a16:creationId xmlns:a16="http://schemas.microsoft.com/office/drawing/2014/main" id="{374714F6-17B5-42F9-A20B-5C4A1A60D47E}"/>
              </a:ext>
            </a:extLst>
          </p:cNvPr>
          <p:cNvSpPr>
            <a:spLocks noGrp="1"/>
          </p:cNvSpPr>
          <p:nvPr/>
        </p:nvSpPr>
        <p:spPr>
          <a:xfrm>
            <a:off x="1296568" y="35124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0" name="9wup_2_official_PredictedAtoms_34">
            <a:extLst>
              <a:ext uri="{FF2B5EF4-FFF2-40B4-BE49-F238E27FC236}">
                <a16:creationId xmlns:a16="http://schemas.microsoft.com/office/drawing/2014/main" id="{0D416883-3889-4EDC-886C-499AC2DA0CFE}"/>
              </a:ext>
            </a:extLst>
          </p:cNvPr>
          <p:cNvSpPr>
            <a:spLocks noGrp="1"/>
          </p:cNvSpPr>
          <p:nvPr/>
        </p:nvSpPr>
        <p:spPr>
          <a:xfrm>
            <a:off x="1230398" y="34338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1" name="9wup_2_official_PredictedAtoms_35">
            <a:extLst>
              <a:ext uri="{FF2B5EF4-FFF2-40B4-BE49-F238E27FC236}">
                <a16:creationId xmlns:a16="http://schemas.microsoft.com/office/drawing/2014/main" id="{D8DF05C0-EBE0-4E34-B949-EF449209DB74}"/>
              </a:ext>
            </a:extLst>
          </p:cNvPr>
          <p:cNvSpPr>
            <a:spLocks noGrp="1"/>
          </p:cNvSpPr>
          <p:nvPr/>
        </p:nvSpPr>
        <p:spPr>
          <a:xfrm>
            <a:off x="1104902" y="34288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2" name="9wup_2_official_PredictedAtoms_36">
            <a:extLst>
              <a:ext uri="{FF2B5EF4-FFF2-40B4-BE49-F238E27FC236}">
                <a16:creationId xmlns:a16="http://schemas.microsoft.com/office/drawing/2014/main" id="{5DE0BF5F-8645-4523-9B5B-026A839BF23C}"/>
              </a:ext>
            </a:extLst>
          </p:cNvPr>
          <p:cNvSpPr>
            <a:spLocks noGrp="1"/>
          </p:cNvSpPr>
          <p:nvPr/>
        </p:nvSpPr>
        <p:spPr>
          <a:xfrm>
            <a:off x="1038692" y="35267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3" name="9wup_2_official_PredictedAtoms_37">
            <a:extLst>
              <a:ext uri="{FF2B5EF4-FFF2-40B4-BE49-F238E27FC236}">
                <a16:creationId xmlns:a16="http://schemas.microsoft.com/office/drawing/2014/main" id="{9E5549AF-3468-44FC-9FF0-C50BAB689395}"/>
              </a:ext>
            </a:extLst>
          </p:cNvPr>
          <p:cNvSpPr>
            <a:spLocks noGrp="1"/>
          </p:cNvSpPr>
          <p:nvPr/>
        </p:nvSpPr>
        <p:spPr>
          <a:xfrm>
            <a:off x="1081015" y="36335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4" name="9wup_2_official_PredictedAtoms_38">
            <a:extLst>
              <a:ext uri="{FF2B5EF4-FFF2-40B4-BE49-F238E27FC236}">
                <a16:creationId xmlns:a16="http://schemas.microsoft.com/office/drawing/2014/main" id="{E6853DBD-A036-4322-9B7C-789D0CC07805}"/>
              </a:ext>
            </a:extLst>
          </p:cNvPr>
          <p:cNvSpPr>
            <a:spLocks noGrp="1"/>
          </p:cNvSpPr>
          <p:nvPr/>
        </p:nvSpPr>
        <p:spPr>
          <a:xfrm>
            <a:off x="1015275" y="37330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5" name="9wup_2_official_PredictedAtoms_39">
            <a:extLst>
              <a:ext uri="{FF2B5EF4-FFF2-40B4-BE49-F238E27FC236}">
                <a16:creationId xmlns:a16="http://schemas.microsoft.com/office/drawing/2014/main" id="{BE9D68EB-0389-4B5B-A218-4E1E345D4726}"/>
              </a:ext>
            </a:extLst>
          </p:cNvPr>
          <p:cNvSpPr>
            <a:spLocks noGrp="1"/>
          </p:cNvSpPr>
          <p:nvPr/>
        </p:nvSpPr>
        <p:spPr>
          <a:xfrm>
            <a:off x="1053113" y="38298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6" name="9wup_2_official_PredictedAtoms_40">
            <a:extLst>
              <a:ext uri="{FF2B5EF4-FFF2-40B4-BE49-F238E27FC236}">
                <a16:creationId xmlns:a16="http://schemas.microsoft.com/office/drawing/2014/main" id="{AB7E6442-5E70-48DB-92A3-95BA3F2D06DF}"/>
              </a:ext>
            </a:extLst>
          </p:cNvPr>
          <p:cNvSpPr>
            <a:spLocks noGrp="1"/>
          </p:cNvSpPr>
          <p:nvPr/>
        </p:nvSpPr>
        <p:spPr>
          <a:xfrm>
            <a:off x="902127" y="37291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7" name="9wup_2_official_PredictedAtoms_41">
            <a:extLst>
              <a:ext uri="{FF2B5EF4-FFF2-40B4-BE49-F238E27FC236}">
                <a16:creationId xmlns:a16="http://schemas.microsoft.com/office/drawing/2014/main" id="{EE067927-D59E-41DF-80A2-4F741BE628EA}"/>
              </a:ext>
            </a:extLst>
          </p:cNvPr>
          <p:cNvSpPr>
            <a:spLocks noGrp="1"/>
          </p:cNvSpPr>
          <p:nvPr/>
        </p:nvSpPr>
        <p:spPr>
          <a:xfrm>
            <a:off x="850605" y="36236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8" name="9wup_2_official_PredictedAtoms_42">
            <a:extLst>
              <a:ext uri="{FF2B5EF4-FFF2-40B4-BE49-F238E27FC236}">
                <a16:creationId xmlns:a16="http://schemas.microsoft.com/office/drawing/2014/main" id="{21B5BCDC-EE50-4085-B40D-F0C2E3255CE8}"/>
              </a:ext>
            </a:extLst>
          </p:cNvPr>
          <p:cNvSpPr>
            <a:spLocks noGrp="1"/>
          </p:cNvSpPr>
          <p:nvPr/>
        </p:nvSpPr>
        <p:spPr>
          <a:xfrm>
            <a:off x="746572" y="36226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9" name="9wup_2_official_PredictedAtoms_43">
            <a:extLst>
              <a:ext uri="{FF2B5EF4-FFF2-40B4-BE49-F238E27FC236}">
                <a16:creationId xmlns:a16="http://schemas.microsoft.com/office/drawing/2014/main" id="{5819C58D-8FCB-4592-AA7A-A9BB24C5E467}"/>
              </a:ext>
            </a:extLst>
          </p:cNvPr>
          <p:cNvSpPr>
            <a:spLocks noGrp="1"/>
          </p:cNvSpPr>
          <p:nvPr/>
        </p:nvSpPr>
        <p:spPr>
          <a:xfrm>
            <a:off x="920947" y="35197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0" name="9wup_2_official_PredictedAtoms_44">
            <a:extLst>
              <a:ext uri="{FF2B5EF4-FFF2-40B4-BE49-F238E27FC236}">
                <a16:creationId xmlns:a16="http://schemas.microsoft.com/office/drawing/2014/main" id="{DF28DF42-E861-4A4B-9C7E-EAE4D5EF3BC6}"/>
              </a:ext>
            </a:extLst>
          </p:cNvPr>
          <p:cNvSpPr>
            <a:spLocks noGrp="1"/>
          </p:cNvSpPr>
          <p:nvPr/>
        </p:nvSpPr>
        <p:spPr>
          <a:xfrm>
            <a:off x="870586" y="34126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1" name="9wup_2_official_PredictedAtoms_45">
            <a:extLst>
              <a:ext uri="{FF2B5EF4-FFF2-40B4-BE49-F238E27FC236}">
                <a16:creationId xmlns:a16="http://schemas.microsoft.com/office/drawing/2014/main" id="{2783A667-E629-49E4-993D-21323B083C31}"/>
              </a:ext>
            </a:extLst>
          </p:cNvPr>
          <p:cNvSpPr>
            <a:spLocks noGrp="1"/>
          </p:cNvSpPr>
          <p:nvPr/>
        </p:nvSpPr>
        <p:spPr>
          <a:xfrm>
            <a:off x="932904" y="33148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2" name="9wup_2_official_PredictedAtoms_46">
            <a:extLst>
              <a:ext uri="{FF2B5EF4-FFF2-40B4-BE49-F238E27FC236}">
                <a16:creationId xmlns:a16="http://schemas.microsoft.com/office/drawing/2014/main" id="{E535B0C3-3212-417A-B271-E7A1C5F749AE}"/>
              </a:ext>
            </a:extLst>
          </p:cNvPr>
          <p:cNvSpPr>
            <a:spLocks noGrp="1"/>
          </p:cNvSpPr>
          <p:nvPr/>
        </p:nvSpPr>
        <p:spPr>
          <a:xfrm>
            <a:off x="879725" y="3205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3" name="9wup_2_official_PredictedAtoms_47">
            <a:extLst>
              <a:ext uri="{FF2B5EF4-FFF2-40B4-BE49-F238E27FC236}">
                <a16:creationId xmlns:a16="http://schemas.microsoft.com/office/drawing/2014/main" id="{416E9DBE-B15E-4615-8EA7-2FE65FECDA57}"/>
              </a:ext>
            </a:extLst>
          </p:cNvPr>
          <p:cNvSpPr>
            <a:spLocks noGrp="1"/>
          </p:cNvSpPr>
          <p:nvPr/>
        </p:nvSpPr>
        <p:spPr>
          <a:xfrm>
            <a:off x="940311" y="30999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4" name="9wup_2_official_PredictedAtoms_48">
            <a:extLst>
              <a:ext uri="{FF2B5EF4-FFF2-40B4-BE49-F238E27FC236}">
                <a16:creationId xmlns:a16="http://schemas.microsoft.com/office/drawing/2014/main" id="{43E742E5-0210-4D78-BC12-FA2DDE985AD3}"/>
              </a:ext>
            </a:extLst>
          </p:cNvPr>
          <p:cNvSpPr>
            <a:spLocks noGrp="1"/>
          </p:cNvSpPr>
          <p:nvPr/>
        </p:nvSpPr>
        <p:spPr>
          <a:xfrm>
            <a:off x="873885" y="2986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5" name="9wup_2_official_PredictedAtoms_49">
            <a:extLst>
              <a:ext uri="{FF2B5EF4-FFF2-40B4-BE49-F238E27FC236}">
                <a16:creationId xmlns:a16="http://schemas.microsoft.com/office/drawing/2014/main" id="{AFA6EB7A-1B0D-4598-9106-25BED869B5AA}"/>
              </a:ext>
            </a:extLst>
          </p:cNvPr>
          <p:cNvSpPr>
            <a:spLocks noGrp="1"/>
          </p:cNvSpPr>
          <p:nvPr/>
        </p:nvSpPr>
        <p:spPr>
          <a:xfrm>
            <a:off x="1062213" y="31037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6" name="9wup_2_official_PredictedAtoms_50">
            <a:extLst>
              <a:ext uri="{FF2B5EF4-FFF2-40B4-BE49-F238E27FC236}">
                <a16:creationId xmlns:a16="http://schemas.microsoft.com/office/drawing/2014/main" id="{C5175B5F-9F85-4AF3-9619-C1B5B55BD871}"/>
              </a:ext>
            </a:extLst>
          </p:cNvPr>
          <p:cNvSpPr>
            <a:spLocks noGrp="1"/>
          </p:cNvSpPr>
          <p:nvPr/>
        </p:nvSpPr>
        <p:spPr>
          <a:xfrm>
            <a:off x="1126175" y="29935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7" name="9wup_2_official_PredictedAtoms_51">
            <a:extLst>
              <a:ext uri="{FF2B5EF4-FFF2-40B4-BE49-F238E27FC236}">
                <a16:creationId xmlns:a16="http://schemas.microsoft.com/office/drawing/2014/main" id="{CF6FD1E3-89EA-4A81-9CAF-8861853E6DFD}"/>
              </a:ext>
            </a:extLst>
          </p:cNvPr>
          <p:cNvSpPr>
            <a:spLocks noGrp="1"/>
          </p:cNvSpPr>
          <p:nvPr/>
        </p:nvSpPr>
        <p:spPr>
          <a:xfrm>
            <a:off x="1114009" y="32138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8" name="9wup_2_official_PredictedAtoms_52">
            <a:extLst>
              <a:ext uri="{FF2B5EF4-FFF2-40B4-BE49-F238E27FC236}">
                <a16:creationId xmlns:a16="http://schemas.microsoft.com/office/drawing/2014/main" id="{AAFC175D-17E0-46A0-ACE4-74AB571FEF4A}"/>
              </a:ext>
            </a:extLst>
          </p:cNvPr>
          <p:cNvSpPr>
            <a:spLocks noGrp="1"/>
          </p:cNvSpPr>
          <p:nvPr/>
        </p:nvSpPr>
        <p:spPr>
          <a:xfrm>
            <a:off x="1054224" y="33208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9" name="stage3-cases-clash_16">
            <a:extLst>
              <a:ext uri="{FF2B5EF4-FFF2-40B4-BE49-F238E27FC236}">
                <a16:creationId xmlns:a16="http://schemas.microsoft.com/office/drawing/2014/main" id="{2507A2B0-C060-4F29-94E9-F39E3EBE659A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540" name="9wup_2_tuned_Receptor">
            <a:extLst>
              <a:ext uri="{FF2B5EF4-FFF2-40B4-BE49-F238E27FC236}">
                <a16:creationId xmlns:a16="http://schemas.microsoft.com/office/drawing/2014/main" id="{D1E35586-333D-40BD-8C32-76F67481C0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1" name="9wup_2_tuned_ExperimentalDensity">
            <a:extLst>
              <a:ext uri="{FF2B5EF4-FFF2-40B4-BE49-F238E27FC236}">
                <a16:creationId xmlns:a16="http://schemas.microsoft.com/office/drawing/2014/main" id="{E95D3605-9453-4E71-A1D1-72A9CB95FF4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2" name="9wup_2_tuned_ReferenceLigand_0">
            <a:extLst>
              <a:ext uri="{FF2B5EF4-FFF2-40B4-BE49-F238E27FC236}">
                <a16:creationId xmlns:a16="http://schemas.microsoft.com/office/drawing/2014/main" id="{B11F6794-CDD3-4B08-BA7B-E00C06B43C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wup_2_tuned_ReferenceLigand_1">
            <a:extLst>
              <a:ext uri="{FF2B5EF4-FFF2-40B4-BE49-F238E27FC236}">
                <a16:creationId xmlns:a16="http://schemas.microsoft.com/office/drawing/2014/main" id="{0FC7DC92-484E-46FC-9683-49C1244D50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wup_2_tuned_ReferenceLigand_2">
            <a:extLst>
              <a:ext uri="{FF2B5EF4-FFF2-40B4-BE49-F238E27FC236}">
                <a16:creationId xmlns:a16="http://schemas.microsoft.com/office/drawing/2014/main" id="{0289E551-45DD-4C4E-9656-9E6AE1DEEA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wup_2_tuned_ReferenceLigand_3">
            <a:extLst>
              <a:ext uri="{FF2B5EF4-FFF2-40B4-BE49-F238E27FC236}">
                <a16:creationId xmlns:a16="http://schemas.microsoft.com/office/drawing/2014/main" id="{8FCB6843-E7BF-4914-9DEA-2E45B8F340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wup_2_tuned_ReferenceLigand_4">
            <a:extLst>
              <a:ext uri="{FF2B5EF4-FFF2-40B4-BE49-F238E27FC236}">
                <a16:creationId xmlns:a16="http://schemas.microsoft.com/office/drawing/2014/main" id="{8A1CABAF-FDEA-4D9A-8747-499F326A4E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wup_2_tuned_ReferenceLigand_5">
            <a:extLst>
              <a:ext uri="{FF2B5EF4-FFF2-40B4-BE49-F238E27FC236}">
                <a16:creationId xmlns:a16="http://schemas.microsoft.com/office/drawing/2014/main" id="{E2E0506C-C9F1-4294-8D46-E9E537445BF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wup_2_tuned_ReferenceLigand_6">
            <a:extLst>
              <a:ext uri="{FF2B5EF4-FFF2-40B4-BE49-F238E27FC236}">
                <a16:creationId xmlns:a16="http://schemas.microsoft.com/office/drawing/2014/main" id="{ECA48F8C-FAFB-4158-92C6-F7292A80003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wup_2_tuned_ReferenceLigand_7">
            <a:extLst>
              <a:ext uri="{FF2B5EF4-FFF2-40B4-BE49-F238E27FC236}">
                <a16:creationId xmlns:a16="http://schemas.microsoft.com/office/drawing/2014/main" id="{653B5899-3ADF-4B63-821D-901EE83946F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wup_2_tuned_ReferenceLigand_8">
            <a:extLst>
              <a:ext uri="{FF2B5EF4-FFF2-40B4-BE49-F238E27FC236}">
                <a16:creationId xmlns:a16="http://schemas.microsoft.com/office/drawing/2014/main" id="{8B352B79-58E7-424E-9E20-5FD4772E61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wup_2_tuned_ReferenceLigand_9">
            <a:extLst>
              <a:ext uri="{FF2B5EF4-FFF2-40B4-BE49-F238E27FC236}">
                <a16:creationId xmlns:a16="http://schemas.microsoft.com/office/drawing/2014/main" id="{7EC718D2-E3F6-43E0-A72B-A22FA8B0B6E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wup_2_tuned_ReferenceLigand_10">
            <a:extLst>
              <a:ext uri="{FF2B5EF4-FFF2-40B4-BE49-F238E27FC236}">
                <a16:creationId xmlns:a16="http://schemas.microsoft.com/office/drawing/2014/main" id="{1A95ECAF-BE98-440E-AE37-1800FDFA32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wup_2_tuned_ReferenceLigand_11">
            <a:extLst>
              <a:ext uri="{FF2B5EF4-FFF2-40B4-BE49-F238E27FC236}">
                <a16:creationId xmlns:a16="http://schemas.microsoft.com/office/drawing/2014/main" id="{EBCDD6E7-9334-43DF-AFA0-DB26AA8A59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wup_2_tuned_ReferenceLigand_12">
            <a:extLst>
              <a:ext uri="{FF2B5EF4-FFF2-40B4-BE49-F238E27FC236}">
                <a16:creationId xmlns:a16="http://schemas.microsoft.com/office/drawing/2014/main" id="{F6AFAB9E-F58F-4A9A-B244-0930AA752C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wup_2_tuned_ReferenceLigand_13">
            <a:extLst>
              <a:ext uri="{FF2B5EF4-FFF2-40B4-BE49-F238E27FC236}">
                <a16:creationId xmlns:a16="http://schemas.microsoft.com/office/drawing/2014/main" id="{0AC772F6-A45C-4E0D-9948-A75130C04C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wup_2_tuned_ReferenceLigand_14">
            <a:extLst>
              <a:ext uri="{FF2B5EF4-FFF2-40B4-BE49-F238E27FC236}">
                <a16:creationId xmlns:a16="http://schemas.microsoft.com/office/drawing/2014/main" id="{52AB2482-8961-475B-A23B-D1A14DD878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wup_2_tuned_ReferenceLigand_15">
            <a:extLst>
              <a:ext uri="{FF2B5EF4-FFF2-40B4-BE49-F238E27FC236}">
                <a16:creationId xmlns:a16="http://schemas.microsoft.com/office/drawing/2014/main" id="{81D4CC45-42F1-4426-AE8F-2239DDEBFA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wup_2_tuned_ReferenceLigand_16">
            <a:extLst>
              <a:ext uri="{FF2B5EF4-FFF2-40B4-BE49-F238E27FC236}">
                <a16:creationId xmlns:a16="http://schemas.microsoft.com/office/drawing/2014/main" id="{B3F8BB3F-16C2-41E4-9BBB-B35E87B2D9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wup_2_tuned_ReferenceLigand_17">
            <a:extLst>
              <a:ext uri="{FF2B5EF4-FFF2-40B4-BE49-F238E27FC236}">
                <a16:creationId xmlns:a16="http://schemas.microsoft.com/office/drawing/2014/main" id="{82A15966-1BF7-4402-9F05-F8A233098A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wup_2_tuned_ReferenceLigand_18">
            <a:extLst>
              <a:ext uri="{FF2B5EF4-FFF2-40B4-BE49-F238E27FC236}">
                <a16:creationId xmlns:a16="http://schemas.microsoft.com/office/drawing/2014/main" id="{6F15BF4F-0DA3-4344-B8B8-F42BFB225B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wup_2_tuned_ReferenceLigand_19">
            <a:extLst>
              <a:ext uri="{FF2B5EF4-FFF2-40B4-BE49-F238E27FC236}">
                <a16:creationId xmlns:a16="http://schemas.microsoft.com/office/drawing/2014/main" id="{4B87CB19-66BC-4D62-82CB-E00B83479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wup_2_tuned_ReferenceLigand_20">
            <a:extLst>
              <a:ext uri="{FF2B5EF4-FFF2-40B4-BE49-F238E27FC236}">
                <a16:creationId xmlns:a16="http://schemas.microsoft.com/office/drawing/2014/main" id="{97469B20-8E6B-439F-8261-C3EE30BFB1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wup_2_tuned_ReferenceLigand_21">
            <a:extLst>
              <a:ext uri="{FF2B5EF4-FFF2-40B4-BE49-F238E27FC236}">
                <a16:creationId xmlns:a16="http://schemas.microsoft.com/office/drawing/2014/main" id="{F3052528-0BCA-4898-8595-9F3D74348E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wup_2_tuned_ReferenceLigand_22">
            <a:extLst>
              <a:ext uri="{FF2B5EF4-FFF2-40B4-BE49-F238E27FC236}">
                <a16:creationId xmlns:a16="http://schemas.microsoft.com/office/drawing/2014/main" id="{71F416D8-A40D-42A4-80BA-6E71197784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wup_2_tuned_ReferenceLigand_23">
            <a:extLst>
              <a:ext uri="{FF2B5EF4-FFF2-40B4-BE49-F238E27FC236}">
                <a16:creationId xmlns:a16="http://schemas.microsoft.com/office/drawing/2014/main" id="{98C5D378-0D03-4497-8A95-D6853C339A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wup_2_tuned_ReferenceLigand_24">
            <a:extLst>
              <a:ext uri="{FF2B5EF4-FFF2-40B4-BE49-F238E27FC236}">
                <a16:creationId xmlns:a16="http://schemas.microsoft.com/office/drawing/2014/main" id="{E859B255-03C5-45CC-B42F-3E25DE9465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wup_2_tuned_ReferenceLigand_25">
            <a:extLst>
              <a:ext uri="{FF2B5EF4-FFF2-40B4-BE49-F238E27FC236}">
                <a16:creationId xmlns:a16="http://schemas.microsoft.com/office/drawing/2014/main" id="{F0C8D4BE-9DBC-451C-BB10-09058C6C28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wup_2_tuned_ReferenceLigand_26">
            <a:extLst>
              <a:ext uri="{FF2B5EF4-FFF2-40B4-BE49-F238E27FC236}">
                <a16:creationId xmlns:a16="http://schemas.microsoft.com/office/drawing/2014/main" id="{06E128AD-3D02-4FAD-8C0A-9F66AC01C0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wup_2_tuned_ReferenceLigand_27">
            <a:extLst>
              <a:ext uri="{FF2B5EF4-FFF2-40B4-BE49-F238E27FC236}">
                <a16:creationId xmlns:a16="http://schemas.microsoft.com/office/drawing/2014/main" id="{B9FDC28B-4439-4428-922F-DC34A5A729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wup_2_tuned_ReferenceLigand_28">
            <a:extLst>
              <a:ext uri="{FF2B5EF4-FFF2-40B4-BE49-F238E27FC236}">
                <a16:creationId xmlns:a16="http://schemas.microsoft.com/office/drawing/2014/main" id="{6C21C12A-DB7C-418B-9A8F-2B7B7A7D2B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wup_2_tuned_ReferenceLigand_29">
            <a:extLst>
              <a:ext uri="{FF2B5EF4-FFF2-40B4-BE49-F238E27FC236}">
                <a16:creationId xmlns:a16="http://schemas.microsoft.com/office/drawing/2014/main" id="{F03CECD3-766F-4484-A3B5-20B3A917A3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wup_2_tuned_ReferenceLigand_30">
            <a:extLst>
              <a:ext uri="{FF2B5EF4-FFF2-40B4-BE49-F238E27FC236}">
                <a16:creationId xmlns:a16="http://schemas.microsoft.com/office/drawing/2014/main" id="{02879759-9999-4C98-8FB6-C0D5503A25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wup_2_tuned_ReferenceLigand_31">
            <a:extLst>
              <a:ext uri="{FF2B5EF4-FFF2-40B4-BE49-F238E27FC236}">
                <a16:creationId xmlns:a16="http://schemas.microsoft.com/office/drawing/2014/main" id="{2F33E0DD-FE13-4C45-9F7F-E260CCFBC9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wup_2_tuned_ReferenceLigand_32">
            <a:extLst>
              <a:ext uri="{FF2B5EF4-FFF2-40B4-BE49-F238E27FC236}">
                <a16:creationId xmlns:a16="http://schemas.microsoft.com/office/drawing/2014/main" id="{D33FBB37-360D-4C52-BE4D-045E78A7A0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wup_2_tuned_ReferenceLigand_33">
            <a:extLst>
              <a:ext uri="{FF2B5EF4-FFF2-40B4-BE49-F238E27FC236}">
                <a16:creationId xmlns:a16="http://schemas.microsoft.com/office/drawing/2014/main" id="{EC74AB88-4135-466A-817E-3843AAC2CD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wup_2_tuned_ReferenceLigand_34">
            <a:extLst>
              <a:ext uri="{FF2B5EF4-FFF2-40B4-BE49-F238E27FC236}">
                <a16:creationId xmlns:a16="http://schemas.microsoft.com/office/drawing/2014/main" id="{845F913B-C936-4A92-BD90-F64F5B8ACFE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wup_2_tuned_ReferenceLigand_35">
            <a:extLst>
              <a:ext uri="{FF2B5EF4-FFF2-40B4-BE49-F238E27FC236}">
                <a16:creationId xmlns:a16="http://schemas.microsoft.com/office/drawing/2014/main" id="{1795B99D-D838-4926-8DDC-9B84B096DE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wup_2_tuned_ReferenceLigand_36">
            <a:extLst>
              <a:ext uri="{FF2B5EF4-FFF2-40B4-BE49-F238E27FC236}">
                <a16:creationId xmlns:a16="http://schemas.microsoft.com/office/drawing/2014/main" id="{EC138188-9807-4D3C-8757-CEEA3BD66CF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wup_2_tuned_ReferenceLigand_37">
            <a:extLst>
              <a:ext uri="{FF2B5EF4-FFF2-40B4-BE49-F238E27FC236}">
                <a16:creationId xmlns:a16="http://schemas.microsoft.com/office/drawing/2014/main" id="{E387B9EA-6598-4922-A1C1-3275411E26E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wup_2_tuned_ReferenceLigand_38">
            <a:extLst>
              <a:ext uri="{FF2B5EF4-FFF2-40B4-BE49-F238E27FC236}">
                <a16:creationId xmlns:a16="http://schemas.microsoft.com/office/drawing/2014/main" id="{992A5057-592A-443F-B812-88D48C73BB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wup_2_tuned_ReferenceLigand_39">
            <a:extLst>
              <a:ext uri="{FF2B5EF4-FFF2-40B4-BE49-F238E27FC236}">
                <a16:creationId xmlns:a16="http://schemas.microsoft.com/office/drawing/2014/main" id="{BBCDEBD3-EB3E-41C4-9E7C-DDA0A4BDD5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2" name="9wup_2_tuned_ReferenceLigand_40">
            <a:extLst>
              <a:ext uri="{FF2B5EF4-FFF2-40B4-BE49-F238E27FC236}">
                <a16:creationId xmlns:a16="http://schemas.microsoft.com/office/drawing/2014/main" id="{1C2B61E5-1FC9-460F-9ED0-2ABA54B9CC2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3" name="9wup_2_tuned_ReferenceLigand_41">
            <a:extLst>
              <a:ext uri="{FF2B5EF4-FFF2-40B4-BE49-F238E27FC236}">
                <a16:creationId xmlns:a16="http://schemas.microsoft.com/office/drawing/2014/main" id="{D98F0605-AF19-4DC4-B238-02F2ED5381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4" name="9wup_2_tuned_ReferenceLigand_42">
            <a:extLst>
              <a:ext uri="{FF2B5EF4-FFF2-40B4-BE49-F238E27FC236}">
                <a16:creationId xmlns:a16="http://schemas.microsoft.com/office/drawing/2014/main" id="{EDC5E122-3822-4B7F-B800-030D7D4884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5" name="9wup_2_tuned_ReferenceLigand_43">
            <a:extLst>
              <a:ext uri="{FF2B5EF4-FFF2-40B4-BE49-F238E27FC236}">
                <a16:creationId xmlns:a16="http://schemas.microsoft.com/office/drawing/2014/main" id="{08494BB3-D995-47F5-B7F3-5A4123D731C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6" name="9wup_2_tuned_ReferenceLigand_44">
            <a:extLst>
              <a:ext uri="{FF2B5EF4-FFF2-40B4-BE49-F238E27FC236}">
                <a16:creationId xmlns:a16="http://schemas.microsoft.com/office/drawing/2014/main" id="{6DC27913-C9AB-4D92-9EC8-BDD1BD46E0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7" name="9wup_2_tuned_ReferenceLigand_45">
            <a:extLst>
              <a:ext uri="{FF2B5EF4-FFF2-40B4-BE49-F238E27FC236}">
                <a16:creationId xmlns:a16="http://schemas.microsoft.com/office/drawing/2014/main" id="{06F3DDFA-F67A-4723-A37C-B29C0A99A30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8" name="9wup_2_tuned_ReferenceLigand_46">
            <a:extLst>
              <a:ext uri="{FF2B5EF4-FFF2-40B4-BE49-F238E27FC236}">
                <a16:creationId xmlns:a16="http://schemas.microsoft.com/office/drawing/2014/main" id="{9EFA883F-9178-4B74-A216-FFF53C5ECF2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9" name="9wup_2_tuned_ReferenceLigand_47">
            <a:extLst>
              <a:ext uri="{FF2B5EF4-FFF2-40B4-BE49-F238E27FC236}">
                <a16:creationId xmlns:a16="http://schemas.microsoft.com/office/drawing/2014/main" id="{650B34A4-F79E-46BF-9A69-CE39ADEBA7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0" name="9wup_2_tuned_ReferenceLigand_48">
            <a:extLst>
              <a:ext uri="{FF2B5EF4-FFF2-40B4-BE49-F238E27FC236}">
                <a16:creationId xmlns:a16="http://schemas.microsoft.com/office/drawing/2014/main" id="{4F77E537-CEB5-4CFF-8F02-1D2BFA87A9F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1" name="9wup_2_tuned_ReferenceLigand_49">
            <a:extLst>
              <a:ext uri="{FF2B5EF4-FFF2-40B4-BE49-F238E27FC236}">
                <a16:creationId xmlns:a16="http://schemas.microsoft.com/office/drawing/2014/main" id="{FBCD72A4-E98F-4A7F-9B3E-0F506E9967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2" name="9wup_2_tuned_ReferenceLigand_50">
            <a:extLst>
              <a:ext uri="{FF2B5EF4-FFF2-40B4-BE49-F238E27FC236}">
                <a16:creationId xmlns:a16="http://schemas.microsoft.com/office/drawing/2014/main" id="{D17E496D-0623-4271-8A3F-6676E11F681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3" name="9wup_2_tuned_ReferenceLigand_51">
            <a:extLst>
              <a:ext uri="{FF2B5EF4-FFF2-40B4-BE49-F238E27FC236}">
                <a16:creationId xmlns:a16="http://schemas.microsoft.com/office/drawing/2014/main" id="{4B73B2CD-D1BB-421C-BFF1-674A92F63DE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4" name="9wup_2_tuned_ReferenceLigand_52">
            <a:extLst>
              <a:ext uri="{FF2B5EF4-FFF2-40B4-BE49-F238E27FC236}">
                <a16:creationId xmlns:a16="http://schemas.microsoft.com/office/drawing/2014/main" id="{06090084-D895-4898-A929-875FBB9C36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5" name="9wup_2_tuned_ReferenceLigand_53">
            <a:extLst>
              <a:ext uri="{FF2B5EF4-FFF2-40B4-BE49-F238E27FC236}">
                <a16:creationId xmlns:a16="http://schemas.microsoft.com/office/drawing/2014/main" id="{71D6E8B9-E444-4690-8F2D-375D6AE463E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6" name="9wup_2_tuned_ReferenceLigand_54">
            <a:extLst>
              <a:ext uri="{FF2B5EF4-FFF2-40B4-BE49-F238E27FC236}">
                <a16:creationId xmlns:a16="http://schemas.microsoft.com/office/drawing/2014/main" id="{3470BDF0-4D31-4219-8C40-135EAB3C3F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7" name="9wup_2_tuned_ReferenceLigand_55">
            <a:extLst>
              <a:ext uri="{FF2B5EF4-FFF2-40B4-BE49-F238E27FC236}">
                <a16:creationId xmlns:a16="http://schemas.microsoft.com/office/drawing/2014/main" id="{ACE7AD7D-9D24-4209-85CD-5E0CF74F99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8" name="9wup_2_tuned_ReferenceLigand_56">
            <a:extLst>
              <a:ext uri="{FF2B5EF4-FFF2-40B4-BE49-F238E27FC236}">
                <a16:creationId xmlns:a16="http://schemas.microsoft.com/office/drawing/2014/main" id="{1380C44D-CCDE-4F60-A13F-2665B3394D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9" name="9wup_2_tuned_ReferenceLigand_57">
            <a:extLst>
              <a:ext uri="{FF2B5EF4-FFF2-40B4-BE49-F238E27FC236}">
                <a16:creationId xmlns:a16="http://schemas.microsoft.com/office/drawing/2014/main" id="{6F420462-5449-4EAC-80B1-E6AED957A4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0" name="9wup_2_tuned_PredictedLigand_0">
            <a:extLst>
              <a:ext uri="{FF2B5EF4-FFF2-40B4-BE49-F238E27FC236}">
                <a16:creationId xmlns:a16="http://schemas.microsoft.com/office/drawing/2014/main" id="{B65D2B88-5D21-4686-BE75-B1F661BCE8D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1" name="9wup_2_tuned_PredictedLigand_1">
            <a:extLst>
              <a:ext uri="{FF2B5EF4-FFF2-40B4-BE49-F238E27FC236}">
                <a16:creationId xmlns:a16="http://schemas.microsoft.com/office/drawing/2014/main" id="{25169F12-81F0-4A13-88B7-AC15FB2BA3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2" name="9wup_2_tuned_PredictedLigand_2">
            <a:extLst>
              <a:ext uri="{FF2B5EF4-FFF2-40B4-BE49-F238E27FC236}">
                <a16:creationId xmlns:a16="http://schemas.microsoft.com/office/drawing/2014/main" id="{51225AB5-39D0-425C-BD3F-F662B6CB6A3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3" name="9wup_2_tuned_PredictedLigand_3">
            <a:extLst>
              <a:ext uri="{FF2B5EF4-FFF2-40B4-BE49-F238E27FC236}">
                <a16:creationId xmlns:a16="http://schemas.microsoft.com/office/drawing/2014/main" id="{96B0DFEA-02B7-4744-95D0-9E3701B96E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4" name="9wup_2_tuned_PredictedLigand_4">
            <a:extLst>
              <a:ext uri="{FF2B5EF4-FFF2-40B4-BE49-F238E27FC236}">
                <a16:creationId xmlns:a16="http://schemas.microsoft.com/office/drawing/2014/main" id="{D501A0DB-6361-48E5-ABF2-D1E7FA2651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5" name="9wup_2_tuned_PredictedLigand_5">
            <a:extLst>
              <a:ext uri="{FF2B5EF4-FFF2-40B4-BE49-F238E27FC236}">
                <a16:creationId xmlns:a16="http://schemas.microsoft.com/office/drawing/2014/main" id="{3AA280BB-AD5F-4E0C-96AF-CA4D8350E7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6" name="9wup_2_tuned_PredictedLigand_6">
            <a:extLst>
              <a:ext uri="{FF2B5EF4-FFF2-40B4-BE49-F238E27FC236}">
                <a16:creationId xmlns:a16="http://schemas.microsoft.com/office/drawing/2014/main" id="{8EB59F35-0900-4B40-AA8A-ACFD030C5B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7" name="9wup_2_tuned_PredictedLigand_7">
            <a:extLst>
              <a:ext uri="{FF2B5EF4-FFF2-40B4-BE49-F238E27FC236}">
                <a16:creationId xmlns:a16="http://schemas.microsoft.com/office/drawing/2014/main" id="{8FBA7805-F72B-4A39-A707-A9CC667081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8" name="9wup_2_tuned_PredictedLigand_8">
            <a:extLst>
              <a:ext uri="{FF2B5EF4-FFF2-40B4-BE49-F238E27FC236}">
                <a16:creationId xmlns:a16="http://schemas.microsoft.com/office/drawing/2014/main" id="{6F384992-B8F1-4E3D-AA97-8FEC37C185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9" name="9wup_2_tuned_PredictedLigand_9">
            <a:extLst>
              <a:ext uri="{FF2B5EF4-FFF2-40B4-BE49-F238E27FC236}">
                <a16:creationId xmlns:a16="http://schemas.microsoft.com/office/drawing/2014/main" id="{9A9B1638-C38A-4E30-904D-82CAA7DD46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0" name="9wup_2_tuned_PredictedLigand_10">
            <a:extLst>
              <a:ext uri="{FF2B5EF4-FFF2-40B4-BE49-F238E27FC236}">
                <a16:creationId xmlns:a16="http://schemas.microsoft.com/office/drawing/2014/main" id="{F093CF44-CABC-434F-A309-03DDA4C8823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1" name="9wup_2_tuned_PredictedLigand_11">
            <a:extLst>
              <a:ext uri="{FF2B5EF4-FFF2-40B4-BE49-F238E27FC236}">
                <a16:creationId xmlns:a16="http://schemas.microsoft.com/office/drawing/2014/main" id="{C4079D5C-C0A8-4247-B885-55857E93BB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2" name="9wup_2_tuned_PredictedLigand_12">
            <a:extLst>
              <a:ext uri="{FF2B5EF4-FFF2-40B4-BE49-F238E27FC236}">
                <a16:creationId xmlns:a16="http://schemas.microsoft.com/office/drawing/2014/main" id="{AB2533DA-06FB-48D6-A559-CB65F0195C7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3" name="9wup_2_tuned_PredictedLigand_13">
            <a:extLst>
              <a:ext uri="{FF2B5EF4-FFF2-40B4-BE49-F238E27FC236}">
                <a16:creationId xmlns:a16="http://schemas.microsoft.com/office/drawing/2014/main" id="{F6E99F2E-19A3-4D55-BC17-C247A78959F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4" name="9wup_2_tuned_PredictedLigand_14">
            <a:extLst>
              <a:ext uri="{FF2B5EF4-FFF2-40B4-BE49-F238E27FC236}">
                <a16:creationId xmlns:a16="http://schemas.microsoft.com/office/drawing/2014/main" id="{534D37DF-1966-422B-A78A-40D274243DA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5" name="9wup_2_tuned_PredictedLigand_15">
            <a:extLst>
              <a:ext uri="{FF2B5EF4-FFF2-40B4-BE49-F238E27FC236}">
                <a16:creationId xmlns:a16="http://schemas.microsoft.com/office/drawing/2014/main" id="{1B195F07-2FFB-4990-B91A-DC6B7E452F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6" name="9wup_2_tuned_PredictedLigand_16">
            <a:extLst>
              <a:ext uri="{FF2B5EF4-FFF2-40B4-BE49-F238E27FC236}">
                <a16:creationId xmlns:a16="http://schemas.microsoft.com/office/drawing/2014/main" id="{64DB44DF-CC08-48C1-8277-575AB65A3C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7" name="9wup_2_tuned_PredictedLigand_17">
            <a:extLst>
              <a:ext uri="{FF2B5EF4-FFF2-40B4-BE49-F238E27FC236}">
                <a16:creationId xmlns:a16="http://schemas.microsoft.com/office/drawing/2014/main" id="{133A05C6-A65C-4217-B832-DBF1473291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8" name="9wup_2_tuned_PredictedLigand_18">
            <a:extLst>
              <a:ext uri="{FF2B5EF4-FFF2-40B4-BE49-F238E27FC236}">
                <a16:creationId xmlns:a16="http://schemas.microsoft.com/office/drawing/2014/main" id="{7FA48BFE-B910-41A0-A9E8-E80EA4F1FA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9" name="9wup_2_tuned_PredictedLigand_19">
            <a:extLst>
              <a:ext uri="{FF2B5EF4-FFF2-40B4-BE49-F238E27FC236}">
                <a16:creationId xmlns:a16="http://schemas.microsoft.com/office/drawing/2014/main" id="{5C51D4C7-D66E-4279-B86C-863CEB9E523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0" name="9wup_2_tuned_PredictedLigand_20">
            <a:extLst>
              <a:ext uri="{FF2B5EF4-FFF2-40B4-BE49-F238E27FC236}">
                <a16:creationId xmlns:a16="http://schemas.microsoft.com/office/drawing/2014/main" id="{9F4E805F-3A26-42C4-A602-9C6D184428E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1" name="9wup_2_tuned_PredictedLigand_21">
            <a:extLst>
              <a:ext uri="{FF2B5EF4-FFF2-40B4-BE49-F238E27FC236}">
                <a16:creationId xmlns:a16="http://schemas.microsoft.com/office/drawing/2014/main" id="{2A99FC63-AF56-454C-AFA6-7203203DE2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2" name="9wup_2_tuned_PredictedLigand_22">
            <a:extLst>
              <a:ext uri="{FF2B5EF4-FFF2-40B4-BE49-F238E27FC236}">
                <a16:creationId xmlns:a16="http://schemas.microsoft.com/office/drawing/2014/main" id="{32270DB6-A94B-47DC-84FC-A3D084CE26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3" name="9wup_2_tuned_PredictedLigand_23">
            <a:extLst>
              <a:ext uri="{FF2B5EF4-FFF2-40B4-BE49-F238E27FC236}">
                <a16:creationId xmlns:a16="http://schemas.microsoft.com/office/drawing/2014/main" id="{6B676359-8191-43D9-92CF-B6E2A118C5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4" name="9wup_2_tuned_PredictedLigand_24">
            <a:extLst>
              <a:ext uri="{FF2B5EF4-FFF2-40B4-BE49-F238E27FC236}">
                <a16:creationId xmlns:a16="http://schemas.microsoft.com/office/drawing/2014/main" id="{D11A203A-772E-40D2-BACE-8FD188448F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5" name="9wup_2_tuned_PredictedLigand_25">
            <a:extLst>
              <a:ext uri="{FF2B5EF4-FFF2-40B4-BE49-F238E27FC236}">
                <a16:creationId xmlns:a16="http://schemas.microsoft.com/office/drawing/2014/main" id="{B43320E6-9455-4EA9-AD20-D6EE13D7BD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6" name="9wup_2_tuned_PredictedLigand_26">
            <a:extLst>
              <a:ext uri="{FF2B5EF4-FFF2-40B4-BE49-F238E27FC236}">
                <a16:creationId xmlns:a16="http://schemas.microsoft.com/office/drawing/2014/main" id="{CD076A2C-058C-4184-A8A8-8895769396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7" name="9wup_2_tuned_PredictedLigand_27">
            <a:extLst>
              <a:ext uri="{FF2B5EF4-FFF2-40B4-BE49-F238E27FC236}">
                <a16:creationId xmlns:a16="http://schemas.microsoft.com/office/drawing/2014/main" id="{A12D4ABD-46B5-4446-A69B-45748C313B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8" name="9wup_2_tuned_PredictedLigand_28">
            <a:extLst>
              <a:ext uri="{FF2B5EF4-FFF2-40B4-BE49-F238E27FC236}">
                <a16:creationId xmlns:a16="http://schemas.microsoft.com/office/drawing/2014/main" id="{8999A1C2-2C00-4808-BE77-4200A60123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9" name="9wup_2_tuned_PredictedLigand_29">
            <a:extLst>
              <a:ext uri="{FF2B5EF4-FFF2-40B4-BE49-F238E27FC236}">
                <a16:creationId xmlns:a16="http://schemas.microsoft.com/office/drawing/2014/main" id="{48451A4A-26F0-4411-859B-3D0590D5AC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0" name="9wup_2_tuned_PredictedLigand_30">
            <a:extLst>
              <a:ext uri="{FF2B5EF4-FFF2-40B4-BE49-F238E27FC236}">
                <a16:creationId xmlns:a16="http://schemas.microsoft.com/office/drawing/2014/main" id="{E41A5B78-006F-48BC-9E1B-C7788B4F23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1" name="9wup_2_tuned_PredictedLigand_31">
            <a:extLst>
              <a:ext uri="{FF2B5EF4-FFF2-40B4-BE49-F238E27FC236}">
                <a16:creationId xmlns:a16="http://schemas.microsoft.com/office/drawing/2014/main" id="{209F0B51-3E61-418E-AF1B-B0A8139E1E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2" name="9wup_2_tuned_PredictedLigand_32">
            <a:extLst>
              <a:ext uri="{FF2B5EF4-FFF2-40B4-BE49-F238E27FC236}">
                <a16:creationId xmlns:a16="http://schemas.microsoft.com/office/drawing/2014/main" id="{60E114C5-7EA7-4A34-9311-6D185CD9F9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3" name="9wup_2_tuned_PredictedLigand_33">
            <a:extLst>
              <a:ext uri="{FF2B5EF4-FFF2-40B4-BE49-F238E27FC236}">
                <a16:creationId xmlns:a16="http://schemas.microsoft.com/office/drawing/2014/main" id="{57D6FFC6-E0AF-4BBA-88B0-30D0CBBEF1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4" name="9wup_2_tuned_PredictedLigand_34">
            <a:extLst>
              <a:ext uri="{FF2B5EF4-FFF2-40B4-BE49-F238E27FC236}">
                <a16:creationId xmlns:a16="http://schemas.microsoft.com/office/drawing/2014/main" id="{D183729B-DDD3-4533-AE67-5A3C08C89B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5" name="9wup_2_tuned_PredictedLigand_35">
            <a:extLst>
              <a:ext uri="{FF2B5EF4-FFF2-40B4-BE49-F238E27FC236}">
                <a16:creationId xmlns:a16="http://schemas.microsoft.com/office/drawing/2014/main" id="{C7947D4E-86F9-43A0-8B6B-15A9A4170B6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6" name="9wup_2_tuned_PredictedLigand_36">
            <a:extLst>
              <a:ext uri="{FF2B5EF4-FFF2-40B4-BE49-F238E27FC236}">
                <a16:creationId xmlns:a16="http://schemas.microsoft.com/office/drawing/2014/main" id="{EF16CCA7-8DDC-48EE-B8E3-F28ECE803C0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7" name="9wup_2_tuned_PredictedLigand_37">
            <a:extLst>
              <a:ext uri="{FF2B5EF4-FFF2-40B4-BE49-F238E27FC236}">
                <a16:creationId xmlns:a16="http://schemas.microsoft.com/office/drawing/2014/main" id="{88743308-F58E-4BD1-87B3-516614547D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8" name="9wup_2_tuned_PredictedLigand_38">
            <a:extLst>
              <a:ext uri="{FF2B5EF4-FFF2-40B4-BE49-F238E27FC236}">
                <a16:creationId xmlns:a16="http://schemas.microsoft.com/office/drawing/2014/main" id="{2821BC3E-774D-40CF-9B6E-3429419095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9" name="9wup_2_tuned_PredictedLigand_39">
            <a:extLst>
              <a:ext uri="{FF2B5EF4-FFF2-40B4-BE49-F238E27FC236}">
                <a16:creationId xmlns:a16="http://schemas.microsoft.com/office/drawing/2014/main" id="{345B793B-3AE3-441F-8D63-CF0FA1447C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0" name="9wup_2_tuned_PredictedLigand_40">
            <a:extLst>
              <a:ext uri="{FF2B5EF4-FFF2-40B4-BE49-F238E27FC236}">
                <a16:creationId xmlns:a16="http://schemas.microsoft.com/office/drawing/2014/main" id="{23DC211D-0C18-4FD6-8B6A-12D1A74DA9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1" name="9wup_2_tuned_PredictedLigand_41">
            <a:extLst>
              <a:ext uri="{FF2B5EF4-FFF2-40B4-BE49-F238E27FC236}">
                <a16:creationId xmlns:a16="http://schemas.microsoft.com/office/drawing/2014/main" id="{340A6C4A-C837-4580-962B-5DE72FDFA6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2" name="9wup_2_tuned_PredictedLigand_42">
            <a:extLst>
              <a:ext uri="{FF2B5EF4-FFF2-40B4-BE49-F238E27FC236}">
                <a16:creationId xmlns:a16="http://schemas.microsoft.com/office/drawing/2014/main" id="{D934A961-BC9F-4A61-9B9C-F6FED018D42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3" name="9wup_2_tuned_PredictedLigand_43">
            <a:extLst>
              <a:ext uri="{FF2B5EF4-FFF2-40B4-BE49-F238E27FC236}">
                <a16:creationId xmlns:a16="http://schemas.microsoft.com/office/drawing/2014/main" id="{243441FD-E79B-4267-96C7-8430F3890D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4" name="9wup_2_tuned_PredictedLigand_44">
            <a:extLst>
              <a:ext uri="{FF2B5EF4-FFF2-40B4-BE49-F238E27FC236}">
                <a16:creationId xmlns:a16="http://schemas.microsoft.com/office/drawing/2014/main" id="{D4ECE975-C9E2-41B1-A4A6-C636043F869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5" name="9wup_2_tuned_PredictedLigand_45">
            <a:extLst>
              <a:ext uri="{FF2B5EF4-FFF2-40B4-BE49-F238E27FC236}">
                <a16:creationId xmlns:a16="http://schemas.microsoft.com/office/drawing/2014/main" id="{36E965D2-B101-42C9-AAED-CD50D555AE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6" name="9wup_2_tuned_PredictedLigand_46">
            <a:extLst>
              <a:ext uri="{FF2B5EF4-FFF2-40B4-BE49-F238E27FC236}">
                <a16:creationId xmlns:a16="http://schemas.microsoft.com/office/drawing/2014/main" id="{550B6270-4A79-4E7E-B90A-11FE848111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7" name="9wup_2_tuned_PredictedLigand_47">
            <a:extLst>
              <a:ext uri="{FF2B5EF4-FFF2-40B4-BE49-F238E27FC236}">
                <a16:creationId xmlns:a16="http://schemas.microsoft.com/office/drawing/2014/main" id="{57D16911-3010-4497-B2F3-49C7BE251D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8" name="9wup_2_tuned_PredictedLigand_48">
            <a:extLst>
              <a:ext uri="{FF2B5EF4-FFF2-40B4-BE49-F238E27FC236}">
                <a16:creationId xmlns:a16="http://schemas.microsoft.com/office/drawing/2014/main" id="{3BAA38C9-63D9-45E4-A935-9696C2BE15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9" name="9wup_2_tuned_PredictedLigand_49">
            <a:extLst>
              <a:ext uri="{FF2B5EF4-FFF2-40B4-BE49-F238E27FC236}">
                <a16:creationId xmlns:a16="http://schemas.microsoft.com/office/drawing/2014/main" id="{ADDF14A3-0195-4C06-A80A-BF3E46B65A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0" name="9wup_2_tuned_PredictedLigand_50">
            <a:extLst>
              <a:ext uri="{FF2B5EF4-FFF2-40B4-BE49-F238E27FC236}">
                <a16:creationId xmlns:a16="http://schemas.microsoft.com/office/drawing/2014/main" id="{09B7AB0F-DDD9-4F2A-A811-8340E4FC3F7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1" name="9wup_2_tuned_PredictedLigand_51">
            <a:extLst>
              <a:ext uri="{FF2B5EF4-FFF2-40B4-BE49-F238E27FC236}">
                <a16:creationId xmlns:a16="http://schemas.microsoft.com/office/drawing/2014/main" id="{E77741E6-9BE4-49BD-ADD0-BF58788CD98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2" name="9wup_2_tuned_PredictedLigand_52">
            <a:extLst>
              <a:ext uri="{FF2B5EF4-FFF2-40B4-BE49-F238E27FC236}">
                <a16:creationId xmlns:a16="http://schemas.microsoft.com/office/drawing/2014/main" id="{F9EE52B8-FBC0-474F-B1A4-7342888C807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3" name="9wup_2_tuned_PredictedLigand_53">
            <a:extLst>
              <a:ext uri="{FF2B5EF4-FFF2-40B4-BE49-F238E27FC236}">
                <a16:creationId xmlns:a16="http://schemas.microsoft.com/office/drawing/2014/main" id="{40551453-44D3-4699-94B4-27C0996430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4" name="9wup_2_tuned_PredictedLigand_54">
            <a:extLst>
              <a:ext uri="{FF2B5EF4-FFF2-40B4-BE49-F238E27FC236}">
                <a16:creationId xmlns:a16="http://schemas.microsoft.com/office/drawing/2014/main" id="{8E40DAB2-B7A6-47DA-87EE-B094D77892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5" name="9wup_2_tuned_PredictedLigand_55">
            <a:extLst>
              <a:ext uri="{FF2B5EF4-FFF2-40B4-BE49-F238E27FC236}">
                <a16:creationId xmlns:a16="http://schemas.microsoft.com/office/drawing/2014/main" id="{653352E0-8CDA-462B-ABC2-08790AE0E1B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6" name="9wup_2_tuned_PredictedLigand_56">
            <a:extLst>
              <a:ext uri="{FF2B5EF4-FFF2-40B4-BE49-F238E27FC236}">
                <a16:creationId xmlns:a16="http://schemas.microsoft.com/office/drawing/2014/main" id="{BE2C6F88-A6C9-4C38-B3D1-794002EE29C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7" name="9wup_2_tuned_PredictedLigand_57">
            <a:extLst>
              <a:ext uri="{FF2B5EF4-FFF2-40B4-BE49-F238E27FC236}">
                <a16:creationId xmlns:a16="http://schemas.microsoft.com/office/drawing/2014/main" id="{14856E85-B1F8-4294-8BED-41B3EE0554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8" name="9wup_2_tuned_PredictedAtoms_0">
            <a:extLst>
              <a:ext uri="{FF2B5EF4-FFF2-40B4-BE49-F238E27FC236}">
                <a16:creationId xmlns:a16="http://schemas.microsoft.com/office/drawing/2014/main" id="{61FA8A71-D00B-4C7C-92ED-73EBA435B536}"/>
              </a:ext>
            </a:extLst>
          </p:cNvPr>
          <p:cNvSpPr>
            <a:spLocks noGrp="1"/>
          </p:cNvSpPr>
          <p:nvPr/>
        </p:nvSpPr>
        <p:spPr>
          <a:xfrm>
            <a:off x="4234447" y="3026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59" name="9wup_2_tuned_PredictedAtoms_1">
            <a:extLst>
              <a:ext uri="{FF2B5EF4-FFF2-40B4-BE49-F238E27FC236}">
                <a16:creationId xmlns:a16="http://schemas.microsoft.com/office/drawing/2014/main" id="{2404E8C9-431B-4AA8-B997-3BE5FB5B60C4}"/>
              </a:ext>
            </a:extLst>
          </p:cNvPr>
          <p:cNvSpPr>
            <a:spLocks noGrp="1"/>
          </p:cNvSpPr>
          <p:nvPr/>
        </p:nvSpPr>
        <p:spPr>
          <a:xfrm>
            <a:off x="4299699" y="31222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0" name="9wup_2_tuned_PredictedAtoms_2">
            <a:extLst>
              <a:ext uri="{FF2B5EF4-FFF2-40B4-BE49-F238E27FC236}">
                <a16:creationId xmlns:a16="http://schemas.microsoft.com/office/drawing/2014/main" id="{A8796560-B465-4EBF-BB52-EB3A55310782}"/>
              </a:ext>
            </a:extLst>
          </p:cNvPr>
          <p:cNvSpPr>
            <a:spLocks noGrp="1"/>
          </p:cNvSpPr>
          <p:nvPr/>
        </p:nvSpPr>
        <p:spPr>
          <a:xfrm>
            <a:off x="4395684" y="31004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1" name="9wup_2_tuned_PredictedAtoms_3">
            <a:extLst>
              <a:ext uri="{FF2B5EF4-FFF2-40B4-BE49-F238E27FC236}">
                <a16:creationId xmlns:a16="http://schemas.microsoft.com/office/drawing/2014/main" id="{B7E02736-7CC5-4AA7-A878-3E93D905155E}"/>
              </a:ext>
            </a:extLst>
          </p:cNvPr>
          <p:cNvSpPr>
            <a:spLocks noGrp="1"/>
          </p:cNvSpPr>
          <p:nvPr/>
        </p:nvSpPr>
        <p:spPr>
          <a:xfrm>
            <a:off x="4414894" y="31948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2" name="9wup_2_tuned_PredictedAtoms_4">
            <a:extLst>
              <a:ext uri="{FF2B5EF4-FFF2-40B4-BE49-F238E27FC236}">
                <a16:creationId xmlns:a16="http://schemas.microsoft.com/office/drawing/2014/main" id="{D383C414-8256-4CC9-9B15-E09D65D35F22}"/>
              </a:ext>
            </a:extLst>
          </p:cNvPr>
          <p:cNvSpPr>
            <a:spLocks noGrp="1"/>
          </p:cNvSpPr>
          <p:nvPr/>
        </p:nvSpPr>
        <p:spPr>
          <a:xfrm>
            <a:off x="4529416" y="31861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3" name="9wup_2_tuned_PredictedAtoms_5">
            <a:extLst>
              <a:ext uri="{FF2B5EF4-FFF2-40B4-BE49-F238E27FC236}">
                <a16:creationId xmlns:a16="http://schemas.microsoft.com/office/drawing/2014/main" id="{BB238878-848D-454A-BAF7-1C9BDFA82CCE}"/>
              </a:ext>
            </a:extLst>
          </p:cNvPr>
          <p:cNvSpPr>
            <a:spLocks noGrp="1"/>
          </p:cNvSpPr>
          <p:nvPr/>
        </p:nvSpPr>
        <p:spPr>
          <a:xfrm>
            <a:off x="4549221" y="30629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4" name="9wup_2_tuned_PredictedAtoms_6">
            <a:extLst>
              <a:ext uri="{FF2B5EF4-FFF2-40B4-BE49-F238E27FC236}">
                <a16:creationId xmlns:a16="http://schemas.microsoft.com/office/drawing/2014/main" id="{C2ABEB0C-6789-4723-AFBE-E203A902B2B7}"/>
              </a:ext>
            </a:extLst>
          </p:cNvPr>
          <p:cNvSpPr>
            <a:spLocks noGrp="1"/>
          </p:cNvSpPr>
          <p:nvPr/>
        </p:nvSpPr>
        <p:spPr>
          <a:xfrm>
            <a:off x="4527245" y="32609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5" name="9wup_2_tuned_PredictedAtoms_7">
            <a:extLst>
              <a:ext uri="{FF2B5EF4-FFF2-40B4-BE49-F238E27FC236}">
                <a16:creationId xmlns:a16="http://schemas.microsoft.com/office/drawing/2014/main" id="{5904C528-E020-4C93-B6E1-4A40A1FAE0CD}"/>
              </a:ext>
            </a:extLst>
          </p:cNvPr>
          <p:cNvSpPr>
            <a:spLocks noGrp="1"/>
          </p:cNvSpPr>
          <p:nvPr/>
        </p:nvSpPr>
        <p:spPr>
          <a:xfrm>
            <a:off x="4636419" y="3237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6" name="9wup_2_tuned_PredictedAtoms_8">
            <a:extLst>
              <a:ext uri="{FF2B5EF4-FFF2-40B4-BE49-F238E27FC236}">
                <a16:creationId xmlns:a16="http://schemas.microsoft.com/office/drawing/2014/main" id="{3F1814A3-FD8F-46EF-9DD2-4F525C598E73}"/>
              </a:ext>
            </a:extLst>
          </p:cNvPr>
          <p:cNvSpPr>
            <a:spLocks noGrp="1"/>
          </p:cNvSpPr>
          <p:nvPr/>
        </p:nvSpPr>
        <p:spPr>
          <a:xfrm>
            <a:off x="4731402" y="33403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7" name="9wup_2_tuned_PredictedAtoms_9">
            <a:extLst>
              <a:ext uri="{FF2B5EF4-FFF2-40B4-BE49-F238E27FC236}">
                <a16:creationId xmlns:a16="http://schemas.microsoft.com/office/drawing/2014/main" id="{0A08AE4C-9531-41E9-B64A-73FCD1D68156}"/>
              </a:ext>
            </a:extLst>
          </p:cNvPr>
          <p:cNvSpPr>
            <a:spLocks noGrp="1"/>
          </p:cNvSpPr>
          <p:nvPr/>
        </p:nvSpPr>
        <p:spPr>
          <a:xfrm>
            <a:off x="4804994" y="3301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8" name="9wup_2_tuned_PredictedAtoms_10">
            <a:extLst>
              <a:ext uri="{FF2B5EF4-FFF2-40B4-BE49-F238E27FC236}">
                <a16:creationId xmlns:a16="http://schemas.microsoft.com/office/drawing/2014/main" id="{BC5839A2-845C-4B62-866F-797FBD1A86A3}"/>
              </a:ext>
            </a:extLst>
          </p:cNvPr>
          <p:cNvSpPr>
            <a:spLocks noGrp="1"/>
          </p:cNvSpPr>
          <p:nvPr/>
        </p:nvSpPr>
        <p:spPr>
          <a:xfrm>
            <a:off x="4665539" y="34540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9" name="9wup_2_tuned_PredictedAtoms_11">
            <a:extLst>
              <a:ext uri="{FF2B5EF4-FFF2-40B4-BE49-F238E27FC236}">
                <a16:creationId xmlns:a16="http://schemas.microsoft.com/office/drawing/2014/main" id="{7F35B781-F8CF-4D96-97C2-2B1C37839402}"/>
              </a:ext>
            </a:extLst>
          </p:cNvPr>
          <p:cNvSpPr>
            <a:spLocks noGrp="1"/>
          </p:cNvSpPr>
          <p:nvPr/>
        </p:nvSpPr>
        <p:spPr>
          <a:xfrm>
            <a:off x="4807833" y="33559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0" name="9wup_2_tuned_PredictedAtoms_12">
            <a:extLst>
              <a:ext uri="{FF2B5EF4-FFF2-40B4-BE49-F238E27FC236}">
                <a16:creationId xmlns:a16="http://schemas.microsoft.com/office/drawing/2014/main" id="{D0CDDAB4-803B-4565-B5D1-4AEFBABB435B}"/>
              </a:ext>
            </a:extLst>
          </p:cNvPr>
          <p:cNvSpPr>
            <a:spLocks noGrp="1"/>
          </p:cNvSpPr>
          <p:nvPr/>
        </p:nvSpPr>
        <p:spPr>
          <a:xfrm>
            <a:off x="4799977" y="34718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1" name="9wup_2_tuned_PredictedAtoms_13">
            <a:extLst>
              <a:ext uri="{FF2B5EF4-FFF2-40B4-BE49-F238E27FC236}">
                <a16:creationId xmlns:a16="http://schemas.microsoft.com/office/drawing/2014/main" id="{82613487-5EA3-4C64-B35F-F0932B2B42AE}"/>
              </a:ext>
            </a:extLst>
          </p:cNvPr>
          <p:cNvSpPr>
            <a:spLocks noGrp="1"/>
          </p:cNvSpPr>
          <p:nvPr/>
        </p:nvSpPr>
        <p:spPr>
          <a:xfrm>
            <a:off x="4886047" y="34799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2" name="9wup_2_tuned_PredictedAtoms_14">
            <a:extLst>
              <a:ext uri="{FF2B5EF4-FFF2-40B4-BE49-F238E27FC236}">
                <a16:creationId xmlns:a16="http://schemas.microsoft.com/office/drawing/2014/main" id="{984D6D73-C9FB-4653-BA91-7E40D6916FAA}"/>
              </a:ext>
            </a:extLst>
          </p:cNvPr>
          <p:cNvSpPr>
            <a:spLocks noGrp="1"/>
          </p:cNvSpPr>
          <p:nvPr/>
        </p:nvSpPr>
        <p:spPr>
          <a:xfrm>
            <a:off x="4999984" y="34240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3" name="9wup_2_tuned_PredictedAtoms_15">
            <a:extLst>
              <a:ext uri="{FF2B5EF4-FFF2-40B4-BE49-F238E27FC236}">
                <a16:creationId xmlns:a16="http://schemas.microsoft.com/office/drawing/2014/main" id="{D6EDF905-3EF5-41C1-872E-2011661BE320}"/>
              </a:ext>
            </a:extLst>
          </p:cNvPr>
          <p:cNvSpPr>
            <a:spLocks noGrp="1"/>
          </p:cNvSpPr>
          <p:nvPr/>
        </p:nvSpPr>
        <p:spPr>
          <a:xfrm>
            <a:off x="5029551" y="34000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4" name="9wup_2_tuned_PredictedAtoms_16">
            <a:extLst>
              <a:ext uri="{FF2B5EF4-FFF2-40B4-BE49-F238E27FC236}">
                <a16:creationId xmlns:a16="http://schemas.microsoft.com/office/drawing/2014/main" id="{FC9DD6E6-5A05-4B6D-A0CD-146185043A0F}"/>
              </a:ext>
            </a:extLst>
          </p:cNvPr>
          <p:cNvSpPr>
            <a:spLocks noGrp="1"/>
          </p:cNvSpPr>
          <p:nvPr/>
        </p:nvSpPr>
        <p:spPr>
          <a:xfrm>
            <a:off x="5091739" y="3282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5" name="9wup_2_tuned_PredictedAtoms_17">
            <a:extLst>
              <a:ext uri="{FF2B5EF4-FFF2-40B4-BE49-F238E27FC236}">
                <a16:creationId xmlns:a16="http://schemas.microsoft.com/office/drawing/2014/main" id="{A58CE9F3-2904-45D0-901E-217893180098}"/>
              </a:ext>
            </a:extLst>
          </p:cNvPr>
          <p:cNvSpPr>
            <a:spLocks noGrp="1"/>
          </p:cNvSpPr>
          <p:nvPr/>
        </p:nvSpPr>
        <p:spPr>
          <a:xfrm>
            <a:off x="5042875" y="31874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6" name="9wup_2_tuned_PredictedAtoms_18">
            <a:extLst>
              <a:ext uri="{FF2B5EF4-FFF2-40B4-BE49-F238E27FC236}">
                <a16:creationId xmlns:a16="http://schemas.microsoft.com/office/drawing/2014/main" id="{94EA6C19-2F78-4C7A-BBBE-44C3706C7F3D}"/>
              </a:ext>
            </a:extLst>
          </p:cNvPr>
          <p:cNvSpPr>
            <a:spLocks noGrp="1"/>
          </p:cNvSpPr>
          <p:nvPr/>
        </p:nvSpPr>
        <p:spPr>
          <a:xfrm>
            <a:off x="5124121" y="30984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7" name="9wup_2_tuned_PredictedAtoms_19">
            <a:extLst>
              <a:ext uri="{FF2B5EF4-FFF2-40B4-BE49-F238E27FC236}">
                <a16:creationId xmlns:a16="http://schemas.microsoft.com/office/drawing/2014/main" id="{FD21D2E3-4051-43F5-B970-FCD6AA0A6178}"/>
              </a:ext>
            </a:extLst>
          </p:cNvPr>
          <p:cNvSpPr>
            <a:spLocks noGrp="1"/>
          </p:cNvSpPr>
          <p:nvPr/>
        </p:nvSpPr>
        <p:spPr>
          <a:xfrm>
            <a:off x="5229418" y="31365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8" name="9wup_2_tuned_PredictedAtoms_20">
            <a:extLst>
              <a:ext uri="{FF2B5EF4-FFF2-40B4-BE49-F238E27FC236}">
                <a16:creationId xmlns:a16="http://schemas.microsoft.com/office/drawing/2014/main" id="{C11132E1-C044-491B-94D2-630AA22F221D}"/>
              </a:ext>
            </a:extLst>
          </p:cNvPr>
          <p:cNvSpPr>
            <a:spLocks noGrp="1"/>
          </p:cNvSpPr>
          <p:nvPr/>
        </p:nvSpPr>
        <p:spPr>
          <a:xfrm>
            <a:off x="5345725" y="30882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9" name="9wup_2_tuned_PredictedAtoms_21">
            <a:extLst>
              <a:ext uri="{FF2B5EF4-FFF2-40B4-BE49-F238E27FC236}">
                <a16:creationId xmlns:a16="http://schemas.microsoft.com/office/drawing/2014/main" id="{6265C66F-E345-4E60-B7BC-AD40452B23F6}"/>
              </a:ext>
            </a:extLst>
          </p:cNvPr>
          <p:cNvSpPr>
            <a:spLocks noGrp="1"/>
          </p:cNvSpPr>
          <p:nvPr/>
        </p:nvSpPr>
        <p:spPr>
          <a:xfrm>
            <a:off x="5376598" y="29819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0" name="9wup_2_tuned_PredictedAtoms_22">
            <a:extLst>
              <a:ext uri="{FF2B5EF4-FFF2-40B4-BE49-F238E27FC236}">
                <a16:creationId xmlns:a16="http://schemas.microsoft.com/office/drawing/2014/main" id="{B448A02C-1632-4575-AD93-54A9AA93B0C0}"/>
              </a:ext>
            </a:extLst>
          </p:cNvPr>
          <p:cNvSpPr>
            <a:spLocks noGrp="1"/>
          </p:cNvSpPr>
          <p:nvPr/>
        </p:nvSpPr>
        <p:spPr>
          <a:xfrm>
            <a:off x="5428655" y="31544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1" name="9wup_2_tuned_PredictedAtoms_23">
            <a:extLst>
              <a:ext uri="{FF2B5EF4-FFF2-40B4-BE49-F238E27FC236}">
                <a16:creationId xmlns:a16="http://schemas.microsoft.com/office/drawing/2014/main" id="{487ABD54-297E-4618-967B-4CA56F70D027}"/>
              </a:ext>
            </a:extLst>
          </p:cNvPr>
          <p:cNvSpPr>
            <a:spLocks noGrp="1"/>
          </p:cNvSpPr>
          <p:nvPr/>
        </p:nvSpPr>
        <p:spPr>
          <a:xfrm>
            <a:off x="5401312" y="3263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2" name="9wup_2_tuned_PredictedAtoms_24">
            <a:extLst>
              <a:ext uri="{FF2B5EF4-FFF2-40B4-BE49-F238E27FC236}">
                <a16:creationId xmlns:a16="http://schemas.microsoft.com/office/drawing/2014/main" id="{2A8047B7-400D-4344-9100-08D2A532ABE7}"/>
              </a:ext>
            </a:extLst>
          </p:cNvPr>
          <p:cNvSpPr>
            <a:spLocks noGrp="1"/>
          </p:cNvSpPr>
          <p:nvPr/>
        </p:nvSpPr>
        <p:spPr>
          <a:xfrm>
            <a:off x="5290070" y="3310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3" name="9wup_2_tuned_PredictedAtoms_25">
            <a:extLst>
              <a:ext uri="{FF2B5EF4-FFF2-40B4-BE49-F238E27FC236}">
                <a16:creationId xmlns:a16="http://schemas.microsoft.com/office/drawing/2014/main" id="{1B718CD0-30C7-4BC2-A279-67C43A2EA9F2}"/>
              </a:ext>
            </a:extLst>
          </p:cNvPr>
          <p:cNvSpPr>
            <a:spLocks noGrp="1"/>
          </p:cNvSpPr>
          <p:nvPr/>
        </p:nvSpPr>
        <p:spPr>
          <a:xfrm>
            <a:off x="5206421" y="32510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4" name="9wup_2_tuned_PredictedAtoms_26">
            <a:extLst>
              <a:ext uri="{FF2B5EF4-FFF2-40B4-BE49-F238E27FC236}">
                <a16:creationId xmlns:a16="http://schemas.microsoft.com/office/drawing/2014/main" id="{A379AE09-0AE8-4851-BBAC-DB0B0ECA09D4}"/>
              </a:ext>
            </a:extLst>
          </p:cNvPr>
          <p:cNvSpPr>
            <a:spLocks noGrp="1"/>
          </p:cNvSpPr>
          <p:nvPr/>
        </p:nvSpPr>
        <p:spPr>
          <a:xfrm>
            <a:off x="4916846" y="34215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5" name="9wup_2_tuned_PredictedAtoms_27">
            <a:extLst>
              <a:ext uri="{FF2B5EF4-FFF2-40B4-BE49-F238E27FC236}">
                <a16:creationId xmlns:a16="http://schemas.microsoft.com/office/drawing/2014/main" id="{15C2431C-9B62-4B14-99ED-EBAED4D2C94F}"/>
              </a:ext>
            </a:extLst>
          </p:cNvPr>
          <p:cNvSpPr>
            <a:spLocks noGrp="1"/>
          </p:cNvSpPr>
          <p:nvPr/>
        </p:nvSpPr>
        <p:spPr>
          <a:xfrm>
            <a:off x="4924821" y="35079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6" name="9wup_2_tuned_PredictedAtoms_28">
            <a:extLst>
              <a:ext uri="{FF2B5EF4-FFF2-40B4-BE49-F238E27FC236}">
                <a16:creationId xmlns:a16="http://schemas.microsoft.com/office/drawing/2014/main" id="{96252B86-5413-4223-9628-9DF13045C7A3}"/>
              </a:ext>
            </a:extLst>
          </p:cNvPr>
          <p:cNvSpPr>
            <a:spLocks noGrp="1"/>
          </p:cNvSpPr>
          <p:nvPr/>
        </p:nvSpPr>
        <p:spPr>
          <a:xfrm>
            <a:off x="4824684" y="34577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7" name="9wup_2_tuned_PredictedAtoms_29">
            <a:extLst>
              <a:ext uri="{FF2B5EF4-FFF2-40B4-BE49-F238E27FC236}">
                <a16:creationId xmlns:a16="http://schemas.microsoft.com/office/drawing/2014/main" id="{7DE4D71F-3CB1-401B-9CCF-36821C9C575D}"/>
              </a:ext>
            </a:extLst>
          </p:cNvPr>
          <p:cNvSpPr>
            <a:spLocks noGrp="1"/>
          </p:cNvSpPr>
          <p:nvPr/>
        </p:nvSpPr>
        <p:spPr>
          <a:xfrm>
            <a:off x="4761204" y="35583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8" name="9wup_2_tuned_PredictedAtoms_30">
            <a:extLst>
              <a:ext uri="{FF2B5EF4-FFF2-40B4-BE49-F238E27FC236}">
                <a16:creationId xmlns:a16="http://schemas.microsoft.com/office/drawing/2014/main" id="{860151E1-6593-4073-86BB-D2C1BFD93407}"/>
              </a:ext>
            </a:extLst>
          </p:cNvPr>
          <p:cNvSpPr>
            <a:spLocks noGrp="1"/>
          </p:cNvSpPr>
          <p:nvPr/>
        </p:nvSpPr>
        <p:spPr>
          <a:xfrm>
            <a:off x="4237764" y="32344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9" name="9wup_2_tuned_PredictedAtoms_31">
            <a:extLst>
              <a:ext uri="{FF2B5EF4-FFF2-40B4-BE49-F238E27FC236}">
                <a16:creationId xmlns:a16="http://schemas.microsoft.com/office/drawing/2014/main" id="{B746187D-F2A1-418E-BDA3-F3199579DD69}"/>
              </a:ext>
            </a:extLst>
          </p:cNvPr>
          <p:cNvSpPr>
            <a:spLocks noGrp="1"/>
          </p:cNvSpPr>
          <p:nvPr/>
        </p:nvSpPr>
        <p:spPr>
          <a:xfrm>
            <a:off x="4292793" y="33346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0" name="9wup_2_tuned_PredictedAtoms_32">
            <a:extLst>
              <a:ext uri="{FF2B5EF4-FFF2-40B4-BE49-F238E27FC236}">
                <a16:creationId xmlns:a16="http://schemas.microsoft.com/office/drawing/2014/main" id="{0BF40DE7-DFB8-41BA-AC86-998A8A2270E7}"/>
              </a:ext>
            </a:extLst>
          </p:cNvPr>
          <p:cNvSpPr>
            <a:spLocks noGrp="1"/>
          </p:cNvSpPr>
          <p:nvPr/>
        </p:nvSpPr>
        <p:spPr>
          <a:xfrm>
            <a:off x="4100972" y="32366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1" name="9wup_2_tuned_PredictedAtoms_33">
            <a:extLst>
              <a:ext uri="{FF2B5EF4-FFF2-40B4-BE49-F238E27FC236}">
                <a16:creationId xmlns:a16="http://schemas.microsoft.com/office/drawing/2014/main" id="{56E48B2C-26E6-4BB9-B438-3C6002CE6923}"/>
              </a:ext>
            </a:extLst>
          </p:cNvPr>
          <p:cNvSpPr>
            <a:spLocks noGrp="1"/>
          </p:cNvSpPr>
          <p:nvPr/>
        </p:nvSpPr>
        <p:spPr>
          <a:xfrm>
            <a:off x="4041739" y="33191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2" name="9wup_2_tuned_PredictedAtoms_34">
            <a:extLst>
              <a:ext uri="{FF2B5EF4-FFF2-40B4-BE49-F238E27FC236}">
                <a16:creationId xmlns:a16="http://schemas.microsoft.com/office/drawing/2014/main" id="{18677981-B221-4FD3-A1FF-4296DF8BC512}"/>
              </a:ext>
            </a:extLst>
          </p:cNvPr>
          <p:cNvSpPr>
            <a:spLocks noGrp="1"/>
          </p:cNvSpPr>
          <p:nvPr/>
        </p:nvSpPr>
        <p:spPr>
          <a:xfrm>
            <a:off x="4062418" y="32643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3" name="9wup_2_tuned_PredictedAtoms_35">
            <a:extLst>
              <a:ext uri="{FF2B5EF4-FFF2-40B4-BE49-F238E27FC236}">
                <a16:creationId xmlns:a16="http://schemas.microsoft.com/office/drawing/2014/main" id="{98159453-9E6F-4C46-BFD9-03E74E83988D}"/>
              </a:ext>
            </a:extLst>
          </p:cNvPr>
          <p:cNvSpPr>
            <a:spLocks noGrp="1"/>
          </p:cNvSpPr>
          <p:nvPr/>
        </p:nvSpPr>
        <p:spPr>
          <a:xfrm>
            <a:off x="3934490" y="3242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4" name="9wup_2_tuned_PredictedAtoms_36">
            <a:extLst>
              <a:ext uri="{FF2B5EF4-FFF2-40B4-BE49-F238E27FC236}">
                <a16:creationId xmlns:a16="http://schemas.microsoft.com/office/drawing/2014/main" id="{709ACDD3-C6BD-4ED3-B793-5B3417A582B2}"/>
              </a:ext>
            </a:extLst>
          </p:cNvPr>
          <p:cNvSpPr>
            <a:spLocks noGrp="1"/>
          </p:cNvSpPr>
          <p:nvPr/>
        </p:nvSpPr>
        <p:spPr>
          <a:xfrm>
            <a:off x="3905877" y="31255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5" name="9wup_2_tuned_PredictedAtoms_37">
            <a:extLst>
              <a:ext uri="{FF2B5EF4-FFF2-40B4-BE49-F238E27FC236}">
                <a16:creationId xmlns:a16="http://schemas.microsoft.com/office/drawing/2014/main" id="{37C49ADB-E5DC-4E4C-BF47-D5B40B4696BC}"/>
              </a:ext>
            </a:extLst>
          </p:cNvPr>
          <p:cNvSpPr>
            <a:spLocks noGrp="1"/>
          </p:cNvSpPr>
          <p:nvPr/>
        </p:nvSpPr>
        <p:spPr>
          <a:xfrm>
            <a:off x="3986204" y="30352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6" name="9wup_2_tuned_PredictedAtoms_38">
            <a:extLst>
              <a:ext uri="{FF2B5EF4-FFF2-40B4-BE49-F238E27FC236}">
                <a16:creationId xmlns:a16="http://schemas.microsoft.com/office/drawing/2014/main" id="{EBAB3F4F-F13F-41AE-B17A-E36DA566C250}"/>
              </a:ext>
            </a:extLst>
          </p:cNvPr>
          <p:cNvSpPr>
            <a:spLocks noGrp="1"/>
          </p:cNvSpPr>
          <p:nvPr/>
        </p:nvSpPr>
        <p:spPr>
          <a:xfrm>
            <a:off x="3968643" y="29176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7" name="9wup_2_tuned_PredictedAtoms_39">
            <a:extLst>
              <a:ext uri="{FF2B5EF4-FFF2-40B4-BE49-F238E27FC236}">
                <a16:creationId xmlns:a16="http://schemas.microsoft.com/office/drawing/2014/main" id="{C4D6596C-89DE-47B1-A219-F67656A7BA6B}"/>
              </a:ext>
            </a:extLst>
          </p:cNvPr>
          <p:cNvSpPr>
            <a:spLocks noGrp="1"/>
          </p:cNvSpPr>
          <p:nvPr/>
        </p:nvSpPr>
        <p:spPr>
          <a:xfrm>
            <a:off x="4051098" y="2836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8" name="9wup_2_tuned_PredictedAtoms_40">
            <a:extLst>
              <a:ext uri="{FF2B5EF4-FFF2-40B4-BE49-F238E27FC236}">
                <a16:creationId xmlns:a16="http://schemas.microsoft.com/office/drawing/2014/main" id="{A8461DB2-B979-4925-B2C2-B491962AA19F}"/>
              </a:ext>
            </a:extLst>
          </p:cNvPr>
          <p:cNvSpPr>
            <a:spLocks noGrp="1"/>
          </p:cNvSpPr>
          <p:nvPr/>
        </p:nvSpPr>
        <p:spPr>
          <a:xfrm>
            <a:off x="3851083" y="2884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9" name="9wup_2_tuned_PredictedAtoms_41">
            <a:extLst>
              <a:ext uri="{FF2B5EF4-FFF2-40B4-BE49-F238E27FC236}">
                <a16:creationId xmlns:a16="http://schemas.microsoft.com/office/drawing/2014/main" id="{9AEFBBFD-8D95-4877-9C48-1045E682C11C}"/>
              </a:ext>
            </a:extLst>
          </p:cNvPr>
          <p:cNvSpPr>
            <a:spLocks noGrp="1"/>
          </p:cNvSpPr>
          <p:nvPr/>
        </p:nvSpPr>
        <p:spPr>
          <a:xfrm>
            <a:off x="3757810" y="29636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0" name="9wup_2_tuned_PredictedAtoms_42">
            <a:extLst>
              <a:ext uri="{FF2B5EF4-FFF2-40B4-BE49-F238E27FC236}">
                <a16:creationId xmlns:a16="http://schemas.microsoft.com/office/drawing/2014/main" id="{B04A486D-F3BD-4BE8-8759-282F497541E6}"/>
              </a:ext>
            </a:extLst>
          </p:cNvPr>
          <p:cNvSpPr>
            <a:spLocks noGrp="1"/>
          </p:cNvSpPr>
          <p:nvPr/>
        </p:nvSpPr>
        <p:spPr>
          <a:xfrm>
            <a:off x="3656538" y="29240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1" name="9wup_2_tuned_PredictedAtoms_43">
            <a:extLst>
              <a:ext uri="{FF2B5EF4-FFF2-40B4-BE49-F238E27FC236}">
                <a16:creationId xmlns:a16="http://schemas.microsoft.com/office/drawing/2014/main" id="{AB7278FD-3A37-4B14-8FB0-A3FE861BB088}"/>
              </a:ext>
            </a:extLst>
          </p:cNvPr>
          <p:cNvSpPr>
            <a:spLocks noGrp="1"/>
          </p:cNvSpPr>
          <p:nvPr/>
        </p:nvSpPr>
        <p:spPr>
          <a:xfrm>
            <a:off x="3788795" y="30896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2" name="9wup_2_tuned_PredictedAtoms_44">
            <a:extLst>
              <a:ext uri="{FF2B5EF4-FFF2-40B4-BE49-F238E27FC236}">
                <a16:creationId xmlns:a16="http://schemas.microsoft.com/office/drawing/2014/main" id="{9B6495BC-A28D-4C58-9198-518BC221D61C}"/>
              </a:ext>
            </a:extLst>
          </p:cNvPr>
          <p:cNvSpPr>
            <a:spLocks noGrp="1"/>
          </p:cNvSpPr>
          <p:nvPr/>
        </p:nvSpPr>
        <p:spPr>
          <a:xfrm>
            <a:off x="3705042" y="31790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3" name="9wup_2_tuned_PredictedAtoms_45">
            <a:extLst>
              <a:ext uri="{FF2B5EF4-FFF2-40B4-BE49-F238E27FC236}">
                <a16:creationId xmlns:a16="http://schemas.microsoft.com/office/drawing/2014/main" id="{230F1C1F-022F-474B-976C-4744A91E349B}"/>
              </a:ext>
            </a:extLst>
          </p:cNvPr>
          <p:cNvSpPr>
            <a:spLocks noGrp="1"/>
          </p:cNvSpPr>
          <p:nvPr/>
        </p:nvSpPr>
        <p:spPr>
          <a:xfrm>
            <a:off x="3733352" y="3294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4" name="9wup_2_tuned_PredictedAtoms_46">
            <a:extLst>
              <a:ext uri="{FF2B5EF4-FFF2-40B4-BE49-F238E27FC236}">
                <a16:creationId xmlns:a16="http://schemas.microsoft.com/office/drawing/2014/main" id="{144ED4C8-8F31-4600-9330-AE6621E377C3}"/>
              </a:ext>
            </a:extLst>
          </p:cNvPr>
          <p:cNvSpPr>
            <a:spLocks noGrp="1"/>
          </p:cNvSpPr>
          <p:nvPr/>
        </p:nvSpPr>
        <p:spPr>
          <a:xfrm>
            <a:off x="3642843" y="3382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5" name="9wup_2_tuned_PredictedAtoms_47">
            <a:extLst>
              <a:ext uri="{FF2B5EF4-FFF2-40B4-BE49-F238E27FC236}">
                <a16:creationId xmlns:a16="http://schemas.microsoft.com/office/drawing/2014/main" id="{B5CE7509-89C6-4CF2-8E2D-A5DD6D7079FA}"/>
              </a:ext>
            </a:extLst>
          </p:cNvPr>
          <p:cNvSpPr>
            <a:spLocks noGrp="1"/>
          </p:cNvSpPr>
          <p:nvPr/>
        </p:nvSpPr>
        <p:spPr>
          <a:xfrm>
            <a:off x="3665260" y="35036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6" name="9wup_2_tuned_PredictedAtoms_48">
            <a:extLst>
              <a:ext uri="{FF2B5EF4-FFF2-40B4-BE49-F238E27FC236}">
                <a16:creationId xmlns:a16="http://schemas.microsoft.com/office/drawing/2014/main" id="{D1395934-F4D8-44EE-84AC-4C17201B9AE6}"/>
              </a:ext>
            </a:extLst>
          </p:cNvPr>
          <p:cNvSpPr>
            <a:spLocks noGrp="1"/>
          </p:cNvSpPr>
          <p:nvPr/>
        </p:nvSpPr>
        <p:spPr>
          <a:xfrm>
            <a:off x="3566497" y="35922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7" name="9wup_2_tuned_PredictedAtoms_49">
            <a:extLst>
              <a:ext uri="{FF2B5EF4-FFF2-40B4-BE49-F238E27FC236}">
                <a16:creationId xmlns:a16="http://schemas.microsoft.com/office/drawing/2014/main" id="{F617C48C-22A2-49D8-8B3E-90545E985A9C}"/>
              </a:ext>
            </a:extLst>
          </p:cNvPr>
          <p:cNvSpPr>
            <a:spLocks noGrp="1"/>
          </p:cNvSpPr>
          <p:nvPr/>
        </p:nvSpPr>
        <p:spPr>
          <a:xfrm>
            <a:off x="3781730" y="35455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8" name="9wup_2_tuned_PredictedAtoms_50">
            <a:extLst>
              <a:ext uri="{FF2B5EF4-FFF2-40B4-BE49-F238E27FC236}">
                <a16:creationId xmlns:a16="http://schemas.microsoft.com/office/drawing/2014/main" id="{0F7142BA-AAC5-4C26-9A54-A9D96987E19F}"/>
              </a:ext>
            </a:extLst>
          </p:cNvPr>
          <p:cNvSpPr>
            <a:spLocks noGrp="1"/>
          </p:cNvSpPr>
          <p:nvPr/>
        </p:nvSpPr>
        <p:spPr>
          <a:xfrm>
            <a:off x="3815418" y="36734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9" name="9wup_2_tuned_PredictedAtoms_51">
            <a:extLst>
              <a:ext uri="{FF2B5EF4-FFF2-40B4-BE49-F238E27FC236}">
                <a16:creationId xmlns:a16="http://schemas.microsoft.com/office/drawing/2014/main" id="{EFD83AD3-A4A9-46A1-A2BD-87CCD1226BAF}"/>
              </a:ext>
            </a:extLst>
          </p:cNvPr>
          <p:cNvSpPr>
            <a:spLocks noGrp="1"/>
          </p:cNvSpPr>
          <p:nvPr/>
        </p:nvSpPr>
        <p:spPr>
          <a:xfrm>
            <a:off x="3871103" y="3456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10" name="9wup_2_tuned_PredictedAtoms_52">
            <a:extLst>
              <a:ext uri="{FF2B5EF4-FFF2-40B4-BE49-F238E27FC236}">
                <a16:creationId xmlns:a16="http://schemas.microsoft.com/office/drawing/2014/main" id="{97956EA8-02F0-4FC3-A2E8-7999112CF7BC}"/>
              </a:ext>
            </a:extLst>
          </p:cNvPr>
          <p:cNvSpPr>
            <a:spLocks noGrp="1"/>
          </p:cNvSpPr>
          <p:nvPr/>
        </p:nvSpPr>
        <p:spPr>
          <a:xfrm>
            <a:off x="3849434" y="33305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11" name="stage3-cases-clash_18">
            <a:extLst>
              <a:ext uri="{FF2B5EF4-FFF2-40B4-BE49-F238E27FC236}">
                <a16:creationId xmlns:a16="http://schemas.microsoft.com/office/drawing/2014/main" id="{FC29B102-B7D1-440F-BC3A-16B1B26BA976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712" name="9wup_2_build_Receptor">
            <a:extLst>
              <a:ext uri="{FF2B5EF4-FFF2-40B4-BE49-F238E27FC236}">
                <a16:creationId xmlns:a16="http://schemas.microsoft.com/office/drawing/2014/main" id="{6B40C91F-D4D0-4F96-98EA-59B95FC65AB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13" name="9wup_2_build_ExperimentalDensity">
            <a:extLst>
              <a:ext uri="{FF2B5EF4-FFF2-40B4-BE49-F238E27FC236}">
                <a16:creationId xmlns:a16="http://schemas.microsoft.com/office/drawing/2014/main" id="{B5139F34-3B76-4242-9F84-4565AD8BA36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14" name="9wup_2_build_ReferenceLigand_0">
            <a:extLst>
              <a:ext uri="{FF2B5EF4-FFF2-40B4-BE49-F238E27FC236}">
                <a16:creationId xmlns:a16="http://schemas.microsoft.com/office/drawing/2014/main" id="{47F63B87-9210-4A7D-95D0-253E91717D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5" name="9wup_2_build_ReferenceLigand_1">
            <a:extLst>
              <a:ext uri="{FF2B5EF4-FFF2-40B4-BE49-F238E27FC236}">
                <a16:creationId xmlns:a16="http://schemas.microsoft.com/office/drawing/2014/main" id="{A11A37AA-CEEF-4827-8BF4-6848AADC262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6" name="9wup_2_build_ReferenceLigand_2">
            <a:extLst>
              <a:ext uri="{FF2B5EF4-FFF2-40B4-BE49-F238E27FC236}">
                <a16:creationId xmlns:a16="http://schemas.microsoft.com/office/drawing/2014/main" id="{6C17E9A7-6FD1-4FE5-9EBD-62A815DBA35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7" name="9wup_2_build_ReferenceLigand_3">
            <a:extLst>
              <a:ext uri="{FF2B5EF4-FFF2-40B4-BE49-F238E27FC236}">
                <a16:creationId xmlns:a16="http://schemas.microsoft.com/office/drawing/2014/main" id="{248069CA-C714-42BF-B9D1-1445725BB8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8" name="9wup_2_build_ReferenceLigand_4">
            <a:extLst>
              <a:ext uri="{FF2B5EF4-FFF2-40B4-BE49-F238E27FC236}">
                <a16:creationId xmlns:a16="http://schemas.microsoft.com/office/drawing/2014/main" id="{D028E8B4-548C-4946-882C-2CEE83EF06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9" name="9wup_2_build_ReferenceLigand_5">
            <a:extLst>
              <a:ext uri="{FF2B5EF4-FFF2-40B4-BE49-F238E27FC236}">
                <a16:creationId xmlns:a16="http://schemas.microsoft.com/office/drawing/2014/main" id="{90F63645-1E50-4B70-94AC-092E7DB9B3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0" name="9wup_2_build_ReferenceLigand_6">
            <a:extLst>
              <a:ext uri="{FF2B5EF4-FFF2-40B4-BE49-F238E27FC236}">
                <a16:creationId xmlns:a16="http://schemas.microsoft.com/office/drawing/2014/main" id="{C5120B4F-85F2-47B3-88C0-A79CA87D8B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1" name="9wup_2_build_ReferenceLigand_7">
            <a:extLst>
              <a:ext uri="{FF2B5EF4-FFF2-40B4-BE49-F238E27FC236}">
                <a16:creationId xmlns:a16="http://schemas.microsoft.com/office/drawing/2014/main" id="{FA6D0C79-D4BB-4CF5-8658-AFF6DE3B9BD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2" name="9wup_2_build_ReferenceLigand_8">
            <a:extLst>
              <a:ext uri="{FF2B5EF4-FFF2-40B4-BE49-F238E27FC236}">
                <a16:creationId xmlns:a16="http://schemas.microsoft.com/office/drawing/2014/main" id="{2CA03CEE-C120-4DC8-A7A3-788CC528FD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3" name="9wup_2_build_ReferenceLigand_9">
            <a:extLst>
              <a:ext uri="{FF2B5EF4-FFF2-40B4-BE49-F238E27FC236}">
                <a16:creationId xmlns:a16="http://schemas.microsoft.com/office/drawing/2014/main" id="{16996B0F-98CD-4B8C-A20D-8781B1187D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4" name="9wup_2_build_ReferenceLigand_10">
            <a:extLst>
              <a:ext uri="{FF2B5EF4-FFF2-40B4-BE49-F238E27FC236}">
                <a16:creationId xmlns:a16="http://schemas.microsoft.com/office/drawing/2014/main" id="{C1D39F67-E253-4CBF-8DEA-AD2E59831A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5" name="9wup_2_build_ReferenceLigand_11">
            <a:extLst>
              <a:ext uri="{FF2B5EF4-FFF2-40B4-BE49-F238E27FC236}">
                <a16:creationId xmlns:a16="http://schemas.microsoft.com/office/drawing/2014/main" id="{51BE1F44-60ED-437C-8928-B26F7118A5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6" name="9wup_2_build_ReferenceLigand_12">
            <a:extLst>
              <a:ext uri="{FF2B5EF4-FFF2-40B4-BE49-F238E27FC236}">
                <a16:creationId xmlns:a16="http://schemas.microsoft.com/office/drawing/2014/main" id="{A7C9E047-3F1B-412C-BD21-0703EE2123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7" name="9wup_2_build_ReferenceLigand_13">
            <a:extLst>
              <a:ext uri="{FF2B5EF4-FFF2-40B4-BE49-F238E27FC236}">
                <a16:creationId xmlns:a16="http://schemas.microsoft.com/office/drawing/2014/main" id="{36243279-A61E-4B3E-BFBA-406C7B424FF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8" name="9wup_2_build_ReferenceLigand_14">
            <a:extLst>
              <a:ext uri="{FF2B5EF4-FFF2-40B4-BE49-F238E27FC236}">
                <a16:creationId xmlns:a16="http://schemas.microsoft.com/office/drawing/2014/main" id="{0BE0F0FE-6486-49A6-96A8-3ECAAE090C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9" name="9wup_2_build_ReferenceLigand_15">
            <a:extLst>
              <a:ext uri="{FF2B5EF4-FFF2-40B4-BE49-F238E27FC236}">
                <a16:creationId xmlns:a16="http://schemas.microsoft.com/office/drawing/2014/main" id="{EF94C9EF-AC24-4A86-AF9F-3BBE979559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0" name="9wup_2_build_ReferenceLigand_16">
            <a:extLst>
              <a:ext uri="{FF2B5EF4-FFF2-40B4-BE49-F238E27FC236}">
                <a16:creationId xmlns:a16="http://schemas.microsoft.com/office/drawing/2014/main" id="{5BC780FC-D5D5-4BBD-B110-77351D85C0A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1" name="9wup_2_build_ReferenceLigand_17">
            <a:extLst>
              <a:ext uri="{FF2B5EF4-FFF2-40B4-BE49-F238E27FC236}">
                <a16:creationId xmlns:a16="http://schemas.microsoft.com/office/drawing/2014/main" id="{C2B48898-83FE-4C79-8A18-E33D334FB32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2" name="9wup_2_build_ReferenceLigand_18">
            <a:extLst>
              <a:ext uri="{FF2B5EF4-FFF2-40B4-BE49-F238E27FC236}">
                <a16:creationId xmlns:a16="http://schemas.microsoft.com/office/drawing/2014/main" id="{EAB29BF5-6B71-4BDA-8614-E69E9270EA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3" name="9wup_2_build_ReferenceLigand_19">
            <a:extLst>
              <a:ext uri="{FF2B5EF4-FFF2-40B4-BE49-F238E27FC236}">
                <a16:creationId xmlns:a16="http://schemas.microsoft.com/office/drawing/2014/main" id="{467E723B-A363-4288-829E-57352A174C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4" name="9wup_2_build_ReferenceLigand_20">
            <a:extLst>
              <a:ext uri="{FF2B5EF4-FFF2-40B4-BE49-F238E27FC236}">
                <a16:creationId xmlns:a16="http://schemas.microsoft.com/office/drawing/2014/main" id="{50886CEE-4E7A-438B-A770-C4C2626F919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5" name="9wup_2_build_ReferenceLigand_21">
            <a:extLst>
              <a:ext uri="{FF2B5EF4-FFF2-40B4-BE49-F238E27FC236}">
                <a16:creationId xmlns:a16="http://schemas.microsoft.com/office/drawing/2014/main" id="{766DAC7E-7C13-4DA3-B334-5DD50B0A826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6" name="9wup_2_build_ReferenceLigand_22">
            <a:extLst>
              <a:ext uri="{FF2B5EF4-FFF2-40B4-BE49-F238E27FC236}">
                <a16:creationId xmlns:a16="http://schemas.microsoft.com/office/drawing/2014/main" id="{C0B7D7FC-4946-4A22-9D0C-34893FA8F2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7" name="9wup_2_build_ReferenceLigand_23">
            <a:extLst>
              <a:ext uri="{FF2B5EF4-FFF2-40B4-BE49-F238E27FC236}">
                <a16:creationId xmlns:a16="http://schemas.microsoft.com/office/drawing/2014/main" id="{9C9A6D8F-DF4F-4D28-91BF-987CE4889C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8" name="9wup_2_build_ReferenceLigand_24">
            <a:extLst>
              <a:ext uri="{FF2B5EF4-FFF2-40B4-BE49-F238E27FC236}">
                <a16:creationId xmlns:a16="http://schemas.microsoft.com/office/drawing/2014/main" id="{2777D67D-FE82-4739-89E9-6733002F6E5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9" name="9wup_2_build_ReferenceLigand_25">
            <a:extLst>
              <a:ext uri="{FF2B5EF4-FFF2-40B4-BE49-F238E27FC236}">
                <a16:creationId xmlns:a16="http://schemas.microsoft.com/office/drawing/2014/main" id="{E038D8C2-F81C-482D-809C-E9DBCB74C4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0" name="9wup_2_build_ReferenceLigand_26">
            <a:extLst>
              <a:ext uri="{FF2B5EF4-FFF2-40B4-BE49-F238E27FC236}">
                <a16:creationId xmlns:a16="http://schemas.microsoft.com/office/drawing/2014/main" id="{8F211315-7C31-48DE-B027-67BD0F29F9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1" name="9wup_2_build_ReferenceLigand_27">
            <a:extLst>
              <a:ext uri="{FF2B5EF4-FFF2-40B4-BE49-F238E27FC236}">
                <a16:creationId xmlns:a16="http://schemas.microsoft.com/office/drawing/2014/main" id="{4A2F527D-A97F-4072-9CB3-FF6435C529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2" name="9wup_2_build_ReferenceLigand_28">
            <a:extLst>
              <a:ext uri="{FF2B5EF4-FFF2-40B4-BE49-F238E27FC236}">
                <a16:creationId xmlns:a16="http://schemas.microsoft.com/office/drawing/2014/main" id="{4331D77A-8F7E-4E40-8766-28B35D74FF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3" name="9wup_2_build_ReferenceLigand_29">
            <a:extLst>
              <a:ext uri="{FF2B5EF4-FFF2-40B4-BE49-F238E27FC236}">
                <a16:creationId xmlns:a16="http://schemas.microsoft.com/office/drawing/2014/main" id="{2ADE17FE-D990-4B02-BEA0-A69377B024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4" name="9wup_2_build_ReferenceLigand_30">
            <a:extLst>
              <a:ext uri="{FF2B5EF4-FFF2-40B4-BE49-F238E27FC236}">
                <a16:creationId xmlns:a16="http://schemas.microsoft.com/office/drawing/2014/main" id="{76BCC119-97F7-439D-B9B7-D6C93CADFD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5" name="9wup_2_build_ReferenceLigand_31">
            <a:extLst>
              <a:ext uri="{FF2B5EF4-FFF2-40B4-BE49-F238E27FC236}">
                <a16:creationId xmlns:a16="http://schemas.microsoft.com/office/drawing/2014/main" id="{50444F2C-F8E5-4A5C-AC92-50CD75BD929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6" name="9wup_2_build_ReferenceLigand_32">
            <a:extLst>
              <a:ext uri="{FF2B5EF4-FFF2-40B4-BE49-F238E27FC236}">
                <a16:creationId xmlns:a16="http://schemas.microsoft.com/office/drawing/2014/main" id="{F1A75171-7AFD-4D22-93F5-72C9C7F090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7" name="9wup_2_build_ReferenceLigand_33">
            <a:extLst>
              <a:ext uri="{FF2B5EF4-FFF2-40B4-BE49-F238E27FC236}">
                <a16:creationId xmlns:a16="http://schemas.microsoft.com/office/drawing/2014/main" id="{2BC50901-3582-4FF3-A559-790F843F90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8" name="9wup_2_build_ReferenceLigand_34">
            <a:extLst>
              <a:ext uri="{FF2B5EF4-FFF2-40B4-BE49-F238E27FC236}">
                <a16:creationId xmlns:a16="http://schemas.microsoft.com/office/drawing/2014/main" id="{AFA657DF-B3C1-41B1-8A8F-E59BBAF8DC7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9" name="9wup_2_build_ReferenceLigand_35">
            <a:extLst>
              <a:ext uri="{FF2B5EF4-FFF2-40B4-BE49-F238E27FC236}">
                <a16:creationId xmlns:a16="http://schemas.microsoft.com/office/drawing/2014/main" id="{E4DD991C-AEE9-4607-96DA-86B7C661111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0" name="9wup_2_build_ReferenceLigand_36">
            <a:extLst>
              <a:ext uri="{FF2B5EF4-FFF2-40B4-BE49-F238E27FC236}">
                <a16:creationId xmlns:a16="http://schemas.microsoft.com/office/drawing/2014/main" id="{D329DB43-DE20-4187-BDBA-9EC51D2BE4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1" name="9wup_2_build_ReferenceLigand_37">
            <a:extLst>
              <a:ext uri="{FF2B5EF4-FFF2-40B4-BE49-F238E27FC236}">
                <a16:creationId xmlns:a16="http://schemas.microsoft.com/office/drawing/2014/main" id="{C4EE64E1-BEEC-468B-A2D9-5B586CB92A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2" name="9wup_2_build_ReferenceLigand_38">
            <a:extLst>
              <a:ext uri="{FF2B5EF4-FFF2-40B4-BE49-F238E27FC236}">
                <a16:creationId xmlns:a16="http://schemas.microsoft.com/office/drawing/2014/main" id="{041E339E-32F2-4995-BB90-7A5F456E3E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3" name="9wup_2_build_ReferenceLigand_39">
            <a:extLst>
              <a:ext uri="{FF2B5EF4-FFF2-40B4-BE49-F238E27FC236}">
                <a16:creationId xmlns:a16="http://schemas.microsoft.com/office/drawing/2014/main" id="{1269D1DF-2A55-425D-8439-F6343B70BB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4" name="9wup_2_build_ReferenceLigand_40">
            <a:extLst>
              <a:ext uri="{FF2B5EF4-FFF2-40B4-BE49-F238E27FC236}">
                <a16:creationId xmlns:a16="http://schemas.microsoft.com/office/drawing/2014/main" id="{B1F4A6E0-C961-439D-84F2-B1E77F45E11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wup_2_build_ReferenceLigand_41">
            <a:extLst>
              <a:ext uri="{FF2B5EF4-FFF2-40B4-BE49-F238E27FC236}">
                <a16:creationId xmlns:a16="http://schemas.microsoft.com/office/drawing/2014/main" id="{6DD82276-F395-4C56-8114-A911B523AB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wup_2_build_ReferenceLigand_42">
            <a:extLst>
              <a:ext uri="{FF2B5EF4-FFF2-40B4-BE49-F238E27FC236}">
                <a16:creationId xmlns:a16="http://schemas.microsoft.com/office/drawing/2014/main" id="{1A226DFB-AD74-4474-8CD0-AE50CC09DD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wup_2_build_ReferenceLigand_43">
            <a:extLst>
              <a:ext uri="{FF2B5EF4-FFF2-40B4-BE49-F238E27FC236}">
                <a16:creationId xmlns:a16="http://schemas.microsoft.com/office/drawing/2014/main" id="{B26601F8-43EB-44CF-A7EE-30B95DFE95A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wup_2_build_ReferenceLigand_44">
            <a:extLst>
              <a:ext uri="{FF2B5EF4-FFF2-40B4-BE49-F238E27FC236}">
                <a16:creationId xmlns:a16="http://schemas.microsoft.com/office/drawing/2014/main" id="{E672A3E8-03B1-44A2-90DE-7AE492B788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wup_2_build_ReferenceLigand_45">
            <a:extLst>
              <a:ext uri="{FF2B5EF4-FFF2-40B4-BE49-F238E27FC236}">
                <a16:creationId xmlns:a16="http://schemas.microsoft.com/office/drawing/2014/main" id="{05E1CEDC-AFDD-47BB-8EAD-58E5EE78C2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wup_2_build_ReferenceLigand_46">
            <a:extLst>
              <a:ext uri="{FF2B5EF4-FFF2-40B4-BE49-F238E27FC236}">
                <a16:creationId xmlns:a16="http://schemas.microsoft.com/office/drawing/2014/main" id="{46756D0D-29BE-4F17-B6CC-59BA2794498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wup_2_build_ReferenceLigand_47">
            <a:extLst>
              <a:ext uri="{FF2B5EF4-FFF2-40B4-BE49-F238E27FC236}">
                <a16:creationId xmlns:a16="http://schemas.microsoft.com/office/drawing/2014/main" id="{27CDBDC9-6B12-4F0E-9AF8-94A040069DC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wup_2_build_ReferenceLigand_48">
            <a:extLst>
              <a:ext uri="{FF2B5EF4-FFF2-40B4-BE49-F238E27FC236}">
                <a16:creationId xmlns:a16="http://schemas.microsoft.com/office/drawing/2014/main" id="{540C1116-BAEB-4166-82B2-B2EBBDD7BC8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wup_2_build_ReferenceLigand_49">
            <a:extLst>
              <a:ext uri="{FF2B5EF4-FFF2-40B4-BE49-F238E27FC236}">
                <a16:creationId xmlns:a16="http://schemas.microsoft.com/office/drawing/2014/main" id="{67FF791B-EBF7-4870-AB10-34C49B0CE0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wup_2_build_ReferenceLigand_50">
            <a:extLst>
              <a:ext uri="{FF2B5EF4-FFF2-40B4-BE49-F238E27FC236}">
                <a16:creationId xmlns:a16="http://schemas.microsoft.com/office/drawing/2014/main" id="{3AF64651-F2EC-4DDE-9D7B-1D64DC98B0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wup_2_build_ReferenceLigand_51">
            <a:extLst>
              <a:ext uri="{FF2B5EF4-FFF2-40B4-BE49-F238E27FC236}">
                <a16:creationId xmlns:a16="http://schemas.microsoft.com/office/drawing/2014/main" id="{F6D2249D-02D8-442C-9612-6E7E0CDC7E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wup_2_build_ReferenceLigand_52">
            <a:extLst>
              <a:ext uri="{FF2B5EF4-FFF2-40B4-BE49-F238E27FC236}">
                <a16:creationId xmlns:a16="http://schemas.microsoft.com/office/drawing/2014/main" id="{CEB5A0EB-7FDC-4D05-A673-8BBEAAE58C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wup_2_build_ReferenceLigand_53">
            <a:extLst>
              <a:ext uri="{FF2B5EF4-FFF2-40B4-BE49-F238E27FC236}">
                <a16:creationId xmlns:a16="http://schemas.microsoft.com/office/drawing/2014/main" id="{00CEF657-E50C-4698-A543-1E34270EC4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wup_2_build_ReferenceLigand_54">
            <a:extLst>
              <a:ext uri="{FF2B5EF4-FFF2-40B4-BE49-F238E27FC236}">
                <a16:creationId xmlns:a16="http://schemas.microsoft.com/office/drawing/2014/main" id="{0687F1C7-186C-4145-8BD2-EE137E04E6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wup_2_build_ReferenceLigand_55">
            <a:extLst>
              <a:ext uri="{FF2B5EF4-FFF2-40B4-BE49-F238E27FC236}">
                <a16:creationId xmlns:a16="http://schemas.microsoft.com/office/drawing/2014/main" id="{F6423208-BE9F-4ECA-8C60-455A77B0A9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wup_2_build_ReferenceLigand_56">
            <a:extLst>
              <a:ext uri="{FF2B5EF4-FFF2-40B4-BE49-F238E27FC236}">
                <a16:creationId xmlns:a16="http://schemas.microsoft.com/office/drawing/2014/main" id="{F25458EA-7E97-47FE-9C69-0436F56169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wup_2_build_ReferenceLigand_57">
            <a:extLst>
              <a:ext uri="{FF2B5EF4-FFF2-40B4-BE49-F238E27FC236}">
                <a16:creationId xmlns:a16="http://schemas.microsoft.com/office/drawing/2014/main" id="{ED89B086-F593-4460-B7CF-2AF8495C557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wup_2_build_PredictedLigand_0">
            <a:extLst>
              <a:ext uri="{FF2B5EF4-FFF2-40B4-BE49-F238E27FC236}">
                <a16:creationId xmlns:a16="http://schemas.microsoft.com/office/drawing/2014/main" id="{AF7E647D-6C32-4DF7-BE8F-13ADB89E3F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3" name="9wup_2_build_PredictedLigand_1">
            <a:extLst>
              <a:ext uri="{FF2B5EF4-FFF2-40B4-BE49-F238E27FC236}">
                <a16:creationId xmlns:a16="http://schemas.microsoft.com/office/drawing/2014/main" id="{255E476F-7D51-4777-B85C-1B9E64EFB9F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4" name="9wup_2_build_PredictedLigand_2">
            <a:extLst>
              <a:ext uri="{FF2B5EF4-FFF2-40B4-BE49-F238E27FC236}">
                <a16:creationId xmlns:a16="http://schemas.microsoft.com/office/drawing/2014/main" id="{F722AB06-8AB2-4E52-AF9B-C632114AF3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5" name="9wup_2_build_PredictedLigand_3">
            <a:extLst>
              <a:ext uri="{FF2B5EF4-FFF2-40B4-BE49-F238E27FC236}">
                <a16:creationId xmlns:a16="http://schemas.microsoft.com/office/drawing/2014/main" id="{9D9C8B9E-96B5-4E12-8E46-9AB4E2DD64E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6" name="9wup_2_build_PredictedLigand_4">
            <a:extLst>
              <a:ext uri="{FF2B5EF4-FFF2-40B4-BE49-F238E27FC236}">
                <a16:creationId xmlns:a16="http://schemas.microsoft.com/office/drawing/2014/main" id="{8B76EB97-D6B0-4311-A257-1516E9B359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7" name="9wup_2_build_PredictedLigand_5">
            <a:extLst>
              <a:ext uri="{FF2B5EF4-FFF2-40B4-BE49-F238E27FC236}">
                <a16:creationId xmlns:a16="http://schemas.microsoft.com/office/drawing/2014/main" id="{3AA94150-8F88-4ED2-88A8-75CF3262BC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8" name="9wup_2_build_PredictedLigand_6">
            <a:extLst>
              <a:ext uri="{FF2B5EF4-FFF2-40B4-BE49-F238E27FC236}">
                <a16:creationId xmlns:a16="http://schemas.microsoft.com/office/drawing/2014/main" id="{A81F7D68-4F85-4974-8828-6B818E16FBA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9" name="9wup_2_build_PredictedLigand_7">
            <a:extLst>
              <a:ext uri="{FF2B5EF4-FFF2-40B4-BE49-F238E27FC236}">
                <a16:creationId xmlns:a16="http://schemas.microsoft.com/office/drawing/2014/main" id="{C65A6077-1E60-4092-B15A-56D7C8C6E4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0" name="9wup_2_build_PredictedLigand_8">
            <a:extLst>
              <a:ext uri="{FF2B5EF4-FFF2-40B4-BE49-F238E27FC236}">
                <a16:creationId xmlns:a16="http://schemas.microsoft.com/office/drawing/2014/main" id="{1AC57B7B-0075-4D36-AB18-D5E0A88B3F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1" name="9wup_2_build_PredictedLigand_9">
            <a:extLst>
              <a:ext uri="{FF2B5EF4-FFF2-40B4-BE49-F238E27FC236}">
                <a16:creationId xmlns:a16="http://schemas.microsoft.com/office/drawing/2014/main" id="{59E1A3AE-9AAB-488A-87BD-28F2050B77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2" name="9wup_2_build_PredictedLigand_10">
            <a:extLst>
              <a:ext uri="{FF2B5EF4-FFF2-40B4-BE49-F238E27FC236}">
                <a16:creationId xmlns:a16="http://schemas.microsoft.com/office/drawing/2014/main" id="{2F4B2FF2-F2A3-4373-93FB-A13C5105FC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3" name="9wup_2_build_PredictedLigand_11">
            <a:extLst>
              <a:ext uri="{FF2B5EF4-FFF2-40B4-BE49-F238E27FC236}">
                <a16:creationId xmlns:a16="http://schemas.microsoft.com/office/drawing/2014/main" id="{F751D5CF-DDC8-4A22-AEEE-E26EB9D8942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4" name="9wup_2_build_PredictedLigand_12">
            <a:extLst>
              <a:ext uri="{FF2B5EF4-FFF2-40B4-BE49-F238E27FC236}">
                <a16:creationId xmlns:a16="http://schemas.microsoft.com/office/drawing/2014/main" id="{2B85CA8B-6D74-4193-94CE-391C7278ED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5" name="9wup_2_build_PredictedLigand_13">
            <a:extLst>
              <a:ext uri="{FF2B5EF4-FFF2-40B4-BE49-F238E27FC236}">
                <a16:creationId xmlns:a16="http://schemas.microsoft.com/office/drawing/2014/main" id="{6CEB78BB-E9F9-4D67-9CBD-EDB7DE9733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6" name="9wup_2_build_PredictedLigand_14">
            <a:extLst>
              <a:ext uri="{FF2B5EF4-FFF2-40B4-BE49-F238E27FC236}">
                <a16:creationId xmlns:a16="http://schemas.microsoft.com/office/drawing/2014/main" id="{C43309D2-C920-43CB-9AEE-9CCFA655D1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7" name="9wup_2_build_PredictedLigand_15">
            <a:extLst>
              <a:ext uri="{FF2B5EF4-FFF2-40B4-BE49-F238E27FC236}">
                <a16:creationId xmlns:a16="http://schemas.microsoft.com/office/drawing/2014/main" id="{5AC1BFEB-DF7E-4A88-B3A6-9AD3FFBBCF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8" name="9wup_2_build_PredictedLigand_16">
            <a:extLst>
              <a:ext uri="{FF2B5EF4-FFF2-40B4-BE49-F238E27FC236}">
                <a16:creationId xmlns:a16="http://schemas.microsoft.com/office/drawing/2014/main" id="{B2CDD71A-2C9F-47D6-8AC1-E587F47760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9" name="9wup_2_build_PredictedLigand_17">
            <a:extLst>
              <a:ext uri="{FF2B5EF4-FFF2-40B4-BE49-F238E27FC236}">
                <a16:creationId xmlns:a16="http://schemas.microsoft.com/office/drawing/2014/main" id="{12180B99-BC9A-4244-B381-C913771DDA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0" name="9wup_2_build_PredictedLigand_18">
            <a:extLst>
              <a:ext uri="{FF2B5EF4-FFF2-40B4-BE49-F238E27FC236}">
                <a16:creationId xmlns:a16="http://schemas.microsoft.com/office/drawing/2014/main" id="{4B14DD8C-8A44-4BAF-BECE-F6DB26DEB19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1" name="9wup_2_build_PredictedLigand_19">
            <a:extLst>
              <a:ext uri="{FF2B5EF4-FFF2-40B4-BE49-F238E27FC236}">
                <a16:creationId xmlns:a16="http://schemas.microsoft.com/office/drawing/2014/main" id="{B71D58DF-3A67-4A9E-A541-BCD82299C0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2" name="9wup_2_build_PredictedLigand_20">
            <a:extLst>
              <a:ext uri="{FF2B5EF4-FFF2-40B4-BE49-F238E27FC236}">
                <a16:creationId xmlns:a16="http://schemas.microsoft.com/office/drawing/2014/main" id="{6B7046BB-4982-42B7-B94F-135F434BD7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3" name="9wup_2_build_PredictedLigand_21">
            <a:extLst>
              <a:ext uri="{FF2B5EF4-FFF2-40B4-BE49-F238E27FC236}">
                <a16:creationId xmlns:a16="http://schemas.microsoft.com/office/drawing/2014/main" id="{4745974E-A6AF-4636-BBDC-C62AB7F01B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4" name="9wup_2_build_PredictedLigand_22">
            <a:extLst>
              <a:ext uri="{FF2B5EF4-FFF2-40B4-BE49-F238E27FC236}">
                <a16:creationId xmlns:a16="http://schemas.microsoft.com/office/drawing/2014/main" id="{3CC60402-7B83-489E-9085-9C2C7F73CE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5" name="9wup_2_build_PredictedLigand_23">
            <a:extLst>
              <a:ext uri="{FF2B5EF4-FFF2-40B4-BE49-F238E27FC236}">
                <a16:creationId xmlns:a16="http://schemas.microsoft.com/office/drawing/2014/main" id="{F2BBD900-ACDD-4908-97BC-E7444BE4059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6" name="9wup_2_build_PredictedLigand_24">
            <a:extLst>
              <a:ext uri="{FF2B5EF4-FFF2-40B4-BE49-F238E27FC236}">
                <a16:creationId xmlns:a16="http://schemas.microsoft.com/office/drawing/2014/main" id="{B2DE2BC1-EF61-424F-8204-CA7A1A4B10F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7" name="9wup_2_build_PredictedLigand_25">
            <a:extLst>
              <a:ext uri="{FF2B5EF4-FFF2-40B4-BE49-F238E27FC236}">
                <a16:creationId xmlns:a16="http://schemas.microsoft.com/office/drawing/2014/main" id="{6ACFAC77-642B-4B9B-B795-72BF72F28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8" name="9wup_2_build_PredictedLigand_26">
            <a:extLst>
              <a:ext uri="{FF2B5EF4-FFF2-40B4-BE49-F238E27FC236}">
                <a16:creationId xmlns:a16="http://schemas.microsoft.com/office/drawing/2014/main" id="{50C66A30-E5DD-4EF2-9449-C7C8D739A59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9" name="9wup_2_build_PredictedLigand_27">
            <a:extLst>
              <a:ext uri="{FF2B5EF4-FFF2-40B4-BE49-F238E27FC236}">
                <a16:creationId xmlns:a16="http://schemas.microsoft.com/office/drawing/2014/main" id="{612064AC-9D38-4344-AEC3-28428DB151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0" name="9wup_2_build_PredictedLigand_28">
            <a:extLst>
              <a:ext uri="{FF2B5EF4-FFF2-40B4-BE49-F238E27FC236}">
                <a16:creationId xmlns:a16="http://schemas.microsoft.com/office/drawing/2014/main" id="{9483F4BC-EA88-467E-BD02-2B77A6BFF7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1" name="9wup_2_build_PredictedLigand_29">
            <a:extLst>
              <a:ext uri="{FF2B5EF4-FFF2-40B4-BE49-F238E27FC236}">
                <a16:creationId xmlns:a16="http://schemas.microsoft.com/office/drawing/2014/main" id="{823F77A4-1D1B-4355-8911-AF7C2C9D56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2" name="9wup_2_build_PredictedLigand_30">
            <a:extLst>
              <a:ext uri="{FF2B5EF4-FFF2-40B4-BE49-F238E27FC236}">
                <a16:creationId xmlns:a16="http://schemas.microsoft.com/office/drawing/2014/main" id="{6566774D-CF2A-4845-8303-2166B9F327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3" name="9wup_2_build_PredictedLigand_31">
            <a:extLst>
              <a:ext uri="{FF2B5EF4-FFF2-40B4-BE49-F238E27FC236}">
                <a16:creationId xmlns:a16="http://schemas.microsoft.com/office/drawing/2014/main" id="{D3855CB9-F65E-4F10-9AEB-158F3B9888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4" name="9wup_2_build_PredictedLigand_32">
            <a:extLst>
              <a:ext uri="{FF2B5EF4-FFF2-40B4-BE49-F238E27FC236}">
                <a16:creationId xmlns:a16="http://schemas.microsoft.com/office/drawing/2014/main" id="{8224FF68-F6DE-4187-98BC-F6D8FA70E2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5" name="9wup_2_build_PredictedLigand_33">
            <a:extLst>
              <a:ext uri="{FF2B5EF4-FFF2-40B4-BE49-F238E27FC236}">
                <a16:creationId xmlns:a16="http://schemas.microsoft.com/office/drawing/2014/main" id="{CEE2B065-7E02-48AC-8042-1B87BA65BA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6" name="9wup_2_build_PredictedLigand_34">
            <a:extLst>
              <a:ext uri="{FF2B5EF4-FFF2-40B4-BE49-F238E27FC236}">
                <a16:creationId xmlns:a16="http://schemas.microsoft.com/office/drawing/2014/main" id="{118957F9-BA26-4E1C-9645-26485F2DED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7" name="9wup_2_build_PredictedLigand_35">
            <a:extLst>
              <a:ext uri="{FF2B5EF4-FFF2-40B4-BE49-F238E27FC236}">
                <a16:creationId xmlns:a16="http://schemas.microsoft.com/office/drawing/2014/main" id="{AFE4DF33-E386-418B-B9FF-DA5FBA5EFA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8" name="9wup_2_build_PredictedLigand_36">
            <a:extLst>
              <a:ext uri="{FF2B5EF4-FFF2-40B4-BE49-F238E27FC236}">
                <a16:creationId xmlns:a16="http://schemas.microsoft.com/office/drawing/2014/main" id="{F4B3671F-C9DF-43DF-82B3-D3EB2FECEA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9" name="9wup_2_build_PredictedLigand_37">
            <a:extLst>
              <a:ext uri="{FF2B5EF4-FFF2-40B4-BE49-F238E27FC236}">
                <a16:creationId xmlns:a16="http://schemas.microsoft.com/office/drawing/2014/main" id="{8352F7A8-C90B-418A-8122-FBB3394B57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0" name="9wup_2_build_PredictedLigand_38">
            <a:extLst>
              <a:ext uri="{FF2B5EF4-FFF2-40B4-BE49-F238E27FC236}">
                <a16:creationId xmlns:a16="http://schemas.microsoft.com/office/drawing/2014/main" id="{363E3C50-D9F0-4F22-8434-7DCFB4879BF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1" name="9wup_2_build_PredictedLigand_39">
            <a:extLst>
              <a:ext uri="{FF2B5EF4-FFF2-40B4-BE49-F238E27FC236}">
                <a16:creationId xmlns:a16="http://schemas.microsoft.com/office/drawing/2014/main" id="{04A079D7-6213-436C-A1E0-D362A9C8BC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2" name="9wup_2_build_PredictedLigand_40">
            <a:extLst>
              <a:ext uri="{FF2B5EF4-FFF2-40B4-BE49-F238E27FC236}">
                <a16:creationId xmlns:a16="http://schemas.microsoft.com/office/drawing/2014/main" id="{651F9A69-30A0-495F-BC18-D616BBEDB8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3" name="9wup_2_build_PredictedLigand_41">
            <a:extLst>
              <a:ext uri="{FF2B5EF4-FFF2-40B4-BE49-F238E27FC236}">
                <a16:creationId xmlns:a16="http://schemas.microsoft.com/office/drawing/2014/main" id="{27681F78-81BD-4215-ACEE-9C4B3D87B4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4" name="9wup_2_build_PredictedLigand_42">
            <a:extLst>
              <a:ext uri="{FF2B5EF4-FFF2-40B4-BE49-F238E27FC236}">
                <a16:creationId xmlns:a16="http://schemas.microsoft.com/office/drawing/2014/main" id="{4CDD54DD-6F65-4731-85A6-63B8172F2B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5" name="9wup_2_build_PredictedLigand_43">
            <a:extLst>
              <a:ext uri="{FF2B5EF4-FFF2-40B4-BE49-F238E27FC236}">
                <a16:creationId xmlns:a16="http://schemas.microsoft.com/office/drawing/2014/main" id="{95F0A91F-4C46-43CA-941B-96A0D84F51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6" name="9wup_2_build_PredictedLigand_44">
            <a:extLst>
              <a:ext uri="{FF2B5EF4-FFF2-40B4-BE49-F238E27FC236}">
                <a16:creationId xmlns:a16="http://schemas.microsoft.com/office/drawing/2014/main" id="{7B2CDE8C-FA29-4F7F-BD2C-2D12880CF28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7" name="9wup_2_build_PredictedLigand_45">
            <a:extLst>
              <a:ext uri="{FF2B5EF4-FFF2-40B4-BE49-F238E27FC236}">
                <a16:creationId xmlns:a16="http://schemas.microsoft.com/office/drawing/2014/main" id="{4B20A7BF-C72F-4A35-83B7-54497B213E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8" name="9wup_2_build_PredictedLigand_46">
            <a:extLst>
              <a:ext uri="{FF2B5EF4-FFF2-40B4-BE49-F238E27FC236}">
                <a16:creationId xmlns:a16="http://schemas.microsoft.com/office/drawing/2014/main" id="{174054F6-9F5B-40F8-8D4E-CF0892D0BBF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9" name="9wup_2_build_PredictedLigand_47">
            <a:extLst>
              <a:ext uri="{FF2B5EF4-FFF2-40B4-BE49-F238E27FC236}">
                <a16:creationId xmlns:a16="http://schemas.microsoft.com/office/drawing/2014/main" id="{471B4E6F-D048-4674-AD3D-4A9D943617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0" name="9wup_2_build_PredictedLigand_48">
            <a:extLst>
              <a:ext uri="{FF2B5EF4-FFF2-40B4-BE49-F238E27FC236}">
                <a16:creationId xmlns:a16="http://schemas.microsoft.com/office/drawing/2014/main" id="{255505F7-8480-433D-BFED-0535B802B3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1" name="9wup_2_build_PredictedLigand_49">
            <a:extLst>
              <a:ext uri="{FF2B5EF4-FFF2-40B4-BE49-F238E27FC236}">
                <a16:creationId xmlns:a16="http://schemas.microsoft.com/office/drawing/2014/main" id="{D3753B5E-DF51-497C-860A-7A0AA70E030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2" name="9wup_2_build_PredictedLigand_50">
            <a:extLst>
              <a:ext uri="{FF2B5EF4-FFF2-40B4-BE49-F238E27FC236}">
                <a16:creationId xmlns:a16="http://schemas.microsoft.com/office/drawing/2014/main" id="{A405396E-497B-4498-B1BC-6DD644A030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3" name="9wup_2_build_PredictedLigand_51">
            <a:extLst>
              <a:ext uri="{FF2B5EF4-FFF2-40B4-BE49-F238E27FC236}">
                <a16:creationId xmlns:a16="http://schemas.microsoft.com/office/drawing/2014/main" id="{7573915A-61B5-498E-982A-8AD249A900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4" name="9wup_2_build_PredictedLigand_52">
            <a:extLst>
              <a:ext uri="{FF2B5EF4-FFF2-40B4-BE49-F238E27FC236}">
                <a16:creationId xmlns:a16="http://schemas.microsoft.com/office/drawing/2014/main" id="{E8DA85FB-B18B-4EF0-9EE1-6298FD963E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5" name="9wup_2_build_PredictedLigand_53">
            <a:extLst>
              <a:ext uri="{FF2B5EF4-FFF2-40B4-BE49-F238E27FC236}">
                <a16:creationId xmlns:a16="http://schemas.microsoft.com/office/drawing/2014/main" id="{9A8FFC16-8409-434A-951F-6FA7E10B8F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6" name="9wup_2_build_PredictedLigand_54">
            <a:extLst>
              <a:ext uri="{FF2B5EF4-FFF2-40B4-BE49-F238E27FC236}">
                <a16:creationId xmlns:a16="http://schemas.microsoft.com/office/drawing/2014/main" id="{3C4EF25F-1F97-4875-9EE0-63D5BE54E9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7" name="9wup_2_build_PredictedLigand_55">
            <a:extLst>
              <a:ext uri="{FF2B5EF4-FFF2-40B4-BE49-F238E27FC236}">
                <a16:creationId xmlns:a16="http://schemas.microsoft.com/office/drawing/2014/main" id="{F8A4AFDD-A1A5-4C25-92EB-EF607E47EF3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8" name="9wup_2_build_PredictedLigand_56">
            <a:extLst>
              <a:ext uri="{FF2B5EF4-FFF2-40B4-BE49-F238E27FC236}">
                <a16:creationId xmlns:a16="http://schemas.microsoft.com/office/drawing/2014/main" id="{8CBF66AD-DBA8-45FD-8EB1-FA0E341142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9" name="9wup_2_build_PredictedLigand_57">
            <a:extLst>
              <a:ext uri="{FF2B5EF4-FFF2-40B4-BE49-F238E27FC236}">
                <a16:creationId xmlns:a16="http://schemas.microsoft.com/office/drawing/2014/main" id="{BC2EF742-897F-4E72-A606-0787F7C5E6E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30" name="9wup_2_build_PredictedAtoms_0">
            <a:extLst>
              <a:ext uri="{FF2B5EF4-FFF2-40B4-BE49-F238E27FC236}">
                <a16:creationId xmlns:a16="http://schemas.microsoft.com/office/drawing/2014/main" id="{749ABDCB-4F37-4C9F-9624-2A5DE3C1DBAE}"/>
              </a:ext>
            </a:extLst>
          </p:cNvPr>
          <p:cNvSpPr>
            <a:spLocks noGrp="1"/>
          </p:cNvSpPr>
          <p:nvPr/>
        </p:nvSpPr>
        <p:spPr>
          <a:xfrm>
            <a:off x="7167704" y="32004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1" name="9wup_2_build_PredictedAtoms_1">
            <a:extLst>
              <a:ext uri="{FF2B5EF4-FFF2-40B4-BE49-F238E27FC236}">
                <a16:creationId xmlns:a16="http://schemas.microsoft.com/office/drawing/2014/main" id="{4D0EBAFC-6289-4261-BC40-596D56D62DA3}"/>
              </a:ext>
            </a:extLst>
          </p:cNvPr>
          <p:cNvSpPr>
            <a:spLocks noGrp="1"/>
          </p:cNvSpPr>
          <p:nvPr/>
        </p:nvSpPr>
        <p:spPr>
          <a:xfrm>
            <a:off x="7247469" y="3242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2" name="9wup_2_build_PredictedAtoms_2">
            <a:extLst>
              <a:ext uri="{FF2B5EF4-FFF2-40B4-BE49-F238E27FC236}">
                <a16:creationId xmlns:a16="http://schemas.microsoft.com/office/drawing/2014/main" id="{8394162F-2730-4BB5-AF2B-E573DB7A44FC}"/>
              </a:ext>
            </a:extLst>
          </p:cNvPr>
          <p:cNvSpPr>
            <a:spLocks noGrp="1"/>
          </p:cNvSpPr>
          <p:nvPr/>
        </p:nvSpPr>
        <p:spPr>
          <a:xfrm>
            <a:off x="7369481" y="31960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3" name="9wup_2_build_PredictedAtoms_3">
            <a:extLst>
              <a:ext uri="{FF2B5EF4-FFF2-40B4-BE49-F238E27FC236}">
                <a16:creationId xmlns:a16="http://schemas.microsoft.com/office/drawing/2014/main" id="{7FB664F8-11FD-459D-9D1C-E97D29BBF99B}"/>
              </a:ext>
            </a:extLst>
          </p:cNvPr>
          <p:cNvSpPr>
            <a:spLocks noGrp="1"/>
          </p:cNvSpPr>
          <p:nvPr/>
        </p:nvSpPr>
        <p:spPr>
          <a:xfrm>
            <a:off x="7350554" y="31805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4" name="9wup_2_build_PredictedAtoms_4">
            <a:extLst>
              <a:ext uri="{FF2B5EF4-FFF2-40B4-BE49-F238E27FC236}">
                <a16:creationId xmlns:a16="http://schemas.microsoft.com/office/drawing/2014/main" id="{815A71F2-45B7-415F-BDBE-86A4F8B83FF5}"/>
              </a:ext>
            </a:extLst>
          </p:cNvPr>
          <p:cNvSpPr>
            <a:spLocks noGrp="1"/>
          </p:cNvSpPr>
          <p:nvPr/>
        </p:nvSpPr>
        <p:spPr>
          <a:xfrm>
            <a:off x="7473144" y="31818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5" name="9wup_2_build_PredictedAtoms_5">
            <a:extLst>
              <a:ext uri="{FF2B5EF4-FFF2-40B4-BE49-F238E27FC236}">
                <a16:creationId xmlns:a16="http://schemas.microsoft.com/office/drawing/2014/main" id="{AFAA2B37-C4EE-4799-9453-9F3D024D46E8}"/>
              </a:ext>
            </a:extLst>
          </p:cNvPr>
          <p:cNvSpPr>
            <a:spLocks noGrp="1"/>
          </p:cNvSpPr>
          <p:nvPr/>
        </p:nvSpPr>
        <p:spPr>
          <a:xfrm>
            <a:off x="7457682" y="3235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6" name="9wup_2_build_PredictedAtoms_6">
            <a:extLst>
              <a:ext uri="{FF2B5EF4-FFF2-40B4-BE49-F238E27FC236}">
                <a16:creationId xmlns:a16="http://schemas.microsoft.com/office/drawing/2014/main" id="{4D5864A1-4D9E-44CB-8A57-FF7E050A0981}"/>
              </a:ext>
            </a:extLst>
          </p:cNvPr>
          <p:cNvSpPr>
            <a:spLocks noGrp="1"/>
          </p:cNvSpPr>
          <p:nvPr/>
        </p:nvSpPr>
        <p:spPr>
          <a:xfrm>
            <a:off x="7517282" y="30533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7" name="9wup_2_build_PredictedAtoms_7">
            <a:extLst>
              <a:ext uri="{FF2B5EF4-FFF2-40B4-BE49-F238E27FC236}">
                <a16:creationId xmlns:a16="http://schemas.microsoft.com/office/drawing/2014/main" id="{8CF7C70A-0FA4-417D-8E33-68615BC5A88F}"/>
              </a:ext>
            </a:extLst>
          </p:cNvPr>
          <p:cNvSpPr>
            <a:spLocks noGrp="1"/>
          </p:cNvSpPr>
          <p:nvPr/>
        </p:nvSpPr>
        <p:spPr>
          <a:xfrm>
            <a:off x="7561684" y="32312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8" name="9wup_2_build_PredictedAtoms_8">
            <a:extLst>
              <a:ext uri="{FF2B5EF4-FFF2-40B4-BE49-F238E27FC236}">
                <a16:creationId xmlns:a16="http://schemas.microsoft.com/office/drawing/2014/main" id="{9A301B2B-FEDE-4856-8CB8-0BF536806489}"/>
              </a:ext>
            </a:extLst>
          </p:cNvPr>
          <p:cNvSpPr>
            <a:spLocks noGrp="1"/>
          </p:cNvSpPr>
          <p:nvPr/>
        </p:nvSpPr>
        <p:spPr>
          <a:xfrm>
            <a:off x="7652182" y="33335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9" name="9wup_2_build_PredictedAtoms_9">
            <a:extLst>
              <a:ext uri="{FF2B5EF4-FFF2-40B4-BE49-F238E27FC236}">
                <a16:creationId xmlns:a16="http://schemas.microsoft.com/office/drawing/2014/main" id="{94F33E11-9C59-43D4-B78E-59DDC294A66B}"/>
              </a:ext>
            </a:extLst>
          </p:cNvPr>
          <p:cNvSpPr>
            <a:spLocks noGrp="1"/>
          </p:cNvSpPr>
          <p:nvPr/>
        </p:nvSpPr>
        <p:spPr>
          <a:xfrm>
            <a:off x="7597227" y="3444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0" name="9wup_2_build_PredictedAtoms_10">
            <a:extLst>
              <a:ext uri="{FF2B5EF4-FFF2-40B4-BE49-F238E27FC236}">
                <a16:creationId xmlns:a16="http://schemas.microsoft.com/office/drawing/2014/main" id="{F796F57F-B369-472A-931A-D04DCC90C1D6}"/>
              </a:ext>
            </a:extLst>
          </p:cNvPr>
          <p:cNvSpPr>
            <a:spLocks noGrp="1"/>
          </p:cNvSpPr>
          <p:nvPr/>
        </p:nvSpPr>
        <p:spPr>
          <a:xfrm>
            <a:off x="7747493" y="33108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1" name="9wup_2_build_PredictedAtoms_11">
            <a:extLst>
              <a:ext uri="{FF2B5EF4-FFF2-40B4-BE49-F238E27FC236}">
                <a16:creationId xmlns:a16="http://schemas.microsoft.com/office/drawing/2014/main" id="{C5B195FF-6CB4-4C65-820C-DD6AAFEEB76B}"/>
              </a:ext>
            </a:extLst>
          </p:cNvPr>
          <p:cNvSpPr>
            <a:spLocks noGrp="1"/>
          </p:cNvSpPr>
          <p:nvPr/>
        </p:nvSpPr>
        <p:spPr>
          <a:xfrm>
            <a:off x="7684165" y="33288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2" name="9wup_2_build_PredictedAtoms_12">
            <a:extLst>
              <a:ext uri="{FF2B5EF4-FFF2-40B4-BE49-F238E27FC236}">
                <a16:creationId xmlns:a16="http://schemas.microsoft.com/office/drawing/2014/main" id="{CDA97C88-5DFC-4A4C-913A-94B4D1920176}"/>
              </a:ext>
            </a:extLst>
          </p:cNvPr>
          <p:cNvSpPr>
            <a:spLocks noGrp="1"/>
          </p:cNvSpPr>
          <p:nvPr/>
        </p:nvSpPr>
        <p:spPr>
          <a:xfrm>
            <a:off x="7802927" y="33204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3" name="9wup_2_build_PredictedAtoms_13">
            <a:extLst>
              <a:ext uri="{FF2B5EF4-FFF2-40B4-BE49-F238E27FC236}">
                <a16:creationId xmlns:a16="http://schemas.microsoft.com/office/drawing/2014/main" id="{A2F780A9-6950-4774-B1C7-D61B0B8528B3}"/>
              </a:ext>
            </a:extLst>
          </p:cNvPr>
          <p:cNvSpPr>
            <a:spLocks noGrp="1"/>
          </p:cNvSpPr>
          <p:nvPr/>
        </p:nvSpPr>
        <p:spPr>
          <a:xfrm>
            <a:off x="7816284" y="33503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4" name="9wup_2_build_PredictedAtoms_14">
            <a:extLst>
              <a:ext uri="{FF2B5EF4-FFF2-40B4-BE49-F238E27FC236}">
                <a16:creationId xmlns:a16="http://schemas.microsoft.com/office/drawing/2014/main" id="{5D1AB4C0-152E-4169-8714-DC3B51DE1D6D}"/>
              </a:ext>
            </a:extLst>
          </p:cNvPr>
          <p:cNvSpPr>
            <a:spLocks noGrp="1"/>
          </p:cNvSpPr>
          <p:nvPr/>
        </p:nvSpPr>
        <p:spPr>
          <a:xfrm>
            <a:off x="7894439" y="32650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5" name="9wup_2_build_PredictedAtoms_15">
            <a:extLst>
              <a:ext uri="{FF2B5EF4-FFF2-40B4-BE49-F238E27FC236}">
                <a16:creationId xmlns:a16="http://schemas.microsoft.com/office/drawing/2014/main" id="{3C4CE915-2493-4BEB-BA34-2E06E21D274B}"/>
              </a:ext>
            </a:extLst>
          </p:cNvPr>
          <p:cNvSpPr>
            <a:spLocks noGrp="1"/>
          </p:cNvSpPr>
          <p:nvPr/>
        </p:nvSpPr>
        <p:spPr>
          <a:xfrm>
            <a:off x="7994594" y="33238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6" name="9wup_2_build_PredictedAtoms_16">
            <a:extLst>
              <a:ext uri="{FF2B5EF4-FFF2-40B4-BE49-F238E27FC236}">
                <a16:creationId xmlns:a16="http://schemas.microsoft.com/office/drawing/2014/main" id="{8B0414C6-196F-4EF7-8CC2-100164C9408D}"/>
              </a:ext>
            </a:extLst>
          </p:cNvPr>
          <p:cNvSpPr>
            <a:spLocks noGrp="1"/>
          </p:cNvSpPr>
          <p:nvPr/>
        </p:nvSpPr>
        <p:spPr>
          <a:xfrm>
            <a:off x="8011935" y="32935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7" name="9wup_2_build_PredictedAtoms_17">
            <a:extLst>
              <a:ext uri="{FF2B5EF4-FFF2-40B4-BE49-F238E27FC236}">
                <a16:creationId xmlns:a16="http://schemas.microsoft.com/office/drawing/2014/main" id="{5013E55D-14C5-4ADB-86B7-A968256337CB}"/>
              </a:ext>
            </a:extLst>
          </p:cNvPr>
          <p:cNvSpPr>
            <a:spLocks noGrp="1"/>
          </p:cNvSpPr>
          <p:nvPr/>
        </p:nvSpPr>
        <p:spPr>
          <a:xfrm>
            <a:off x="8049412" y="31083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8" name="9wup_2_build_PredictedAtoms_18">
            <a:extLst>
              <a:ext uri="{FF2B5EF4-FFF2-40B4-BE49-F238E27FC236}">
                <a16:creationId xmlns:a16="http://schemas.microsoft.com/office/drawing/2014/main" id="{58CE08B2-2779-4EF0-B636-FD0FC3EAAD7C}"/>
              </a:ext>
            </a:extLst>
          </p:cNvPr>
          <p:cNvSpPr>
            <a:spLocks noGrp="1"/>
          </p:cNvSpPr>
          <p:nvPr/>
        </p:nvSpPr>
        <p:spPr>
          <a:xfrm>
            <a:off x="8148224" y="30177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9" name="9wup_2_build_PredictedAtoms_19">
            <a:extLst>
              <a:ext uri="{FF2B5EF4-FFF2-40B4-BE49-F238E27FC236}">
                <a16:creationId xmlns:a16="http://schemas.microsoft.com/office/drawing/2014/main" id="{2DD345D4-B5E2-46DD-94D7-A1F23DB47E9C}"/>
              </a:ext>
            </a:extLst>
          </p:cNvPr>
          <p:cNvSpPr>
            <a:spLocks noGrp="1"/>
          </p:cNvSpPr>
          <p:nvPr/>
        </p:nvSpPr>
        <p:spPr>
          <a:xfrm>
            <a:off x="8293842" y="3109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0" name="9wup_2_build_PredictedAtoms_20">
            <a:extLst>
              <a:ext uri="{FF2B5EF4-FFF2-40B4-BE49-F238E27FC236}">
                <a16:creationId xmlns:a16="http://schemas.microsoft.com/office/drawing/2014/main" id="{E68562B2-078A-4377-B281-E49EE291F72D}"/>
              </a:ext>
            </a:extLst>
          </p:cNvPr>
          <p:cNvSpPr>
            <a:spLocks noGrp="1"/>
          </p:cNvSpPr>
          <p:nvPr/>
        </p:nvSpPr>
        <p:spPr>
          <a:xfrm>
            <a:off x="8357523" y="30728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1" name="9wup_2_build_PredictedAtoms_21">
            <a:extLst>
              <a:ext uri="{FF2B5EF4-FFF2-40B4-BE49-F238E27FC236}">
                <a16:creationId xmlns:a16="http://schemas.microsoft.com/office/drawing/2014/main" id="{2FA5D011-565D-49EE-A7F9-8ABAB18EEB70}"/>
              </a:ext>
            </a:extLst>
          </p:cNvPr>
          <p:cNvSpPr>
            <a:spLocks noGrp="1"/>
          </p:cNvSpPr>
          <p:nvPr/>
        </p:nvSpPr>
        <p:spPr>
          <a:xfrm>
            <a:off x="8346916" y="29518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2" name="9wup_2_build_PredictedAtoms_22">
            <a:extLst>
              <a:ext uri="{FF2B5EF4-FFF2-40B4-BE49-F238E27FC236}">
                <a16:creationId xmlns:a16="http://schemas.microsoft.com/office/drawing/2014/main" id="{A36267D1-1D48-4624-8EAC-C958237D0B5A}"/>
              </a:ext>
            </a:extLst>
          </p:cNvPr>
          <p:cNvSpPr>
            <a:spLocks noGrp="1"/>
          </p:cNvSpPr>
          <p:nvPr/>
        </p:nvSpPr>
        <p:spPr>
          <a:xfrm>
            <a:off x="8449594" y="32237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3" name="9wup_2_build_PredictedAtoms_23">
            <a:extLst>
              <a:ext uri="{FF2B5EF4-FFF2-40B4-BE49-F238E27FC236}">
                <a16:creationId xmlns:a16="http://schemas.microsoft.com/office/drawing/2014/main" id="{6BB42DEC-5DD3-4930-AF94-FB3B4A4D0D40}"/>
              </a:ext>
            </a:extLst>
          </p:cNvPr>
          <p:cNvSpPr>
            <a:spLocks noGrp="1"/>
          </p:cNvSpPr>
          <p:nvPr/>
        </p:nvSpPr>
        <p:spPr>
          <a:xfrm>
            <a:off x="8406855" y="325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4" name="9wup_2_build_PredictedAtoms_24">
            <a:extLst>
              <a:ext uri="{FF2B5EF4-FFF2-40B4-BE49-F238E27FC236}">
                <a16:creationId xmlns:a16="http://schemas.microsoft.com/office/drawing/2014/main" id="{F8496A73-169C-47BA-BC97-492BF693DAB5}"/>
              </a:ext>
            </a:extLst>
          </p:cNvPr>
          <p:cNvSpPr>
            <a:spLocks noGrp="1"/>
          </p:cNvSpPr>
          <p:nvPr/>
        </p:nvSpPr>
        <p:spPr>
          <a:xfrm>
            <a:off x="8307389" y="33103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5" name="9wup_2_build_PredictedAtoms_25">
            <a:extLst>
              <a:ext uri="{FF2B5EF4-FFF2-40B4-BE49-F238E27FC236}">
                <a16:creationId xmlns:a16="http://schemas.microsoft.com/office/drawing/2014/main" id="{296C17E0-FBD5-44F5-9F44-846465FE57C6}"/>
              </a:ext>
            </a:extLst>
          </p:cNvPr>
          <p:cNvSpPr>
            <a:spLocks noGrp="1"/>
          </p:cNvSpPr>
          <p:nvPr/>
        </p:nvSpPr>
        <p:spPr>
          <a:xfrm>
            <a:off x="8257819" y="32011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6" name="9wup_2_build_PredictedAtoms_26">
            <a:extLst>
              <a:ext uri="{FF2B5EF4-FFF2-40B4-BE49-F238E27FC236}">
                <a16:creationId xmlns:a16="http://schemas.microsoft.com/office/drawing/2014/main" id="{9DD61073-51EB-430C-AE12-8242510863D7}"/>
              </a:ext>
            </a:extLst>
          </p:cNvPr>
          <p:cNvSpPr>
            <a:spLocks noGrp="1"/>
          </p:cNvSpPr>
          <p:nvPr/>
        </p:nvSpPr>
        <p:spPr>
          <a:xfrm>
            <a:off x="7996707" y="34453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7" name="9wup_2_build_PredictedAtoms_27">
            <a:extLst>
              <a:ext uri="{FF2B5EF4-FFF2-40B4-BE49-F238E27FC236}">
                <a16:creationId xmlns:a16="http://schemas.microsoft.com/office/drawing/2014/main" id="{272306E2-84DE-4835-8D9B-6C80D313BFE3}"/>
              </a:ext>
            </a:extLst>
          </p:cNvPr>
          <p:cNvSpPr>
            <a:spLocks noGrp="1"/>
          </p:cNvSpPr>
          <p:nvPr/>
        </p:nvSpPr>
        <p:spPr>
          <a:xfrm>
            <a:off x="8027245" y="35233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8" name="9wup_2_build_PredictedAtoms_28">
            <a:extLst>
              <a:ext uri="{FF2B5EF4-FFF2-40B4-BE49-F238E27FC236}">
                <a16:creationId xmlns:a16="http://schemas.microsoft.com/office/drawing/2014/main" id="{AA784603-21C4-4AE4-9F4A-757C7242FEE2}"/>
              </a:ext>
            </a:extLst>
          </p:cNvPr>
          <p:cNvSpPr>
            <a:spLocks noGrp="1"/>
          </p:cNvSpPr>
          <p:nvPr/>
        </p:nvSpPr>
        <p:spPr>
          <a:xfrm>
            <a:off x="7866178" y="3473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9" name="9wup_2_build_PredictedAtoms_29">
            <a:extLst>
              <a:ext uri="{FF2B5EF4-FFF2-40B4-BE49-F238E27FC236}">
                <a16:creationId xmlns:a16="http://schemas.microsoft.com/office/drawing/2014/main" id="{7E3A9511-084F-4E46-A04E-2099AF1DEB84}"/>
              </a:ext>
            </a:extLst>
          </p:cNvPr>
          <p:cNvSpPr>
            <a:spLocks noGrp="1"/>
          </p:cNvSpPr>
          <p:nvPr/>
        </p:nvSpPr>
        <p:spPr>
          <a:xfrm>
            <a:off x="7802977" y="3536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0" name="9wup_2_build_PredictedAtoms_30">
            <a:extLst>
              <a:ext uri="{FF2B5EF4-FFF2-40B4-BE49-F238E27FC236}">
                <a16:creationId xmlns:a16="http://schemas.microsoft.com/office/drawing/2014/main" id="{03C64F15-0B60-4A6E-A47F-AFE61F670628}"/>
              </a:ext>
            </a:extLst>
          </p:cNvPr>
          <p:cNvSpPr>
            <a:spLocks noGrp="1"/>
          </p:cNvSpPr>
          <p:nvPr/>
        </p:nvSpPr>
        <p:spPr>
          <a:xfrm>
            <a:off x="7244307" y="32799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1" name="9wup_2_build_PredictedAtoms_31">
            <a:extLst>
              <a:ext uri="{FF2B5EF4-FFF2-40B4-BE49-F238E27FC236}">
                <a16:creationId xmlns:a16="http://schemas.microsoft.com/office/drawing/2014/main" id="{6B70A397-A05F-41B4-A97D-681B356C9A12}"/>
              </a:ext>
            </a:extLst>
          </p:cNvPr>
          <p:cNvSpPr>
            <a:spLocks noGrp="1"/>
          </p:cNvSpPr>
          <p:nvPr/>
        </p:nvSpPr>
        <p:spPr>
          <a:xfrm>
            <a:off x="7252022" y="33914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2" name="9wup_2_build_PredictedAtoms_32">
            <a:extLst>
              <a:ext uri="{FF2B5EF4-FFF2-40B4-BE49-F238E27FC236}">
                <a16:creationId xmlns:a16="http://schemas.microsoft.com/office/drawing/2014/main" id="{C9E734D1-60E6-4647-B739-94B1A6BB6CC8}"/>
              </a:ext>
            </a:extLst>
          </p:cNvPr>
          <p:cNvSpPr>
            <a:spLocks noGrp="1"/>
          </p:cNvSpPr>
          <p:nvPr/>
        </p:nvSpPr>
        <p:spPr>
          <a:xfrm>
            <a:off x="7130792" y="32192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3" name="9wup_2_build_PredictedAtoms_33">
            <a:extLst>
              <a:ext uri="{FF2B5EF4-FFF2-40B4-BE49-F238E27FC236}">
                <a16:creationId xmlns:a16="http://schemas.microsoft.com/office/drawing/2014/main" id="{DAF589D1-3CDD-44EE-BD7E-C2B995A61910}"/>
              </a:ext>
            </a:extLst>
          </p:cNvPr>
          <p:cNvSpPr>
            <a:spLocks noGrp="1"/>
          </p:cNvSpPr>
          <p:nvPr/>
        </p:nvSpPr>
        <p:spPr>
          <a:xfrm>
            <a:off x="7182800" y="31271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4" name="9wup_2_build_PredictedAtoms_34">
            <a:extLst>
              <a:ext uri="{FF2B5EF4-FFF2-40B4-BE49-F238E27FC236}">
                <a16:creationId xmlns:a16="http://schemas.microsoft.com/office/drawing/2014/main" id="{B488CEAF-CED9-4B69-97B4-D2566E70EFB2}"/>
              </a:ext>
            </a:extLst>
          </p:cNvPr>
          <p:cNvSpPr>
            <a:spLocks noGrp="1"/>
          </p:cNvSpPr>
          <p:nvPr/>
        </p:nvSpPr>
        <p:spPr>
          <a:xfrm>
            <a:off x="7048859" y="327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5" name="9wup_2_build_PredictedAtoms_35">
            <a:extLst>
              <a:ext uri="{FF2B5EF4-FFF2-40B4-BE49-F238E27FC236}">
                <a16:creationId xmlns:a16="http://schemas.microsoft.com/office/drawing/2014/main" id="{3261223C-3885-499C-BF0A-BB3E54FAE682}"/>
              </a:ext>
            </a:extLst>
          </p:cNvPr>
          <p:cNvSpPr>
            <a:spLocks noGrp="1"/>
          </p:cNvSpPr>
          <p:nvPr/>
        </p:nvSpPr>
        <p:spPr>
          <a:xfrm>
            <a:off x="6922065" y="3253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6" name="9wup_2_build_PredictedAtoms_36">
            <a:extLst>
              <a:ext uri="{FF2B5EF4-FFF2-40B4-BE49-F238E27FC236}">
                <a16:creationId xmlns:a16="http://schemas.microsoft.com/office/drawing/2014/main" id="{78764EFD-0767-4297-AE6A-DB9CEEB0D9DA}"/>
              </a:ext>
            </a:extLst>
          </p:cNvPr>
          <p:cNvSpPr>
            <a:spLocks noGrp="1"/>
          </p:cNvSpPr>
          <p:nvPr/>
        </p:nvSpPr>
        <p:spPr>
          <a:xfrm>
            <a:off x="6708176" y="3389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7" name="9wup_2_build_PredictedAtoms_37">
            <a:extLst>
              <a:ext uri="{FF2B5EF4-FFF2-40B4-BE49-F238E27FC236}">
                <a16:creationId xmlns:a16="http://schemas.microsoft.com/office/drawing/2014/main" id="{B6F8F6B8-C36E-48D4-AF80-9729C25CDB7B}"/>
              </a:ext>
            </a:extLst>
          </p:cNvPr>
          <p:cNvSpPr>
            <a:spLocks noGrp="1"/>
          </p:cNvSpPr>
          <p:nvPr/>
        </p:nvSpPr>
        <p:spPr>
          <a:xfrm>
            <a:off x="6881778" y="3419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8" name="9wup_2_build_PredictedAtoms_38">
            <a:extLst>
              <a:ext uri="{FF2B5EF4-FFF2-40B4-BE49-F238E27FC236}">
                <a16:creationId xmlns:a16="http://schemas.microsoft.com/office/drawing/2014/main" id="{985443C9-13D7-45E6-94FB-E9268462CE31}"/>
              </a:ext>
            </a:extLst>
          </p:cNvPr>
          <p:cNvSpPr>
            <a:spLocks noGrp="1"/>
          </p:cNvSpPr>
          <p:nvPr/>
        </p:nvSpPr>
        <p:spPr>
          <a:xfrm>
            <a:off x="7174326" y="36806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9" name="9wup_2_build_PredictedAtoms_39">
            <a:extLst>
              <a:ext uri="{FF2B5EF4-FFF2-40B4-BE49-F238E27FC236}">
                <a16:creationId xmlns:a16="http://schemas.microsoft.com/office/drawing/2014/main" id="{63257D31-DF61-40CD-8A48-EB97B8BA42ED}"/>
              </a:ext>
            </a:extLst>
          </p:cNvPr>
          <p:cNvSpPr>
            <a:spLocks noGrp="1"/>
          </p:cNvSpPr>
          <p:nvPr/>
        </p:nvSpPr>
        <p:spPr>
          <a:xfrm>
            <a:off x="7094964" y="36578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0" name="9wup_2_build_PredictedAtoms_40">
            <a:extLst>
              <a:ext uri="{FF2B5EF4-FFF2-40B4-BE49-F238E27FC236}">
                <a16:creationId xmlns:a16="http://schemas.microsoft.com/office/drawing/2014/main" id="{2CD80D4F-01E5-42C2-9E8F-7174A30B0DD5}"/>
              </a:ext>
            </a:extLst>
          </p:cNvPr>
          <p:cNvSpPr>
            <a:spLocks noGrp="1"/>
          </p:cNvSpPr>
          <p:nvPr/>
        </p:nvSpPr>
        <p:spPr>
          <a:xfrm>
            <a:off x="6868306" y="36517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1" name="9wup_2_build_PredictedAtoms_41">
            <a:extLst>
              <a:ext uri="{FF2B5EF4-FFF2-40B4-BE49-F238E27FC236}">
                <a16:creationId xmlns:a16="http://schemas.microsoft.com/office/drawing/2014/main" id="{44595AAF-E7AB-4AD3-B830-36AEBDB1A127}"/>
              </a:ext>
            </a:extLst>
          </p:cNvPr>
          <p:cNvSpPr>
            <a:spLocks noGrp="1"/>
          </p:cNvSpPr>
          <p:nvPr/>
        </p:nvSpPr>
        <p:spPr>
          <a:xfrm>
            <a:off x="6688478" y="3425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2" name="9wup_2_build_PredictedAtoms_42">
            <a:extLst>
              <a:ext uri="{FF2B5EF4-FFF2-40B4-BE49-F238E27FC236}">
                <a16:creationId xmlns:a16="http://schemas.microsoft.com/office/drawing/2014/main" id="{6214B2E7-F85F-4AC0-936B-68236AB25119}"/>
              </a:ext>
            </a:extLst>
          </p:cNvPr>
          <p:cNvSpPr>
            <a:spLocks noGrp="1"/>
          </p:cNvSpPr>
          <p:nvPr/>
        </p:nvSpPr>
        <p:spPr>
          <a:xfrm>
            <a:off x="6605073" y="34283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3" name="9wup_2_build_PredictedAtoms_43">
            <a:extLst>
              <a:ext uri="{FF2B5EF4-FFF2-40B4-BE49-F238E27FC236}">
                <a16:creationId xmlns:a16="http://schemas.microsoft.com/office/drawing/2014/main" id="{FE4E8309-2A68-46D2-9AE6-FD5B441FDC3A}"/>
              </a:ext>
            </a:extLst>
          </p:cNvPr>
          <p:cNvSpPr>
            <a:spLocks noGrp="1"/>
          </p:cNvSpPr>
          <p:nvPr/>
        </p:nvSpPr>
        <p:spPr>
          <a:xfrm>
            <a:off x="6717769" y="33910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4" name="9wup_2_build_PredictedAtoms_44">
            <a:extLst>
              <a:ext uri="{FF2B5EF4-FFF2-40B4-BE49-F238E27FC236}">
                <a16:creationId xmlns:a16="http://schemas.microsoft.com/office/drawing/2014/main" id="{E6C86622-1301-4797-8538-342ADB140356}"/>
              </a:ext>
            </a:extLst>
          </p:cNvPr>
          <p:cNvSpPr>
            <a:spLocks noGrp="1"/>
          </p:cNvSpPr>
          <p:nvPr/>
        </p:nvSpPr>
        <p:spPr>
          <a:xfrm>
            <a:off x="6705089" y="31357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5" name="9wup_2_build_PredictedAtoms_45">
            <a:extLst>
              <a:ext uri="{FF2B5EF4-FFF2-40B4-BE49-F238E27FC236}">
                <a16:creationId xmlns:a16="http://schemas.microsoft.com/office/drawing/2014/main" id="{CA4BA9FB-9BD2-49BC-9DC2-486F0A7E13C4}"/>
              </a:ext>
            </a:extLst>
          </p:cNvPr>
          <p:cNvSpPr>
            <a:spLocks noGrp="1"/>
          </p:cNvSpPr>
          <p:nvPr/>
        </p:nvSpPr>
        <p:spPr>
          <a:xfrm>
            <a:off x="6770936" y="30495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6" name="9wup_2_build_PredictedAtoms_46">
            <a:extLst>
              <a:ext uri="{FF2B5EF4-FFF2-40B4-BE49-F238E27FC236}">
                <a16:creationId xmlns:a16="http://schemas.microsoft.com/office/drawing/2014/main" id="{728E407B-84D9-4E41-8637-45515A456AE1}"/>
              </a:ext>
            </a:extLst>
          </p:cNvPr>
          <p:cNvSpPr>
            <a:spLocks noGrp="1"/>
          </p:cNvSpPr>
          <p:nvPr/>
        </p:nvSpPr>
        <p:spPr>
          <a:xfrm>
            <a:off x="6733061" y="29481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7" name="9wup_2_build_PredictedAtoms_47">
            <a:extLst>
              <a:ext uri="{FF2B5EF4-FFF2-40B4-BE49-F238E27FC236}">
                <a16:creationId xmlns:a16="http://schemas.microsoft.com/office/drawing/2014/main" id="{2CFC5F54-84AF-4648-9FF9-854FEC65179B}"/>
              </a:ext>
            </a:extLst>
          </p:cNvPr>
          <p:cNvSpPr>
            <a:spLocks noGrp="1"/>
          </p:cNvSpPr>
          <p:nvPr/>
        </p:nvSpPr>
        <p:spPr>
          <a:xfrm>
            <a:off x="6751380" y="27659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8" name="9wup_2_build_PredictedAtoms_48">
            <a:extLst>
              <a:ext uri="{FF2B5EF4-FFF2-40B4-BE49-F238E27FC236}">
                <a16:creationId xmlns:a16="http://schemas.microsoft.com/office/drawing/2014/main" id="{E6BB71EC-7B92-4912-8BB0-AA5E793733C6}"/>
              </a:ext>
            </a:extLst>
          </p:cNvPr>
          <p:cNvSpPr>
            <a:spLocks noGrp="1"/>
          </p:cNvSpPr>
          <p:nvPr/>
        </p:nvSpPr>
        <p:spPr>
          <a:xfrm>
            <a:off x="6747916" y="27059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9" name="9wup_2_build_PredictedAtoms_49">
            <a:extLst>
              <a:ext uri="{FF2B5EF4-FFF2-40B4-BE49-F238E27FC236}">
                <a16:creationId xmlns:a16="http://schemas.microsoft.com/office/drawing/2014/main" id="{EAD56FDF-BF4F-460D-95D9-92FCDE01E157}"/>
              </a:ext>
            </a:extLst>
          </p:cNvPr>
          <p:cNvSpPr>
            <a:spLocks noGrp="1"/>
          </p:cNvSpPr>
          <p:nvPr/>
        </p:nvSpPr>
        <p:spPr>
          <a:xfrm>
            <a:off x="7077865" y="27499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0" name="9wup_2_build_PredictedAtoms_50">
            <a:extLst>
              <a:ext uri="{FF2B5EF4-FFF2-40B4-BE49-F238E27FC236}">
                <a16:creationId xmlns:a16="http://schemas.microsoft.com/office/drawing/2014/main" id="{109D22AC-B616-4E5A-87FD-4154DEE898BC}"/>
              </a:ext>
            </a:extLst>
          </p:cNvPr>
          <p:cNvSpPr>
            <a:spLocks noGrp="1"/>
          </p:cNvSpPr>
          <p:nvPr/>
        </p:nvSpPr>
        <p:spPr>
          <a:xfrm>
            <a:off x="7096683" y="27433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1" name="9wup_2_build_PredictedAtoms_51">
            <a:extLst>
              <a:ext uri="{FF2B5EF4-FFF2-40B4-BE49-F238E27FC236}">
                <a16:creationId xmlns:a16="http://schemas.microsoft.com/office/drawing/2014/main" id="{07BEC3A8-4EBF-4D76-B791-C351889B9545}"/>
              </a:ext>
            </a:extLst>
          </p:cNvPr>
          <p:cNvSpPr>
            <a:spLocks noGrp="1"/>
          </p:cNvSpPr>
          <p:nvPr/>
        </p:nvSpPr>
        <p:spPr>
          <a:xfrm>
            <a:off x="6984097" y="29575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2" name="9wup_2_build_PredictedAtoms_52">
            <a:extLst>
              <a:ext uri="{FF2B5EF4-FFF2-40B4-BE49-F238E27FC236}">
                <a16:creationId xmlns:a16="http://schemas.microsoft.com/office/drawing/2014/main" id="{2538117E-D263-4D8A-BFE1-0ACCBE9EB4EA}"/>
              </a:ext>
            </a:extLst>
          </p:cNvPr>
          <p:cNvSpPr>
            <a:spLocks noGrp="1"/>
          </p:cNvSpPr>
          <p:nvPr/>
        </p:nvSpPr>
        <p:spPr>
          <a:xfrm>
            <a:off x="6911108" y="30689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3" name="9wup_2_build_Clashes_0">
            <a:extLst>
              <a:ext uri="{FF2B5EF4-FFF2-40B4-BE49-F238E27FC236}">
                <a16:creationId xmlns:a16="http://schemas.microsoft.com/office/drawing/2014/main" id="{777F353D-D8E7-4CEE-BB56-1A0C93D68E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4" name="9wup_2_build_Clashes_1">
            <a:extLst>
              <a:ext uri="{FF2B5EF4-FFF2-40B4-BE49-F238E27FC236}">
                <a16:creationId xmlns:a16="http://schemas.microsoft.com/office/drawing/2014/main" id="{BB9BE6E9-9ED7-458D-AE5F-7BEB5EA361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5" name="9wup_2_build_Clashes_2">
            <a:extLst>
              <a:ext uri="{FF2B5EF4-FFF2-40B4-BE49-F238E27FC236}">
                <a16:creationId xmlns:a16="http://schemas.microsoft.com/office/drawing/2014/main" id="{7CB0ED6E-C77A-4AD7-A81A-D2C77F7929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6" name="9wup_2_build_Clashes_3">
            <a:extLst>
              <a:ext uri="{FF2B5EF4-FFF2-40B4-BE49-F238E27FC236}">
                <a16:creationId xmlns:a16="http://schemas.microsoft.com/office/drawing/2014/main" id="{0C2250B6-7E3C-4FE5-8D7E-A4C3CCA1BC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7" name="9wup_2_build_Clashes_4">
            <a:extLst>
              <a:ext uri="{FF2B5EF4-FFF2-40B4-BE49-F238E27FC236}">
                <a16:creationId xmlns:a16="http://schemas.microsoft.com/office/drawing/2014/main" id="{82E0E532-5237-4303-B6F0-F504C24ECE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8" name="9wup_2_build_Clashes_5">
            <a:extLst>
              <a:ext uri="{FF2B5EF4-FFF2-40B4-BE49-F238E27FC236}">
                <a16:creationId xmlns:a16="http://schemas.microsoft.com/office/drawing/2014/main" id="{82400B7F-29D2-41FC-A6C3-44BA328DB8A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9" name="9wup_2_build_Clashes_6">
            <a:extLst>
              <a:ext uri="{FF2B5EF4-FFF2-40B4-BE49-F238E27FC236}">
                <a16:creationId xmlns:a16="http://schemas.microsoft.com/office/drawing/2014/main" id="{18A79F7D-4B94-498E-936A-43BDDB4C98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0" name="9wup_2_build_Clashes_7">
            <a:extLst>
              <a:ext uri="{FF2B5EF4-FFF2-40B4-BE49-F238E27FC236}">
                <a16:creationId xmlns:a16="http://schemas.microsoft.com/office/drawing/2014/main" id="{1BA75936-C575-458C-A81A-A2BAB11657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1" name="9wup_2_build_Clashes_8">
            <a:extLst>
              <a:ext uri="{FF2B5EF4-FFF2-40B4-BE49-F238E27FC236}">
                <a16:creationId xmlns:a16="http://schemas.microsoft.com/office/drawing/2014/main" id="{4D89B8BB-C775-4A1F-8966-5567C9CC78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2" name="9wup_2_build_Clashes_9">
            <a:extLst>
              <a:ext uri="{FF2B5EF4-FFF2-40B4-BE49-F238E27FC236}">
                <a16:creationId xmlns:a16="http://schemas.microsoft.com/office/drawing/2014/main" id="{242EE435-FE4B-4D20-ACFB-E91C97EABC9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3" name="9wup_2_build_Clashes_10">
            <a:extLst>
              <a:ext uri="{FF2B5EF4-FFF2-40B4-BE49-F238E27FC236}">
                <a16:creationId xmlns:a16="http://schemas.microsoft.com/office/drawing/2014/main" id="{A77E630B-8934-4C54-8327-FBB3E7C73B2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4" name="9wup_2_build_Clashes_11">
            <a:extLst>
              <a:ext uri="{FF2B5EF4-FFF2-40B4-BE49-F238E27FC236}">
                <a16:creationId xmlns:a16="http://schemas.microsoft.com/office/drawing/2014/main" id="{378086A0-65CC-44C6-9CFE-71B8EBACBB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5" name="9wup_2_build_Clashes_12">
            <a:extLst>
              <a:ext uri="{FF2B5EF4-FFF2-40B4-BE49-F238E27FC236}">
                <a16:creationId xmlns:a16="http://schemas.microsoft.com/office/drawing/2014/main" id="{065857D8-BB9A-436B-A335-EDE4D0F88B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6" name="9wup_2_build_Clashes_13">
            <a:extLst>
              <a:ext uri="{FF2B5EF4-FFF2-40B4-BE49-F238E27FC236}">
                <a16:creationId xmlns:a16="http://schemas.microsoft.com/office/drawing/2014/main" id="{EDFF3987-28B7-41B1-AFDD-38AD58179E6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7" name="9wup_2_build_Clashes_14">
            <a:extLst>
              <a:ext uri="{FF2B5EF4-FFF2-40B4-BE49-F238E27FC236}">
                <a16:creationId xmlns:a16="http://schemas.microsoft.com/office/drawing/2014/main" id="{6ABF02CB-E332-46BD-90B9-8DEE344C3F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8" name="9wup_2_build_ClashingReceptorAtoms_0">
            <a:extLst>
              <a:ext uri="{FF2B5EF4-FFF2-40B4-BE49-F238E27FC236}">
                <a16:creationId xmlns:a16="http://schemas.microsoft.com/office/drawing/2014/main" id="{6F4CFBC0-E736-46EC-A526-339085375702}"/>
              </a:ext>
            </a:extLst>
          </p:cNvPr>
          <p:cNvSpPr>
            <a:spLocks noGrp="1"/>
          </p:cNvSpPr>
          <p:nvPr/>
        </p:nvSpPr>
        <p:spPr>
          <a:xfrm>
            <a:off x="6752134" y="26405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899" name="9wup_2_build_ClashingReceptorAtoms_1">
            <a:extLst>
              <a:ext uri="{FF2B5EF4-FFF2-40B4-BE49-F238E27FC236}">
                <a16:creationId xmlns:a16="http://schemas.microsoft.com/office/drawing/2014/main" id="{AA12CFCF-A237-4285-B293-6588C041C866}"/>
              </a:ext>
            </a:extLst>
          </p:cNvPr>
          <p:cNvSpPr>
            <a:spLocks noGrp="1"/>
          </p:cNvSpPr>
          <p:nvPr/>
        </p:nvSpPr>
        <p:spPr>
          <a:xfrm>
            <a:off x="7111290" y="25840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0" name="9wup_2_build_ClashingReceptorAtoms_2">
            <a:extLst>
              <a:ext uri="{FF2B5EF4-FFF2-40B4-BE49-F238E27FC236}">
                <a16:creationId xmlns:a16="http://schemas.microsoft.com/office/drawing/2014/main" id="{41B1F5CB-AC2D-425B-8D85-94C3DABAB0F1}"/>
              </a:ext>
            </a:extLst>
          </p:cNvPr>
          <p:cNvSpPr>
            <a:spLocks noGrp="1"/>
          </p:cNvSpPr>
          <p:nvPr/>
        </p:nvSpPr>
        <p:spPr>
          <a:xfrm>
            <a:off x="7224450" y="25950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1" name="9wup_2_build_ClashingReceptorAtoms_3">
            <a:extLst>
              <a:ext uri="{FF2B5EF4-FFF2-40B4-BE49-F238E27FC236}">
                <a16:creationId xmlns:a16="http://schemas.microsoft.com/office/drawing/2014/main" id="{A4B52E50-F921-4199-B9EA-013B7DA32A3B}"/>
              </a:ext>
            </a:extLst>
          </p:cNvPr>
          <p:cNvSpPr>
            <a:spLocks noGrp="1"/>
          </p:cNvSpPr>
          <p:nvPr/>
        </p:nvSpPr>
        <p:spPr>
          <a:xfrm>
            <a:off x="6880855" y="26303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2" name="9wup_2_build_ClashingReceptorAtoms_4">
            <a:extLst>
              <a:ext uri="{FF2B5EF4-FFF2-40B4-BE49-F238E27FC236}">
                <a16:creationId xmlns:a16="http://schemas.microsoft.com/office/drawing/2014/main" id="{D986D656-7929-431E-9952-1C7802BDB77A}"/>
              </a:ext>
            </a:extLst>
          </p:cNvPr>
          <p:cNvSpPr>
            <a:spLocks noGrp="1"/>
          </p:cNvSpPr>
          <p:nvPr/>
        </p:nvSpPr>
        <p:spPr>
          <a:xfrm>
            <a:off x="6738479" y="29369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3" name="9wup_2_build_ClashingReceptorAtoms_5">
            <a:extLst>
              <a:ext uri="{FF2B5EF4-FFF2-40B4-BE49-F238E27FC236}">
                <a16:creationId xmlns:a16="http://schemas.microsoft.com/office/drawing/2014/main" id="{EAD4BBE3-D908-4CB7-AD3B-9BB60F0CAE2D}"/>
              </a:ext>
            </a:extLst>
          </p:cNvPr>
          <p:cNvSpPr>
            <a:spLocks noGrp="1"/>
          </p:cNvSpPr>
          <p:nvPr/>
        </p:nvSpPr>
        <p:spPr>
          <a:xfrm>
            <a:off x="7018505" y="36510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4" name="9wup_2_build_ClashingReceptorAtoms_6">
            <a:extLst>
              <a:ext uri="{FF2B5EF4-FFF2-40B4-BE49-F238E27FC236}">
                <a16:creationId xmlns:a16="http://schemas.microsoft.com/office/drawing/2014/main" id="{74D6EE33-CB4C-4965-BBBA-8297F6DA4DAD}"/>
              </a:ext>
            </a:extLst>
          </p:cNvPr>
          <p:cNvSpPr>
            <a:spLocks noGrp="1"/>
          </p:cNvSpPr>
          <p:nvPr/>
        </p:nvSpPr>
        <p:spPr>
          <a:xfrm>
            <a:off x="7126958" y="37211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5" name="9wup_2_build_ClashingReceptorAtoms_7">
            <a:extLst>
              <a:ext uri="{FF2B5EF4-FFF2-40B4-BE49-F238E27FC236}">
                <a16:creationId xmlns:a16="http://schemas.microsoft.com/office/drawing/2014/main" id="{CF751754-A8A7-4D1B-B738-F26FC175AEE1}"/>
              </a:ext>
            </a:extLst>
          </p:cNvPr>
          <p:cNvSpPr>
            <a:spLocks noGrp="1"/>
          </p:cNvSpPr>
          <p:nvPr/>
        </p:nvSpPr>
        <p:spPr>
          <a:xfrm>
            <a:off x="7226835" y="36452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6" name="9wup_2_build_ClashingReceptorAtoms_8">
            <a:extLst>
              <a:ext uri="{FF2B5EF4-FFF2-40B4-BE49-F238E27FC236}">
                <a16:creationId xmlns:a16="http://schemas.microsoft.com/office/drawing/2014/main" id="{BAF16E81-A65D-4D76-B04C-1FA6F8EAE72E}"/>
              </a:ext>
            </a:extLst>
          </p:cNvPr>
          <p:cNvSpPr>
            <a:spLocks noGrp="1"/>
          </p:cNvSpPr>
          <p:nvPr/>
        </p:nvSpPr>
        <p:spPr>
          <a:xfrm>
            <a:off x="7213436" y="35910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7" name="9wup_2_build_ClashingReceptorAtoms_9">
            <a:extLst>
              <a:ext uri="{FF2B5EF4-FFF2-40B4-BE49-F238E27FC236}">
                <a16:creationId xmlns:a16="http://schemas.microsoft.com/office/drawing/2014/main" id="{EB285BA8-BA56-49D3-ACA8-3F0DA2DBC197}"/>
              </a:ext>
            </a:extLst>
          </p:cNvPr>
          <p:cNvSpPr>
            <a:spLocks noGrp="1"/>
          </p:cNvSpPr>
          <p:nvPr/>
        </p:nvSpPr>
        <p:spPr>
          <a:xfrm>
            <a:off x="7108340" y="38315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8" name="stage3-cases-clash_20">
            <a:extLst>
              <a:ext uri="{FF2B5EF4-FFF2-40B4-BE49-F238E27FC236}">
                <a16:creationId xmlns:a16="http://schemas.microsoft.com/office/drawing/2014/main" id="{792DDE2F-24A8-4DB5-89B1-F80B0220D35D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909" name="stage3-cases-clash_21">
            <a:extLst>
              <a:ext uri="{FF2B5EF4-FFF2-40B4-BE49-F238E27FC236}">
                <a16:creationId xmlns:a16="http://schemas.microsoft.com/office/drawing/2014/main" id="{31F45A7D-CF93-4E5A-AB82-B17BD114CE5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910" name="stage3-cases-clash_22">
            <a:extLst>
              <a:ext uri="{FF2B5EF4-FFF2-40B4-BE49-F238E27FC236}">
                <a16:creationId xmlns:a16="http://schemas.microsoft.com/office/drawing/2014/main" id="{C80850B2-EF26-46AA-A766-6970B62019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11" name="stage3-cases-clash_23">
            <a:extLst>
              <a:ext uri="{FF2B5EF4-FFF2-40B4-BE49-F238E27FC236}">
                <a16:creationId xmlns:a16="http://schemas.microsoft.com/office/drawing/2014/main" id="{04DB3F3E-E7FE-4893-8BCD-7BE408D27AA9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12" name="9wq3_5_official_Receptor">
            <a:extLst>
              <a:ext uri="{FF2B5EF4-FFF2-40B4-BE49-F238E27FC236}">
                <a16:creationId xmlns:a16="http://schemas.microsoft.com/office/drawing/2014/main" id="{0D649970-2DF1-42EF-9844-20E1588943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13" name="9wq3_5_official_ExperimentalDensity">
            <a:extLst>
              <a:ext uri="{FF2B5EF4-FFF2-40B4-BE49-F238E27FC236}">
                <a16:creationId xmlns:a16="http://schemas.microsoft.com/office/drawing/2014/main" id="{0754AFD0-92E0-4B1C-AE42-608744CC39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14" name="9wq3_5_official_ReferenceLigand_0">
            <a:extLst>
              <a:ext uri="{FF2B5EF4-FFF2-40B4-BE49-F238E27FC236}">
                <a16:creationId xmlns:a16="http://schemas.microsoft.com/office/drawing/2014/main" id="{748FF8D2-D679-46F4-BFE0-2D2A5C87AA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wq3_5_official_ReferenceLigand_1">
            <a:extLst>
              <a:ext uri="{FF2B5EF4-FFF2-40B4-BE49-F238E27FC236}">
                <a16:creationId xmlns:a16="http://schemas.microsoft.com/office/drawing/2014/main" id="{767EF582-9D63-44BA-AAD9-5245ADD4B8E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wq3_5_official_ReferenceLigand_2">
            <a:extLst>
              <a:ext uri="{FF2B5EF4-FFF2-40B4-BE49-F238E27FC236}">
                <a16:creationId xmlns:a16="http://schemas.microsoft.com/office/drawing/2014/main" id="{41BBF624-BE9E-4F33-BF24-2830F586E49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wq3_5_official_ReferenceLigand_3">
            <a:extLst>
              <a:ext uri="{FF2B5EF4-FFF2-40B4-BE49-F238E27FC236}">
                <a16:creationId xmlns:a16="http://schemas.microsoft.com/office/drawing/2014/main" id="{31C3CF72-E41C-4400-AE4A-0256908705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wq3_5_official_ReferenceLigand_4">
            <a:extLst>
              <a:ext uri="{FF2B5EF4-FFF2-40B4-BE49-F238E27FC236}">
                <a16:creationId xmlns:a16="http://schemas.microsoft.com/office/drawing/2014/main" id="{D1F08B64-C9F9-469B-B2C0-79617887383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9" name="9wq3_5_official_ReferenceLigand_5">
            <a:extLst>
              <a:ext uri="{FF2B5EF4-FFF2-40B4-BE49-F238E27FC236}">
                <a16:creationId xmlns:a16="http://schemas.microsoft.com/office/drawing/2014/main" id="{3F9E8254-5830-4D1E-A283-473121F535A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0" name="9wq3_5_official_ReferenceLigand_6">
            <a:extLst>
              <a:ext uri="{FF2B5EF4-FFF2-40B4-BE49-F238E27FC236}">
                <a16:creationId xmlns:a16="http://schemas.microsoft.com/office/drawing/2014/main" id="{81F42D86-9D25-4C3C-B895-63DFE71D1F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1" name="9wq3_5_official_ReferenceLigand_7">
            <a:extLst>
              <a:ext uri="{FF2B5EF4-FFF2-40B4-BE49-F238E27FC236}">
                <a16:creationId xmlns:a16="http://schemas.microsoft.com/office/drawing/2014/main" id="{92337B96-6B2C-4DBD-9F35-23132C09B1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2" name="9wq3_5_official_ReferenceLigand_8">
            <a:extLst>
              <a:ext uri="{FF2B5EF4-FFF2-40B4-BE49-F238E27FC236}">
                <a16:creationId xmlns:a16="http://schemas.microsoft.com/office/drawing/2014/main" id="{A850C6BA-FF6D-4A29-A959-D0D03E069B7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3" name="9wq3_5_official_ReferenceLigand_9">
            <a:extLst>
              <a:ext uri="{FF2B5EF4-FFF2-40B4-BE49-F238E27FC236}">
                <a16:creationId xmlns:a16="http://schemas.microsoft.com/office/drawing/2014/main" id="{D8B50FE0-1E17-493A-BA86-63AB69B529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4" name="9wq3_5_official_ReferenceLigand_10">
            <a:extLst>
              <a:ext uri="{FF2B5EF4-FFF2-40B4-BE49-F238E27FC236}">
                <a16:creationId xmlns:a16="http://schemas.microsoft.com/office/drawing/2014/main" id="{D255C87A-B9F0-4C04-8544-1B1A8DE755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5" name="9wq3_5_official_ReferenceLigand_11">
            <a:extLst>
              <a:ext uri="{FF2B5EF4-FFF2-40B4-BE49-F238E27FC236}">
                <a16:creationId xmlns:a16="http://schemas.microsoft.com/office/drawing/2014/main" id="{D2B25A0A-B6EF-4391-BEB2-9149D16FDE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6" name="9wq3_5_official_ReferenceLigand_12">
            <a:extLst>
              <a:ext uri="{FF2B5EF4-FFF2-40B4-BE49-F238E27FC236}">
                <a16:creationId xmlns:a16="http://schemas.microsoft.com/office/drawing/2014/main" id="{BF781221-01B8-40D6-8386-E9C9F3EF01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7" name="9wq3_5_official_ReferenceLigand_13">
            <a:extLst>
              <a:ext uri="{FF2B5EF4-FFF2-40B4-BE49-F238E27FC236}">
                <a16:creationId xmlns:a16="http://schemas.microsoft.com/office/drawing/2014/main" id="{276054FE-C96D-404F-A6B5-F1A971E0784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8" name="9wq3_5_official_ReferenceLigand_14">
            <a:extLst>
              <a:ext uri="{FF2B5EF4-FFF2-40B4-BE49-F238E27FC236}">
                <a16:creationId xmlns:a16="http://schemas.microsoft.com/office/drawing/2014/main" id="{8320C6C5-DC28-4B24-9653-E283E94C27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9" name="9wq3_5_official_ReferenceLigand_15">
            <a:extLst>
              <a:ext uri="{FF2B5EF4-FFF2-40B4-BE49-F238E27FC236}">
                <a16:creationId xmlns:a16="http://schemas.microsoft.com/office/drawing/2014/main" id="{7C2A4C1C-3C31-49E3-957B-46CECCB9383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0" name="9wq3_5_official_ReferenceLigand_16">
            <a:extLst>
              <a:ext uri="{FF2B5EF4-FFF2-40B4-BE49-F238E27FC236}">
                <a16:creationId xmlns:a16="http://schemas.microsoft.com/office/drawing/2014/main" id="{66BB7E56-D047-463F-9E21-BC57828EDC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1" name="9wq3_5_official_ReferenceLigand_17">
            <a:extLst>
              <a:ext uri="{FF2B5EF4-FFF2-40B4-BE49-F238E27FC236}">
                <a16:creationId xmlns:a16="http://schemas.microsoft.com/office/drawing/2014/main" id="{1F87366B-BE84-4EF4-9F89-8D42111D62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2" name="9wq3_5_official_ReferenceLigand_18">
            <a:extLst>
              <a:ext uri="{FF2B5EF4-FFF2-40B4-BE49-F238E27FC236}">
                <a16:creationId xmlns:a16="http://schemas.microsoft.com/office/drawing/2014/main" id="{6CEA926C-53BD-457E-8144-B6B11B1919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3" name="9wq3_5_official_ReferenceLigand_19">
            <a:extLst>
              <a:ext uri="{FF2B5EF4-FFF2-40B4-BE49-F238E27FC236}">
                <a16:creationId xmlns:a16="http://schemas.microsoft.com/office/drawing/2014/main" id="{BB97E82C-9429-4AF6-AB15-3E6DF65E31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4" name="9wq3_5_official_ReferenceLigand_20">
            <a:extLst>
              <a:ext uri="{FF2B5EF4-FFF2-40B4-BE49-F238E27FC236}">
                <a16:creationId xmlns:a16="http://schemas.microsoft.com/office/drawing/2014/main" id="{55227952-398B-44AA-8448-304E3B6807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5" name="9wq3_5_official_ReferenceLigand_21">
            <a:extLst>
              <a:ext uri="{FF2B5EF4-FFF2-40B4-BE49-F238E27FC236}">
                <a16:creationId xmlns:a16="http://schemas.microsoft.com/office/drawing/2014/main" id="{90DFE21B-7E51-448A-82B2-B525F33EB26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6" name="9wq3_5_official_ReferenceLigand_22">
            <a:extLst>
              <a:ext uri="{FF2B5EF4-FFF2-40B4-BE49-F238E27FC236}">
                <a16:creationId xmlns:a16="http://schemas.microsoft.com/office/drawing/2014/main" id="{2CD86FDC-C8E3-4E15-9112-1BE071793AF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7" name="9wq3_5_official_ReferenceLigand_23">
            <a:extLst>
              <a:ext uri="{FF2B5EF4-FFF2-40B4-BE49-F238E27FC236}">
                <a16:creationId xmlns:a16="http://schemas.microsoft.com/office/drawing/2014/main" id="{1F1C3441-6A28-419C-84CD-AF4459BC95A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8" name="9wq3_5_official_ReferenceLigand_24">
            <a:extLst>
              <a:ext uri="{FF2B5EF4-FFF2-40B4-BE49-F238E27FC236}">
                <a16:creationId xmlns:a16="http://schemas.microsoft.com/office/drawing/2014/main" id="{E01E4565-50F2-4D07-B705-AE6CE27F55F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9" name="9wq3_5_official_ReferenceLigand_25">
            <a:extLst>
              <a:ext uri="{FF2B5EF4-FFF2-40B4-BE49-F238E27FC236}">
                <a16:creationId xmlns:a16="http://schemas.microsoft.com/office/drawing/2014/main" id="{F29E733C-EADC-4CEB-BFE1-BFDABB5D8E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0" name="9wq3_5_official_ReferenceLigand_26">
            <a:extLst>
              <a:ext uri="{FF2B5EF4-FFF2-40B4-BE49-F238E27FC236}">
                <a16:creationId xmlns:a16="http://schemas.microsoft.com/office/drawing/2014/main" id="{722FD98F-D9C2-42D9-84B2-3F8E8EE291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1" name="9wq3_5_official_ReferenceLigand_27">
            <a:extLst>
              <a:ext uri="{FF2B5EF4-FFF2-40B4-BE49-F238E27FC236}">
                <a16:creationId xmlns:a16="http://schemas.microsoft.com/office/drawing/2014/main" id="{E7BF5AF6-776D-413E-9ED5-1D085CFBAF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2" name="9wq3_5_official_ReferenceLigand_28">
            <a:extLst>
              <a:ext uri="{FF2B5EF4-FFF2-40B4-BE49-F238E27FC236}">
                <a16:creationId xmlns:a16="http://schemas.microsoft.com/office/drawing/2014/main" id="{A1EB0C6D-8758-49B8-B167-854F968EA9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3" name="9wq3_5_official_ReferenceLigand_29">
            <a:extLst>
              <a:ext uri="{FF2B5EF4-FFF2-40B4-BE49-F238E27FC236}">
                <a16:creationId xmlns:a16="http://schemas.microsoft.com/office/drawing/2014/main" id="{A7AB80A6-AFFC-4B1A-89CB-429BF46DB83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4" name="9wq3_5_official_ReferenceLigand_30">
            <a:extLst>
              <a:ext uri="{FF2B5EF4-FFF2-40B4-BE49-F238E27FC236}">
                <a16:creationId xmlns:a16="http://schemas.microsoft.com/office/drawing/2014/main" id="{E39FF4D3-D920-4300-8D47-0EAC2ED2430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5" name="9wq3_5_official_ReferenceLigand_31">
            <a:extLst>
              <a:ext uri="{FF2B5EF4-FFF2-40B4-BE49-F238E27FC236}">
                <a16:creationId xmlns:a16="http://schemas.microsoft.com/office/drawing/2014/main" id="{43660244-16B5-4DE1-877A-9C846B6971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6" name="9wq3_5_official_ReferenceLigand_32">
            <a:extLst>
              <a:ext uri="{FF2B5EF4-FFF2-40B4-BE49-F238E27FC236}">
                <a16:creationId xmlns:a16="http://schemas.microsoft.com/office/drawing/2014/main" id="{2C6A0561-C062-4867-A7E5-450DFAAD3F8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7" name="9wq3_5_official_ReferenceLigand_33">
            <a:extLst>
              <a:ext uri="{FF2B5EF4-FFF2-40B4-BE49-F238E27FC236}">
                <a16:creationId xmlns:a16="http://schemas.microsoft.com/office/drawing/2014/main" id="{A4DA3EB5-3D8C-4378-A3B5-2261D35D4B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8" name="9wq3_5_official_ReferenceLigand_34">
            <a:extLst>
              <a:ext uri="{FF2B5EF4-FFF2-40B4-BE49-F238E27FC236}">
                <a16:creationId xmlns:a16="http://schemas.microsoft.com/office/drawing/2014/main" id="{7FC50099-19CE-45A4-8E72-06D1436EBA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9" name="9wq3_5_official_ReferenceLigand_35">
            <a:extLst>
              <a:ext uri="{FF2B5EF4-FFF2-40B4-BE49-F238E27FC236}">
                <a16:creationId xmlns:a16="http://schemas.microsoft.com/office/drawing/2014/main" id="{98B41E00-F5BC-4B24-85F5-76E917C62D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0" name="9wq3_5_official_ReferenceLigand_36">
            <a:extLst>
              <a:ext uri="{FF2B5EF4-FFF2-40B4-BE49-F238E27FC236}">
                <a16:creationId xmlns:a16="http://schemas.microsoft.com/office/drawing/2014/main" id="{16763621-408B-47DD-8936-C571D6685B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1" name="9wq3_5_official_ReferenceLigand_37">
            <a:extLst>
              <a:ext uri="{FF2B5EF4-FFF2-40B4-BE49-F238E27FC236}">
                <a16:creationId xmlns:a16="http://schemas.microsoft.com/office/drawing/2014/main" id="{2D737978-94F4-46EC-A63D-A667A8C7A6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2" name="9wq3_5_official_ReferenceLigand_38">
            <a:extLst>
              <a:ext uri="{FF2B5EF4-FFF2-40B4-BE49-F238E27FC236}">
                <a16:creationId xmlns:a16="http://schemas.microsoft.com/office/drawing/2014/main" id="{850850E6-70E7-40F5-B843-4DFB1CDB3B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3" name="9wq3_5_official_ReferenceLigand_39">
            <a:extLst>
              <a:ext uri="{FF2B5EF4-FFF2-40B4-BE49-F238E27FC236}">
                <a16:creationId xmlns:a16="http://schemas.microsoft.com/office/drawing/2014/main" id="{7F889ED0-96E2-4141-8B81-0543203489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4" name="9wq3_5_official_ReferenceLigand_40">
            <a:extLst>
              <a:ext uri="{FF2B5EF4-FFF2-40B4-BE49-F238E27FC236}">
                <a16:creationId xmlns:a16="http://schemas.microsoft.com/office/drawing/2014/main" id="{0E86CB98-EB52-4240-8D20-68FB74F860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5" name="9wq3_5_official_ReferenceLigand_41">
            <a:extLst>
              <a:ext uri="{FF2B5EF4-FFF2-40B4-BE49-F238E27FC236}">
                <a16:creationId xmlns:a16="http://schemas.microsoft.com/office/drawing/2014/main" id="{4DCBF214-AA57-45E2-BDA1-9CFA47119E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6" name="9wq3_5_official_ReferenceLigand_42">
            <a:extLst>
              <a:ext uri="{FF2B5EF4-FFF2-40B4-BE49-F238E27FC236}">
                <a16:creationId xmlns:a16="http://schemas.microsoft.com/office/drawing/2014/main" id="{DFAE8899-758C-4410-BE63-45DB73FC8CE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7" name="9wq3_5_official_ReferenceLigand_43">
            <a:extLst>
              <a:ext uri="{FF2B5EF4-FFF2-40B4-BE49-F238E27FC236}">
                <a16:creationId xmlns:a16="http://schemas.microsoft.com/office/drawing/2014/main" id="{B6FE4ED0-8C44-4B78-BAA7-9B27CA2A38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8" name="9wq3_5_official_ReferenceLigand_44">
            <a:extLst>
              <a:ext uri="{FF2B5EF4-FFF2-40B4-BE49-F238E27FC236}">
                <a16:creationId xmlns:a16="http://schemas.microsoft.com/office/drawing/2014/main" id="{48890EB9-B9B9-4D23-874C-49FC4F5FBC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9" name="9wq3_5_official_ReferenceLigand_45">
            <a:extLst>
              <a:ext uri="{FF2B5EF4-FFF2-40B4-BE49-F238E27FC236}">
                <a16:creationId xmlns:a16="http://schemas.microsoft.com/office/drawing/2014/main" id="{5E65DF43-AE4F-4A99-B6DB-98C7BED312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0" name="9wq3_5_official_ReferenceLigand_46">
            <a:extLst>
              <a:ext uri="{FF2B5EF4-FFF2-40B4-BE49-F238E27FC236}">
                <a16:creationId xmlns:a16="http://schemas.microsoft.com/office/drawing/2014/main" id="{AAF6E1B8-8396-46F9-8CC4-5B52655F1A7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1" name="9wq3_5_official_ReferenceLigand_47">
            <a:extLst>
              <a:ext uri="{FF2B5EF4-FFF2-40B4-BE49-F238E27FC236}">
                <a16:creationId xmlns:a16="http://schemas.microsoft.com/office/drawing/2014/main" id="{7B40F438-BE22-4B6B-A2EC-9C2992DF72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2" name="9wq3_5_official_ReferenceLigand_48">
            <a:extLst>
              <a:ext uri="{FF2B5EF4-FFF2-40B4-BE49-F238E27FC236}">
                <a16:creationId xmlns:a16="http://schemas.microsoft.com/office/drawing/2014/main" id="{0460316E-7D21-482F-8455-3F54141E98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3" name="9wq3_5_official_ReferenceLigand_49">
            <a:extLst>
              <a:ext uri="{FF2B5EF4-FFF2-40B4-BE49-F238E27FC236}">
                <a16:creationId xmlns:a16="http://schemas.microsoft.com/office/drawing/2014/main" id="{41170126-FE15-4A1A-90E0-5637A62F8F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4" name="9wq3_5_official_ReferenceLigand_50">
            <a:extLst>
              <a:ext uri="{FF2B5EF4-FFF2-40B4-BE49-F238E27FC236}">
                <a16:creationId xmlns:a16="http://schemas.microsoft.com/office/drawing/2014/main" id="{DCB8ACB7-2678-4546-AB8C-E70E9072FE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5" name="9wq3_5_official_PredictedLigand_0">
            <a:extLst>
              <a:ext uri="{FF2B5EF4-FFF2-40B4-BE49-F238E27FC236}">
                <a16:creationId xmlns:a16="http://schemas.microsoft.com/office/drawing/2014/main" id="{722E0E1B-335D-48AA-91CE-C6C635BD44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6" name="9wq3_5_official_PredictedLigand_1">
            <a:extLst>
              <a:ext uri="{FF2B5EF4-FFF2-40B4-BE49-F238E27FC236}">
                <a16:creationId xmlns:a16="http://schemas.microsoft.com/office/drawing/2014/main" id="{8A1585B6-55F6-4D78-B94D-0A364CF442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7" name="9wq3_5_official_PredictedLigand_2">
            <a:extLst>
              <a:ext uri="{FF2B5EF4-FFF2-40B4-BE49-F238E27FC236}">
                <a16:creationId xmlns:a16="http://schemas.microsoft.com/office/drawing/2014/main" id="{D14CA1B1-0E6C-4659-8638-61769273444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8" name="9wq3_5_official_PredictedLigand_3">
            <a:extLst>
              <a:ext uri="{FF2B5EF4-FFF2-40B4-BE49-F238E27FC236}">
                <a16:creationId xmlns:a16="http://schemas.microsoft.com/office/drawing/2014/main" id="{F8A73BDE-8B1A-402A-9FC8-4025052B53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9" name="9wq3_5_official_PredictedLigand_4">
            <a:extLst>
              <a:ext uri="{FF2B5EF4-FFF2-40B4-BE49-F238E27FC236}">
                <a16:creationId xmlns:a16="http://schemas.microsoft.com/office/drawing/2014/main" id="{6B918C8A-FB32-44A5-965B-21E54F90A9F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0" name="9wq3_5_official_PredictedLigand_5">
            <a:extLst>
              <a:ext uri="{FF2B5EF4-FFF2-40B4-BE49-F238E27FC236}">
                <a16:creationId xmlns:a16="http://schemas.microsoft.com/office/drawing/2014/main" id="{A68DB441-7566-403F-B0C7-FC6301EF21D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1" name="9wq3_5_official_PredictedLigand_6">
            <a:extLst>
              <a:ext uri="{FF2B5EF4-FFF2-40B4-BE49-F238E27FC236}">
                <a16:creationId xmlns:a16="http://schemas.microsoft.com/office/drawing/2014/main" id="{7B9C91FF-483F-46D4-BDAE-9085F3DF6A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2" name="9wq3_5_official_PredictedLigand_7">
            <a:extLst>
              <a:ext uri="{FF2B5EF4-FFF2-40B4-BE49-F238E27FC236}">
                <a16:creationId xmlns:a16="http://schemas.microsoft.com/office/drawing/2014/main" id="{A248A173-F210-44D0-AA0F-D2A7EDC9DFE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3" name="9wq3_5_official_PredictedLigand_8">
            <a:extLst>
              <a:ext uri="{FF2B5EF4-FFF2-40B4-BE49-F238E27FC236}">
                <a16:creationId xmlns:a16="http://schemas.microsoft.com/office/drawing/2014/main" id="{04D447FE-3116-4EBC-9EE9-18245206414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4" name="9wq3_5_official_PredictedLigand_9">
            <a:extLst>
              <a:ext uri="{FF2B5EF4-FFF2-40B4-BE49-F238E27FC236}">
                <a16:creationId xmlns:a16="http://schemas.microsoft.com/office/drawing/2014/main" id="{FDFF2133-C10C-4B75-ADB7-171DDB3CB8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5" name="9wq3_5_official_PredictedLigand_10">
            <a:extLst>
              <a:ext uri="{FF2B5EF4-FFF2-40B4-BE49-F238E27FC236}">
                <a16:creationId xmlns:a16="http://schemas.microsoft.com/office/drawing/2014/main" id="{C9608816-3234-400C-95FB-FE672322B0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6" name="9wq3_5_official_PredictedLigand_11">
            <a:extLst>
              <a:ext uri="{FF2B5EF4-FFF2-40B4-BE49-F238E27FC236}">
                <a16:creationId xmlns:a16="http://schemas.microsoft.com/office/drawing/2014/main" id="{9B8CB11A-4881-41FA-8B03-FCA9CF944A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7" name="9wq3_5_official_PredictedLigand_12">
            <a:extLst>
              <a:ext uri="{FF2B5EF4-FFF2-40B4-BE49-F238E27FC236}">
                <a16:creationId xmlns:a16="http://schemas.microsoft.com/office/drawing/2014/main" id="{85D8E865-E737-4048-861F-5E15B1B28F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8" name="9wq3_5_official_PredictedLigand_13">
            <a:extLst>
              <a:ext uri="{FF2B5EF4-FFF2-40B4-BE49-F238E27FC236}">
                <a16:creationId xmlns:a16="http://schemas.microsoft.com/office/drawing/2014/main" id="{9854D6BE-B9EE-4832-B7A4-71601243A5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9" name="9wq3_5_official_PredictedLigand_14">
            <a:extLst>
              <a:ext uri="{FF2B5EF4-FFF2-40B4-BE49-F238E27FC236}">
                <a16:creationId xmlns:a16="http://schemas.microsoft.com/office/drawing/2014/main" id="{4E2049DD-983F-4B74-A8C8-5C6773FF35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0" name="9wq3_5_official_PredictedLigand_15">
            <a:extLst>
              <a:ext uri="{FF2B5EF4-FFF2-40B4-BE49-F238E27FC236}">
                <a16:creationId xmlns:a16="http://schemas.microsoft.com/office/drawing/2014/main" id="{6681B1F5-572A-4FE7-B632-60AC2B7C2E6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1" name="9wq3_5_official_PredictedLigand_16">
            <a:extLst>
              <a:ext uri="{FF2B5EF4-FFF2-40B4-BE49-F238E27FC236}">
                <a16:creationId xmlns:a16="http://schemas.microsoft.com/office/drawing/2014/main" id="{531EBE48-F69B-423B-BB81-682592B67F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2" name="9wq3_5_official_PredictedLigand_17">
            <a:extLst>
              <a:ext uri="{FF2B5EF4-FFF2-40B4-BE49-F238E27FC236}">
                <a16:creationId xmlns:a16="http://schemas.microsoft.com/office/drawing/2014/main" id="{36F812C9-6762-40DB-8FFE-0881259F61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3" name="9wq3_5_official_PredictedLigand_18">
            <a:extLst>
              <a:ext uri="{FF2B5EF4-FFF2-40B4-BE49-F238E27FC236}">
                <a16:creationId xmlns:a16="http://schemas.microsoft.com/office/drawing/2014/main" id="{78C1A917-8058-40BD-B111-1619EFAF99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4" name="9wq3_5_official_PredictedLigand_19">
            <a:extLst>
              <a:ext uri="{FF2B5EF4-FFF2-40B4-BE49-F238E27FC236}">
                <a16:creationId xmlns:a16="http://schemas.microsoft.com/office/drawing/2014/main" id="{FA016010-544D-423E-9923-E6256717578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5" name="9wq3_5_official_PredictedLigand_20">
            <a:extLst>
              <a:ext uri="{FF2B5EF4-FFF2-40B4-BE49-F238E27FC236}">
                <a16:creationId xmlns:a16="http://schemas.microsoft.com/office/drawing/2014/main" id="{99421597-1BDF-454C-86E9-3E645350891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6" name="9wq3_5_official_PredictedLigand_21">
            <a:extLst>
              <a:ext uri="{FF2B5EF4-FFF2-40B4-BE49-F238E27FC236}">
                <a16:creationId xmlns:a16="http://schemas.microsoft.com/office/drawing/2014/main" id="{52B8622B-D222-4C9F-A018-526C3BC8853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7" name="9wq3_5_official_PredictedLigand_22">
            <a:extLst>
              <a:ext uri="{FF2B5EF4-FFF2-40B4-BE49-F238E27FC236}">
                <a16:creationId xmlns:a16="http://schemas.microsoft.com/office/drawing/2014/main" id="{E4EBEAA0-4343-407B-88EB-DCA28FF6A5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8" name="9wq3_5_official_PredictedLigand_23">
            <a:extLst>
              <a:ext uri="{FF2B5EF4-FFF2-40B4-BE49-F238E27FC236}">
                <a16:creationId xmlns:a16="http://schemas.microsoft.com/office/drawing/2014/main" id="{093519E3-D37E-4D74-9D2A-EFE94712D7F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9" name="9wq3_5_official_PredictedLigand_24">
            <a:extLst>
              <a:ext uri="{FF2B5EF4-FFF2-40B4-BE49-F238E27FC236}">
                <a16:creationId xmlns:a16="http://schemas.microsoft.com/office/drawing/2014/main" id="{3AF8DD5A-6629-487F-B22E-46DD9D58D12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0" name="9wq3_5_official_PredictedLigand_25">
            <a:extLst>
              <a:ext uri="{FF2B5EF4-FFF2-40B4-BE49-F238E27FC236}">
                <a16:creationId xmlns:a16="http://schemas.microsoft.com/office/drawing/2014/main" id="{3ADA616D-1965-4F7D-A70C-320FA20FB35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1" name="9wq3_5_official_PredictedLigand_26">
            <a:extLst>
              <a:ext uri="{FF2B5EF4-FFF2-40B4-BE49-F238E27FC236}">
                <a16:creationId xmlns:a16="http://schemas.microsoft.com/office/drawing/2014/main" id="{22341EAB-A013-4534-9313-06316E8AB24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2" name="9wq3_5_official_PredictedLigand_27">
            <a:extLst>
              <a:ext uri="{FF2B5EF4-FFF2-40B4-BE49-F238E27FC236}">
                <a16:creationId xmlns:a16="http://schemas.microsoft.com/office/drawing/2014/main" id="{A0129DE1-CE99-48F2-BC9F-F17F22977DD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3" name="9wq3_5_official_PredictedLigand_28">
            <a:extLst>
              <a:ext uri="{FF2B5EF4-FFF2-40B4-BE49-F238E27FC236}">
                <a16:creationId xmlns:a16="http://schemas.microsoft.com/office/drawing/2014/main" id="{435A99A9-D5F8-4EEF-8EFD-934CE0EA30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4" name="9wq3_5_official_PredictedLigand_29">
            <a:extLst>
              <a:ext uri="{FF2B5EF4-FFF2-40B4-BE49-F238E27FC236}">
                <a16:creationId xmlns:a16="http://schemas.microsoft.com/office/drawing/2014/main" id="{AA8DFAA2-FBD8-455F-A1E3-A358983003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5" name="9wq3_5_official_PredictedLigand_30">
            <a:extLst>
              <a:ext uri="{FF2B5EF4-FFF2-40B4-BE49-F238E27FC236}">
                <a16:creationId xmlns:a16="http://schemas.microsoft.com/office/drawing/2014/main" id="{C0F24177-AB55-411C-93ED-A4DC36C30C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6" name="9wq3_5_official_PredictedLigand_31">
            <a:extLst>
              <a:ext uri="{FF2B5EF4-FFF2-40B4-BE49-F238E27FC236}">
                <a16:creationId xmlns:a16="http://schemas.microsoft.com/office/drawing/2014/main" id="{1F9A4878-8976-44C7-A9FA-B59B1BE24D2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7" name="9wq3_5_official_PredictedLigand_32">
            <a:extLst>
              <a:ext uri="{FF2B5EF4-FFF2-40B4-BE49-F238E27FC236}">
                <a16:creationId xmlns:a16="http://schemas.microsoft.com/office/drawing/2014/main" id="{BBA1B036-A39F-4898-82C9-75FF4A5EBD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8" name="9wq3_5_official_PredictedLigand_33">
            <a:extLst>
              <a:ext uri="{FF2B5EF4-FFF2-40B4-BE49-F238E27FC236}">
                <a16:creationId xmlns:a16="http://schemas.microsoft.com/office/drawing/2014/main" id="{DE7B684A-B1C8-4398-B5D3-E4EEE03439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9" name="9wq3_5_official_PredictedLigand_34">
            <a:extLst>
              <a:ext uri="{FF2B5EF4-FFF2-40B4-BE49-F238E27FC236}">
                <a16:creationId xmlns:a16="http://schemas.microsoft.com/office/drawing/2014/main" id="{584C0B29-8037-4275-B551-126FD127C0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0" name="9wq3_5_official_PredictedLigand_35">
            <a:extLst>
              <a:ext uri="{FF2B5EF4-FFF2-40B4-BE49-F238E27FC236}">
                <a16:creationId xmlns:a16="http://schemas.microsoft.com/office/drawing/2014/main" id="{A00CC643-FAEC-409F-B0F8-B3C34C6EDA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1" name="9wq3_5_official_PredictedLigand_36">
            <a:extLst>
              <a:ext uri="{FF2B5EF4-FFF2-40B4-BE49-F238E27FC236}">
                <a16:creationId xmlns:a16="http://schemas.microsoft.com/office/drawing/2014/main" id="{6933B43F-A347-44CC-8E94-5BE36A0E60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2" name="9wq3_5_official_PredictedLigand_37">
            <a:extLst>
              <a:ext uri="{FF2B5EF4-FFF2-40B4-BE49-F238E27FC236}">
                <a16:creationId xmlns:a16="http://schemas.microsoft.com/office/drawing/2014/main" id="{00191678-4FD4-4D7F-A28F-AC134797008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3" name="9wq3_5_official_PredictedLigand_38">
            <a:extLst>
              <a:ext uri="{FF2B5EF4-FFF2-40B4-BE49-F238E27FC236}">
                <a16:creationId xmlns:a16="http://schemas.microsoft.com/office/drawing/2014/main" id="{8BDBAC85-C53C-4FB3-96AF-48F450DC1C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4" name="9wq3_5_official_PredictedLigand_39">
            <a:extLst>
              <a:ext uri="{FF2B5EF4-FFF2-40B4-BE49-F238E27FC236}">
                <a16:creationId xmlns:a16="http://schemas.microsoft.com/office/drawing/2014/main" id="{E462C88C-8012-4A26-A6AB-007880EC39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5" name="9wq3_5_official_PredictedLigand_40">
            <a:extLst>
              <a:ext uri="{FF2B5EF4-FFF2-40B4-BE49-F238E27FC236}">
                <a16:creationId xmlns:a16="http://schemas.microsoft.com/office/drawing/2014/main" id="{DF5A5354-398A-4426-B214-26943ECFD76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6" name="9wq3_5_official_PredictedLigand_41">
            <a:extLst>
              <a:ext uri="{FF2B5EF4-FFF2-40B4-BE49-F238E27FC236}">
                <a16:creationId xmlns:a16="http://schemas.microsoft.com/office/drawing/2014/main" id="{CF61ED54-9FF1-4014-B758-1F0A634EB81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7" name="9wq3_5_official_PredictedLigand_42">
            <a:extLst>
              <a:ext uri="{FF2B5EF4-FFF2-40B4-BE49-F238E27FC236}">
                <a16:creationId xmlns:a16="http://schemas.microsoft.com/office/drawing/2014/main" id="{E58957E0-A4CC-4ED1-9D76-CB4253512A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8" name="9wq3_5_official_PredictedLigand_43">
            <a:extLst>
              <a:ext uri="{FF2B5EF4-FFF2-40B4-BE49-F238E27FC236}">
                <a16:creationId xmlns:a16="http://schemas.microsoft.com/office/drawing/2014/main" id="{C43D2522-ACB4-4252-9169-C004D1FDA8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9" name="9wq3_5_official_PredictedLigand_44">
            <a:extLst>
              <a:ext uri="{FF2B5EF4-FFF2-40B4-BE49-F238E27FC236}">
                <a16:creationId xmlns:a16="http://schemas.microsoft.com/office/drawing/2014/main" id="{9EC9B4AE-CE80-49E5-815F-EB8F8FB0EC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0" name="9wq3_5_official_PredictedLigand_45">
            <a:extLst>
              <a:ext uri="{FF2B5EF4-FFF2-40B4-BE49-F238E27FC236}">
                <a16:creationId xmlns:a16="http://schemas.microsoft.com/office/drawing/2014/main" id="{2748F451-24C9-44E4-9FF7-9B2F1E9ED1A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1" name="9wq3_5_official_PredictedLigand_46">
            <a:extLst>
              <a:ext uri="{FF2B5EF4-FFF2-40B4-BE49-F238E27FC236}">
                <a16:creationId xmlns:a16="http://schemas.microsoft.com/office/drawing/2014/main" id="{7361F436-185B-45FD-A600-1E5308A3B4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2" name="9wq3_5_official_PredictedLigand_47">
            <a:extLst>
              <a:ext uri="{FF2B5EF4-FFF2-40B4-BE49-F238E27FC236}">
                <a16:creationId xmlns:a16="http://schemas.microsoft.com/office/drawing/2014/main" id="{D4728CFB-0E6F-41E8-94D8-4216283C176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3" name="9wq3_5_official_PredictedLigand_48">
            <a:extLst>
              <a:ext uri="{FF2B5EF4-FFF2-40B4-BE49-F238E27FC236}">
                <a16:creationId xmlns:a16="http://schemas.microsoft.com/office/drawing/2014/main" id="{4198D0A0-3EC0-4C69-9A89-E8A05C4D4C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4" name="9wq3_5_official_PredictedAtoms_0">
            <a:extLst>
              <a:ext uri="{FF2B5EF4-FFF2-40B4-BE49-F238E27FC236}">
                <a16:creationId xmlns:a16="http://schemas.microsoft.com/office/drawing/2014/main" id="{3F6CB0E2-481F-4351-9DEB-4E3DF3E4DA5E}"/>
              </a:ext>
            </a:extLst>
          </p:cNvPr>
          <p:cNvSpPr>
            <a:spLocks noGrp="1"/>
          </p:cNvSpPr>
          <p:nvPr/>
        </p:nvSpPr>
        <p:spPr>
          <a:xfrm>
            <a:off x="1866229" y="48871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5" name="9wq3_5_official_PredictedAtoms_1">
            <a:extLst>
              <a:ext uri="{FF2B5EF4-FFF2-40B4-BE49-F238E27FC236}">
                <a16:creationId xmlns:a16="http://schemas.microsoft.com/office/drawing/2014/main" id="{BB390EF0-B268-48F8-A4F3-9C68E52D7BEA}"/>
              </a:ext>
            </a:extLst>
          </p:cNvPr>
          <p:cNvSpPr>
            <a:spLocks noGrp="1"/>
          </p:cNvSpPr>
          <p:nvPr/>
        </p:nvSpPr>
        <p:spPr>
          <a:xfrm>
            <a:off x="1760957" y="50079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6" name="9wq3_5_official_PredictedAtoms_2">
            <a:extLst>
              <a:ext uri="{FF2B5EF4-FFF2-40B4-BE49-F238E27FC236}">
                <a16:creationId xmlns:a16="http://schemas.microsoft.com/office/drawing/2014/main" id="{8F003342-0DDE-465A-ACA8-54DE866BCFBC}"/>
              </a:ext>
            </a:extLst>
          </p:cNvPr>
          <p:cNvSpPr>
            <a:spLocks noGrp="1"/>
          </p:cNvSpPr>
          <p:nvPr/>
        </p:nvSpPr>
        <p:spPr>
          <a:xfrm>
            <a:off x="1587983" y="49556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7" name="9wq3_5_official_PredictedAtoms_3">
            <a:extLst>
              <a:ext uri="{FF2B5EF4-FFF2-40B4-BE49-F238E27FC236}">
                <a16:creationId xmlns:a16="http://schemas.microsoft.com/office/drawing/2014/main" id="{FD8F647A-B64C-401E-808D-F907EDB2CB84}"/>
              </a:ext>
            </a:extLst>
          </p:cNvPr>
          <p:cNvSpPr>
            <a:spLocks noGrp="1"/>
          </p:cNvSpPr>
          <p:nvPr/>
        </p:nvSpPr>
        <p:spPr>
          <a:xfrm>
            <a:off x="1453080" y="50691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8" name="9wq3_5_official_PredictedAtoms_4">
            <a:extLst>
              <a:ext uri="{FF2B5EF4-FFF2-40B4-BE49-F238E27FC236}">
                <a16:creationId xmlns:a16="http://schemas.microsoft.com/office/drawing/2014/main" id="{4647F3AA-357E-473F-B850-FFFD79FD6EF5}"/>
              </a:ext>
            </a:extLst>
          </p:cNvPr>
          <p:cNvSpPr>
            <a:spLocks noGrp="1"/>
          </p:cNvSpPr>
          <p:nvPr/>
        </p:nvSpPr>
        <p:spPr>
          <a:xfrm>
            <a:off x="1413093" y="5124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9" name="9wq3_5_official_PredictedAtoms_5">
            <a:extLst>
              <a:ext uri="{FF2B5EF4-FFF2-40B4-BE49-F238E27FC236}">
                <a16:creationId xmlns:a16="http://schemas.microsoft.com/office/drawing/2014/main" id="{A2B72311-97D8-43B8-BB3B-12BD601BBCC3}"/>
              </a:ext>
            </a:extLst>
          </p:cNvPr>
          <p:cNvSpPr>
            <a:spLocks noGrp="1"/>
          </p:cNvSpPr>
          <p:nvPr/>
        </p:nvSpPr>
        <p:spPr>
          <a:xfrm>
            <a:off x="1263087" y="51942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0" name="9wq3_5_official_PredictedAtoms_6">
            <a:extLst>
              <a:ext uri="{FF2B5EF4-FFF2-40B4-BE49-F238E27FC236}">
                <a16:creationId xmlns:a16="http://schemas.microsoft.com/office/drawing/2014/main" id="{0448E24E-0F22-4795-B08D-907707CFEF32}"/>
              </a:ext>
            </a:extLst>
          </p:cNvPr>
          <p:cNvSpPr>
            <a:spLocks noGrp="1"/>
          </p:cNvSpPr>
          <p:nvPr/>
        </p:nvSpPr>
        <p:spPr>
          <a:xfrm>
            <a:off x="1207486" y="5193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1" name="9wq3_5_official_PredictedAtoms_7">
            <a:extLst>
              <a:ext uri="{FF2B5EF4-FFF2-40B4-BE49-F238E27FC236}">
                <a16:creationId xmlns:a16="http://schemas.microsoft.com/office/drawing/2014/main" id="{994F2E11-4D74-4568-93B6-081EC5CE7BDC}"/>
              </a:ext>
            </a:extLst>
          </p:cNvPr>
          <p:cNvSpPr>
            <a:spLocks noGrp="1"/>
          </p:cNvSpPr>
          <p:nvPr/>
        </p:nvSpPr>
        <p:spPr>
          <a:xfrm>
            <a:off x="1063186" y="524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2" name="9wq3_5_official_PredictedAtoms_8">
            <a:extLst>
              <a:ext uri="{FF2B5EF4-FFF2-40B4-BE49-F238E27FC236}">
                <a16:creationId xmlns:a16="http://schemas.microsoft.com/office/drawing/2014/main" id="{E17A38FC-CA93-4E02-B60F-5413F71BFA99}"/>
              </a:ext>
            </a:extLst>
          </p:cNvPr>
          <p:cNvSpPr>
            <a:spLocks noGrp="1"/>
          </p:cNvSpPr>
          <p:nvPr/>
        </p:nvSpPr>
        <p:spPr>
          <a:xfrm>
            <a:off x="927950" y="52874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3" name="9wq3_5_official_PredictedAtoms_9">
            <a:extLst>
              <a:ext uri="{FF2B5EF4-FFF2-40B4-BE49-F238E27FC236}">
                <a16:creationId xmlns:a16="http://schemas.microsoft.com/office/drawing/2014/main" id="{3889388C-DD47-4B48-854A-6151223A6A0A}"/>
              </a:ext>
            </a:extLst>
          </p:cNvPr>
          <p:cNvSpPr>
            <a:spLocks noGrp="1"/>
          </p:cNvSpPr>
          <p:nvPr/>
        </p:nvSpPr>
        <p:spPr>
          <a:xfrm>
            <a:off x="1058354" y="52412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4" name="9wq3_5_official_PredictedAtoms_10">
            <a:extLst>
              <a:ext uri="{FF2B5EF4-FFF2-40B4-BE49-F238E27FC236}">
                <a16:creationId xmlns:a16="http://schemas.microsoft.com/office/drawing/2014/main" id="{52AF2D9C-8820-4D47-82F6-08C9E14C155C}"/>
              </a:ext>
            </a:extLst>
          </p:cNvPr>
          <p:cNvSpPr>
            <a:spLocks noGrp="1"/>
          </p:cNvSpPr>
          <p:nvPr/>
        </p:nvSpPr>
        <p:spPr>
          <a:xfrm>
            <a:off x="1188211" y="51870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5" name="9wq3_5_official_PredictedAtoms_11">
            <a:extLst>
              <a:ext uri="{FF2B5EF4-FFF2-40B4-BE49-F238E27FC236}">
                <a16:creationId xmlns:a16="http://schemas.microsoft.com/office/drawing/2014/main" id="{7AFDF049-A60F-4B68-A32B-B917E2FB0181}"/>
              </a:ext>
            </a:extLst>
          </p:cNvPr>
          <p:cNvSpPr>
            <a:spLocks noGrp="1"/>
          </p:cNvSpPr>
          <p:nvPr/>
        </p:nvSpPr>
        <p:spPr>
          <a:xfrm>
            <a:off x="1324221" y="51274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6" name="9wq3_5_official_PredictedAtoms_12">
            <a:extLst>
              <a:ext uri="{FF2B5EF4-FFF2-40B4-BE49-F238E27FC236}">
                <a16:creationId xmlns:a16="http://schemas.microsoft.com/office/drawing/2014/main" id="{714AA510-34EF-480C-B140-9B9336DBECAE}"/>
              </a:ext>
            </a:extLst>
          </p:cNvPr>
          <p:cNvSpPr>
            <a:spLocks noGrp="1"/>
          </p:cNvSpPr>
          <p:nvPr/>
        </p:nvSpPr>
        <p:spPr>
          <a:xfrm>
            <a:off x="1333753" y="51268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7" name="9wq3_5_official_PredictedAtoms_13">
            <a:extLst>
              <a:ext uri="{FF2B5EF4-FFF2-40B4-BE49-F238E27FC236}">
                <a16:creationId xmlns:a16="http://schemas.microsoft.com/office/drawing/2014/main" id="{73FBED90-33A9-4BD3-AAE0-2AA536DDB9AD}"/>
              </a:ext>
            </a:extLst>
          </p:cNvPr>
          <p:cNvSpPr>
            <a:spLocks noGrp="1"/>
          </p:cNvSpPr>
          <p:nvPr/>
        </p:nvSpPr>
        <p:spPr>
          <a:xfrm>
            <a:off x="1587981" y="4894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8" name="9wq3_5_official_PredictedAtoms_14">
            <a:extLst>
              <a:ext uri="{FF2B5EF4-FFF2-40B4-BE49-F238E27FC236}">
                <a16:creationId xmlns:a16="http://schemas.microsoft.com/office/drawing/2014/main" id="{9B5F6914-6943-421A-9F7D-E07BB126C128}"/>
              </a:ext>
            </a:extLst>
          </p:cNvPr>
          <p:cNvSpPr>
            <a:spLocks noGrp="1"/>
          </p:cNvSpPr>
          <p:nvPr/>
        </p:nvSpPr>
        <p:spPr>
          <a:xfrm>
            <a:off x="1740614" y="4910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9" name="9wq3_5_official_PredictedAtoms_15">
            <a:extLst>
              <a:ext uri="{FF2B5EF4-FFF2-40B4-BE49-F238E27FC236}">
                <a16:creationId xmlns:a16="http://schemas.microsoft.com/office/drawing/2014/main" id="{131C3BB9-519D-468A-974E-F4819605E6BA}"/>
              </a:ext>
            </a:extLst>
          </p:cNvPr>
          <p:cNvSpPr>
            <a:spLocks noGrp="1"/>
          </p:cNvSpPr>
          <p:nvPr/>
        </p:nvSpPr>
        <p:spPr>
          <a:xfrm>
            <a:off x="1742927" y="49569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0" name="9wq3_5_official_PredictedAtoms_16">
            <a:extLst>
              <a:ext uri="{FF2B5EF4-FFF2-40B4-BE49-F238E27FC236}">
                <a16:creationId xmlns:a16="http://schemas.microsoft.com/office/drawing/2014/main" id="{A9527BB3-34EF-48DB-9C5C-BC4126AF7D01}"/>
              </a:ext>
            </a:extLst>
          </p:cNvPr>
          <p:cNvSpPr>
            <a:spLocks noGrp="1"/>
          </p:cNvSpPr>
          <p:nvPr/>
        </p:nvSpPr>
        <p:spPr>
          <a:xfrm>
            <a:off x="1775452" y="51061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1" name="9wq3_5_official_PredictedAtoms_17">
            <a:extLst>
              <a:ext uri="{FF2B5EF4-FFF2-40B4-BE49-F238E27FC236}">
                <a16:creationId xmlns:a16="http://schemas.microsoft.com/office/drawing/2014/main" id="{0C32E817-4E37-47DE-8791-25A3AC4715D3}"/>
              </a:ext>
            </a:extLst>
          </p:cNvPr>
          <p:cNvSpPr>
            <a:spLocks noGrp="1"/>
          </p:cNvSpPr>
          <p:nvPr/>
        </p:nvSpPr>
        <p:spPr>
          <a:xfrm>
            <a:off x="1695177" y="52195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2" name="9wq3_5_official_PredictedAtoms_18">
            <a:extLst>
              <a:ext uri="{FF2B5EF4-FFF2-40B4-BE49-F238E27FC236}">
                <a16:creationId xmlns:a16="http://schemas.microsoft.com/office/drawing/2014/main" id="{5091BC86-822C-4BE6-830F-40B04F58350E}"/>
              </a:ext>
            </a:extLst>
          </p:cNvPr>
          <p:cNvSpPr>
            <a:spLocks noGrp="1"/>
          </p:cNvSpPr>
          <p:nvPr/>
        </p:nvSpPr>
        <p:spPr>
          <a:xfrm>
            <a:off x="1777866" y="52037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3" name="9wq3_5_official_PredictedAtoms_19">
            <a:extLst>
              <a:ext uri="{FF2B5EF4-FFF2-40B4-BE49-F238E27FC236}">
                <a16:creationId xmlns:a16="http://schemas.microsoft.com/office/drawing/2014/main" id="{64B87C90-F7AE-4F0B-B3AB-D7D2A995906E}"/>
              </a:ext>
            </a:extLst>
          </p:cNvPr>
          <p:cNvSpPr>
            <a:spLocks noGrp="1"/>
          </p:cNvSpPr>
          <p:nvPr/>
        </p:nvSpPr>
        <p:spPr>
          <a:xfrm>
            <a:off x="1515507" y="51758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4" name="9wq3_5_official_PredictedAtoms_20">
            <a:extLst>
              <a:ext uri="{FF2B5EF4-FFF2-40B4-BE49-F238E27FC236}">
                <a16:creationId xmlns:a16="http://schemas.microsoft.com/office/drawing/2014/main" id="{57849238-667C-4DD9-9B05-C79E1042F03B}"/>
              </a:ext>
            </a:extLst>
          </p:cNvPr>
          <p:cNvSpPr>
            <a:spLocks noGrp="1"/>
          </p:cNvSpPr>
          <p:nvPr/>
        </p:nvSpPr>
        <p:spPr>
          <a:xfrm>
            <a:off x="1700683" y="54021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5" name="9wq3_5_official_PredictedAtoms_21">
            <a:extLst>
              <a:ext uri="{FF2B5EF4-FFF2-40B4-BE49-F238E27FC236}">
                <a16:creationId xmlns:a16="http://schemas.microsoft.com/office/drawing/2014/main" id="{6D1008E0-0963-43BB-8CFD-B9478897CC09}"/>
              </a:ext>
            </a:extLst>
          </p:cNvPr>
          <p:cNvSpPr>
            <a:spLocks noGrp="1"/>
          </p:cNvSpPr>
          <p:nvPr/>
        </p:nvSpPr>
        <p:spPr>
          <a:xfrm>
            <a:off x="1843488" y="54511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6" name="9wq3_5_official_PredictedAtoms_22">
            <a:extLst>
              <a:ext uri="{FF2B5EF4-FFF2-40B4-BE49-F238E27FC236}">
                <a16:creationId xmlns:a16="http://schemas.microsoft.com/office/drawing/2014/main" id="{3A7D5B62-A9D6-4E1D-8DD9-48270F086C20}"/>
              </a:ext>
            </a:extLst>
          </p:cNvPr>
          <p:cNvSpPr>
            <a:spLocks noGrp="1"/>
          </p:cNvSpPr>
          <p:nvPr/>
        </p:nvSpPr>
        <p:spPr>
          <a:xfrm>
            <a:off x="1869743" y="5595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7" name="9wq3_5_official_PredictedAtoms_23">
            <a:extLst>
              <a:ext uri="{FF2B5EF4-FFF2-40B4-BE49-F238E27FC236}">
                <a16:creationId xmlns:a16="http://schemas.microsoft.com/office/drawing/2014/main" id="{136BA3C3-609B-4466-8A43-1512A96EC451}"/>
              </a:ext>
            </a:extLst>
          </p:cNvPr>
          <p:cNvSpPr>
            <a:spLocks noGrp="1"/>
          </p:cNvSpPr>
          <p:nvPr/>
        </p:nvSpPr>
        <p:spPr>
          <a:xfrm>
            <a:off x="1797922" y="56002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8" name="9wq3_5_official_PredictedAtoms_24">
            <a:extLst>
              <a:ext uri="{FF2B5EF4-FFF2-40B4-BE49-F238E27FC236}">
                <a16:creationId xmlns:a16="http://schemas.microsoft.com/office/drawing/2014/main" id="{14221CD1-F742-4A25-AD60-F84A3E511771}"/>
              </a:ext>
            </a:extLst>
          </p:cNvPr>
          <p:cNvSpPr>
            <a:spLocks noGrp="1"/>
          </p:cNvSpPr>
          <p:nvPr/>
        </p:nvSpPr>
        <p:spPr>
          <a:xfrm>
            <a:off x="1870530" y="55870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9" name="9wq3_5_official_PredictedAtoms_25">
            <a:extLst>
              <a:ext uri="{FF2B5EF4-FFF2-40B4-BE49-F238E27FC236}">
                <a16:creationId xmlns:a16="http://schemas.microsoft.com/office/drawing/2014/main" id="{79205C81-9953-4096-B60A-8BDCA5E77BFA}"/>
              </a:ext>
            </a:extLst>
          </p:cNvPr>
          <p:cNvSpPr>
            <a:spLocks noGrp="1"/>
          </p:cNvSpPr>
          <p:nvPr/>
        </p:nvSpPr>
        <p:spPr>
          <a:xfrm>
            <a:off x="1760159" y="561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0" name="9wq3_5_official_PredictedAtoms_26">
            <a:extLst>
              <a:ext uri="{FF2B5EF4-FFF2-40B4-BE49-F238E27FC236}">
                <a16:creationId xmlns:a16="http://schemas.microsoft.com/office/drawing/2014/main" id="{BDBD6AC3-C2D6-45A6-AAD0-A653994C1F5E}"/>
              </a:ext>
            </a:extLst>
          </p:cNvPr>
          <p:cNvSpPr>
            <a:spLocks noGrp="1"/>
          </p:cNvSpPr>
          <p:nvPr/>
        </p:nvSpPr>
        <p:spPr>
          <a:xfrm>
            <a:off x="1613566" y="565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1" name="9wq3_5_official_PredictedAtoms_31">
            <a:extLst>
              <a:ext uri="{FF2B5EF4-FFF2-40B4-BE49-F238E27FC236}">
                <a16:creationId xmlns:a16="http://schemas.microsoft.com/office/drawing/2014/main" id="{BB213B12-C3C7-43F6-9C32-DFACBF8221E6}"/>
              </a:ext>
            </a:extLst>
          </p:cNvPr>
          <p:cNvSpPr>
            <a:spLocks noGrp="1"/>
          </p:cNvSpPr>
          <p:nvPr/>
        </p:nvSpPr>
        <p:spPr>
          <a:xfrm>
            <a:off x="1240457" y="5668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2" name="9wq3_5_official_PredictedAtoms_32">
            <a:extLst>
              <a:ext uri="{FF2B5EF4-FFF2-40B4-BE49-F238E27FC236}">
                <a16:creationId xmlns:a16="http://schemas.microsoft.com/office/drawing/2014/main" id="{5612F6C0-0CEC-4475-B89E-F7FF0277DBFF}"/>
              </a:ext>
            </a:extLst>
          </p:cNvPr>
          <p:cNvSpPr>
            <a:spLocks noGrp="1"/>
          </p:cNvSpPr>
          <p:nvPr/>
        </p:nvSpPr>
        <p:spPr>
          <a:xfrm>
            <a:off x="1514455" y="5630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3" name="9wq3_5_official_PredictedAtoms_33">
            <a:extLst>
              <a:ext uri="{FF2B5EF4-FFF2-40B4-BE49-F238E27FC236}">
                <a16:creationId xmlns:a16="http://schemas.microsoft.com/office/drawing/2014/main" id="{AD311DA7-C389-47F1-87B8-C078FC7ED3E1}"/>
              </a:ext>
            </a:extLst>
          </p:cNvPr>
          <p:cNvSpPr>
            <a:spLocks noGrp="1"/>
          </p:cNvSpPr>
          <p:nvPr/>
        </p:nvSpPr>
        <p:spPr>
          <a:xfrm>
            <a:off x="1637418" y="56254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4" name="9wq3_5_official_PredictedAtoms_34">
            <a:extLst>
              <a:ext uri="{FF2B5EF4-FFF2-40B4-BE49-F238E27FC236}">
                <a16:creationId xmlns:a16="http://schemas.microsoft.com/office/drawing/2014/main" id="{BCA6CA1E-3D0B-4DD6-9DA7-42ECCC642B8A}"/>
              </a:ext>
            </a:extLst>
          </p:cNvPr>
          <p:cNvSpPr>
            <a:spLocks noGrp="1"/>
          </p:cNvSpPr>
          <p:nvPr/>
        </p:nvSpPr>
        <p:spPr>
          <a:xfrm>
            <a:off x="2040103" y="56199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5" name="9wq3_5_official_PredictedAtoms_35">
            <a:extLst>
              <a:ext uri="{FF2B5EF4-FFF2-40B4-BE49-F238E27FC236}">
                <a16:creationId xmlns:a16="http://schemas.microsoft.com/office/drawing/2014/main" id="{B209C4BA-0E88-4469-ADFD-705C25FB7051}"/>
              </a:ext>
            </a:extLst>
          </p:cNvPr>
          <p:cNvSpPr>
            <a:spLocks noGrp="1"/>
          </p:cNvSpPr>
          <p:nvPr/>
        </p:nvSpPr>
        <p:spPr>
          <a:xfrm>
            <a:off x="2126509" y="55102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6" name="9wq3_5_official_PredictedAtoms_36">
            <a:extLst>
              <a:ext uri="{FF2B5EF4-FFF2-40B4-BE49-F238E27FC236}">
                <a16:creationId xmlns:a16="http://schemas.microsoft.com/office/drawing/2014/main" id="{8D360C6B-7C7D-4F45-8FC8-072EFC7A56CB}"/>
              </a:ext>
            </a:extLst>
          </p:cNvPr>
          <p:cNvSpPr>
            <a:spLocks noGrp="1"/>
          </p:cNvSpPr>
          <p:nvPr/>
        </p:nvSpPr>
        <p:spPr>
          <a:xfrm>
            <a:off x="2225097" y="5398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7" name="9wq3_5_official_PredictedAtoms_37">
            <a:extLst>
              <a:ext uri="{FF2B5EF4-FFF2-40B4-BE49-F238E27FC236}">
                <a16:creationId xmlns:a16="http://schemas.microsoft.com/office/drawing/2014/main" id="{7F656E82-BDFE-4B1D-89B3-1E92FAF1655B}"/>
              </a:ext>
            </a:extLst>
          </p:cNvPr>
          <p:cNvSpPr>
            <a:spLocks noGrp="1"/>
          </p:cNvSpPr>
          <p:nvPr/>
        </p:nvSpPr>
        <p:spPr>
          <a:xfrm>
            <a:off x="2145153" y="53543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8" name="9wq3_5_official_PredictedAtoms_38">
            <a:extLst>
              <a:ext uri="{FF2B5EF4-FFF2-40B4-BE49-F238E27FC236}">
                <a16:creationId xmlns:a16="http://schemas.microsoft.com/office/drawing/2014/main" id="{83F3E191-5392-44C6-B6EF-065730A85AB0}"/>
              </a:ext>
            </a:extLst>
          </p:cNvPr>
          <p:cNvSpPr>
            <a:spLocks noGrp="1"/>
          </p:cNvSpPr>
          <p:nvPr/>
        </p:nvSpPr>
        <p:spPr>
          <a:xfrm>
            <a:off x="2136644" y="5179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9" name="9wq3_5_official_PredictedAtoms_39">
            <a:extLst>
              <a:ext uri="{FF2B5EF4-FFF2-40B4-BE49-F238E27FC236}">
                <a16:creationId xmlns:a16="http://schemas.microsoft.com/office/drawing/2014/main" id="{1ACC8EFC-B223-4163-B95B-2483379E161F}"/>
              </a:ext>
            </a:extLst>
          </p:cNvPr>
          <p:cNvSpPr>
            <a:spLocks noGrp="1"/>
          </p:cNvSpPr>
          <p:nvPr/>
        </p:nvSpPr>
        <p:spPr>
          <a:xfrm>
            <a:off x="2111430" y="51936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0" name="9wq3_5_official_PredictedAtoms_40">
            <a:extLst>
              <a:ext uri="{FF2B5EF4-FFF2-40B4-BE49-F238E27FC236}">
                <a16:creationId xmlns:a16="http://schemas.microsoft.com/office/drawing/2014/main" id="{320B06AE-3C02-4742-806D-52A66EC19281}"/>
              </a:ext>
            </a:extLst>
          </p:cNvPr>
          <p:cNvSpPr>
            <a:spLocks noGrp="1"/>
          </p:cNvSpPr>
          <p:nvPr/>
        </p:nvSpPr>
        <p:spPr>
          <a:xfrm>
            <a:off x="2298650" y="5096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1" name="9wq3_5_official_PredictedAtoms_41">
            <a:extLst>
              <a:ext uri="{FF2B5EF4-FFF2-40B4-BE49-F238E27FC236}">
                <a16:creationId xmlns:a16="http://schemas.microsoft.com/office/drawing/2014/main" id="{102E10DB-9F84-4030-84E7-C6405030223B}"/>
              </a:ext>
            </a:extLst>
          </p:cNvPr>
          <p:cNvSpPr>
            <a:spLocks noGrp="1"/>
          </p:cNvSpPr>
          <p:nvPr/>
        </p:nvSpPr>
        <p:spPr>
          <a:xfrm>
            <a:off x="1992635" y="50629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2" name="9wq3_5_official_PredictedAtoms_42">
            <a:extLst>
              <a:ext uri="{FF2B5EF4-FFF2-40B4-BE49-F238E27FC236}">
                <a16:creationId xmlns:a16="http://schemas.microsoft.com/office/drawing/2014/main" id="{86D4A957-B771-4D82-B8A2-B912D3B86125}"/>
              </a:ext>
            </a:extLst>
          </p:cNvPr>
          <p:cNvSpPr>
            <a:spLocks noGrp="1"/>
          </p:cNvSpPr>
          <p:nvPr/>
        </p:nvSpPr>
        <p:spPr>
          <a:xfrm>
            <a:off x="1832924" y="5032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3" name="9wq3_5_official_PredictedAtoms_43">
            <a:extLst>
              <a:ext uri="{FF2B5EF4-FFF2-40B4-BE49-F238E27FC236}">
                <a16:creationId xmlns:a16="http://schemas.microsoft.com/office/drawing/2014/main" id="{E87A69F7-922F-428D-AE4F-7D3D50CACA7D}"/>
              </a:ext>
            </a:extLst>
          </p:cNvPr>
          <p:cNvSpPr>
            <a:spLocks noGrp="1"/>
          </p:cNvSpPr>
          <p:nvPr/>
        </p:nvSpPr>
        <p:spPr>
          <a:xfrm>
            <a:off x="2002461" y="54215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4" name="9wq3_5_official_PredictedAtoms_44">
            <a:extLst>
              <a:ext uri="{FF2B5EF4-FFF2-40B4-BE49-F238E27FC236}">
                <a16:creationId xmlns:a16="http://schemas.microsoft.com/office/drawing/2014/main" id="{61477937-D2F1-42D4-8AA7-713E89BEC0C5}"/>
              </a:ext>
            </a:extLst>
          </p:cNvPr>
          <p:cNvSpPr>
            <a:spLocks noGrp="1"/>
          </p:cNvSpPr>
          <p:nvPr/>
        </p:nvSpPr>
        <p:spPr>
          <a:xfrm>
            <a:off x="2010278" y="54615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5" name="stage3-cases-clash_25">
            <a:extLst>
              <a:ext uri="{FF2B5EF4-FFF2-40B4-BE49-F238E27FC236}">
                <a16:creationId xmlns:a16="http://schemas.microsoft.com/office/drawing/2014/main" id="{9D7EF241-C161-4E1B-AB51-3673F5A301F3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1056" name="9wq3_5_tuned_Receptor">
            <a:extLst>
              <a:ext uri="{FF2B5EF4-FFF2-40B4-BE49-F238E27FC236}">
                <a16:creationId xmlns:a16="http://schemas.microsoft.com/office/drawing/2014/main" id="{5B73EEB8-F835-4310-930B-3CB4C85853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57" name="9wq3_5_tuned_ExperimentalDensity">
            <a:extLst>
              <a:ext uri="{FF2B5EF4-FFF2-40B4-BE49-F238E27FC236}">
                <a16:creationId xmlns:a16="http://schemas.microsoft.com/office/drawing/2014/main" id="{8330F773-7D30-47D6-9D11-55302691299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58" name="9wq3_5_tuned_ReferenceLigand_0">
            <a:extLst>
              <a:ext uri="{FF2B5EF4-FFF2-40B4-BE49-F238E27FC236}">
                <a16:creationId xmlns:a16="http://schemas.microsoft.com/office/drawing/2014/main" id="{2DA2956B-6501-4444-9FA0-55FBE10A9E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9wq3_5_tuned_ReferenceLigand_1">
            <a:extLst>
              <a:ext uri="{FF2B5EF4-FFF2-40B4-BE49-F238E27FC236}">
                <a16:creationId xmlns:a16="http://schemas.microsoft.com/office/drawing/2014/main" id="{C796779F-2E3C-47AE-A1B5-83446D5EBB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9wq3_5_tuned_ReferenceLigand_2">
            <a:extLst>
              <a:ext uri="{FF2B5EF4-FFF2-40B4-BE49-F238E27FC236}">
                <a16:creationId xmlns:a16="http://schemas.microsoft.com/office/drawing/2014/main" id="{F4DD8854-149E-4121-A03F-503DA55D60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9wq3_5_tuned_ReferenceLigand_3">
            <a:extLst>
              <a:ext uri="{FF2B5EF4-FFF2-40B4-BE49-F238E27FC236}">
                <a16:creationId xmlns:a16="http://schemas.microsoft.com/office/drawing/2014/main" id="{5A5B8253-0EAF-4F09-852B-F76557AC72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9wq3_5_tuned_ReferenceLigand_4">
            <a:extLst>
              <a:ext uri="{FF2B5EF4-FFF2-40B4-BE49-F238E27FC236}">
                <a16:creationId xmlns:a16="http://schemas.microsoft.com/office/drawing/2014/main" id="{910DBC3A-9FCD-45E3-824D-BEF75FD6ED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9wq3_5_tuned_ReferenceLigand_5">
            <a:extLst>
              <a:ext uri="{FF2B5EF4-FFF2-40B4-BE49-F238E27FC236}">
                <a16:creationId xmlns:a16="http://schemas.microsoft.com/office/drawing/2014/main" id="{9B16BF0A-6FA2-419B-AC6C-2322D8D726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9wq3_5_tuned_ReferenceLigand_6">
            <a:extLst>
              <a:ext uri="{FF2B5EF4-FFF2-40B4-BE49-F238E27FC236}">
                <a16:creationId xmlns:a16="http://schemas.microsoft.com/office/drawing/2014/main" id="{8CD56FF8-9739-4C48-AFD7-059FF19148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9wq3_5_tuned_ReferenceLigand_7">
            <a:extLst>
              <a:ext uri="{FF2B5EF4-FFF2-40B4-BE49-F238E27FC236}">
                <a16:creationId xmlns:a16="http://schemas.microsoft.com/office/drawing/2014/main" id="{CAC6E568-675E-4871-94E9-E37B57543B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9wq3_5_tuned_ReferenceLigand_8">
            <a:extLst>
              <a:ext uri="{FF2B5EF4-FFF2-40B4-BE49-F238E27FC236}">
                <a16:creationId xmlns:a16="http://schemas.microsoft.com/office/drawing/2014/main" id="{FA636A59-512A-4A26-87B1-A396FC4C76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9wq3_5_tuned_ReferenceLigand_9">
            <a:extLst>
              <a:ext uri="{FF2B5EF4-FFF2-40B4-BE49-F238E27FC236}">
                <a16:creationId xmlns:a16="http://schemas.microsoft.com/office/drawing/2014/main" id="{705F001A-9218-4507-9995-6D34B55366F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9wq3_5_tuned_ReferenceLigand_10">
            <a:extLst>
              <a:ext uri="{FF2B5EF4-FFF2-40B4-BE49-F238E27FC236}">
                <a16:creationId xmlns:a16="http://schemas.microsoft.com/office/drawing/2014/main" id="{9CDA7F8A-4E04-49AA-B8DD-D2C2E7CD00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9wq3_5_tuned_ReferenceLigand_11">
            <a:extLst>
              <a:ext uri="{FF2B5EF4-FFF2-40B4-BE49-F238E27FC236}">
                <a16:creationId xmlns:a16="http://schemas.microsoft.com/office/drawing/2014/main" id="{C936FBF4-8469-4706-A687-39E6740394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9wq3_5_tuned_ReferenceLigand_12">
            <a:extLst>
              <a:ext uri="{FF2B5EF4-FFF2-40B4-BE49-F238E27FC236}">
                <a16:creationId xmlns:a16="http://schemas.microsoft.com/office/drawing/2014/main" id="{0FB009C0-CE98-45A6-A494-17026B92744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9wq3_5_tuned_ReferenceLigand_13">
            <a:extLst>
              <a:ext uri="{FF2B5EF4-FFF2-40B4-BE49-F238E27FC236}">
                <a16:creationId xmlns:a16="http://schemas.microsoft.com/office/drawing/2014/main" id="{CD711EC0-6935-41A0-94F1-51986BDACF0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9wq3_5_tuned_ReferenceLigand_14">
            <a:extLst>
              <a:ext uri="{FF2B5EF4-FFF2-40B4-BE49-F238E27FC236}">
                <a16:creationId xmlns:a16="http://schemas.microsoft.com/office/drawing/2014/main" id="{22A64369-3485-4BE2-AC54-430CD346B77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9wq3_5_tuned_ReferenceLigand_15">
            <a:extLst>
              <a:ext uri="{FF2B5EF4-FFF2-40B4-BE49-F238E27FC236}">
                <a16:creationId xmlns:a16="http://schemas.microsoft.com/office/drawing/2014/main" id="{5A99D9E6-EB9E-4534-9739-24F0244FC0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9wq3_5_tuned_ReferenceLigand_16">
            <a:extLst>
              <a:ext uri="{FF2B5EF4-FFF2-40B4-BE49-F238E27FC236}">
                <a16:creationId xmlns:a16="http://schemas.microsoft.com/office/drawing/2014/main" id="{A08862AF-886B-4F9C-B36D-B4C58482EB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9wq3_5_tuned_ReferenceLigand_17">
            <a:extLst>
              <a:ext uri="{FF2B5EF4-FFF2-40B4-BE49-F238E27FC236}">
                <a16:creationId xmlns:a16="http://schemas.microsoft.com/office/drawing/2014/main" id="{11E5ECB7-3428-41C4-9C2E-59CBF05DBE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9wq3_5_tuned_ReferenceLigand_18">
            <a:extLst>
              <a:ext uri="{FF2B5EF4-FFF2-40B4-BE49-F238E27FC236}">
                <a16:creationId xmlns:a16="http://schemas.microsoft.com/office/drawing/2014/main" id="{69AF3047-75B4-43F8-9573-7F61DE879B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9wq3_5_tuned_ReferenceLigand_19">
            <a:extLst>
              <a:ext uri="{FF2B5EF4-FFF2-40B4-BE49-F238E27FC236}">
                <a16:creationId xmlns:a16="http://schemas.microsoft.com/office/drawing/2014/main" id="{8EE495FB-FBD7-4B77-9E2D-BBC771588CC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9wq3_5_tuned_ReferenceLigand_20">
            <a:extLst>
              <a:ext uri="{FF2B5EF4-FFF2-40B4-BE49-F238E27FC236}">
                <a16:creationId xmlns:a16="http://schemas.microsoft.com/office/drawing/2014/main" id="{CAFE1AF2-7978-4E86-908B-3D6E9C1831A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9wq3_5_tuned_ReferenceLigand_21">
            <a:extLst>
              <a:ext uri="{FF2B5EF4-FFF2-40B4-BE49-F238E27FC236}">
                <a16:creationId xmlns:a16="http://schemas.microsoft.com/office/drawing/2014/main" id="{366F1AC9-0268-46AF-B91F-8C688867D5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9wq3_5_tuned_ReferenceLigand_22">
            <a:extLst>
              <a:ext uri="{FF2B5EF4-FFF2-40B4-BE49-F238E27FC236}">
                <a16:creationId xmlns:a16="http://schemas.microsoft.com/office/drawing/2014/main" id="{64E70A9B-32E7-4D34-95C7-F3287271B1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1" name="9wq3_5_tuned_ReferenceLigand_23">
            <a:extLst>
              <a:ext uri="{FF2B5EF4-FFF2-40B4-BE49-F238E27FC236}">
                <a16:creationId xmlns:a16="http://schemas.microsoft.com/office/drawing/2014/main" id="{95B0929C-3468-4688-B6FE-E644A4A93D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2" name="9wq3_5_tuned_ReferenceLigand_24">
            <a:extLst>
              <a:ext uri="{FF2B5EF4-FFF2-40B4-BE49-F238E27FC236}">
                <a16:creationId xmlns:a16="http://schemas.microsoft.com/office/drawing/2014/main" id="{08C68FE2-BE58-4A72-BB7C-8D9D8D5E31A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3" name="9wq3_5_tuned_ReferenceLigand_25">
            <a:extLst>
              <a:ext uri="{FF2B5EF4-FFF2-40B4-BE49-F238E27FC236}">
                <a16:creationId xmlns:a16="http://schemas.microsoft.com/office/drawing/2014/main" id="{87C489A2-649E-4A25-9260-A61DA122631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4" name="9wq3_5_tuned_ReferenceLigand_26">
            <a:extLst>
              <a:ext uri="{FF2B5EF4-FFF2-40B4-BE49-F238E27FC236}">
                <a16:creationId xmlns:a16="http://schemas.microsoft.com/office/drawing/2014/main" id="{C79A3561-CFE6-479D-80DB-ADC7A11F56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5" name="9wq3_5_tuned_ReferenceLigand_27">
            <a:extLst>
              <a:ext uri="{FF2B5EF4-FFF2-40B4-BE49-F238E27FC236}">
                <a16:creationId xmlns:a16="http://schemas.microsoft.com/office/drawing/2014/main" id="{3DAB863B-32B5-4F04-908D-AC589DC153F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6" name="9wq3_5_tuned_ReferenceLigand_28">
            <a:extLst>
              <a:ext uri="{FF2B5EF4-FFF2-40B4-BE49-F238E27FC236}">
                <a16:creationId xmlns:a16="http://schemas.microsoft.com/office/drawing/2014/main" id="{EC22F315-5770-4753-9CC9-2C0A3EDF6A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7" name="9wq3_5_tuned_ReferenceLigand_29">
            <a:extLst>
              <a:ext uri="{FF2B5EF4-FFF2-40B4-BE49-F238E27FC236}">
                <a16:creationId xmlns:a16="http://schemas.microsoft.com/office/drawing/2014/main" id="{8C719E76-0413-4C4E-8620-B5C5C1F357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8" name="9wq3_5_tuned_ReferenceLigand_30">
            <a:extLst>
              <a:ext uri="{FF2B5EF4-FFF2-40B4-BE49-F238E27FC236}">
                <a16:creationId xmlns:a16="http://schemas.microsoft.com/office/drawing/2014/main" id="{7B84CF86-7C38-4A68-8504-C20BBDFD92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9" name="9wq3_5_tuned_ReferenceLigand_31">
            <a:extLst>
              <a:ext uri="{FF2B5EF4-FFF2-40B4-BE49-F238E27FC236}">
                <a16:creationId xmlns:a16="http://schemas.microsoft.com/office/drawing/2014/main" id="{7AA64743-CAF9-4AB9-BC7A-7F872459413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0" name="9wq3_5_tuned_ReferenceLigand_32">
            <a:extLst>
              <a:ext uri="{FF2B5EF4-FFF2-40B4-BE49-F238E27FC236}">
                <a16:creationId xmlns:a16="http://schemas.microsoft.com/office/drawing/2014/main" id="{1B6CEB2C-3828-49BA-8AD9-A49A1BA50A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1" name="9wq3_5_tuned_ReferenceLigand_33">
            <a:extLst>
              <a:ext uri="{FF2B5EF4-FFF2-40B4-BE49-F238E27FC236}">
                <a16:creationId xmlns:a16="http://schemas.microsoft.com/office/drawing/2014/main" id="{4A6C2B4F-AC20-4B91-B1E4-CEF1D548F9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2" name="9wq3_5_tuned_ReferenceLigand_34">
            <a:extLst>
              <a:ext uri="{FF2B5EF4-FFF2-40B4-BE49-F238E27FC236}">
                <a16:creationId xmlns:a16="http://schemas.microsoft.com/office/drawing/2014/main" id="{2F5E3823-C674-44B7-AE1A-DE1D294B4D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3" name="9wq3_5_tuned_ReferenceLigand_35">
            <a:extLst>
              <a:ext uri="{FF2B5EF4-FFF2-40B4-BE49-F238E27FC236}">
                <a16:creationId xmlns:a16="http://schemas.microsoft.com/office/drawing/2014/main" id="{D3E77027-3CEB-48CF-AF3A-D7F1474BE6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4" name="9wq3_5_tuned_ReferenceLigand_36">
            <a:extLst>
              <a:ext uri="{FF2B5EF4-FFF2-40B4-BE49-F238E27FC236}">
                <a16:creationId xmlns:a16="http://schemas.microsoft.com/office/drawing/2014/main" id="{2A1AF38D-A639-4A2A-B9C7-E5D5172955F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5" name="9wq3_5_tuned_ReferenceLigand_37">
            <a:extLst>
              <a:ext uri="{FF2B5EF4-FFF2-40B4-BE49-F238E27FC236}">
                <a16:creationId xmlns:a16="http://schemas.microsoft.com/office/drawing/2014/main" id="{626B88F7-928F-4E89-9A00-ECE428BF02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6" name="9wq3_5_tuned_ReferenceLigand_38">
            <a:extLst>
              <a:ext uri="{FF2B5EF4-FFF2-40B4-BE49-F238E27FC236}">
                <a16:creationId xmlns:a16="http://schemas.microsoft.com/office/drawing/2014/main" id="{060E513C-3E1B-4E44-B615-16C2DAD3D0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7" name="9wq3_5_tuned_ReferenceLigand_39">
            <a:extLst>
              <a:ext uri="{FF2B5EF4-FFF2-40B4-BE49-F238E27FC236}">
                <a16:creationId xmlns:a16="http://schemas.microsoft.com/office/drawing/2014/main" id="{4084EF16-8AC3-4C9D-9E22-0395538CE3B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8" name="9wq3_5_tuned_ReferenceLigand_40">
            <a:extLst>
              <a:ext uri="{FF2B5EF4-FFF2-40B4-BE49-F238E27FC236}">
                <a16:creationId xmlns:a16="http://schemas.microsoft.com/office/drawing/2014/main" id="{2844050D-8F50-4DAB-A314-93BA8AA8CF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9" name="9wq3_5_tuned_ReferenceLigand_41">
            <a:extLst>
              <a:ext uri="{FF2B5EF4-FFF2-40B4-BE49-F238E27FC236}">
                <a16:creationId xmlns:a16="http://schemas.microsoft.com/office/drawing/2014/main" id="{C3EC8BC2-6BB2-4520-9E1E-540B844D65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0" name="9wq3_5_tuned_ReferenceLigand_42">
            <a:extLst>
              <a:ext uri="{FF2B5EF4-FFF2-40B4-BE49-F238E27FC236}">
                <a16:creationId xmlns:a16="http://schemas.microsoft.com/office/drawing/2014/main" id="{1919BAAF-913E-48AD-957B-3791C7D7E4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1" name="9wq3_5_tuned_ReferenceLigand_43">
            <a:extLst>
              <a:ext uri="{FF2B5EF4-FFF2-40B4-BE49-F238E27FC236}">
                <a16:creationId xmlns:a16="http://schemas.microsoft.com/office/drawing/2014/main" id="{785168F6-9803-4D94-8668-4E0B8DDF8E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2" name="9wq3_5_tuned_ReferenceLigand_44">
            <a:extLst>
              <a:ext uri="{FF2B5EF4-FFF2-40B4-BE49-F238E27FC236}">
                <a16:creationId xmlns:a16="http://schemas.microsoft.com/office/drawing/2014/main" id="{653A7093-0C78-4DC0-AD8C-A78B01A3BD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3" name="9wq3_5_tuned_ReferenceLigand_45">
            <a:extLst>
              <a:ext uri="{FF2B5EF4-FFF2-40B4-BE49-F238E27FC236}">
                <a16:creationId xmlns:a16="http://schemas.microsoft.com/office/drawing/2014/main" id="{D4518D31-9CA1-4FB7-A813-B613A467D93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4" name="9wq3_5_tuned_ReferenceLigand_46">
            <a:extLst>
              <a:ext uri="{FF2B5EF4-FFF2-40B4-BE49-F238E27FC236}">
                <a16:creationId xmlns:a16="http://schemas.microsoft.com/office/drawing/2014/main" id="{2E2A474B-3DA2-4125-84B2-EF5C655669B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5" name="9wq3_5_tuned_ReferenceLigand_47">
            <a:extLst>
              <a:ext uri="{FF2B5EF4-FFF2-40B4-BE49-F238E27FC236}">
                <a16:creationId xmlns:a16="http://schemas.microsoft.com/office/drawing/2014/main" id="{A5E0726F-87A8-45DC-AA04-8E7477650C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6" name="9wq3_5_tuned_ReferenceLigand_48">
            <a:extLst>
              <a:ext uri="{FF2B5EF4-FFF2-40B4-BE49-F238E27FC236}">
                <a16:creationId xmlns:a16="http://schemas.microsoft.com/office/drawing/2014/main" id="{2D0A2AA6-F66D-40C6-B1E0-191D4C5B20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7" name="9wq3_5_tuned_ReferenceLigand_49">
            <a:extLst>
              <a:ext uri="{FF2B5EF4-FFF2-40B4-BE49-F238E27FC236}">
                <a16:creationId xmlns:a16="http://schemas.microsoft.com/office/drawing/2014/main" id="{CEE5DA72-3F45-4C92-B663-CA5F02BF8D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8" name="9wq3_5_tuned_ReferenceLigand_50">
            <a:extLst>
              <a:ext uri="{FF2B5EF4-FFF2-40B4-BE49-F238E27FC236}">
                <a16:creationId xmlns:a16="http://schemas.microsoft.com/office/drawing/2014/main" id="{9475B663-7B72-4543-89DC-BA743D06B90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9" name="9wq3_5_tuned_PredictedLigand_0">
            <a:extLst>
              <a:ext uri="{FF2B5EF4-FFF2-40B4-BE49-F238E27FC236}">
                <a16:creationId xmlns:a16="http://schemas.microsoft.com/office/drawing/2014/main" id="{7EEC6445-4FD7-4B8A-A420-F46F371C42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0" name="9wq3_5_tuned_PredictedLigand_1">
            <a:extLst>
              <a:ext uri="{FF2B5EF4-FFF2-40B4-BE49-F238E27FC236}">
                <a16:creationId xmlns:a16="http://schemas.microsoft.com/office/drawing/2014/main" id="{2C856E87-808A-4B71-8562-A05B8C3F5F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1" name="9wq3_5_tuned_PredictedLigand_2">
            <a:extLst>
              <a:ext uri="{FF2B5EF4-FFF2-40B4-BE49-F238E27FC236}">
                <a16:creationId xmlns:a16="http://schemas.microsoft.com/office/drawing/2014/main" id="{554CE7FF-BC2A-428B-B9D4-43F201D5B84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2" name="9wq3_5_tuned_PredictedLigand_3">
            <a:extLst>
              <a:ext uri="{FF2B5EF4-FFF2-40B4-BE49-F238E27FC236}">
                <a16:creationId xmlns:a16="http://schemas.microsoft.com/office/drawing/2014/main" id="{7C81648B-9770-4539-9B2A-C6D96406DC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3" name="9wq3_5_tuned_PredictedLigand_4">
            <a:extLst>
              <a:ext uri="{FF2B5EF4-FFF2-40B4-BE49-F238E27FC236}">
                <a16:creationId xmlns:a16="http://schemas.microsoft.com/office/drawing/2014/main" id="{7D459181-BD7C-4BF8-80F4-EAB5B1409B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4" name="9wq3_5_tuned_PredictedLigand_5">
            <a:extLst>
              <a:ext uri="{FF2B5EF4-FFF2-40B4-BE49-F238E27FC236}">
                <a16:creationId xmlns:a16="http://schemas.microsoft.com/office/drawing/2014/main" id="{F815CD3B-64B1-4F7A-84D3-D10D2F65CBF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5" name="9wq3_5_tuned_PredictedLigand_6">
            <a:extLst>
              <a:ext uri="{FF2B5EF4-FFF2-40B4-BE49-F238E27FC236}">
                <a16:creationId xmlns:a16="http://schemas.microsoft.com/office/drawing/2014/main" id="{DB3D237F-0D66-4E3A-80DC-10E244DE51E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6" name="9wq3_5_tuned_PredictedLigand_7">
            <a:extLst>
              <a:ext uri="{FF2B5EF4-FFF2-40B4-BE49-F238E27FC236}">
                <a16:creationId xmlns:a16="http://schemas.microsoft.com/office/drawing/2014/main" id="{82BF4A2D-F9A4-46C7-B547-2A33311189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7" name="9wq3_5_tuned_PredictedLigand_8">
            <a:extLst>
              <a:ext uri="{FF2B5EF4-FFF2-40B4-BE49-F238E27FC236}">
                <a16:creationId xmlns:a16="http://schemas.microsoft.com/office/drawing/2014/main" id="{51D978D3-FD5C-46A9-926E-D8E0208C70D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8" name="9wq3_5_tuned_PredictedLigand_9">
            <a:extLst>
              <a:ext uri="{FF2B5EF4-FFF2-40B4-BE49-F238E27FC236}">
                <a16:creationId xmlns:a16="http://schemas.microsoft.com/office/drawing/2014/main" id="{A65AB12A-5393-4574-90E6-CE69D945AE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9" name="9wq3_5_tuned_PredictedLigand_10">
            <a:extLst>
              <a:ext uri="{FF2B5EF4-FFF2-40B4-BE49-F238E27FC236}">
                <a16:creationId xmlns:a16="http://schemas.microsoft.com/office/drawing/2014/main" id="{6CBE7780-0C7A-4E53-B481-040753BEA67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0" name="9wq3_5_tuned_PredictedLigand_11">
            <a:extLst>
              <a:ext uri="{FF2B5EF4-FFF2-40B4-BE49-F238E27FC236}">
                <a16:creationId xmlns:a16="http://schemas.microsoft.com/office/drawing/2014/main" id="{AC5E0291-B961-4898-8A5A-F83506B2CE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1" name="9wq3_5_tuned_PredictedLigand_12">
            <a:extLst>
              <a:ext uri="{FF2B5EF4-FFF2-40B4-BE49-F238E27FC236}">
                <a16:creationId xmlns:a16="http://schemas.microsoft.com/office/drawing/2014/main" id="{CA4720A9-CEB6-49FA-A88F-BEA7D0EEDC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2" name="9wq3_5_tuned_PredictedLigand_13">
            <a:extLst>
              <a:ext uri="{FF2B5EF4-FFF2-40B4-BE49-F238E27FC236}">
                <a16:creationId xmlns:a16="http://schemas.microsoft.com/office/drawing/2014/main" id="{EC90F6FF-9343-4CF8-BAFC-6D3563F3D2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3" name="9wq3_5_tuned_PredictedLigand_14">
            <a:extLst>
              <a:ext uri="{FF2B5EF4-FFF2-40B4-BE49-F238E27FC236}">
                <a16:creationId xmlns:a16="http://schemas.microsoft.com/office/drawing/2014/main" id="{421614A0-CD16-4FDE-B841-C43A36EDC9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4" name="9wq3_5_tuned_PredictedLigand_15">
            <a:extLst>
              <a:ext uri="{FF2B5EF4-FFF2-40B4-BE49-F238E27FC236}">
                <a16:creationId xmlns:a16="http://schemas.microsoft.com/office/drawing/2014/main" id="{6573B728-12D1-45CC-A89F-853BFE77DC6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5" name="9wq3_5_tuned_PredictedLigand_16">
            <a:extLst>
              <a:ext uri="{FF2B5EF4-FFF2-40B4-BE49-F238E27FC236}">
                <a16:creationId xmlns:a16="http://schemas.microsoft.com/office/drawing/2014/main" id="{96649DEC-646B-4627-A2F1-B6B60C3E96C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6" name="9wq3_5_tuned_PredictedLigand_17">
            <a:extLst>
              <a:ext uri="{FF2B5EF4-FFF2-40B4-BE49-F238E27FC236}">
                <a16:creationId xmlns:a16="http://schemas.microsoft.com/office/drawing/2014/main" id="{A868DC6F-CEB6-49BA-8FF3-42C191AFF8F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7" name="9wq3_5_tuned_PredictedLigand_18">
            <a:extLst>
              <a:ext uri="{FF2B5EF4-FFF2-40B4-BE49-F238E27FC236}">
                <a16:creationId xmlns:a16="http://schemas.microsoft.com/office/drawing/2014/main" id="{89078EE2-22AA-437A-96D0-D7C03DB6D53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8" name="9wq3_5_tuned_PredictedLigand_19">
            <a:extLst>
              <a:ext uri="{FF2B5EF4-FFF2-40B4-BE49-F238E27FC236}">
                <a16:creationId xmlns:a16="http://schemas.microsoft.com/office/drawing/2014/main" id="{CF6B47AD-C878-462B-9414-DAD7F6709F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9" name="9wq3_5_tuned_PredictedLigand_20">
            <a:extLst>
              <a:ext uri="{FF2B5EF4-FFF2-40B4-BE49-F238E27FC236}">
                <a16:creationId xmlns:a16="http://schemas.microsoft.com/office/drawing/2014/main" id="{524940CB-64A5-407C-A691-F98E4CE061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0" name="9wq3_5_tuned_PredictedLigand_21">
            <a:extLst>
              <a:ext uri="{FF2B5EF4-FFF2-40B4-BE49-F238E27FC236}">
                <a16:creationId xmlns:a16="http://schemas.microsoft.com/office/drawing/2014/main" id="{33FD8090-B96E-4A5C-AC7E-A764164FEE6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1" name="9wq3_5_tuned_PredictedLigand_22">
            <a:extLst>
              <a:ext uri="{FF2B5EF4-FFF2-40B4-BE49-F238E27FC236}">
                <a16:creationId xmlns:a16="http://schemas.microsoft.com/office/drawing/2014/main" id="{9A7A7661-E201-4824-8194-FC6E3DA744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2" name="9wq3_5_tuned_PredictedLigand_23">
            <a:extLst>
              <a:ext uri="{FF2B5EF4-FFF2-40B4-BE49-F238E27FC236}">
                <a16:creationId xmlns:a16="http://schemas.microsoft.com/office/drawing/2014/main" id="{D9D5672A-654C-48AE-B2C9-9AE7C85F9B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3" name="9wq3_5_tuned_PredictedLigand_24">
            <a:extLst>
              <a:ext uri="{FF2B5EF4-FFF2-40B4-BE49-F238E27FC236}">
                <a16:creationId xmlns:a16="http://schemas.microsoft.com/office/drawing/2014/main" id="{BC839201-2B84-4601-8229-FE8AF85F77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4" name="9wq3_5_tuned_PredictedLigand_25">
            <a:extLst>
              <a:ext uri="{FF2B5EF4-FFF2-40B4-BE49-F238E27FC236}">
                <a16:creationId xmlns:a16="http://schemas.microsoft.com/office/drawing/2014/main" id="{5FF24BB0-958D-437F-9784-E1F7095D50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5" name="9wq3_5_tuned_PredictedLigand_26">
            <a:extLst>
              <a:ext uri="{FF2B5EF4-FFF2-40B4-BE49-F238E27FC236}">
                <a16:creationId xmlns:a16="http://schemas.microsoft.com/office/drawing/2014/main" id="{7CE7DE53-C02E-4899-9357-3CD0F2E61A9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6" name="9wq3_5_tuned_PredictedLigand_27">
            <a:extLst>
              <a:ext uri="{FF2B5EF4-FFF2-40B4-BE49-F238E27FC236}">
                <a16:creationId xmlns:a16="http://schemas.microsoft.com/office/drawing/2014/main" id="{BCEB2F22-80FC-4DC5-8DC4-FCB2A5D6E5F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7" name="9wq3_5_tuned_PredictedLigand_28">
            <a:extLst>
              <a:ext uri="{FF2B5EF4-FFF2-40B4-BE49-F238E27FC236}">
                <a16:creationId xmlns:a16="http://schemas.microsoft.com/office/drawing/2014/main" id="{0B619FF4-EAB9-4A4C-8657-690B18F5F94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8" name="9wq3_5_tuned_PredictedLigand_29">
            <a:extLst>
              <a:ext uri="{FF2B5EF4-FFF2-40B4-BE49-F238E27FC236}">
                <a16:creationId xmlns:a16="http://schemas.microsoft.com/office/drawing/2014/main" id="{6491F474-9A8A-41A9-A4A0-6713966F681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9" name="9wq3_5_tuned_PredictedLigand_30">
            <a:extLst>
              <a:ext uri="{FF2B5EF4-FFF2-40B4-BE49-F238E27FC236}">
                <a16:creationId xmlns:a16="http://schemas.microsoft.com/office/drawing/2014/main" id="{B66AAF45-FB2F-4232-8E1F-CE87B54359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0" name="9wq3_5_tuned_PredictedLigand_31">
            <a:extLst>
              <a:ext uri="{FF2B5EF4-FFF2-40B4-BE49-F238E27FC236}">
                <a16:creationId xmlns:a16="http://schemas.microsoft.com/office/drawing/2014/main" id="{7152872B-E6CB-4BAA-85C3-B1032276C4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1" name="9wq3_5_tuned_PredictedLigand_32">
            <a:extLst>
              <a:ext uri="{FF2B5EF4-FFF2-40B4-BE49-F238E27FC236}">
                <a16:creationId xmlns:a16="http://schemas.microsoft.com/office/drawing/2014/main" id="{663595A5-2652-4F84-9348-F5BDB7463F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2" name="9wq3_5_tuned_PredictedLigand_33">
            <a:extLst>
              <a:ext uri="{FF2B5EF4-FFF2-40B4-BE49-F238E27FC236}">
                <a16:creationId xmlns:a16="http://schemas.microsoft.com/office/drawing/2014/main" id="{C4F153A9-B00F-4517-AC70-101E3BAFFA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3" name="9wq3_5_tuned_PredictedLigand_34">
            <a:extLst>
              <a:ext uri="{FF2B5EF4-FFF2-40B4-BE49-F238E27FC236}">
                <a16:creationId xmlns:a16="http://schemas.microsoft.com/office/drawing/2014/main" id="{C68468A6-48DD-42D7-859D-CF66720AD0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4" name="9wq3_5_tuned_PredictedLigand_35">
            <a:extLst>
              <a:ext uri="{FF2B5EF4-FFF2-40B4-BE49-F238E27FC236}">
                <a16:creationId xmlns:a16="http://schemas.microsoft.com/office/drawing/2014/main" id="{87B251E7-D2D3-4097-B5A6-5E24CCD3E7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5" name="9wq3_5_tuned_PredictedLigand_36">
            <a:extLst>
              <a:ext uri="{FF2B5EF4-FFF2-40B4-BE49-F238E27FC236}">
                <a16:creationId xmlns:a16="http://schemas.microsoft.com/office/drawing/2014/main" id="{222AE000-F030-4A2B-9A6D-08F0FCDC4A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6" name="9wq3_5_tuned_PredictedLigand_37">
            <a:extLst>
              <a:ext uri="{FF2B5EF4-FFF2-40B4-BE49-F238E27FC236}">
                <a16:creationId xmlns:a16="http://schemas.microsoft.com/office/drawing/2014/main" id="{B6F927B9-A455-4A42-B7BC-4EC85279F4B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7" name="9wq3_5_tuned_PredictedLigand_38">
            <a:extLst>
              <a:ext uri="{FF2B5EF4-FFF2-40B4-BE49-F238E27FC236}">
                <a16:creationId xmlns:a16="http://schemas.microsoft.com/office/drawing/2014/main" id="{E243E332-AAD9-4DCC-BBAE-98D796FA14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8" name="9wq3_5_tuned_PredictedLigand_39">
            <a:extLst>
              <a:ext uri="{FF2B5EF4-FFF2-40B4-BE49-F238E27FC236}">
                <a16:creationId xmlns:a16="http://schemas.microsoft.com/office/drawing/2014/main" id="{7AA6D7C5-3644-4D79-A957-AD5E02AFE9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9" name="9wq3_5_tuned_PredictedLigand_40">
            <a:extLst>
              <a:ext uri="{FF2B5EF4-FFF2-40B4-BE49-F238E27FC236}">
                <a16:creationId xmlns:a16="http://schemas.microsoft.com/office/drawing/2014/main" id="{27358739-0080-44F0-9B03-5B769B0C9E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0" name="9wq3_5_tuned_PredictedLigand_41">
            <a:extLst>
              <a:ext uri="{FF2B5EF4-FFF2-40B4-BE49-F238E27FC236}">
                <a16:creationId xmlns:a16="http://schemas.microsoft.com/office/drawing/2014/main" id="{EC7DE455-294B-4BEE-AD67-49AC4B81E9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1" name="9wq3_5_tuned_PredictedLigand_42">
            <a:extLst>
              <a:ext uri="{FF2B5EF4-FFF2-40B4-BE49-F238E27FC236}">
                <a16:creationId xmlns:a16="http://schemas.microsoft.com/office/drawing/2014/main" id="{30612CBD-EEEA-4F94-82DE-E27AB4BDC9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wq3_5_tuned_PredictedLigand_43">
            <a:extLst>
              <a:ext uri="{FF2B5EF4-FFF2-40B4-BE49-F238E27FC236}">
                <a16:creationId xmlns:a16="http://schemas.microsoft.com/office/drawing/2014/main" id="{7496FC6A-6DA6-45B4-BC5B-E632EEBC652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wq3_5_tuned_PredictedLigand_44">
            <a:extLst>
              <a:ext uri="{FF2B5EF4-FFF2-40B4-BE49-F238E27FC236}">
                <a16:creationId xmlns:a16="http://schemas.microsoft.com/office/drawing/2014/main" id="{EAF12B75-4668-4522-8A90-4389628000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wq3_5_tuned_PredictedLigand_45">
            <a:extLst>
              <a:ext uri="{FF2B5EF4-FFF2-40B4-BE49-F238E27FC236}">
                <a16:creationId xmlns:a16="http://schemas.microsoft.com/office/drawing/2014/main" id="{E7B3A67D-0C6D-4882-89EA-1B9437DE7B1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wq3_5_tuned_PredictedLigand_46">
            <a:extLst>
              <a:ext uri="{FF2B5EF4-FFF2-40B4-BE49-F238E27FC236}">
                <a16:creationId xmlns:a16="http://schemas.microsoft.com/office/drawing/2014/main" id="{D6ABFAB7-3692-4FCA-9405-ACC8D1A06A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wq3_5_tuned_PredictedLigand_47">
            <a:extLst>
              <a:ext uri="{FF2B5EF4-FFF2-40B4-BE49-F238E27FC236}">
                <a16:creationId xmlns:a16="http://schemas.microsoft.com/office/drawing/2014/main" id="{DC9C471B-F310-4D45-9762-73BB368BE7D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wq3_5_tuned_PredictedLigand_48">
            <a:extLst>
              <a:ext uri="{FF2B5EF4-FFF2-40B4-BE49-F238E27FC236}">
                <a16:creationId xmlns:a16="http://schemas.microsoft.com/office/drawing/2014/main" id="{73DF9B0B-0C87-4F3E-9320-F4031A2A8A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wq3_5_tuned_PredictedLigand_49">
            <a:extLst>
              <a:ext uri="{FF2B5EF4-FFF2-40B4-BE49-F238E27FC236}">
                <a16:creationId xmlns:a16="http://schemas.microsoft.com/office/drawing/2014/main" id="{DFF588C5-6F6E-4D49-B3DB-FB552EAB07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wq3_5_tuned_PredictedLigand_50">
            <a:extLst>
              <a:ext uri="{FF2B5EF4-FFF2-40B4-BE49-F238E27FC236}">
                <a16:creationId xmlns:a16="http://schemas.microsoft.com/office/drawing/2014/main" id="{7665C171-6F2F-46AE-941A-C2DF65B4D0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wq3_5_tuned_PredictedAtoms_0">
            <a:extLst>
              <a:ext uri="{FF2B5EF4-FFF2-40B4-BE49-F238E27FC236}">
                <a16:creationId xmlns:a16="http://schemas.microsoft.com/office/drawing/2014/main" id="{FFB9FF1D-A07B-48D5-A03C-308D10BE3D12}"/>
              </a:ext>
            </a:extLst>
          </p:cNvPr>
          <p:cNvSpPr>
            <a:spLocks noGrp="1"/>
          </p:cNvSpPr>
          <p:nvPr/>
        </p:nvSpPr>
        <p:spPr>
          <a:xfrm>
            <a:off x="4126028" y="54696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1" name="9wq3_5_tuned_PredictedAtoms_1">
            <a:extLst>
              <a:ext uri="{FF2B5EF4-FFF2-40B4-BE49-F238E27FC236}">
                <a16:creationId xmlns:a16="http://schemas.microsoft.com/office/drawing/2014/main" id="{947FFF53-EC47-4075-A604-38A51ECE1CBA}"/>
              </a:ext>
            </a:extLst>
          </p:cNvPr>
          <p:cNvSpPr>
            <a:spLocks noGrp="1"/>
          </p:cNvSpPr>
          <p:nvPr/>
        </p:nvSpPr>
        <p:spPr>
          <a:xfrm>
            <a:off x="4189135" y="53127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2" name="9wq3_5_tuned_PredictedAtoms_2">
            <a:extLst>
              <a:ext uri="{FF2B5EF4-FFF2-40B4-BE49-F238E27FC236}">
                <a16:creationId xmlns:a16="http://schemas.microsoft.com/office/drawing/2014/main" id="{C9120893-BD9F-4F6F-B84A-52292428C55F}"/>
              </a:ext>
            </a:extLst>
          </p:cNvPr>
          <p:cNvSpPr>
            <a:spLocks noGrp="1"/>
          </p:cNvSpPr>
          <p:nvPr/>
        </p:nvSpPr>
        <p:spPr>
          <a:xfrm>
            <a:off x="4109812" y="52110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3" name="9wq3_5_tuned_PredictedAtoms_3">
            <a:extLst>
              <a:ext uri="{FF2B5EF4-FFF2-40B4-BE49-F238E27FC236}">
                <a16:creationId xmlns:a16="http://schemas.microsoft.com/office/drawing/2014/main" id="{42D07366-999E-491D-B76A-2990DB070F1D}"/>
              </a:ext>
            </a:extLst>
          </p:cNvPr>
          <p:cNvSpPr>
            <a:spLocks noGrp="1"/>
          </p:cNvSpPr>
          <p:nvPr/>
        </p:nvSpPr>
        <p:spPr>
          <a:xfrm>
            <a:off x="3954685" y="5133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4" name="9wq3_5_tuned_PredictedAtoms_4">
            <a:extLst>
              <a:ext uri="{FF2B5EF4-FFF2-40B4-BE49-F238E27FC236}">
                <a16:creationId xmlns:a16="http://schemas.microsoft.com/office/drawing/2014/main" id="{6268E8AD-ED47-4BA3-9DB8-DD6A1A295918}"/>
              </a:ext>
            </a:extLst>
          </p:cNvPr>
          <p:cNvSpPr>
            <a:spLocks noGrp="1"/>
          </p:cNvSpPr>
          <p:nvPr/>
        </p:nvSpPr>
        <p:spPr>
          <a:xfrm>
            <a:off x="3960343" y="50550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5" name="9wq3_5_tuned_PredictedAtoms_5">
            <a:extLst>
              <a:ext uri="{FF2B5EF4-FFF2-40B4-BE49-F238E27FC236}">
                <a16:creationId xmlns:a16="http://schemas.microsoft.com/office/drawing/2014/main" id="{9F1B0860-70FB-407A-BBF3-536E8F729C16}"/>
              </a:ext>
            </a:extLst>
          </p:cNvPr>
          <p:cNvSpPr>
            <a:spLocks noGrp="1"/>
          </p:cNvSpPr>
          <p:nvPr/>
        </p:nvSpPr>
        <p:spPr>
          <a:xfrm>
            <a:off x="3808877" y="49989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6" name="9wq3_5_tuned_PredictedAtoms_6">
            <a:extLst>
              <a:ext uri="{FF2B5EF4-FFF2-40B4-BE49-F238E27FC236}">
                <a16:creationId xmlns:a16="http://schemas.microsoft.com/office/drawing/2014/main" id="{C4B062AE-4E42-4EC9-8CFB-3BE9DBD33BB7}"/>
              </a:ext>
            </a:extLst>
          </p:cNvPr>
          <p:cNvSpPr>
            <a:spLocks noGrp="1"/>
          </p:cNvSpPr>
          <p:nvPr/>
        </p:nvSpPr>
        <p:spPr>
          <a:xfrm>
            <a:off x="3701170" y="50418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7" name="9wq3_5_tuned_PredictedAtoms_7">
            <a:extLst>
              <a:ext uri="{FF2B5EF4-FFF2-40B4-BE49-F238E27FC236}">
                <a16:creationId xmlns:a16="http://schemas.microsoft.com/office/drawing/2014/main" id="{038175E2-8AC4-4C83-B206-F438AF6038D3}"/>
              </a:ext>
            </a:extLst>
          </p:cNvPr>
          <p:cNvSpPr>
            <a:spLocks noGrp="1"/>
          </p:cNvSpPr>
          <p:nvPr/>
        </p:nvSpPr>
        <p:spPr>
          <a:xfrm>
            <a:off x="3528628" y="50207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8" name="9wq3_5_tuned_PredictedAtoms_8">
            <a:extLst>
              <a:ext uri="{FF2B5EF4-FFF2-40B4-BE49-F238E27FC236}">
                <a16:creationId xmlns:a16="http://schemas.microsoft.com/office/drawing/2014/main" id="{0F9E1AEF-537C-4F8C-A571-FD54C2448563}"/>
              </a:ext>
            </a:extLst>
          </p:cNvPr>
          <p:cNvSpPr>
            <a:spLocks noGrp="1"/>
          </p:cNvSpPr>
          <p:nvPr/>
        </p:nvSpPr>
        <p:spPr>
          <a:xfrm>
            <a:off x="3436785" y="49270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9" name="9wq3_5_tuned_PredictedAtoms_9">
            <a:extLst>
              <a:ext uri="{FF2B5EF4-FFF2-40B4-BE49-F238E27FC236}">
                <a16:creationId xmlns:a16="http://schemas.microsoft.com/office/drawing/2014/main" id="{0787689F-C337-468F-9498-BA748EE86962}"/>
              </a:ext>
            </a:extLst>
          </p:cNvPr>
          <p:cNvSpPr>
            <a:spLocks noGrp="1"/>
          </p:cNvSpPr>
          <p:nvPr/>
        </p:nvSpPr>
        <p:spPr>
          <a:xfrm>
            <a:off x="3461301" y="5096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0" name="9wq3_5_tuned_PredictedAtoms_10">
            <a:extLst>
              <a:ext uri="{FF2B5EF4-FFF2-40B4-BE49-F238E27FC236}">
                <a16:creationId xmlns:a16="http://schemas.microsoft.com/office/drawing/2014/main" id="{9CA4AF96-B8F4-43F5-89A0-13C9D5E60AC9}"/>
              </a:ext>
            </a:extLst>
          </p:cNvPr>
          <p:cNvSpPr>
            <a:spLocks noGrp="1"/>
          </p:cNvSpPr>
          <p:nvPr/>
        </p:nvSpPr>
        <p:spPr>
          <a:xfrm>
            <a:off x="3556174" y="517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1" name="9wq3_5_tuned_PredictedAtoms_11">
            <a:extLst>
              <a:ext uri="{FF2B5EF4-FFF2-40B4-BE49-F238E27FC236}">
                <a16:creationId xmlns:a16="http://schemas.microsoft.com/office/drawing/2014/main" id="{0424892D-8897-4860-B258-4A218D39A929}"/>
              </a:ext>
            </a:extLst>
          </p:cNvPr>
          <p:cNvSpPr>
            <a:spLocks noGrp="1"/>
          </p:cNvSpPr>
          <p:nvPr/>
        </p:nvSpPr>
        <p:spPr>
          <a:xfrm>
            <a:off x="3720575" y="51907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2" name="9wq3_5_tuned_PredictedAtoms_12">
            <a:extLst>
              <a:ext uri="{FF2B5EF4-FFF2-40B4-BE49-F238E27FC236}">
                <a16:creationId xmlns:a16="http://schemas.microsoft.com/office/drawing/2014/main" id="{D9F7F8B8-C3E0-4FBB-A9F9-02BF11AB38A7}"/>
              </a:ext>
            </a:extLst>
          </p:cNvPr>
          <p:cNvSpPr>
            <a:spLocks noGrp="1"/>
          </p:cNvSpPr>
          <p:nvPr/>
        </p:nvSpPr>
        <p:spPr>
          <a:xfrm>
            <a:off x="3794377" y="51291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3" name="9wq3_5_tuned_PredictedAtoms_13">
            <a:extLst>
              <a:ext uri="{FF2B5EF4-FFF2-40B4-BE49-F238E27FC236}">
                <a16:creationId xmlns:a16="http://schemas.microsoft.com/office/drawing/2014/main" id="{ABEFD259-8BBD-4A2A-956D-0DEA4E437470}"/>
              </a:ext>
            </a:extLst>
          </p:cNvPr>
          <p:cNvSpPr>
            <a:spLocks noGrp="1"/>
          </p:cNvSpPr>
          <p:nvPr/>
        </p:nvSpPr>
        <p:spPr>
          <a:xfrm>
            <a:off x="4225961" y="50834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4" name="9wq3_5_tuned_PredictedAtoms_14">
            <a:extLst>
              <a:ext uri="{FF2B5EF4-FFF2-40B4-BE49-F238E27FC236}">
                <a16:creationId xmlns:a16="http://schemas.microsoft.com/office/drawing/2014/main" id="{E95C5BC7-60F4-4F59-B6AE-EAD361B0B8C4}"/>
              </a:ext>
            </a:extLst>
          </p:cNvPr>
          <p:cNvSpPr>
            <a:spLocks noGrp="1"/>
          </p:cNvSpPr>
          <p:nvPr/>
        </p:nvSpPr>
        <p:spPr>
          <a:xfrm>
            <a:off x="4390419" y="51345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5" name="9wq3_5_tuned_PredictedAtoms_15">
            <a:extLst>
              <a:ext uri="{FF2B5EF4-FFF2-40B4-BE49-F238E27FC236}">
                <a16:creationId xmlns:a16="http://schemas.microsoft.com/office/drawing/2014/main" id="{140827BF-AD85-4E81-86CD-9303371D2C5A}"/>
              </a:ext>
            </a:extLst>
          </p:cNvPr>
          <p:cNvSpPr>
            <a:spLocks noGrp="1"/>
          </p:cNvSpPr>
          <p:nvPr/>
        </p:nvSpPr>
        <p:spPr>
          <a:xfrm>
            <a:off x="4546298" y="5045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6" name="9wq3_5_tuned_PredictedAtoms_16">
            <a:extLst>
              <a:ext uri="{FF2B5EF4-FFF2-40B4-BE49-F238E27FC236}">
                <a16:creationId xmlns:a16="http://schemas.microsoft.com/office/drawing/2014/main" id="{E5C21B01-4701-479B-A453-EBD2ED2CE041}"/>
              </a:ext>
            </a:extLst>
          </p:cNvPr>
          <p:cNvSpPr>
            <a:spLocks noGrp="1"/>
          </p:cNvSpPr>
          <p:nvPr/>
        </p:nvSpPr>
        <p:spPr>
          <a:xfrm>
            <a:off x="4586171" y="4917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7" name="9wq3_5_tuned_PredictedAtoms_17">
            <a:extLst>
              <a:ext uri="{FF2B5EF4-FFF2-40B4-BE49-F238E27FC236}">
                <a16:creationId xmlns:a16="http://schemas.microsoft.com/office/drawing/2014/main" id="{FFD62817-DB38-4F5F-8DC1-0BC3B6B08A52}"/>
              </a:ext>
            </a:extLst>
          </p:cNvPr>
          <p:cNvSpPr>
            <a:spLocks noGrp="1"/>
          </p:cNvSpPr>
          <p:nvPr/>
        </p:nvSpPr>
        <p:spPr>
          <a:xfrm>
            <a:off x="4775460" y="48875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8" name="9wq3_5_tuned_PredictedAtoms_18">
            <a:extLst>
              <a:ext uri="{FF2B5EF4-FFF2-40B4-BE49-F238E27FC236}">
                <a16:creationId xmlns:a16="http://schemas.microsoft.com/office/drawing/2014/main" id="{BB54470B-0969-45EE-A4DE-624AD96E8EF3}"/>
              </a:ext>
            </a:extLst>
          </p:cNvPr>
          <p:cNvSpPr>
            <a:spLocks noGrp="1"/>
          </p:cNvSpPr>
          <p:nvPr/>
        </p:nvSpPr>
        <p:spPr>
          <a:xfrm>
            <a:off x="4836431" y="48715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9" name="9wq3_5_tuned_PredictedAtoms_19">
            <a:extLst>
              <a:ext uri="{FF2B5EF4-FFF2-40B4-BE49-F238E27FC236}">
                <a16:creationId xmlns:a16="http://schemas.microsoft.com/office/drawing/2014/main" id="{E109F4A2-5E66-4C40-AC27-EF60B9B39987}"/>
              </a:ext>
            </a:extLst>
          </p:cNvPr>
          <p:cNvSpPr>
            <a:spLocks noGrp="1"/>
          </p:cNvSpPr>
          <p:nvPr/>
        </p:nvSpPr>
        <p:spPr>
          <a:xfrm>
            <a:off x="4812143" y="47370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0" name="9wq3_5_tuned_PredictedAtoms_20">
            <a:extLst>
              <a:ext uri="{FF2B5EF4-FFF2-40B4-BE49-F238E27FC236}">
                <a16:creationId xmlns:a16="http://schemas.microsoft.com/office/drawing/2014/main" id="{B5A31249-93B5-440A-9E3A-AE38F5E7EDEB}"/>
              </a:ext>
            </a:extLst>
          </p:cNvPr>
          <p:cNvSpPr>
            <a:spLocks noGrp="1"/>
          </p:cNvSpPr>
          <p:nvPr/>
        </p:nvSpPr>
        <p:spPr>
          <a:xfrm>
            <a:off x="4843854" y="50340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1" name="9wq3_5_tuned_PredictedAtoms_21">
            <a:extLst>
              <a:ext uri="{FF2B5EF4-FFF2-40B4-BE49-F238E27FC236}">
                <a16:creationId xmlns:a16="http://schemas.microsoft.com/office/drawing/2014/main" id="{4CF9CC42-DC23-4EBA-A36A-4724AC2EF3F7}"/>
              </a:ext>
            </a:extLst>
          </p:cNvPr>
          <p:cNvSpPr>
            <a:spLocks noGrp="1"/>
          </p:cNvSpPr>
          <p:nvPr/>
        </p:nvSpPr>
        <p:spPr>
          <a:xfrm>
            <a:off x="4804105" y="52108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2" name="9wq3_5_tuned_PredictedAtoms_22">
            <a:extLst>
              <a:ext uri="{FF2B5EF4-FFF2-40B4-BE49-F238E27FC236}">
                <a16:creationId xmlns:a16="http://schemas.microsoft.com/office/drawing/2014/main" id="{97501F75-4D6B-4FEB-8BA0-6C1919C95EF8}"/>
              </a:ext>
            </a:extLst>
          </p:cNvPr>
          <p:cNvSpPr>
            <a:spLocks noGrp="1"/>
          </p:cNvSpPr>
          <p:nvPr/>
        </p:nvSpPr>
        <p:spPr>
          <a:xfrm>
            <a:off x="4945648" y="53265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3" name="9wq3_5_tuned_PredictedAtoms_23">
            <a:extLst>
              <a:ext uri="{FF2B5EF4-FFF2-40B4-BE49-F238E27FC236}">
                <a16:creationId xmlns:a16="http://schemas.microsoft.com/office/drawing/2014/main" id="{CC055EE7-E412-49BB-804F-E240327344FC}"/>
              </a:ext>
            </a:extLst>
          </p:cNvPr>
          <p:cNvSpPr>
            <a:spLocks noGrp="1"/>
          </p:cNvSpPr>
          <p:nvPr/>
        </p:nvSpPr>
        <p:spPr>
          <a:xfrm>
            <a:off x="5050464" y="52967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4" name="9wq3_5_tuned_PredictedAtoms_24">
            <a:extLst>
              <a:ext uri="{FF2B5EF4-FFF2-40B4-BE49-F238E27FC236}">
                <a16:creationId xmlns:a16="http://schemas.microsoft.com/office/drawing/2014/main" id="{35FCAFC6-EB58-491C-9C9F-5CE295111E54}"/>
              </a:ext>
            </a:extLst>
          </p:cNvPr>
          <p:cNvSpPr>
            <a:spLocks noGrp="1"/>
          </p:cNvSpPr>
          <p:nvPr/>
        </p:nvSpPr>
        <p:spPr>
          <a:xfrm>
            <a:off x="5035242" y="5350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5" name="9wq3_5_tuned_PredictedAtoms_25">
            <a:extLst>
              <a:ext uri="{FF2B5EF4-FFF2-40B4-BE49-F238E27FC236}">
                <a16:creationId xmlns:a16="http://schemas.microsoft.com/office/drawing/2014/main" id="{27D78C12-1C5B-4830-8997-BD6D0250A1A7}"/>
              </a:ext>
            </a:extLst>
          </p:cNvPr>
          <p:cNvSpPr>
            <a:spLocks noGrp="1"/>
          </p:cNvSpPr>
          <p:nvPr/>
        </p:nvSpPr>
        <p:spPr>
          <a:xfrm>
            <a:off x="5158655" y="52721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6" name="9wq3_5_tuned_PredictedAtoms_26">
            <a:extLst>
              <a:ext uri="{FF2B5EF4-FFF2-40B4-BE49-F238E27FC236}">
                <a16:creationId xmlns:a16="http://schemas.microsoft.com/office/drawing/2014/main" id="{D5741A34-4894-4EC5-B760-B9D6651B71FD}"/>
              </a:ext>
            </a:extLst>
          </p:cNvPr>
          <p:cNvSpPr>
            <a:spLocks noGrp="1"/>
          </p:cNvSpPr>
          <p:nvPr/>
        </p:nvSpPr>
        <p:spPr>
          <a:xfrm>
            <a:off x="5250302" y="5175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7" name="9wq3_5_tuned_PredictedAtoms_27">
            <a:extLst>
              <a:ext uri="{FF2B5EF4-FFF2-40B4-BE49-F238E27FC236}">
                <a16:creationId xmlns:a16="http://schemas.microsoft.com/office/drawing/2014/main" id="{5DD3D1A5-897F-4707-82D4-8BEA678E5FF8}"/>
              </a:ext>
            </a:extLst>
          </p:cNvPr>
          <p:cNvSpPr>
            <a:spLocks noGrp="1"/>
          </p:cNvSpPr>
          <p:nvPr/>
        </p:nvSpPr>
        <p:spPr>
          <a:xfrm>
            <a:off x="5390033" y="5066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8" name="9wq3_5_tuned_PredictedAtoms_28">
            <a:extLst>
              <a:ext uri="{FF2B5EF4-FFF2-40B4-BE49-F238E27FC236}">
                <a16:creationId xmlns:a16="http://schemas.microsoft.com/office/drawing/2014/main" id="{EACA9818-A220-4182-A453-B50E2B60B9B8}"/>
              </a:ext>
            </a:extLst>
          </p:cNvPr>
          <p:cNvSpPr>
            <a:spLocks noGrp="1"/>
          </p:cNvSpPr>
          <p:nvPr/>
        </p:nvSpPr>
        <p:spPr>
          <a:xfrm>
            <a:off x="5453215" y="50394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9" name="9wq3_5_tuned_PredictedAtoms_29">
            <a:extLst>
              <a:ext uri="{FF2B5EF4-FFF2-40B4-BE49-F238E27FC236}">
                <a16:creationId xmlns:a16="http://schemas.microsoft.com/office/drawing/2014/main" id="{C7CEA5DF-A36E-44D2-A06B-9F041FDE5E82}"/>
              </a:ext>
            </a:extLst>
          </p:cNvPr>
          <p:cNvSpPr>
            <a:spLocks noGrp="1"/>
          </p:cNvSpPr>
          <p:nvPr/>
        </p:nvSpPr>
        <p:spPr>
          <a:xfrm>
            <a:off x="5446907" y="49956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wq3_5_tuned_PredictedAtoms_30">
            <a:extLst>
              <a:ext uri="{FF2B5EF4-FFF2-40B4-BE49-F238E27FC236}">
                <a16:creationId xmlns:a16="http://schemas.microsoft.com/office/drawing/2014/main" id="{7D48C97F-1EA5-4B1D-9E1E-1552AE585256}"/>
              </a:ext>
            </a:extLst>
          </p:cNvPr>
          <p:cNvSpPr>
            <a:spLocks noGrp="1"/>
          </p:cNvSpPr>
          <p:nvPr/>
        </p:nvSpPr>
        <p:spPr>
          <a:xfrm>
            <a:off x="5385617" y="50241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wq3_5_tuned_PredictedAtoms_31">
            <a:extLst>
              <a:ext uri="{FF2B5EF4-FFF2-40B4-BE49-F238E27FC236}">
                <a16:creationId xmlns:a16="http://schemas.microsoft.com/office/drawing/2014/main" id="{C1B70287-39BB-407F-9CCC-4CC212E40950}"/>
              </a:ext>
            </a:extLst>
          </p:cNvPr>
          <p:cNvSpPr>
            <a:spLocks noGrp="1"/>
          </p:cNvSpPr>
          <p:nvPr/>
        </p:nvSpPr>
        <p:spPr>
          <a:xfrm>
            <a:off x="5458404" y="4958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wq3_5_tuned_PredictedAtoms_32">
            <a:extLst>
              <a:ext uri="{FF2B5EF4-FFF2-40B4-BE49-F238E27FC236}">
                <a16:creationId xmlns:a16="http://schemas.microsoft.com/office/drawing/2014/main" id="{E60C4A6E-2660-417D-B940-4CC97FD69E68}"/>
              </a:ext>
            </a:extLst>
          </p:cNvPr>
          <p:cNvSpPr>
            <a:spLocks noGrp="1"/>
          </p:cNvSpPr>
          <p:nvPr/>
        </p:nvSpPr>
        <p:spPr>
          <a:xfrm>
            <a:off x="5252314" y="51239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wq3_5_tuned_PredictedAtoms_33">
            <a:extLst>
              <a:ext uri="{FF2B5EF4-FFF2-40B4-BE49-F238E27FC236}">
                <a16:creationId xmlns:a16="http://schemas.microsoft.com/office/drawing/2014/main" id="{12796A27-8FA6-4FD8-98FA-44DA081435B1}"/>
              </a:ext>
            </a:extLst>
          </p:cNvPr>
          <p:cNvSpPr>
            <a:spLocks noGrp="1"/>
          </p:cNvSpPr>
          <p:nvPr/>
        </p:nvSpPr>
        <p:spPr>
          <a:xfrm>
            <a:off x="5184037" y="51975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wq3_5_tuned_PredictedAtoms_34">
            <a:extLst>
              <a:ext uri="{FF2B5EF4-FFF2-40B4-BE49-F238E27FC236}">
                <a16:creationId xmlns:a16="http://schemas.microsoft.com/office/drawing/2014/main" id="{CE11D2F3-69BF-42F4-887A-5FEC0BAE709E}"/>
              </a:ext>
            </a:extLst>
          </p:cNvPr>
          <p:cNvSpPr>
            <a:spLocks noGrp="1"/>
          </p:cNvSpPr>
          <p:nvPr/>
        </p:nvSpPr>
        <p:spPr>
          <a:xfrm>
            <a:off x="4866387" y="54822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wq3_5_tuned_PredictedAtoms_35">
            <a:extLst>
              <a:ext uri="{FF2B5EF4-FFF2-40B4-BE49-F238E27FC236}">
                <a16:creationId xmlns:a16="http://schemas.microsoft.com/office/drawing/2014/main" id="{B030A605-185D-4B41-8DE9-AC6A42467FA3}"/>
              </a:ext>
            </a:extLst>
          </p:cNvPr>
          <p:cNvSpPr>
            <a:spLocks noGrp="1"/>
          </p:cNvSpPr>
          <p:nvPr/>
        </p:nvSpPr>
        <p:spPr>
          <a:xfrm>
            <a:off x="4728712" y="547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wq3_5_tuned_PredictedAtoms_36">
            <a:extLst>
              <a:ext uri="{FF2B5EF4-FFF2-40B4-BE49-F238E27FC236}">
                <a16:creationId xmlns:a16="http://schemas.microsoft.com/office/drawing/2014/main" id="{7646E6B4-CBE9-4CB2-9AC9-75062FBC7B68}"/>
              </a:ext>
            </a:extLst>
          </p:cNvPr>
          <p:cNvSpPr>
            <a:spLocks noGrp="1"/>
          </p:cNvSpPr>
          <p:nvPr/>
        </p:nvSpPr>
        <p:spPr>
          <a:xfrm>
            <a:off x="4587070" y="55797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wq3_5_tuned_PredictedAtoms_37">
            <a:extLst>
              <a:ext uri="{FF2B5EF4-FFF2-40B4-BE49-F238E27FC236}">
                <a16:creationId xmlns:a16="http://schemas.microsoft.com/office/drawing/2014/main" id="{E91078C8-83FA-4E20-9559-BAD6A38142D1}"/>
              </a:ext>
            </a:extLst>
          </p:cNvPr>
          <p:cNvSpPr>
            <a:spLocks noGrp="1"/>
          </p:cNvSpPr>
          <p:nvPr/>
        </p:nvSpPr>
        <p:spPr>
          <a:xfrm>
            <a:off x="4625150" y="56465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wq3_5_tuned_PredictedAtoms_38">
            <a:extLst>
              <a:ext uri="{FF2B5EF4-FFF2-40B4-BE49-F238E27FC236}">
                <a16:creationId xmlns:a16="http://schemas.microsoft.com/office/drawing/2014/main" id="{81DC2B35-AE8C-4531-AF16-3E209316590B}"/>
              </a:ext>
            </a:extLst>
          </p:cNvPr>
          <p:cNvSpPr>
            <a:spLocks noGrp="1"/>
          </p:cNvSpPr>
          <p:nvPr/>
        </p:nvSpPr>
        <p:spPr>
          <a:xfrm>
            <a:off x="4515597" y="55771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wq3_5_tuned_PredictedAtoms_39">
            <a:extLst>
              <a:ext uri="{FF2B5EF4-FFF2-40B4-BE49-F238E27FC236}">
                <a16:creationId xmlns:a16="http://schemas.microsoft.com/office/drawing/2014/main" id="{6DF9DC6A-9E6D-497C-8B98-AA8D5686F500}"/>
              </a:ext>
            </a:extLst>
          </p:cNvPr>
          <p:cNvSpPr>
            <a:spLocks noGrp="1"/>
          </p:cNvSpPr>
          <p:nvPr/>
        </p:nvSpPr>
        <p:spPr>
          <a:xfrm>
            <a:off x="4602748" y="55569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wq3_5_tuned_PredictedAtoms_41">
            <a:extLst>
              <a:ext uri="{FF2B5EF4-FFF2-40B4-BE49-F238E27FC236}">
                <a16:creationId xmlns:a16="http://schemas.microsoft.com/office/drawing/2014/main" id="{401B7946-0C23-4F1B-A912-CF7CD8BAEBF4}"/>
              </a:ext>
            </a:extLst>
          </p:cNvPr>
          <p:cNvSpPr>
            <a:spLocks noGrp="1"/>
          </p:cNvSpPr>
          <p:nvPr/>
        </p:nvSpPr>
        <p:spPr>
          <a:xfrm>
            <a:off x="4448212" y="5406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wq3_5_tuned_PredictedAtoms_42">
            <a:extLst>
              <a:ext uri="{FF2B5EF4-FFF2-40B4-BE49-F238E27FC236}">
                <a16:creationId xmlns:a16="http://schemas.microsoft.com/office/drawing/2014/main" id="{E0607DA6-E67A-4D3F-BEC3-D8A93DAD2DBA}"/>
              </a:ext>
            </a:extLst>
          </p:cNvPr>
          <p:cNvSpPr>
            <a:spLocks noGrp="1"/>
          </p:cNvSpPr>
          <p:nvPr/>
        </p:nvSpPr>
        <p:spPr>
          <a:xfrm>
            <a:off x="4369707" y="5281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wq3_5_tuned_PredictedAtoms_43">
            <a:extLst>
              <a:ext uri="{FF2B5EF4-FFF2-40B4-BE49-F238E27FC236}">
                <a16:creationId xmlns:a16="http://schemas.microsoft.com/office/drawing/2014/main" id="{A82153BA-D5D8-4912-BE68-0FEC13D5186F}"/>
              </a:ext>
            </a:extLst>
          </p:cNvPr>
          <p:cNvSpPr>
            <a:spLocks noGrp="1"/>
          </p:cNvSpPr>
          <p:nvPr/>
        </p:nvSpPr>
        <p:spPr>
          <a:xfrm>
            <a:off x="4685381" y="5293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wq3_5_tuned_PredictedAtoms_44">
            <a:extLst>
              <a:ext uri="{FF2B5EF4-FFF2-40B4-BE49-F238E27FC236}">
                <a16:creationId xmlns:a16="http://schemas.microsoft.com/office/drawing/2014/main" id="{BF5895DA-8158-4214-BE06-239D3D5AE7E0}"/>
              </a:ext>
            </a:extLst>
          </p:cNvPr>
          <p:cNvSpPr>
            <a:spLocks noGrp="1"/>
          </p:cNvSpPr>
          <p:nvPr/>
        </p:nvSpPr>
        <p:spPr>
          <a:xfrm>
            <a:off x="4695669" y="5242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stage3-cases-clash_27">
            <a:extLst>
              <a:ext uri="{FF2B5EF4-FFF2-40B4-BE49-F238E27FC236}">
                <a16:creationId xmlns:a16="http://schemas.microsoft.com/office/drawing/2014/main" id="{90B0BB24-D3D2-48D6-A80B-89B74EF7B305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1205" name="9wq3_5_build_Receptor">
            <a:extLst>
              <a:ext uri="{FF2B5EF4-FFF2-40B4-BE49-F238E27FC236}">
                <a16:creationId xmlns:a16="http://schemas.microsoft.com/office/drawing/2014/main" id="{142D0FD2-E98E-4D12-9351-13C43A285B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06" name="9wq3_5_build_ExperimentalDensity">
            <a:extLst>
              <a:ext uri="{FF2B5EF4-FFF2-40B4-BE49-F238E27FC236}">
                <a16:creationId xmlns:a16="http://schemas.microsoft.com/office/drawing/2014/main" id="{02E44A1F-7381-442C-B72B-B70ADA8C57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07" name="9wq3_5_build_ReferenceLigand_0">
            <a:extLst>
              <a:ext uri="{FF2B5EF4-FFF2-40B4-BE49-F238E27FC236}">
                <a16:creationId xmlns:a16="http://schemas.microsoft.com/office/drawing/2014/main" id="{DEAC8D77-4C3C-44AE-A9EF-BE79ED1FD9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8" name="9wq3_5_build_ReferenceLigand_1">
            <a:extLst>
              <a:ext uri="{FF2B5EF4-FFF2-40B4-BE49-F238E27FC236}">
                <a16:creationId xmlns:a16="http://schemas.microsoft.com/office/drawing/2014/main" id="{F3541EFC-8A65-4146-A3C6-F5DCCFD37C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9" name="9wq3_5_build_ReferenceLigand_2">
            <a:extLst>
              <a:ext uri="{FF2B5EF4-FFF2-40B4-BE49-F238E27FC236}">
                <a16:creationId xmlns:a16="http://schemas.microsoft.com/office/drawing/2014/main" id="{0CD6C00F-3062-4E44-B8F2-1B849D6878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0" name="9wq3_5_build_ReferenceLigand_3">
            <a:extLst>
              <a:ext uri="{FF2B5EF4-FFF2-40B4-BE49-F238E27FC236}">
                <a16:creationId xmlns:a16="http://schemas.microsoft.com/office/drawing/2014/main" id="{9CACC966-27A9-4F77-9344-52FA635D40D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1" name="9wq3_5_build_ReferenceLigand_4">
            <a:extLst>
              <a:ext uri="{FF2B5EF4-FFF2-40B4-BE49-F238E27FC236}">
                <a16:creationId xmlns:a16="http://schemas.microsoft.com/office/drawing/2014/main" id="{7DC07975-6350-4AC0-819E-0932BA1FD82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2" name="9wq3_5_build_ReferenceLigand_5">
            <a:extLst>
              <a:ext uri="{FF2B5EF4-FFF2-40B4-BE49-F238E27FC236}">
                <a16:creationId xmlns:a16="http://schemas.microsoft.com/office/drawing/2014/main" id="{032BC04A-8C2D-400E-B555-13E46E1466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3" name="9wq3_5_build_ReferenceLigand_6">
            <a:extLst>
              <a:ext uri="{FF2B5EF4-FFF2-40B4-BE49-F238E27FC236}">
                <a16:creationId xmlns:a16="http://schemas.microsoft.com/office/drawing/2014/main" id="{868A23AF-7D57-49AE-9AB1-92B71445563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4" name="9wq3_5_build_ReferenceLigand_7">
            <a:extLst>
              <a:ext uri="{FF2B5EF4-FFF2-40B4-BE49-F238E27FC236}">
                <a16:creationId xmlns:a16="http://schemas.microsoft.com/office/drawing/2014/main" id="{189D26A8-862C-4187-A47B-4133B05DB1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5" name="9wq3_5_build_ReferenceLigand_8">
            <a:extLst>
              <a:ext uri="{FF2B5EF4-FFF2-40B4-BE49-F238E27FC236}">
                <a16:creationId xmlns:a16="http://schemas.microsoft.com/office/drawing/2014/main" id="{25066305-0588-45BD-B378-CD3FC3488D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6" name="9wq3_5_build_ReferenceLigand_9">
            <a:extLst>
              <a:ext uri="{FF2B5EF4-FFF2-40B4-BE49-F238E27FC236}">
                <a16:creationId xmlns:a16="http://schemas.microsoft.com/office/drawing/2014/main" id="{A52ED178-450D-4777-9C46-3D2F625458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7" name="9wq3_5_build_ReferenceLigand_10">
            <a:extLst>
              <a:ext uri="{FF2B5EF4-FFF2-40B4-BE49-F238E27FC236}">
                <a16:creationId xmlns:a16="http://schemas.microsoft.com/office/drawing/2014/main" id="{E1D73352-3A2D-41FA-94C2-5EEF51D2741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8" name="9wq3_5_build_ReferenceLigand_11">
            <a:extLst>
              <a:ext uri="{FF2B5EF4-FFF2-40B4-BE49-F238E27FC236}">
                <a16:creationId xmlns:a16="http://schemas.microsoft.com/office/drawing/2014/main" id="{A1677F14-8241-466B-BF15-8F938C4BAD1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9" name="9wq3_5_build_ReferenceLigand_12">
            <a:extLst>
              <a:ext uri="{FF2B5EF4-FFF2-40B4-BE49-F238E27FC236}">
                <a16:creationId xmlns:a16="http://schemas.microsoft.com/office/drawing/2014/main" id="{8AAD7A9B-3038-4B53-8DE8-FE82D6B815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0" name="9wq3_5_build_ReferenceLigand_13">
            <a:extLst>
              <a:ext uri="{FF2B5EF4-FFF2-40B4-BE49-F238E27FC236}">
                <a16:creationId xmlns:a16="http://schemas.microsoft.com/office/drawing/2014/main" id="{4E418827-7F03-4E56-94FD-0B509C5050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1" name="9wq3_5_build_ReferenceLigand_14">
            <a:extLst>
              <a:ext uri="{FF2B5EF4-FFF2-40B4-BE49-F238E27FC236}">
                <a16:creationId xmlns:a16="http://schemas.microsoft.com/office/drawing/2014/main" id="{4BE2FB71-351F-47E4-8099-A650773D7C0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2" name="9wq3_5_build_ReferenceLigand_15">
            <a:extLst>
              <a:ext uri="{FF2B5EF4-FFF2-40B4-BE49-F238E27FC236}">
                <a16:creationId xmlns:a16="http://schemas.microsoft.com/office/drawing/2014/main" id="{1141D156-35D1-4A63-B0A3-62502C63C5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3" name="9wq3_5_build_ReferenceLigand_16">
            <a:extLst>
              <a:ext uri="{FF2B5EF4-FFF2-40B4-BE49-F238E27FC236}">
                <a16:creationId xmlns:a16="http://schemas.microsoft.com/office/drawing/2014/main" id="{E069F284-F64D-439C-B256-0B231C597B6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4" name="9wq3_5_build_ReferenceLigand_17">
            <a:extLst>
              <a:ext uri="{FF2B5EF4-FFF2-40B4-BE49-F238E27FC236}">
                <a16:creationId xmlns:a16="http://schemas.microsoft.com/office/drawing/2014/main" id="{65883FD1-C229-4433-8527-B264B21676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5" name="9wq3_5_build_ReferenceLigand_18">
            <a:extLst>
              <a:ext uri="{FF2B5EF4-FFF2-40B4-BE49-F238E27FC236}">
                <a16:creationId xmlns:a16="http://schemas.microsoft.com/office/drawing/2014/main" id="{603C5502-35DF-437B-9EF1-A79A364D3B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6" name="9wq3_5_build_ReferenceLigand_19">
            <a:extLst>
              <a:ext uri="{FF2B5EF4-FFF2-40B4-BE49-F238E27FC236}">
                <a16:creationId xmlns:a16="http://schemas.microsoft.com/office/drawing/2014/main" id="{A2DB6D96-A230-4A03-9C91-3E06367D53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7" name="9wq3_5_build_ReferenceLigand_20">
            <a:extLst>
              <a:ext uri="{FF2B5EF4-FFF2-40B4-BE49-F238E27FC236}">
                <a16:creationId xmlns:a16="http://schemas.microsoft.com/office/drawing/2014/main" id="{B9A468F2-F5F5-4E78-9D8E-65B241D22C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8" name="9wq3_5_build_ReferenceLigand_21">
            <a:extLst>
              <a:ext uri="{FF2B5EF4-FFF2-40B4-BE49-F238E27FC236}">
                <a16:creationId xmlns:a16="http://schemas.microsoft.com/office/drawing/2014/main" id="{A9AE0A8D-0051-40F1-8F57-BAB76FF247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wq3_5_build_ReferenceLigand_22">
            <a:extLst>
              <a:ext uri="{FF2B5EF4-FFF2-40B4-BE49-F238E27FC236}">
                <a16:creationId xmlns:a16="http://schemas.microsoft.com/office/drawing/2014/main" id="{7E3A389B-9FA7-402D-85F9-7E96B9BF21E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wq3_5_build_ReferenceLigand_23">
            <a:extLst>
              <a:ext uri="{FF2B5EF4-FFF2-40B4-BE49-F238E27FC236}">
                <a16:creationId xmlns:a16="http://schemas.microsoft.com/office/drawing/2014/main" id="{7E6D6A09-9918-4C9A-8E82-53F6C47C63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wq3_5_build_ReferenceLigand_24">
            <a:extLst>
              <a:ext uri="{FF2B5EF4-FFF2-40B4-BE49-F238E27FC236}">
                <a16:creationId xmlns:a16="http://schemas.microsoft.com/office/drawing/2014/main" id="{9A8A71C2-B842-4157-87A4-ED6F45A39C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wq3_5_build_ReferenceLigand_25">
            <a:extLst>
              <a:ext uri="{FF2B5EF4-FFF2-40B4-BE49-F238E27FC236}">
                <a16:creationId xmlns:a16="http://schemas.microsoft.com/office/drawing/2014/main" id="{1649E322-5C16-4279-951C-BD0C228559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wq3_5_build_ReferenceLigand_26">
            <a:extLst>
              <a:ext uri="{FF2B5EF4-FFF2-40B4-BE49-F238E27FC236}">
                <a16:creationId xmlns:a16="http://schemas.microsoft.com/office/drawing/2014/main" id="{F027E4C8-6AC2-4113-B3BB-CA6147037E8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wq3_5_build_ReferenceLigand_27">
            <a:extLst>
              <a:ext uri="{FF2B5EF4-FFF2-40B4-BE49-F238E27FC236}">
                <a16:creationId xmlns:a16="http://schemas.microsoft.com/office/drawing/2014/main" id="{891B4137-CB1A-41F8-94EF-07938649939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wq3_5_build_ReferenceLigand_28">
            <a:extLst>
              <a:ext uri="{FF2B5EF4-FFF2-40B4-BE49-F238E27FC236}">
                <a16:creationId xmlns:a16="http://schemas.microsoft.com/office/drawing/2014/main" id="{9826473B-EB40-4172-9E5E-4B4FB466FC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wq3_5_build_ReferenceLigand_29">
            <a:extLst>
              <a:ext uri="{FF2B5EF4-FFF2-40B4-BE49-F238E27FC236}">
                <a16:creationId xmlns:a16="http://schemas.microsoft.com/office/drawing/2014/main" id="{8EE27F40-177C-42D9-8895-74CC3674681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wq3_5_build_ReferenceLigand_30">
            <a:extLst>
              <a:ext uri="{FF2B5EF4-FFF2-40B4-BE49-F238E27FC236}">
                <a16:creationId xmlns:a16="http://schemas.microsoft.com/office/drawing/2014/main" id="{E8BEAE1E-5504-47BF-AF47-7C014FCE75C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wq3_5_build_ReferenceLigand_31">
            <a:extLst>
              <a:ext uri="{FF2B5EF4-FFF2-40B4-BE49-F238E27FC236}">
                <a16:creationId xmlns:a16="http://schemas.microsoft.com/office/drawing/2014/main" id="{8422D03B-C89A-4D49-A55C-AF0F3F4259C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wq3_5_build_ReferenceLigand_32">
            <a:extLst>
              <a:ext uri="{FF2B5EF4-FFF2-40B4-BE49-F238E27FC236}">
                <a16:creationId xmlns:a16="http://schemas.microsoft.com/office/drawing/2014/main" id="{40A92BD2-6269-4A18-944A-95B6C2FBD6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wq3_5_build_ReferenceLigand_33">
            <a:extLst>
              <a:ext uri="{FF2B5EF4-FFF2-40B4-BE49-F238E27FC236}">
                <a16:creationId xmlns:a16="http://schemas.microsoft.com/office/drawing/2014/main" id="{863F04AC-EF74-433E-899B-756ADF5EC2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wq3_5_build_ReferenceLigand_34">
            <a:extLst>
              <a:ext uri="{FF2B5EF4-FFF2-40B4-BE49-F238E27FC236}">
                <a16:creationId xmlns:a16="http://schemas.microsoft.com/office/drawing/2014/main" id="{2D06799D-9F46-4395-8BB6-EFA04CABF95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wq3_5_build_ReferenceLigand_35">
            <a:extLst>
              <a:ext uri="{FF2B5EF4-FFF2-40B4-BE49-F238E27FC236}">
                <a16:creationId xmlns:a16="http://schemas.microsoft.com/office/drawing/2014/main" id="{5FD82610-3752-41B2-97A0-9D17919AB63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wq3_5_build_ReferenceLigand_36">
            <a:extLst>
              <a:ext uri="{FF2B5EF4-FFF2-40B4-BE49-F238E27FC236}">
                <a16:creationId xmlns:a16="http://schemas.microsoft.com/office/drawing/2014/main" id="{23F88D7E-0F82-45ED-B42E-DE927CFF88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wq3_5_build_ReferenceLigand_37">
            <a:extLst>
              <a:ext uri="{FF2B5EF4-FFF2-40B4-BE49-F238E27FC236}">
                <a16:creationId xmlns:a16="http://schemas.microsoft.com/office/drawing/2014/main" id="{CD81141E-07FE-45BD-AF49-1E5C85C3FE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wq3_5_build_ReferenceLigand_38">
            <a:extLst>
              <a:ext uri="{FF2B5EF4-FFF2-40B4-BE49-F238E27FC236}">
                <a16:creationId xmlns:a16="http://schemas.microsoft.com/office/drawing/2014/main" id="{AD58ABE3-6429-4CA5-9457-7CF1A913D2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wq3_5_build_ReferenceLigand_39">
            <a:extLst>
              <a:ext uri="{FF2B5EF4-FFF2-40B4-BE49-F238E27FC236}">
                <a16:creationId xmlns:a16="http://schemas.microsoft.com/office/drawing/2014/main" id="{72536E81-6DD9-4A4F-A4E2-CF81ABD2F4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wq3_5_build_ReferenceLigand_40">
            <a:extLst>
              <a:ext uri="{FF2B5EF4-FFF2-40B4-BE49-F238E27FC236}">
                <a16:creationId xmlns:a16="http://schemas.microsoft.com/office/drawing/2014/main" id="{1F531158-4C90-42B9-B979-3170B8B2857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wq3_5_build_ReferenceLigand_41">
            <a:extLst>
              <a:ext uri="{FF2B5EF4-FFF2-40B4-BE49-F238E27FC236}">
                <a16:creationId xmlns:a16="http://schemas.microsoft.com/office/drawing/2014/main" id="{E10C44D7-CB7A-4BA3-87AC-57B23E27C86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wq3_5_build_ReferenceLigand_42">
            <a:extLst>
              <a:ext uri="{FF2B5EF4-FFF2-40B4-BE49-F238E27FC236}">
                <a16:creationId xmlns:a16="http://schemas.microsoft.com/office/drawing/2014/main" id="{D3C195DC-A496-4273-8555-F754961F98C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wq3_5_build_ReferenceLigand_43">
            <a:extLst>
              <a:ext uri="{FF2B5EF4-FFF2-40B4-BE49-F238E27FC236}">
                <a16:creationId xmlns:a16="http://schemas.microsoft.com/office/drawing/2014/main" id="{666DA020-5C4A-4EED-B4CA-DDEE9F0B92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wq3_5_build_ReferenceLigand_44">
            <a:extLst>
              <a:ext uri="{FF2B5EF4-FFF2-40B4-BE49-F238E27FC236}">
                <a16:creationId xmlns:a16="http://schemas.microsoft.com/office/drawing/2014/main" id="{0DF54DFA-EC6D-4199-B89A-3AEE59F21C4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wq3_5_build_ReferenceLigand_45">
            <a:extLst>
              <a:ext uri="{FF2B5EF4-FFF2-40B4-BE49-F238E27FC236}">
                <a16:creationId xmlns:a16="http://schemas.microsoft.com/office/drawing/2014/main" id="{E2081C95-E1A7-47A9-8805-3CCC53F811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wq3_5_build_ReferenceLigand_46">
            <a:extLst>
              <a:ext uri="{FF2B5EF4-FFF2-40B4-BE49-F238E27FC236}">
                <a16:creationId xmlns:a16="http://schemas.microsoft.com/office/drawing/2014/main" id="{599ED75A-2641-4519-A856-440A6A09D9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wq3_5_build_ReferenceLigand_47">
            <a:extLst>
              <a:ext uri="{FF2B5EF4-FFF2-40B4-BE49-F238E27FC236}">
                <a16:creationId xmlns:a16="http://schemas.microsoft.com/office/drawing/2014/main" id="{F3895059-E011-4215-9AAC-AC91E3EEE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wq3_5_build_ReferenceLigand_48">
            <a:extLst>
              <a:ext uri="{FF2B5EF4-FFF2-40B4-BE49-F238E27FC236}">
                <a16:creationId xmlns:a16="http://schemas.microsoft.com/office/drawing/2014/main" id="{A374FF03-8E08-4EFB-BDC9-656062EC8D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wq3_5_build_ReferenceLigand_49">
            <a:extLst>
              <a:ext uri="{FF2B5EF4-FFF2-40B4-BE49-F238E27FC236}">
                <a16:creationId xmlns:a16="http://schemas.microsoft.com/office/drawing/2014/main" id="{6EEB8D91-AEE8-4980-9F14-A5BFDD997F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wq3_5_build_ReferenceLigand_50">
            <a:extLst>
              <a:ext uri="{FF2B5EF4-FFF2-40B4-BE49-F238E27FC236}">
                <a16:creationId xmlns:a16="http://schemas.microsoft.com/office/drawing/2014/main" id="{A33725F2-51F0-48D3-8001-FFFB2C6DF62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wq3_5_build_PredictedLigand_0">
            <a:extLst>
              <a:ext uri="{FF2B5EF4-FFF2-40B4-BE49-F238E27FC236}">
                <a16:creationId xmlns:a16="http://schemas.microsoft.com/office/drawing/2014/main" id="{3E69C20B-AC69-4430-BDBB-D963412497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59" name="9wq3_5_build_PredictedLigand_1">
            <a:extLst>
              <a:ext uri="{FF2B5EF4-FFF2-40B4-BE49-F238E27FC236}">
                <a16:creationId xmlns:a16="http://schemas.microsoft.com/office/drawing/2014/main" id="{74CA631A-C9BA-4794-8078-2B00CFDEB4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0" name="9wq3_5_build_PredictedLigand_2">
            <a:extLst>
              <a:ext uri="{FF2B5EF4-FFF2-40B4-BE49-F238E27FC236}">
                <a16:creationId xmlns:a16="http://schemas.microsoft.com/office/drawing/2014/main" id="{8EBFE552-BD99-47FD-8BCC-F78B43A712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1" name="9wq3_5_build_PredictedLigand_3">
            <a:extLst>
              <a:ext uri="{FF2B5EF4-FFF2-40B4-BE49-F238E27FC236}">
                <a16:creationId xmlns:a16="http://schemas.microsoft.com/office/drawing/2014/main" id="{938FF74F-87AB-4982-9A33-A7DE39924F0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2" name="9wq3_5_build_PredictedLigand_4">
            <a:extLst>
              <a:ext uri="{FF2B5EF4-FFF2-40B4-BE49-F238E27FC236}">
                <a16:creationId xmlns:a16="http://schemas.microsoft.com/office/drawing/2014/main" id="{94909642-E4B2-4F8B-BF6D-2AA7AC10700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3" name="9wq3_5_build_PredictedLigand_5">
            <a:extLst>
              <a:ext uri="{FF2B5EF4-FFF2-40B4-BE49-F238E27FC236}">
                <a16:creationId xmlns:a16="http://schemas.microsoft.com/office/drawing/2014/main" id="{79D0030F-CA7C-40C2-9BB8-1F768792BB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4" name="9wq3_5_build_PredictedLigand_6">
            <a:extLst>
              <a:ext uri="{FF2B5EF4-FFF2-40B4-BE49-F238E27FC236}">
                <a16:creationId xmlns:a16="http://schemas.microsoft.com/office/drawing/2014/main" id="{9617CA20-768B-49C4-91C1-74D3992839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5" name="9wq3_5_build_PredictedLigand_7">
            <a:extLst>
              <a:ext uri="{FF2B5EF4-FFF2-40B4-BE49-F238E27FC236}">
                <a16:creationId xmlns:a16="http://schemas.microsoft.com/office/drawing/2014/main" id="{F9083E7C-60FE-45AE-9B24-E047E064BC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6" name="9wq3_5_build_PredictedLigand_8">
            <a:extLst>
              <a:ext uri="{FF2B5EF4-FFF2-40B4-BE49-F238E27FC236}">
                <a16:creationId xmlns:a16="http://schemas.microsoft.com/office/drawing/2014/main" id="{51339AEA-0609-42BD-9E7A-E1BA8C39086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wq3_5_build_PredictedLigand_9">
            <a:extLst>
              <a:ext uri="{FF2B5EF4-FFF2-40B4-BE49-F238E27FC236}">
                <a16:creationId xmlns:a16="http://schemas.microsoft.com/office/drawing/2014/main" id="{7B948E17-D3BD-4357-8FE9-F7E651B722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wq3_5_build_PredictedLigand_10">
            <a:extLst>
              <a:ext uri="{FF2B5EF4-FFF2-40B4-BE49-F238E27FC236}">
                <a16:creationId xmlns:a16="http://schemas.microsoft.com/office/drawing/2014/main" id="{47E1456E-8E68-4082-A3E0-86B19625F75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wq3_5_build_PredictedLigand_11">
            <a:extLst>
              <a:ext uri="{FF2B5EF4-FFF2-40B4-BE49-F238E27FC236}">
                <a16:creationId xmlns:a16="http://schemas.microsoft.com/office/drawing/2014/main" id="{70742D75-FD2B-4B07-99E7-06CF0DAB43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wq3_5_build_PredictedLigand_12">
            <a:extLst>
              <a:ext uri="{FF2B5EF4-FFF2-40B4-BE49-F238E27FC236}">
                <a16:creationId xmlns:a16="http://schemas.microsoft.com/office/drawing/2014/main" id="{B4D9C728-18AA-4AC3-8549-DA0BEAF795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wq3_5_build_PredictedLigand_13">
            <a:extLst>
              <a:ext uri="{FF2B5EF4-FFF2-40B4-BE49-F238E27FC236}">
                <a16:creationId xmlns:a16="http://schemas.microsoft.com/office/drawing/2014/main" id="{69400CA2-2A48-4150-B8C5-3527B7E414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wq3_5_build_PredictedLigand_14">
            <a:extLst>
              <a:ext uri="{FF2B5EF4-FFF2-40B4-BE49-F238E27FC236}">
                <a16:creationId xmlns:a16="http://schemas.microsoft.com/office/drawing/2014/main" id="{05F65B64-F677-4470-9ED6-4924D45A4C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wq3_5_build_PredictedLigand_15">
            <a:extLst>
              <a:ext uri="{FF2B5EF4-FFF2-40B4-BE49-F238E27FC236}">
                <a16:creationId xmlns:a16="http://schemas.microsoft.com/office/drawing/2014/main" id="{81431423-7E36-478B-8C6C-76BBC9A3703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wq3_5_build_PredictedLigand_16">
            <a:extLst>
              <a:ext uri="{FF2B5EF4-FFF2-40B4-BE49-F238E27FC236}">
                <a16:creationId xmlns:a16="http://schemas.microsoft.com/office/drawing/2014/main" id="{3B5323C7-5EB8-44F5-9572-0833856CB1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wq3_5_build_PredictedLigand_17">
            <a:extLst>
              <a:ext uri="{FF2B5EF4-FFF2-40B4-BE49-F238E27FC236}">
                <a16:creationId xmlns:a16="http://schemas.microsoft.com/office/drawing/2014/main" id="{3B0E7FB1-A371-4A92-B136-F7852490451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wq3_5_build_PredictedLigand_18">
            <a:extLst>
              <a:ext uri="{FF2B5EF4-FFF2-40B4-BE49-F238E27FC236}">
                <a16:creationId xmlns:a16="http://schemas.microsoft.com/office/drawing/2014/main" id="{07F53E2D-B26A-41DA-8EDF-9DC797167CE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wq3_5_build_PredictedLigand_19">
            <a:extLst>
              <a:ext uri="{FF2B5EF4-FFF2-40B4-BE49-F238E27FC236}">
                <a16:creationId xmlns:a16="http://schemas.microsoft.com/office/drawing/2014/main" id="{E871323F-E4A1-4DC0-9B13-265878BB266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wq3_5_build_PredictedLigand_20">
            <a:extLst>
              <a:ext uri="{FF2B5EF4-FFF2-40B4-BE49-F238E27FC236}">
                <a16:creationId xmlns:a16="http://schemas.microsoft.com/office/drawing/2014/main" id="{834A207A-800D-46F1-BE83-1AD704F756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wq3_5_build_PredictedLigand_21">
            <a:extLst>
              <a:ext uri="{FF2B5EF4-FFF2-40B4-BE49-F238E27FC236}">
                <a16:creationId xmlns:a16="http://schemas.microsoft.com/office/drawing/2014/main" id="{5497A238-5CB4-49B0-965D-6BF5C8018C2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wq3_5_build_PredictedLigand_22">
            <a:extLst>
              <a:ext uri="{FF2B5EF4-FFF2-40B4-BE49-F238E27FC236}">
                <a16:creationId xmlns:a16="http://schemas.microsoft.com/office/drawing/2014/main" id="{9220CBBE-5773-4861-A468-4A254345C44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wq3_5_build_PredictedLigand_23">
            <a:extLst>
              <a:ext uri="{FF2B5EF4-FFF2-40B4-BE49-F238E27FC236}">
                <a16:creationId xmlns:a16="http://schemas.microsoft.com/office/drawing/2014/main" id="{88B2482C-8FC3-4EB3-B04F-E3C48DC427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wq3_5_build_PredictedLigand_24">
            <a:extLst>
              <a:ext uri="{FF2B5EF4-FFF2-40B4-BE49-F238E27FC236}">
                <a16:creationId xmlns:a16="http://schemas.microsoft.com/office/drawing/2014/main" id="{88DA9E3F-BA8E-4BEB-8DBE-75CD325CC37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wq3_5_build_PredictedLigand_25">
            <a:extLst>
              <a:ext uri="{FF2B5EF4-FFF2-40B4-BE49-F238E27FC236}">
                <a16:creationId xmlns:a16="http://schemas.microsoft.com/office/drawing/2014/main" id="{D23FC3B4-9213-4095-9DB1-536B692B7C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wq3_5_build_PredictedLigand_26">
            <a:extLst>
              <a:ext uri="{FF2B5EF4-FFF2-40B4-BE49-F238E27FC236}">
                <a16:creationId xmlns:a16="http://schemas.microsoft.com/office/drawing/2014/main" id="{E675C588-477E-4596-9284-CB0D8CB29D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wq3_5_build_PredictedLigand_27">
            <a:extLst>
              <a:ext uri="{FF2B5EF4-FFF2-40B4-BE49-F238E27FC236}">
                <a16:creationId xmlns:a16="http://schemas.microsoft.com/office/drawing/2014/main" id="{42F14B75-9B4B-40E4-8725-54C48C9610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wq3_5_build_PredictedLigand_28">
            <a:extLst>
              <a:ext uri="{FF2B5EF4-FFF2-40B4-BE49-F238E27FC236}">
                <a16:creationId xmlns:a16="http://schemas.microsoft.com/office/drawing/2014/main" id="{CC532002-C005-4A4A-8FEA-599530C0F8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wq3_5_build_PredictedLigand_29">
            <a:extLst>
              <a:ext uri="{FF2B5EF4-FFF2-40B4-BE49-F238E27FC236}">
                <a16:creationId xmlns:a16="http://schemas.microsoft.com/office/drawing/2014/main" id="{E53F25FF-3940-467A-A552-C0689808098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wq3_5_build_PredictedLigand_30">
            <a:extLst>
              <a:ext uri="{FF2B5EF4-FFF2-40B4-BE49-F238E27FC236}">
                <a16:creationId xmlns:a16="http://schemas.microsoft.com/office/drawing/2014/main" id="{1A7EAD99-874E-4A00-B42A-05898F3D126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wq3_5_build_PredictedLigand_31">
            <a:extLst>
              <a:ext uri="{FF2B5EF4-FFF2-40B4-BE49-F238E27FC236}">
                <a16:creationId xmlns:a16="http://schemas.microsoft.com/office/drawing/2014/main" id="{8FD12218-8BFA-4D58-95C7-FA50135774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wq3_5_build_PredictedLigand_32">
            <a:extLst>
              <a:ext uri="{FF2B5EF4-FFF2-40B4-BE49-F238E27FC236}">
                <a16:creationId xmlns:a16="http://schemas.microsoft.com/office/drawing/2014/main" id="{60E6E362-B4A5-40C0-A1E9-95A692C2DC0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wq3_5_build_PredictedLigand_33">
            <a:extLst>
              <a:ext uri="{FF2B5EF4-FFF2-40B4-BE49-F238E27FC236}">
                <a16:creationId xmlns:a16="http://schemas.microsoft.com/office/drawing/2014/main" id="{9A8454F7-300A-41AF-AB71-1B58982B5F9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wq3_5_build_PredictedLigand_34">
            <a:extLst>
              <a:ext uri="{FF2B5EF4-FFF2-40B4-BE49-F238E27FC236}">
                <a16:creationId xmlns:a16="http://schemas.microsoft.com/office/drawing/2014/main" id="{B453450D-C8F1-4573-82B7-8D74656E78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wq3_5_build_PredictedLigand_35">
            <a:extLst>
              <a:ext uri="{FF2B5EF4-FFF2-40B4-BE49-F238E27FC236}">
                <a16:creationId xmlns:a16="http://schemas.microsoft.com/office/drawing/2014/main" id="{AB1F1B33-2251-40C6-9F2C-397BA124073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4" name="9wq3_5_build_PredictedLigand_36">
            <a:extLst>
              <a:ext uri="{FF2B5EF4-FFF2-40B4-BE49-F238E27FC236}">
                <a16:creationId xmlns:a16="http://schemas.microsoft.com/office/drawing/2014/main" id="{9D42D6CF-DFD1-420A-BCF8-0F1E72DDD04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5" name="9wq3_5_build_PredictedLigand_37">
            <a:extLst>
              <a:ext uri="{FF2B5EF4-FFF2-40B4-BE49-F238E27FC236}">
                <a16:creationId xmlns:a16="http://schemas.microsoft.com/office/drawing/2014/main" id="{383C3055-B222-49DE-B157-B6EA106227E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6" name="9wq3_5_build_PredictedLigand_38">
            <a:extLst>
              <a:ext uri="{FF2B5EF4-FFF2-40B4-BE49-F238E27FC236}">
                <a16:creationId xmlns:a16="http://schemas.microsoft.com/office/drawing/2014/main" id="{116DE1CB-89B5-43C4-B0E0-64D2B3A1975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7" name="9wq3_5_build_PredictedLigand_39">
            <a:extLst>
              <a:ext uri="{FF2B5EF4-FFF2-40B4-BE49-F238E27FC236}">
                <a16:creationId xmlns:a16="http://schemas.microsoft.com/office/drawing/2014/main" id="{FE958A6E-54EF-4BC6-A5B0-049B0D3712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8" name="9wq3_5_build_PredictedLigand_40">
            <a:extLst>
              <a:ext uri="{FF2B5EF4-FFF2-40B4-BE49-F238E27FC236}">
                <a16:creationId xmlns:a16="http://schemas.microsoft.com/office/drawing/2014/main" id="{518D52A9-2283-447C-B11B-2F7F7DA3FE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9" name="9wq3_5_build_PredictedLigand_41">
            <a:extLst>
              <a:ext uri="{FF2B5EF4-FFF2-40B4-BE49-F238E27FC236}">
                <a16:creationId xmlns:a16="http://schemas.microsoft.com/office/drawing/2014/main" id="{254C39A8-6D61-4648-A4EA-A8D68647A9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0" name="9wq3_5_build_PredictedLigand_42">
            <a:extLst>
              <a:ext uri="{FF2B5EF4-FFF2-40B4-BE49-F238E27FC236}">
                <a16:creationId xmlns:a16="http://schemas.microsoft.com/office/drawing/2014/main" id="{5F20C59B-12D2-44BB-9257-5983B79948F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1" name="9wq3_5_build_PredictedLigand_43">
            <a:extLst>
              <a:ext uri="{FF2B5EF4-FFF2-40B4-BE49-F238E27FC236}">
                <a16:creationId xmlns:a16="http://schemas.microsoft.com/office/drawing/2014/main" id="{09321878-04B4-4D02-ACC4-A66A700EEB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2" name="9wq3_5_build_PredictedLigand_44">
            <a:extLst>
              <a:ext uri="{FF2B5EF4-FFF2-40B4-BE49-F238E27FC236}">
                <a16:creationId xmlns:a16="http://schemas.microsoft.com/office/drawing/2014/main" id="{25D8AB51-3AA8-477D-AB5B-935CE2F3DA8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3" name="9wq3_5_build_PredictedLigand_45">
            <a:extLst>
              <a:ext uri="{FF2B5EF4-FFF2-40B4-BE49-F238E27FC236}">
                <a16:creationId xmlns:a16="http://schemas.microsoft.com/office/drawing/2014/main" id="{A5FFB102-5CAA-41C8-90FC-0AB8CE75528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4" name="9wq3_5_build_PredictedLigand_46">
            <a:extLst>
              <a:ext uri="{FF2B5EF4-FFF2-40B4-BE49-F238E27FC236}">
                <a16:creationId xmlns:a16="http://schemas.microsoft.com/office/drawing/2014/main" id="{58689D13-2C6B-493D-8ADA-25914AEBD2C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5" name="9wq3_5_build_PredictedLigand_47">
            <a:extLst>
              <a:ext uri="{FF2B5EF4-FFF2-40B4-BE49-F238E27FC236}">
                <a16:creationId xmlns:a16="http://schemas.microsoft.com/office/drawing/2014/main" id="{CBA5D8F8-3C8E-4205-A54F-E21ABCA310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6" name="9wq3_5_build_PredictedLigand_48">
            <a:extLst>
              <a:ext uri="{FF2B5EF4-FFF2-40B4-BE49-F238E27FC236}">
                <a16:creationId xmlns:a16="http://schemas.microsoft.com/office/drawing/2014/main" id="{498ACDC9-460D-438B-8143-58CF2F27FBE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7" name="9wq3_5_build_PredictedAtoms_0">
            <a:extLst>
              <a:ext uri="{FF2B5EF4-FFF2-40B4-BE49-F238E27FC236}">
                <a16:creationId xmlns:a16="http://schemas.microsoft.com/office/drawing/2014/main" id="{B0F76967-9219-402F-808B-26574C363B80}"/>
              </a:ext>
            </a:extLst>
          </p:cNvPr>
          <p:cNvSpPr>
            <a:spLocks noGrp="1"/>
          </p:cNvSpPr>
          <p:nvPr/>
        </p:nvSpPr>
        <p:spPr>
          <a:xfrm>
            <a:off x="7992669" y="5667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wq3_5_build_PredictedAtoms_1">
            <a:extLst>
              <a:ext uri="{FF2B5EF4-FFF2-40B4-BE49-F238E27FC236}">
                <a16:creationId xmlns:a16="http://schemas.microsoft.com/office/drawing/2014/main" id="{2D8F87E6-BBC1-44CC-865F-46003A065EA1}"/>
              </a:ext>
            </a:extLst>
          </p:cNvPr>
          <p:cNvSpPr>
            <a:spLocks noGrp="1"/>
          </p:cNvSpPr>
          <p:nvPr/>
        </p:nvSpPr>
        <p:spPr>
          <a:xfrm>
            <a:off x="7962135" y="5526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wq3_5_build_PredictedAtoms_2">
            <a:extLst>
              <a:ext uri="{FF2B5EF4-FFF2-40B4-BE49-F238E27FC236}">
                <a16:creationId xmlns:a16="http://schemas.microsoft.com/office/drawing/2014/main" id="{E0B7D982-F32D-41E4-89B3-17A2D24CE6C4}"/>
              </a:ext>
            </a:extLst>
          </p:cNvPr>
          <p:cNvSpPr>
            <a:spLocks noGrp="1"/>
          </p:cNvSpPr>
          <p:nvPr/>
        </p:nvSpPr>
        <p:spPr>
          <a:xfrm>
            <a:off x="8082910" y="54194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wq3_5_build_PredictedAtoms_3">
            <a:extLst>
              <a:ext uri="{FF2B5EF4-FFF2-40B4-BE49-F238E27FC236}">
                <a16:creationId xmlns:a16="http://schemas.microsoft.com/office/drawing/2014/main" id="{8AE5B9EA-F7E0-4F92-9A5E-9932B0D77EFF}"/>
              </a:ext>
            </a:extLst>
          </p:cNvPr>
          <p:cNvSpPr>
            <a:spLocks noGrp="1"/>
          </p:cNvSpPr>
          <p:nvPr/>
        </p:nvSpPr>
        <p:spPr>
          <a:xfrm>
            <a:off x="8167420" y="53635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wq3_5_build_PredictedAtoms_4">
            <a:extLst>
              <a:ext uri="{FF2B5EF4-FFF2-40B4-BE49-F238E27FC236}">
                <a16:creationId xmlns:a16="http://schemas.microsoft.com/office/drawing/2014/main" id="{CC6533FF-CC99-4A91-ACB9-6194E91ED2D0}"/>
              </a:ext>
            </a:extLst>
          </p:cNvPr>
          <p:cNvSpPr>
            <a:spLocks noGrp="1"/>
          </p:cNvSpPr>
          <p:nvPr/>
        </p:nvSpPr>
        <p:spPr>
          <a:xfrm>
            <a:off x="8154875" y="50319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wq3_5_build_PredictedAtoms_5">
            <a:extLst>
              <a:ext uri="{FF2B5EF4-FFF2-40B4-BE49-F238E27FC236}">
                <a16:creationId xmlns:a16="http://schemas.microsoft.com/office/drawing/2014/main" id="{B640CF04-718F-4A7B-BEDA-64B01A216B24}"/>
              </a:ext>
            </a:extLst>
          </p:cNvPr>
          <p:cNvSpPr>
            <a:spLocks noGrp="1"/>
          </p:cNvSpPr>
          <p:nvPr/>
        </p:nvSpPr>
        <p:spPr>
          <a:xfrm>
            <a:off x="8230707" y="49467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wq3_5_build_PredictedAtoms_6">
            <a:extLst>
              <a:ext uri="{FF2B5EF4-FFF2-40B4-BE49-F238E27FC236}">
                <a16:creationId xmlns:a16="http://schemas.microsoft.com/office/drawing/2014/main" id="{13906E4D-C108-4624-8564-88D3B90E7C09}"/>
              </a:ext>
            </a:extLst>
          </p:cNvPr>
          <p:cNvSpPr>
            <a:spLocks noGrp="1"/>
          </p:cNvSpPr>
          <p:nvPr/>
        </p:nvSpPr>
        <p:spPr>
          <a:xfrm>
            <a:off x="8315570" y="49289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wq3_5_build_PredictedAtoms_7">
            <a:extLst>
              <a:ext uri="{FF2B5EF4-FFF2-40B4-BE49-F238E27FC236}">
                <a16:creationId xmlns:a16="http://schemas.microsoft.com/office/drawing/2014/main" id="{E69E404E-D9E6-417E-84B7-67C58B2E41AF}"/>
              </a:ext>
            </a:extLst>
          </p:cNvPr>
          <p:cNvSpPr>
            <a:spLocks noGrp="1"/>
          </p:cNvSpPr>
          <p:nvPr/>
        </p:nvSpPr>
        <p:spPr>
          <a:xfrm>
            <a:off x="8517918" y="492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wq3_5_build_PredictedAtoms_8">
            <a:extLst>
              <a:ext uri="{FF2B5EF4-FFF2-40B4-BE49-F238E27FC236}">
                <a16:creationId xmlns:a16="http://schemas.microsoft.com/office/drawing/2014/main" id="{ADBABDBD-C126-46E7-9BF3-366E620E4B46}"/>
              </a:ext>
            </a:extLst>
          </p:cNvPr>
          <p:cNvSpPr>
            <a:spLocks noGrp="1"/>
          </p:cNvSpPr>
          <p:nvPr/>
        </p:nvSpPr>
        <p:spPr>
          <a:xfrm>
            <a:off x="8522130" y="4806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wq3_5_build_PredictedAtoms_9">
            <a:extLst>
              <a:ext uri="{FF2B5EF4-FFF2-40B4-BE49-F238E27FC236}">
                <a16:creationId xmlns:a16="http://schemas.microsoft.com/office/drawing/2014/main" id="{FC14B853-7488-4D11-9C56-4A1357362DB5}"/>
              </a:ext>
            </a:extLst>
          </p:cNvPr>
          <p:cNvSpPr>
            <a:spLocks noGrp="1"/>
          </p:cNvSpPr>
          <p:nvPr/>
        </p:nvSpPr>
        <p:spPr>
          <a:xfrm>
            <a:off x="8312524" y="49281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wq3_5_build_PredictedAtoms_10">
            <a:extLst>
              <a:ext uri="{FF2B5EF4-FFF2-40B4-BE49-F238E27FC236}">
                <a16:creationId xmlns:a16="http://schemas.microsoft.com/office/drawing/2014/main" id="{9C1B33C2-93A2-412B-86D6-0BF5E889BB28}"/>
              </a:ext>
            </a:extLst>
          </p:cNvPr>
          <p:cNvSpPr>
            <a:spLocks noGrp="1"/>
          </p:cNvSpPr>
          <p:nvPr/>
        </p:nvSpPr>
        <p:spPr>
          <a:xfrm>
            <a:off x="8328300" y="50844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wq3_5_build_PredictedAtoms_11">
            <a:extLst>
              <a:ext uri="{FF2B5EF4-FFF2-40B4-BE49-F238E27FC236}">
                <a16:creationId xmlns:a16="http://schemas.microsoft.com/office/drawing/2014/main" id="{EA069CA0-C6FC-4C21-B413-E8434374397F}"/>
              </a:ext>
            </a:extLst>
          </p:cNvPr>
          <p:cNvSpPr>
            <a:spLocks noGrp="1"/>
          </p:cNvSpPr>
          <p:nvPr/>
        </p:nvSpPr>
        <p:spPr>
          <a:xfrm>
            <a:off x="8227626" y="51909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wq3_5_build_PredictedAtoms_12">
            <a:extLst>
              <a:ext uri="{FF2B5EF4-FFF2-40B4-BE49-F238E27FC236}">
                <a16:creationId xmlns:a16="http://schemas.microsoft.com/office/drawing/2014/main" id="{FFEFD78F-3716-402E-832A-7CB8DB01AFF2}"/>
              </a:ext>
            </a:extLst>
          </p:cNvPr>
          <p:cNvSpPr>
            <a:spLocks noGrp="1"/>
          </p:cNvSpPr>
          <p:nvPr/>
        </p:nvSpPr>
        <p:spPr>
          <a:xfrm>
            <a:off x="8218205" y="5055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wq3_5_build_PredictedAtoms_13">
            <a:extLst>
              <a:ext uri="{FF2B5EF4-FFF2-40B4-BE49-F238E27FC236}">
                <a16:creationId xmlns:a16="http://schemas.microsoft.com/office/drawing/2014/main" id="{820026AD-BB3D-45A7-8EB6-401E4D84ABDD}"/>
              </a:ext>
            </a:extLst>
          </p:cNvPr>
          <p:cNvSpPr>
            <a:spLocks noGrp="1"/>
          </p:cNvSpPr>
          <p:nvPr/>
        </p:nvSpPr>
        <p:spPr>
          <a:xfrm>
            <a:off x="8005328" y="52967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wq3_5_build_PredictedAtoms_14">
            <a:extLst>
              <a:ext uri="{FF2B5EF4-FFF2-40B4-BE49-F238E27FC236}">
                <a16:creationId xmlns:a16="http://schemas.microsoft.com/office/drawing/2014/main" id="{3B961A8D-4428-4008-ABC5-22935E904A27}"/>
              </a:ext>
            </a:extLst>
          </p:cNvPr>
          <p:cNvSpPr>
            <a:spLocks noGrp="1"/>
          </p:cNvSpPr>
          <p:nvPr/>
        </p:nvSpPr>
        <p:spPr>
          <a:xfrm>
            <a:off x="7844543" y="5338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wq3_5_build_PredictedAtoms_15">
            <a:extLst>
              <a:ext uri="{FF2B5EF4-FFF2-40B4-BE49-F238E27FC236}">
                <a16:creationId xmlns:a16="http://schemas.microsoft.com/office/drawing/2014/main" id="{F9C5822A-4CC5-4E81-8F9F-EF7C6DB05E68}"/>
              </a:ext>
            </a:extLst>
          </p:cNvPr>
          <p:cNvSpPr>
            <a:spLocks noGrp="1"/>
          </p:cNvSpPr>
          <p:nvPr/>
        </p:nvSpPr>
        <p:spPr>
          <a:xfrm>
            <a:off x="7712461" y="51833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wq3_5_build_PredictedAtoms_16">
            <a:extLst>
              <a:ext uri="{FF2B5EF4-FFF2-40B4-BE49-F238E27FC236}">
                <a16:creationId xmlns:a16="http://schemas.microsoft.com/office/drawing/2014/main" id="{B97D6150-AA1D-4E9A-A819-38042A14895D}"/>
              </a:ext>
            </a:extLst>
          </p:cNvPr>
          <p:cNvSpPr>
            <a:spLocks noGrp="1"/>
          </p:cNvSpPr>
          <p:nvPr/>
        </p:nvSpPr>
        <p:spPr>
          <a:xfrm>
            <a:off x="7698403" y="5116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wq3_5_build_PredictedAtoms_17">
            <a:extLst>
              <a:ext uri="{FF2B5EF4-FFF2-40B4-BE49-F238E27FC236}">
                <a16:creationId xmlns:a16="http://schemas.microsoft.com/office/drawing/2014/main" id="{0B06F08C-FA67-4149-8589-2ECFDA182255}"/>
              </a:ext>
            </a:extLst>
          </p:cNvPr>
          <p:cNvSpPr>
            <a:spLocks noGrp="1"/>
          </p:cNvSpPr>
          <p:nvPr/>
        </p:nvSpPr>
        <p:spPr>
          <a:xfrm>
            <a:off x="7541847" y="49838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wq3_5_build_PredictedAtoms_18">
            <a:extLst>
              <a:ext uri="{FF2B5EF4-FFF2-40B4-BE49-F238E27FC236}">
                <a16:creationId xmlns:a16="http://schemas.microsoft.com/office/drawing/2014/main" id="{576E454B-3186-407B-AE9C-18F0997DD8B8}"/>
              </a:ext>
            </a:extLst>
          </p:cNvPr>
          <p:cNvSpPr>
            <a:spLocks noGrp="1"/>
          </p:cNvSpPr>
          <p:nvPr/>
        </p:nvSpPr>
        <p:spPr>
          <a:xfrm>
            <a:off x="7514887" y="4916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wq3_5_build_PredictedAtoms_19">
            <a:extLst>
              <a:ext uri="{FF2B5EF4-FFF2-40B4-BE49-F238E27FC236}">
                <a16:creationId xmlns:a16="http://schemas.microsoft.com/office/drawing/2014/main" id="{C06D63A7-581D-4AE5-87D4-75DAC58E8C3B}"/>
              </a:ext>
            </a:extLst>
          </p:cNvPr>
          <p:cNvSpPr>
            <a:spLocks noGrp="1"/>
          </p:cNvSpPr>
          <p:nvPr/>
        </p:nvSpPr>
        <p:spPr>
          <a:xfrm>
            <a:off x="7537565" y="48937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wq3_5_build_PredictedAtoms_20">
            <a:extLst>
              <a:ext uri="{FF2B5EF4-FFF2-40B4-BE49-F238E27FC236}">
                <a16:creationId xmlns:a16="http://schemas.microsoft.com/office/drawing/2014/main" id="{F94222C3-376A-4463-A387-59C81CFFF974}"/>
              </a:ext>
            </a:extLst>
          </p:cNvPr>
          <p:cNvSpPr>
            <a:spLocks noGrp="1"/>
          </p:cNvSpPr>
          <p:nvPr/>
        </p:nvSpPr>
        <p:spPr>
          <a:xfrm>
            <a:off x="7426451" y="51236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wq3_5_build_PredictedAtoms_21">
            <a:extLst>
              <a:ext uri="{FF2B5EF4-FFF2-40B4-BE49-F238E27FC236}">
                <a16:creationId xmlns:a16="http://schemas.microsoft.com/office/drawing/2014/main" id="{FE501C59-9A5B-48F9-9AD4-730ADF813743}"/>
              </a:ext>
            </a:extLst>
          </p:cNvPr>
          <p:cNvSpPr>
            <a:spLocks noGrp="1"/>
          </p:cNvSpPr>
          <p:nvPr/>
        </p:nvSpPr>
        <p:spPr>
          <a:xfrm>
            <a:off x="7298708" y="51917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wq3_5_build_PredictedAtoms_22">
            <a:extLst>
              <a:ext uri="{FF2B5EF4-FFF2-40B4-BE49-F238E27FC236}">
                <a16:creationId xmlns:a16="http://schemas.microsoft.com/office/drawing/2014/main" id="{67022339-089F-4D8F-A55E-2A043360A4B6}"/>
              </a:ext>
            </a:extLst>
          </p:cNvPr>
          <p:cNvSpPr>
            <a:spLocks noGrp="1"/>
          </p:cNvSpPr>
          <p:nvPr/>
        </p:nvSpPr>
        <p:spPr>
          <a:xfrm>
            <a:off x="7144359" y="52045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0" name="9wq3_5_build_PredictedAtoms_23">
            <a:extLst>
              <a:ext uri="{FF2B5EF4-FFF2-40B4-BE49-F238E27FC236}">
                <a16:creationId xmlns:a16="http://schemas.microsoft.com/office/drawing/2014/main" id="{A31A3B41-0A3A-430D-A550-F94FF65A2623}"/>
              </a:ext>
            </a:extLst>
          </p:cNvPr>
          <p:cNvSpPr>
            <a:spLocks noGrp="1"/>
          </p:cNvSpPr>
          <p:nvPr/>
        </p:nvSpPr>
        <p:spPr>
          <a:xfrm>
            <a:off x="7092237" y="5082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1" name="9wq3_5_build_PredictedAtoms_24">
            <a:extLst>
              <a:ext uri="{FF2B5EF4-FFF2-40B4-BE49-F238E27FC236}">
                <a16:creationId xmlns:a16="http://schemas.microsoft.com/office/drawing/2014/main" id="{16E8495E-CB50-46D9-A76A-61732AD1C837}"/>
              </a:ext>
            </a:extLst>
          </p:cNvPr>
          <p:cNvSpPr>
            <a:spLocks noGrp="1"/>
          </p:cNvSpPr>
          <p:nvPr/>
        </p:nvSpPr>
        <p:spPr>
          <a:xfrm>
            <a:off x="7023046" y="52955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2" name="9wq3_5_build_PredictedAtoms_25">
            <a:extLst>
              <a:ext uri="{FF2B5EF4-FFF2-40B4-BE49-F238E27FC236}">
                <a16:creationId xmlns:a16="http://schemas.microsoft.com/office/drawing/2014/main" id="{666960D3-7065-48C0-8E2C-6D1F66551BB5}"/>
              </a:ext>
            </a:extLst>
          </p:cNvPr>
          <p:cNvSpPr>
            <a:spLocks noGrp="1"/>
          </p:cNvSpPr>
          <p:nvPr/>
        </p:nvSpPr>
        <p:spPr>
          <a:xfrm>
            <a:off x="6912818" y="51550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3" name="9wq3_5_build_PredictedAtoms_26">
            <a:extLst>
              <a:ext uri="{FF2B5EF4-FFF2-40B4-BE49-F238E27FC236}">
                <a16:creationId xmlns:a16="http://schemas.microsoft.com/office/drawing/2014/main" id="{2201BF77-3996-4945-800F-56EAC6028E94}"/>
              </a:ext>
            </a:extLst>
          </p:cNvPr>
          <p:cNvSpPr>
            <a:spLocks noGrp="1"/>
          </p:cNvSpPr>
          <p:nvPr/>
        </p:nvSpPr>
        <p:spPr>
          <a:xfrm>
            <a:off x="6767876" y="5030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4" name="9wq3_5_build_PredictedAtoms_27">
            <a:extLst>
              <a:ext uri="{FF2B5EF4-FFF2-40B4-BE49-F238E27FC236}">
                <a16:creationId xmlns:a16="http://schemas.microsoft.com/office/drawing/2014/main" id="{D0DF5235-6D08-4459-A950-58C5761BA2A0}"/>
              </a:ext>
            </a:extLst>
          </p:cNvPr>
          <p:cNvSpPr>
            <a:spLocks noGrp="1"/>
          </p:cNvSpPr>
          <p:nvPr/>
        </p:nvSpPr>
        <p:spPr>
          <a:xfrm>
            <a:off x="6608525" y="48580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5" name="9wq3_5_build_PredictedAtoms_28">
            <a:extLst>
              <a:ext uri="{FF2B5EF4-FFF2-40B4-BE49-F238E27FC236}">
                <a16:creationId xmlns:a16="http://schemas.microsoft.com/office/drawing/2014/main" id="{CF4D8A99-BA1D-4260-AE82-ECBCC1D15695}"/>
              </a:ext>
            </a:extLst>
          </p:cNvPr>
          <p:cNvSpPr>
            <a:spLocks noGrp="1"/>
          </p:cNvSpPr>
          <p:nvPr/>
        </p:nvSpPr>
        <p:spPr>
          <a:xfrm>
            <a:off x="6661370" y="48671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6" name="9wq3_5_build_PredictedAtoms_29">
            <a:extLst>
              <a:ext uri="{FF2B5EF4-FFF2-40B4-BE49-F238E27FC236}">
                <a16:creationId xmlns:a16="http://schemas.microsoft.com/office/drawing/2014/main" id="{C5CE902C-A7B1-4A76-BB99-B5C7021F08F7}"/>
              </a:ext>
            </a:extLst>
          </p:cNvPr>
          <p:cNvSpPr>
            <a:spLocks noGrp="1"/>
          </p:cNvSpPr>
          <p:nvPr/>
        </p:nvSpPr>
        <p:spPr>
          <a:xfrm>
            <a:off x="6657589" y="51840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7" name="9wq3_5_build_PredictedAtoms_30">
            <a:extLst>
              <a:ext uri="{FF2B5EF4-FFF2-40B4-BE49-F238E27FC236}">
                <a16:creationId xmlns:a16="http://schemas.microsoft.com/office/drawing/2014/main" id="{856ED97A-70C0-45A0-97D8-F991F6954D27}"/>
              </a:ext>
            </a:extLst>
          </p:cNvPr>
          <p:cNvSpPr>
            <a:spLocks noGrp="1"/>
          </p:cNvSpPr>
          <p:nvPr/>
        </p:nvSpPr>
        <p:spPr>
          <a:xfrm>
            <a:off x="6644400" y="519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8" name="9wq3_5_build_PredictedAtoms_31">
            <a:extLst>
              <a:ext uri="{FF2B5EF4-FFF2-40B4-BE49-F238E27FC236}">
                <a16:creationId xmlns:a16="http://schemas.microsoft.com/office/drawing/2014/main" id="{4167A357-A4F7-42BA-80F5-70F82BEEAEE7}"/>
              </a:ext>
            </a:extLst>
          </p:cNvPr>
          <p:cNvSpPr>
            <a:spLocks noGrp="1"/>
          </p:cNvSpPr>
          <p:nvPr/>
        </p:nvSpPr>
        <p:spPr>
          <a:xfrm>
            <a:off x="6514354" y="52846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9" name="9wq3_5_build_PredictedAtoms_32">
            <a:extLst>
              <a:ext uri="{FF2B5EF4-FFF2-40B4-BE49-F238E27FC236}">
                <a16:creationId xmlns:a16="http://schemas.microsoft.com/office/drawing/2014/main" id="{6F24D0B7-C734-410D-A7D2-61CB5E8CB52A}"/>
              </a:ext>
            </a:extLst>
          </p:cNvPr>
          <p:cNvSpPr>
            <a:spLocks noGrp="1"/>
          </p:cNvSpPr>
          <p:nvPr/>
        </p:nvSpPr>
        <p:spPr>
          <a:xfrm>
            <a:off x="6823464" y="52421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0" name="9wq3_5_build_PredictedAtoms_33">
            <a:extLst>
              <a:ext uri="{FF2B5EF4-FFF2-40B4-BE49-F238E27FC236}">
                <a16:creationId xmlns:a16="http://schemas.microsoft.com/office/drawing/2014/main" id="{C21D3145-F366-4D54-9761-8F0DFB852433}"/>
              </a:ext>
            </a:extLst>
          </p:cNvPr>
          <p:cNvSpPr>
            <a:spLocks noGrp="1"/>
          </p:cNvSpPr>
          <p:nvPr/>
        </p:nvSpPr>
        <p:spPr>
          <a:xfrm>
            <a:off x="6847414" y="5156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1" name="9wq3_5_build_PredictedAtoms_34">
            <a:extLst>
              <a:ext uri="{FF2B5EF4-FFF2-40B4-BE49-F238E27FC236}">
                <a16:creationId xmlns:a16="http://schemas.microsoft.com/office/drawing/2014/main" id="{BD40D3E6-97A5-4DA7-AB46-FF632A9ADC10}"/>
              </a:ext>
            </a:extLst>
          </p:cNvPr>
          <p:cNvSpPr>
            <a:spLocks noGrp="1"/>
          </p:cNvSpPr>
          <p:nvPr/>
        </p:nvSpPr>
        <p:spPr>
          <a:xfrm>
            <a:off x="7144061" y="53668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2" name="9wq3_5_build_PredictedAtoms_35">
            <a:extLst>
              <a:ext uri="{FF2B5EF4-FFF2-40B4-BE49-F238E27FC236}">
                <a16:creationId xmlns:a16="http://schemas.microsoft.com/office/drawing/2014/main" id="{E6C23EEF-8B1B-4524-B655-62D2D91215BD}"/>
              </a:ext>
            </a:extLst>
          </p:cNvPr>
          <p:cNvSpPr>
            <a:spLocks noGrp="1"/>
          </p:cNvSpPr>
          <p:nvPr/>
        </p:nvSpPr>
        <p:spPr>
          <a:xfrm>
            <a:off x="7303681" y="54469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3" name="9wq3_5_build_PredictedAtoms_36">
            <a:extLst>
              <a:ext uri="{FF2B5EF4-FFF2-40B4-BE49-F238E27FC236}">
                <a16:creationId xmlns:a16="http://schemas.microsoft.com/office/drawing/2014/main" id="{C7E27CBF-7607-40F5-8559-EA2473D97167}"/>
              </a:ext>
            </a:extLst>
          </p:cNvPr>
          <p:cNvSpPr>
            <a:spLocks noGrp="1"/>
          </p:cNvSpPr>
          <p:nvPr/>
        </p:nvSpPr>
        <p:spPr>
          <a:xfrm>
            <a:off x="7407269" y="55511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4" name="9wq3_5_build_PredictedAtoms_37">
            <a:extLst>
              <a:ext uri="{FF2B5EF4-FFF2-40B4-BE49-F238E27FC236}">
                <a16:creationId xmlns:a16="http://schemas.microsoft.com/office/drawing/2014/main" id="{3C753790-6804-4002-93A2-41F1501A5FF5}"/>
              </a:ext>
            </a:extLst>
          </p:cNvPr>
          <p:cNvSpPr>
            <a:spLocks noGrp="1"/>
          </p:cNvSpPr>
          <p:nvPr/>
        </p:nvSpPr>
        <p:spPr>
          <a:xfrm>
            <a:off x="7403188" y="56183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5" name="9wq3_5_build_PredictedAtoms_41">
            <a:extLst>
              <a:ext uri="{FF2B5EF4-FFF2-40B4-BE49-F238E27FC236}">
                <a16:creationId xmlns:a16="http://schemas.microsoft.com/office/drawing/2014/main" id="{BC10E548-D368-4DBB-A1AA-7B4B9D0D4155}"/>
              </a:ext>
            </a:extLst>
          </p:cNvPr>
          <p:cNvSpPr>
            <a:spLocks noGrp="1"/>
          </p:cNvSpPr>
          <p:nvPr/>
        </p:nvSpPr>
        <p:spPr>
          <a:xfrm>
            <a:off x="7669438" y="55761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6" name="9wq3_5_build_PredictedAtoms_42">
            <a:extLst>
              <a:ext uri="{FF2B5EF4-FFF2-40B4-BE49-F238E27FC236}">
                <a16:creationId xmlns:a16="http://schemas.microsoft.com/office/drawing/2014/main" id="{6ECA10B7-8D5B-4D6A-8EFB-E451D3A456DC}"/>
              </a:ext>
            </a:extLst>
          </p:cNvPr>
          <p:cNvSpPr>
            <a:spLocks noGrp="1"/>
          </p:cNvSpPr>
          <p:nvPr/>
        </p:nvSpPr>
        <p:spPr>
          <a:xfrm>
            <a:off x="7804786" y="5463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7" name="9wq3_5_build_PredictedAtoms_43">
            <a:extLst>
              <a:ext uri="{FF2B5EF4-FFF2-40B4-BE49-F238E27FC236}">
                <a16:creationId xmlns:a16="http://schemas.microsoft.com/office/drawing/2014/main" id="{2C190F6D-3863-48B7-8B20-9C06429D8D2F}"/>
              </a:ext>
            </a:extLst>
          </p:cNvPr>
          <p:cNvSpPr>
            <a:spLocks noGrp="1"/>
          </p:cNvSpPr>
          <p:nvPr/>
        </p:nvSpPr>
        <p:spPr>
          <a:xfrm>
            <a:off x="7357865" y="533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8" name="9wq3_5_build_PredictedAtoms_44">
            <a:extLst>
              <a:ext uri="{FF2B5EF4-FFF2-40B4-BE49-F238E27FC236}">
                <a16:creationId xmlns:a16="http://schemas.microsoft.com/office/drawing/2014/main" id="{07576C15-9CB5-49DF-8EE4-21493E90F671}"/>
              </a:ext>
            </a:extLst>
          </p:cNvPr>
          <p:cNvSpPr>
            <a:spLocks noGrp="1"/>
          </p:cNvSpPr>
          <p:nvPr/>
        </p:nvSpPr>
        <p:spPr>
          <a:xfrm>
            <a:off x="7467153" y="53053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9" name="9wq3_5_build_Clashes_0">
            <a:extLst>
              <a:ext uri="{FF2B5EF4-FFF2-40B4-BE49-F238E27FC236}">
                <a16:creationId xmlns:a16="http://schemas.microsoft.com/office/drawing/2014/main" id="{FFB2E392-460C-42C6-A7D8-936DF73F9B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0" name="9wq3_5_build_Clashes_1">
            <a:extLst>
              <a:ext uri="{FF2B5EF4-FFF2-40B4-BE49-F238E27FC236}">
                <a16:creationId xmlns:a16="http://schemas.microsoft.com/office/drawing/2014/main" id="{03C6286A-A0F6-462D-BEA2-19BD3C7AAD9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1" name="9wq3_5_build_Clashes_2">
            <a:extLst>
              <a:ext uri="{FF2B5EF4-FFF2-40B4-BE49-F238E27FC236}">
                <a16:creationId xmlns:a16="http://schemas.microsoft.com/office/drawing/2014/main" id="{8719E6C0-F9D4-43F0-B389-62CCC13D850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2" name="9wq3_5_build_Clashes_3">
            <a:extLst>
              <a:ext uri="{FF2B5EF4-FFF2-40B4-BE49-F238E27FC236}">
                <a16:creationId xmlns:a16="http://schemas.microsoft.com/office/drawing/2014/main" id="{A93F25AC-AC94-4753-88EF-339EE6A773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3" name="9wq3_5_build_Clashes_4">
            <a:extLst>
              <a:ext uri="{FF2B5EF4-FFF2-40B4-BE49-F238E27FC236}">
                <a16:creationId xmlns:a16="http://schemas.microsoft.com/office/drawing/2014/main" id="{D993AF07-BB53-493A-8DC5-20977EB03A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4" name="9wq3_5_build_Clashes_5">
            <a:extLst>
              <a:ext uri="{FF2B5EF4-FFF2-40B4-BE49-F238E27FC236}">
                <a16:creationId xmlns:a16="http://schemas.microsoft.com/office/drawing/2014/main" id="{9B829824-A3C4-4C65-94C0-A05F564210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5" name="9wq3_5_build_Clashes_6">
            <a:extLst>
              <a:ext uri="{FF2B5EF4-FFF2-40B4-BE49-F238E27FC236}">
                <a16:creationId xmlns:a16="http://schemas.microsoft.com/office/drawing/2014/main" id="{AA2A29D9-9E63-4A6B-95F7-8CEE6C5157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6" name="9wq3_5_build_Clashes_7">
            <a:extLst>
              <a:ext uri="{FF2B5EF4-FFF2-40B4-BE49-F238E27FC236}">
                <a16:creationId xmlns:a16="http://schemas.microsoft.com/office/drawing/2014/main" id="{690C20F9-F107-49DA-8792-CE2FCDCBD6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7" name="9wq3_5_build_Clashes_8">
            <a:extLst>
              <a:ext uri="{FF2B5EF4-FFF2-40B4-BE49-F238E27FC236}">
                <a16:creationId xmlns:a16="http://schemas.microsoft.com/office/drawing/2014/main" id="{54BE832A-4D4F-443F-8FE4-247D8E19504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8" name="9wq3_5_build_Clashes_9">
            <a:extLst>
              <a:ext uri="{FF2B5EF4-FFF2-40B4-BE49-F238E27FC236}">
                <a16:creationId xmlns:a16="http://schemas.microsoft.com/office/drawing/2014/main" id="{0AB819D0-94D9-45D2-BBB9-1C2C0FEA34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9" name="9wq3_5_build_ClashingReceptorAtoms_2">
            <a:extLst>
              <a:ext uri="{FF2B5EF4-FFF2-40B4-BE49-F238E27FC236}">
                <a16:creationId xmlns:a16="http://schemas.microsoft.com/office/drawing/2014/main" id="{EBD40ABB-5CEB-428A-A2DA-1BB2309481CC}"/>
              </a:ext>
            </a:extLst>
          </p:cNvPr>
          <p:cNvSpPr>
            <a:spLocks noGrp="1"/>
          </p:cNvSpPr>
          <p:nvPr/>
        </p:nvSpPr>
        <p:spPr>
          <a:xfrm>
            <a:off x="8753455" y="46999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0" name="9wq3_5_build_ClashingReceptorAtoms_3">
            <a:extLst>
              <a:ext uri="{FF2B5EF4-FFF2-40B4-BE49-F238E27FC236}">
                <a16:creationId xmlns:a16="http://schemas.microsoft.com/office/drawing/2014/main" id="{73618B88-D230-426F-8745-EF4DECDE4DD3}"/>
              </a:ext>
            </a:extLst>
          </p:cNvPr>
          <p:cNvSpPr>
            <a:spLocks noGrp="1"/>
          </p:cNvSpPr>
          <p:nvPr/>
        </p:nvSpPr>
        <p:spPr>
          <a:xfrm>
            <a:off x="8602320" y="47147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1" name="9wq3_5_build_ClashingReceptorAtoms_4">
            <a:extLst>
              <a:ext uri="{FF2B5EF4-FFF2-40B4-BE49-F238E27FC236}">
                <a16:creationId xmlns:a16="http://schemas.microsoft.com/office/drawing/2014/main" id="{EDCAAA3D-442C-48D8-895A-2FD6D1947F14}"/>
              </a:ext>
            </a:extLst>
          </p:cNvPr>
          <p:cNvSpPr>
            <a:spLocks noGrp="1"/>
          </p:cNvSpPr>
          <p:nvPr/>
        </p:nvSpPr>
        <p:spPr>
          <a:xfrm>
            <a:off x="8316431" y="47322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2" name="9wq3_5_build_ClashingReceptorAtoms_5">
            <a:extLst>
              <a:ext uri="{FF2B5EF4-FFF2-40B4-BE49-F238E27FC236}">
                <a16:creationId xmlns:a16="http://schemas.microsoft.com/office/drawing/2014/main" id="{9AF660C5-E12B-49E3-9336-2FDCFA315F82}"/>
              </a:ext>
            </a:extLst>
          </p:cNvPr>
          <p:cNvSpPr>
            <a:spLocks noGrp="1"/>
          </p:cNvSpPr>
          <p:nvPr/>
        </p:nvSpPr>
        <p:spPr>
          <a:xfrm>
            <a:off x="8161458" y="48359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3" name="9wq3_5_build_ClashingReceptorAtoms_6">
            <a:extLst>
              <a:ext uri="{FF2B5EF4-FFF2-40B4-BE49-F238E27FC236}">
                <a16:creationId xmlns:a16="http://schemas.microsoft.com/office/drawing/2014/main" id="{BC5518C8-286E-48CF-9FDE-1F456F72686B}"/>
              </a:ext>
            </a:extLst>
          </p:cNvPr>
          <p:cNvSpPr>
            <a:spLocks noGrp="1"/>
          </p:cNvSpPr>
          <p:nvPr/>
        </p:nvSpPr>
        <p:spPr>
          <a:xfrm>
            <a:off x="6897614" y="52025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4" name="9wq3_5_build_ClashingReceptorAtoms_7">
            <a:extLst>
              <a:ext uri="{FF2B5EF4-FFF2-40B4-BE49-F238E27FC236}">
                <a16:creationId xmlns:a16="http://schemas.microsoft.com/office/drawing/2014/main" id="{583E2745-E947-4FA7-9F76-208C2FE22936}"/>
              </a:ext>
            </a:extLst>
          </p:cNvPr>
          <p:cNvSpPr>
            <a:spLocks noGrp="1"/>
          </p:cNvSpPr>
          <p:nvPr/>
        </p:nvSpPr>
        <p:spPr>
          <a:xfrm>
            <a:off x="6968241" y="48997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5" name="9wq3_5_build_ClashingReceptorAtoms_8">
            <a:extLst>
              <a:ext uri="{FF2B5EF4-FFF2-40B4-BE49-F238E27FC236}">
                <a16:creationId xmlns:a16="http://schemas.microsoft.com/office/drawing/2014/main" id="{10B05D70-9F63-462B-A644-00552550FA30}"/>
              </a:ext>
            </a:extLst>
          </p:cNvPr>
          <p:cNvSpPr>
            <a:spLocks noGrp="1"/>
          </p:cNvSpPr>
          <p:nvPr/>
        </p:nvSpPr>
        <p:spPr>
          <a:xfrm>
            <a:off x="6651665" y="54373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6" name="9wq3_5_build_ClashingReceptorAtoms_9">
            <a:extLst>
              <a:ext uri="{FF2B5EF4-FFF2-40B4-BE49-F238E27FC236}">
                <a16:creationId xmlns:a16="http://schemas.microsoft.com/office/drawing/2014/main" id="{9A6A7BC0-A884-44EC-963E-93ACDE33100F}"/>
              </a:ext>
            </a:extLst>
          </p:cNvPr>
          <p:cNvSpPr>
            <a:spLocks noGrp="1"/>
          </p:cNvSpPr>
          <p:nvPr/>
        </p:nvSpPr>
        <p:spPr>
          <a:xfrm>
            <a:off x="6579440" y="53489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7" name="stage3-cases-clash_29">
            <a:extLst>
              <a:ext uri="{FF2B5EF4-FFF2-40B4-BE49-F238E27FC236}">
                <a16:creationId xmlns:a16="http://schemas.microsoft.com/office/drawing/2014/main" id="{B3097878-8D58-41D1-9E6D-B51FE77C73A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1368" name="stage3-cases-clash_30">
            <a:extLst>
              <a:ext uri="{FF2B5EF4-FFF2-40B4-BE49-F238E27FC236}">
                <a16:creationId xmlns:a16="http://schemas.microsoft.com/office/drawing/2014/main" id="{7B6B17D9-1A2E-4853-A429-BC6694994D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369" name="stage3-cases-clash_31">
            <a:extLst>
              <a:ext uri="{FF2B5EF4-FFF2-40B4-BE49-F238E27FC236}">
                <a16:creationId xmlns:a16="http://schemas.microsoft.com/office/drawing/2014/main" id="{75483D64-5919-475C-9567-7EA8F8CD8BDC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370" name="stage3-cases-clash_32">
            <a:extLst>
              <a:ext uri="{FF2B5EF4-FFF2-40B4-BE49-F238E27FC236}">
                <a16:creationId xmlns:a16="http://schemas.microsoft.com/office/drawing/2014/main" id="{F46216BE-ED5F-4DE5-964E-2ED1A73CB6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371" name="stage3-cases-clash_33">
            <a:extLst>
              <a:ext uri="{FF2B5EF4-FFF2-40B4-BE49-F238E27FC236}">
                <a16:creationId xmlns:a16="http://schemas.microsoft.com/office/drawing/2014/main" id="{3CB00EB0-577E-400F-BC96-739141413C91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372" name="stage3-cases-clash_34">
            <a:extLst>
              <a:ext uri="{FF2B5EF4-FFF2-40B4-BE49-F238E27FC236}">
                <a16:creationId xmlns:a16="http://schemas.microsoft.com/office/drawing/2014/main" id="{46453A85-2F6F-4C13-8CED-30BD91FD81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373" name="stage3-cases-clash_35">
            <a:extLst>
              <a:ext uri="{FF2B5EF4-FFF2-40B4-BE49-F238E27FC236}">
                <a16:creationId xmlns:a16="http://schemas.microsoft.com/office/drawing/2014/main" id="{BB0EE3E3-9F9F-4B1A-9A63-E4AEA3F60325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374" name="stage3-cases-clash_36">
            <a:extLst>
              <a:ext uri="{FF2B5EF4-FFF2-40B4-BE49-F238E27FC236}">
                <a16:creationId xmlns:a16="http://schemas.microsoft.com/office/drawing/2014/main" id="{5F72AAB7-0D25-4E3B-8BDB-6C54A625D2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375" name="stage3-cases-clash_37">
            <a:extLst>
              <a:ext uri="{FF2B5EF4-FFF2-40B4-BE49-F238E27FC236}">
                <a16:creationId xmlns:a16="http://schemas.microsoft.com/office/drawing/2014/main" id="{3034A6EC-72DC-4B00-82C8-055D7287CFAD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73715499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stage3-cases-alternatives_0">
            <a:extLst>
              <a:ext uri="{FF2B5EF4-FFF2-40B4-BE49-F238E27FC236}">
                <a16:creationId xmlns:a16="http://schemas.microsoft.com/office/drawing/2014/main" id="{F6CBDA6A-7962-45FD-B961-4E9D2E45D49C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alternatives_1">
            <a:extLst>
              <a:ext uri="{FF2B5EF4-FFF2-40B4-BE49-F238E27FC236}">
                <a16:creationId xmlns:a16="http://schemas.microsoft.com/office/drawing/2014/main" id="{EADEECBB-ECCB-4675-B279-5C621EFC36D9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alternatives_2">
            <a:extLst>
              <a:ext uri="{FF2B5EF4-FFF2-40B4-BE49-F238E27FC236}">
                <a16:creationId xmlns:a16="http://schemas.microsoft.com/office/drawing/2014/main" id="{61FE4002-C02F-4550-926E-31BE2D9A41C1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alternatives_3">
            <a:extLst>
              <a:ext uri="{FF2B5EF4-FFF2-40B4-BE49-F238E27FC236}">
                <a16:creationId xmlns:a16="http://schemas.microsoft.com/office/drawing/2014/main" id="{692E562E-B132-4A9B-A66E-0F97A7ED9733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9LLG · CLR (R:603)</a:t>
            </a:r>
          </a:p>
        </p:txBody>
      </p:sp>
      <p:sp>
        <p:nvSpPr>
          <p:cNvPr id="5" name="stage3-cases-alternatives_4">
            <a:extLst>
              <a:ext uri="{FF2B5EF4-FFF2-40B4-BE49-F238E27FC236}">
                <a16:creationId xmlns:a16="http://schemas.microsoft.com/office/drawing/2014/main" id="{AB5F6CCF-2D16-4D89-A31B-C6BEB51AA5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85188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alternatives_5">
            <a:extLst>
              <a:ext uri="{FF2B5EF4-FFF2-40B4-BE49-F238E27FC236}">
                <a16:creationId xmlns:a16="http://schemas.microsoft.com/office/drawing/2014/main" id="{55BA217F-11AF-470A-9856-67BB7C8A068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llg_2_official_Receptor">
            <a:extLst>
              <a:ext uri="{FF2B5EF4-FFF2-40B4-BE49-F238E27FC236}">
                <a16:creationId xmlns:a16="http://schemas.microsoft.com/office/drawing/2014/main" id="{062347ED-3A4B-4B18-A586-4698FC1CF9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llg_2_official_ExperimentalDensity">
            <a:extLst>
              <a:ext uri="{FF2B5EF4-FFF2-40B4-BE49-F238E27FC236}">
                <a16:creationId xmlns:a16="http://schemas.microsoft.com/office/drawing/2014/main" id="{229C32D7-DAA1-4C3D-B49D-05807C85ABE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llg_2_official_ReferenceLigand_0">
            <a:extLst>
              <a:ext uri="{FF2B5EF4-FFF2-40B4-BE49-F238E27FC236}">
                <a16:creationId xmlns:a16="http://schemas.microsoft.com/office/drawing/2014/main" id="{43EE52E7-B83E-40BA-9374-EF5E4D9CE86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llg_2_official_ReferenceLigand_1">
            <a:extLst>
              <a:ext uri="{FF2B5EF4-FFF2-40B4-BE49-F238E27FC236}">
                <a16:creationId xmlns:a16="http://schemas.microsoft.com/office/drawing/2014/main" id="{C82495B4-E1B1-4640-B728-23B7B7593CE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llg_2_official_ReferenceLigand_2">
            <a:extLst>
              <a:ext uri="{FF2B5EF4-FFF2-40B4-BE49-F238E27FC236}">
                <a16:creationId xmlns:a16="http://schemas.microsoft.com/office/drawing/2014/main" id="{50E9E204-E00F-4DE4-93BC-B3B5477E97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llg_2_official_ReferenceLigand_3">
            <a:extLst>
              <a:ext uri="{FF2B5EF4-FFF2-40B4-BE49-F238E27FC236}">
                <a16:creationId xmlns:a16="http://schemas.microsoft.com/office/drawing/2014/main" id="{208974F9-C5B1-44B7-8D4F-FA9B657A04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llg_2_official_ReferenceLigand_4">
            <a:extLst>
              <a:ext uri="{FF2B5EF4-FFF2-40B4-BE49-F238E27FC236}">
                <a16:creationId xmlns:a16="http://schemas.microsoft.com/office/drawing/2014/main" id="{89F38511-2F77-4853-B118-883826E3570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llg_2_official_ReferenceLigand_5">
            <a:extLst>
              <a:ext uri="{FF2B5EF4-FFF2-40B4-BE49-F238E27FC236}">
                <a16:creationId xmlns:a16="http://schemas.microsoft.com/office/drawing/2014/main" id="{92D6FA89-AC35-4587-B234-F82EF1D7E2E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llg_2_official_ReferenceLigand_6">
            <a:extLst>
              <a:ext uri="{FF2B5EF4-FFF2-40B4-BE49-F238E27FC236}">
                <a16:creationId xmlns:a16="http://schemas.microsoft.com/office/drawing/2014/main" id="{BCAF89ED-993E-43F3-8DFF-31798D23A1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llg_2_official_ReferenceLigand_7">
            <a:extLst>
              <a:ext uri="{FF2B5EF4-FFF2-40B4-BE49-F238E27FC236}">
                <a16:creationId xmlns:a16="http://schemas.microsoft.com/office/drawing/2014/main" id="{1AD2E011-0384-482E-8073-831A0EB0D05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llg_2_official_ReferenceLigand_8">
            <a:extLst>
              <a:ext uri="{FF2B5EF4-FFF2-40B4-BE49-F238E27FC236}">
                <a16:creationId xmlns:a16="http://schemas.microsoft.com/office/drawing/2014/main" id="{D34639F8-8DFE-45FA-BC7E-C6DFD3BD0E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llg_2_official_ReferenceLigand_9">
            <a:extLst>
              <a:ext uri="{FF2B5EF4-FFF2-40B4-BE49-F238E27FC236}">
                <a16:creationId xmlns:a16="http://schemas.microsoft.com/office/drawing/2014/main" id="{93374356-E2D4-4CF3-A130-1BE627B6195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llg_2_official_ReferenceLigand_10">
            <a:extLst>
              <a:ext uri="{FF2B5EF4-FFF2-40B4-BE49-F238E27FC236}">
                <a16:creationId xmlns:a16="http://schemas.microsoft.com/office/drawing/2014/main" id="{D5DE638A-C9A4-43BB-8B3F-9490C93AFE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llg_2_official_ReferenceLigand_11">
            <a:extLst>
              <a:ext uri="{FF2B5EF4-FFF2-40B4-BE49-F238E27FC236}">
                <a16:creationId xmlns:a16="http://schemas.microsoft.com/office/drawing/2014/main" id="{0F073B1B-F831-48B0-A144-61F008AD09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llg_2_official_ReferenceLigand_12">
            <a:extLst>
              <a:ext uri="{FF2B5EF4-FFF2-40B4-BE49-F238E27FC236}">
                <a16:creationId xmlns:a16="http://schemas.microsoft.com/office/drawing/2014/main" id="{296326C7-527C-454A-9746-1FE23A330B1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llg_2_official_ReferenceLigand_13">
            <a:extLst>
              <a:ext uri="{FF2B5EF4-FFF2-40B4-BE49-F238E27FC236}">
                <a16:creationId xmlns:a16="http://schemas.microsoft.com/office/drawing/2014/main" id="{28BC1EFC-A49E-48FA-9122-6BABEC4B957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llg_2_official_ReferenceLigand_14">
            <a:extLst>
              <a:ext uri="{FF2B5EF4-FFF2-40B4-BE49-F238E27FC236}">
                <a16:creationId xmlns:a16="http://schemas.microsoft.com/office/drawing/2014/main" id="{1DB0F473-1A56-4B1E-882B-06AAA5D03A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llg_2_official_ReferenceLigand_15">
            <a:extLst>
              <a:ext uri="{FF2B5EF4-FFF2-40B4-BE49-F238E27FC236}">
                <a16:creationId xmlns:a16="http://schemas.microsoft.com/office/drawing/2014/main" id="{9F6244F0-38D3-42D8-A521-3D6D0B4826A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llg_2_official_ReferenceLigand_16">
            <a:extLst>
              <a:ext uri="{FF2B5EF4-FFF2-40B4-BE49-F238E27FC236}">
                <a16:creationId xmlns:a16="http://schemas.microsoft.com/office/drawing/2014/main" id="{F0492634-616F-4E5D-A7BA-D43A16006E4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llg_2_official_ReferenceLigand_17">
            <a:extLst>
              <a:ext uri="{FF2B5EF4-FFF2-40B4-BE49-F238E27FC236}">
                <a16:creationId xmlns:a16="http://schemas.microsoft.com/office/drawing/2014/main" id="{C8FDDE87-9069-4CAF-AD2C-644CDBBC91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llg_2_official_ReferenceLigand_18">
            <a:extLst>
              <a:ext uri="{FF2B5EF4-FFF2-40B4-BE49-F238E27FC236}">
                <a16:creationId xmlns:a16="http://schemas.microsoft.com/office/drawing/2014/main" id="{126ADD7D-60A4-4ADA-9CCF-AC151205D2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llg_2_official_ReferenceLigand_19">
            <a:extLst>
              <a:ext uri="{FF2B5EF4-FFF2-40B4-BE49-F238E27FC236}">
                <a16:creationId xmlns:a16="http://schemas.microsoft.com/office/drawing/2014/main" id="{EE2B141B-10B4-47C5-995F-6011FC0A070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llg_2_official_ReferenceLigand_20">
            <a:extLst>
              <a:ext uri="{FF2B5EF4-FFF2-40B4-BE49-F238E27FC236}">
                <a16:creationId xmlns:a16="http://schemas.microsoft.com/office/drawing/2014/main" id="{D8EA7986-EF81-4B1A-BE15-245E7AA707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llg_2_official_ReferenceLigand_21">
            <a:extLst>
              <a:ext uri="{FF2B5EF4-FFF2-40B4-BE49-F238E27FC236}">
                <a16:creationId xmlns:a16="http://schemas.microsoft.com/office/drawing/2014/main" id="{B771DC92-AF26-4F7C-BC0A-51B845C79DC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llg_2_official_ReferenceLigand_22">
            <a:extLst>
              <a:ext uri="{FF2B5EF4-FFF2-40B4-BE49-F238E27FC236}">
                <a16:creationId xmlns:a16="http://schemas.microsoft.com/office/drawing/2014/main" id="{4F374790-A8D0-43A7-9CC5-BE4B45B35ED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llg_2_official_ReferenceLigand_23">
            <a:extLst>
              <a:ext uri="{FF2B5EF4-FFF2-40B4-BE49-F238E27FC236}">
                <a16:creationId xmlns:a16="http://schemas.microsoft.com/office/drawing/2014/main" id="{674AD5AC-E4C9-422B-BB6A-F5599E95E2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llg_2_official_ReferenceLigand_24">
            <a:extLst>
              <a:ext uri="{FF2B5EF4-FFF2-40B4-BE49-F238E27FC236}">
                <a16:creationId xmlns:a16="http://schemas.microsoft.com/office/drawing/2014/main" id="{21BB1DBD-C3C8-40AD-9800-2D18F7D9EA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llg_2_official_ReferenceLigand_25">
            <a:extLst>
              <a:ext uri="{FF2B5EF4-FFF2-40B4-BE49-F238E27FC236}">
                <a16:creationId xmlns:a16="http://schemas.microsoft.com/office/drawing/2014/main" id="{F089E344-041C-49A2-98EC-33C0A9264C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llg_2_official_ReferenceLigand_26">
            <a:extLst>
              <a:ext uri="{FF2B5EF4-FFF2-40B4-BE49-F238E27FC236}">
                <a16:creationId xmlns:a16="http://schemas.microsoft.com/office/drawing/2014/main" id="{E6C1DB0C-F6A6-41DF-852A-F99709056A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llg_2_official_ReferenceLigand_27">
            <a:extLst>
              <a:ext uri="{FF2B5EF4-FFF2-40B4-BE49-F238E27FC236}">
                <a16:creationId xmlns:a16="http://schemas.microsoft.com/office/drawing/2014/main" id="{8B5BAAD1-0185-4352-836D-5E901597F1E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llg_2_official_ReferenceLigand_28">
            <a:extLst>
              <a:ext uri="{FF2B5EF4-FFF2-40B4-BE49-F238E27FC236}">
                <a16:creationId xmlns:a16="http://schemas.microsoft.com/office/drawing/2014/main" id="{F55F8809-20B9-4E6D-80CB-00C710F333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llg_2_official_ReferenceLigand_29">
            <a:extLst>
              <a:ext uri="{FF2B5EF4-FFF2-40B4-BE49-F238E27FC236}">
                <a16:creationId xmlns:a16="http://schemas.microsoft.com/office/drawing/2014/main" id="{F1C2FE43-3341-41A3-BA83-E8C60EB9FBC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llg_2_official_ReferenceLigand_30">
            <a:extLst>
              <a:ext uri="{FF2B5EF4-FFF2-40B4-BE49-F238E27FC236}">
                <a16:creationId xmlns:a16="http://schemas.microsoft.com/office/drawing/2014/main" id="{0B872CC4-7F50-460D-AB45-7BCE013645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llg_2_official_PredictedLigand_0">
            <a:extLst>
              <a:ext uri="{FF2B5EF4-FFF2-40B4-BE49-F238E27FC236}">
                <a16:creationId xmlns:a16="http://schemas.microsoft.com/office/drawing/2014/main" id="{E828DBBB-8562-4883-BBCB-81B517CED7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052" y="764945"/>
                </a:moveTo>
                <a:lnTo>
                  <a:pt x="930276" y="7573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1" name="9llg_2_official_PredictedLigand_1">
            <a:extLst>
              <a:ext uri="{FF2B5EF4-FFF2-40B4-BE49-F238E27FC236}">
                <a16:creationId xmlns:a16="http://schemas.microsoft.com/office/drawing/2014/main" id="{1BAB8305-B380-4496-AE70-673ED7A78F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479813" y="838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" name="9llg_2_official_PredictedLigand_2">
            <a:extLst>
              <a:ext uri="{FF2B5EF4-FFF2-40B4-BE49-F238E27FC236}">
                <a16:creationId xmlns:a16="http://schemas.microsoft.com/office/drawing/2014/main" id="{9F870107-773D-46E3-B2A0-ABE35B7AF70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124052" y="7649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llg_2_official_PredictedLigand_3">
            <a:extLst>
              <a:ext uri="{FF2B5EF4-FFF2-40B4-BE49-F238E27FC236}">
                <a16:creationId xmlns:a16="http://schemas.microsoft.com/office/drawing/2014/main" id="{45730F86-98D4-4938-9C48-84610C36EF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085296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llg_2_official_PredictedLigand_4">
            <a:extLst>
              <a:ext uri="{FF2B5EF4-FFF2-40B4-BE49-F238E27FC236}">
                <a16:creationId xmlns:a16="http://schemas.microsoft.com/office/drawing/2014/main" id="{7C8D1BE7-6AB0-4214-BE99-37E6C7A6D6B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0276" y="757323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llg_2_official_PredictedLigand_5">
            <a:extLst>
              <a:ext uri="{FF2B5EF4-FFF2-40B4-BE49-F238E27FC236}">
                <a16:creationId xmlns:a16="http://schemas.microsoft.com/office/drawing/2014/main" id="{A47AEF7B-2F0F-48BD-B6F5-2B0DFE99B5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28689" y="9907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llg_2_official_PredictedLigand_6">
            <a:extLst>
              <a:ext uri="{FF2B5EF4-FFF2-40B4-BE49-F238E27FC236}">
                <a16:creationId xmlns:a16="http://schemas.microsoft.com/office/drawing/2014/main" id="{609271E6-6A92-479B-81CF-76D8AD9F7F5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286658" y="2079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llg_2_official_PredictedLigand_7">
            <a:extLst>
              <a:ext uri="{FF2B5EF4-FFF2-40B4-BE49-F238E27FC236}">
                <a16:creationId xmlns:a16="http://schemas.microsoft.com/office/drawing/2014/main" id="{9AECD0D3-9EAD-486E-953D-31458BC866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437792" y="8103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llg_2_official_PredictedLigand_8">
            <a:extLst>
              <a:ext uri="{FF2B5EF4-FFF2-40B4-BE49-F238E27FC236}">
                <a16:creationId xmlns:a16="http://schemas.microsoft.com/office/drawing/2014/main" id="{7A2D9D48-6B79-45CF-AA41-BB7B22ED3CB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01925" y="6265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llg_2_official_PredictedLigand_9">
            <a:extLst>
              <a:ext uri="{FF2B5EF4-FFF2-40B4-BE49-F238E27FC236}">
                <a16:creationId xmlns:a16="http://schemas.microsoft.com/office/drawing/2014/main" id="{5C0AEB17-46F3-482A-AEFD-14F06BC18E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5721" y="610548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llg_2_official_PredictedLigand_10">
            <a:extLst>
              <a:ext uri="{FF2B5EF4-FFF2-40B4-BE49-F238E27FC236}">
                <a16:creationId xmlns:a16="http://schemas.microsoft.com/office/drawing/2014/main" id="{4531A92D-7C0F-49FD-87F0-4A3F64B2D72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25" y="626511"/>
                </a:moveTo>
                <a:lnTo>
                  <a:pt x="1695721" y="610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llg_2_official_PredictedLigand_11">
            <a:extLst>
              <a:ext uri="{FF2B5EF4-FFF2-40B4-BE49-F238E27FC236}">
                <a16:creationId xmlns:a16="http://schemas.microsoft.com/office/drawing/2014/main" id="{138E1868-A9FA-4266-BB2F-450C0CD12F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9534" y="753473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llg_2_official_PredictedLigand_12">
            <a:extLst>
              <a:ext uri="{FF2B5EF4-FFF2-40B4-BE49-F238E27FC236}">
                <a16:creationId xmlns:a16="http://schemas.microsoft.com/office/drawing/2014/main" id="{873764C7-59A8-4FE2-820A-FBC20115B05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2509" y="214363"/>
                </a:moveTo>
                <a:lnTo>
                  <a:pt x="1101089" y="1583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llg_2_official_PredictedLigand_13">
            <a:extLst>
              <a:ext uri="{FF2B5EF4-FFF2-40B4-BE49-F238E27FC236}">
                <a16:creationId xmlns:a16="http://schemas.microsoft.com/office/drawing/2014/main" id="{301761FF-27E5-4C06-A0A3-2F72D59EC4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llg_2_official_PredictedLigand_14">
            <a:extLst>
              <a:ext uri="{FF2B5EF4-FFF2-40B4-BE49-F238E27FC236}">
                <a16:creationId xmlns:a16="http://schemas.microsoft.com/office/drawing/2014/main" id="{5667B8C3-C716-43E2-A14B-BEF49F9CBB7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748" y="961963"/>
                </a:moveTo>
                <a:lnTo>
                  <a:pt x="1245438" y="834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llg_2_official_PredictedLigand_15">
            <a:extLst>
              <a:ext uri="{FF2B5EF4-FFF2-40B4-BE49-F238E27FC236}">
                <a16:creationId xmlns:a16="http://schemas.microsoft.com/office/drawing/2014/main" id="{B599F899-0C9D-4867-B7F8-6A5D8EC17C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613" y="780729"/>
                </a:moveTo>
                <a:lnTo>
                  <a:pt x="1720493" y="920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llg_2_official_PredictedLigand_16">
            <a:extLst>
              <a:ext uri="{FF2B5EF4-FFF2-40B4-BE49-F238E27FC236}">
                <a16:creationId xmlns:a16="http://schemas.microsoft.com/office/drawing/2014/main" id="{0E6A2BF8-A6C9-4507-8238-FC60805BFE6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llg_2_official_PredictedLigand_17">
            <a:extLst>
              <a:ext uri="{FF2B5EF4-FFF2-40B4-BE49-F238E27FC236}">
                <a16:creationId xmlns:a16="http://schemas.microsoft.com/office/drawing/2014/main" id="{B94AAAFF-E78F-4AAF-9045-E61ECE43DE6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33304" y="762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llg_2_official_PredictedLigand_18">
            <a:extLst>
              <a:ext uri="{FF2B5EF4-FFF2-40B4-BE49-F238E27FC236}">
                <a16:creationId xmlns:a16="http://schemas.microsoft.com/office/drawing/2014/main" id="{415451EF-5ADA-4BE4-83DA-A3F7DF90AD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462222" y="596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llg_2_official_PredictedLigand_19">
            <a:extLst>
              <a:ext uri="{FF2B5EF4-FFF2-40B4-BE49-F238E27FC236}">
                <a16:creationId xmlns:a16="http://schemas.microsoft.com/office/drawing/2014/main" id="{7F0ACF20-1B66-44BF-AE45-B3DCCA15429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4391" y="398835"/>
                </a:moveTo>
                <a:lnTo>
                  <a:pt x="982509" y="2143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llg_2_official_PredictedLigand_20">
            <a:extLst>
              <a:ext uri="{FF2B5EF4-FFF2-40B4-BE49-F238E27FC236}">
                <a16:creationId xmlns:a16="http://schemas.microsoft.com/office/drawing/2014/main" id="{C26AC0D1-AC3C-423D-9042-87404105CB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663723" y="5929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llg_2_official_PredictedLigand_21">
            <a:extLst>
              <a:ext uri="{FF2B5EF4-FFF2-40B4-BE49-F238E27FC236}">
                <a16:creationId xmlns:a16="http://schemas.microsoft.com/office/drawing/2014/main" id="{BADC4616-5FD5-4BA3-9468-65EA1276E8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747306" y="434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llg_2_official_PredictedLigand_22">
            <a:extLst>
              <a:ext uri="{FF2B5EF4-FFF2-40B4-BE49-F238E27FC236}">
                <a16:creationId xmlns:a16="http://schemas.microsoft.com/office/drawing/2014/main" id="{909F719A-2C4E-4CC1-A167-740579EEA7F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llg_2_official_PredictedLigand_23">
            <a:extLst>
              <a:ext uri="{FF2B5EF4-FFF2-40B4-BE49-F238E27FC236}">
                <a16:creationId xmlns:a16="http://schemas.microsoft.com/office/drawing/2014/main" id="{1CF5D851-8047-4C97-A58C-1C9DD9D2B3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493" y="920214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llg_2_official_PredictedLigand_24">
            <a:extLst>
              <a:ext uri="{FF2B5EF4-FFF2-40B4-BE49-F238E27FC236}">
                <a16:creationId xmlns:a16="http://schemas.microsoft.com/office/drawing/2014/main" id="{00030E44-E8E9-4FA4-A545-09202B689F4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306" y="434075"/>
                </a:moveTo>
                <a:lnTo>
                  <a:pt x="924391" y="3988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llg_2_official_PredictedLigand_25">
            <a:extLst>
              <a:ext uri="{FF2B5EF4-FFF2-40B4-BE49-F238E27FC236}">
                <a16:creationId xmlns:a16="http://schemas.microsoft.com/office/drawing/2014/main" id="{37FDFB02-29F9-429A-9227-C746034B01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1638" y="928636"/>
                </a:moveTo>
                <a:lnTo>
                  <a:pt x="1447836" y="10318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llg_2_official_PredictedLigand_26">
            <a:extLst>
              <a:ext uri="{FF2B5EF4-FFF2-40B4-BE49-F238E27FC236}">
                <a16:creationId xmlns:a16="http://schemas.microsoft.com/office/drawing/2014/main" id="{A6688491-354D-45AA-AEE4-77AD7283CC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2515" y="1044619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llg_2_official_PredictedLigand_27">
            <a:extLst>
              <a:ext uri="{FF2B5EF4-FFF2-40B4-BE49-F238E27FC236}">
                <a16:creationId xmlns:a16="http://schemas.microsoft.com/office/drawing/2014/main" id="{CF7E474C-8C4D-446B-926D-0601BFA123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3870" y="961356"/>
                </a:moveTo>
                <a:lnTo>
                  <a:pt x="974735" y="9643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llg_2_official_PredictedLigand_28">
            <a:extLst>
              <a:ext uri="{FF2B5EF4-FFF2-40B4-BE49-F238E27FC236}">
                <a16:creationId xmlns:a16="http://schemas.microsoft.com/office/drawing/2014/main" id="{F48467E2-75AD-401B-83C7-ED031B987BF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753090" y="8244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llg_2_official_PredictedLigand_29">
            <a:extLst>
              <a:ext uri="{FF2B5EF4-FFF2-40B4-BE49-F238E27FC236}">
                <a16:creationId xmlns:a16="http://schemas.microsoft.com/office/drawing/2014/main" id="{CAE656BC-E874-4C6F-8562-60EC34D99A0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836" y="1031869"/>
                </a:moveTo>
                <a:lnTo>
                  <a:pt x="1262515" y="10446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llg_2_official_PredictedLigand_30">
            <a:extLst>
              <a:ext uri="{FF2B5EF4-FFF2-40B4-BE49-F238E27FC236}">
                <a16:creationId xmlns:a16="http://schemas.microsoft.com/office/drawing/2014/main" id="{DFB0EA7B-A37D-44C3-BF1F-ECB64B8F353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090" y="824461"/>
                </a:moveTo>
                <a:lnTo>
                  <a:pt x="903870" y="9613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llg_2_official_PredictedAtoms_0">
            <a:extLst>
              <a:ext uri="{FF2B5EF4-FFF2-40B4-BE49-F238E27FC236}">
                <a16:creationId xmlns:a16="http://schemas.microsoft.com/office/drawing/2014/main" id="{34DF0C21-FAFD-4727-AF51-886435A81E27}"/>
              </a:ext>
            </a:extLst>
          </p:cNvPr>
          <p:cNvSpPr>
            <a:spLocks noGrp="1"/>
          </p:cNvSpPr>
          <p:nvPr/>
        </p:nvSpPr>
        <p:spPr>
          <a:xfrm>
            <a:off x="2181942" y="15278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" name="9llg_2_official_PredictedAtoms_1">
            <a:extLst>
              <a:ext uri="{FF2B5EF4-FFF2-40B4-BE49-F238E27FC236}">
                <a16:creationId xmlns:a16="http://schemas.microsoft.com/office/drawing/2014/main" id="{3BA8FEBC-7B43-4008-A4E3-DBE460367B6E}"/>
              </a:ext>
            </a:extLst>
          </p:cNvPr>
          <p:cNvSpPr>
            <a:spLocks noGrp="1"/>
          </p:cNvSpPr>
          <p:nvPr/>
        </p:nvSpPr>
        <p:spPr>
          <a:xfrm>
            <a:off x="2004021" y="1555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" name="9llg_2_official_PredictedAtoms_2">
            <a:extLst>
              <a:ext uri="{FF2B5EF4-FFF2-40B4-BE49-F238E27FC236}">
                <a16:creationId xmlns:a16="http://schemas.microsoft.com/office/drawing/2014/main" id="{A3FBC83B-0576-4A57-9ECF-7A9180D4D0EA}"/>
              </a:ext>
            </a:extLst>
          </p:cNvPr>
          <p:cNvSpPr>
            <a:spLocks noGrp="1"/>
          </p:cNvSpPr>
          <p:nvPr/>
        </p:nvSpPr>
        <p:spPr>
          <a:xfrm>
            <a:off x="1932901" y="16945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" name="9llg_2_official_PredictedAtoms_3">
            <a:extLst>
              <a:ext uri="{FF2B5EF4-FFF2-40B4-BE49-F238E27FC236}">
                <a16:creationId xmlns:a16="http://schemas.microsoft.com/office/drawing/2014/main" id="{0C36E412-54D7-4C72-9FBC-DD52C5FDF949}"/>
              </a:ext>
            </a:extLst>
          </p:cNvPr>
          <p:cNvSpPr>
            <a:spLocks noGrp="1"/>
          </p:cNvSpPr>
          <p:nvPr/>
        </p:nvSpPr>
        <p:spPr>
          <a:xfrm>
            <a:off x="1744045" y="17030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" name="9llg_2_official_PredictedAtoms_4">
            <a:extLst>
              <a:ext uri="{FF2B5EF4-FFF2-40B4-BE49-F238E27FC236}">
                <a16:creationId xmlns:a16="http://schemas.microsoft.com/office/drawing/2014/main" id="{AB5B5E72-FF98-419B-9B25-123611D04642}"/>
              </a:ext>
            </a:extLst>
          </p:cNvPr>
          <p:cNvSpPr>
            <a:spLocks noGrp="1"/>
          </p:cNvSpPr>
          <p:nvPr/>
        </p:nvSpPr>
        <p:spPr>
          <a:xfrm>
            <a:off x="1660243" y="1806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llg_2_official_PredictedAtoms_5">
            <a:extLst>
              <a:ext uri="{FF2B5EF4-FFF2-40B4-BE49-F238E27FC236}">
                <a16:creationId xmlns:a16="http://schemas.microsoft.com/office/drawing/2014/main" id="{BB4C6654-24B8-43F7-BA6C-39AF469CBD5C}"/>
              </a:ext>
            </a:extLst>
          </p:cNvPr>
          <p:cNvSpPr>
            <a:spLocks noGrp="1"/>
          </p:cNvSpPr>
          <p:nvPr/>
        </p:nvSpPr>
        <p:spPr>
          <a:xfrm>
            <a:off x="1474922" y="18190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llg_2_official_PredictedAtoms_6">
            <a:extLst>
              <a:ext uri="{FF2B5EF4-FFF2-40B4-BE49-F238E27FC236}">
                <a16:creationId xmlns:a16="http://schemas.microsoft.com/office/drawing/2014/main" id="{E17FBB11-76AF-441D-8FC9-9276FACF5669}"/>
              </a:ext>
            </a:extLst>
          </p:cNvPr>
          <p:cNvSpPr>
            <a:spLocks noGrp="1"/>
          </p:cNvSpPr>
          <p:nvPr/>
        </p:nvSpPr>
        <p:spPr>
          <a:xfrm>
            <a:off x="1376156" y="17363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llg_2_official_PredictedAtoms_7">
            <a:extLst>
              <a:ext uri="{FF2B5EF4-FFF2-40B4-BE49-F238E27FC236}">
                <a16:creationId xmlns:a16="http://schemas.microsoft.com/office/drawing/2014/main" id="{EC3CA181-4258-495A-8CBD-3BD241749854}"/>
              </a:ext>
            </a:extLst>
          </p:cNvPr>
          <p:cNvSpPr>
            <a:spLocks noGrp="1"/>
          </p:cNvSpPr>
          <p:nvPr/>
        </p:nvSpPr>
        <p:spPr>
          <a:xfrm>
            <a:off x="1457845" y="16088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llg_2_official_PredictedAtoms_8">
            <a:extLst>
              <a:ext uri="{FF2B5EF4-FFF2-40B4-BE49-F238E27FC236}">
                <a16:creationId xmlns:a16="http://schemas.microsoft.com/office/drawing/2014/main" id="{11AB6371-17AD-4492-A6D5-2AC192D51404}"/>
              </a:ext>
            </a:extLst>
          </p:cNvPr>
          <p:cNvSpPr>
            <a:spLocks noGrp="1"/>
          </p:cNvSpPr>
          <p:nvPr/>
        </p:nvSpPr>
        <p:spPr>
          <a:xfrm>
            <a:off x="1336460" y="1539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llg_2_official_PredictedAtoms_9">
            <a:extLst>
              <a:ext uri="{FF2B5EF4-FFF2-40B4-BE49-F238E27FC236}">
                <a16:creationId xmlns:a16="http://schemas.microsoft.com/office/drawing/2014/main" id="{2CD9003E-E158-43DC-B727-098854B3D1DC}"/>
              </a:ext>
            </a:extLst>
          </p:cNvPr>
          <p:cNvSpPr>
            <a:spLocks noGrp="1"/>
          </p:cNvSpPr>
          <p:nvPr/>
        </p:nvSpPr>
        <p:spPr>
          <a:xfrm>
            <a:off x="1142683" y="1531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llg_2_official_PredictedAtoms_10">
            <a:extLst>
              <a:ext uri="{FF2B5EF4-FFF2-40B4-BE49-F238E27FC236}">
                <a16:creationId xmlns:a16="http://schemas.microsoft.com/office/drawing/2014/main" id="{F712B5B2-D1B2-498C-A23E-6FE92BB98FBF}"/>
              </a:ext>
            </a:extLst>
          </p:cNvPr>
          <p:cNvSpPr>
            <a:spLocks noGrp="1"/>
          </p:cNvSpPr>
          <p:nvPr/>
        </p:nvSpPr>
        <p:spPr>
          <a:xfrm>
            <a:off x="1059040" y="1641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llg_2_official_PredictedAtoms_11">
            <a:extLst>
              <a:ext uri="{FF2B5EF4-FFF2-40B4-BE49-F238E27FC236}">
                <a16:creationId xmlns:a16="http://schemas.microsoft.com/office/drawing/2014/main" id="{EED7C2C3-2801-43C6-9A8D-F65E5C4A1767}"/>
              </a:ext>
            </a:extLst>
          </p:cNvPr>
          <p:cNvSpPr>
            <a:spLocks noGrp="1"/>
          </p:cNvSpPr>
          <p:nvPr/>
        </p:nvSpPr>
        <p:spPr>
          <a:xfrm>
            <a:off x="941096" y="1765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llg_2_official_PredictedAtoms_12">
            <a:extLst>
              <a:ext uri="{FF2B5EF4-FFF2-40B4-BE49-F238E27FC236}">
                <a16:creationId xmlns:a16="http://schemas.microsoft.com/office/drawing/2014/main" id="{9B326A28-884A-4CED-AA1A-3C34900DAB0B}"/>
              </a:ext>
            </a:extLst>
          </p:cNvPr>
          <p:cNvSpPr>
            <a:spLocks noGrp="1"/>
          </p:cNvSpPr>
          <p:nvPr/>
        </p:nvSpPr>
        <p:spPr>
          <a:xfrm>
            <a:off x="945712" y="153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llg_2_official_PredictedAtoms_13">
            <a:extLst>
              <a:ext uri="{FF2B5EF4-FFF2-40B4-BE49-F238E27FC236}">
                <a16:creationId xmlns:a16="http://schemas.microsoft.com/office/drawing/2014/main" id="{AC4F6838-94DF-464A-8551-35F315967F5D}"/>
              </a:ext>
            </a:extLst>
          </p:cNvPr>
          <p:cNvSpPr>
            <a:spLocks noGrp="1"/>
          </p:cNvSpPr>
          <p:nvPr/>
        </p:nvSpPr>
        <p:spPr>
          <a:xfrm>
            <a:off x="876131" y="13673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llg_2_official_PredictedAtoms_14">
            <a:extLst>
              <a:ext uri="{FF2B5EF4-FFF2-40B4-BE49-F238E27FC236}">
                <a16:creationId xmlns:a16="http://schemas.microsoft.com/office/drawing/2014/main" id="{4FC3301C-5A91-43F5-9E57-F11F945B8D8B}"/>
              </a:ext>
            </a:extLst>
          </p:cNvPr>
          <p:cNvSpPr>
            <a:spLocks noGrp="1"/>
          </p:cNvSpPr>
          <p:nvPr/>
        </p:nvSpPr>
        <p:spPr>
          <a:xfrm>
            <a:off x="674629" y="137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llg_2_official_PredictedAtoms_15">
            <a:extLst>
              <a:ext uri="{FF2B5EF4-FFF2-40B4-BE49-F238E27FC236}">
                <a16:creationId xmlns:a16="http://schemas.microsoft.com/office/drawing/2014/main" id="{0FB40F94-5EFD-40D7-AA76-D85A4FDCE0C7}"/>
              </a:ext>
            </a:extLst>
          </p:cNvPr>
          <p:cNvSpPr>
            <a:spLocks noGrp="1"/>
          </p:cNvSpPr>
          <p:nvPr/>
        </p:nvSpPr>
        <p:spPr>
          <a:xfrm>
            <a:off x="959713" y="1208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llg_2_official_PredictedAtoms_16">
            <a:extLst>
              <a:ext uri="{FF2B5EF4-FFF2-40B4-BE49-F238E27FC236}">
                <a16:creationId xmlns:a16="http://schemas.microsoft.com/office/drawing/2014/main" id="{32094002-968B-44D5-A374-FDE9B3F0FA66}"/>
              </a:ext>
            </a:extLst>
          </p:cNvPr>
          <p:cNvSpPr>
            <a:spLocks noGrp="1"/>
          </p:cNvSpPr>
          <p:nvPr/>
        </p:nvSpPr>
        <p:spPr>
          <a:xfrm>
            <a:off x="1136799" y="11732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llg_2_official_PredictedAtoms_17">
            <a:extLst>
              <a:ext uri="{FF2B5EF4-FFF2-40B4-BE49-F238E27FC236}">
                <a16:creationId xmlns:a16="http://schemas.microsoft.com/office/drawing/2014/main" id="{55EE9CD3-EA01-4477-9E93-ED01454D72E4}"/>
              </a:ext>
            </a:extLst>
          </p:cNvPr>
          <p:cNvSpPr>
            <a:spLocks noGrp="1"/>
          </p:cNvSpPr>
          <p:nvPr/>
        </p:nvSpPr>
        <p:spPr>
          <a:xfrm>
            <a:off x="1194917" y="9887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llg_2_official_PredictedAtoms_18">
            <a:extLst>
              <a:ext uri="{FF2B5EF4-FFF2-40B4-BE49-F238E27FC236}">
                <a16:creationId xmlns:a16="http://schemas.microsoft.com/office/drawing/2014/main" id="{F3CC25F3-71A1-418C-B26A-5BE30D3883B6}"/>
              </a:ext>
            </a:extLst>
          </p:cNvPr>
          <p:cNvSpPr>
            <a:spLocks noGrp="1"/>
          </p:cNvSpPr>
          <p:nvPr/>
        </p:nvSpPr>
        <p:spPr>
          <a:xfrm>
            <a:off x="1313497" y="9327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llg_2_official_PredictedAtoms_20">
            <a:extLst>
              <a:ext uri="{FF2B5EF4-FFF2-40B4-BE49-F238E27FC236}">
                <a16:creationId xmlns:a16="http://schemas.microsoft.com/office/drawing/2014/main" id="{FD50BA40-3751-4A55-BB10-92425BEBF1A6}"/>
              </a:ext>
            </a:extLst>
          </p:cNvPr>
          <p:cNvSpPr>
            <a:spLocks noGrp="1"/>
          </p:cNvSpPr>
          <p:nvPr/>
        </p:nvSpPr>
        <p:spPr>
          <a:xfrm>
            <a:off x="1499066" y="9823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llg_2_official_PredictedAtoms_21">
            <a:extLst>
              <a:ext uri="{FF2B5EF4-FFF2-40B4-BE49-F238E27FC236}">
                <a16:creationId xmlns:a16="http://schemas.microsoft.com/office/drawing/2014/main" id="{E88763D2-4BA0-429F-86A0-9355F7A88672}"/>
              </a:ext>
            </a:extLst>
          </p:cNvPr>
          <p:cNvSpPr>
            <a:spLocks noGrp="1"/>
          </p:cNvSpPr>
          <p:nvPr/>
        </p:nvSpPr>
        <p:spPr>
          <a:xfrm>
            <a:off x="965498" y="15988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llg_2_official_PredictedAtoms_22">
            <a:extLst>
              <a:ext uri="{FF2B5EF4-FFF2-40B4-BE49-F238E27FC236}">
                <a16:creationId xmlns:a16="http://schemas.microsoft.com/office/drawing/2014/main" id="{6AA16C43-9FFF-461D-BDA2-FEEF741350CB}"/>
              </a:ext>
            </a:extLst>
          </p:cNvPr>
          <p:cNvSpPr>
            <a:spLocks noGrp="1"/>
          </p:cNvSpPr>
          <p:nvPr/>
        </p:nvSpPr>
        <p:spPr>
          <a:xfrm>
            <a:off x="1116278" y="17357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llg_2_official_PredictedAtoms_23">
            <a:extLst>
              <a:ext uri="{FF2B5EF4-FFF2-40B4-BE49-F238E27FC236}">
                <a16:creationId xmlns:a16="http://schemas.microsoft.com/office/drawing/2014/main" id="{1B7F0049-A70D-4268-9E32-8FD4ADD191AF}"/>
              </a:ext>
            </a:extLst>
          </p:cNvPr>
          <p:cNvSpPr>
            <a:spLocks noGrp="1"/>
          </p:cNvSpPr>
          <p:nvPr/>
        </p:nvSpPr>
        <p:spPr>
          <a:xfrm>
            <a:off x="1187142" y="1738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llg_2_official_PredictedAtoms_24">
            <a:extLst>
              <a:ext uri="{FF2B5EF4-FFF2-40B4-BE49-F238E27FC236}">
                <a16:creationId xmlns:a16="http://schemas.microsoft.com/office/drawing/2014/main" id="{10F19B96-5B56-4918-BFF3-C810FF4DB145}"/>
              </a:ext>
            </a:extLst>
          </p:cNvPr>
          <p:cNvSpPr>
            <a:spLocks noGrp="1"/>
          </p:cNvSpPr>
          <p:nvPr/>
        </p:nvSpPr>
        <p:spPr>
          <a:xfrm>
            <a:off x="1650200" y="15847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llg_2_official_PredictedAtoms_25">
            <a:extLst>
              <a:ext uri="{FF2B5EF4-FFF2-40B4-BE49-F238E27FC236}">
                <a16:creationId xmlns:a16="http://schemas.microsoft.com/office/drawing/2014/main" id="{9AA09A2C-8963-4EAE-A050-B897ABB8DAFE}"/>
              </a:ext>
            </a:extLst>
          </p:cNvPr>
          <p:cNvSpPr>
            <a:spLocks noGrp="1"/>
          </p:cNvSpPr>
          <p:nvPr/>
        </p:nvSpPr>
        <p:spPr>
          <a:xfrm>
            <a:off x="1692220" y="16126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llg_2_official_PredictedAtoms_26">
            <a:extLst>
              <a:ext uri="{FF2B5EF4-FFF2-40B4-BE49-F238E27FC236}">
                <a16:creationId xmlns:a16="http://schemas.microsoft.com/office/drawing/2014/main" id="{13C0E83B-EADC-4B00-BFAF-83EB17AD2D96}"/>
              </a:ext>
            </a:extLst>
          </p:cNvPr>
          <p:cNvSpPr>
            <a:spLocks noGrp="1"/>
          </p:cNvSpPr>
          <p:nvPr/>
        </p:nvSpPr>
        <p:spPr>
          <a:xfrm>
            <a:off x="1714332" y="14008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llg_2_official_PredictedAtoms_27">
            <a:extLst>
              <a:ext uri="{FF2B5EF4-FFF2-40B4-BE49-F238E27FC236}">
                <a16:creationId xmlns:a16="http://schemas.microsoft.com/office/drawing/2014/main" id="{1AB528EC-5F88-41AB-AA6E-E02B86C32078}"/>
              </a:ext>
            </a:extLst>
          </p:cNvPr>
          <p:cNvSpPr>
            <a:spLocks noGrp="1"/>
          </p:cNvSpPr>
          <p:nvPr/>
        </p:nvSpPr>
        <p:spPr>
          <a:xfrm>
            <a:off x="1908129" y="1384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stage3-cases-alternatives_7">
            <a:extLst>
              <a:ext uri="{FF2B5EF4-FFF2-40B4-BE49-F238E27FC236}">
                <a16:creationId xmlns:a16="http://schemas.microsoft.com/office/drawing/2014/main" id="{48684ACB-6D60-4A0C-A412-9B0A6A6BEA6A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7.48 Å   D 18%   Clash 0</a:t>
            </a:r>
          </a:p>
        </p:txBody>
      </p:sp>
      <p:sp>
        <p:nvSpPr>
          <p:cNvPr id="99" name="9llg_2_tuned_Receptor">
            <a:extLst>
              <a:ext uri="{FF2B5EF4-FFF2-40B4-BE49-F238E27FC236}">
                <a16:creationId xmlns:a16="http://schemas.microsoft.com/office/drawing/2014/main" id="{93E10049-947D-420C-B8C4-49121F60F0F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0" name="9llg_2_tuned_ExperimentalDensity">
            <a:extLst>
              <a:ext uri="{FF2B5EF4-FFF2-40B4-BE49-F238E27FC236}">
                <a16:creationId xmlns:a16="http://schemas.microsoft.com/office/drawing/2014/main" id="{64738AC6-A051-4E81-B399-03B4FB54CD9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1" name="9llg_2_tuned_ReferenceLigand_0">
            <a:extLst>
              <a:ext uri="{FF2B5EF4-FFF2-40B4-BE49-F238E27FC236}">
                <a16:creationId xmlns:a16="http://schemas.microsoft.com/office/drawing/2014/main" id="{6E2AB1DF-C13E-4C4D-9637-20BC84199A7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" name="9llg_2_tuned_ReferenceLigand_1">
            <a:extLst>
              <a:ext uri="{FF2B5EF4-FFF2-40B4-BE49-F238E27FC236}">
                <a16:creationId xmlns:a16="http://schemas.microsoft.com/office/drawing/2014/main" id="{79189F14-D5CA-47F2-88AF-9FF4FA3EA6A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" name="9llg_2_tuned_ReferenceLigand_2">
            <a:extLst>
              <a:ext uri="{FF2B5EF4-FFF2-40B4-BE49-F238E27FC236}">
                <a16:creationId xmlns:a16="http://schemas.microsoft.com/office/drawing/2014/main" id="{A911E908-D710-4D88-A47C-9447C7F518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" name="9llg_2_tuned_ReferenceLigand_3">
            <a:extLst>
              <a:ext uri="{FF2B5EF4-FFF2-40B4-BE49-F238E27FC236}">
                <a16:creationId xmlns:a16="http://schemas.microsoft.com/office/drawing/2014/main" id="{2604AB39-FB86-4202-BAD3-0D2F9F5CD0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" name="9llg_2_tuned_ReferenceLigand_4">
            <a:extLst>
              <a:ext uri="{FF2B5EF4-FFF2-40B4-BE49-F238E27FC236}">
                <a16:creationId xmlns:a16="http://schemas.microsoft.com/office/drawing/2014/main" id="{93F98AD7-44E5-4EE1-B61B-360A4F31C34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" name="9llg_2_tuned_ReferenceLigand_5">
            <a:extLst>
              <a:ext uri="{FF2B5EF4-FFF2-40B4-BE49-F238E27FC236}">
                <a16:creationId xmlns:a16="http://schemas.microsoft.com/office/drawing/2014/main" id="{17355849-FDC4-4DCB-AA0A-D11E19E8E6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" name="9llg_2_tuned_ReferenceLigand_6">
            <a:extLst>
              <a:ext uri="{FF2B5EF4-FFF2-40B4-BE49-F238E27FC236}">
                <a16:creationId xmlns:a16="http://schemas.microsoft.com/office/drawing/2014/main" id="{A0AB6B6A-8C7B-458C-A86E-E2373A7A14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" name="9llg_2_tuned_ReferenceLigand_7">
            <a:extLst>
              <a:ext uri="{FF2B5EF4-FFF2-40B4-BE49-F238E27FC236}">
                <a16:creationId xmlns:a16="http://schemas.microsoft.com/office/drawing/2014/main" id="{EE474C59-5606-4E12-8FF7-53A4D3E714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" name="9llg_2_tuned_ReferenceLigand_8">
            <a:extLst>
              <a:ext uri="{FF2B5EF4-FFF2-40B4-BE49-F238E27FC236}">
                <a16:creationId xmlns:a16="http://schemas.microsoft.com/office/drawing/2014/main" id="{5CE41434-77F3-4208-8FFF-99A0CC4CD2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llg_2_tuned_ReferenceLigand_9">
            <a:extLst>
              <a:ext uri="{FF2B5EF4-FFF2-40B4-BE49-F238E27FC236}">
                <a16:creationId xmlns:a16="http://schemas.microsoft.com/office/drawing/2014/main" id="{493F1DA3-5725-4A13-970C-63F491FFB3F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llg_2_tuned_ReferenceLigand_10">
            <a:extLst>
              <a:ext uri="{FF2B5EF4-FFF2-40B4-BE49-F238E27FC236}">
                <a16:creationId xmlns:a16="http://schemas.microsoft.com/office/drawing/2014/main" id="{1323B7B7-6D16-49AE-B95C-35B78F91739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llg_2_tuned_ReferenceLigand_11">
            <a:extLst>
              <a:ext uri="{FF2B5EF4-FFF2-40B4-BE49-F238E27FC236}">
                <a16:creationId xmlns:a16="http://schemas.microsoft.com/office/drawing/2014/main" id="{A41276A9-07B1-4F54-B433-C393EB6639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llg_2_tuned_ReferenceLigand_12">
            <a:extLst>
              <a:ext uri="{FF2B5EF4-FFF2-40B4-BE49-F238E27FC236}">
                <a16:creationId xmlns:a16="http://schemas.microsoft.com/office/drawing/2014/main" id="{E4DED57C-8B2F-4238-BF99-FA342ECBC50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llg_2_tuned_ReferenceLigand_13">
            <a:extLst>
              <a:ext uri="{FF2B5EF4-FFF2-40B4-BE49-F238E27FC236}">
                <a16:creationId xmlns:a16="http://schemas.microsoft.com/office/drawing/2014/main" id="{FE254425-5A7E-4CBD-9329-3CBAF5903C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llg_2_tuned_ReferenceLigand_14">
            <a:extLst>
              <a:ext uri="{FF2B5EF4-FFF2-40B4-BE49-F238E27FC236}">
                <a16:creationId xmlns:a16="http://schemas.microsoft.com/office/drawing/2014/main" id="{33329ACE-A75F-4DBD-A4B4-23F4375FDD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llg_2_tuned_ReferenceLigand_15">
            <a:extLst>
              <a:ext uri="{FF2B5EF4-FFF2-40B4-BE49-F238E27FC236}">
                <a16:creationId xmlns:a16="http://schemas.microsoft.com/office/drawing/2014/main" id="{B4EE800B-296C-4DE1-B089-756D8530635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llg_2_tuned_ReferenceLigand_16">
            <a:extLst>
              <a:ext uri="{FF2B5EF4-FFF2-40B4-BE49-F238E27FC236}">
                <a16:creationId xmlns:a16="http://schemas.microsoft.com/office/drawing/2014/main" id="{984D713A-B811-44A0-9FA9-67694CF282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llg_2_tuned_ReferenceLigand_17">
            <a:extLst>
              <a:ext uri="{FF2B5EF4-FFF2-40B4-BE49-F238E27FC236}">
                <a16:creationId xmlns:a16="http://schemas.microsoft.com/office/drawing/2014/main" id="{1073D235-3744-4DDF-8B9C-B0A6588004F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llg_2_tuned_ReferenceLigand_18">
            <a:extLst>
              <a:ext uri="{FF2B5EF4-FFF2-40B4-BE49-F238E27FC236}">
                <a16:creationId xmlns:a16="http://schemas.microsoft.com/office/drawing/2014/main" id="{F2FDF238-5737-41DF-8F75-62214395108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llg_2_tuned_ReferenceLigand_19">
            <a:extLst>
              <a:ext uri="{FF2B5EF4-FFF2-40B4-BE49-F238E27FC236}">
                <a16:creationId xmlns:a16="http://schemas.microsoft.com/office/drawing/2014/main" id="{2DFF88DC-3CFE-4088-BEB0-7508DF027C5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llg_2_tuned_ReferenceLigand_20">
            <a:extLst>
              <a:ext uri="{FF2B5EF4-FFF2-40B4-BE49-F238E27FC236}">
                <a16:creationId xmlns:a16="http://schemas.microsoft.com/office/drawing/2014/main" id="{91EBCBED-B049-4558-BCA5-7BAE46AA47D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llg_2_tuned_ReferenceLigand_21">
            <a:extLst>
              <a:ext uri="{FF2B5EF4-FFF2-40B4-BE49-F238E27FC236}">
                <a16:creationId xmlns:a16="http://schemas.microsoft.com/office/drawing/2014/main" id="{FC822161-632C-4422-A84D-F9E719510C4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llg_2_tuned_ReferenceLigand_22">
            <a:extLst>
              <a:ext uri="{FF2B5EF4-FFF2-40B4-BE49-F238E27FC236}">
                <a16:creationId xmlns:a16="http://schemas.microsoft.com/office/drawing/2014/main" id="{E9E565E1-2861-4C94-A1C5-756113612F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llg_2_tuned_ReferenceLigand_23">
            <a:extLst>
              <a:ext uri="{FF2B5EF4-FFF2-40B4-BE49-F238E27FC236}">
                <a16:creationId xmlns:a16="http://schemas.microsoft.com/office/drawing/2014/main" id="{8E7200A4-11C0-4C39-966F-BE0054986C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llg_2_tuned_ReferenceLigand_24">
            <a:extLst>
              <a:ext uri="{FF2B5EF4-FFF2-40B4-BE49-F238E27FC236}">
                <a16:creationId xmlns:a16="http://schemas.microsoft.com/office/drawing/2014/main" id="{42718E0C-703E-4D81-AD86-9471CA96EF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llg_2_tuned_ReferenceLigand_25">
            <a:extLst>
              <a:ext uri="{FF2B5EF4-FFF2-40B4-BE49-F238E27FC236}">
                <a16:creationId xmlns:a16="http://schemas.microsoft.com/office/drawing/2014/main" id="{AB6DF397-E174-41F1-8612-CBB224AD29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llg_2_tuned_ReferenceLigand_26">
            <a:extLst>
              <a:ext uri="{FF2B5EF4-FFF2-40B4-BE49-F238E27FC236}">
                <a16:creationId xmlns:a16="http://schemas.microsoft.com/office/drawing/2014/main" id="{CF7B9FB6-E61E-482F-AB29-C4FADBBFDB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llg_2_tuned_ReferenceLigand_27">
            <a:extLst>
              <a:ext uri="{FF2B5EF4-FFF2-40B4-BE49-F238E27FC236}">
                <a16:creationId xmlns:a16="http://schemas.microsoft.com/office/drawing/2014/main" id="{91003278-61B5-44E0-8070-CF4ED66BDC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llg_2_tuned_ReferenceLigand_28">
            <a:extLst>
              <a:ext uri="{FF2B5EF4-FFF2-40B4-BE49-F238E27FC236}">
                <a16:creationId xmlns:a16="http://schemas.microsoft.com/office/drawing/2014/main" id="{870977D7-2E9D-4F13-9037-60C830F5EB7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llg_2_tuned_ReferenceLigand_29">
            <a:extLst>
              <a:ext uri="{FF2B5EF4-FFF2-40B4-BE49-F238E27FC236}">
                <a16:creationId xmlns:a16="http://schemas.microsoft.com/office/drawing/2014/main" id="{467B8528-A51D-43D4-BDC8-D3FEA4ED6E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llg_2_tuned_ReferenceLigand_30">
            <a:extLst>
              <a:ext uri="{FF2B5EF4-FFF2-40B4-BE49-F238E27FC236}">
                <a16:creationId xmlns:a16="http://schemas.microsoft.com/office/drawing/2014/main" id="{F1B21A96-58C8-423C-8CBD-A5C30578C5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llg_2_tuned_PredictedLigand_0">
            <a:extLst>
              <a:ext uri="{FF2B5EF4-FFF2-40B4-BE49-F238E27FC236}">
                <a16:creationId xmlns:a16="http://schemas.microsoft.com/office/drawing/2014/main" id="{70FD55D9-01CF-473B-8F11-0CBEC7ABEE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519" y="759993"/>
                </a:moveTo>
                <a:lnTo>
                  <a:pt x="1366611" y="824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3" name="9llg_2_tuned_PredictedLigand_1">
            <a:extLst>
              <a:ext uri="{FF2B5EF4-FFF2-40B4-BE49-F238E27FC236}">
                <a16:creationId xmlns:a16="http://schemas.microsoft.com/office/drawing/2014/main" id="{A009722F-EA13-47CC-8C6B-D7EF63D055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6611" y="824112"/>
                </a:moveTo>
                <a:lnTo>
                  <a:pt x="1238153" y="673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4" name="9llg_2_tuned_PredictedLigand_2">
            <a:extLst>
              <a:ext uri="{FF2B5EF4-FFF2-40B4-BE49-F238E27FC236}">
                <a16:creationId xmlns:a16="http://schemas.microsoft.com/office/drawing/2014/main" id="{A30598E5-037C-47A3-8C56-4E9C493889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7232" y="871927"/>
                </a:moveTo>
                <a:lnTo>
                  <a:pt x="965538" y="8692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5" name="9llg_2_tuned_PredictedLigand_3">
            <a:extLst>
              <a:ext uri="{FF2B5EF4-FFF2-40B4-BE49-F238E27FC236}">
                <a16:creationId xmlns:a16="http://schemas.microsoft.com/office/drawing/2014/main" id="{824511D6-8FA7-4A02-8B1D-01D789E201A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550519" y="7599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6" name="9llg_2_tuned_PredictedLigand_4">
            <a:extLst>
              <a:ext uri="{FF2B5EF4-FFF2-40B4-BE49-F238E27FC236}">
                <a16:creationId xmlns:a16="http://schemas.microsoft.com/office/drawing/2014/main" id="{C6495C84-60B1-4EF1-9AE8-4E92EADEC2D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5538" y="869258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7" name="9llg_2_tuned_PredictedLigand_5">
            <a:extLst>
              <a:ext uri="{FF2B5EF4-FFF2-40B4-BE49-F238E27FC236}">
                <a16:creationId xmlns:a16="http://schemas.microsoft.com/office/drawing/2014/main" id="{B4F57C78-75DB-4CAC-9AB6-71BACF7435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8" name="9llg_2_tuned_PredictedLigand_6">
            <a:extLst>
              <a:ext uri="{FF2B5EF4-FFF2-40B4-BE49-F238E27FC236}">
                <a16:creationId xmlns:a16="http://schemas.microsoft.com/office/drawing/2014/main" id="{C8DD7890-617D-479E-B29D-FCB226AD4B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533" y="739971"/>
                </a:moveTo>
                <a:lnTo>
                  <a:pt x="777232" y="87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9" name="9llg_2_tuned_PredictedLigand_7">
            <a:extLst>
              <a:ext uri="{FF2B5EF4-FFF2-40B4-BE49-F238E27FC236}">
                <a16:creationId xmlns:a16="http://schemas.microsoft.com/office/drawing/2014/main" id="{29B75C25-D3E3-4F47-BA78-5C1DEB02839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0" name="9llg_2_tuned_PredictedLigand_8">
            <a:extLst>
              <a:ext uri="{FF2B5EF4-FFF2-40B4-BE49-F238E27FC236}">
                <a16:creationId xmlns:a16="http://schemas.microsoft.com/office/drawing/2014/main" id="{413DA94C-DD65-4981-9ED2-641C385A82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5893" y="72452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1" name="9llg_2_tuned_PredictedLigand_9">
            <a:extLst>
              <a:ext uri="{FF2B5EF4-FFF2-40B4-BE49-F238E27FC236}">
                <a16:creationId xmlns:a16="http://schemas.microsoft.com/office/drawing/2014/main" id="{A3BC330D-D1E5-4F98-828E-83C194A997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535090" y="571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" name="9llg_2_tuned_PredictedLigand_10">
            <a:extLst>
              <a:ext uri="{FF2B5EF4-FFF2-40B4-BE49-F238E27FC236}">
                <a16:creationId xmlns:a16="http://schemas.microsoft.com/office/drawing/2014/main" id="{74AE532E-0B8F-475A-9CB0-E697D5FFF07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4615" y="359112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llg_2_tuned_PredictedLigand_11">
            <a:extLst>
              <a:ext uri="{FF2B5EF4-FFF2-40B4-BE49-F238E27FC236}">
                <a16:creationId xmlns:a16="http://schemas.microsoft.com/office/drawing/2014/main" id="{E3425F14-02B0-4B31-8EC4-4D1AA449C8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0431" y="722929"/>
                </a:moveTo>
                <a:lnTo>
                  <a:pt x="944156" y="558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llg_2_tuned_PredictedLigand_12">
            <a:extLst>
              <a:ext uri="{FF2B5EF4-FFF2-40B4-BE49-F238E27FC236}">
                <a16:creationId xmlns:a16="http://schemas.microsoft.com/office/drawing/2014/main" id="{D16BEDAB-6971-4158-8E7D-886A902557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3697" y="382813"/>
                </a:moveTo>
                <a:lnTo>
                  <a:pt x="1234615" y="359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llg_2_tuned_PredictedLigand_13">
            <a:extLst>
              <a:ext uri="{FF2B5EF4-FFF2-40B4-BE49-F238E27FC236}">
                <a16:creationId xmlns:a16="http://schemas.microsoft.com/office/drawing/2014/main" id="{C0B7A252-D501-40FB-A09E-2C44FF75F88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8944" y="595523"/>
                </a:moveTo>
                <a:lnTo>
                  <a:pt x="495893" y="7245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llg_2_tuned_PredictedLigand_14">
            <a:extLst>
              <a:ext uri="{FF2B5EF4-FFF2-40B4-BE49-F238E27FC236}">
                <a16:creationId xmlns:a16="http://schemas.microsoft.com/office/drawing/2014/main" id="{2B7B9D06-E95D-4DB5-8D54-AC320996F3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680176" y="518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llg_2_tuned_PredictedLigand_15">
            <a:extLst>
              <a:ext uri="{FF2B5EF4-FFF2-40B4-BE49-F238E27FC236}">
                <a16:creationId xmlns:a16="http://schemas.microsoft.com/office/drawing/2014/main" id="{86C1B7CD-21E0-4F4C-BFA1-63FEDB14F8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1043697" y="3828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llg_2_tuned_PredictedLigand_16">
            <a:extLst>
              <a:ext uri="{FF2B5EF4-FFF2-40B4-BE49-F238E27FC236}">
                <a16:creationId xmlns:a16="http://schemas.microsoft.com/office/drawing/2014/main" id="{2764C789-2DCE-4CB9-A453-9342D85FDB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855390" y="59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llg_2_tuned_PredictedLigand_17">
            <a:extLst>
              <a:ext uri="{FF2B5EF4-FFF2-40B4-BE49-F238E27FC236}">
                <a16:creationId xmlns:a16="http://schemas.microsoft.com/office/drawing/2014/main" id="{81E60F7F-302A-4B0C-8791-3606D7131D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llg_2_tuned_PredictedLigand_18">
            <a:extLst>
              <a:ext uri="{FF2B5EF4-FFF2-40B4-BE49-F238E27FC236}">
                <a16:creationId xmlns:a16="http://schemas.microsoft.com/office/drawing/2014/main" id="{3AD37AE1-F1A7-4119-A040-510BB8608AA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770982" y="594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llg_2_tuned_PredictedLigand_19">
            <a:extLst>
              <a:ext uri="{FF2B5EF4-FFF2-40B4-BE49-F238E27FC236}">
                <a16:creationId xmlns:a16="http://schemas.microsoft.com/office/drawing/2014/main" id="{2F949B0B-76A8-4533-B3C9-EA46BF97EC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390" y="594904"/>
                </a:moveTo>
                <a:lnTo>
                  <a:pt x="1996057" y="6411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llg_2_tuned_PredictedLigand_20">
            <a:extLst>
              <a:ext uri="{FF2B5EF4-FFF2-40B4-BE49-F238E27FC236}">
                <a16:creationId xmlns:a16="http://schemas.microsoft.com/office/drawing/2014/main" id="{A6D1B836-BE83-4330-9330-D34F30AB395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365" y="654937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llg_2_tuned_PredictedLigand_21">
            <a:extLst>
              <a:ext uri="{FF2B5EF4-FFF2-40B4-BE49-F238E27FC236}">
                <a16:creationId xmlns:a16="http://schemas.microsoft.com/office/drawing/2014/main" id="{5535C67D-CD55-4F2A-A329-5723AB2E03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6057" y="641170"/>
                </a:moveTo>
                <a:lnTo>
                  <a:pt x="2173314" y="6644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llg_2_tuned_PredictedLigand_22">
            <a:extLst>
              <a:ext uri="{FF2B5EF4-FFF2-40B4-BE49-F238E27FC236}">
                <a16:creationId xmlns:a16="http://schemas.microsoft.com/office/drawing/2014/main" id="{1B8C1245-3244-46D9-86AE-A91EE353AF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673810" y="3229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llg_2_tuned_PredictedLigand_23">
            <a:extLst>
              <a:ext uri="{FF2B5EF4-FFF2-40B4-BE49-F238E27FC236}">
                <a16:creationId xmlns:a16="http://schemas.microsoft.com/office/drawing/2014/main" id="{BAB1AF52-9403-458C-95B9-8C23B3940D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45834" y="4339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llg_2_tuned_PredictedLigand_24">
            <a:extLst>
              <a:ext uri="{FF2B5EF4-FFF2-40B4-BE49-F238E27FC236}">
                <a16:creationId xmlns:a16="http://schemas.microsoft.com/office/drawing/2014/main" id="{F82F24A3-6E6D-45F9-B9FF-FFC05059C5C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3314" y="664443"/>
                </a:moveTo>
                <a:lnTo>
                  <a:pt x="2328630" y="661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llg_2_tuned_PredictedLigand_25">
            <a:extLst>
              <a:ext uri="{FF2B5EF4-FFF2-40B4-BE49-F238E27FC236}">
                <a16:creationId xmlns:a16="http://schemas.microsoft.com/office/drawing/2014/main" id="{FDF57BB1-F56D-4C92-A704-81EAF48328C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340250" y="5639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llg_2_tuned_PredictedLigand_26">
            <a:extLst>
              <a:ext uri="{FF2B5EF4-FFF2-40B4-BE49-F238E27FC236}">
                <a16:creationId xmlns:a16="http://schemas.microsoft.com/office/drawing/2014/main" id="{6597CA64-6838-4C6D-9C3A-B29D88E905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6712" y="487336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llg_2_tuned_PredictedLigand_27">
            <a:extLst>
              <a:ext uri="{FF2B5EF4-FFF2-40B4-BE49-F238E27FC236}">
                <a16:creationId xmlns:a16="http://schemas.microsoft.com/office/drawing/2014/main" id="{C8C9D494-2A62-4AF5-93DE-00A2E130E5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500091" y="74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llg_2_tuned_PredictedLigand_28">
            <a:extLst>
              <a:ext uri="{FF2B5EF4-FFF2-40B4-BE49-F238E27FC236}">
                <a16:creationId xmlns:a16="http://schemas.microsoft.com/office/drawing/2014/main" id="{DD72B740-9D53-4FE8-B1FB-D35CBF960CD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834" y="433963"/>
                </a:moveTo>
                <a:lnTo>
                  <a:pt x="476712" y="4873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llg_2_tuned_PredictedLigand_29">
            <a:extLst>
              <a:ext uri="{FF2B5EF4-FFF2-40B4-BE49-F238E27FC236}">
                <a16:creationId xmlns:a16="http://schemas.microsoft.com/office/drawing/2014/main" id="{963F7527-9529-49B0-9706-84CD240E7C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810014" y="6529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llg_2_tuned_PredictedLigand_30">
            <a:extLst>
              <a:ext uri="{FF2B5EF4-FFF2-40B4-BE49-F238E27FC236}">
                <a16:creationId xmlns:a16="http://schemas.microsoft.com/office/drawing/2014/main" id="{471F9218-7BF8-49EE-B765-65DA181FC01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264790" y="7160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llg_2_tuned_PredictedAtoms_0">
            <a:extLst>
              <a:ext uri="{FF2B5EF4-FFF2-40B4-BE49-F238E27FC236}">
                <a16:creationId xmlns:a16="http://schemas.microsoft.com/office/drawing/2014/main" id="{49556AA3-5762-4945-99A2-F03FAD16E99C}"/>
              </a:ext>
            </a:extLst>
          </p:cNvPr>
          <p:cNvSpPr>
            <a:spLocks noGrp="1"/>
          </p:cNvSpPr>
          <p:nvPr/>
        </p:nvSpPr>
        <p:spPr>
          <a:xfrm>
            <a:off x="3392573" y="142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" name="9llg_2_tuned_PredictedAtoms_1">
            <a:extLst>
              <a:ext uri="{FF2B5EF4-FFF2-40B4-BE49-F238E27FC236}">
                <a16:creationId xmlns:a16="http://schemas.microsoft.com/office/drawing/2014/main" id="{16C89ED6-F203-4D8D-AB95-2B6656DD7B71}"/>
              </a:ext>
            </a:extLst>
          </p:cNvPr>
          <p:cNvSpPr>
            <a:spLocks noGrp="1"/>
          </p:cNvSpPr>
          <p:nvPr/>
        </p:nvSpPr>
        <p:spPr>
          <a:xfrm>
            <a:off x="3563152" y="1369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" name="9llg_2_tuned_PredictedAtoms_2">
            <a:extLst>
              <a:ext uri="{FF2B5EF4-FFF2-40B4-BE49-F238E27FC236}">
                <a16:creationId xmlns:a16="http://schemas.microsoft.com/office/drawing/2014/main" id="{4FF48B3F-8E9C-47AF-AF74-B5F6FD57F320}"/>
              </a:ext>
            </a:extLst>
          </p:cNvPr>
          <p:cNvSpPr>
            <a:spLocks noGrp="1"/>
          </p:cNvSpPr>
          <p:nvPr/>
        </p:nvSpPr>
        <p:spPr>
          <a:xfrm>
            <a:off x="3680100" y="14989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" name="9llg_2_tuned_PredictedAtoms_3">
            <a:extLst>
              <a:ext uri="{FF2B5EF4-FFF2-40B4-BE49-F238E27FC236}">
                <a16:creationId xmlns:a16="http://schemas.microsoft.com/office/drawing/2014/main" id="{8B67E84E-D61B-4F23-A9FE-5F3D683732FD}"/>
              </a:ext>
            </a:extLst>
          </p:cNvPr>
          <p:cNvSpPr>
            <a:spLocks noGrp="1"/>
          </p:cNvSpPr>
          <p:nvPr/>
        </p:nvSpPr>
        <p:spPr>
          <a:xfrm>
            <a:off x="3868740" y="15143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" name="9llg_2_tuned_PredictedAtoms_4">
            <a:extLst>
              <a:ext uri="{FF2B5EF4-FFF2-40B4-BE49-F238E27FC236}">
                <a16:creationId xmlns:a16="http://schemas.microsoft.com/office/drawing/2014/main" id="{A6053EC4-66D4-46A8-A33A-C2C70C58ECE1}"/>
              </a:ext>
            </a:extLst>
          </p:cNvPr>
          <p:cNvSpPr>
            <a:spLocks noGrp="1"/>
          </p:cNvSpPr>
          <p:nvPr/>
        </p:nvSpPr>
        <p:spPr>
          <a:xfrm>
            <a:off x="3961439" y="16463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" name="9llg_2_tuned_PredictedAtoms_5">
            <a:extLst>
              <a:ext uri="{FF2B5EF4-FFF2-40B4-BE49-F238E27FC236}">
                <a16:creationId xmlns:a16="http://schemas.microsoft.com/office/drawing/2014/main" id="{99404251-7D22-4C68-B561-DF09506784A9}"/>
              </a:ext>
            </a:extLst>
          </p:cNvPr>
          <p:cNvSpPr>
            <a:spLocks noGrp="1"/>
          </p:cNvSpPr>
          <p:nvPr/>
        </p:nvSpPr>
        <p:spPr>
          <a:xfrm>
            <a:off x="4149745" y="1643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" name="9llg_2_tuned_PredictedAtoms_6">
            <a:extLst>
              <a:ext uri="{FF2B5EF4-FFF2-40B4-BE49-F238E27FC236}">
                <a16:creationId xmlns:a16="http://schemas.microsoft.com/office/drawing/2014/main" id="{2A1F7336-4B09-4836-A9E3-AE18BC55817B}"/>
              </a:ext>
            </a:extLst>
          </p:cNvPr>
          <p:cNvSpPr>
            <a:spLocks noGrp="1"/>
          </p:cNvSpPr>
          <p:nvPr/>
        </p:nvSpPr>
        <p:spPr>
          <a:xfrm>
            <a:off x="4244639" y="14973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" name="9llg_2_tuned_PredictedAtoms_7">
            <a:extLst>
              <a:ext uri="{FF2B5EF4-FFF2-40B4-BE49-F238E27FC236}">
                <a16:creationId xmlns:a16="http://schemas.microsoft.com/office/drawing/2014/main" id="{A1176F79-5828-4AB9-AABB-37AC5FF64360}"/>
              </a:ext>
            </a:extLst>
          </p:cNvPr>
          <p:cNvSpPr>
            <a:spLocks noGrp="1"/>
          </p:cNvSpPr>
          <p:nvPr/>
        </p:nvSpPr>
        <p:spPr>
          <a:xfrm>
            <a:off x="4128363" y="13330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1" name="9llg_2_tuned_PredictedAtoms_8">
            <a:extLst>
              <a:ext uri="{FF2B5EF4-FFF2-40B4-BE49-F238E27FC236}">
                <a16:creationId xmlns:a16="http://schemas.microsoft.com/office/drawing/2014/main" id="{394CB168-53B8-4223-BBBA-F5D0C5F55A75}"/>
              </a:ext>
            </a:extLst>
          </p:cNvPr>
          <p:cNvSpPr>
            <a:spLocks noGrp="1"/>
          </p:cNvSpPr>
          <p:nvPr/>
        </p:nvSpPr>
        <p:spPr>
          <a:xfrm>
            <a:off x="4227904" y="11571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2" name="9llg_2_tuned_PredictedAtoms_9">
            <a:extLst>
              <a:ext uri="{FF2B5EF4-FFF2-40B4-BE49-F238E27FC236}">
                <a16:creationId xmlns:a16="http://schemas.microsoft.com/office/drawing/2014/main" id="{A0665677-F6D8-4CEE-ABE9-E294C11C67AD}"/>
              </a:ext>
            </a:extLst>
          </p:cNvPr>
          <p:cNvSpPr>
            <a:spLocks noGrp="1"/>
          </p:cNvSpPr>
          <p:nvPr/>
        </p:nvSpPr>
        <p:spPr>
          <a:xfrm>
            <a:off x="4418822" y="1133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3" name="9llg_2_tuned_PredictedAtoms_10">
            <a:extLst>
              <a:ext uri="{FF2B5EF4-FFF2-40B4-BE49-F238E27FC236}">
                <a16:creationId xmlns:a16="http://schemas.microsoft.com/office/drawing/2014/main" id="{5A3E6C5E-06C3-4008-B251-38692773D2DB}"/>
              </a:ext>
            </a:extLst>
          </p:cNvPr>
          <p:cNvSpPr>
            <a:spLocks noGrp="1"/>
          </p:cNvSpPr>
          <p:nvPr/>
        </p:nvSpPr>
        <p:spPr>
          <a:xfrm>
            <a:off x="4524264" y="13083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4" name="9llg_2_tuned_PredictedAtoms_11">
            <a:extLst>
              <a:ext uri="{FF2B5EF4-FFF2-40B4-BE49-F238E27FC236}">
                <a16:creationId xmlns:a16="http://schemas.microsoft.com/office/drawing/2014/main" id="{C261DFA6-970A-432D-A892-3E7E52F99E66}"/>
              </a:ext>
            </a:extLst>
          </p:cNvPr>
          <p:cNvSpPr>
            <a:spLocks noGrp="1"/>
          </p:cNvSpPr>
          <p:nvPr/>
        </p:nvSpPr>
        <p:spPr>
          <a:xfrm>
            <a:off x="4524458" y="13383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5" name="9llg_2_tuned_PredictedAtoms_12">
            <a:extLst>
              <a:ext uri="{FF2B5EF4-FFF2-40B4-BE49-F238E27FC236}">
                <a16:creationId xmlns:a16="http://schemas.microsoft.com/office/drawing/2014/main" id="{558E11BB-6A80-45F6-B560-D9C53D196086}"/>
              </a:ext>
            </a:extLst>
          </p:cNvPr>
          <p:cNvSpPr>
            <a:spLocks noGrp="1"/>
          </p:cNvSpPr>
          <p:nvPr/>
        </p:nvSpPr>
        <p:spPr>
          <a:xfrm>
            <a:off x="4719298" y="13459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llg_2_tuned_PredictedAtoms_13">
            <a:extLst>
              <a:ext uri="{FF2B5EF4-FFF2-40B4-BE49-F238E27FC236}">
                <a16:creationId xmlns:a16="http://schemas.microsoft.com/office/drawing/2014/main" id="{3CF12CFF-400D-4D7E-8DF6-1E83D6B61CF0}"/>
              </a:ext>
            </a:extLst>
          </p:cNvPr>
          <p:cNvSpPr>
            <a:spLocks noGrp="1"/>
          </p:cNvSpPr>
          <p:nvPr/>
        </p:nvSpPr>
        <p:spPr>
          <a:xfrm>
            <a:off x="4864383" y="12924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llg_2_tuned_PredictedAtoms_14">
            <a:extLst>
              <a:ext uri="{FF2B5EF4-FFF2-40B4-BE49-F238E27FC236}">
                <a16:creationId xmlns:a16="http://schemas.microsoft.com/office/drawing/2014/main" id="{994A2537-047B-4107-A512-338084986F68}"/>
              </a:ext>
            </a:extLst>
          </p:cNvPr>
          <p:cNvSpPr>
            <a:spLocks noGrp="1"/>
          </p:cNvSpPr>
          <p:nvPr/>
        </p:nvSpPr>
        <p:spPr>
          <a:xfrm>
            <a:off x="4858017" y="10972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llg_2_tuned_PredictedAtoms_15">
            <a:extLst>
              <a:ext uri="{FF2B5EF4-FFF2-40B4-BE49-F238E27FC236}">
                <a16:creationId xmlns:a16="http://schemas.microsoft.com/office/drawing/2014/main" id="{2271510F-0573-4BD2-804F-306090AF9F61}"/>
              </a:ext>
            </a:extLst>
          </p:cNvPr>
          <p:cNvSpPr>
            <a:spLocks noGrp="1"/>
          </p:cNvSpPr>
          <p:nvPr/>
        </p:nvSpPr>
        <p:spPr>
          <a:xfrm>
            <a:off x="5039598" y="13692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llg_2_tuned_PredictedAtoms_16">
            <a:extLst>
              <a:ext uri="{FF2B5EF4-FFF2-40B4-BE49-F238E27FC236}">
                <a16:creationId xmlns:a16="http://schemas.microsoft.com/office/drawing/2014/main" id="{84E46EC5-51CC-4CB3-B9FF-15E7DD001593}"/>
              </a:ext>
            </a:extLst>
          </p:cNvPr>
          <p:cNvSpPr>
            <a:spLocks noGrp="1"/>
          </p:cNvSpPr>
          <p:nvPr/>
        </p:nvSpPr>
        <p:spPr>
          <a:xfrm>
            <a:off x="5180265" y="14155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llg_2_tuned_PredictedAtoms_17">
            <a:extLst>
              <a:ext uri="{FF2B5EF4-FFF2-40B4-BE49-F238E27FC236}">
                <a16:creationId xmlns:a16="http://schemas.microsoft.com/office/drawing/2014/main" id="{89B3BF26-2F0D-4E46-8344-F7F0D3D6D723}"/>
              </a:ext>
            </a:extLst>
          </p:cNvPr>
          <p:cNvSpPr>
            <a:spLocks noGrp="1"/>
          </p:cNvSpPr>
          <p:nvPr/>
        </p:nvSpPr>
        <p:spPr>
          <a:xfrm>
            <a:off x="5357521" y="14388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llg_2_tuned_PredictedAtoms_18">
            <a:extLst>
              <a:ext uri="{FF2B5EF4-FFF2-40B4-BE49-F238E27FC236}">
                <a16:creationId xmlns:a16="http://schemas.microsoft.com/office/drawing/2014/main" id="{D85A242A-843B-4B15-8EEB-86C61864CC56}"/>
              </a:ext>
            </a:extLst>
          </p:cNvPr>
          <p:cNvSpPr>
            <a:spLocks noGrp="1"/>
          </p:cNvSpPr>
          <p:nvPr/>
        </p:nvSpPr>
        <p:spPr>
          <a:xfrm>
            <a:off x="5512838" y="14362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llg_2_tuned_PredictedAtoms_19">
            <a:extLst>
              <a:ext uri="{FF2B5EF4-FFF2-40B4-BE49-F238E27FC236}">
                <a16:creationId xmlns:a16="http://schemas.microsoft.com/office/drawing/2014/main" id="{1EDDBED4-4160-4E5A-9BD2-B8EEDDA3C0D7}"/>
              </a:ext>
            </a:extLst>
          </p:cNvPr>
          <p:cNvSpPr>
            <a:spLocks noGrp="1"/>
          </p:cNvSpPr>
          <p:nvPr/>
        </p:nvSpPr>
        <p:spPr>
          <a:xfrm>
            <a:off x="5684299" y="15163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llg_2_tuned_PredictedAtoms_20">
            <a:extLst>
              <a:ext uri="{FF2B5EF4-FFF2-40B4-BE49-F238E27FC236}">
                <a16:creationId xmlns:a16="http://schemas.microsoft.com/office/drawing/2014/main" id="{93ED655D-ED32-4C23-B196-CECD80F24D6C}"/>
              </a:ext>
            </a:extLst>
          </p:cNvPr>
          <p:cNvSpPr>
            <a:spLocks noGrp="1"/>
          </p:cNvSpPr>
          <p:nvPr/>
        </p:nvSpPr>
        <p:spPr>
          <a:xfrm>
            <a:off x="5448998" y="14904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llg_2_tuned_PredictedAtoms_21">
            <a:extLst>
              <a:ext uri="{FF2B5EF4-FFF2-40B4-BE49-F238E27FC236}">
                <a16:creationId xmlns:a16="http://schemas.microsoft.com/office/drawing/2014/main" id="{284E1B82-C34D-4061-8A67-9D1C09039E8C}"/>
              </a:ext>
            </a:extLst>
          </p:cNvPr>
          <p:cNvSpPr>
            <a:spLocks noGrp="1"/>
          </p:cNvSpPr>
          <p:nvPr/>
        </p:nvSpPr>
        <p:spPr>
          <a:xfrm>
            <a:off x="4734727" y="15343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llg_2_tuned_PredictedAtoms_22">
            <a:extLst>
              <a:ext uri="{FF2B5EF4-FFF2-40B4-BE49-F238E27FC236}">
                <a16:creationId xmlns:a16="http://schemas.microsoft.com/office/drawing/2014/main" id="{AF61DE79-19DB-4DA4-B357-5DEA7EAC5C0C}"/>
              </a:ext>
            </a:extLst>
          </p:cNvPr>
          <p:cNvSpPr>
            <a:spLocks noGrp="1"/>
          </p:cNvSpPr>
          <p:nvPr/>
        </p:nvSpPr>
        <p:spPr>
          <a:xfrm>
            <a:off x="4550819" y="15984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llg_2_tuned_PredictedAtoms_23">
            <a:extLst>
              <a:ext uri="{FF2B5EF4-FFF2-40B4-BE49-F238E27FC236}">
                <a16:creationId xmlns:a16="http://schemas.microsoft.com/office/drawing/2014/main" id="{8D28687E-BF96-454B-90BD-11176C50C5C8}"/>
              </a:ext>
            </a:extLst>
          </p:cNvPr>
          <p:cNvSpPr>
            <a:spLocks noGrp="1"/>
          </p:cNvSpPr>
          <p:nvPr/>
        </p:nvSpPr>
        <p:spPr>
          <a:xfrm>
            <a:off x="4422360" y="14483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llg_2_tuned_PredictedAtoms_24">
            <a:extLst>
              <a:ext uri="{FF2B5EF4-FFF2-40B4-BE49-F238E27FC236}">
                <a16:creationId xmlns:a16="http://schemas.microsoft.com/office/drawing/2014/main" id="{B5CB9469-3081-4DED-ADE6-9AB47F586980}"/>
              </a:ext>
            </a:extLst>
          </p:cNvPr>
          <p:cNvSpPr>
            <a:spLocks noGrp="1"/>
          </p:cNvSpPr>
          <p:nvPr/>
        </p:nvSpPr>
        <p:spPr>
          <a:xfrm>
            <a:off x="3955189" y="1368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llg_2_tuned_PredictedAtoms_25">
            <a:extLst>
              <a:ext uri="{FF2B5EF4-FFF2-40B4-BE49-F238E27FC236}">
                <a16:creationId xmlns:a16="http://schemas.microsoft.com/office/drawing/2014/main" id="{CA4B82C6-B67D-4BEF-B91D-54E631FEFC46}"/>
              </a:ext>
            </a:extLst>
          </p:cNvPr>
          <p:cNvSpPr>
            <a:spLocks noGrp="1"/>
          </p:cNvSpPr>
          <p:nvPr/>
        </p:nvSpPr>
        <p:spPr>
          <a:xfrm>
            <a:off x="3994221" y="1427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llg_2_tuned_PredictedAtoms_26">
            <a:extLst>
              <a:ext uri="{FF2B5EF4-FFF2-40B4-BE49-F238E27FC236}">
                <a16:creationId xmlns:a16="http://schemas.microsoft.com/office/drawing/2014/main" id="{65C97946-E82E-4FF5-87DF-53ED5015F46E}"/>
              </a:ext>
            </a:extLst>
          </p:cNvPr>
          <p:cNvSpPr>
            <a:spLocks noGrp="1"/>
          </p:cNvSpPr>
          <p:nvPr/>
        </p:nvSpPr>
        <p:spPr>
          <a:xfrm>
            <a:off x="3830042" y="12083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llg_2_tuned_PredictedAtoms_27">
            <a:extLst>
              <a:ext uri="{FF2B5EF4-FFF2-40B4-BE49-F238E27FC236}">
                <a16:creationId xmlns:a16="http://schemas.microsoft.com/office/drawing/2014/main" id="{27650D5B-5E37-4062-86D2-C0DF157AE0AD}"/>
              </a:ext>
            </a:extLst>
          </p:cNvPr>
          <p:cNvSpPr>
            <a:spLocks noGrp="1"/>
          </p:cNvSpPr>
          <p:nvPr/>
        </p:nvSpPr>
        <p:spPr>
          <a:xfrm>
            <a:off x="3660920" y="12617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stage3-cases-alternatives_9">
            <a:extLst>
              <a:ext uri="{FF2B5EF4-FFF2-40B4-BE49-F238E27FC236}">
                <a16:creationId xmlns:a16="http://schemas.microsoft.com/office/drawing/2014/main" id="{097622C8-309D-4B27-A523-5D280CDD9D20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0.92 Å   D 32%   Clash 0</a:t>
            </a:r>
          </a:p>
        </p:txBody>
      </p:sp>
      <p:sp>
        <p:nvSpPr>
          <p:cNvPr id="192" name="9llg_2_build_Receptor">
            <a:extLst>
              <a:ext uri="{FF2B5EF4-FFF2-40B4-BE49-F238E27FC236}">
                <a16:creationId xmlns:a16="http://schemas.microsoft.com/office/drawing/2014/main" id="{D74AD39E-D091-4876-B642-FEF67F3949C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93" name="9llg_2_build_ExperimentalDensity">
            <a:extLst>
              <a:ext uri="{FF2B5EF4-FFF2-40B4-BE49-F238E27FC236}">
                <a16:creationId xmlns:a16="http://schemas.microsoft.com/office/drawing/2014/main" id="{A9A5A9C6-4465-4B11-979C-7BD099BD7C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4" name="9llg_2_build_ReferenceLigand_0">
            <a:extLst>
              <a:ext uri="{FF2B5EF4-FFF2-40B4-BE49-F238E27FC236}">
                <a16:creationId xmlns:a16="http://schemas.microsoft.com/office/drawing/2014/main" id="{F4D32E93-4914-41FD-8D71-0FBDA0AED9B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" name="9llg_2_build_ReferenceLigand_1">
            <a:extLst>
              <a:ext uri="{FF2B5EF4-FFF2-40B4-BE49-F238E27FC236}">
                <a16:creationId xmlns:a16="http://schemas.microsoft.com/office/drawing/2014/main" id="{4A151512-0C4C-431E-B0F7-9535621763F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6" name="9llg_2_build_ReferenceLigand_2">
            <a:extLst>
              <a:ext uri="{FF2B5EF4-FFF2-40B4-BE49-F238E27FC236}">
                <a16:creationId xmlns:a16="http://schemas.microsoft.com/office/drawing/2014/main" id="{C4C7B5B6-2BF5-46F3-AF3A-8324B10EA06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7" name="9llg_2_build_ReferenceLigand_3">
            <a:extLst>
              <a:ext uri="{FF2B5EF4-FFF2-40B4-BE49-F238E27FC236}">
                <a16:creationId xmlns:a16="http://schemas.microsoft.com/office/drawing/2014/main" id="{0CF86C99-7465-413C-8E5C-B10FD1BBBB0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8" name="9llg_2_build_ReferenceLigand_4">
            <a:extLst>
              <a:ext uri="{FF2B5EF4-FFF2-40B4-BE49-F238E27FC236}">
                <a16:creationId xmlns:a16="http://schemas.microsoft.com/office/drawing/2014/main" id="{B671DD9B-D8CA-48F8-A0BB-EAA4C0E06B6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9" name="9llg_2_build_ReferenceLigand_5">
            <a:extLst>
              <a:ext uri="{FF2B5EF4-FFF2-40B4-BE49-F238E27FC236}">
                <a16:creationId xmlns:a16="http://schemas.microsoft.com/office/drawing/2014/main" id="{51164E4A-B0ED-4267-B194-B790D00599E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0" name="9llg_2_build_ReferenceLigand_6">
            <a:extLst>
              <a:ext uri="{FF2B5EF4-FFF2-40B4-BE49-F238E27FC236}">
                <a16:creationId xmlns:a16="http://schemas.microsoft.com/office/drawing/2014/main" id="{054AF136-16E9-4C4E-8AD4-ABF8E1F945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1" name="9llg_2_build_ReferenceLigand_7">
            <a:extLst>
              <a:ext uri="{FF2B5EF4-FFF2-40B4-BE49-F238E27FC236}">
                <a16:creationId xmlns:a16="http://schemas.microsoft.com/office/drawing/2014/main" id="{3472C365-A721-42AB-9C87-D04C2B24B35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" name="9llg_2_build_ReferenceLigand_8">
            <a:extLst>
              <a:ext uri="{FF2B5EF4-FFF2-40B4-BE49-F238E27FC236}">
                <a16:creationId xmlns:a16="http://schemas.microsoft.com/office/drawing/2014/main" id="{D5B69A55-0804-4279-8577-33CD9178A4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" name="9llg_2_build_ReferenceLigand_9">
            <a:extLst>
              <a:ext uri="{FF2B5EF4-FFF2-40B4-BE49-F238E27FC236}">
                <a16:creationId xmlns:a16="http://schemas.microsoft.com/office/drawing/2014/main" id="{33F2EC72-EB46-4C2D-8390-10D0469E450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" name="9llg_2_build_ReferenceLigand_10">
            <a:extLst>
              <a:ext uri="{FF2B5EF4-FFF2-40B4-BE49-F238E27FC236}">
                <a16:creationId xmlns:a16="http://schemas.microsoft.com/office/drawing/2014/main" id="{89231145-21B7-4CAA-B99C-0FB45F0DEC1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" name="9llg_2_build_ReferenceLigand_11">
            <a:extLst>
              <a:ext uri="{FF2B5EF4-FFF2-40B4-BE49-F238E27FC236}">
                <a16:creationId xmlns:a16="http://schemas.microsoft.com/office/drawing/2014/main" id="{9B3CD2FF-6DE4-4CAE-9702-7DB8D457B00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" name="9llg_2_build_ReferenceLigand_12">
            <a:extLst>
              <a:ext uri="{FF2B5EF4-FFF2-40B4-BE49-F238E27FC236}">
                <a16:creationId xmlns:a16="http://schemas.microsoft.com/office/drawing/2014/main" id="{A76DEF75-154C-4960-BEB7-104541C1DF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" name="9llg_2_build_ReferenceLigand_13">
            <a:extLst>
              <a:ext uri="{FF2B5EF4-FFF2-40B4-BE49-F238E27FC236}">
                <a16:creationId xmlns:a16="http://schemas.microsoft.com/office/drawing/2014/main" id="{04DF72DB-54EB-4C0D-BC50-EAEA75E9924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" name="9llg_2_build_ReferenceLigand_14">
            <a:extLst>
              <a:ext uri="{FF2B5EF4-FFF2-40B4-BE49-F238E27FC236}">
                <a16:creationId xmlns:a16="http://schemas.microsoft.com/office/drawing/2014/main" id="{30DE6204-D419-4E67-9148-F8BB7938BD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" name="9llg_2_build_ReferenceLigand_15">
            <a:extLst>
              <a:ext uri="{FF2B5EF4-FFF2-40B4-BE49-F238E27FC236}">
                <a16:creationId xmlns:a16="http://schemas.microsoft.com/office/drawing/2014/main" id="{300FD77F-E6B2-4E05-B08A-AFC82EBD8DC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llg_2_build_ReferenceLigand_16">
            <a:extLst>
              <a:ext uri="{FF2B5EF4-FFF2-40B4-BE49-F238E27FC236}">
                <a16:creationId xmlns:a16="http://schemas.microsoft.com/office/drawing/2014/main" id="{DFB2656F-178D-4FD1-8676-7E3E22097C4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llg_2_build_ReferenceLigand_17">
            <a:extLst>
              <a:ext uri="{FF2B5EF4-FFF2-40B4-BE49-F238E27FC236}">
                <a16:creationId xmlns:a16="http://schemas.microsoft.com/office/drawing/2014/main" id="{6B45D12A-FFE5-4658-8C28-0724D2F081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llg_2_build_ReferenceLigand_18">
            <a:extLst>
              <a:ext uri="{FF2B5EF4-FFF2-40B4-BE49-F238E27FC236}">
                <a16:creationId xmlns:a16="http://schemas.microsoft.com/office/drawing/2014/main" id="{73549530-EA82-465A-9CCF-AE8022050E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llg_2_build_ReferenceLigand_19">
            <a:extLst>
              <a:ext uri="{FF2B5EF4-FFF2-40B4-BE49-F238E27FC236}">
                <a16:creationId xmlns:a16="http://schemas.microsoft.com/office/drawing/2014/main" id="{56D95890-87DF-4947-8029-811323C8489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llg_2_build_ReferenceLigand_20">
            <a:extLst>
              <a:ext uri="{FF2B5EF4-FFF2-40B4-BE49-F238E27FC236}">
                <a16:creationId xmlns:a16="http://schemas.microsoft.com/office/drawing/2014/main" id="{3F7FDA9B-8EB0-4992-8261-FBDFED5968C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llg_2_build_ReferenceLigand_21">
            <a:extLst>
              <a:ext uri="{FF2B5EF4-FFF2-40B4-BE49-F238E27FC236}">
                <a16:creationId xmlns:a16="http://schemas.microsoft.com/office/drawing/2014/main" id="{1EF8FBFF-7463-4B6F-ACA2-F324D52CC3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llg_2_build_ReferenceLigand_22">
            <a:extLst>
              <a:ext uri="{FF2B5EF4-FFF2-40B4-BE49-F238E27FC236}">
                <a16:creationId xmlns:a16="http://schemas.microsoft.com/office/drawing/2014/main" id="{86896EE1-8949-4C81-976D-51C21872784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llg_2_build_ReferenceLigand_23">
            <a:extLst>
              <a:ext uri="{FF2B5EF4-FFF2-40B4-BE49-F238E27FC236}">
                <a16:creationId xmlns:a16="http://schemas.microsoft.com/office/drawing/2014/main" id="{0550A3E6-19EC-4912-915F-66A667CC60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llg_2_build_ReferenceLigand_24">
            <a:extLst>
              <a:ext uri="{FF2B5EF4-FFF2-40B4-BE49-F238E27FC236}">
                <a16:creationId xmlns:a16="http://schemas.microsoft.com/office/drawing/2014/main" id="{D754F15C-0763-4E14-8ED7-CEBDA4C47D0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llg_2_build_ReferenceLigand_25">
            <a:extLst>
              <a:ext uri="{FF2B5EF4-FFF2-40B4-BE49-F238E27FC236}">
                <a16:creationId xmlns:a16="http://schemas.microsoft.com/office/drawing/2014/main" id="{5CEFDA5F-BE8D-4346-B746-20C4EF1AD6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llg_2_build_ReferenceLigand_26">
            <a:extLst>
              <a:ext uri="{FF2B5EF4-FFF2-40B4-BE49-F238E27FC236}">
                <a16:creationId xmlns:a16="http://schemas.microsoft.com/office/drawing/2014/main" id="{2A40A1DF-4AB0-46CD-B9F9-D86C1C4D9B8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llg_2_build_ReferenceLigand_27">
            <a:extLst>
              <a:ext uri="{FF2B5EF4-FFF2-40B4-BE49-F238E27FC236}">
                <a16:creationId xmlns:a16="http://schemas.microsoft.com/office/drawing/2014/main" id="{80AB4DE3-1B25-4ECA-B39D-280C44A380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llg_2_build_ReferenceLigand_28">
            <a:extLst>
              <a:ext uri="{FF2B5EF4-FFF2-40B4-BE49-F238E27FC236}">
                <a16:creationId xmlns:a16="http://schemas.microsoft.com/office/drawing/2014/main" id="{D0EBC264-3F6C-480E-AEEA-CCF236C2ECD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llg_2_build_ReferenceLigand_29">
            <a:extLst>
              <a:ext uri="{FF2B5EF4-FFF2-40B4-BE49-F238E27FC236}">
                <a16:creationId xmlns:a16="http://schemas.microsoft.com/office/drawing/2014/main" id="{2D15AA77-8E49-4F7F-9489-38B781B8680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llg_2_build_ReferenceLigand_30">
            <a:extLst>
              <a:ext uri="{FF2B5EF4-FFF2-40B4-BE49-F238E27FC236}">
                <a16:creationId xmlns:a16="http://schemas.microsoft.com/office/drawing/2014/main" id="{31117575-9620-43DC-986F-BD580E6026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llg_2_build_PredictedLigand_0">
            <a:extLst>
              <a:ext uri="{FF2B5EF4-FFF2-40B4-BE49-F238E27FC236}">
                <a16:creationId xmlns:a16="http://schemas.microsoft.com/office/drawing/2014/main" id="{DB299864-C557-4A87-A733-74314B718D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266151" y="655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" name="9llg_2_build_PredictedLigand_1">
            <a:extLst>
              <a:ext uri="{FF2B5EF4-FFF2-40B4-BE49-F238E27FC236}">
                <a16:creationId xmlns:a16="http://schemas.microsoft.com/office/drawing/2014/main" id="{C4274237-32F0-4FBC-886C-64E4038A0A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66498" y="761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" name="9llg_2_build_PredictedLigand_2">
            <a:extLst>
              <a:ext uri="{FF2B5EF4-FFF2-40B4-BE49-F238E27FC236}">
                <a16:creationId xmlns:a16="http://schemas.microsoft.com/office/drawing/2014/main" id="{07952326-8F3C-4184-B227-85EEAF3BCE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656222" y="8534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" name="9llg_2_build_PredictedLigand_3">
            <a:extLst>
              <a:ext uri="{FF2B5EF4-FFF2-40B4-BE49-F238E27FC236}">
                <a16:creationId xmlns:a16="http://schemas.microsoft.com/office/drawing/2014/main" id="{5A8C386C-1E3F-4A2A-8B44-6C9CB674E2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755535" y="5545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" name="9llg_2_build_PredictedLigand_4">
            <a:extLst>
              <a:ext uri="{FF2B5EF4-FFF2-40B4-BE49-F238E27FC236}">
                <a16:creationId xmlns:a16="http://schemas.microsoft.com/office/drawing/2014/main" id="{F569519D-2A91-44B9-9B1A-24B8AE8450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612561" y="677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0" name="9llg_2_build_PredictedLigand_5">
            <a:extLst>
              <a:ext uri="{FF2B5EF4-FFF2-40B4-BE49-F238E27FC236}">
                <a16:creationId xmlns:a16="http://schemas.microsoft.com/office/drawing/2014/main" id="{EE8D56F0-1D5C-4DF8-A4E6-BF539EE71D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1" name="9llg_2_build_PredictedLigand_6">
            <a:extLst>
              <a:ext uri="{FF2B5EF4-FFF2-40B4-BE49-F238E27FC236}">
                <a16:creationId xmlns:a16="http://schemas.microsoft.com/office/drawing/2014/main" id="{E549A81E-43D9-4A42-BDB0-D8361014C02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445931" y="6024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2" name="9llg_2_build_PredictedLigand_7">
            <a:extLst>
              <a:ext uri="{FF2B5EF4-FFF2-40B4-BE49-F238E27FC236}">
                <a16:creationId xmlns:a16="http://schemas.microsoft.com/office/drawing/2014/main" id="{066AD108-D27C-45CA-8188-166D3EAD5C0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5639" y="827037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3" name="9llg_2_build_PredictedLigand_8">
            <a:extLst>
              <a:ext uri="{FF2B5EF4-FFF2-40B4-BE49-F238E27FC236}">
                <a16:creationId xmlns:a16="http://schemas.microsoft.com/office/drawing/2014/main" id="{B82BE11F-6C1D-444E-9016-C54260BAD14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4" name="9llg_2_build_PredictedLigand_9">
            <a:extLst>
              <a:ext uri="{FF2B5EF4-FFF2-40B4-BE49-F238E27FC236}">
                <a16:creationId xmlns:a16="http://schemas.microsoft.com/office/drawing/2014/main" id="{BFAFAE29-A7FD-46BB-8D14-29149A20E08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987" y="371547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5" name="9llg_2_build_PredictedLigand_10">
            <a:extLst>
              <a:ext uri="{FF2B5EF4-FFF2-40B4-BE49-F238E27FC236}">
                <a16:creationId xmlns:a16="http://schemas.microsoft.com/office/drawing/2014/main" id="{03351823-321E-4549-99AB-06843C56F3E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84" y="523616"/>
                </a:moveTo>
                <a:lnTo>
                  <a:pt x="897725" y="7033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6" name="9llg_2_build_PredictedLigand_11">
            <a:extLst>
              <a:ext uri="{FF2B5EF4-FFF2-40B4-BE49-F238E27FC236}">
                <a16:creationId xmlns:a16="http://schemas.microsoft.com/office/drawing/2014/main" id="{B1CA199F-907A-4EB1-8A2E-A41F5801AC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339" y="409716"/>
                </a:moveTo>
                <a:lnTo>
                  <a:pt x="1242413" y="3432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7" name="9llg_2_build_PredictedLigand_12">
            <a:extLst>
              <a:ext uri="{FF2B5EF4-FFF2-40B4-BE49-F238E27FC236}">
                <a16:creationId xmlns:a16="http://schemas.microsoft.com/office/drawing/2014/main" id="{A79ED3B3-5E9E-4E42-B46F-BC08D9E65F1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2413" y="343275"/>
                </a:moveTo>
                <a:lnTo>
                  <a:pt x="1140675" y="49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8" name="9llg_2_build_PredictedLigand_13">
            <a:extLst>
              <a:ext uri="{FF2B5EF4-FFF2-40B4-BE49-F238E27FC236}">
                <a16:creationId xmlns:a16="http://schemas.microsoft.com/office/drawing/2014/main" id="{5A58F634-6D8E-450C-B064-7BFDA68214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246" y="856664"/>
                </a:moveTo>
                <a:lnTo>
                  <a:pt x="1205639" y="827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9" name="9llg_2_build_PredictedLigand_14">
            <a:extLst>
              <a:ext uri="{FF2B5EF4-FFF2-40B4-BE49-F238E27FC236}">
                <a16:creationId xmlns:a16="http://schemas.microsoft.com/office/drawing/2014/main" id="{C2CD614C-25FB-424D-830E-34A0A5481B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437339" y="409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0" name="9llg_2_build_PredictedLigand_15">
            <a:extLst>
              <a:ext uri="{FF2B5EF4-FFF2-40B4-BE49-F238E27FC236}">
                <a16:creationId xmlns:a16="http://schemas.microsoft.com/office/drawing/2014/main" id="{7D3EB041-9DFD-4EFF-9471-2AC5EFBBA44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" name="9llg_2_build_PredictedLigand_16">
            <a:extLst>
              <a:ext uri="{FF2B5EF4-FFF2-40B4-BE49-F238E27FC236}">
                <a16:creationId xmlns:a16="http://schemas.microsoft.com/office/drawing/2014/main" id="{C807DB14-A76B-439D-AD8E-E2E3A41E47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5535" y="554577"/>
                </a:moveTo>
                <a:lnTo>
                  <a:pt x="1935702" y="62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" name="9llg_2_build_PredictedLigand_17">
            <a:extLst>
              <a:ext uri="{FF2B5EF4-FFF2-40B4-BE49-F238E27FC236}">
                <a16:creationId xmlns:a16="http://schemas.microsoft.com/office/drawing/2014/main" id="{4302E73C-F627-4668-8BBF-B81F4D45DD2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702730" y="729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llg_2_build_PredictedLigand_18">
            <a:extLst>
              <a:ext uri="{FF2B5EF4-FFF2-40B4-BE49-F238E27FC236}">
                <a16:creationId xmlns:a16="http://schemas.microsoft.com/office/drawing/2014/main" id="{F5D869FD-93FE-4F7B-B20E-3A1FCD3303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1013246" y="8566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llg_2_build_PredictedLigand_19">
            <a:extLst>
              <a:ext uri="{FF2B5EF4-FFF2-40B4-BE49-F238E27FC236}">
                <a16:creationId xmlns:a16="http://schemas.microsoft.com/office/drawing/2014/main" id="{136E4EF7-D3FB-4ED1-9DA8-CBEBA107C5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5058" y="401164"/>
                </a:moveTo>
                <a:lnTo>
                  <a:pt x="864987" y="3715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llg_2_build_PredictedLigand_20">
            <a:extLst>
              <a:ext uri="{FF2B5EF4-FFF2-40B4-BE49-F238E27FC236}">
                <a16:creationId xmlns:a16="http://schemas.microsoft.com/office/drawing/2014/main" id="{EF832639-1F7E-49A5-98AD-AB5ACF26BA8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19370" y="8902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llg_2_build_PredictedLigand_21">
            <a:extLst>
              <a:ext uri="{FF2B5EF4-FFF2-40B4-BE49-F238E27FC236}">
                <a16:creationId xmlns:a16="http://schemas.microsoft.com/office/drawing/2014/main" id="{B419D4D6-F779-4E09-8A8B-98B98504BD9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4414" y="566250"/>
                </a:moveTo>
                <a:lnTo>
                  <a:pt x="675058" y="4011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llg_2_build_PredictedLigand_22">
            <a:extLst>
              <a:ext uri="{FF2B5EF4-FFF2-40B4-BE49-F238E27FC236}">
                <a16:creationId xmlns:a16="http://schemas.microsoft.com/office/drawing/2014/main" id="{00986FD1-FC89-44ED-BEA3-4B1FA4B56D8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340077" y="41364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llg_2_build_PredictedLigand_23">
            <a:extLst>
              <a:ext uri="{FF2B5EF4-FFF2-40B4-BE49-F238E27FC236}">
                <a16:creationId xmlns:a16="http://schemas.microsoft.com/office/drawing/2014/main" id="{9D8188E4-00ED-4C48-B5E3-34D3B5F2A68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702" y="628512"/>
                </a:moveTo>
                <a:lnTo>
                  <a:pt x="2051209" y="4796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llg_2_build_PredictedLigand_24">
            <a:extLst>
              <a:ext uri="{FF2B5EF4-FFF2-40B4-BE49-F238E27FC236}">
                <a16:creationId xmlns:a16="http://schemas.microsoft.com/office/drawing/2014/main" id="{06D238A2-21D9-4545-94CD-0C1A589BCCA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668" y="572823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llg_2_build_PredictedLigand_25">
            <a:extLst>
              <a:ext uri="{FF2B5EF4-FFF2-40B4-BE49-F238E27FC236}">
                <a16:creationId xmlns:a16="http://schemas.microsoft.com/office/drawing/2014/main" id="{BEBDAAB0-04F9-43CE-98E6-F9748C938D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9370" y="890202"/>
                </a:moveTo>
                <a:lnTo>
                  <a:pt x="431182" y="899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llg_2_build_PredictedLigand_26">
            <a:extLst>
              <a:ext uri="{FF2B5EF4-FFF2-40B4-BE49-F238E27FC236}">
                <a16:creationId xmlns:a16="http://schemas.microsoft.com/office/drawing/2014/main" id="{938BB8B1-6F4B-4CC2-837F-42684A0EB59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182" y="89928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llg_2_build_PredictedLigand_27">
            <a:extLst>
              <a:ext uri="{FF2B5EF4-FFF2-40B4-BE49-F238E27FC236}">
                <a16:creationId xmlns:a16="http://schemas.microsoft.com/office/drawing/2014/main" id="{D5A2E316-76D0-46B8-9FB4-C41954B3DB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24049" y="751189"/>
                </a:moveTo>
                <a:lnTo>
                  <a:pt x="416668" y="5728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llg_2_build_PredictedLigand_28">
            <a:extLst>
              <a:ext uri="{FF2B5EF4-FFF2-40B4-BE49-F238E27FC236}">
                <a16:creationId xmlns:a16="http://schemas.microsoft.com/office/drawing/2014/main" id="{7D1DCBC3-E61F-4248-8B12-EF65E062091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209" y="479602"/>
                </a:moveTo>
                <a:lnTo>
                  <a:pt x="2229927" y="5199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llg_2_build_PredictedLigand_29">
            <a:extLst>
              <a:ext uri="{FF2B5EF4-FFF2-40B4-BE49-F238E27FC236}">
                <a16:creationId xmlns:a16="http://schemas.microsoft.com/office/drawing/2014/main" id="{6AB111BA-C279-45B8-A529-46379808B3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09" y="76331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llg_2_build_PredictedLigand_30">
            <a:extLst>
              <a:ext uri="{FF2B5EF4-FFF2-40B4-BE49-F238E27FC236}">
                <a16:creationId xmlns:a16="http://schemas.microsoft.com/office/drawing/2014/main" id="{372BFC06-B737-4C7B-B32E-D2DC4F040A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262645" y="7181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llg_2_build_PredictedAtoms_0">
            <a:extLst>
              <a:ext uri="{FF2B5EF4-FFF2-40B4-BE49-F238E27FC236}">
                <a16:creationId xmlns:a16="http://schemas.microsoft.com/office/drawing/2014/main" id="{3FAFA6F2-36C9-48B0-B4D0-913330719DE7}"/>
              </a:ext>
            </a:extLst>
          </p:cNvPr>
          <p:cNvSpPr>
            <a:spLocks noGrp="1"/>
          </p:cNvSpPr>
          <p:nvPr/>
        </p:nvSpPr>
        <p:spPr>
          <a:xfrm>
            <a:off x="6306017" y="1537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7" name="9llg_2_build_PredictedAtoms_1">
            <a:extLst>
              <a:ext uri="{FF2B5EF4-FFF2-40B4-BE49-F238E27FC236}">
                <a16:creationId xmlns:a16="http://schemas.microsoft.com/office/drawing/2014/main" id="{14053622-3CE0-440B-B681-CB3FD5D1B951}"/>
              </a:ext>
            </a:extLst>
          </p:cNvPr>
          <p:cNvSpPr>
            <a:spLocks noGrp="1"/>
          </p:cNvSpPr>
          <p:nvPr/>
        </p:nvSpPr>
        <p:spPr>
          <a:xfrm>
            <a:off x="6480057" y="1525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8" name="9llg_2_build_PredictedAtoms_2">
            <a:extLst>
              <a:ext uri="{FF2B5EF4-FFF2-40B4-BE49-F238E27FC236}">
                <a16:creationId xmlns:a16="http://schemas.microsoft.com/office/drawing/2014/main" id="{4B03F8DE-EF69-43D4-91E7-716454DC1271}"/>
              </a:ext>
            </a:extLst>
          </p:cNvPr>
          <p:cNvSpPr>
            <a:spLocks noGrp="1"/>
          </p:cNvSpPr>
          <p:nvPr/>
        </p:nvSpPr>
        <p:spPr>
          <a:xfrm>
            <a:off x="6572675" y="13472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9" name="9llg_2_build_PredictedAtoms_3">
            <a:extLst>
              <a:ext uri="{FF2B5EF4-FFF2-40B4-BE49-F238E27FC236}">
                <a16:creationId xmlns:a16="http://schemas.microsoft.com/office/drawing/2014/main" id="{FD0B1775-ECFF-4799-AE5F-16E9BBC45410}"/>
              </a:ext>
            </a:extLst>
          </p:cNvPr>
          <p:cNvSpPr>
            <a:spLocks noGrp="1"/>
          </p:cNvSpPr>
          <p:nvPr/>
        </p:nvSpPr>
        <p:spPr>
          <a:xfrm>
            <a:off x="6750421" y="13406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0" name="9llg_2_build_PredictedAtoms_4">
            <a:extLst>
              <a:ext uri="{FF2B5EF4-FFF2-40B4-BE49-F238E27FC236}">
                <a16:creationId xmlns:a16="http://schemas.microsoft.com/office/drawing/2014/main" id="{1403C31A-88E5-4429-97E2-5E2565B9C61C}"/>
              </a:ext>
            </a:extLst>
          </p:cNvPr>
          <p:cNvSpPr>
            <a:spLocks noGrp="1"/>
          </p:cNvSpPr>
          <p:nvPr/>
        </p:nvSpPr>
        <p:spPr>
          <a:xfrm>
            <a:off x="6831065" y="11755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1" name="9llg_2_build_PredictedAtoms_5">
            <a:extLst>
              <a:ext uri="{FF2B5EF4-FFF2-40B4-BE49-F238E27FC236}">
                <a16:creationId xmlns:a16="http://schemas.microsoft.com/office/drawing/2014/main" id="{8EBD0934-B016-4849-AB41-DDFD75BE2084}"/>
              </a:ext>
            </a:extLst>
          </p:cNvPr>
          <p:cNvSpPr>
            <a:spLocks noGrp="1"/>
          </p:cNvSpPr>
          <p:nvPr/>
        </p:nvSpPr>
        <p:spPr>
          <a:xfrm>
            <a:off x="7020995" y="114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2" name="9llg_2_build_PredictedAtoms_6">
            <a:extLst>
              <a:ext uri="{FF2B5EF4-FFF2-40B4-BE49-F238E27FC236}">
                <a16:creationId xmlns:a16="http://schemas.microsoft.com/office/drawing/2014/main" id="{2594D670-5ADF-4D46-BD52-4D49C55870A4}"/>
              </a:ext>
            </a:extLst>
          </p:cNvPr>
          <p:cNvSpPr>
            <a:spLocks noGrp="1"/>
          </p:cNvSpPr>
          <p:nvPr/>
        </p:nvSpPr>
        <p:spPr>
          <a:xfrm>
            <a:off x="7116092" y="12979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3" name="9llg_2_build_PredictedAtoms_7">
            <a:extLst>
              <a:ext uri="{FF2B5EF4-FFF2-40B4-BE49-F238E27FC236}">
                <a16:creationId xmlns:a16="http://schemas.microsoft.com/office/drawing/2014/main" id="{FBDB8651-E8FA-4FD3-BB94-D13B28C14585}"/>
              </a:ext>
            </a:extLst>
          </p:cNvPr>
          <p:cNvSpPr>
            <a:spLocks noGrp="1"/>
          </p:cNvSpPr>
          <p:nvPr/>
        </p:nvSpPr>
        <p:spPr>
          <a:xfrm>
            <a:off x="7053733" y="14777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4" name="9llg_2_build_PredictedAtoms_8">
            <a:extLst>
              <a:ext uri="{FF2B5EF4-FFF2-40B4-BE49-F238E27FC236}">
                <a16:creationId xmlns:a16="http://schemas.microsoft.com/office/drawing/2014/main" id="{FA16532B-B880-4ED0-A862-B978FBA4C88D}"/>
              </a:ext>
            </a:extLst>
          </p:cNvPr>
          <p:cNvSpPr>
            <a:spLocks noGrp="1"/>
          </p:cNvSpPr>
          <p:nvPr/>
        </p:nvSpPr>
        <p:spPr>
          <a:xfrm>
            <a:off x="7169253" y="16310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5" name="9llg_2_build_PredictedAtoms_9">
            <a:extLst>
              <a:ext uri="{FF2B5EF4-FFF2-40B4-BE49-F238E27FC236}">
                <a16:creationId xmlns:a16="http://schemas.microsoft.com/office/drawing/2014/main" id="{FECBC4AE-10A3-49B2-9B28-68945355CFF5}"/>
              </a:ext>
            </a:extLst>
          </p:cNvPr>
          <p:cNvSpPr>
            <a:spLocks noGrp="1"/>
          </p:cNvSpPr>
          <p:nvPr/>
        </p:nvSpPr>
        <p:spPr>
          <a:xfrm>
            <a:off x="7361647" y="1601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6" name="9llg_2_build_PredictedAtoms_10">
            <a:extLst>
              <a:ext uri="{FF2B5EF4-FFF2-40B4-BE49-F238E27FC236}">
                <a16:creationId xmlns:a16="http://schemas.microsoft.com/office/drawing/2014/main" id="{8B0B2163-3745-4182-AA86-0BB66D3AC437}"/>
              </a:ext>
            </a:extLst>
          </p:cNvPr>
          <p:cNvSpPr>
            <a:spLocks noGrp="1"/>
          </p:cNvSpPr>
          <p:nvPr/>
        </p:nvSpPr>
        <p:spPr>
          <a:xfrm>
            <a:off x="7421198" y="1421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7" name="9llg_2_build_PredictedAtoms_11">
            <a:extLst>
              <a:ext uri="{FF2B5EF4-FFF2-40B4-BE49-F238E27FC236}">
                <a16:creationId xmlns:a16="http://schemas.microsoft.com/office/drawing/2014/main" id="{B2F97EB2-7A09-4A5F-A62C-24DA301323F9}"/>
              </a:ext>
            </a:extLst>
          </p:cNvPr>
          <p:cNvSpPr>
            <a:spLocks noGrp="1"/>
          </p:cNvSpPr>
          <p:nvPr/>
        </p:nvSpPr>
        <p:spPr>
          <a:xfrm>
            <a:off x="7422159" y="14297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8" name="9llg_2_build_PredictedAtoms_12">
            <a:extLst>
              <a:ext uri="{FF2B5EF4-FFF2-40B4-BE49-F238E27FC236}">
                <a16:creationId xmlns:a16="http://schemas.microsoft.com/office/drawing/2014/main" id="{F08B69F3-CC3B-43B6-A058-F9E12129B37D}"/>
              </a:ext>
            </a:extLst>
          </p:cNvPr>
          <p:cNvSpPr>
            <a:spLocks noGrp="1"/>
          </p:cNvSpPr>
          <p:nvPr/>
        </p:nvSpPr>
        <p:spPr>
          <a:xfrm>
            <a:off x="7601939" y="13768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9" name="9llg_2_build_PredictedAtoms_13">
            <a:extLst>
              <a:ext uri="{FF2B5EF4-FFF2-40B4-BE49-F238E27FC236}">
                <a16:creationId xmlns:a16="http://schemas.microsoft.com/office/drawing/2014/main" id="{3D242045-AE70-43EB-B528-4A8FA8B938FB}"/>
              </a:ext>
            </a:extLst>
          </p:cNvPr>
          <p:cNvSpPr>
            <a:spLocks noGrp="1"/>
          </p:cNvSpPr>
          <p:nvPr/>
        </p:nvSpPr>
        <p:spPr>
          <a:xfrm>
            <a:off x="7768569" y="1451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0" name="9llg_2_build_PredictedAtoms_14">
            <a:extLst>
              <a:ext uri="{FF2B5EF4-FFF2-40B4-BE49-F238E27FC236}">
                <a16:creationId xmlns:a16="http://schemas.microsoft.com/office/drawing/2014/main" id="{B97DF106-EE76-423F-91D2-85A5DA675312}"/>
              </a:ext>
            </a:extLst>
          </p:cNvPr>
          <p:cNvSpPr>
            <a:spLocks noGrp="1"/>
          </p:cNvSpPr>
          <p:nvPr/>
        </p:nvSpPr>
        <p:spPr>
          <a:xfrm>
            <a:off x="7812230" y="16278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1" name="9llg_2_build_PredictedAtoms_15">
            <a:extLst>
              <a:ext uri="{FF2B5EF4-FFF2-40B4-BE49-F238E27FC236}">
                <a16:creationId xmlns:a16="http://schemas.microsoft.com/office/drawing/2014/main" id="{21D19723-047E-4751-B9B1-8ECD099E7CF9}"/>
              </a:ext>
            </a:extLst>
          </p:cNvPr>
          <p:cNvSpPr>
            <a:spLocks noGrp="1"/>
          </p:cNvSpPr>
          <p:nvPr/>
        </p:nvSpPr>
        <p:spPr>
          <a:xfrm>
            <a:off x="7911543" y="1328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2" name="9llg_2_build_PredictedAtoms_16">
            <a:extLst>
              <a:ext uri="{FF2B5EF4-FFF2-40B4-BE49-F238E27FC236}">
                <a16:creationId xmlns:a16="http://schemas.microsoft.com/office/drawing/2014/main" id="{F10F5018-5781-477A-87D3-F9A7DA070BB8}"/>
              </a:ext>
            </a:extLst>
          </p:cNvPr>
          <p:cNvSpPr>
            <a:spLocks noGrp="1"/>
          </p:cNvSpPr>
          <p:nvPr/>
        </p:nvSpPr>
        <p:spPr>
          <a:xfrm>
            <a:off x="8091710" y="1402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3" name="9llg_2_build_PredictedAtoms_17">
            <a:extLst>
              <a:ext uri="{FF2B5EF4-FFF2-40B4-BE49-F238E27FC236}">
                <a16:creationId xmlns:a16="http://schemas.microsoft.com/office/drawing/2014/main" id="{2F72D2E2-BB62-4AB9-8517-21271B395DCA}"/>
              </a:ext>
            </a:extLst>
          </p:cNvPr>
          <p:cNvSpPr>
            <a:spLocks noGrp="1"/>
          </p:cNvSpPr>
          <p:nvPr/>
        </p:nvSpPr>
        <p:spPr>
          <a:xfrm>
            <a:off x="8207217" y="12539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4" name="9llg_2_build_PredictedAtoms_18">
            <a:extLst>
              <a:ext uri="{FF2B5EF4-FFF2-40B4-BE49-F238E27FC236}">
                <a16:creationId xmlns:a16="http://schemas.microsoft.com/office/drawing/2014/main" id="{97E1B85A-3B09-407E-9958-0C098DCEECEB}"/>
              </a:ext>
            </a:extLst>
          </p:cNvPr>
          <p:cNvSpPr>
            <a:spLocks noGrp="1"/>
          </p:cNvSpPr>
          <p:nvPr/>
        </p:nvSpPr>
        <p:spPr>
          <a:xfrm>
            <a:off x="8385934" y="12943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5" name="9llg_2_build_PredictedAtoms_19">
            <a:extLst>
              <a:ext uri="{FF2B5EF4-FFF2-40B4-BE49-F238E27FC236}">
                <a16:creationId xmlns:a16="http://schemas.microsoft.com/office/drawing/2014/main" id="{7F6CC8AC-F151-4152-BD8F-D71E0B9DFD96}"/>
              </a:ext>
            </a:extLst>
          </p:cNvPr>
          <p:cNvSpPr>
            <a:spLocks noGrp="1"/>
          </p:cNvSpPr>
          <p:nvPr/>
        </p:nvSpPr>
        <p:spPr>
          <a:xfrm>
            <a:off x="8496085" y="11880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llg_2_build_PredictedAtoms_20">
            <a:extLst>
              <a:ext uri="{FF2B5EF4-FFF2-40B4-BE49-F238E27FC236}">
                <a16:creationId xmlns:a16="http://schemas.microsoft.com/office/drawing/2014/main" id="{D6F66A03-5F51-416E-87AB-DDAE027A0D87}"/>
              </a:ext>
            </a:extLst>
          </p:cNvPr>
          <p:cNvSpPr>
            <a:spLocks noGrp="1"/>
          </p:cNvSpPr>
          <p:nvPr/>
        </p:nvSpPr>
        <p:spPr>
          <a:xfrm>
            <a:off x="8418652" y="14924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llg_2_build_PredictedAtoms_21">
            <a:extLst>
              <a:ext uri="{FF2B5EF4-FFF2-40B4-BE49-F238E27FC236}">
                <a16:creationId xmlns:a16="http://schemas.microsoft.com/office/drawing/2014/main" id="{02369102-C967-4ADF-B5EC-3E82653A7781}"/>
              </a:ext>
            </a:extLst>
          </p:cNvPr>
          <p:cNvSpPr>
            <a:spLocks noGrp="1"/>
          </p:cNvSpPr>
          <p:nvPr/>
        </p:nvSpPr>
        <p:spPr>
          <a:xfrm>
            <a:off x="7593347" y="11840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llg_2_build_PredictedAtoms_22">
            <a:extLst>
              <a:ext uri="{FF2B5EF4-FFF2-40B4-BE49-F238E27FC236}">
                <a16:creationId xmlns:a16="http://schemas.microsoft.com/office/drawing/2014/main" id="{2CC11D6F-B5D2-4D0D-A7E2-BD41AD994063}"/>
              </a:ext>
            </a:extLst>
          </p:cNvPr>
          <p:cNvSpPr>
            <a:spLocks noGrp="1"/>
          </p:cNvSpPr>
          <p:nvPr/>
        </p:nvSpPr>
        <p:spPr>
          <a:xfrm>
            <a:off x="7398420" y="11176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llg_2_build_PredictedAtoms_23">
            <a:extLst>
              <a:ext uri="{FF2B5EF4-FFF2-40B4-BE49-F238E27FC236}">
                <a16:creationId xmlns:a16="http://schemas.microsoft.com/office/drawing/2014/main" id="{297CD53C-6376-4855-98D4-0255C7E583ED}"/>
              </a:ext>
            </a:extLst>
          </p:cNvPr>
          <p:cNvSpPr>
            <a:spLocks noGrp="1"/>
          </p:cNvSpPr>
          <p:nvPr/>
        </p:nvSpPr>
        <p:spPr>
          <a:xfrm>
            <a:off x="7296683" y="12728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llg_2_build_PredictedAtoms_24">
            <a:extLst>
              <a:ext uri="{FF2B5EF4-FFF2-40B4-BE49-F238E27FC236}">
                <a16:creationId xmlns:a16="http://schemas.microsoft.com/office/drawing/2014/main" id="{5A9C51FC-B5DA-4591-A6AC-837C1BAC395C}"/>
              </a:ext>
            </a:extLst>
          </p:cNvPr>
          <p:cNvSpPr>
            <a:spLocks noGrp="1"/>
          </p:cNvSpPr>
          <p:nvPr/>
        </p:nvSpPr>
        <p:spPr>
          <a:xfrm>
            <a:off x="6858738" y="15040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llg_2_build_PredictedAtoms_25">
            <a:extLst>
              <a:ext uri="{FF2B5EF4-FFF2-40B4-BE49-F238E27FC236}">
                <a16:creationId xmlns:a16="http://schemas.microsoft.com/office/drawing/2014/main" id="{4A61F76E-F5BC-40BA-A1C3-725F7E4834B5}"/>
              </a:ext>
            </a:extLst>
          </p:cNvPr>
          <p:cNvSpPr>
            <a:spLocks noGrp="1"/>
          </p:cNvSpPr>
          <p:nvPr/>
        </p:nvSpPr>
        <p:spPr>
          <a:xfrm>
            <a:off x="6822506" y="15362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llg_2_build_PredictedAtoms_26">
            <a:extLst>
              <a:ext uri="{FF2B5EF4-FFF2-40B4-BE49-F238E27FC236}">
                <a16:creationId xmlns:a16="http://schemas.microsoft.com/office/drawing/2014/main" id="{EB33FBF5-F49F-46DE-BDC5-EA1290EA2DBC}"/>
              </a:ext>
            </a:extLst>
          </p:cNvPr>
          <p:cNvSpPr>
            <a:spLocks noGrp="1"/>
          </p:cNvSpPr>
          <p:nvPr/>
        </p:nvSpPr>
        <p:spPr>
          <a:xfrm>
            <a:off x="6775377" y="1664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llg_2_build_PredictedAtoms_27">
            <a:extLst>
              <a:ext uri="{FF2B5EF4-FFF2-40B4-BE49-F238E27FC236}">
                <a16:creationId xmlns:a16="http://schemas.microsoft.com/office/drawing/2014/main" id="{CDA60B99-8F54-41EA-A574-1CFCC9829BB5}"/>
              </a:ext>
            </a:extLst>
          </p:cNvPr>
          <p:cNvSpPr>
            <a:spLocks noGrp="1"/>
          </p:cNvSpPr>
          <p:nvPr/>
        </p:nvSpPr>
        <p:spPr>
          <a:xfrm>
            <a:off x="6587189" y="1673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stage3-cases-alternatives_11">
            <a:extLst>
              <a:ext uri="{FF2B5EF4-FFF2-40B4-BE49-F238E27FC236}">
                <a16:creationId xmlns:a16="http://schemas.microsoft.com/office/drawing/2014/main" id="{0D6C1BFC-7EE3-484B-83C8-E744D258C0B0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2.44 Å   D 50%   Clash 0</a:t>
            </a:r>
          </a:p>
        </p:txBody>
      </p:sp>
      <p:sp>
        <p:nvSpPr>
          <p:cNvPr id="285" name="stage3-cases-alternatives_12">
            <a:extLst>
              <a:ext uri="{FF2B5EF4-FFF2-40B4-BE49-F238E27FC236}">
                <a16:creationId xmlns:a16="http://schemas.microsoft.com/office/drawing/2014/main" id="{37D460BB-516B-452A-AA3B-77A0C5C3AB9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9LFA · A1EJF (A:401)</a:t>
            </a:r>
          </a:p>
        </p:txBody>
      </p:sp>
      <p:sp>
        <p:nvSpPr>
          <p:cNvPr id="286" name="stage3-cases-alternatives_13">
            <a:extLst>
              <a:ext uri="{FF2B5EF4-FFF2-40B4-BE49-F238E27FC236}">
                <a16:creationId xmlns:a16="http://schemas.microsoft.com/office/drawing/2014/main" id="{FE4C716A-5755-467D-9A5C-36BCD31FF1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15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287" name="stage3-cases-alternatives_14">
            <a:extLst>
              <a:ext uri="{FF2B5EF4-FFF2-40B4-BE49-F238E27FC236}">
                <a16:creationId xmlns:a16="http://schemas.microsoft.com/office/drawing/2014/main" id="{27AB67CC-28C3-43B0-BB33-65F88F91A75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88" name="9lfa_0_official_Receptor">
            <a:extLst>
              <a:ext uri="{FF2B5EF4-FFF2-40B4-BE49-F238E27FC236}">
                <a16:creationId xmlns:a16="http://schemas.microsoft.com/office/drawing/2014/main" id="{58CF58BE-14E8-492A-B16E-4509F89AD3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89" name="9lfa_0_official_ExperimentalDensity">
            <a:extLst>
              <a:ext uri="{FF2B5EF4-FFF2-40B4-BE49-F238E27FC236}">
                <a16:creationId xmlns:a16="http://schemas.microsoft.com/office/drawing/2014/main" id="{03213769-6D6D-47F6-99C8-687B34B6204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90" name="9lfa_0_official_ReferenceLigand_0">
            <a:extLst>
              <a:ext uri="{FF2B5EF4-FFF2-40B4-BE49-F238E27FC236}">
                <a16:creationId xmlns:a16="http://schemas.microsoft.com/office/drawing/2014/main" id="{E5C5706A-89AA-4454-823D-52612891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1" name="9lfa_0_official_ReferenceLigand_1">
            <a:extLst>
              <a:ext uri="{FF2B5EF4-FFF2-40B4-BE49-F238E27FC236}">
                <a16:creationId xmlns:a16="http://schemas.microsoft.com/office/drawing/2014/main" id="{1378CADE-D0C4-458C-AC4C-898D0D3D19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2" name="9lfa_0_official_ReferenceLigand_2">
            <a:extLst>
              <a:ext uri="{FF2B5EF4-FFF2-40B4-BE49-F238E27FC236}">
                <a16:creationId xmlns:a16="http://schemas.microsoft.com/office/drawing/2014/main" id="{B0FDA26E-6C35-46F2-B13B-571F3EE79A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3" name="9lfa_0_official_ReferenceLigand_3">
            <a:extLst>
              <a:ext uri="{FF2B5EF4-FFF2-40B4-BE49-F238E27FC236}">
                <a16:creationId xmlns:a16="http://schemas.microsoft.com/office/drawing/2014/main" id="{8FCDDE96-77DE-46B4-AFF8-27F14481E4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4" name="9lfa_0_official_ReferenceLigand_4">
            <a:extLst>
              <a:ext uri="{FF2B5EF4-FFF2-40B4-BE49-F238E27FC236}">
                <a16:creationId xmlns:a16="http://schemas.microsoft.com/office/drawing/2014/main" id="{418BD61E-B997-4C46-92F5-AF96BD1474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5" name="9lfa_0_official_ReferenceLigand_5">
            <a:extLst>
              <a:ext uri="{FF2B5EF4-FFF2-40B4-BE49-F238E27FC236}">
                <a16:creationId xmlns:a16="http://schemas.microsoft.com/office/drawing/2014/main" id="{6712AC12-9AE0-48E5-94EB-1B6B75AC658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6" name="9lfa_0_official_ReferenceLigand_6">
            <a:extLst>
              <a:ext uri="{FF2B5EF4-FFF2-40B4-BE49-F238E27FC236}">
                <a16:creationId xmlns:a16="http://schemas.microsoft.com/office/drawing/2014/main" id="{A768F774-29A8-462B-BD8A-A03EC14C4B8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7" name="9lfa_0_official_ReferenceLigand_7">
            <a:extLst>
              <a:ext uri="{FF2B5EF4-FFF2-40B4-BE49-F238E27FC236}">
                <a16:creationId xmlns:a16="http://schemas.microsoft.com/office/drawing/2014/main" id="{789FE1F6-A404-4B89-83EE-95F4B8F466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8" name="9lfa_0_official_ReferenceLigand_8">
            <a:extLst>
              <a:ext uri="{FF2B5EF4-FFF2-40B4-BE49-F238E27FC236}">
                <a16:creationId xmlns:a16="http://schemas.microsoft.com/office/drawing/2014/main" id="{93CFAA2A-D0C5-42FB-A529-FB7F2AE9A1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9" name="9lfa_0_official_ReferenceLigand_9">
            <a:extLst>
              <a:ext uri="{FF2B5EF4-FFF2-40B4-BE49-F238E27FC236}">
                <a16:creationId xmlns:a16="http://schemas.microsoft.com/office/drawing/2014/main" id="{6D59BA4C-866D-42D2-88F9-41A847972F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0" name="9lfa_0_official_ReferenceLigand_10">
            <a:extLst>
              <a:ext uri="{FF2B5EF4-FFF2-40B4-BE49-F238E27FC236}">
                <a16:creationId xmlns:a16="http://schemas.microsoft.com/office/drawing/2014/main" id="{14EDB050-A76C-4AE8-9203-2F500C1F5B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1" name="9lfa_0_official_ReferenceLigand_11">
            <a:extLst>
              <a:ext uri="{FF2B5EF4-FFF2-40B4-BE49-F238E27FC236}">
                <a16:creationId xmlns:a16="http://schemas.microsoft.com/office/drawing/2014/main" id="{41090BDA-A2A6-4EB9-BB95-E88D96AC69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2" name="9lfa_0_official_ReferenceLigand_12">
            <a:extLst>
              <a:ext uri="{FF2B5EF4-FFF2-40B4-BE49-F238E27FC236}">
                <a16:creationId xmlns:a16="http://schemas.microsoft.com/office/drawing/2014/main" id="{4FC33858-1863-4A13-AF38-AA95CB471E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3" name="9lfa_0_official_ReferenceLigand_13">
            <a:extLst>
              <a:ext uri="{FF2B5EF4-FFF2-40B4-BE49-F238E27FC236}">
                <a16:creationId xmlns:a16="http://schemas.microsoft.com/office/drawing/2014/main" id="{AB827008-2CDA-473F-9E8C-8F55B161DD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4" name="9lfa_0_official_ReferenceLigand_14">
            <a:extLst>
              <a:ext uri="{FF2B5EF4-FFF2-40B4-BE49-F238E27FC236}">
                <a16:creationId xmlns:a16="http://schemas.microsoft.com/office/drawing/2014/main" id="{227ABAE2-4560-44C0-B771-0A9D54769BE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5" name="9lfa_0_official_ReferenceLigand_15">
            <a:extLst>
              <a:ext uri="{FF2B5EF4-FFF2-40B4-BE49-F238E27FC236}">
                <a16:creationId xmlns:a16="http://schemas.microsoft.com/office/drawing/2014/main" id="{E5203D56-E55D-4979-AD96-B7514E7F2C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6" name="9lfa_0_official_ReferenceLigand_16">
            <a:extLst>
              <a:ext uri="{FF2B5EF4-FFF2-40B4-BE49-F238E27FC236}">
                <a16:creationId xmlns:a16="http://schemas.microsoft.com/office/drawing/2014/main" id="{6118BD52-C089-44EB-A134-B938868F09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7" name="9lfa_0_official_ReferenceLigand_17">
            <a:extLst>
              <a:ext uri="{FF2B5EF4-FFF2-40B4-BE49-F238E27FC236}">
                <a16:creationId xmlns:a16="http://schemas.microsoft.com/office/drawing/2014/main" id="{54319FA3-A431-4DCA-B20D-6F53D7E99D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8" name="9lfa_0_official_ReferenceLigand_18">
            <a:extLst>
              <a:ext uri="{FF2B5EF4-FFF2-40B4-BE49-F238E27FC236}">
                <a16:creationId xmlns:a16="http://schemas.microsoft.com/office/drawing/2014/main" id="{160605C0-59C0-4CDA-87E8-6757AF9B29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9" name="9lfa_0_official_ReferenceLigand_19">
            <a:extLst>
              <a:ext uri="{FF2B5EF4-FFF2-40B4-BE49-F238E27FC236}">
                <a16:creationId xmlns:a16="http://schemas.microsoft.com/office/drawing/2014/main" id="{F29B5DA7-EF48-4383-885A-FE7A7F2E65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0" name="9lfa_0_official_ReferenceLigand_20">
            <a:extLst>
              <a:ext uri="{FF2B5EF4-FFF2-40B4-BE49-F238E27FC236}">
                <a16:creationId xmlns:a16="http://schemas.microsoft.com/office/drawing/2014/main" id="{5B0EFF42-F445-4E25-80E8-1C1BF29F285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1" name="9lfa_0_official_ReferenceLigand_21">
            <a:extLst>
              <a:ext uri="{FF2B5EF4-FFF2-40B4-BE49-F238E27FC236}">
                <a16:creationId xmlns:a16="http://schemas.microsoft.com/office/drawing/2014/main" id="{04DC5EA3-83A8-4267-94BF-47F4E3D4E2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2" name="9lfa_0_official_ReferenceLigand_22">
            <a:extLst>
              <a:ext uri="{FF2B5EF4-FFF2-40B4-BE49-F238E27FC236}">
                <a16:creationId xmlns:a16="http://schemas.microsoft.com/office/drawing/2014/main" id="{3CFB96A7-959B-4318-A2DC-6D0D4E4809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3" name="9lfa_0_official_ReferenceLigand_23">
            <a:extLst>
              <a:ext uri="{FF2B5EF4-FFF2-40B4-BE49-F238E27FC236}">
                <a16:creationId xmlns:a16="http://schemas.microsoft.com/office/drawing/2014/main" id="{22BFC460-B939-4363-8169-CAFF6A7695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4" name="9lfa_0_official_ReferenceLigand_24">
            <a:extLst>
              <a:ext uri="{FF2B5EF4-FFF2-40B4-BE49-F238E27FC236}">
                <a16:creationId xmlns:a16="http://schemas.microsoft.com/office/drawing/2014/main" id="{7AE22675-3329-4B7A-9CF6-D3AB2709CD3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5" name="9lfa_0_official_ReferenceLigand_25">
            <a:extLst>
              <a:ext uri="{FF2B5EF4-FFF2-40B4-BE49-F238E27FC236}">
                <a16:creationId xmlns:a16="http://schemas.microsoft.com/office/drawing/2014/main" id="{305F1232-08F9-481E-BAF0-D48C8DC606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6" name="9lfa_0_official_ReferenceLigand_26">
            <a:extLst>
              <a:ext uri="{FF2B5EF4-FFF2-40B4-BE49-F238E27FC236}">
                <a16:creationId xmlns:a16="http://schemas.microsoft.com/office/drawing/2014/main" id="{DB3440A8-BDDE-4456-A5A6-B51F5E3A9A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lfa_0_official_ReferenceLigand_27">
            <a:extLst>
              <a:ext uri="{FF2B5EF4-FFF2-40B4-BE49-F238E27FC236}">
                <a16:creationId xmlns:a16="http://schemas.microsoft.com/office/drawing/2014/main" id="{C0727BA6-725E-4E04-9C66-7DC5EDAF5FA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lfa_0_official_ReferenceLigand_28">
            <a:extLst>
              <a:ext uri="{FF2B5EF4-FFF2-40B4-BE49-F238E27FC236}">
                <a16:creationId xmlns:a16="http://schemas.microsoft.com/office/drawing/2014/main" id="{CDF62A41-67F2-4FFB-A070-359EE08D956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lfa_0_official_ReferenceLigand_29">
            <a:extLst>
              <a:ext uri="{FF2B5EF4-FFF2-40B4-BE49-F238E27FC236}">
                <a16:creationId xmlns:a16="http://schemas.microsoft.com/office/drawing/2014/main" id="{9EE2A2DD-8515-4F28-A1A8-FC3CF7F7CE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lfa_0_official_ReferenceLigand_30">
            <a:extLst>
              <a:ext uri="{FF2B5EF4-FFF2-40B4-BE49-F238E27FC236}">
                <a16:creationId xmlns:a16="http://schemas.microsoft.com/office/drawing/2014/main" id="{1C15E915-64CA-45DE-990B-C41BD10C758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lfa_0_official_ReferenceLigand_31">
            <a:extLst>
              <a:ext uri="{FF2B5EF4-FFF2-40B4-BE49-F238E27FC236}">
                <a16:creationId xmlns:a16="http://schemas.microsoft.com/office/drawing/2014/main" id="{5C476A82-9E5A-4D2B-85B6-61E5358778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lfa_0_official_ReferenceLigand_32">
            <a:extLst>
              <a:ext uri="{FF2B5EF4-FFF2-40B4-BE49-F238E27FC236}">
                <a16:creationId xmlns:a16="http://schemas.microsoft.com/office/drawing/2014/main" id="{4A5F90FE-769B-45B6-B4B6-C8E9EC6644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lfa_0_official_ReferenceLigand_33">
            <a:extLst>
              <a:ext uri="{FF2B5EF4-FFF2-40B4-BE49-F238E27FC236}">
                <a16:creationId xmlns:a16="http://schemas.microsoft.com/office/drawing/2014/main" id="{61AAF53E-0D70-4A98-A1A0-9FF4FC95540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lfa_0_official_ReferenceLigand_34">
            <a:extLst>
              <a:ext uri="{FF2B5EF4-FFF2-40B4-BE49-F238E27FC236}">
                <a16:creationId xmlns:a16="http://schemas.microsoft.com/office/drawing/2014/main" id="{486C7544-6A53-4E90-8B48-94E9810D9E7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lfa_0_official_ReferenceLigand_35">
            <a:extLst>
              <a:ext uri="{FF2B5EF4-FFF2-40B4-BE49-F238E27FC236}">
                <a16:creationId xmlns:a16="http://schemas.microsoft.com/office/drawing/2014/main" id="{B30DFCC4-FD8D-49FF-9AAD-53602F0E26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lfa_0_official_ReferenceLigand_36">
            <a:extLst>
              <a:ext uri="{FF2B5EF4-FFF2-40B4-BE49-F238E27FC236}">
                <a16:creationId xmlns:a16="http://schemas.microsoft.com/office/drawing/2014/main" id="{FC57CCA1-6BA3-43AF-8B2A-599FCD5CA9F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lfa_0_official_ReferenceLigand_37">
            <a:extLst>
              <a:ext uri="{FF2B5EF4-FFF2-40B4-BE49-F238E27FC236}">
                <a16:creationId xmlns:a16="http://schemas.microsoft.com/office/drawing/2014/main" id="{6EB870D7-7C46-46F5-95C3-4F6D6B169A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lfa_0_official_ReferenceLigand_38">
            <a:extLst>
              <a:ext uri="{FF2B5EF4-FFF2-40B4-BE49-F238E27FC236}">
                <a16:creationId xmlns:a16="http://schemas.microsoft.com/office/drawing/2014/main" id="{539C54BC-0612-4A74-9405-2298CC3250B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lfa_0_official_ReferenceLigand_39">
            <a:extLst>
              <a:ext uri="{FF2B5EF4-FFF2-40B4-BE49-F238E27FC236}">
                <a16:creationId xmlns:a16="http://schemas.microsoft.com/office/drawing/2014/main" id="{3DCFA088-CFA8-48F8-8772-97CC824059E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lfa_0_official_ReferenceLigand_40">
            <a:extLst>
              <a:ext uri="{FF2B5EF4-FFF2-40B4-BE49-F238E27FC236}">
                <a16:creationId xmlns:a16="http://schemas.microsoft.com/office/drawing/2014/main" id="{9700443A-8E63-4207-99B3-77E25FFFDA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lfa_0_official_PredictedLigand_0">
            <a:extLst>
              <a:ext uri="{FF2B5EF4-FFF2-40B4-BE49-F238E27FC236}">
                <a16:creationId xmlns:a16="http://schemas.microsoft.com/office/drawing/2014/main" id="{4CE98F6A-CA40-4E97-831A-192B5847D5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9335" y="596213"/>
                </a:moveTo>
                <a:lnTo>
                  <a:pt x="1951840" y="536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2" name="9lfa_0_official_PredictedLigand_1">
            <a:extLst>
              <a:ext uri="{FF2B5EF4-FFF2-40B4-BE49-F238E27FC236}">
                <a16:creationId xmlns:a16="http://schemas.microsoft.com/office/drawing/2014/main" id="{02D77399-7C4A-4564-8FFF-DD66F0E22B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01401" y="1332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3" name="9lfa_0_official_PredictedLigand_2">
            <a:extLst>
              <a:ext uri="{FF2B5EF4-FFF2-40B4-BE49-F238E27FC236}">
                <a16:creationId xmlns:a16="http://schemas.microsoft.com/office/drawing/2014/main" id="{E35094F0-B5C8-4615-A486-C0C5A805D7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40" y="536669"/>
                </a:moveTo>
                <a:lnTo>
                  <a:pt x="1860265" y="4743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4" name="9lfa_0_official_PredictedLigand_3">
            <a:extLst>
              <a:ext uri="{FF2B5EF4-FFF2-40B4-BE49-F238E27FC236}">
                <a16:creationId xmlns:a16="http://schemas.microsoft.com/office/drawing/2014/main" id="{FB2EFA04-8BF0-4529-9426-6FF983C8536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363" y="411669"/>
                </a:moveTo>
                <a:lnTo>
                  <a:pt x="915602" y="5199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5" name="9lfa_0_official_PredictedLigand_4">
            <a:extLst>
              <a:ext uri="{FF2B5EF4-FFF2-40B4-BE49-F238E27FC236}">
                <a16:creationId xmlns:a16="http://schemas.microsoft.com/office/drawing/2014/main" id="{27E952C6-B5F1-4968-BFAB-4CF10C8DE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011363" y="411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6" name="9lfa_0_official_PredictedLigand_5">
            <a:extLst>
              <a:ext uri="{FF2B5EF4-FFF2-40B4-BE49-F238E27FC236}">
                <a16:creationId xmlns:a16="http://schemas.microsoft.com/office/drawing/2014/main" id="{55494E64-BAA5-482E-9FAA-5E8D8B3ACD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715350" y="40234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7" name="9lfa_0_official_PredictedLigand_6">
            <a:extLst>
              <a:ext uri="{FF2B5EF4-FFF2-40B4-BE49-F238E27FC236}">
                <a16:creationId xmlns:a16="http://schemas.microsoft.com/office/drawing/2014/main" id="{12A3B2EA-285F-4729-9A6B-98FC52845F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173543" y="20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8" name="9lfa_0_official_PredictedLigand_7">
            <a:extLst>
              <a:ext uri="{FF2B5EF4-FFF2-40B4-BE49-F238E27FC236}">
                <a16:creationId xmlns:a16="http://schemas.microsoft.com/office/drawing/2014/main" id="{721D91E5-2AE7-4AF6-A020-D300DAA9A8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8160" y="487500"/>
                </a:moveTo>
                <a:lnTo>
                  <a:pt x="590489" y="6384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9" name="9lfa_0_official_PredictedLigand_8">
            <a:extLst>
              <a:ext uri="{FF2B5EF4-FFF2-40B4-BE49-F238E27FC236}">
                <a16:creationId xmlns:a16="http://schemas.microsoft.com/office/drawing/2014/main" id="{F0EB8E98-B208-41A4-B739-7CBA6462204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3776" y="603770"/>
                </a:moveTo>
                <a:lnTo>
                  <a:pt x="2089335" y="5962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0" name="9lfa_0_official_PredictedLigand_9">
            <a:extLst>
              <a:ext uri="{FF2B5EF4-FFF2-40B4-BE49-F238E27FC236}">
                <a16:creationId xmlns:a16="http://schemas.microsoft.com/office/drawing/2014/main" id="{D2049A7D-E049-41E6-8DBE-CF4628F553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648160" y="487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1" name="9lfa_0_official_PredictedLigand_10">
            <a:extLst>
              <a:ext uri="{FF2B5EF4-FFF2-40B4-BE49-F238E27FC236}">
                <a16:creationId xmlns:a16="http://schemas.microsoft.com/office/drawing/2014/main" id="{A388D97B-A98E-437F-8510-4150F5E541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02" y="519980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2" name="9lfa_0_official_PredictedLigand_11">
            <a:extLst>
              <a:ext uri="{FF2B5EF4-FFF2-40B4-BE49-F238E27FC236}">
                <a16:creationId xmlns:a16="http://schemas.microsoft.com/office/drawing/2014/main" id="{3C4CFC05-C1A9-4E77-A4E6-0F270889CC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111" y="205088"/>
                </a:moveTo>
                <a:lnTo>
                  <a:pt x="1040793" y="2789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3" name="9lfa_0_official_PredictedLigand_12">
            <a:extLst>
              <a:ext uri="{FF2B5EF4-FFF2-40B4-BE49-F238E27FC236}">
                <a16:creationId xmlns:a16="http://schemas.microsoft.com/office/drawing/2014/main" id="{13265CFD-62A5-4167-A7C0-950849A2E71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4" name="9lfa_0_official_PredictedLigand_13">
            <a:extLst>
              <a:ext uri="{FF2B5EF4-FFF2-40B4-BE49-F238E27FC236}">
                <a16:creationId xmlns:a16="http://schemas.microsoft.com/office/drawing/2014/main" id="{9CF6E002-A707-4221-96B3-7352C38BAE3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0489" y="638490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5" name="9lfa_0_official_PredictedLigand_14">
            <a:extLst>
              <a:ext uri="{FF2B5EF4-FFF2-40B4-BE49-F238E27FC236}">
                <a16:creationId xmlns:a16="http://schemas.microsoft.com/office/drawing/2014/main" id="{BB48F27A-A688-4EA1-9277-6D9AA138A0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5350" y="402343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6" name="9lfa_0_official_PredictedLigand_15">
            <a:extLst>
              <a:ext uri="{FF2B5EF4-FFF2-40B4-BE49-F238E27FC236}">
                <a16:creationId xmlns:a16="http://schemas.microsoft.com/office/drawing/2014/main" id="{C7F0D06C-9EC0-40A9-873C-DDEBC8EDC5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7" name="9lfa_0_official_PredictedLigand_16">
            <a:extLst>
              <a:ext uri="{FF2B5EF4-FFF2-40B4-BE49-F238E27FC236}">
                <a16:creationId xmlns:a16="http://schemas.microsoft.com/office/drawing/2014/main" id="{20B1D730-7F1B-4FB2-AE04-D5091543983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783541" y="2850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8" name="9lfa_0_official_PredictedLigand_17">
            <a:extLst>
              <a:ext uri="{FF2B5EF4-FFF2-40B4-BE49-F238E27FC236}">
                <a16:creationId xmlns:a16="http://schemas.microsoft.com/office/drawing/2014/main" id="{BDB26366-03BA-4860-9358-E37E619420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3541" y="285014"/>
                </a:moveTo>
                <a:lnTo>
                  <a:pt x="923111" y="20508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9" name="9lfa_0_official_PredictedLigand_18">
            <a:extLst>
              <a:ext uri="{FF2B5EF4-FFF2-40B4-BE49-F238E27FC236}">
                <a16:creationId xmlns:a16="http://schemas.microsoft.com/office/drawing/2014/main" id="{2019C06F-0394-45D5-A2B5-3779D75CE4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364" y="273602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0" name="9lfa_0_official_PredictedLigand_19">
            <a:extLst>
              <a:ext uri="{FF2B5EF4-FFF2-40B4-BE49-F238E27FC236}">
                <a16:creationId xmlns:a16="http://schemas.microsoft.com/office/drawing/2014/main" id="{98756517-61AA-466D-8511-5EB5B29AC9A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572" y="1159192"/>
                </a:moveTo>
                <a:lnTo>
                  <a:pt x="399046" y="10414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1" name="9lfa_0_official_PredictedLigand_20">
            <a:extLst>
              <a:ext uri="{FF2B5EF4-FFF2-40B4-BE49-F238E27FC236}">
                <a16:creationId xmlns:a16="http://schemas.microsoft.com/office/drawing/2014/main" id="{ABE28442-BF95-4AD7-A8F4-BFA88AD805D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079" y="1131491"/>
                </a:moveTo>
                <a:lnTo>
                  <a:pt x="490572" y="11591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2" name="9lfa_0_official_PredictedLigand_21">
            <a:extLst>
              <a:ext uri="{FF2B5EF4-FFF2-40B4-BE49-F238E27FC236}">
                <a16:creationId xmlns:a16="http://schemas.microsoft.com/office/drawing/2014/main" id="{EA929510-86F5-4665-AD15-24110916C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046" y="1041474"/>
                </a:moveTo>
                <a:lnTo>
                  <a:pt x="449809" y="8991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3" name="9lfa_0_official_PredictedLigand_22">
            <a:extLst>
              <a:ext uri="{FF2B5EF4-FFF2-40B4-BE49-F238E27FC236}">
                <a16:creationId xmlns:a16="http://schemas.microsoft.com/office/drawing/2014/main" id="{2296180B-3BF8-4570-B145-7BB75C8122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423364" y="2736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4" name="9lfa_0_official_PredictedLigand_23">
            <a:extLst>
              <a:ext uri="{FF2B5EF4-FFF2-40B4-BE49-F238E27FC236}">
                <a16:creationId xmlns:a16="http://schemas.microsoft.com/office/drawing/2014/main" id="{60701B1C-C9C1-4A43-B1FD-80B67347BD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lfa_0_official_PredictedLigand_24">
            <a:extLst>
              <a:ext uri="{FF2B5EF4-FFF2-40B4-BE49-F238E27FC236}">
                <a16:creationId xmlns:a16="http://schemas.microsoft.com/office/drawing/2014/main" id="{C238B449-18CA-4505-B2F5-CF96BE9817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33776" y="603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lfa_0_official_PredictedLigand_25">
            <a:extLst>
              <a:ext uri="{FF2B5EF4-FFF2-40B4-BE49-F238E27FC236}">
                <a16:creationId xmlns:a16="http://schemas.microsoft.com/office/drawing/2014/main" id="{1812BFAA-074C-46EA-A0DA-65EB8C479B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9809" y="899119"/>
                </a:moveTo>
                <a:lnTo>
                  <a:pt x="600365" y="867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lfa_0_official_PredictedLigand_26">
            <a:extLst>
              <a:ext uri="{FF2B5EF4-FFF2-40B4-BE49-F238E27FC236}">
                <a16:creationId xmlns:a16="http://schemas.microsoft.com/office/drawing/2014/main" id="{C6303FF4-4B1C-4597-9D8F-67883A98AD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2132" y="990412"/>
                </a:moveTo>
                <a:lnTo>
                  <a:pt x="638079" y="11314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lfa_0_official_PredictedLigand_27">
            <a:extLst>
              <a:ext uri="{FF2B5EF4-FFF2-40B4-BE49-F238E27FC236}">
                <a16:creationId xmlns:a16="http://schemas.microsoft.com/office/drawing/2014/main" id="{0AF33CA0-B9B9-4285-B279-03ABB8569E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92132" y="9904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lfa_0_official_PredictedLigand_28">
            <a:extLst>
              <a:ext uri="{FF2B5EF4-FFF2-40B4-BE49-F238E27FC236}">
                <a16:creationId xmlns:a16="http://schemas.microsoft.com/office/drawing/2014/main" id="{9C9E9C6E-6009-46AC-BA93-D8D802890E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991" y="508799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lfa_0_official_PredictedLigand_29">
            <a:extLst>
              <a:ext uri="{FF2B5EF4-FFF2-40B4-BE49-F238E27FC236}">
                <a16:creationId xmlns:a16="http://schemas.microsoft.com/office/drawing/2014/main" id="{D4A0047D-AB2B-4DC9-867B-98D2F6F79C2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lfa_0_official_PredictedLigand_30">
            <a:extLst>
              <a:ext uri="{FF2B5EF4-FFF2-40B4-BE49-F238E27FC236}">
                <a16:creationId xmlns:a16="http://schemas.microsoft.com/office/drawing/2014/main" id="{C713CB4C-9D92-4C5D-82E4-3746E86478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5688" y="475364"/>
                </a:moveTo>
                <a:lnTo>
                  <a:pt x="2045156" y="5478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lfa_0_official_PredictedLigand_31">
            <a:extLst>
              <a:ext uri="{FF2B5EF4-FFF2-40B4-BE49-F238E27FC236}">
                <a16:creationId xmlns:a16="http://schemas.microsoft.com/office/drawing/2014/main" id="{3F69B7EF-6293-4486-8326-88060ED47C9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6437" y="214438"/>
                </a:moveTo>
                <a:lnTo>
                  <a:pt x="1263856" y="1625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lfa_0_official_PredictedLigand_32">
            <a:extLst>
              <a:ext uri="{FF2B5EF4-FFF2-40B4-BE49-F238E27FC236}">
                <a16:creationId xmlns:a16="http://schemas.microsoft.com/office/drawing/2014/main" id="{3320B061-ADE2-4513-B8A5-C73A06803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5486" y="723309"/>
                </a:moveTo>
                <a:lnTo>
                  <a:pt x="756394" y="67363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lfa_0_official_PredictedLigand_33">
            <a:extLst>
              <a:ext uri="{FF2B5EF4-FFF2-40B4-BE49-F238E27FC236}">
                <a16:creationId xmlns:a16="http://schemas.microsoft.com/office/drawing/2014/main" id="{5401BF60-3656-4315-BA9A-D8768D9781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743" y="358705"/>
                </a:moveTo>
                <a:lnTo>
                  <a:pt x="1790530" y="3959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lfa_0_official_PredictedLigand_34">
            <a:extLst>
              <a:ext uri="{FF2B5EF4-FFF2-40B4-BE49-F238E27FC236}">
                <a16:creationId xmlns:a16="http://schemas.microsoft.com/office/drawing/2014/main" id="{CCE3B620-349F-4F96-B128-54DD0422D4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lfa_0_official_PredictedLigand_35">
            <a:extLst>
              <a:ext uri="{FF2B5EF4-FFF2-40B4-BE49-F238E27FC236}">
                <a16:creationId xmlns:a16="http://schemas.microsoft.com/office/drawing/2014/main" id="{0D02FF02-97B0-400F-BEFD-620554A44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394" y="673633"/>
                </a:moveTo>
                <a:lnTo>
                  <a:pt x="769991" y="5087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lfa_0_official_PredictedLigand_36">
            <a:extLst>
              <a:ext uri="{FF2B5EF4-FFF2-40B4-BE49-F238E27FC236}">
                <a16:creationId xmlns:a16="http://schemas.microsoft.com/office/drawing/2014/main" id="{A9A14D62-A601-4BDE-AD6D-44B36663D24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5907" y="237952"/>
                </a:moveTo>
                <a:lnTo>
                  <a:pt x="1534207" y="290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lfa_0_official_PredictedLigand_37">
            <a:extLst>
              <a:ext uri="{FF2B5EF4-FFF2-40B4-BE49-F238E27FC236}">
                <a16:creationId xmlns:a16="http://schemas.microsoft.com/office/drawing/2014/main" id="{5EEB52BD-03DF-4CC4-B794-E0D15019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05676" y="5704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lfa_0_official_PredictedLigand_38">
            <a:extLst>
              <a:ext uri="{FF2B5EF4-FFF2-40B4-BE49-F238E27FC236}">
                <a16:creationId xmlns:a16="http://schemas.microsoft.com/office/drawing/2014/main" id="{9E48519E-5E15-46EB-97FE-259230D867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808487" y="3673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lfa_0_official_PredictedLigand_39">
            <a:extLst>
              <a:ext uri="{FF2B5EF4-FFF2-40B4-BE49-F238E27FC236}">
                <a16:creationId xmlns:a16="http://schemas.microsoft.com/office/drawing/2014/main" id="{1E694DE2-5F92-4D30-9D50-19872CF0CAB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856" y="162558"/>
                </a:moveTo>
                <a:lnTo>
                  <a:pt x="1372638" y="1677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lfa_0_official_PredictedLigand_40">
            <a:extLst>
              <a:ext uri="{FF2B5EF4-FFF2-40B4-BE49-F238E27FC236}">
                <a16:creationId xmlns:a16="http://schemas.microsoft.com/office/drawing/2014/main" id="{853EAAB1-9342-4D2C-BCB0-409E6B11A63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2638" y="167734"/>
                </a:moveTo>
                <a:lnTo>
                  <a:pt x="1505907" y="2379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lfa_0_official_PredictedAtoms_0">
            <a:extLst>
              <a:ext uri="{FF2B5EF4-FFF2-40B4-BE49-F238E27FC236}">
                <a16:creationId xmlns:a16="http://schemas.microsoft.com/office/drawing/2014/main" id="{8092D3F3-3040-4283-B7FD-32FDC4CE63E2}"/>
              </a:ext>
            </a:extLst>
          </p:cNvPr>
          <p:cNvSpPr>
            <a:spLocks noGrp="1"/>
          </p:cNvSpPr>
          <p:nvPr/>
        </p:nvSpPr>
        <p:spPr>
          <a:xfrm>
            <a:off x="850486" y="3696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3" name="9lfa_0_official_PredictedAtoms_1">
            <a:extLst>
              <a:ext uri="{FF2B5EF4-FFF2-40B4-BE49-F238E27FC236}">
                <a16:creationId xmlns:a16="http://schemas.microsoft.com/office/drawing/2014/main" id="{785FDBD4-1F6B-45AA-87F5-B84A68122708}"/>
              </a:ext>
            </a:extLst>
          </p:cNvPr>
          <p:cNvSpPr>
            <a:spLocks noGrp="1"/>
          </p:cNvSpPr>
          <p:nvPr/>
        </p:nvSpPr>
        <p:spPr>
          <a:xfrm>
            <a:off x="702980" y="37242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4" name="9lfa_0_official_PredictedAtoms_2">
            <a:extLst>
              <a:ext uri="{FF2B5EF4-FFF2-40B4-BE49-F238E27FC236}">
                <a16:creationId xmlns:a16="http://schemas.microsoft.com/office/drawing/2014/main" id="{D1EFF0CC-3837-4FCD-B682-7A6978C251EA}"/>
              </a:ext>
            </a:extLst>
          </p:cNvPr>
          <p:cNvSpPr>
            <a:spLocks noGrp="1"/>
          </p:cNvSpPr>
          <p:nvPr/>
        </p:nvSpPr>
        <p:spPr>
          <a:xfrm>
            <a:off x="611453" y="36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5" name="9lfa_0_official_PredictedAtoms_3">
            <a:extLst>
              <a:ext uri="{FF2B5EF4-FFF2-40B4-BE49-F238E27FC236}">
                <a16:creationId xmlns:a16="http://schemas.microsoft.com/office/drawing/2014/main" id="{360E4CA6-4614-4402-9EFD-810284DEB310}"/>
              </a:ext>
            </a:extLst>
          </p:cNvPr>
          <p:cNvSpPr>
            <a:spLocks noGrp="1"/>
          </p:cNvSpPr>
          <p:nvPr/>
        </p:nvSpPr>
        <p:spPr>
          <a:xfrm>
            <a:off x="662216" y="34642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6" name="9lfa_0_official_PredictedAtoms_4">
            <a:extLst>
              <a:ext uri="{FF2B5EF4-FFF2-40B4-BE49-F238E27FC236}">
                <a16:creationId xmlns:a16="http://schemas.microsoft.com/office/drawing/2014/main" id="{0FA036E9-D6E0-4C45-BB49-694E45ABA83B}"/>
              </a:ext>
            </a:extLst>
          </p:cNvPr>
          <p:cNvSpPr>
            <a:spLocks noGrp="1"/>
          </p:cNvSpPr>
          <p:nvPr/>
        </p:nvSpPr>
        <p:spPr>
          <a:xfrm>
            <a:off x="812772" y="34328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7" name="9lfa_0_official_PredictedAtoms_5">
            <a:extLst>
              <a:ext uri="{FF2B5EF4-FFF2-40B4-BE49-F238E27FC236}">
                <a16:creationId xmlns:a16="http://schemas.microsoft.com/office/drawing/2014/main" id="{A3F61009-F0B3-4E72-8D26-489F4DEE6215}"/>
              </a:ext>
            </a:extLst>
          </p:cNvPr>
          <p:cNvSpPr>
            <a:spLocks noGrp="1"/>
          </p:cNvSpPr>
          <p:nvPr/>
        </p:nvSpPr>
        <p:spPr>
          <a:xfrm>
            <a:off x="867894" y="32883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8" name="9lfa_0_official_PredictedAtoms_6">
            <a:extLst>
              <a:ext uri="{FF2B5EF4-FFF2-40B4-BE49-F238E27FC236}">
                <a16:creationId xmlns:a16="http://schemas.microsoft.com/office/drawing/2014/main" id="{870A8974-DA0A-4F6A-BB0D-5D8F5A75D4A0}"/>
              </a:ext>
            </a:extLst>
          </p:cNvPr>
          <p:cNvSpPr>
            <a:spLocks noGrp="1"/>
          </p:cNvSpPr>
          <p:nvPr/>
        </p:nvSpPr>
        <p:spPr>
          <a:xfrm>
            <a:off x="968802" y="32387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9" name="9lfa_0_official_PredictedAtoms_7">
            <a:extLst>
              <a:ext uri="{FF2B5EF4-FFF2-40B4-BE49-F238E27FC236}">
                <a16:creationId xmlns:a16="http://schemas.microsoft.com/office/drawing/2014/main" id="{DCDBEC57-4F8C-4673-94EC-C1D3CF4D47BE}"/>
              </a:ext>
            </a:extLst>
          </p:cNvPr>
          <p:cNvSpPr>
            <a:spLocks noGrp="1"/>
          </p:cNvSpPr>
          <p:nvPr/>
        </p:nvSpPr>
        <p:spPr>
          <a:xfrm>
            <a:off x="982399" y="3073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0" name="9lfa_0_official_PredictedAtoms_8">
            <a:extLst>
              <a:ext uri="{FF2B5EF4-FFF2-40B4-BE49-F238E27FC236}">
                <a16:creationId xmlns:a16="http://schemas.microsoft.com/office/drawing/2014/main" id="{0EBA7331-1F0E-46CA-BB96-5C8871571B88}"/>
              </a:ext>
            </a:extLst>
          </p:cNvPr>
          <p:cNvSpPr>
            <a:spLocks noGrp="1"/>
          </p:cNvSpPr>
          <p:nvPr/>
        </p:nvSpPr>
        <p:spPr>
          <a:xfrm>
            <a:off x="994963" y="3013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1" name="9lfa_0_official_PredictedAtoms_9">
            <a:extLst>
              <a:ext uri="{FF2B5EF4-FFF2-40B4-BE49-F238E27FC236}">
                <a16:creationId xmlns:a16="http://schemas.microsoft.com/office/drawing/2014/main" id="{EA8BBB7E-EBEF-4F2B-9AAD-319D3F84CB02}"/>
              </a:ext>
            </a:extLst>
          </p:cNvPr>
          <p:cNvSpPr>
            <a:spLocks noGrp="1"/>
          </p:cNvSpPr>
          <p:nvPr/>
        </p:nvSpPr>
        <p:spPr>
          <a:xfrm>
            <a:off x="995948" y="28500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2" name="9lfa_0_official_PredictedAtoms_10">
            <a:extLst>
              <a:ext uri="{FF2B5EF4-FFF2-40B4-BE49-F238E27FC236}">
                <a16:creationId xmlns:a16="http://schemas.microsoft.com/office/drawing/2014/main" id="{62D153CC-DFFC-4A5C-B049-2562AC38680A}"/>
              </a:ext>
            </a:extLst>
          </p:cNvPr>
          <p:cNvSpPr>
            <a:spLocks noGrp="1"/>
          </p:cNvSpPr>
          <p:nvPr/>
        </p:nvSpPr>
        <p:spPr>
          <a:xfrm>
            <a:off x="1135518" y="27701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3" name="9lfa_0_official_PredictedAtoms_11">
            <a:extLst>
              <a:ext uri="{FF2B5EF4-FFF2-40B4-BE49-F238E27FC236}">
                <a16:creationId xmlns:a16="http://schemas.microsoft.com/office/drawing/2014/main" id="{3F5AF88B-03C6-4E4F-9348-A9C7DD50F719}"/>
              </a:ext>
            </a:extLst>
          </p:cNvPr>
          <p:cNvSpPr>
            <a:spLocks noGrp="1"/>
          </p:cNvSpPr>
          <p:nvPr/>
        </p:nvSpPr>
        <p:spPr>
          <a:xfrm>
            <a:off x="1253201" y="28440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4" name="9lfa_0_official_PredictedAtoms_12">
            <a:extLst>
              <a:ext uri="{FF2B5EF4-FFF2-40B4-BE49-F238E27FC236}">
                <a16:creationId xmlns:a16="http://schemas.microsoft.com/office/drawing/2014/main" id="{9B8B2A5F-312C-4365-A27D-56069A3249AD}"/>
              </a:ext>
            </a:extLst>
          </p:cNvPr>
          <p:cNvSpPr>
            <a:spLocks noGrp="1"/>
          </p:cNvSpPr>
          <p:nvPr/>
        </p:nvSpPr>
        <p:spPr>
          <a:xfrm>
            <a:off x="1385950" y="2771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5" name="9lfa_0_official_PredictedAtoms_13">
            <a:extLst>
              <a:ext uri="{FF2B5EF4-FFF2-40B4-BE49-F238E27FC236}">
                <a16:creationId xmlns:a16="http://schemas.microsoft.com/office/drawing/2014/main" id="{1B4416DD-10ED-4B96-A60C-E6E7D835B8CC}"/>
              </a:ext>
            </a:extLst>
          </p:cNvPr>
          <p:cNvSpPr>
            <a:spLocks noGrp="1"/>
          </p:cNvSpPr>
          <p:nvPr/>
        </p:nvSpPr>
        <p:spPr>
          <a:xfrm>
            <a:off x="1413809" y="26983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6" name="9lfa_0_official_PredictedAtoms_14">
            <a:extLst>
              <a:ext uri="{FF2B5EF4-FFF2-40B4-BE49-F238E27FC236}">
                <a16:creationId xmlns:a16="http://schemas.microsoft.com/office/drawing/2014/main" id="{57FE7F24-E5AE-4F83-8493-01C42A3904EB}"/>
              </a:ext>
            </a:extLst>
          </p:cNvPr>
          <p:cNvSpPr>
            <a:spLocks noGrp="1"/>
          </p:cNvSpPr>
          <p:nvPr/>
        </p:nvSpPr>
        <p:spPr>
          <a:xfrm>
            <a:off x="1498845" y="2779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7" name="9lfa_0_official_PredictedAtoms_15">
            <a:extLst>
              <a:ext uri="{FF2B5EF4-FFF2-40B4-BE49-F238E27FC236}">
                <a16:creationId xmlns:a16="http://schemas.microsoft.com/office/drawing/2014/main" id="{AFCA4161-20AE-4636-9531-80C4BE9F7857}"/>
              </a:ext>
            </a:extLst>
          </p:cNvPr>
          <p:cNvSpPr>
            <a:spLocks noGrp="1"/>
          </p:cNvSpPr>
          <p:nvPr/>
        </p:nvSpPr>
        <p:spPr>
          <a:xfrm>
            <a:off x="1476264" y="2727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8" name="9lfa_0_official_PredictedAtoms_16">
            <a:extLst>
              <a:ext uri="{FF2B5EF4-FFF2-40B4-BE49-F238E27FC236}">
                <a16:creationId xmlns:a16="http://schemas.microsoft.com/office/drawing/2014/main" id="{CE254B4D-325C-4EA7-AC5A-8D60DB08B261}"/>
              </a:ext>
            </a:extLst>
          </p:cNvPr>
          <p:cNvSpPr>
            <a:spLocks noGrp="1"/>
          </p:cNvSpPr>
          <p:nvPr/>
        </p:nvSpPr>
        <p:spPr>
          <a:xfrm>
            <a:off x="1585046" y="27328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9" name="9lfa_0_official_PredictedAtoms_17">
            <a:extLst>
              <a:ext uri="{FF2B5EF4-FFF2-40B4-BE49-F238E27FC236}">
                <a16:creationId xmlns:a16="http://schemas.microsoft.com/office/drawing/2014/main" id="{78A1B59D-C31D-4FDD-A88C-142E08165F24}"/>
              </a:ext>
            </a:extLst>
          </p:cNvPr>
          <p:cNvSpPr>
            <a:spLocks noGrp="1"/>
          </p:cNvSpPr>
          <p:nvPr/>
        </p:nvSpPr>
        <p:spPr>
          <a:xfrm>
            <a:off x="1718314" y="28030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0" name="9lfa_0_official_PredictedAtoms_18">
            <a:extLst>
              <a:ext uri="{FF2B5EF4-FFF2-40B4-BE49-F238E27FC236}">
                <a16:creationId xmlns:a16="http://schemas.microsoft.com/office/drawing/2014/main" id="{52D66BBF-E02B-4532-B646-4F0DCA819356}"/>
              </a:ext>
            </a:extLst>
          </p:cNvPr>
          <p:cNvSpPr>
            <a:spLocks noGrp="1"/>
          </p:cNvSpPr>
          <p:nvPr/>
        </p:nvSpPr>
        <p:spPr>
          <a:xfrm>
            <a:off x="1746614" y="28553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1" name="9lfa_0_official_PredictedAtoms_19">
            <a:extLst>
              <a:ext uri="{FF2B5EF4-FFF2-40B4-BE49-F238E27FC236}">
                <a16:creationId xmlns:a16="http://schemas.microsoft.com/office/drawing/2014/main" id="{39547BE9-9E73-4E72-BCE0-20FFE496DE92}"/>
              </a:ext>
            </a:extLst>
          </p:cNvPr>
          <p:cNvSpPr>
            <a:spLocks noGrp="1"/>
          </p:cNvSpPr>
          <p:nvPr/>
        </p:nvSpPr>
        <p:spPr>
          <a:xfrm>
            <a:off x="1883150" y="29237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2" name="9lfa_0_official_PredictedAtoms_20">
            <a:extLst>
              <a:ext uri="{FF2B5EF4-FFF2-40B4-BE49-F238E27FC236}">
                <a16:creationId xmlns:a16="http://schemas.microsoft.com/office/drawing/2014/main" id="{9D8BEC89-6EB4-482D-8559-5A03A8781BAC}"/>
              </a:ext>
            </a:extLst>
          </p:cNvPr>
          <p:cNvSpPr>
            <a:spLocks noGrp="1"/>
          </p:cNvSpPr>
          <p:nvPr/>
        </p:nvSpPr>
        <p:spPr>
          <a:xfrm>
            <a:off x="2002937" y="29610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lfa_0_official_PredictedAtoms_21">
            <a:extLst>
              <a:ext uri="{FF2B5EF4-FFF2-40B4-BE49-F238E27FC236}">
                <a16:creationId xmlns:a16="http://schemas.microsoft.com/office/drawing/2014/main" id="{6FE46531-F656-4541-BE94-2A471C018C73}"/>
              </a:ext>
            </a:extLst>
          </p:cNvPr>
          <p:cNvSpPr>
            <a:spLocks noGrp="1"/>
          </p:cNvSpPr>
          <p:nvPr/>
        </p:nvSpPr>
        <p:spPr>
          <a:xfrm>
            <a:off x="2020895" y="2932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lfa_0_official_PredictedAtoms_22">
            <a:extLst>
              <a:ext uri="{FF2B5EF4-FFF2-40B4-BE49-F238E27FC236}">
                <a16:creationId xmlns:a16="http://schemas.microsoft.com/office/drawing/2014/main" id="{A7B7B316-DBB2-4F00-AD51-647B4D0CA609}"/>
              </a:ext>
            </a:extLst>
          </p:cNvPr>
          <p:cNvSpPr>
            <a:spLocks noGrp="1"/>
          </p:cNvSpPr>
          <p:nvPr/>
        </p:nvSpPr>
        <p:spPr>
          <a:xfrm>
            <a:off x="2118095" y="3040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lfa_0_official_PredictedAtoms_23">
            <a:extLst>
              <a:ext uri="{FF2B5EF4-FFF2-40B4-BE49-F238E27FC236}">
                <a16:creationId xmlns:a16="http://schemas.microsoft.com/office/drawing/2014/main" id="{24D82257-207D-4C64-8F7A-91B7BB74DC39}"/>
              </a:ext>
            </a:extLst>
          </p:cNvPr>
          <p:cNvSpPr>
            <a:spLocks noGrp="1"/>
          </p:cNvSpPr>
          <p:nvPr/>
        </p:nvSpPr>
        <p:spPr>
          <a:xfrm>
            <a:off x="2257563" y="31129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lfa_0_official_PredictedAtoms_24">
            <a:extLst>
              <a:ext uri="{FF2B5EF4-FFF2-40B4-BE49-F238E27FC236}">
                <a16:creationId xmlns:a16="http://schemas.microsoft.com/office/drawing/2014/main" id="{6EAFD6BF-29B4-41BD-8E36-3787412839B9}"/>
              </a:ext>
            </a:extLst>
          </p:cNvPr>
          <p:cNvSpPr>
            <a:spLocks noGrp="1"/>
          </p:cNvSpPr>
          <p:nvPr/>
        </p:nvSpPr>
        <p:spPr>
          <a:xfrm>
            <a:off x="2318083" y="31355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lfa_0_official_PredictedAtoms_25">
            <a:extLst>
              <a:ext uri="{FF2B5EF4-FFF2-40B4-BE49-F238E27FC236}">
                <a16:creationId xmlns:a16="http://schemas.microsoft.com/office/drawing/2014/main" id="{33B305A5-BEDF-434D-A5A2-CF0B8C21C8A3}"/>
              </a:ext>
            </a:extLst>
          </p:cNvPr>
          <p:cNvSpPr>
            <a:spLocks noGrp="1"/>
          </p:cNvSpPr>
          <p:nvPr/>
        </p:nvSpPr>
        <p:spPr>
          <a:xfrm>
            <a:off x="2346183" y="3168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lfa_0_official_PredictedAtoms_26">
            <a:extLst>
              <a:ext uri="{FF2B5EF4-FFF2-40B4-BE49-F238E27FC236}">
                <a16:creationId xmlns:a16="http://schemas.microsoft.com/office/drawing/2014/main" id="{89499389-5E3A-40EC-9BFB-5D299E0211F4}"/>
              </a:ext>
            </a:extLst>
          </p:cNvPr>
          <p:cNvSpPr>
            <a:spLocks noGrp="1"/>
          </p:cNvSpPr>
          <p:nvPr/>
        </p:nvSpPr>
        <p:spPr>
          <a:xfrm>
            <a:off x="2301743" y="3161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lfa_0_official_PredictedAtoms_27">
            <a:extLst>
              <a:ext uri="{FF2B5EF4-FFF2-40B4-BE49-F238E27FC236}">
                <a16:creationId xmlns:a16="http://schemas.microsoft.com/office/drawing/2014/main" id="{85D119D9-5853-4524-984A-8D2A0F38A2AC}"/>
              </a:ext>
            </a:extLst>
          </p:cNvPr>
          <p:cNvSpPr>
            <a:spLocks noGrp="1"/>
          </p:cNvSpPr>
          <p:nvPr/>
        </p:nvSpPr>
        <p:spPr>
          <a:xfrm>
            <a:off x="2164248" y="31017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lfa_0_official_PredictedAtoms_28">
            <a:extLst>
              <a:ext uri="{FF2B5EF4-FFF2-40B4-BE49-F238E27FC236}">
                <a16:creationId xmlns:a16="http://schemas.microsoft.com/office/drawing/2014/main" id="{3D306361-1926-444E-9CB1-5E8FD54006FB}"/>
              </a:ext>
            </a:extLst>
          </p:cNvPr>
          <p:cNvSpPr>
            <a:spLocks noGrp="1"/>
          </p:cNvSpPr>
          <p:nvPr/>
        </p:nvSpPr>
        <p:spPr>
          <a:xfrm>
            <a:off x="2072672" y="30394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lfa_0_official_PredictedAtoms_29">
            <a:extLst>
              <a:ext uri="{FF2B5EF4-FFF2-40B4-BE49-F238E27FC236}">
                <a16:creationId xmlns:a16="http://schemas.microsoft.com/office/drawing/2014/main" id="{44933000-4C66-4085-96A2-053C605E3740}"/>
              </a:ext>
            </a:extLst>
          </p:cNvPr>
          <p:cNvSpPr>
            <a:spLocks noGrp="1"/>
          </p:cNvSpPr>
          <p:nvPr/>
        </p:nvSpPr>
        <p:spPr>
          <a:xfrm>
            <a:off x="1927757" y="29674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lfa_0_official_PredictedAtoms_30">
            <a:extLst>
              <a:ext uri="{FF2B5EF4-FFF2-40B4-BE49-F238E27FC236}">
                <a16:creationId xmlns:a16="http://schemas.microsoft.com/office/drawing/2014/main" id="{6156A49F-AD0E-4ADF-86FE-44F0B5C83A76}"/>
              </a:ext>
            </a:extLst>
          </p:cNvPr>
          <p:cNvSpPr>
            <a:spLocks noGrp="1"/>
          </p:cNvSpPr>
          <p:nvPr/>
        </p:nvSpPr>
        <p:spPr>
          <a:xfrm>
            <a:off x="1635772" y="2838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lfa_0_official_PredictedAtoms_31">
            <a:extLst>
              <a:ext uri="{FF2B5EF4-FFF2-40B4-BE49-F238E27FC236}">
                <a16:creationId xmlns:a16="http://schemas.microsoft.com/office/drawing/2014/main" id="{06B52037-BE55-4A7D-8E97-956AF596560C}"/>
              </a:ext>
            </a:extLst>
          </p:cNvPr>
          <p:cNvSpPr>
            <a:spLocks noGrp="1"/>
          </p:cNvSpPr>
          <p:nvPr/>
        </p:nvSpPr>
        <p:spPr>
          <a:xfrm>
            <a:off x="1223770" y="29767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lfa_0_official_PredictedAtoms_32">
            <a:extLst>
              <a:ext uri="{FF2B5EF4-FFF2-40B4-BE49-F238E27FC236}">
                <a16:creationId xmlns:a16="http://schemas.microsoft.com/office/drawing/2014/main" id="{8B24510A-1A3A-40F6-897D-2F7E50729548}"/>
              </a:ext>
            </a:extLst>
          </p:cNvPr>
          <p:cNvSpPr>
            <a:spLocks noGrp="1"/>
          </p:cNvSpPr>
          <p:nvPr/>
        </p:nvSpPr>
        <p:spPr>
          <a:xfrm>
            <a:off x="1128009" y="30850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lfa_0_official_PredictedAtoms_33">
            <a:extLst>
              <a:ext uri="{FF2B5EF4-FFF2-40B4-BE49-F238E27FC236}">
                <a16:creationId xmlns:a16="http://schemas.microsoft.com/office/drawing/2014/main" id="{2D26D35E-F92F-487A-8F00-0FBE814D2753}"/>
              </a:ext>
            </a:extLst>
          </p:cNvPr>
          <p:cNvSpPr>
            <a:spLocks noGrp="1"/>
          </p:cNvSpPr>
          <p:nvPr/>
        </p:nvSpPr>
        <p:spPr>
          <a:xfrm>
            <a:off x="860567" y="30525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lfa_0_official_PredictedAtoms_34">
            <a:extLst>
              <a:ext uri="{FF2B5EF4-FFF2-40B4-BE49-F238E27FC236}">
                <a16:creationId xmlns:a16="http://schemas.microsoft.com/office/drawing/2014/main" id="{C6E7EB3E-3AC3-4E97-A66D-952C9DF344AD}"/>
              </a:ext>
            </a:extLst>
          </p:cNvPr>
          <p:cNvSpPr>
            <a:spLocks noGrp="1"/>
          </p:cNvSpPr>
          <p:nvPr/>
        </p:nvSpPr>
        <p:spPr>
          <a:xfrm>
            <a:off x="802897" y="32035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lfa_0_official_PredictedAtoms_35">
            <a:extLst>
              <a:ext uri="{FF2B5EF4-FFF2-40B4-BE49-F238E27FC236}">
                <a16:creationId xmlns:a16="http://schemas.microsoft.com/office/drawing/2014/main" id="{2BFADBFE-DA48-4DE8-AFF2-2CCA6C8E8D36}"/>
              </a:ext>
            </a:extLst>
          </p:cNvPr>
          <p:cNvSpPr>
            <a:spLocks noGrp="1"/>
          </p:cNvSpPr>
          <p:nvPr/>
        </p:nvSpPr>
        <p:spPr>
          <a:xfrm>
            <a:off x="904540" y="3555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stage3-cases-alternatives_16">
            <a:extLst>
              <a:ext uri="{FF2B5EF4-FFF2-40B4-BE49-F238E27FC236}">
                <a16:creationId xmlns:a16="http://schemas.microsoft.com/office/drawing/2014/main" id="{939DD4B6-CC8F-4320-B3E3-402845385B7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3.26 Å   D 58%   Clash 0</a:t>
            </a:r>
          </a:p>
        </p:txBody>
      </p:sp>
      <p:sp>
        <p:nvSpPr>
          <p:cNvPr id="409" name="9lfa_0_tuned_Receptor">
            <a:extLst>
              <a:ext uri="{FF2B5EF4-FFF2-40B4-BE49-F238E27FC236}">
                <a16:creationId xmlns:a16="http://schemas.microsoft.com/office/drawing/2014/main" id="{AA935741-BD2D-4E31-839F-E431EFA0B7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10" name="9lfa_0_tuned_ExperimentalDensity">
            <a:extLst>
              <a:ext uri="{FF2B5EF4-FFF2-40B4-BE49-F238E27FC236}">
                <a16:creationId xmlns:a16="http://schemas.microsoft.com/office/drawing/2014/main" id="{9146B325-8AEA-4DED-A061-33D1BB445D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11" name="9lfa_0_tuned_ReferenceLigand_0">
            <a:extLst>
              <a:ext uri="{FF2B5EF4-FFF2-40B4-BE49-F238E27FC236}">
                <a16:creationId xmlns:a16="http://schemas.microsoft.com/office/drawing/2014/main" id="{506A43F8-2B72-41FB-B670-DE048D4F18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lfa_0_tuned_ReferenceLigand_1">
            <a:extLst>
              <a:ext uri="{FF2B5EF4-FFF2-40B4-BE49-F238E27FC236}">
                <a16:creationId xmlns:a16="http://schemas.microsoft.com/office/drawing/2014/main" id="{A41E34B4-53C7-4B78-BA50-AEF8369E72D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lfa_0_tuned_ReferenceLigand_2">
            <a:extLst>
              <a:ext uri="{FF2B5EF4-FFF2-40B4-BE49-F238E27FC236}">
                <a16:creationId xmlns:a16="http://schemas.microsoft.com/office/drawing/2014/main" id="{94604DB3-11EA-4F15-ACB7-2EBF70B4DE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lfa_0_tuned_ReferenceLigand_3">
            <a:extLst>
              <a:ext uri="{FF2B5EF4-FFF2-40B4-BE49-F238E27FC236}">
                <a16:creationId xmlns:a16="http://schemas.microsoft.com/office/drawing/2014/main" id="{CE75780B-2660-4234-91F0-3D766FC83A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lfa_0_tuned_ReferenceLigand_4">
            <a:extLst>
              <a:ext uri="{FF2B5EF4-FFF2-40B4-BE49-F238E27FC236}">
                <a16:creationId xmlns:a16="http://schemas.microsoft.com/office/drawing/2014/main" id="{5E076BD5-4757-4F2A-A4F7-1C90E893FD0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lfa_0_tuned_ReferenceLigand_5">
            <a:extLst>
              <a:ext uri="{FF2B5EF4-FFF2-40B4-BE49-F238E27FC236}">
                <a16:creationId xmlns:a16="http://schemas.microsoft.com/office/drawing/2014/main" id="{968D196A-C70F-42F0-8A37-5C8ACC1F67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lfa_0_tuned_ReferenceLigand_6">
            <a:extLst>
              <a:ext uri="{FF2B5EF4-FFF2-40B4-BE49-F238E27FC236}">
                <a16:creationId xmlns:a16="http://schemas.microsoft.com/office/drawing/2014/main" id="{80B82FD0-0CE9-494A-A609-E087BF5F4AA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lfa_0_tuned_ReferenceLigand_7">
            <a:extLst>
              <a:ext uri="{FF2B5EF4-FFF2-40B4-BE49-F238E27FC236}">
                <a16:creationId xmlns:a16="http://schemas.microsoft.com/office/drawing/2014/main" id="{78234F4A-2CAD-4E21-B31C-9AFC794F589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lfa_0_tuned_ReferenceLigand_8">
            <a:extLst>
              <a:ext uri="{FF2B5EF4-FFF2-40B4-BE49-F238E27FC236}">
                <a16:creationId xmlns:a16="http://schemas.microsoft.com/office/drawing/2014/main" id="{15F86410-A29D-4BEF-99FF-CCA8AD9A38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lfa_0_tuned_ReferenceLigand_9">
            <a:extLst>
              <a:ext uri="{FF2B5EF4-FFF2-40B4-BE49-F238E27FC236}">
                <a16:creationId xmlns:a16="http://schemas.microsoft.com/office/drawing/2014/main" id="{50AADAB6-11BB-4BFA-AF55-BF3E7751AF6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lfa_0_tuned_ReferenceLigand_10">
            <a:extLst>
              <a:ext uri="{FF2B5EF4-FFF2-40B4-BE49-F238E27FC236}">
                <a16:creationId xmlns:a16="http://schemas.microsoft.com/office/drawing/2014/main" id="{9BB78CED-3731-43FD-AE0C-1BE731ACF86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lfa_0_tuned_ReferenceLigand_11">
            <a:extLst>
              <a:ext uri="{FF2B5EF4-FFF2-40B4-BE49-F238E27FC236}">
                <a16:creationId xmlns:a16="http://schemas.microsoft.com/office/drawing/2014/main" id="{270C6893-E704-4F78-8F25-8ED48BC921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lfa_0_tuned_ReferenceLigand_12">
            <a:extLst>
              <a:ext uri="{FF2B5EF4-FFF2-40B4-BE49-F238E27FC236}">
                <a16:creationId xmlns:a16="http://schemas.microsoft.com/office/drawing/2014/main" id="{A0CF50E0-720A-44C7-9396-F44B12F0D3B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lfa_0_tuned_ReferenceLigand_13">
            <a:extLst>
              <a:ext uri="{FF2B5EF4-FFF2-40B4-BE49-F238E27FC236}">
                <a16:creationId xmlns:a16="http://schemas.microsoft.com/office/drawing/2014/main" id="{C7944C12-E0D5-41F1-9C6B-294F84FD5CA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lfa_0_tuned_ReferenceLigand_14">
            <a:extLst>
              <a:ext uri="{FF2B5EF4-FFF2-40B4-BE49-F238E27FC236}">
                <a16:creationId xmlns:a16="http://schemas.microsoft.com/office/drawing/2014/main" id="{092478BC-4036-410B-9A14-FAAB23AA19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lfa_0_tuned_ReferenceLigand_15">
            <a:extLst>
              <a:ext uri="{FF2B5EF4-FFF2-40B4-BE49-F238E27FC236}">
                <a16:creationId xmlns:a16="http://schemas.microsoft.com/office/drawing/2014/main" id="{C72AAED9-BAF3-4A11-8F4D-B51153244F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lfa_0_tuned_ReferenceLigand_16">
            <a:extLst>
              <a:ext uri="{FF2B5EF4-FFF2-40B4-BE49-F238E27FC236}">
                <a16:creationId xmlns:a16="http://schemas.microsoft.com/office/drawing/2014/main" id="{B1835D26-D4CC-4DEA-8F48-AA3D622BCA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lfa_0_tuned_ReferenceLigand_17">
            <a:extLst>
              <a:ext uri="{FF2B5EF4-FFF2-40B4-BE49-F238E27FC236}">
                <a16:creationId xmlns:a16="http://schemas.microsoft.com/office/drawing/2014/main" id="{2581692B-3A9D-485A-A63C-AA3484CC92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9" name="9lfa_0_tuned_ReferenceLigand_18">
            <a:extLst>
              <a:ext uri="{FF2B5EF4-FFF2-40B4-BE49-F238E27FC236}">
                <a16:creationId xmlns:a16="http://schemas.microsoft.com/office/drawing/2014/main" id="{DBF0A6A6-C6D1-4D53-9709-0DAB2D44EED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lfa_0_tuned_ReferenceLigand_19">
            <a:extLst>
              <a:ext uri="{FF2B5EF4-FFF2-40B4-BE49-F238E27FC236}">
                <a16:creationId xmlns:a16="http://schemas.microsoft.com/office/drawing/2014/main" id="{BEBDC07D-ACE2-4C76-8164-3EB65608BD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lfa_0_tuned_ReferenceLigand_20">
            <a:extLst>
              <a:ext uri="{FF2B5EF4-FFF2-40B4-BE49-F238E27FC236}">
                <a16:creationId xmlns:a16="http://schemas.microsoft.com/office/drawing/2014/main" id="{71FC4E2B-564D-46C6-9E03-D236C6ACD8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lfa_0_tuned_ReferenceLigand_21">
            <a:extLst>
              <a:ext uri="{FF2B5EF4-FFF2-40B4-BE49-F238E27FC236}">
                <a16:creationId xmlns:a16="http://schemas.microsoft.com/office/drawing/2014/main" id="{A2D6C56D-9649-4CED-85A2-1A546B6371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lfa_0_tuned_ReferenceLigand_22">
            <a:extLst>
              <a:ext uri="{FF2B5EF4-FFF2-40B4-BE49-F238E27FC236}">
                <a16:creationId xmlns:a16="http://schemas.microsoft.com/office/drawing/2014/main" id="{3EA778D8-431F-41D0-8112-B86EFE97AA7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lfa_0_tuned_ReferenceLigand_23">
            <a:extLst>
              <a:ext uri="{FF2B5EF4-FFF2-40B4-BE49-F238E27FC236}">
                <a16:creationId xmlns:a16="http://schemas.microsoft.com/office/drawing/2014/main" id="{3B60A7E1-A24A-418A-9A96-850E2D664C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lfa_0_tuned_ReferenceLigand_24">
            <a:extLst>
              <a:ext uri="{FF2B5EF4-FFF2-40B4-BE49-F238E27FC236}">
                <a16:creationId xmlns:a16="http://schemas.microsoft.com/office/drawing/2014/main" id="{6002FCCE-3B8A-4379-87F8-6D3EE03ECDC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lfa_0_tuned_ReferenceLigand_25">
            <a:extLst>
              <a:ext uri="{FF2B5EF4-FFF2-40B4-BE49-F238E27FC236}">
                <a16:creationId xmlns:a16="http://schemas.microsoft.com/office/drawing/2014/main" id="{53BCCE46-7527-421D-901E-058A811DEA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lfa_0_tuned_ReferenceLigand_26">
            <a:extLst>
              <a:ext uri="{FF2B5EF4-FFF2-40B4-BE49-F238E27FC236}">
                <a16:creationId xmlns:a16="http://schemas.microsoft.com/office/drawing/2014/main" id="{B274C860-5D0E-4901-9EC6-5BFD2735B17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lfa_0_tuned_ReferenceLigand_27">
            <a:extLst>
              <a:ext uri="{FF2B5EF4-FFF2-40B4-BE49-F238E27FC236}">
                <a16:creationId xmlns:a16="http://schemas.microsoft.com/office/drawing/2014/main" id="{E17B3B35-02EE-4410-BF41-5A7DF5FF34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lfa_0_tuned_ReferenceLigand_28">
            <a:extLst>
              <a:ext uri="{FF2B5EF4-FFF2-40B4-BE49-F238E27FC236}">
                <a16:creationId xmlns:a16="http://schemas.microsoft.com/office/drawing/2014/main" id="{5B8301E1-989E-41B4-98B0-09EC02E0E52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lfa_0_tuned_ReferenceLigand_29">
            <a:extLst>
              <a:ext uri="{FF2B5EF4-FFF2-40B4-BE49-F238E27FC236}">
                <a16:creationId xmlns:a16="http://schemas.microsoft.com/office/drawing/2014/main" id="{AAA7D8C4-6FEE-4BAC-A8D0-E9B8FFA6CA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lfa_0_tuned_ReferenceLigand_30">
            <a:extLst>
              <a:ext uri="{FF2B5EF4-FFF2-40B4-BE49-F238E27FC236}">
                <a16:creationId xmlns:a16="http://schemas.microsoft.com/office/drawing/2014/main" id="{4371AEEE-AD39-43CF-ACB5-3D1BDD6A39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lfa_0_tuned_ReferenceLigand_31">
            <a:extLst>
              <a:ext uri="{FF2B5EF4-FFF2-40B4-BE49-F238E27FC236}">
                <a16:creationId xmlns:a16="http://schemas.microsoft.com/office/drawing/2014/main" id="{F24EDC54-FB20-40D2-BCB9-0694B16C18D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lfa_0_tuned_ReferenceLigand_32">
            <a:extLst>
              <a:ext uri="{FF2B5EF4-FFF2-40B4-BE49-F238E27FC236}">
                <a16:creationId xmlns:a16="http://schemas.microsoft.com/office/drawing/2014/main" id="{0CE6BD2F-C195-4DD7-9681-FE76A88FA2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lfa_0_tuned_ReferenceLigand_33">
            <a:extLst>
              <a:ext uri="{FF2B5EF4-FFF2-40B4-BE49-F238E27FC236}">
                <a16:creationId xmlns:a16="http://schemas.microsoft.com/office/drawing/2014/main" id="{1F8E171C-DEE8-4C16-A9A1-41184AAF11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lfa_0_tuned_ReferenceLigand_34">
            <a:extLst>
              <a:ext uri="{FF2B5EF4-FFF2-40B4-BE49-F238E27FC236}">
                <a16:creationId xmlns:a16="http://schemas.microsoft.com/office/drawing/2014/main" id="{A3EF5046-F802-4908-A84A-59AEB05DD88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lfa_0_tuned_ReferenceLigand_35">
            <a:extLst>
              <a:ext uri="{FF2B5EF4-FFF2-40B4-BE49-F238E27FC236}">
                <a16:creationId xmlns:a16="http://schemas.microsoft.com/office/drawing/2014/main" id="{26A09B0D-B44B-4441-A1BE-0232B94FCD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lfa_0_tuned_ReferenceLigand_36">
            <a:extLst>
              <a:ext uri="{FF2B5EF4-FFF2-40B4-BE49-F238E27FC236}">
                <a16:creationId xmlns:a16="http://schemas.microsoft.com/office/drawing/2014/main" id="{B2007B07-76A3-4725-92B9-1206479BF71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lfa_0_tuned_ReferenceLigand_37">
            <a:extLst>
              <a:ext uri="{FF2B5EF4-FFF2-40B4-BE49-F238E27FC236}">
                <a16:creationId xmlns:a16="http://schemas.microsoft.com/office/drawing/2014/main" id="{08ABF337-7476-4F7D-BC72-DB3C16021C3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lfa_0_tuned_ReferenceLigand_38">
            <a:extLst>
              <a:ext uri="{FF2B5EF4-FFF2-40B4-BE49-F238E27FC236}">
                <a16:creationId xmlns:a16="http://schemas.microsoft.com/office/drawing/2014/main" id="{C1FC5B35-4F81-4F10-A2EB-30EA415D32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lfa_0_tuned_ReferenceLigand_39">
            <a:extLst>
              <a:ext uri="{FF2B5EF4-FFF2-40B4-BE49-F238E27FC236}">
                <a16:creationId xmlns:a16="http://schemas.microsoft.com/office/drawing/2014/main" id="{666ADF6E-EA00-4F6C-8C3B-4B29F905F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lfa_0_tuned_ReferenceLigand_40">
            <a:extLst>
              <a:ext uri="{FF2B5EF4-FFF2-40B4-BE49-F238E27FC236}">
                <a16:creationId xmlns:a16="http://schemas.microsoft.com/office/drawing/2014/main" id="{01D5FFA6-B0A5-4F61-9467-E43A076D11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lfa_0_tuned_PredictedLigand_0">
            <a:extLst>
              <a:ext uri="{FF2B5EF4-FFF2-40B4-BE49-F238E27FC236}">
                <a16:creationId xmlns:a16="http://schemas.microsoft.com/office/drawing/2014/main" id="{6CD6180F-BF85-432F-BD60-52E1CE7259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333" y="268187"/>
                </a:moveTo>
                <a:lnTo>
                  <a:pt x="1697232" y="3278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3" name="9lfa_0_tuned_PredictedLigand_1">
            <a:extLst>
              <a:ext uri="{FF2B5EF4-FFF2-40B4-BE49-F238E27FC236}">
                <a16:creationId xmlns:a16="http://schemas.microsoft.com/office/drawing/2014/main" id="{C356432C-523F-4CE0-BA52-B372A2FE04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966" y="259237"/>
                </a:moveTo>
                <a:lnTo>
                  <a:pt x="1560333" y="2681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4" name="9lfa_0_tuned_PredictedLigand_2">
            <a:extLst>
              <a:ext uri="{FF2B5EF4-FFF2-40B4-BE49-F238E27FC236}">
                <a16:creationId xmlns:a16="http://schemas.microsoft.com/office/drawing/2014/main" id="{94E6BC77-1E7B-418D-B93E-B60B74DB2FB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274743" y="6204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5" name="9lfa_0_tuned_PredictedLigand_3">
            <a:extLst>
              <a:ext uri="{FF2B5EF4-FFF2-40B4-BE49-F238E27FC236}">
                <a16:creationId xmlns:a16="http://schemas.microsoft.com/office/drawing/2014/main" id="{53D12E69-61D2-4A6B-B1E5-F312F75E21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005468" y="3855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6" name="9lfa_0_tuned_PredictedLigand_4">
            <a:extLst>
              <a:ext uri="{FF2B5EF4-FFF2-40B4-BE49-F238E27FC236}">
                <a16:creationId xmlns:a16="http://schemas.microsoft.com/office/drawing/2014/main" id="{C728654C-6443-464F-8023-9BAB3DDC8E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0073" y="521905"/>
                </a:moveTo>
                <a:lnTo>
                  <a:pt x="181541" y="5760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7" name="9lfa_0_tuned_PredictedLigand_5">
            <a:extLst>
              <a:ext uri="{FF2B5EF4-FFF2-40B4-BE49-F238E27FC236}">
                <a16:creationId xmlns:a16="http://schemas.microsoft.com/office/drawing/2014/main" id="{582E16C9-58E2-4D98-AF24-2C5D97619D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41" y="576086"/>
                </a:moveTo>
                <a:lnTo>
                  <a:pt x="149408" y="7171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8" name="9lfa_0_tuned_PredictedLigand_6">
            <a:extLst>
              <a:ext uri="{FF2B5EF4-FFF2-40B4-BE49-F238E27FC236}">
                <a16:creationId xmlns:a16="http://schemas.microsoft.com/office/drawing/2014/main" id="{2AC1C052-D9B8-47EE-8187-D8EB4606539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7232" y="327835"/>
                </a:moveTo>
                <a:lnTo>
                  <a:pt x="1720340" y="3731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9" name="9lfa_0_tuned_PredictedLigand_7">
            <a:extLst>
              <a:ext uri="{FF2B5EF4-FFF2-40B4-BE49-F238E27FC236}">
                <a16:creationId xmlns:a16="http://schemas.microsoft.com/office/drawing/2014/main" id="{91A6B4BA-4AB0-4235-A29E-E8BECD36DED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330073" y="52190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0" name="9lfa_0_tuned_PredictedLigand_8">
            <a:extLst>
              <a:ext uri="{FF2B5EF4-FFF2-40B4-BE49-F238E27FC236}">
                <a16:creationId xmlns:a16="http://schemas.microsoft.com/office/drawing/2014/main" id="{09039FE6-72AA-4347-A822-BB107A3596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353" y="327823"/>
                </a:moveTo>
                <a:lnTo>
                  <a:pt x="633035" y="4029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1" name="9lfa_0_tuned_PredictedLigand_9">
            <a:extLst>
              <a:ext uri="{FF2B5EF4-FFF2-40B4-BE49-F238E27FC236}">
                <a16:creationId xmlns:a16="http://schemas.microsoft.com/office/drawing/2014/main" id="{057DD717-F9E8-475B-BCFB-8A566678E6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3035" y="402973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2" name="9lfa_0_tuned_PredictedLigand_10">
            <a:extLst>
              <a:ext uri="{FF2B5EF4-FFF2-40B4-BE49-F238E27FC236}">
                <a16:creationId xmlns:a16="http://schemas.microsoft.com/office/drawing/2014/main" id="{21F18CAB-619C-4241-B2F4-7D1576330C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3907" y="311319"/>
                </a:moveTo>
                <a:lnTo>
                  <a:pt x="1006149" y="430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3" name="9lfa_0_tuned_PredictedLigand_11">
            <a:extLst>
              <a:ext uri="{FF2B5EF4-FFF2-40B4-BE49-F238E27FC236}">
                <a16:creationId xmlns:a16="http://schemas.microsoft.com/office/drawing/2014/main" id="{B38136AE-50DA-4135-AD35-88BCB705C7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4" name="9lfa_0_tuned_PredictedLigand_12">
            <a:extLst>
              <a:ext uri="{FF2B5EF4-FFF2-40B4-BE49-F238E27FC236}">
                <a16:creationId xmlns:a16="http://schemas.microsoft.com/office/drawing/2014/main" id="{FD702147-75BE-48B2-AB02-92D075FC99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408" y="717191"/>
                </a:moveTo>
                <a:lnTo>
                  <a:pt x="260216" y="8018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5" name="9lfa_0_tuned_PredictedLigand_13">
            <a:extLst>
              <a:ext uri="{FF2B5EF4-FFF2-40B4-BE49-F238E27FC236}">
                <a16:creationId xmlns:a16="http://schemas.microsoft.com/office/drawing/2014/main" id="{950F182D-F798-45CA-A4F9-F9BF71C1AD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1756" y="425102"/>
                </a:moveTo>
                <a:lnTo>
                  <a:pt x="1992294" y="442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6" name="9lfa_0_tuned_PredictedLigand_14">
            <a:extLst>
              <a:ext uri="{FF2B5EF4-FFF2-40B4-BE49-F238E27FC236}">
                <a16:creationId xmlns:a16="http://schemas.microsoft.com/office/drawing/2014/main" id="{DBF5985E-4DC7-4B42-8E8D-C6705003FC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895" y="312721"/>
                </a:moveTo>
                <a:lnTo>
                  <a:pt x="1452966" y="259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7" name="9lfa_0_tuned_PredictedLigand_15">
            <a:extLst>
              <a:ext uri="{FF2B5EF4-FFF2-40B4-BE49-F238E27FC236}">
                <a16:creationId xmlns:a16="http://schemas.microsoft.com/office/drawing/2014/main" id="{B6CDC4FF-4892-4977-A944-0E182D9D9B1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lfa_0_tuned_PredictedLigand_16">
            <a:extLst>
              <a:ext uri="{FF2B5EF4-FFF2-40B4-BE49-F238E27FC236}">
                <a16:creationId xmlns:a16="http://schemas.microsoft.com/office/drawing/2014/main" id="{398F001A-DE14-47E8-8F1B-3FB9AEBBFC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2480" y="532598"/>
                </a:moveTo>
                <a:lnTo>
                  <a:pt x="2235786" y="606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lfa_0_tuned_PredictedLigand_17">
            <a:extLst>
              <a:ext uri="{FF2B5EF4-FFF2-40B4-BE49-F238E27FC236}">
                <a16:creationId xmlns:a16="http://schemas.microsoft.com/office/drawing/2014/main" id="{61F53A53-5A95-4073-8734-51E6B85442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7406" y="735114"/>
                </a:moveTo>
                <a:lnTo>
                  <a:pt x="437706" y="5976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lfa_0_tuned_PredictedLigand_18">
            <a:extLst>
              <a:ext uri="{FF2B5EF4-FFF2-40B4-BE49-F238E27FC236}">
                <a16:creationId xmlns:a16="http://schemas.microsoft.com/office/drawing/2014/main" id="{ECE58A71-C014-4C3F-9318-7D1E13F76C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lfa_0_tuned_PredictedLigand_19">
            <a:extLst>
              <a:ext uri="{FF2B5EF4-FFF2-40B4-BE49-F238E27FC236}">
                <a16:creationId xmlns:a16="http://schemas.microsoft.com/office/drawing/2014/main" id="{0894A57B-FCF9-46D9-BC4F-588AE35B6E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149" y="430575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lfa_0_tuned_PredictedLigand_20">
            <a:extLst>
              <a:ext uri="{FF2B5EF4-FFF2-40B4-BE49-F238E27FC236}">
                <a16:creationId xmlns:a16="http://schemas.microsoft.com/office/drawing/2014/main" id="{1ADC03CC-8D84-4219-A9FF-60A205C437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327072" y="6757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lfa_0_tuned_PredictedLigand_21">
            <a:extLst>
              <a:ext uri="{FF2B5EF4-FFF2-40B4-BE49-F238E27FC236}">
                <a16:creationId xmlns:a16="http://schemas.microsoft.com/office/drawing/2014/main" id="{469F2AB7-9E7F-4EB1-8ECE-AC101D1D561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0216" y="801846"/>
                </a:moveTo>
                <a:lnTo>
                  <a:pt x="397406" y="7351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lfa_0_tuned_PredictedLigand_22">
            <a:extLst>
              <a:ext uri="{FF2B5EF4-FFF2-40B4-BE49-F238E27FC236}">
                <a16:creationId xmlns:a16="http://schemas.microsoft.com/office/drawing/2014/main" id="{B0AF3E0C-B223-4A0D-9F86-4935BC7CE1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763353" y="3278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lfa_0_tuned_PredictedLigand_23">
            <a:extLst>
              <a:ext uri="{FF2B5EF4-FFF2-40B4-BE49-F238E27FC236}">
                <a16:creationId xmlns:a16="http://schemas.microsoft.com/office/drawing/2014/main" id="{0CF83E55-BBCD-4307-8C81-0E65EFF2B2F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610241" y="3714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lfa_0_tuned_PredictedLigand_24">
            <a:extLst>
              <a:ext uri="{FF2B5EF4-FFF2-40B4-BE49-F238E27FC236}">
                <a16:creationId xmlns:a16="http://schemas.microsoft.com/office/drawing/2014/main" id="{E9F5E195-4400-495A-8CD8-1CA5A7151A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113907" y="3113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lfa_0_tuned_PredictedLigand_25">
            <a:extLst>
              <a:ext uri="{FF2B5EF4-FFF2-40B4-BE49-F238E27FC236}">
                <a16:creationId xmlns:a16="http://schemas.microsoft.com/office/drawing/2014/main" id="{44A5272B-4CEC-4394-B35F-8D44A5B4FC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1666" y="540389"/>
                </a:moveTo>
                <a:lnTo>
                  <a:pt x="674915" y="611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lfa_0_tuned_PredictedLigand_26">
            <a:extLst>
              <a:ext uri="{FF2B5EF4-FFF2-40B4-BE49-F238E27FC236}">
                <a16:creationId xmlns:a16="http://schemas.microsoft.com/office/drawing/2014/main" id="{4B425492-19D1-40A9-8698-9213AB97BF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0241" y="371449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lfa_0_tuned_PredictedLigand_27">
            <a:extLst>
              <a:ext uri="{FF2B5EF4-FFF2-40B4-BE49-F238E27FC236}">
                <a16:creationId xmlns:a16="http://schemas.microsoft.com/office/drawing/2014/main" id="{27533BAC-0AC9-40C9-93B7-2068797029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lfa_0_tuned_PredictedLigand_28">
            <a:extLst>
              <a:ext uri="{FF2B5EF4-FFF2-40B4-BE49-F238E27FC236}">
                <a16:creationId xmlns:a16="http://schemas.microsoft.com/office/drawing/2014/main" id="{104F203D-E74B-4980-9E81-A3B9022DFA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5932" y="574748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lfa_0_tuned_PredictedLigand_29">
            <a:extLst>
              <a:ext uri="{FF2B5EF4-FFF2-40B4-BE49-F238E27FC236}">
                <a16:creationId xmlns:a16="http://schemas.microsoft.com/office/drawing/2014/main" id="{A2D623A0-BC99-4A8E-8FEE-9E439F2381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674" y="500714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lfa_0_tuned_PredictedLigand_30">
            <a:extLst>
              <a:ext uri="{FF2B5EF4-FFF2-40B4-BE49-F238E27FC236}">
                <a16:creationId xmlns:a16="http://schemas.microsoft.com/office/drawing/2014/main" id="{46E209AA-64E8-4323-A41A-D66F8E415CD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lfa_0_tuned_PredictedLigand_31">
            <a:extLst>
              <a:ext uri="{FF2B5EF4-FFF2-40B4-BE49-F238E27FC236}">
                <a16:creationId xmlns:a16="http://schemas.microsoft.com/office/drawing/2014/main" id="{1F2A00CF-6552-46BF-8912-E52361CA09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4915" y="611990"/>
                </a:moveTo>
                <a:lnTo>
                  <a:pt x="835932" y="5747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lfa_0_tuned_PredictedLigand_32">
            <a:extLst>
              <a:ext uri="{FF2B5EF4-FFF2-40B4-BE49-F238E27FC236}">
                <a16:creationId xmlns:a16="http://schemas.microsoft.com/office/drawing/2014/main" id="{8B8E9179-206A-4DE1-9F19-CC776365F6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942388" y="344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lfa_0_tuned_PredictedLigand_33">
            <a:extLst>
              <a:ext uri="{FF2B5EF4-FFF2-40B4-BE49-F238E27FC236}">
                <a16:creationId xmlns:a16="http://schemas.microsoft.com/office/drawing/2014/main" id="{7C89911C-1200-4AA0-BCC6-BBDD01B4E5B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364390" y="3068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lfa_0_tuned_PredictedLigand_34">
            <a:extLst>
              <a:ext uri="{FF2B5EF4-FFF2-40B4-BE49-F238E27FC236}">
                <a16:creationId xmlns:a16="http://schemas.microsoft.com/office/drawing/2014/main" id="{0232ECED-DAFA-4D9E-8BBB-086C045764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7072" y="675743"/>
                </a:moveTo>
                <a:lnTo>
                  <a:pt x="2284192" y="6773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lfa_0_tuned_PredictedLigand_35">
            <a:extLst>
              <a:ext uri="{FF2B5EF4-FFF2-40B4-BE49-F238E27FC236}">
                <a16:creationId xmlns:a16="http://schemas.microsoft.com/office/drawing/2014/main" id="{A3120F44-AB97-4CC7-B91D-6F852CC49E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1895674" y="5007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lfa_0_tuned_PredictedLigand_36">
            <a:extLst>
              <a:ext uri="{FF2B5EF4-FFF2-40B4-BE49-F238E27FC236}">
                <a16:creationId xmlns:a16="http://schemas.microsoft.com/office/drawing/2014/main" id="{5B206B18-C28D-4021-A627-215D2D61A4F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683" y="385406"/>
                </a:moveTo>
                <a:lnTo>
                  <a:pt x="1209273" y="319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lfa_0_tuned_PredictedLigand_37">
            <a:extLst>
              <a:ext uri="{FF2B5EF4-FFF2-40B4-BE49-F238E27FC236}">
                <a16:creationId xmlns:a16="http://schemas.microsoft.com/office/drawing/2014/main" id="{30BD24F9-AC9F-4EAB-83AA-07342D9542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2388" y="344779"/>
                </a:moveTo>
                <a:lnTo>
                  <a:pt x="1094683" y="3854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lfa_0_tuned_PredictedLigand_38">
            <a:extLst>
              <a:ext uri="{FF2B5EF4-FFF2-40B4-BE49-F238E27FC236}">
                <a16:creationId xmlns:a16="http://schemas.microsoft.com/office/drawing/2014/main" id="{61732AD0-713E-49A9-84F3-56B796D394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6683" y="618742"/>
                </a:moveTo>
                <a:lnTo>
                  <a:pt x="2050677" y="551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lfa_0_tuned_PredictedLigand_39">
            <a:extLst>
              <a:ext uri="{FF2B5EF4-FFF2-40B4-BE49-F238E27FC236}">
                <a16:creationId xmlns:a16="http://schemas.microsoft.com/office/drawing/2014/main" id="{6A700EFE-C861-4623-AABD-3652A90F038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392862" y="2997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lfa_0_tuned_PredictedLigand_40">
            <a:extLst>
              <a:ext uri="{FF2B5EF4-FFF2-40B4-BE49-F238E27FC236}">
                <a16:creationId xmlns:a16="http://schemas.microsoft.com/office/drawing/2014/main" id="{55820FC0-C9AC-43C9-93C8-E7F24C0B31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92" y="677328"/>
                </a:moveTo>
                <a:lnTo>
                  <a:pt x="2146683" y="6187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lfa_0_tuned_PredictedAtoms_0">
            <a:extLst>
              <a:ext uri="{FF2B5EF4-FFF2-40B4-BE49-F238E27FC236}">
                <a16:creationId xmlns:a16="http://schemas.microsoft.com/office/drawing/2014/main" id="{83F5EE1B-7737-43C1-8482-EF97B3ED31A7}"/>
              </a:ext>
            </a:extLst>
          </p:cNvPr>
          <p:cNvSpPr>
            <a:spLocks noGrp="1"/>
          </p:cNvSpPr>
          <p:nvPr/>
        </p:nvSpPr>
        <p:spPr>
          <a:xfrm>
            <a:off x="3365748" y="3141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4" name="9lfa_0_tuned_PredictedAtoms_1">
            <a:extLst>
              <a:ext uri="{FF2B5EF4-FFF2-40B4-BE49-F238E27FC236}">
                <a16:creationId xmlns:a16="http://schemas.microsoft.com/office/drawing/2014/main" id="{0ADD70F5-DD1B-4423-B104-4C624A55FAA2}"/>
              </a:ext>
            </a:extLst>
          </p:cNvPr>
          <p:cNvSpPr>
            <a:spLocks noGrp="1"/>
          </p:cNvSpPr>
          <p:nvPr/>
        </p:nvSpPr>
        <p:spPr>
          <a:xfrm>
            <a:off x="3333616" y="32822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5" name="9lfa_0_tuned_PredictedAtoms_2">
            <a:extLst>
              <a:ext uri="{FF2B5EF4-FFF2-40B4-BE49-F238E27FC236}">
                <a16:creationId xmlns:a16="http://schemas.microsoft.com/office/drawing/2014/main" id="{CDC81D9E-C893-4697-B757-71EA7F77635B}"/>
              </a:ext>
            </a:extLst>
          </p:cNvPr>
          <p:cNvSpPr>
            <a:spLocks noGrp="1"/>
          </p:cNvSpPr>
          <p:nvPr/>
        </p:nvSpPr>
        <p:spPr>
          <a:xfrm>
            <a:off x="3444424" y="33669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6" name="9lfa_0_tuned_PredictedAtoms_3">
            <a:extLst>
              <a:ext uri="{FF2B5EF4-FFF2-40B4-BE49-F238E27FC236}">
                <a16:creationId xmlns:a16="http://schemas.microsoft.com/office/drawing/2014/main" id="{9C8B0C27-19EE-4841-9795-D4B2A2041C30}"/>
              </a:ext>
            </a:extLst>
          </p:cNvPr>
          <p:cNvSpPr>
            <a:spLocks noGrp="1"/>
          </p:cNvSpPr>
          <p:nvPr/>
        </p:nvSpPr>
        <p:spPr>
          <a:xfrm>
            <a:off x="3581614" y="33001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7" name="9lfa_0_tuned_PredictedAtoms_4">
            <a:extLst>
              <a:ext uri="{FF2B5EF4-FFF2-40B4-BE49-F238E27FC236}">
                <a16:creationId xmlns:a16="http://schemas.microsoft.com/office/drawing/2014/main" id="{B92E01A7-8C7D-472F-9866-B63315F3F2A5}"/>
              </a:ext>
            </a:extLst>
          </p:cNvPr>
          <p:cNvSpPr>
            <a:spLocks noGrp="1"/>
          </p:cNvSpPr>
          <p:nvPr/>
        </p:nvSpPr>
        <p:spPr>
          <a:xfrm>
            <a:off x="3621913" y="31627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8" name="9lfa_0_tuned_PredictedAtoms_5">
            <a:extLst>
              <a:ext uri="{FF2B5EF4-FFF2-40B4-BE49-F238E27FC236}">
                <a16:creationId xmlns:a16="http://schemas.microsoft.com/office/drawing/2014/main" id="{599969A6-AEBD-46B5-8870-3BBCCE9A386A}"/>
              </a:ext>
            </a:extLst>
          </p:cNvPr>
          <p:cNvSpPr>
            <a:spLocks noGrp="1"/>
          </p:cNvSpPr>
          <p:nvPr/>
        </p:nvSpPr>
        <p:spPr>
          <a:xfrm>
            <a:off x="3765873" y="31054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9" name="9lfa_0_tuned_PredictedAtoms_6">
            <a:extLst>
              <a:ext uri="{FF2B5EF4-FFF2-40B4-BE49-F238E27FC236}">
                <a16:creationId xmlns:a16="http://schemas.microsoft.com/office/drawing/2014/main" id="{9041FAAA-44C9-4214-8D1C-FF067E739987}"/>
              </a:ext>
            </a:extLst>
          </p:cNvPr>
          <p:cNvSpPr>
            <a:spLocks noGrp="1"/>
          </p:cNvSpPr>
          <p:nvPr/>
        </p:nvSpPr>
        <p:spPr>
          <a:xfrm>
            <a:off x="3859123" y="31770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0" name="9lfa_0_tuned_PredictedAtoms_7">
            <a:extLst>
              <a:ext uri="{FF2B5EF4-FFF2-40B4-BE49-F238E27FC236}">
                <a16:creationId xmlns:a16="http://schemas.microsoft.com/office/drawing/2014/main" id="{4DBDB712-736B-4F63-9DAB-BDF86D6CC99B}"/>
              </a:ext>
            </a:extLst>
          </p:cNvPr>
          <p:cNvSpPr>
            <a:spLocks noGrp="1"/>
          </p:cNvSpPr>
          <p:nvPr/>
        </p:nvSpPr>
        <p:spPr>
          <a:xfrm>
            <a:off x="4020139" y="3139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1" name="9lfa_0_tuned_PredictedAtoms_8">
            <a:extLst>
              <a:ext uri="{FF2B5EF4-FFF2-40B4-BE49-F238E27FC236}">
                <a16:creationId xmlns:a16="http://schemas.microsoft.com/office/drawing/2014/main" id="{C3A93C48-6BCD-4EB3-A35E-65C201BE5548}"/>
              </a:ext>
            </a:extLst>
          </p:cNvPr>
          <p:cNvSpPr>
            <a:spLocks noGrp="1"/>
          </p:cNvSpPr>
          <p:nvPr/>
        </p:nvSpPr>
        <p:spPr>
          <a:xfrm>
            <a:off x="4063208" y="29874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2" name="9lfa_0_tuned_PredictedAtoms_9">
            <a:extLst>
              <a:ext uri="{FF2B5EF4-FFF2-40B4-BE49-F238E27FC236}">
                <a16:creationId xmlns:a16="http://schemas.microsoft.com/office/drawing/2014/main" id="{3B45EDD1-551B-4F11-B3FC-34E833C715A7}"/>
              </a:ext>
            </a:extLst>
          </p:cNvPr>
          <p:cNvSpPr>
            <a:spLocks noGrp="1"/>
          </p:cNvSpPr>
          <p:nvPr/>
        </p:nvSpPr>
        <p:spPr>
          <a:xfrm>
            <a:off x="4126596" y="290986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3" name="9lfa_0_tuned_PredictedAtoms_10">
            <a:extLst>
              <a:ext uri="{FF2B5EF4-FFF2-40B4-BE49-F238E27FC236}">
                <a16:creationId xmlns:a16="http://schemas.microsoft.com/office/drawing/2014/main" id="{DDB9028D-65CA-4BC3-8AA0-25A09F582FBA}"/>
              </a:ext>
            </a:extLst>
          </p:cNvPr>
          <p:cNvSpPr>
            <a:spLocks noGrp="1"/>
          </p:cNvSpPr>
          <p:nvPr/>
        </p:nvSpPr>
        <p:spPr>
          <a:xfrm>
            <a:off x="4278890" y="29504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4" name="9lfa_0_tuned_PredictedAtoms_11">
            <a:extLst>
              <a:ext uri="{FF2B5EF4-FFF2-40B4-BE49-F238E27FC236}">
                <a16:creationId xmlns:a16="http://schemas.microsoft.com/office/drawing/2014/main" id="{C2106FA5-F59D-4DC7-BD6E-6509E762E00E}"/>
              </a:ext>
            </a:extLst>
          </p:cNvPr>
          <p:cNvSpPr>
            <a:spLocks noGrp="1"/>
          </p:cNvSpPr>
          <p:nvPr/>
        </p:nvSpPr>
        <p:spPr>
          <a:xfrm>
            <a:off x="4393480" y="2884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5" name="9lfa_0_tuned_PredictedAtoms_12">
            <a:extLst>
              <a:ext uri="{FF2B5EF4-FFF2-40B4-BE49-F238E27FC236}">
                <a16:creationId xmlns:a16="http://schemas.microsoft.com/office/drawing/2014/main" id="{053B419C-168F-43CB-952F-3F143B4576B2}"/>
              </a:ext>
            </a:extLst>
          </p:cNvPr>
          <p:cNvSpPr>
            <a:spLocks noGrp="1"/>
          </p:cNvSpPr>
          <p:nvPr/>
        </p:nvSpPr>
        <p:spPr>
          <a:xfrm>
            <a:off x="4548598" y="2871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lfa_0_tuned_PredictedAtoms_13">
            <a:extLst>
              <a:ext uri="{FF2B5EF4-FFF2-40B4-BE49-F238E27FC236}">
                <a16:creationId xmlns:a16="http://schemas.microsoft.com/office/drawing/2014/main" id="{27F06DDD-46B8-4D89-AE83-495ECC6CB2EF}"/>
              </a:ext>
            </a:extLst>
          </p:cNvPr>
          <p:cNvSpPr>
            <a:spLocks noGrp="1"/>
          </p:cNvSpPr>
          <p:nvPr/>
        </p:nvSpPr>
        <p:spPr>
          <a:xfrm>
            <a:off x="4577070" y="28648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lfa_0_tuned_PredictedAtoms_14">
            <a:extLst>
              <a:ext uri="{FF2B5EF4-FFF2-40B4-BE49-F238E27FC236}">
                <a16:creationId xmlns:a16="http://schemas.microsoft.com/office/drawing/2014/main" id="{5BA94296-09DC-457D-B82F-A47324920C34}"/>
              </a:ext>
            </a:extLst>
          </p:cNvPr>
          <p:cNvSpPr>
            <a:spLocks noGrp="1"/>
          </p:cNvSpPr>
          <p:nvPr/>
        </p:nvSpPr>
        <p:spPr>
          <a:xfrm>
            <a:off x="4656103" y="2877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lfa_0_tuned_PredictedAtoms_15">
            <a:extLst>
              <a:ext uri="{FF2B5EF4-FFF2-40B4-BE49-F238E27FC236}">
                <a16:creationId xmlns:a16="http://schemas.microsoft.com/office/drawing/2014/main" id="{DB962048-DD03-443A-9C1D-137B7A79A3A0}"/>
              </a:ext>
            </a:extLst>
          </p:cNvPr>
          <p:cNvSpPr>
            <a:spLocks noGrp="1"/>
          </p:cNvSpPr>
          <p:nvPr/>
        </p:nvSpPr>
        <p:spPr>
          <a:xfrm>
            <a:off x="4637173" y="2824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lfa_0_tuned_PredictedAtoms_16">
            <a:extLst>
              <a:ext uri="{FF2B5EF4-FFF2-40B4-BE49-F238E27FC236}">
                <a16:creationId xmlns:a16="http://schemas.microsoft.com/office/drawing/2014/main" id="{AB564BB5-7565-401E-8E3C-2CAE390B97E4}"/>
              </a:ext>
            </a:extLst>
          </p:cNvPr>
          <p:cNvSpPr>
            <a:spLocks noGrp="1"/>
          </p:cNvSpPr>
          <p:nvPr/>
        </p:nvSpPr>
        <p:spPr>
          <a:xfrm>
            <a:off x="4744540" y="2833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lfa_0_tuned_PredictedAtoms_17">
            <a:extLst>
              <a:ext uri="{FF2B5EF4-FFF2-40B4-BE49-F238E27FC236}">
                <a16:creationId xmlns:a16="http://schemas.microsoft.com/office/drawing/2014/main" id="{7A3AE403-CDA8-427D-B3BF-645CEF028C40}"/>
              </a:ext>
            </a:extLst>
          </p:cNvPr>
          <p:cNvSpPr>
            <a:spLocks noGrp="1"/>
          </p:cNvSpPr>
          <p:nvPr/>
        </p:nvSpPr>
        <p:spPr>
          <a:xfrm>
            <a:off x="4881439" y="289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lfa_0_tuned_PredictedAtoms_18">
            <a:extLst>
              <a:ext uri="{FF2B5EF4-FFF2-40B4-BE49-F238E27FC236}">
                <a16:creationId xmlns:a16="http://schemas.microsoft.com/office/drawing/2014/main" id="{E6A25E01-6B6A-497E-92F0-6691E4A16397}"/>
              </a:ext>
            </a:extLst>
          </p:cNvPr>
          <p:cNvSpPr>
            <a:spLocks noGrp="1"/>
          </p:cNvSpPr>
          <p:nvPr/>
        </p:nvSpPr>
        <p:spPr>
          <a:xfrm>
            <a:off x="4904548" y="29381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lfa_0_tuned_PredictedAtoms_19">
            <a:extLst>
              <a:ext uri="{FF2B5EF4-FFF2-40B4-BE49-F238E27FC236}">
                <a16:creationId xmlns:a16="http://schemas.microsoft.com/office/drawing/2014/main" id="{3D7EF951-259B-4885-8F60-8FD4BC501C24}"/>
              </a:ext>
            </a:extLst>
          </p:cNvPr>
          <p:cNvSpPr>
            <a:spLocks noGrp="1"/>
          </p:cNvSpPr>
          <p:nvPr/>
        </p:nvSpPr>
        <p:spPr>
          <a:xfrm>
            <a:off x="5045964" y="29901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lfa_0_tuned_PredictedAtoms_20">
            <a:extLst>
              <a:ext uri="{FF2B5EF4-FFF2-40B4-BE49-F238E27FC236}">
                <a16:creationId xmlns:a16="http://schemas.microsoft.com/office/drawing/2014/main" id="{29F560B1-E5B4-411D-A938-3ECAAED48CF8}"/>
              </a:ext>
            </a:extLst>
          </p:cNvPr>
          <p:cNvSpPr>
            <a:spLocks noGrp="1"/>
          </p:cNvSpPr>
          <p:nvPr/>
        </p:nvSpPr>
        <p:spPr>
          <a:xfrm>
            <a:off x="5176501" y="30076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lfa_0_tuned_PredictedAtoms_21">
            <a:extLst>
              <a:ext uri="{FF2B5EF4-FFF2-40B4-BE49-F238E27FC236}">
                <a16:creationId xmlns:a16="http://schemas.microsoft.com/office/drawing/2014/main" id="{09BDA4BA-27AD-47C6-84E6-16B288887A57}"/>
              </a:ext>
            </a:extLst>
          </p:cNvPr>
          <p:cNvSpPr>
            <a:spLocks noGrp="1"/>
          </p:cNvSpPr>
          <p:nvPr/>
        </p:nvSpPr>
        <p:spPr>
          <a:xfrm>
            <a:off x="5189675" y="29505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lfa_0_tuned_PredictedAtoms_22">
            <a:extLst>
              <a:ext uri="{FF2B5EF4-FFF2-40B4-BE49-F238E27FC236}">
                <a16:creationId xmlns:a16="http://schemas.microsoft.com/office/drawing/2014/main" id="{BAC42A01-5AB4-412F-B3B7-0AC0E37E210A}"/>
              </a:ext>
            </a:extLst>
          </p:cNvPr>
          <p:cNvSpPr>
            <a:spLocks noGrp="1"/>
          </p:cNvSpPr>
          <p:nvPr/>
        </p:nvSpPr>
        <p:spPr>
          <a:xfrm>
            <a:off x="5286687" y="3097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lfa_0_tuned_PredictedAtoms_23">
            <a:extLst>
              <a:ext uri="{FF2B5EF4-FFF2-40B4-BE49-F238E27FC236}">
                <a16:creationId xmlns:a16="http://schemas.microsoft.com/office/drawing/2014/main" id="{89B34607-CC81-4BE5-BBA2-1E49C2E3121F}"/>
              </a:ext>
            </a:extLst>
          </p:cNvPr>
          <p:cNvSpPr>
            <a:spLocks noGrp="1"/>
          </p:cNvSpPr>
          <p:nvPr/>
        </p:nvSpPr>
        <p:spPr>
          <a:xfrm>
            <a:off x="5419993" y="317150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lfa_0_tuned_PredictedAtoms_24">
            <a:extLst>
              <a:ext uri="{FF2B5EF4-FFF2-40B4-BE49-F238E27FC236}">
                <a16:creationId xmlns:a16="http://schemas.microsoft.com/office/drawing/2014/main" id="{D6EFFFAA-1C88-464C-9489-EEDD15572552}"/>
              </a:ext>
            </a:extLst>
          </p:cNvPr>
          <p:cNvSpPr>
            <a:spLocks noGrp="1"/>
          </p:cNvSpPr>
          <p:nvPr/>
        </p:nvSpPr>
        <p:spPr>
          <a:xfrm>
            <a:off x="5458950" y="31855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lfa_0_tuned_PredictedAtoms_25">
            <a:extLst>
              <a:ext uri="{FF2B5EF4-FFF2-40B4-BE49-F238E27FC236}">
                <a16:creationId xmlns:a16="http://schemas.microsoft.com/office/drawing/2014/main" id="{78AD81FB-0499-4474-A98F-BE043266338F}"/>
              </a:ext>
            </a:extLst>
          </p:cNvPr>
          <p:cNvSpPr>
            <a:spLocks noGrp="1"/>
          </p:cNvSpPr>
          <p:nvPr/>
        </p:nvSpPr>
        <p:spPr>
          <a:xfrm>
            <a:off x="5511280" y="32408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lfa_0_tuned_PredictedAtoms_26">
            <a:extLst>
              <a:ext uri="{FF2B5EF4-FFF2-40B4-BE49-F238E27FC236}">
                <a16:creationId xmlns:a16="http://schemas.microsoft.com/office/drawing/2014/main" id="{0C2E5058-09BB-46AA-A204-331DF9CE0E06}"/>
              </a:ext>
            </a:extLst>
          </p:cNvPr>
          <p:cNvSpPr>
            <a:spLocks noGrp="1"/>
          </p:cNvSpPr>
          <p:nvPr/>
        </p:nvSpPr>
        <p:spPr>
          <a:xfrm>
            <a:off x="5468399" y="3242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lfa_0_tuned_PredictedAtoms_27">
            <a:extLst>
              <a:ext uri="{FF2B5EF4-FFF2-40B4-BE49-F238E27FC236}">
                <a16:creationId xmlns:a16="http://schemas.microsoft.com/office/drawing/2014/main" id="{0143268A-E130-4890-B731-887F0FBC397E}"/>
              </a:ext>
            </a:extLst>
          </p:cNvPr>
          <p:cNvSpPr>
            <a:spLocks noGrp="1"/>
          </p:cNvSpPr>
          <p:nvPr/>
        </p:nvSpPr>
        <p:spPr>
          <a:xfrm>
            <a:off x="5330891" y="3183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lfa_0_tuned_PredictedAtoms_28">
            <a:extLst>
              <a:ext uri="{FF2B5EF4-FFF2-40B4-BE49-F238E27FC236}">
                <a16:creationId xmlns:a16="http://schemas.microsoft.com/office/drawing/2014/main" id="{B5E92A2E-914D-42F9-8D37-D22D5C0E4CBE}"/>
              </a:ext>
            </a:extLst>
          </p:cNvPr>
          <p:cNvSpPr>
            <a:spLocks noGrp="1"/>
          </p:cNvSpPr>
          <p:nvPr/>
        </p:nvSpPr>
        <p:spPr>
          <a:xfrm>
            <a:off x="5234885" y="3116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lfa_0_tuned_PredictedAtoms_29">
            <a:extLst>
              <a:ext uri="{FF2B5EF4-FFF2-40B4-BE49-F238E27FC236}">
                <a16:creationId xmlns:a16="http://schemas.microsoft.com/office/drawing/2014/main" id="{C65672B6-AEED-46CC-B5DC-319D26A8B472}"/>
              </a:ext>
            </a:extLst>
          </p:cNvPr>
          <p:cNvSpPr>
            <a:spLocks noGrp="1"/>
          </p:cNvSpPr>
          <p:nvPr/>
        </p:nvSpPr>
        <p:spPr>
          <a:xfrm>
            <a:off x="5079881" y="3065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lfa_0_tuned_PredictedAtoms_30">
            <a:extLst>
              <a:ext uri="{FF2B5EF4-FFF2-40B4-BE49-F238E27FC236}">
                <a16:creationId xmlns:a16="http://schemas.microsoft.com/office/drawing/2014/main" id="{EC138F11-3F99-448F-B4F9-9F1E0EC7ACC5}"/>
              </a:ext>
            </a:extLst>
          </p:cNvPr>
          <p:cNvSpPr>
            <a:spLocks noGrp="1"/>
          </p:cNvSpPr>
          <p:nvPr/>
        </p:nvSpPr>
        <p:spPr>
          <a:xfrm>
            <a:off x="4794449" y="2936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lfa_0_tuned_PredictedAtoms_31">
            <a:extLst>
              <a:ext uri="{FF2B5EF4-FFF2-40B4-BE49-F238E27FC236}">
                <a16:creationId xmlns:a16="http://schemas.microsoft.com/office/drawing/2014/main" id="{66CFB046-7C15-4D1E-8B49-E3B22BB7AA57}"/>
              </a:ext>
            </a:extLst>
          </p:cNvPr>
          <p:cNvSpPr>
            <a:spLocks noGrp="1"/>
          </p:cNvSpPr>
          <p:nvPr/>
        </p:nvSpPr>
        <p:spPr>
          <a:xfrm>
            <a:off x="4298114" y="2876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lfa_0_tuned_PredictedAtoms_32">
            <a:extLst>
              <a:ext uri="{FF2B5EF4-FFF2-40B4-BE49-F238E27FC236}">
                <a16:creationId xmlns:a16="http://schemas.microsoft.com/office/drawing/2014/main" id="{63C9BB1C-A114-47A1-B8DE-9E03C3EF52EF}"/>
              </a:ext>
            </a:extLst>
          </p:cNvPr>
          <p:cNvSpPr>
            <a:spLocks noGrp="1"/>
          </p:cNvSpPr>
          <p:nvPr/>
        </p:nvSpPr>
        <p:spPr>
          <a:xfrm>
            <a:off x="4190357" y="2995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lfa_0_tuned_PredictedAtoms_33">
            <a:extLst>
              <a:ext uri="{FF2B5EF4-FFF2-40B4-BE49-F238E27FC236}">
                <a16:creationId xmlns:a16="http://schemas.microsoft.com/office/drawing/2014/main" id="{F53994DE-D130-4E2C-B05A-77E97CA834C9}"/>
              </a:ext>
            </a:extLst>
          </p:cNvPr>
          <p:cNvSpPr>
            <a:spLocks noGrp="1"/>
          </p:cNvSpPr>
          <p:nvPr/>
        </p:nvSpPr>
        <p:spPr>
          <a:xfrm>
            <a:off x="3947561" y="2892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lfa_0_tuned_PredictedAtoms_34">
            <a:extLst>
              <a:ext uri="{FF2B5EF4-FFF2-40B4-BE49-F238E27FC236}">
                <a16:creationId xmlns:a16="http://schemas.microsoft.com/office/drawing/2014/main" id="{C7CE7D56-E30C-440C-82FF-733857495191}"/>
              </a:ext>
            </a:extLst>
          </p:cNvPr>
          <p:cNvSpPr>
            <a:spLocks noGrp="1"/>
          </p:cNvSpPr>
          <p:nvPr/>
        </p:nvSpPr>
        <p:spPr>
          <a:xfrm>
            <a:off x="3817243" y="296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lfa_0_tuned_PredictedAtoms_35">
            <a:extLst>
              <a:ext uri="{FF2B5EF4-FFF2-40B4-BE49-F238E27FC236}">
                <a16:creationId xmlns:a16="http://schemas.microsoft.com/office/drawing/2014/main" id="{E5DB2C74-7418-4A90-BA0A-8FCA70C32E8F}"/>
              </a:ext>
            </a:extLst>
          </p:cNvPr>
          <p:cNvSpPr>
            <a:spLocks noGrp="1"/>
          </p:cNvSpPr>
          <p:nvPr/>
        </p:nvSpPr>
        <p:spPr>
          <a:xfrm>
            <a:off x="3514280" y="3086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stage3-cases-alternatives_18">
            <a:extLst>
              <a:ext uri="{FF2B5EF4-FFF2-40B4-BE49-F238E27FC236}">
                <a16:creationId xmlns:a16="http://schemas.microsoft.com/office/drawing/2014/main" id="{3D70706B-3674-4F7B-B0A7-B35A7B1E0A59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0.78 Å   D 81%   Clash 0</a:t>
            </a:r>
          </a:p>
        </p:txBody>
      </p:sp>
      <p:sp>
        <p:nvSpPr>
          <p:cNvPr id="530" name="9lfa_0_build_Receptor">
            <a:extLst>
              <a:ext uri="{FF2B5EF4-FFF2-40B4-BE49-F238E27FC236}">
                <a16:creationId xmlns:a16="http://schemas.microsoft.com/office/drawing/2014/main" id="{F992C176-7DE3-4FE9-B8A9-E786EDCB24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31" name="9lfa_0_build_ExperimentalDensity">
            <a:extLst>
              <a:ext uri="{FF2B5EF4-FFF2-40B4-BE49-F238E27FC236}">
                <a16:creationId xmlns:a16="http://schemas.microsoft.com/office/drawing/2014/main" id="{6271511C-7020-414D-B0EF-6AFD252EEB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32" name="9lfa_0_build_ReferenceLigand_0">
            <a:extLst>
              <a:ext uri="{FF2B5EF4-FFF2-40B4-BE49-F238E27FC236}">
                <a16:creationId xmlns:a16="http://schemas.microsoft.com/office/drawing/2014/main" id="{837A8B64-D015-4E83-B127-579890A160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3" name="9lfa_0_build_ReferenceLigand_1">
            <a:extLst>
              <a:ext uri="{FF2B5EF4-FFF2-40B4-BE49-F238E27FC236}">
                <a16:creationId xmlns:a16="http://schemas.microsoft.com/office/drawing/2014/main" id="{CF2AD626-D701-4C26-B0F2-5509259396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4" name="9lfa_0_build_ReferenceLigand_2">
            <a:extLst>
              <a:ext uri="{FF2B5EF4-FFF2-40B4-BE49-F238E27FC236}">
                <a16:creationId xmlns:a16="http://schemas.microsoft.com/office/drawing/2014/main" id="{CB019E03-C839-4319-AC59-8C3CB550842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5" name="9lfa_0_build_ReferenceLigand_3">
            <a:extLst>
              <a:ext uri="{FF2B5EF4-FFF2-40B4-BE49-F238E27FC236}">
                <a16:creationId xmlns:a16="http://schemas.microsoft.com/office/drawing/2014/main" id="{D5FDAB49-E68F-4D3C-B108-44907C4BC33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6" name="9lfa_0_build_ReferenceLigand_4">
            <a:extLst>
              <a:ext uri="{FF2B5EF4-FFF2-40B4-BE49-F238E27FC236}">
                <a16:creationId xmlns:a16="http://schemas.microsoft.com/office/drawing/2014/main" id="{55E59DFF-97AD-4C7A-AC10-28819B40A17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7" name="9lfa_0_build_ReferenceLigand_5">
            <a:extLst>
              <a:ext uri="{FF2B5EF4-FFF2-40B4-BE49-F238E27FC236}">
                <a16:creationId xmlns:a16="http://schemas.microsoft.com/office/drawing/2014/main" id="{48C35401-7FA6-433B-8AA5-BB07CF54D1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8" name="9lfa_0_build_ReferenceLigand_6">
            <a:extLst>
              <a:ext uri="{FF2B5EF4-FFF2-40B4-BE49-F238E27FC236}">
                <a16:creationId xmlns:a16="http://schemas.microsoft.com/office/drawing/2014/main" id="{520DBE6A-782D-4DE0-A076-B12CD87F1F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9" name="9lfa_0_build_ReferenceLigand_7">
            <a:extLst>
              <a:ext uri="{FF2B5EF4-FFF2-40B4-BE49-F238E27FC236}">
                <a16:creationId xmlns:a16="http://schemas.microsoft.com/office/drawing/2014/main" id="{33BE8DC9-E67E-4E00-98A1-FF34528083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0" name="9lfa_0_build_ReferenceLigand_8">
            <a:extLst>
              <a:ext uri="{FF2B5EF4-FFF2-40B4-BE49-F238E27FC236}">
                <a16:creationId xmlns:a16="http://schemas.microsoft.com/office/drawing/2014/main" id="{9878191F-3D47-4CAA-83ED-EA5414DD44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1" name="9lfa_0_build_ReferenceLigand_9">
            <a:extLst>
              <a:ext uri="{FF2B5EF4-FFF2-40B4-BE49-F238E27FC236}">
                <a16:creationId xmlns:a16="http://schemas.microsoft.com/office/drawing/2014/main" id="{C9000A5D-CE4D-41B2-B57B-2EFD6865523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2" name="9lfa_0_build_ReferenceLigand_10">
            <a:extLst>
              <a:ext uri="{FF2B5EF4-FFF2-40B4-BE49-F238E27FC236}">
                <a16:creationId xmlns:a16="http://schemas.microsoft.com/office/drawing/2014/main" id="{897B2332-29BB-4FA6-9E47-C1EB32D99E9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lfa_0_build_ReferenceLigand_11">
            <a:extLst>
              <a:ext uri="{FF2B5EF4-FFF2-40B4-BE49-F238E27FC236}">
                <a16:creationId xmlns:a16="http://schemas.microsoft.com/office/drawing/2014/main" id="{11DB4D19-F92E-4A7B-AFEF-777D9046A4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lfa_0_build_ReferenceLigand_12">
            <a:extLst>
              <a:ext uri="{FF2B5EF4-FFF2-40B4-BE49-F238E27FC236}">
                <a16:creationId xmlns:a16="http://schemas.microsoft.com/office/drawing/2014/main" id="{BCCE6D77-209B-4338-BB78-3E0C5734720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lfa_0_build_ReferenceLigand_13">
            <a:extLst>
              <a:ext uri="{FF2B5EF4-FFF2-40B4-BE49-F238E27FC236}">
                <a16:creationId xmlns:a16="http://schemas.microsoft.com/office/drawing/2014/main" id="{56BDC20C-74BB-40A9-89C9-EE2FB1CA0F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lfa_0_build_ReferenceLigand_14">
            <a:extLst>
              <a:ext uri="{FF2B5EF4-FFF2-40B4-BE49-F238E27FC236}">
                <a16:creationId xmlns:a16="http://schemas.microsoft.com/office/drawing/2014/main" id="{B9A4D9A3-D191-4433-A2B1-242DF11376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lfa_0_build_ReferenceLigand_15">
            <a:extLst>
              <a:ext uri="{FF2B5EF4-FFF2-40B4-BE49-F238E27FC236}">
                <a16:creationId xmlns:a16="http://schemas.microsoft.com/office/drawing/2014/main" id="{DA1695FC-3708-4087-840E-0308E88A09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lfa_0_build_ReferenceLigand_16">
            <a:extLst>
              <a:ext uri="{FF2B5EF4-FFF2-40B4-BE49-F238E27FC236}">
                <a16:creationId xmlns:a16="http://schemas.microsoft.com/office/drawing/2014/main" id="{479D4765-CE4D-427B-9D51-FA808EA3E8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lfa_0_build_ReferenceLigand_17">
            <a:extLst>
              <a:ext uri="{FF2B5EF4-FFF2-40B4-BE49-F238E27FC236}">
                <a16:creationId xmlns:a16="http://schemas.microsoft.com/office/drawing/2014/main" id="{D8EBF926-2A08-4730-BD09-EF30A67DB3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lfa_0_build_ReferenceLigand_18">
            <a:extLst>
              <a:ext uri="{FF2B5EF4-FFF2-40B4-BE49-F238E27FC236}">
                <a16:creationId xmlns:a16="http://schemas.microsoft.com/office/drawing/2014/main" id="{17C1D935-0765-4AD0-830E-0A966A881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lfa_0_build_ReferenceLigand_19">
            <a:extLst>
              <a:ext uri="{FF2B5EF4-FFF2-40B4-BE49-F238E27FC236}">
                <a16:creationId xmlns:a16="http://schemas.microsoft.com/office/drawing/2014/main" id="{83C143F8-71A5-44F3-8EE5-5C690A2798A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lfa_0_build_ReferenceLigand_20">
            <a:extLst>
              <a:ext uri="{FF2B5EF4-FFF2-40B4-BE49-F238E27FC236}">
                <a16:creationId xmlns:a16="http://schemas.microsoft.com/office/drawing/2014/main" id="{B2AAF6B8-DEF0-40C8-A6E4-717CD45109B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lfa_0_build_ReferenceLigand_21">
            <a:extLst>
              <a:ext uri="{FF2B5EF4-FFF2-40B4-BE49-F238E27FC236}">
                <a16:creationId xmlns:a16="http://schemas.microsoft.com/office/drawing/2014/main" id="{A1830487-1617-4787-AE40-023A7515E6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lfa_0_build_ReferenceLigand_22">
            <a:extLst>
              <a:ext uri="{FF2B5EF4-FFF2-40B4-BE49-F238E27FC236}">
                <a16:creationId xmlns:a16="http://schemas.microsoft.com/office/drawing/2014/main" id="{A60F326B-F75C-4C41-8A3F-BC48DAE91C6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lfa_0_build_ReferenceLigand_23">
            <a:extLst>
              <a:ext uri="{FF2B5EF4-FFF2-40B4-BE49-F238E27FC236}">
                <a16:creationId xmlns:a16="http://schemas.microsoft.com/office/drawing/2014/main" id="{641E3914-ECF3-40E2-86DF-F5625F0223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lfa_0_build_ReferenceLigand_24">
            <a:extLst>
              <a:ext uri="{FF2B5EF4-FFF2-40B4-BE49-F238E27FC236}">
                <a16:creationId xmlns:a16="http://schemas.microsoft.com/office/drawing/2014/main" id="{5C150CD1-ECC8-410C-990F-C14F39EFFD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lfa_0_build_ReferenceLigand_25">
            <a:extLst>
              <a:ext uri="{FF2B5EF4-FFF2-40B4-BE49-F238E27FC236}">
                <a16:creationId xmlns:a16="http://schemas.microsoft.com/office/drawing/2014/main" id="{931F314F-C41F-4756-ABB1-544439988E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lfa_0_build_ReferenceLigand_26">
            <a:extLst>
              <a:ext uri="{FF2B5EF4-FFF2-40B4-BE49-F238E27FC236}">
                <a16:creationId xmlns:a16="http://schemas.microsoft.com/office/drawing/2014/main" id="{E2DF7DD0-4511-4E14-975B-88960B3F71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lfa_0_build_ReferenceLigand_27">
            <a:extLst>
              <a:ext uri="{FF2B5EF4-FFF2-40B4-BE49-F238E27FC236}">
                <a16:creationId xmlns:a16="http://schemas.microsoft.com/office/drawing/2014/main" id="{701F9922-A9D0-48C2-B0F5-50626FA741B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lfa_0_build_ReferenceLigand_28">
            <a:extLst>
              <a:ext uri="{FF2B5EF4-FFF2-40B4-BE49-F238E27FC236}">
                <a16:creationId xmlns:a16="http://schemas.microsoft.com/office/drawing/2014/main" id="{F70DF8C5-8174-4692-94EE-612138C9C7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lfa_0_build_ReferenceLigand_29">
            <a:extLst>
              <a:ext uri="{FF2B5EF4-FFF2-40B4-BE49-F238E27FC236}">
                <a16:creationId xmlns:a16="http://schemas.microsoft.com/office/drawing/2014/main" id="{4D7B3FC1-A265-4E27-B280-5B24028CAF6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lfa_0_build_ReferenceLigand_30">
            <a:extLst>
              <a:ext uri="{FF2B5EF4-FFF2-40B4-BE49-F238E27FC236}">
                <a16:creationId xmlns:a16="http://schemas.microsoft.com/office/drawing/2014/main" id="{BE9C5937-9D89-44E4-8741-FF3610171E5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lfa_0_build_ReferenceLigand_31">
            <a:extLst>
              <a:ext uri="{FF2B5EF4-FFF2-40B4-BE49-F238E27FC236}">
                <a16:creationId xmlns:a16="http://schemas.microsoft.com/office/drawing/2014/main" id="{00DCE9B2-DE28-460A-868D-4404F30730D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lfa_0_build_ReferenceLigand_32">
            <a:extLst>
              <a:ext uri="{FF2B5EF4-FFF2-40B4-BE49-F238E27FC236}">
                <a16:creationId xmlns:a16="http://schemas.microsoft.com/office/drawing/2014/main" id="{F51F43E3-62A4-4DFF-8BC7-296BCC871B4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lfa_0_build_ReferenceLigand_33">
            <a:extLst>
              <a:ext uri="{FF2B5EF4-FFF2-40B4-BE49-F238E27FC236}">
                <a16:creationId xmlns:a16="http://schemas.microsoft.com/office/drawing/2014/main" id="{3A9638F3-4391-4DCF-9130-5A900E6581F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lfa_0_build_ReferenceLigand_34">
            <a:extLst>
              <a:ext uri="{FF2B5EF4-FFF2-40B4-BE49-F238E27FC236}">
                <a16:creationId xmlns:a16="http://schemas.microsoft.com/office/drawing/2014/main" id="{940840E9-AD52-41E5-BE88-9D8B00F506E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lfa_0_build_ReferenceLigand_35">
            <a:extLst>
              <a:ext uri="{FF2B5EF4-FFF2-40B4-BE49-F238E27FC236}">
                <a16:creationId xmlns:a16="http://schemas.microsoft.com/office/drawing/2014/main" id="{78A3958E-09C5-4EE1-83D1-054B6CEEDC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lfa_0_build_ReferenceLigand_36">
            <a:extLst>
              <a:ext uri="{FF2B5EF4-FFF2-40B4-BE49-F238E27FC236}">
                <a16:creationId xmlns:a16="http://schemas.microsoft.com/office/drawing/2014/main" id="{065A487D-6CF6-499A-A58B-A939E8EEC4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lfa_0_build_ReferenceLigand_37">
            <a:extLst>
              <a:ext uri="{FF2B5EF4-FFF2-40B4-BE49-F238E27FC236}">
                <a16:creationId xmlns:a16="http://schemas.microsoft.com/office/drawing/2014/main" id="{398BC033-D717-4C28-B42C-58C25A4D5E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lfa_0_build_ReferenceLigand_38">
            <a:extLst>
              <a:ext uri="{FF2B5EF4-FFF2-40B4-BE49-F238E27FC236}">
                <a16:creationId xmlns:a16="http://schemas.microsoft.com/office/drawing/2014/main" id="{0CEEB273-C31D-48B6-893E-D002C0FEEA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lfa_0_build_ReferenceLigand_39">
            <a:extLst>
              <a:ext uri="{FF2B5EF4-FFF2-40B4-BE49-F238E27FC236}">
                <a16:creationId xmlns:a16="http://schemas.microsoft.com/office/drawing/2014/main" id="{205E9028-F6CE-48AB-A0D6-61AB18E4CD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lfa_0_build_ReferenceLigand_40">
            <a:extLst>
              <a:ext uri="{FF2B5EF4-FFF2-40B4-BE49-F238E27FC236}">
                <a16:creationId xmlns:a16="http://schemas.microsoft.com/office/drawing/2014/main" id="{353D7496-A1AC-466E-8068-FCE3A0CDC0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lfa_0_build_PredictedLigand_0">
            <a:extLst>
              <a:ext uri="{FF2B5EF4-FFF2-40B4-BE49-F238E27FC236}">
                <a16:creationId xmlns:a16="http://schemas.microsoft.com/office/drawing/2014/main" id="{E78EF1C3-6F16-4173-9E8F-71738CD4EA2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646307" y="3471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4" name="9lfa_0_build_PredictedLigand_1">
            <a:extLst>
              <a:ext uri="{FF2B5EF4-FFF2-40B4-BE49-F238E27FC236}">
                <a16:creationId xmlns:a16="http://schemas.microsoft.com/office/drawing/2014/main" id="{12306A8D-75E1-4C6A-AEE9-B6CC321EE1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250645" y="631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5" name="9lfa_0_build_PredictedLigand_2">
            <a:extLst>
              <a:ext uri="{FF2B5EF4-FFF2-40B4-BE49-F238E27FC236}">
                <a16:creationId xmlns:a16="http://schemas.microsoft.com/office/drawing/2014/main" id="{C92C1E2D-D27D-48FB-8343-46B7A3B592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3096" y="302767"/>
                </a:moveTo>
                <a:lnTo>
                  <a:pt x="1251241" y="3919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6" name="9lfa_0_build_PredictedLigand_3">
            <a:extLst>
              <a:ext uri="{FF2B5EF4-FFF2-40B4-BE49-F238E27FC236}">
                <a16:creationId xmlns:a16="http://schemas.microsoft.com/office/drawing/2014/main" id="{DEBDC6B9-A335-46C2-8E6B-03ECE7EB8F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383096" y="302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7" name="9lfa_0_build_PredictedLigand_4">
            <a:extLst>
              <a:ext uri="{FF2B5EF4-FFF2-40B4-BE49-F238E27FC236}">
                <a16:creationId xmlns:a16="http://schemas.microsoft.com/office/drawing/2014/main" id="{EF2A8D8F-4A37-4C5D-82A4-EF557A24D3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8" name="9lfa_0_build_PredictedLigand_5">
            <a:extLst>
              <a:ext uri="{FF2B5EF4-FFF2-40B4-BE49-F238E27FC236}">
                <a16:creationId xmlns:a16="http://schemas.microsoft.com/office/drawing/2014/main" id="{BE322401-5C9D-4F1A-BAA1-BCB420A273F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640653" y="3602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9" name="9lfa_0_build_PredictedLigand_6">
            <a:extLst>
              <a:ext uri="{FF2B5EF4-FFF2-40B4-BE49-F238E27FC236}">
                <a16:creationId xmlns:a16="http://schemas.microsoft.com/office/drawing/2014/main" id="{E3FF9B92-C644-43B0-8C08-0F019451F0E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338" y="371305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0" name="9lfa_0_build_PredictedLigand_7">
            <a:extLst>
              <a:ext uri="{FF2B5EF4-FFF2-40B4-BE49-F238E27FC236}">
                <a16:creationId xmlns:a16="http://schemas.microsoft.com/office/drawing/2014/main" id="{ACD27A9D-03BB-4DD7-AFB7-A750661D5C5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645" y="631337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1" name="9lfa_0_build_PredictedLigand_8">
            <a:extLst>
              <a:ext uri="{FF2B5EF4-FFF2-40B4-BE49-F238E27FC236}">
                <a16:creationId xmlns:a16="http://schemas.microsoft.com/office/drawing/2014/main" id="{FE4E973F-3963-4978-8709-51B5D67E67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406436" y="637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lfa_0_build_PredictedLigand_9">
            <a:extLst>
              <a:ext uri="{FF2B5EF4-FFF2-40B4-BE49-F238E27FC236}">
                <a16:creationId xmlns:a16="http://schemas.microsoft.com/office/drawing/2014/main" id="{1AE1560E-D19D-4F99-95AE-93604B35E2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1981338" y="3713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lfa_0_build_PredictedLigand_10">
            <a:extLst>
              <a:ext uri="{FF2B5EF4-FFF2-40B4-BE49-F238E27FC236}">
                <a16:creationId xmlns:a16="http://schemas.microsoft.com/office/drawing/2014/main" id="{305213FB-B311-4E6F-9D2D-B5F73001EE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lfa_0_build_PredictedLigand_11">
            <a:extLst>
              <a:ext uri="{FF2B5EF4-FFF2-40B4-BE49-F238E27FC236}">
                <a16:creationId xmlns:a16="http://schemas.microsoft.com/office/drawing/2014/main" id="{B7EF3E01-80F1-485C-9149-FE69F94CB7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lfa_0_build_PredictedLigand_12">
            <a:extLst>
              <a:ext uri="{FF2B5EF4-FFF2-40B4-BE49-F238E27FC236}">
                <a16:creationId xmlns:a16="http://schemas.microsoft.com/office/drawing/2014/main" id="{5FF3988A-53BE-4F7F-8B35-CD0156E2B3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41" y="391918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lfa_0_build_PredictedLigand_13">
            <a:extLst>
              <a:ext uri="{FF2B5EF4-FFF2-40B4-BE49-F238E27FC236}">
                <a16:creationId xmlns:a16="http://schemas.microsoft.com/office/drawing/2014/main" id="{2B667C5B-B6EE-43B4-B5FF-633C188D4A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0573" y="407174"/>
                </a:moveTo>
                <a:lnTo>
                  <a:pt x="1783249" y="460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lfa_0_build_PredictedLigand_14">
            <a:extLst>
              <a:ext uri="{FF2B5EF4-FFF2-40B4-BE49-F238E27FC236}">
                <a16:creationId xmlns:a16="http://schemas.microsoft.com/office/drawing/2014/main" id="{369A7FED-F322-413A-A561-8AC9ED53F0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4178" y="273716"/>
                </a:moveTo>
                <a:lnTo>
                  <a:pt x="1516973" y="320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lfa_0_build_PredictedLigand_15">
            <a:extLst>
              <a:ext uri="{FF2B5EF4-FFF2-40B4-BE49-F238E27FC236}">
                <a16:creationId xmlns:a16="http://schemas.microsoft.com/office/drawing/2014/main" id="{521F1577-F8BC-435F-BEFE-6A819308E3C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448994" y="4856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lfa_0_build_PredictedLigand_16">
            <a:extLst>
              <a:ext uri="{FF2B5EF4-FFF2-40B4-BE49-F238E27FC236}">
                <a16:creationId xmlns:a16="http://schemas.microsoft.com/office/drawing/2014/main" id="{7B82E064-CCB5-433E-A048-538B8D8F096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559" y="630335"/>
                </a:moveTo>
                <a:lnTo>
                  <a:pt x="2209516" y="7057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lfa_0_build_PredictedLigand_17">
            <a:extLst>
              <a:ext uri="{FF2B5EF4-FFF2-40B4-BE49-F238E27FC236}">
                <a16:creationId xmlns:a16="http://schemas.microsoft.com/office/drawing/2014/main" id="{60EF5D32-C0BF-4EC7-BDF0-C7EB23AF63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5124" y="419565"/>
                </a:moveTo>
                <a:lnTo>
                  <a:pt x="2023050" y="5579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lfa_0_build_PredictedLigand_18">
            <a:extLst>
              <a:ext uri="{FF2B5EF4-FFF2-40B4-BE49-F238E27FC236}">
                <a16:creationId xmlns:a16="http://schemas.microsoft.com/office/drawing/2014/main" id="{BAFBD4CB-827E-4642-BA98-BAA0F83FD3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lfa_0_build_PredictedLigand_19">
            <a:extLst>
              <a:ext uri="{FF2B5EF4-FFF2-40B4-BE49-F238E27FC236}">
                <a16:creationId xmlns:a16="http://schemas.microsoft.com/office/drawing/2014/main" id="{87B4000A-7EA6-4853-B008-78391A6B40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702" y="208167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lfa_0_build_PredictedLigand_20">
            <a:extLst>
              <a:ext uri="{FF2B5EF4-FFF2-40B4-BE49-F238E27FC236}">
                <a16:creationId xmlns:a16="http://schemas.microsoft.com/office/drawing/2014/main" id="{9C6BE69C-B58E-4152-8C6F-9FCBE8C7515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089455" y="4958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lfa_0_build_PredictedLigand_21">
            <a:extLst>
              <a:ext uri="{FF2B5EF4-FFF2-40B4-BE49-F238E27FC236}">
                <a16:creationId xmlns:a16="http://schemas.microsoft.com/office/drawing/2014/main" id="{6894079B-A76E-4400-A568-AA050B78CD2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670" y="235942"/>
                </a:moveTo>
                <a:lnTo>
                  <a:pt x="567640" y="2950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lfa_0_build_PredictedLigand_22">
            <a:extLst>
              <a:ext uri="{FF2B5EF4-FFF2-40B4-BE49-F238E27FC236}">
                <a16:creationId xmlns:a16="http://schemas.microsoft.com/office/drawing/2014/main" id="{0C359046-88F9-4032-9DB0-8C0EC5B87B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319921" y="3595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lfa_0_build_PredictedLigand_23">
            <a:extLst>
              <a:ext uri="{FF2B5EF4-FFF2-40B4-BE49-F238E27FC236}">
                <a16:creationId xmlns:a16="http://schemas.microsoft.com/office/drawing/2014/main" id="{733C0776-6E46-4B64-B382-BB6ED8359A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6983" y="199532"/>
                </a:moveTo>
                <a:lnTo>
                  <a:pt x="1109702" y="2081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lfa_0_build_PredictedLigand_24">
            <a:extLst>
              <a:ext uri="{FF2B5EF4-FFF2-40B4-BE49-F238E27FC236}">
                <a16:creationId xmlns:a16="http://schemas.microsoft.com/office/drawing/2014/main" id="{1C3CCE77-E56F-4C0F-B813-E7A5ADC49DB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7640" y="295033"/>
                </a:moveTo>
                <a:lnTo>
                  <a:pt x="712690" y="3143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lfa_0_build_PredictedLigand_25">
            <a:extLst>
              <a:ext uri="{FF2B5EF4-FFF2-40B4-BE49-F238E27FC236}">
                <a16:creationId xmlns:a16="http://schemas.microsoft.com/office/drawing/2014/main" id="{F0565249-2C9C-4DAC-8836-1F5776BC74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21" y="359502"/>
                </a:moveTo>
                <a:lnTo>
                  <a:pt x="1474178" y="273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lfa_0_build_PredictedLigand_26">
            <a:extLst>
              <a:ext uri="{FF2B5EF4-FFF2-40B4-BE49-F238E27FC236}">
                <a16:creationId xmlns:a16="http://schemas.microsoft.com/office/drawing/2014/main" id="{5F4C1EAE-684B-4DBE-9326-EA8888598A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164644" y="7387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lfa_0_build_PredictedLigand_27">
            <a:extLst>
              <a:ext uri="{FF2B5EF4-FFF2-40B4-BE49-F238E27FC236}">
                <a16:creationId xmlns:a16="http://schemas.microsoft.com/office/drawing/2014/main" id="{3E16F5B4-E94E-4374-A4AC-7316FF7223F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3249" y="460260"/>
                </a:moveTo>
                <a:lnTo>
                  <a:pt x="1979246" y="3878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lfa_0_build_PredictedLigand_28">
            <a:extLst>
              <a:ext uri="{FF2B5EF4-FFF2-40B4-BE49-F238E27FC236}">
                <a16:creationId xmlns:a16="http://schemas.microsoft.com/office/drawing/2014/main" id="{397CD199-7DF6-4650-BCC0-7DB50221E8E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9246" y="387832"/>
                </a:moveTo>
                <a:lnTo>
                  <a:pt x="2055124" y="4195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lfa_0_build_PredictedLigand_29">
            <a:extLst>
              <a:ext uri="{FF2B5EF4-FFF2-40B4-BE49-F238E27FC236}">
                <a16:creationId xmlns:a16="http://schemas.microsoft.com/office/drawing/2014/main" id="{661D58D9-C780-4DF7-8C15-E74CD7C7E5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9455" y="495805"/>
                </a:moveTo>
                <a:lnTo>
                  <a:pt x="946941" y="4613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lfa_0_build_PredictedLigand_30">
            <a:extLst>
              <a:ext uri="{FF2B5EF4-FFF2-40B4-BE49-F238E27FC236}">
                <a16:creationId xmlns:a16="http://schemas.microsoft.com/office/drawing/2014/main" id="{23E71F55-305A-4645-8D76-34B6BD5D18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0700" y="757782"/>
                </a:moveTo>
                <a:lnTo>
                  <a:pt x="2368039" y="587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lfa_0_build_PredictedLigand_31">
            <a:extLst>
              <a:ext uri="{FF2B5EF4-FFF2-40B4-BE49-F238E27FC236}">
                <a16:creationId xmlns:a16="http://schemas.microsoft.com/office/drawing/2014/main" id="{198192FC-D9F9-4356-B7D1-3F50B5BFE0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11608" y="5182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lfa_0_build_PredictedLigand_32">
            <a:extLst>
              <a:ext uri="{FF2B5EF4-FFF2-40B4-BE49-F238E27FC236}">
                <a16:creationId xmlns:a16="http://schemas.microsoft.com/office/drawing/2014/main" id="{CE91724C-7F21-45CF-B07C-7B5E1561D82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098" y="311940"/>
                </a:moveTo>
                <a:lnTo>
                  <a:pt x="956983" y="1995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lfa_0_build_PredictedLigand_33">
            <a:extLst>
              <a:ext uri="{FF2B5EF4-FFF2-40B4-BE49-F238E27FC236}">
                <a16:creationId xmlns:a16="http://schemas.microsoft.com/office/drawing/2014/main" id="{B0FF3E8C-D448-4799-9455-113BAE00393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5328" y="103151"/>
                </a:moveTo>
                <a:lnTo>
                  <a:pt x="398670" y="2359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lfa_0_build_PredictedLigand_34">
            <a:extLst>
              <a:ext uri="{FF2B5EF4-FFF2-40B4-BE49-F238E27FC236}">
                <a16:creationId xmlns:a16="http://schemas.microsoft.com/office/drawing/2014/main" id="{86679799-5597-4EFE-9E7D-3FEF6401EE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lfa_0_build_PredictedLigand_35">
            <a:extLst>
              <a:ext uri="{FF2B5EF4-FFF2-40B4-BE49-F238E27FC236}">
                <a16:creationId xmlns:a16="http://schemas.microsoft.com/office/drawing/2014/main" id="{402439E4-414F-4E3C-9E48-8D61E49754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941" y="461372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lfa_0_build_PredictedLigand_36">
            <a:extLst>
              <a:ext uri="{FF2B5EF4-FFF2-40B4-BE49-F238E27FC236}">
                <a16:creationId xmlns:a16="http://schemas.microsoft.com/office/drawing/2014/main" id="{14D80EAE-6701-4015-B32D-0D039B338E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05470" y="6194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lfa_0_build_PredictedLigand_37">
            <a:extLst>
              <a:ext uri="{FF2B5EF4-FFF2-40B4-BE49-F238E27FC236}">
                <a16:creationId xmlns:a16="http://schemas.microsoft.com/office/drawing/2014/main" id="{399B7A62-4A54-4006-9BB4-2033A463A9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217" y="81722"/>
                </a:moveTo>
                <a:lnTo>
                  <a:pt x="425328" y="1031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lfa_0_build_PredictedLigand_38">
            <a:extLst>
              <a:ext uri="{FF2B5EF4-FFF2-40B4-BE49-F238E27FC236}">
                <a16:creationId xmlns:a16="http://schemas.microsoft.com/office/drawing/2014/main" id="{BA11963F-8C34-4A07-88BF-2788F32033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685251" y="1599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lfa_0_build_PredictedLigand_39">
            <a:extLst>
              <a:ext uri="{FF2B5EF4-FFF2-40B4-BE49-F238E27FC236}">
                <a16:creationId xmlns:a16="http://schemas.microsoft.com/office/drawing/2014/main" id="{1EC1C4FE-2383-4423-A917-42FC1A5AC2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5251" y="159919"/>
                </a:moveTo>
                <a:lnTo>
                  <a:pt x="549217" y="817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lfa_0_build_PredictedLigand_40">
            <a:extLst>
              <a:ext uri="{FF2B5EF4-FFF2-40B4-BE49-F238E27FC236}">
                <a16:creationId xmlns:a16="http://schemas.microsoft.com/office/drawing/2014/main" id="{E5081F9F-AA39-4622-A087-5EB89F9353C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366190" y="70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lfa_0_build_PredictedAtoms_0">
            <a:extLst>
              <a:ext uri="{FF2B5EF4-FFF2-40B4-BE49-F238E27FC236}">
                <a16:creationId xmlns:a16="http://schemas.microsoft.com/office/drawing/2014/main" id="{83BFA76B-FA68-4AD5-A578-86329E00CA1F}"/>
              </a:ext>
            </a:extLst>
          </p:cNvPr>
          <p:cNvSpPr>
            <a:spLocks noGrp="1"/>
          </p:cNvSpPr>
          <p:nvPr/>
        </p:nvSpPr>
        <p:spPr>
          <a:xfrm>
            <a:off x="6705225" y="26468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5" name="9lfa_0_build_PredictedAtoms_1">
            <a:extLst>
              <a:ext uri="{FF2B5EF4-FFF2-40B4-BE49-F238E27FC236}">
                <a16:creationId xmlns:a16="http://schemas.microsoft.com/office/drawing/2014/main" id="{199A6E52-C586-4671-B164-FCAFFE1FD515}"/>
              </a:ext>
            </a:extLst>
          </p:cNvPr>
          <p:cNvSpPr>
            <a:spLocks noGrp="1"/>
          </p:cNvSpPr>
          <p:nvPr/>
        </p:nvSpPr>
        <p:spPr>
          <a:xfrm>
            <a:off x="6581336" y="2668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6" name="9lfa_0_build_PredictedAtoms_2">
            <a:extLst>
              <a:ext uri="{FF2B5EF4-FFF2-40B4-BE49-F238E27FC236}">
                <a16:creationId xmlns:a16="http://schemas.microsoft.com/office/drawing/2014/main" id="{F8C3D84D-3BDC-424D-AFF4-6664B7422CB1}"/>
              </a:ext>
            </a:extLst>
          </p:cNvPr>
          <p:cNvSpPr>
            <a:spLocks noGrp="1"/>
          </p:cNvSpPr>
          <p:nvPr/>
        </p:nvSpPr>
        <p:spPr>
          <a:xfrm>
            <a:off x="6554677" y="28010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7" name="9lfa_0_build_PredictedAtoms_3">
            <a:extLst>
              <a:ext uri="{FF2B5EF4-FFF2-40B4-BE49-F238E27FC236}">
                <a16:creationId xmlns:a16="http://schemas.microsoft.com/office/drawing/2014/main" id="{0D7CCC79-9766-467F-8A03-76CF721621CD}"/>
              </a:ext>
            </a:extLst>
          </p:cNvPr>
          <p:cNvSpPr>
            <a:spLocks noGrp="1"/>
          </p:cNvSpPr>
          <p:nvPr/>
        </p:nvSpPr>
        <p:spPr>
          <a:xfrm>
            <a:off x="6723647" y="2860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8" name="9lfa_0_build_PredictedAtoms_4">
            <a:extLst>
              <a:ext uri="{FF2B5EF4-FFF2-40B4-BE49-F238E27FC236}">
                <a16:creationId xmlns:a16="http://schemas.microsoft.com/office/drawing/2014/main" id="{F6B6AC4D-4D32-41AB-82DE-379B44B1BFD4}"/>
              </a:ext>
            </a:extLst>
          </p:cNvPr>
          <p:cNvSpPr>
            <a:spLocks noGrp="1"/>
          </p:cNvSpPr>
          <p:nvPr/>
        </p:nvSpPr>
        <p:spPr>
          <a:xfrm>
            <a:off x="6868698" y="28794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9" name="9lfa_0_build_PredictedAtoms_5">
            <a:extLst>
              <a:ext uri="{FF2B5EF4-FFF2-40B4-BE49-F238E27FC236}">
                <a16:creationId xmlns:a16="http://schemas.microsoft.com/office/drawing/2014/main" id="{38B04B4D-1F65-4D43-AA38-747644ECB6D0}"/>
              </a:ext>
            </a:extLst>
          </p:cNvPr>
          <p:cNvSpPr>
            <a:spLocks noGrp="1"/>
          </p:cNvSpPr>
          <p:nvPr/>
        </p:nvSpPr>
        <p:spPr>
          <a:xfrm>
            <a:off x="7022106" y="2877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lfa_0_build_PredictedAtoms_6">
            <a:extLst>
              <a:ext uri="{FF2B5EF4-FFF2-40B4-BE49-F238E27FC236}">
                <a16:creationId xmlns:a16="http://schemas.microsoft.com/office/drawing/2014/main" id="{1D45C108-A75E-49A1-9CA9-6D85BA6836D3}"/>
              </a:ext>
            </a:extLst>
          </p:cNvPr>
          <p:cNvSpPr>
            <a:spLocks noGrp="1"/>
          </p:cNvSpPr>
          <p:nvPr/>
        </p:nvSpPr>
        <p:spPr>
          <a:xfrm>
            <a:off x="7112990" y="27646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lfa_0_build_PredictedAtoms_7">
            <a:extLst>
              <a:ext uri="{FF2B5EF4-FFF2-40B4-BE49-F238E27FC236}">
                <a16:creationId xmlns:a16="http://schemas.microsoft.com/office/drawing/2014/main" id="{2CF303B2-65AE-49DB-A5DC-F159A6909322}"/>
              </a:ext>
            </a:extLst>
          </p:cNvPr>
          <p:cNvSpPr>
            <a:spLocks noGrp="1"/>
          </p:cNvSpPr>
          <p:nvPr/>
        </p:nvSpPr>
        <p:spPr>
          <a:xfrm>
            <a:off x="7265710" y="27732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lfa_0_build_PredictedAtoms_8">
            <a:extLst>
              <a:ext uri="{FF2B5EF4-FFF2-40B4-BE49-F238E27FC236}">
                <a16:creationId xmlns:a16="http://schemas.microsoft.com/office/drawing/2014/main" id="{32A35B7D-BA26-4C6C-B628-D9579F6B846E}"/>
              </a:ext>
            </a:extLst>
          </p:cNvPr>
          <p:cNvSpPr>
            <a:spLocks noGrp="1"/>
          </p:cNvSpPr>
          <p:nvPr/>
        </p:nvSpPr>
        <p:spPr>
          <a:xfrm>
            <a:off x="7350901" y="29273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lfa_0_build_PredictedAtoms_9">
            <a:extLst>
              <a:ext uri="{FF2B5EF4-FFF2-40B4-BE49-F238E27FC236}">
                <a16:creationId xmlns:a16="http://schemas.microsoft.com/office/drawing/2014/main" id="{EEE56281-1972-408A-B169-24AA0197736C}"/>
              </a:ext>
            </a:extLst>
          </p:cNvPr>
          <p:cNvSpPr>
            <a:spLocks noGrp="1"/>
          </p:cNvSpPr>
          <p:nvPr/>
        </p:nvSpPr>
        <p:spPr>
          <a:xfrm>
            <a:off x="7475928" y="292458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lfa_0_build_PredictedAtoms_10">
            <a:extLst>
              <a:ext uri="{FF2B5EF4-FFF2-40B4-BE49-F238E27FC236}">
                <a16:creationId xmlns:a16="http://schemas.microsoft.com/office/drawing/2014/main" id="{F70CD991-EAB3-4CDE-9106-B53EA3ADEA3E}"/>
              </a:ext>
            </a:extLst>
          </p:cNvPr>
          <p:cNvSpPr>
            <a:spLocks noGrp="1"/>
          </p:cNvSpPr>
          <p:nvPr/>
        </p:nvSpPr>
        <p:spPr>
          <a:xfrm>
            <a:off x="7630186" y="28387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lfa_0_build_PredictedAtoms_11">
            <a:extLst>
              <a:ext uri="{FF2B5EF4-FFF2-40B4-BE49-F238E27FC236}">
                <a16:creationId xmlns:a16="http://schemas.microsoft.com/office/drawing/2014/main" id="{1968BAE8-60A8-435D-A28E-CBE19C45D854}"/>
              </a:ext>
            </a:extLst>
          </p:cNvPr>
          <p:cNvSpPr>
            <a:spLocks noGrp="1"/>
          </p:cNvSpPr>
          <p:nvPr/>
        </p:nvSpPr>
        <p:spPr>
          <a:xfrm>
            <a:off x="7672981" y="2885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lfa_0_build_PredictedAtoms_12">
            <a:extLst>
              <a:ext uri="{FF2B5EF4-FFF2-40B4-BE49-F238E27FC236}">
                <a16:creationId xmlns:a16="http://schemas.microsoft.com/office/drawing/2014/main" id="{AAB5D9B7-1E17-422C-BC31-37822E17ACFD}"/>
              </a:ext>
            </a:extLst>
          </p:cNvPr>
          <p:cNvSpPr>
            <a:spLocks noGrp="1"/>
          </p:cNvSpPr>
          <p:nvPr/>
        </p:nvSpPr>
        <p:spPr>
          <a:xfrm>
            <a:off x="7796661" y="29253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lfa_0_build_PredictedAtoms_13">
            <a:extLst>
              <a:ext uri="{FF2B5EF4-FFF2-40B4-BE49-F238E27FC236}">
                <a16:creationId xmlns:a16="http://schemas.microsoft.com/office/drawing/2014/main" id="{95B2C3B1-604C-492C-ADF2-3C8E11A945D8}"/>
              </a:ext>
            </a:extLst>
          </p:cNvPr>
          <p:cNvSpPr>
            <a:spLocks noGrp="1"/>
          </p:cNvSpPr>
          <p:nvPr/>
        </p:nvSpPr>
        <p:spPr>
          <a:xfrm>
            <a:off x="7802314" y="29122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lfa_0_build_PredictedAtoms_14">
            <a:extLst>
              <a:ext uri="{FF2B5EF4-FFF2-40B4-BE49-F238E27FC236}">
                <a16:creationId xmlns:a16="http://schemas.microsoft.com/office/drawing/2014/main" id="{EA5649E9-837D-40C4-A793-204483F11AD4}"/>
              </a:ext>
            </a:extLst>
          </p:cNvPr>
          <p:cNvSpPr>
            <a:spLocks noGrp="1"/>
          </p:cNvSpPr>
          <p:nvPr/>
        </p:nvSpPr>
        <p:spPr>
          <a:xfrm>
            <a:off x="7916580" y="29722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lfa_0_build_PredictedAtoms_15">
            <a:extLst>
              <a:ext uri="{FF2B5EF4-FFF2-40B4-BE49-F238E27FC236}">
                <a16:creationId xmlns:a16="http://schemas.microsoft.com/office/drawing/2014/main" id="{BAEC375D-55A2-4BC9-9336-563B2A4D593B}"/>
              </a:ext>
            </a:extLst>
          </p:cNvPr>
          <p:cNvSpPr>
            <a:spLocks noGrp="1"/>
          </p:cNvSpPr>
          <p:nvPr/>
        </p:nvSpPr>
        <p:spPr>
          <a:xfrm>
            <a:off x="7939257" y="30253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lfa_0_build_PredictedAtoms_16">
            <a:extLst>
              <a:ext uri="{FF2B5EF4-FFF2-40B4-BE49-F238E27FC236}">
                <a16:creationId xmlns:a16="http://schemas.microsoft.com/office/drawing/2014/main" id="{07912669-EA56-4550-B58C-86A07D81307C}"/>
              </a:ext>
            </a:extLst>
          </p:cNvPr>
          <p:cNvSpPr>
            <a:spLocks noGrp="1"/>
          </p:cNvSpPr>
          <p:nvPr/>
        </p:nvSpPr>
        <p:spPr>
          <a:xfrm>
            <a:off x="8135253" y="29529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lfa_0_build_PredictedAtoms_17">
            <a:extLst>
              <a:ext uri="{FF2B5EF4-FFF2-40B4-BE49-F238E27FC236}">
                <a16:creationId xmlns:a16="http://schemas.microsoft.com/office/drawing/2014/main" id="{A6E2050B-1509-445F-B357-A09B30D0C360}"/>
              </a:ext>
            </a:extLst>
          </p:cNvPr>
          <p:cNvSpPr>
            <a:spLocks noGrp="1"/>
          </p:cNvSpPr>
          <p:nvPr/>
        </p:nvSpPr>
        <p:spPr>
          <a:xfrm>
            <a:off x="8211132" y="29846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lfa_0_build_PredictedAtoms_18">
            <a:extLst>
              <a:ext uri="{FF2B5EF4-FFF2-40B4-BE49-F238E27FC236}">
                <a16:creationId xmlns:a16="http://schemas.microsoft.com/office/drawing/2014/main" id="{0717A688-733D-49AA-832E-9C1BD11E0888}"/>
              </a:ext>
            </a:extLst>
          </p:cNvPr>
          <p:cNvSpPr>
            <a:spLocks noGrp="1"/>
          </p:cNvSpPr>
          <p:nvPr/>
        </p:nvSpPr>
        <p:spPr>
          <a:xfrm>
            <a:off x="8179058" y="3123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lfa_0_build_PredictedAtoms_19">
            <a:extLst>
              <a:ext uri="{FF2B5EF4-FFF2-40B4-BE49-F238E27FC236}">
                <a16:creationId xmlns:a16="http://schemas.microsoft.com/office/drawing/2014/main" id="{E07CB7CF-CA51-4CE9-9524-AAB485141ECA}"/>
              </a:ext>
            </a:extLst>
          </p:cNvPr>
          <p:cNvSpPr>
            <a:spLocks noGrp="1"/>
          </p:cNvSpPr>
          <p:nvPr/>
        </p:nvSpPr>
        <p:spPr>
          <a:xfrm>
            <a:off x="8314567" y="31954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lfa_0_build_PredictedAtoms_20">
            <a:extLst>
              <a:ext uri="{FF2B5EF4-FFF2-40B4-BE49-F238E27FC236}">
                <a16:creationId xmlns:a16="http://schemas.microsoft.com/office/drawing/2014/main" id="{0DBF95C7-D78B-4864-98AF-189CE673B6E9}"/>
              </a:ext>
            </a:extLst>
          </p:cNvPr>
          <p:cNvSpPr>
            <a:spLocks noGrp="1"/>
          </p:cNvSpPr>
          <p:nvPr/>
        </p:nvSpPr>
        <p:spPr>
          <a:xfrm>
            <a:off x="8365523" y="32708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lfa_0_build_PredictedAtoms_21">
            <a:extLst>
              <a:ext uri="{FF2B5EF4-FFF2-40B4-BE49-F238E27FC236}">
                <a16:creationId xmlns:a16="http://schemas.microsoft.com/office/drawing/2014/main" id="{94F5645C-B0A1-4286-93B8-FE81D08B007D}"/>
              </a:ext>
            </a:extLst>
          </p:cNvPr>
          <p:cNvSpPr>
            <a:spLocks noGrp="1"/>
          </p:cNvSpPr>
          <p:nvPr/>
        </p:nvSpPr>
        <p:spPr>
          <a:xfrm>
            <a:off x="8320651" y="3303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lfa_0_build_PredictedAtoms_22">
            <a:extLst>
              <a:ext uri="{FF2B5EF4-FFF2-40B4-BE49-F238E27FC236}">
                <a16:creationId xmlns:a16="http://schemas.microsoft.com/office/drawing/2014/main" id="{BC1DB99D-6B77-4253-8477-FA015BB0F5DD}"/>
              </a:ext>
            </a:extLst>
          </p:cNvPr>
          <p:cNvSpPr>
            <a:spLocks noGrp="1"/>
          </p:cNvSpPr>
          <p:nvPr/>
        </p:nvSpPr>
        <p:spPr>
          <a:xfrm>
            <a:off x="8506707" y="33228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lfa_0_build_PredictedAtoms_23">
            <a:extLst>
              <a:ext uri="{FF2B5EF4-FFF2-40B4-BE49-F238E27FC236}">
                <a16:creationId xmlns:a16="http://schemas.microsoft.com/office/drawing/2014/main" id="{C32EAE69-9508-4A4C-9FC3-F1F50C39385F}"/>
              </a:ext>
            </a:extLst>
          </p:cNvPr>
          <p:cNvSpPr>
            <a:spLocks noGrp="1"/>
          </p:cNvSpPr>
          <p:nvPr/>
        </p:nvSpPr>
        <p:spPr>
          <a:xfrm>
            <a:off x="8524047" y="31525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lfa_0_build_PredictedAtoms_24">
            <a:extLst>
              <a:ext uri="{FF2B5EF4-FFF2-40B4-BE49-F238E27FC236}">
                <a16:creationId xmlns:a16="http://schemas.microsoft.com/office/drawing/2014/main" id="{852BD803-6660-4DCA-8DB4-9B42D94D6116}"/>
              </a:ext>
            </a:extLst>
          </p:cNvPr>
          <p:cNvSpPr>
            <a:spLocks noGrp="1"/>
          </p:cNvSpPr>
          <p:nvPr/>
        </p:nvSpPr>
        <p:spPr>
          <a:xfrm>
            <a:off x="8522197" y="327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lfa_0_build_PredictedAtoms_25">
            <a:extLst>
              <a:ext uri="{FF2B5EF4-FFF2-40B4-BE49-F238E27FC236}">
                <a16:creationId xmlns:a16="http://schemas.microsoft.com/office/drawing/2014/main" id="{DE3D1E7A-FC79-40A8-831D-D746616CDB53}"/>
              </a:ext>
            </a:extLst>
          </p:cNvPr>
          <p:cNvSpPr>
            <a:spLocks noGrp="1"/>
          </p:cNvSpPr>
          <p:nvPr/>
        </p:nvSpPr>
        <p:spPr>
          <a:xfrm>
            <a:off x="8661478" y="31844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lfa_0_build_PredictedAtoms_26">
            <a:extLst>
              <a:ext uri="{FF2B5EF4-FFF2-40B4-BE49-F238E27FC236}">
                <a16:creationId xmlns:a16="http://schemas.microsoft.com/office/drawing/2014/main" id="{685B3B3E-BDE5-4DB4-A8B9-B6696D70ED53}"/>
              </a:ext>
            </a:extLst>
          </p:cNvPr>
          <p:cNvSpPr>
            <a:spLocks noGrp="1"/>
          </p:cNvSpPr>
          <p:nvPr/>
        </p:nvSpPr>
        <p:spPr>
          <a:xfrm>
            <a:off x="8667616" y="3083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lfa_0_build_PredictedAtoms_27">
            <a:extLst>
              <a:ext uri="{FF2B5EF4-FFF2-40B4-BE49-F238E27FC236}">
                <a16:creationId xmlns:a16="http://schemas.microsoft.com/office/drawing/2014/main" id="{61965B37-7616-4298-829A-8AE4A1FB194F}"/>
              </a:ext>
            </a:extLst>
          </p:cNvPr>
          <p:cNvSpPr>
            <a:spLocks noGrp="1"/>
          </p:cNvSpPr>
          <p:nvPr/>
        </p:nvSpPr>
        <p:spPr>
          <a:xfrm>
            <a:off x="8605001" y="30506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lfa_0_build_PredictedAtoms_28">
            <a:extLst>
              <a:ext uri="{FF2B5EF4-FFF2-40B4-BE49-F238E27FC236}">
                <a16:creationId xmlns:a16="http://schemas.microsoft.com/office/drawing/2014/main" id="{1FE12A94-5378-4D67-AD86-B6BACE9CDBC4}"/>
              </a:ext>
            </a:extLst>
          </p:cNvPr>
          <p:cNvSpPr>
            <a:spLocks noGrp="1"/>
          </p:cNvSpPr>
          <p:nvPr/>
        </p:nvSpPr>
        <p:spPr>
          <a:xfrm>
            <a:off x="8562444" y="32022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lfa_0_build_PredictedAtoms_29">
            <a:extLst>
              <a:ext uri="{FF2B5EF4-FFF2-40B4-BE49-F238E27FC236}">
                <a16:creationId xmlns:a16="http://schemas.microsoft.com/office/drawing/2014/main" id="{E451E8E4-65C9-4DA3-A64B-A8D312E0930B}"/>
              </a:ext>
            </a:extLst>
          </p:cNvPr>
          <p:cNvSpPr>
            <a:spLocks noGrp="1"/>
          </p:cNvSpPr>
          <p:nvPr/>
        </p:nvSpPr>
        <p:spPr>
          <a:xfrm>
            <a:off x="8406652" y="3196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lfa_0_build_PredictedAtoms_30">
            <a:extLst>
              <a:ext uri="{FF2B5EF4-FFF2-40B4-BE49-F238E27FC236}">
                <a16:creationId xmlns:a16="http://schemas.microsoft.com/office/drawing/2014/main" id="{3E4212E0-4A65-47D7-8A6D-40C14B39E192}"/>
              </a:ext>
            </a:extLst>
          </p:cNvPr>
          <p:cNvSpPr>
            <a:spLocks noGrp="1"/>
          </p:cNvSpPr>
          <p:nvPr/>
        </p:nvSpPr>
        <p:spPr>
          <a:xfrm>
            <a:off x="8137346" y="29363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lfa_0_build_PredictedAtoms_31">
            <a:extLst>
              <a:ext uri="{FF2B5EF4-FFF2-40B4-BE49-F238E27FC236}">
                <a16:creationId xmlns:a16="http://schemas.microsoft.com/office/drawing/2014/main" id="{F09BD2CF-14EB-4425-94DC-B5561361F39C}"/>
              </a:ext>
            </a:extLst>
          </p:cNvPr>
          <p:cNvSpPr>
            <a:spLocks noGrp="1"/>
          </p:cNvSpPr>
          <p:nvPr/>
        </p:nvSpPr>
        <p:spPr>
          <a:xfrm>
            <a:off x="7539104" y="2867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lfa_0_build_PredictedAtoms_32">
            <a:extLst>
              <a:ext uri="{FF2B5EF4-FFF2-40B4-BE49-F238E27FC236}">
                <a16:creationId xmlns:a16="http://schemas.microsoft.com/office/drawing/2014/main" id="{B4267321-2502-449A-8F3D-1B5F2CEB70A2}"/>
              </a:ext>
            </a:extLst>
          </p:cNvPr>
          <p:cNvSpPr>
            <a:spLocks noGrp="1"/>
          </p:cNvSpPr>
          <p:nvPr/>
        </p:nvSpPr>
        <p:spPr>
          <a:xfrm>
            <a:off x="7407248" y="295700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lfa_0_build_PredictedAtoms_33">
            <a:extLst>
              <a:ext uri="{FF2B5EF4-FFF2-40B4-BE49-F238E27FC236}">
                <a16:creationId xmlns:a16="http://schemas.microsoft.com/office/drawing/2014/main" id="{97650165-AD77-4D1C-9683-C58FABA77E19}"/>
              </a:ext>
            </a:extLst>
          </p:cNvPr>
          <p:cNvSpPr>
            <a:spLocks noGrp="1"/>
          </p:cNvSpPr>
          <p:nvPr/>
        </p:nvSpPr>
        <p:spPr>
          <a:xfrm>
            <a:off x="7245463" y="30608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lfa_0_build_PredictedAtoms_34">
            <a:extLst>
              <a:ext uri="{FF2B5EF4-FFF2-40B4-BE49-F238E27FC236}">
                <a16:creationId xmlns:a16="http://schemas.microsoft.com/office/drawing/2014/main" id="{16E47A31-D4DB-4AF7-9DA3-89A1E4BB5B75}"/>
              </a:ext>
            </a:extLst>
          </p:cNvPr>
          <p:cNvSpPr>
            <a:spLocks noGrp="1"/>
          </p:cNvSpPr>
          <p:nvPr/>
        </p:nvSpPr>
        <p:spPr>
          <a:xfrm>
            <a:off x="7102949" y="30264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lfa_0_build_PredictedAtoms_35">
            <a:extLst>
              <a:ext uri="{FF2B5EF4-FFF2-40B4-BE49-F238E27FC236}">
                <a16:creationId xmlns:a16="http://schemas.microsoft.com/office/drawing/2014/main" id="{04CCE618-5712-4F1A-B6AB-DEA0A853EB3D}"/>
              </a:ext>
            </a:extLst>
          </p:cNvPr>
          <p:cNvSpPr>
            <a:spLocks noGrp="1"/>
          </p:cNvSpPr>
          <p:nvPr/>
        </p:nvSpPr>
        <p:spPr>
          <a:xfrm>
            <a:off x="6841259" y="2725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lfa_0_build_Clashes_0">
            <a:extLst>
              <a:ext uri="{FF2B5EF4-FFF2-40B4-BE49-F238E27FC236}">
                <a16:creationId xmlns:a16="http://schemas.microsoft.com/office/drawing/2014/main" id="{A08F06F4-1A0D-437E-B5E9-2A45B159BA0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1" name="9lfa_0_build_Clashes_1">
            <a:extLst>
              <a:ext uri="{FF2B5EF4-FFF2-40B4-BE49-F238E27FC236}">
                <a16:creationId xmlns:a16="http://schemas.microsoft.com/office/drawing/2014/main" id="{A16ACC0A-DA82-4CCF-96CE-5B9E4340133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2" name="9lfa_0_build_Clashes_2">
            <a:extLst>
              <a:ext uri="{FF2B5EF4-FFF2-40B4-BE49-F238E27FC236}">
                <a16:creationId xmlns:a16="http://schemas.microsoft.com/office/drawing/2014/main" id="{D78BB7E6-309B-41A4-8A1F-939E5721B9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3" name="9lfa_0_build_Clashes_3">
            <a:extLst>
              <a:ext uri="{FF2B5EF4-FFF2-40B4-BE49-F238E27FC236}">
                <a16:creationId xmlns:a16="http://schemas.microsoft.com/office/drawing/2014/main" id="{5384FFDA-B486-4AF9-A9CA-64767BC225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4" name="9lfa_0_build_ClashingReceptorAtoms_0">
            <a:extLst>
              <a:ext uri="{FF2B5EF4-FFF2-40B4-BE49-F238E27FC236}">
                <a16:creationId xmlns:a16="http://schemas.microsoft.com/office/drawing/2014/main" id="{C380FD9F-D45B-4CEE-8A25-698A4D71607C}"/>
              </a:ext>
            </a:extLst>
          </p:cNvPr>
          <p:cNvSpPr>
            <a:spLocks noGrp="1"/>
          </p:cNvSpPr>
          <p:nvPr/>
        </p:nvSpPr>
        <p:spPr>
          <a:xfrm>
            <a:off x="8737844" y="305997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655" name="stage3-cases-alternatives_20">
            <a:extLst>
              <a:ext uri="{FF2B5EF4-FFF2-40B4-BE49-F238E27FC236}">
                <a16:creationId xmlns:a16="http://schemas.microsoft.com/office/drawing/2014/main" id="{35548BF9-5812-4734-B685-6C835F869A62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3.70 Å   D 58%   Clash 4</a:t>
            </a:r>
          </a:p>
        </p:txBody>
      </p:sp>
      <p:sp>
        <p:nvSpPr>
          <p:cNvPr id="656" name="stage3-cases-alternatives_21">
            <a:extLst>
              <a:ext uri="{FF2B5EF4-FFF2-40B4-BE49-F238E27FC236}">
                <a16:creationId xmlns:a16="http://schemas.microsoft.com/office/drawing/2014/main" id="{A3690598-2AD2-418D-AD2D-26C4069132EF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9BJJ · A1AP0 (E:1001)</a:t>
            </a:r>
          </a:p>
        </p:txBody>
      </p:sp>
      <p:sp>
        <p:nvSpPr>
          <p:cNvPr id="657" name="stage3-cases-alternatives_22">
            <a:extLst>
              <a:ext uri="{FF2B5EF4-FFF2-40B4-BE49-F238E27FC236}">
                <a16:creationId xmlns:a16="http://schemas.microsoft.com/office/drawing/2014/main" id="{68B76EB4-F0C3-4684-8D15-E031BC85FE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32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8" name="stage3-cases-alternatives_23">
            <a:extLst>
              <a:ext uri="{FF2B5EF4-FFF2-40B4-BE49-F238E27FC236}">
                <a16:creationId xmlns:a16="http://schemas.microsoft.com/office/drawing/2014/main" id="{AB3AE359-C2F7-4B1F-9145-E805EB7513A7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9" name="9bjj_16_official_Receptor">
            <a:extLst>
              <a:ext uri="{FF2B5EF4-FFF2-40B4-BE49-F238E27FC236}">
                <a16:creationId xmlns:a16="http://schemas.microsoft.com/office/drawing/2014/main" id="{B58AA9DB-C872-4112-B01D-6A425BD82F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60" name="9bjj_16_official_ExperimentalDensity">
            <a:extLst>
              <a:ext uri="{FF2B5EF4-FFF2-40B4-BE49-F238E27FC236}">
                <a16:creationId xmlns:a16="http://schemas.microsoft.com/office/drawing/2014/main" id="{24021A88-F868-45F1-932E-84D3CEC5D5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1" name="9bjj_16_official_ReferenceLigand_0">
            <a:extLst>
              <a:ext uri="{FF2B5EF4-FFF2-40B4-BE49-F238E27FC236}">
                <a16:creationId xmlns:a16="http://schemas.microsoft.com/office/drawing/2014/main" id="{74B09704-B296-4B70-A2D7-A5D2B56D92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bjj_16_official_ReferenceLigand_1">
            <a:extLst>
              <a:ext uri="{FF2B5EF4-FFF2-40B4-BE49-F238E27FC236}">
                <a16:creationId xmlns:a16="http://schemas.microsoft.com/office/drawing/2014/main" id="{57F167B6-3C8D-4069-817E-4095E6DA45F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bjj_16_official_ReferenceLigand_2">
            <a:extLst>
              <a:ext uri="{FF2B5EF4-FFF2-40B4-BE49-F238E27FC236}">
                <a16:creationId xmlns:a16="http://schemas.microsoft.com/office/drawing/2014/main" id="{387436D2-FC29-4F44-ACD3-F85ACCD3F7D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bjj_16_official_ReferenceLigand_3">
            <a:extLst>
              <a:ext uri="{FF2B5EF4-FFF2-40B4-BE49-F238E27FC236}">
                <a16:creationId xmlns:a16="http://schemas.microsoft.com/office/drawing/2014/main" id="{DC58C93D-F9A4-4CC6-BD4D-F0BF12406E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bjj_16_official_ReferenceLigand_4">
            <a:extLst>
              <a:ext uri="{FF2B5EF4-FFF2-40B4-BE49-F238E27FC236}">
                <a16:creationId xmlns:a16="http://schemas.microsoft.com/office/drawing/2014/main" id="{646EC947-EA56-46B3-BF5A-8CC954D76D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bjj_16_official_ReferenceLigand_5">
            <a:extLst>
              <a:ext uri="{FF2B5EF4-FFF2-40B4-BE49-F238E27FC236}">
                <a16:creationId xmlns:a16="http://schemas.microsoft.com/office/drawing/2014/main" id="{1CE71FCE-EB29-411F-AD37-ADF51B13D0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bjj_16_official_ReferenceLigand_6">
            <a:extLst>
              <a:ext uri="{FF2B5EF4-FFF2-40B4-BE49-F238E27FC236}">
                <a16:creationId xmlns:a16="http://schemas.microsoft.com/office/drawing/2014/main" id="{30E810D5-67C1-4824-94AA-55DF895813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bjj_16_official_ReferenceLigand_7">
            <a:extLst>
              <a:ext uri="{FF2B5EF4-FFF2-40B4-BE49-F238E27FC236}">
                <a16:creationId xmlns:a16="http://schemas.microsoft.com/office/drawing/2014/main" id="{96561281-22C1-4AFB-921F-CF3AEBD9EDF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bjj_16_official_ReferenceLigand_8">
            <a:extLst>
              <a:ext uri="{FF2B5EF4-FFF2-40B4-BE49-F238E27FC236}">
                <a16:creationId xmlns:a16="http://schemas.microsoft.com/office/drawing/2014/main" id="{CD6A61B2-4F57-4ADA-A5C2-8CDE544E9AB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bjj_16_official_ReferenceLigand_9">
            <a:extLst>
              <a:ext uri="{FF2B5EF4-FFF2-40B4-BE49-F238E27FC236}">
                <a16:creationId xmlns:a16="http://schemas.microsoft.com/office/drawing/2014/main" id="{5E3A29A2-4BC8-47F1-965A-B0354AE8E1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bjj_16_official_ReferenceLigand_10">
            <a:extLst>
              <a:ext uri="{FF2B5EF4-FFF2-40B4-BE49-F238E27FC236}">
                <a16:creationId xmlns:a16="http://schemas.microsoft.com/office/drawing/2014/main" id="{32E0643E-D5E8-4082-8F21-F6B89B16C7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bjj_16_official_ReferenceLigand_11">
            <a:extLst>
              <a:ext uri="{FF2B5EF4-FFF2-40B4-BE49-F238E27FC236}">
                <a16:creationId xmlns:a16="http://schemas.microsoft.com/office/drawing/2014/main" id="{CDE4164B-A501-4B31-85F8-9F1EA560735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bjj_16_official_ReferenceLigand_12">
            <a:extLst>
              <a:ext uri="{FF2B5EF4-FFF2-40B4-BE49-F238E27FC236}">
                <a16:creationId xmlns:a16="http://schemas.microsoft.com/office/drawing/2014/main" id="{27103CB2-22C7-48D7-9674-8F65622FDE7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bjj_16_official_ReferenceLigand_13">
            <a:extLst>
              <a:ext uri="{FF2B5EF4-FFF2-40B4-BE49-F238E27FC236}">
                <a16:creationId xmlns:a16="http://schemas.microsoft.com/office/drawing/2014/main" id="{BC728E08-054A-46AB-BB8C-8856DAB935A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bjj_16_official_ReferenceLigand_14">
            <a:extLst>
              <a:ext uri="{FF2B5EF4-FFF2-40B4-BE49-F238E27FC236}">
                <a16:creationId xmlns:a16="http://schemas.microsoft.com/office/drawing/2014/main" id="{E24228FF-E3E1-491F-A1C2-9C603A300B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bjj_16_official_ReferenceLigand_15">
            <a:extLst>
              <a:ext uri="{FF2B5EF4-FFF2-40B4-BE49-F238E27FC236}">
                <a16:creationId xmlns:a16="http://schemas.microsoft.com/office/drawing/2014/main" id="{D4F1054C-7B09-4B08-9843-DC0E0766BE7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bjj_16_official_ReferenceLigand_16">
            <a:extLst>
              <a:ext uri="{FF2B5EF4-FFF2-40B4-BE49-F238E27FC236}">
                <a16:creationId xmlns:a16="http://schemas.microsoft.com/office/drawing/2014/main" id="{5B3F3884-0B13-4414-93CA-235FA4661C0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bjj_16_official_ReferenceLigand_17">
            <a:extLst>
              <a:ext uri="{FF2B5EF4-FFF2-40B4-BE49-F238E27FC236}">
                <a16:creationId xmlns:a16="http://schemas.microsoft.com/office/drawing/2014/main" id="{897D08AC-CACE-440A-A0C7-FDF32EBE7F4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bjj_16_official_ReferenceLigand_18">
            <a:extLst>
              <a:ext uri="{FF2B5EF4-FFF2-40B4-BE49-F238E27FC236}">
                <a16:creationId xmlns:a16="http://schemas.microsoft.com/office/drawing/2014/main" id="{AA1C2BE7-052E-44BD-9F83-8774C1B09A2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bjj_16_official_ReferenceLigand_19">
            <a:extLst>
              <a:ext uri="{FF2B5EF4-FFF2-40B4-BE49-F238E27FC236}">
                <a16:creationId xmlns:a16="http://schemas.microsoft.com/office/drawing/2014/main" id="{C307B0F6-3996-4BAC-88B9-21182091E2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bjj_16_official_ReferenceLigand_20">
            <a:extLst>
              <a:ext uri="{FF2B5EF4-FFF2-40B4-BE49-F238E27FC236}">
                <a16:creationId xmlns:a16="http://schemas.microsoft.com/office/drawing/2014/main" id="{096126C7-29B9-4BA5-A936-AC318F3212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bjj_16_official_ReferenceLigand_21">
            <a:extLst>
              <a:ext uri="{FF2B5EF4-FFF2-40B4-BE49-F238E27FC236}">
                <a16:creationId xmlns:a16="http://schemas.microsoft.com/office/drawing/2014/main" id="{2D5E16AC-48B8-49A9-B102-C2429E43F5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bjj_16_official_ReferenceLigand_22">
            <a:extLst>
              <a:ext uri="{FF2B5EF4-FFF2-40B4-BE49-F238E27FC236}">
                <a16:creationId xmlns:a16="http://schemas.microsoft.com/office/drawing/2014/main" id="{0E35A3A5-1A6F-4F23-9FED-09B1425ED8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bjj_16_official_ReferenceLigand_23">
            <a:extLst>
              <a:ext uri="{FF2B5EF4-FFF2-40B4-BE49-F238E27FC236}">
                <a16:creationId xmlns:a16="http://schemas.microsoft.com/office/drawing/2014/main" id="{C9A1A9E1-72AC-483D-A232-8DC5C80D120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bjj_16_official_ReferenceLigand_24">
            <a:extLst>
              <a:ext uri="{FF2B5EF4-FFF2-40B4-BE49-F238E27FC236}">
                <a16:creationId xmlns:a16="http://schemas.microsoft.com/office/drawing/2014/main" id="{57793464-821A-42EA-A229-46E18FEA5D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bjj_16_official_ReferenceLigand_25">
            <a:extLst>
              <a:ext uri="{FF2B5EF4-FFF2-40B4-BE49-F238E27FC236}">
                <a16:creationId xmlns:a16="http://schemas.microsoft.com/office/drawing/2014/main" id="{13C0C56C-B598-4AAA-B205-95106794D6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bjj_16_official_ReferenceLigand_26">
            <a:extLst>
              <a:ext uri="{FF2B5EF4-FFF2-40B4-BE49-F238E27FC236}">
                <a16:creationId xmlns:a16="http://schemas.microsoft.com/office/drawing/2014/main" id="{4CF01CE8-FF1D-443E-A054-20704756D56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bjj_16_official_ReferenceLigand_27">
            <a:extLst>
              <a:ext uri="{FF2B5EF4-FFF2-40B4-BE49-F238E27FC236}">
                <a16:creationId xmlns:a16="http://schemas.microsoft.com/office/drawing/2014/main" id="{52DC4052-9648-49CD-94AE-795806DA53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bjj_16_official_ReferenceLigand_28">
            <a:extLst>
              <a:ext uri="{FF2B5EF4-FFF2-40B4-BE49-F238E27FC236}">
                <a16:creationId xmlns:a16="http://schemas.microsoft.com/office/drawing/2014/main" id="{561F31AB-65FB-4376-95D2-1E74CF72DE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bjj_16_official_ReferenceLigand_29">
            <a:extLst>
              <a:ext uri="{FF2B5EF4-FFF2-40B4-BE49-F238E27FC236}">
                <a16:creationId xmlns:a16="http://schemas.microsoft.com/office/drawing/2014/main" id="{E3B90A8D-252B-4A47-BC71-F6D9914A72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bjj_16_official_ReferenceLigand_30">
            <a:extLst>
              <a:ext uri="{FF2B5EF4-FFF2-40B4-BE49-F238E27FC236}">
                <a16:creationId xmlns:a16="http://schemas.microsoft.com/office/drawing/2014/main" id="{0D3B0E62-26F8-4A16-8BD1-AC7D8EC32E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bjj_16_official_PredictedLigand_0">
            <a:extLst>
              <a:ext uri="{FF2B5EF4-FFF2-40B4-BE49-F238E27FC236}">
                <a16:creationId xmlns:a16="http://schemas.microsoft.com/office/drawing/2014/main" id="{D72293DA-7828-45C5-8C4E-DCE6F90BAF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8561" y="855092"/>
                </a:moveTo>
                <a:lnTo>
                  <a:pt x="2107117" y="939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3" name="9bjj_16_official_PredictedLigand_1">
            <a:extLst>
              <a:ext uri="{FF2B5EF4-FFF2-40B4-BE49-F238E27FC236}">
                <a16:creationId xmlns:a16="http://schemas.microsoft.com/office/drawing/2014/main" id="{5A3E5E67-AC82-4476-8BFC-4B1A2383BF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1925" y="886472"/>
                </a:moveTo>
                <a:lnTo>
                  <a:pt x="2078561" y="855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4" name="9bjj_16_official_PredictedLigand_2">
            <a:extLst>
              <a:ext uri="{FF2B5EF4-FFF2-40B4-BE49-F238E27FC236}">
                <a16:creationId xmlns:a16="http://schemas.microsoft.com/office/drawing/2014/main" id="{CFE4499D-8B3E-4222-8153-0E39D91DBAC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890" y="389572"/>
                </a:moveTo>
                <a:lnTo>
                  <a:pt x="847316" y="422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5" name="9bjj_16_official_PredictedLigand_3">
            <a:extLst>
              <a:ext uri="{FF2B5EF4-FFF2-40B4-BE49-F238E27FC236}">
                <a16:creationId xmlns:a16="http://schemas.microsoft.com/office/drawing/2014/main" id="{57763B5D-D8AF-4764-8081-31E864BD02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691395" y="36052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6" name="9bjj_16_official_PredictedLigand_4">
            <a:extLst>
              <a:ext uri="{FF2B5EF4-FFF2-40B4-BE49-F238E27FC236}">
                <a16:creationId xmlns:a16="http://schemas.microsoft.com/office/drawing/2014/main" id="{466AE778-8371-4CE3-8C78-EEF4105285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395" y="360522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bjj_16_official_PredictedLigand_5">
            <a:extLst>
              <a:ext uri="{FF2B5EF4-FFF2-40B4-BE49-F238E27FC236}">
                <a16:creationId xmlns:a16="http://schemas.microsoft.com/office/drawing/2014/main" id="{2BF59E80-4A24-417C-BE29-010C338B1BA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423823" y="4864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bjj_16_official_PredictedLigand_6">
            <a:extLst>
              <a:ext uri="{FF2B5EF4-FFF2-40B4-BE49-F238E27FC236}">
                <a16:creationId xmlns:a16="http://schemas.microsoft.com/office/drawing/2014/main" id="{3F606FFA-8BCC-463C-8154-E3210639A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5" y="277739"/>
                </a:moveTo>
                <a:lnTo>
                  <a:pt x="1851001" y="108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bjj_16_official_PredictedLigand_7">
            <a:extLst>
              <a:ext uri="{FF2B5EF4-FFF2-40B4-BE49-F238E27FC236}">
                <a16:creationId xmlns:a16="http://schemas.microsoft.com/office/drawing/2014/main" id="{EC373CC1-E01F-4C7C-9E98-8D240EB928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213" y="471685"/>
                </a:moveTo>
                <a:lnTo>
                  <a:pt x="684890" y="389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bjj_16_official_PredictedLigand_8">
            <a:extLst>
              <a:ext uri="{FF2B5EF4-FFF2-40B4-BE49-F238E27FC236}">
                <a16:creationId xmlns:a16="http://schemas.microsoft.com/office/drawing/2014/main" id="{DAE73DE5-46A9-4049-8438-35D0FB96D0F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7316" y="422660"/>
                </a:moveTo>
                <a:lnTo>
                  <a:pt x="866286" y="530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bjj_16_official_PredictedLigand_9">
            <a:extLst>
              <a:ext uri="{FF2B5EF4-FFF2-40B4-BE49-F238E27FC236}">
                <a16:creationId xmlns:a16="http://schemas.microsoft.com/office/drawing/2014/main" id="{37ADC423-F876-4781-8DB2-58FE59C106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823" y="486470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bjj_16_official_PredictedLigand_10">
            <a:extLst>
              <a:ext uri="{FF2B5EF4-FFF2-40B4-BE49-F238E27FC236}">
                <a16:creationId xmlns:a16="http://schemas.microsoft.com/office/drawing/2014/main" id="{C420956D-9C3F-4D33-95DB-C5EC63EA82C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01" y="108902"/>
                </a:moveTo>
                <a:lnTo>
                  <a:pt x="1961627" y="227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bjj_16_official_PredictedLigand_11">
            <a:extLst>
              <a:ext uri="{FF2B5EF4-FFF2-40B4-BE49-F238E27FC236}">
                <a16:creationId xmlns:a16="http://schemas.microsoft.com/office/drawing/2014/main" id="{F27AD778-2757-4529-9780-802A15E734F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9819" y="822291"/>
                </a:moveTo>
                <a:lnTo>
                  <a:pt x="1911925" y="886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bjj_16_official_PredictedLigand_12">
            <a:extLst>
              <a:ext uri="{FF2B5EF4-FFF2-40B4-BE49-F238E27FC236}">
                <a16:creationId xmlns:a16="http://schemas.microsoft.com/office/drawing/2014/main" id="{66203F1E-6A9C-4BBC-9526-12EE335F85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312" y="634770"/>
                </a:moveTo>
                <a:lnTo>
                  <a:pt x="1589729" y="5022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bjj_16_official_PredictedLigand_13">
            <a:extLst>
              <a:ext uri="{FF2B5EF4-FFF2-40B4-BE49-F238E27FC236}">
                <a16:creationId xmlns:a16="http://schemas.microsoft.com/office/drawing/2014/main" id="{CF510F80-8513-4D37-B3A5-C1DA79C08AD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bjj_16_official_PredictedLigand_14">
            <a:extLst>
              <a:ext uri="{FF2B5EF4-FFF2-40B4-BE49-F238E27FC236}">
                <a16:creationId xmlns:a16="http://schemas.microsoft.com/office/drawing/2014/main" id="{1E15B489-FF92-478E-835A-3D8B56BCA5B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5541" y="560223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bjj_16_official_PredictedLigand_15">
            <a:extLst>
              <a:ext uri="{FF2B5EF4-FFF2-40B4-BE49-F238E27FC236}">
                <a16:creationId xmlns:a16="http://schemas.microsoft.com/office/drawing/2014/main" id="{D765E276-295E-410E-A974-6691189482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165541" y="560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bjj_16_official_PredictedLigand_16">
            <a:extLst>
              <a:ext uri="{FF2B5EF4-FFF2-40B4-BE49-F238E27FC236}">
                <a16:creationId xmlns:a16="http://schemas.microsoft.com/office/drawing/2014/main" id="{A17789AE-D933-44A9-9611-A40A14CE2D9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bjj_16_official_PredictedLigand_17">
            <a:extLst>
              <a:ext uri="{FF2B5EF4-FFF2-40B4-BE49-F238E27FC236}">
                <a16:creationId xmlns:a16="http://schemas.microsoft.com/office/drawing/2014/main" id="{030B3013-7A39-4ED4-BFB6-B7F588C728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7918" y="561665"/>
                </a:moveTo>
                <a:lnTo>
                  <a:pt x="595213" y="4716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bjj_16_official_PredictedLigand_18">
            <a:extLst>
              <a:ext uri="{FF2B5EF4-FFF2-40B4-BE49-F238E27FC236}">
                <a16:creationId xmlns:a16="http://schemas.microsoft.com/office/drawing/2014/main" id="{4299CFF6-A89C-459F-844C-6300047DE5A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1020588" y="5939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bjj_16_official_PredictedLigand_19">
            <a:extLst>
              <a:ext uri="{FF2B5EF4-FFF2-40B4-BE49-F238E27FC236}">
                <a16:creationId xmlns:a16="http://schemas.microsoft.com/office/drawing/2014/main" id="{A1ED43C8-C80E-45C9-A926-166D2894D9E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1827028" y="650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bjj_16_official_PredictedLigand_20">
            <a:extLst>
              <a:ext uri="{FF2B5EF4-FFF2-40B4-BE49-F238E27FC236}">
                <a16:creationId xmlns:a16="http://schemas.microsoft.com/office/drawing/2014/main" id="{AD4CD1B4-CE43-407E-8504-ADE5FF80B4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959635" y="5392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bjj_16_official_PredictedLigand_21">
            <a:extLst>
              <a:ext uri="{FF2B5EF4-FFF2-40B4-BE49-F238E27FC236}">
                <a16:creationId xmlns:a16="http://schemas.microsoft.com/office/drawing/2014/main" id="{B6C54C65-B77B-4CE1-A19E-B2D69CC75DD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707918" y="5616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bjj_16_official_PredictedLigand_22">
            <a:extLst>
              <a:ext uri="{FF2B5EF4-FFF2-40B4-BE49-F238E27FC236}">
                <a16:creationId xmlns:a16="http://schemas.microsoft.com/office/drawing/2014/main" id="{500AC10C-5E15-4129-A504-3C546F2350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873" y="590032"/>
                </a:moveTo>
                <a:lnTo>
                  <a:pt x="1388025" y="718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bjj_16_official_PredictedLigand_23">
            <a:extLst>
              <a:ext uri="{FF2B5EF4-FFF2-40B4-BE49-F238E27FC236}">
                <a16:creationId xmlns:a16="http://schemas.microsoft.com/office/drawing/2014/main" id="{625B5C63-14BD-405B-9990-A6896588684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879819" y="8222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bjj_16_official_PredictedLigand_24">
            <a:extLst>
              <a:ext uri="{FF2B5EF4-FFF2-40B4-BE49-F238E27FC236}">
                <a16:creationId xmlns:a16="http://schemas.microsoft.com/office/drawing/2014/main" id="{1EC8B8D6-812B-4FE1-AF97-4875009CA9E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1577" y="745708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bjj_16_official_PredictedLigand_25">
            <a:extLst>
              <a:ext uri="{FF2B5EF4-FFF2-40B4-BE49-F238E27FC236}">
                <a16:creationId xmlns:a16="http://schemas.microsoft.com/office/drawing/2014/main" id="{FB4B3297-3E9D-4C7A-B0F5-FEF27E0984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1627" y="22740"/>
                </a:moveTo>
                <a:lnTo>
                  <a:pt x="2063797" y="99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bjj_16_official_PredictedLigand_26">
            <a:extLst>
              <a:ext uri="{FF2B5EF4-FFF2-40B4-BE49-F238E27FC236}">
                <a16:creationId xmlns:a16="http://schemas.microsoft.com/office/drawing/2014/main" id="{DA4B20E7-013D-440A-BD1B-26DEF4D947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2093976" y="6001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bjj_16_official_PredictedLigand_27">
            <a:extLst>
              <a:ext uri="{FF2B5EF4-FFF2-40B4-BE49-F238E27FC236}">
                <a16:creationId xmlns:a16="http://schemas.microsoft.com/office/drawing/2014/main" id="{6174F185-C931-41F6-981C-BAF29C0098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22" y="267512"/>
                </a:moveTo>
                <a:lnTo>
                  <a:pt x="1951806" y="3653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bjj_16_official_PredictedLigand_28">
            <a:extLst>
              <a:ext uri="{FF2B5EF4-FFF2-40B4-BE49-F238E27FC236}">
                <a16:creationId xmlns:a16="http://schemas.microsoft.com/office/drawing/2014/main" id="{8AC22293-E183-4E72-9788-033CFC4356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025" y="718258"/>
                </a:moveTo>
                <a:lnTo>
                  <a:pt x="1551577" y="7457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bjj_16_official_PredictedLigand_29">
            <a:extLst>
              <a:ext uri="{FF2B5EF4-FFF2-40B4-BE49-F238E27FC236}">
                <a16:creationId xmlns:a16="http://schemas.microsoft.com/office/drawing/2014/main" id="{0DB1CB3D-9D7B-48BF-84F7-081701E3A7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797" y="99200"/>
                </a:moveTo>
                <a:lnTo>
                  <a:pt x="2062122" y="267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bjj_16_official_PredictedLigand_30">
            <a:extLst>
              <a:ext uri="{FF2B5EF4-FFF2-40B4-BE49-F238E27FC236}">
                <a16:creationId xmlns:a16="http://schemas.microsoft.com/office/drawing/2014/main" id="{3E2A81A2-CF09-4135-9469-C2B3871CE1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022598" y="6836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bjj_16_official_PredictedAtoms_0">
            <a:extLst>
              <a:ext uri="{FF2B5EF4-FFF2-40B4-BE49-F238E27FC236}">
                <a16:creationId xmlns:a16="http://schemas.microsoft.com/office/drawing/2014/main" id="{5CF484B8-D7D7-4DC5-9926-46E4B0F3D3C0}"/>
              </a:ext>
            </a:extLst>
          </p:cNvPr>
          <p:cNvSpPr>
            <a:spLocks noGrp="1"/>
          </p:cNvSpPr>
          <p:nvPr/>
        </p:nvSpPr>
        <p:spPr>
          <a:xfrm>
            <a:off x="807621" y="48274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4" name="9bjj_16_official_PredictedAtoms_1">
            <a:extLst>
              <a:ext uri="{FF2B5EF4-FFF2-40B4-BE49-F238E27FC236}">
                <a16:creationId xmlns:a16="http://schemas.microsoft.com/office/drawing/2014/main" id="{785FF992-FB59-423B-9F64-661E8341A151}"/>
              </a:ext>
            </a:extLst>
          </p:cNvPr>
          <p:cNvSpPr>
            <a:spLocks noGrp="1"/>
          </p:cNvSpPr>
          <p:nvPr/>
        </p:nvSpPr>
        <p:spPr>
          <a:xfrm>
            <a:off x="897297" y="4745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5" name="9bjj_16_official_PredictedAtoms_2">
            <a:extLst>
              <a:ext uri="{FF2B5EF4-FFF2-40B4-BE49-F238E27FC236}">
                <a16:creationId xmlns:a16="http://schemas.microsoft.com/office/drawing/2014/main" id="{BA206A0B-8B29-4FE9-8D87-830FF39F8CD7}"/>
              </a:ext>
            </a:extLst>
          </p:cNvPr>
          <p:cNvSpPr>
            <a:spLocks noGrp="1"/>
          </p:cNvSpPr>
          <p:nvPr/>
        </p:nvSpPr>
        <p:spPr>
          <a:xfrm>
            <a:off x="1059724" y="47784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6" name="9bjj_16_official_PredictedAtoms_3">
            <a:extLst>
              <a:ext uri="{FF2B5EF4-FFF2-40B4-BE49-F238E27FC236}">
                <a16:creationId xmlns:a16="http://schemas.microsoft.com/office/drawing/2014/main" id="{3182E108-3809-48CB-91A1-685194CA873E}"/>
              </a:ext>
            </a:extLst>
          </p:cNvPr>
          <p:cNvSpPr>
            <a:spLocks noGrp="1"/>
          </p:cNvSpPr>
          <p:nvPr/>
        </p:nvSpPr>
        <p:spPr>
          <a:xfrm>
            <a:off x="1078694" y="48859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7" name="9bjj_16_official_PredictedAtoms_4">
            <a:extLst>
              <a:ext uri="{FF2B5EF4-FFF2-40B4-BE49-F238E27FC236}">
                <a16:creationId xmlns:a16="http://schemas.microsoft.com/office/drawing/2014/main" id="{4C610600-AA60-45EF-AE51-BD6AA60C0BB6}"/>
              </a:ext>
            </a:extLst>
          </p:cNvPr>
          <p:cNvSpPr>
            <a:spLocks noGrp="1"/>
          </p:cNvSpPr>
          <p:nvPr/>
        </p:nvSpPr>
        <p:spPr>
          <a:xfrm>
            <a:off x="1232995" y="49496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8" name="9bjj_16_official_PredictedAtoms_5">
            <a:extLst>
              <a:ext uri="{FF2B5EF4-FFF2-40B4-BE49-F238E27FC236}">
                <a16:creationId xmlns:a16="http://schemas.microsoft.com/office/drawing/2014/main" id="{488D534C-212F-4F3C-BE28-25E1C0924E53}"/>
              </a:ext>
            </a:extLst>
          </p:cNvPr>
          <p:cNvSpPr>
            <a:spLocks noGrp="1"/>
          </p:cNvSpPr>
          <p:nvPr/>
        </p:nvSpPr>
        <p:spPr>
          <a:xfrm>
            <a:off x="1235005" y="50394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9" name="9bjj_16_official_PredictedAtoms_6">
            <a:extLst>
              <a:ext uri="{FF2B5EF4-FFF2-40B4-BE49-F238E27FC236}">
                <a16:creationId xmlns:a16="http://schemas.microsoft.com/office/drawing/2014/main" id="{288B2306-DA66-4CBD-93C4-7AE9FE74F721}"/>
              </a:ext>
            </a:extLst>
          </p:cNvPr>
          <p:cNvSpPr>
            <a:spLocks noGrp="1"/>
          </p:cNvSpPr>
          <p:nvPr/>
        </p:nvSpPr>
        <p:spPr>
          <a:xfrm>
            <a:off x="1377949" y="491600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0" name="9bjj_16_official_PredictedAtoms_7">
            <a:extLst>
              <a:ext uri="{FF2B5EF4-FFF2-40B4-BE49-F238E27FC236}">
                <a16:creationId xmlns:a16="http://schemas.microsoft.com/office/drawing/2014/main" id="{D0C2D1CB-85CD-455B-81C7-160379D84C63}"/>
              </a:ext>
            </a:extLst>
          </p:cNvPr>
          <p:cNvSpPr>
            <a:spLocks noGrp="1"/>
          </p:cNvSpPr>
          <p:nvPr/>
        </p:nvSpPr>
        <p:spPr>
          <a:xfrm>
            <a:off x="1539281" y="49458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1" name="9bjj_16_official_PredictedAtoms_8">
            <a:extLst>
              <a:ext uri="{FF2B5EF4-FFF2-40B4-BE49-F238E27FC236}">
                <a16:creationId xmlns:a16="http://schemas.microsoft.com/office/drawing/2014/main" id="{E0D65C83-AD99-4B38-905C-96C7ED92F292}"/>
              </a:ext>
            </a:extLst>
          </p:cNvPr>
          <p:cNvSpPr>
            <a:spLocks noGrp="1"/>
          </p:cNvSpPr>
          <p:nvPr/>
        </p:nvSpPr>
        <p:spPr>
          <a:xfrm>
            <a:off x="1600433" y="50740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2" name="9bjj_16_official_PredictedAtoms_9">
            <a:extLst>
              <a:ext uri="{FF2B5EF4-FFF2-40B4-BE49-F238E27FC236}">
                <a16:creationId xmlns:a16="http://schemas.microsoft.com/office/drawing/2014/main" id="{1F6A1216-482E-44C8-9F04-792578C03EB2}"/>
              </a:ext>
            </a:extLst>
          </p:cNvPr>
          <p:cNvSpPr>
            <a:spLocks noGrp="1"/>
          </p:cNvSpPr>
          <p:nvPr/>
        </p:nvSpPr>
        <p:spPr>
          <a:xfrm>
            <a:off x="1763984" y="51014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bjj_16_official_PredictedAtoms_10">
            <a:extLst>
              <a:ext uri="{FF2B5EF4-FFF2-40B4-BE49-F238E27FC236}">
                <a16:creationId xmlns:a16="http://schemas.microsoft.com/office/drawing/2014/main" id="{9885F1D1-1E94-4D36-9512-6BC6D2E97FD9}"/>
              </a:ext>
            </a:extLst>
          </p:cNvPr>
          <p:cNvSpPr>
            <a:spLocks noGrp="1"/>
          </p:cNvSpPr>
          <p:nvPr/>
        </p:nvSpPr>
        <p:spPr>
          <a:xfrm>
            <a:off x="1870719" y="4990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bjj_16_official_PredictedAtoms_11">
            <a:extLst>
              <a:ext uri="{FF2B5EF4-FFF2-40B4-BE49-F238E27FC236}">
                <a16:creationId xmlns:a16="http://schemas.microsoft.com/office/drawing/2014/main" id="{C7C970D7-C016-4BF9-AB82-878858FFDE9B}"/>
              </a:ext>
            </a:extLst>
          </p:cNvPr>
          <p:cNvSpPr>
            <a:spLocks noGrp="1"/>
          </p:cNvSpPr>
          <p:nvPr/>
        </p:nvSpPr>
        <p:spPr>
          <a:xfrm>
            <a:off x="1802136" y="48580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bjj_16_official_PredictedAtoms_12">
            <a:extLst>
              <a:ext uri="{FF2B5EF4-FFF2-40B4-BE49-F238E27FC236}">
                <a16:creationId xmlns:a16="http://schemas.microsoft.com/office/drawing/2014/main" id="{F9C6234A-58F2-47F3-9C16-2441A2B066EB}"/>
              </a:ext>
            </a:extLst>
          </p:cNvPr>
          <p:cNvSpPr>
            <a:spLocks noGrp="1"/>
          </p:cNvSpPr>
          <p:nvPr/>
        </p:nvSpPr>
        <p:spPr>
          <a:xfrm>
            <a:off x="1636230" y="4842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bjj_16_official_PredictedAtoms_13">
            <a:extLst>
              <a:ext uri="{FF2B5EF4-FFF2-40B4-BE49-F238E27FC236}">
                <a16:creationId xmlns:a16="http://schemas.microsoft.com/office/drawing/2014/main" id="{D06B3C44-A785-4E3B-9660-77E297CFEBB2}"/>
              </a:ext>
            </a:extLst>
          </p:cNvPr>
          <p:cNvSpPr>
            <a:spLocks noGrp="1"/>
          </p:cNvSpPr>
          <p:nvPr/>
        </p:nvSpPr>
        <p:spPr>
          <a:xfrm>
            <a:off x="1903802" y="47163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bjj_16_official_PredictedAtoms_14">
            <a:extLst>
              <a:ext uri="{FF2B5EF4-FFF2-40B4-BE49-F238E27FC236}">
                <a16:creationId xmlns:a16="http://schemas.microsoft.com/office/drawing/2014/main" id="{9804BC21-DFE8-4EEE-A361-A5EE61CF06D8}"/>
              </a:ext>
            </a:extLst>
          </p:cNvPr>
          <p:cNvSpPr>
            <a:spLocks noGrp="1"/>
          </p:cNvSpPr>
          <p:nvPr/>
        </p:nvSpPr>
        <p:spPr>
          <a:xfrm>
            <a:off x="2050992" y="46335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bjj_16_official_PredictedAtoms_15">
            <a:extLst>
              <a:ext uri="{FF2B5EF4-FFF2-40B4-BE49-F238E27FC236}">
                <a16:creationId xmlns:a16="http://schemas.microsoft.com/office/drawing/2014/main" id="{1592A43E-B36D-4CBB-BBF0-576438A4C939}"/>
              </a:ext>
            </a:extLst>
          </p:cNvPr>
          <p:cNvSpPr>
            <a:spLocks noGrp="1"/>
          </p:cNvSpPr>
          <p:nvPr/>
        </p:nvSpPr>
        <p:spPr>
          <a:xfrm>
            <a:off x="2063408" y="44646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bjj_16_official_PredictedAtoms_16">
            <a:extLst>
              <a:ext uri="{FF2B5EF4-FFF2-40B4-BE49-F238E27FC236}">
                <a16:creationId xmlns:a16="http://schemas.microsoft.com/office/drawing/2014/main" id="{46B3A9F6-2ED4-464D-B41A-EE4694EAF080}"/>
              </a:ext>
            </a:extLst>
          </p:cNvPr>
          <p:cNvSpPr>
            <a:spLocks noGrp="1"/>
          </p:cNvSpPr>
          <p:nvPr/>
        </p:nvSpPr>
        <p:spPr>
          <a:xfrm>
            <a:off x="2174035" y="43785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bjj_16_official_PredictedAtoms_17">
            <a:extLst>
              <a:ext uri="{FF2B5EF4-FFF2-40B4-BE49-F238E27FC236}">
                <a16:creationId xmlns:a16="http://schemas.microsoft.com/office/drawing/2014/main" id="{B855B983-ACB4-4745-8573-144A17190DBD}"/>
              </a:ext>
            </a:extLst>
          </p:cNvPr>
          <p:cNvSpPr>
            <a:spLocks noGrp="1"/>
          </p:cNvSpPr>
          <p:nvPr/>
        </p:nvSpPr>
        <p:spPr>
          <a:xfrm>
            <a:off x="2276204" y="44549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bjj_16_official_PredictedAtoms_18">
            <a:extLst>
              <a:ext uri="{FF2B5EF4-FFF2-40B4-BE49-F238E27FC236}">
                <a16:creationId xmlns:a16="http://schemas.microsoft.com/office/drawing/2014/main" id="{1D6B1B86-8D64-46C3-BF55-FA1876FFF3CC}"/>
              </a:ext>
            </a:extLst>
          </p:cNvPr>
          <p:cNvSpPr>
            <a:spLocks noGrp="1"/>
          </p:cNvSpPr>
          <p:nvPr/>
        </p:nvSpPr>
        <p:spPr>
          <a:xfrm>
            <a:off x="2274530" y="46232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bjj_16_official_PredictedAtoms_19">
            <a:extLst>
              <a:ext uri="{FF2B5EF4-FFF2-40B4-BE49-F238E27FC236}">
                <a16:creationId xmlns:a16="http://schemas.microsoft.com/office/drawing/2014/main" id="{80E9E3DB-6213-4B78-98CF-D16A367DDB8F}"/>
              </a:ext>
            </a:extLst>
          </p:cNvPr>
          <p:cNvSpPr>
            <a:spLocks noGrp="1"/>
          </p:cNvSpPr>
          <p:nvPr/>
        </p:nvSpPr>
        <p:spPr>
          <a:xfrm>
            <a:off x="2164213" y="47211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bjj_16_official_PredictedAtoms_20">
            <a:extLst>
              <a:ext uri="{FF2B5EF4-FFF2-40B4-BE49-F238E27FC236}">
                <a16:creationId xmlns:a16="http://schemas.microsoft.com/office/drawing/2014/main" id="{70061ACC-F837-4D73-9D02-21388F431FB3}"/>
              </a:ext>
            </a:extLst>
          </p:cNvPr>
          <p:cNvSpPr>
            <a:spLocks noGrp="1"/>
          </p:cNvSpPr>
          <p:nvPr/>
        </p:nvSpPr>
        <p:spPr>
          <a:xfrm>
            <a:off x="2172042" y="48949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bjj_16_official_PredictedAtoms_21">
            <a:extLst>
              <a:ext uri="{FF2B5EF4-FFF2-40B4-BE49-F238E27FC236}">
                <a16:creationId xmlns:a16="http://schemas.microsoft.com/office/drawing/2014/main" id="{5044E417-0DD8-4C60-B7B0-B9F5606D5FA6}"/>
              </a:ext>
            </a:extLst>
          </p:cNvPr>
          <p:cNvSpPr>
            <a:spLocks noGrp="1"/>
          </p:cNvSpPr>
          <p:nvPr/>
        </p:nvSpPr>
        <p:spPr>
          <a:xfrm>
            <a:off x="2306384" y="49558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bjj_16_official_PredictedAtoms_22">
            <a:extLst>
              <a:ext uri="{FF2B5EF4-FFF2-40B4-BE49-F238E27FC236}">
                <a16:creationId xmlns:a16="http://schemas.microsoft.com/office/drawing/2014/main" id="{63F1F3C4-94B4-48FF-97D9-9E6F3BAD1D17}"/>
              </a:ext>
            </a:extLst>
          </p:cNvPr>
          <p:cNvSpPr>
            <a:spLocks noGrp="1"/>
          </p:cNvSpPr>
          <p:nvPr/>
        </p:nvSpPr>
        <p:spPr>
          <a:xfrm>
            <a:off x="2039435" y="50059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bjj_16_official_PredictedAtoms_23">
            <a:extLst>
              <a:ext uri="{FF2B5EF4-FFF2-40B4-BE49-F238E27FC236}">
                <a16:creationId xmlns:a16="http://schemas.microsoft.com/office/drawing/2014/main" id="{F1AF7FB0-ABEF-47A9-A38D-2C441403C568}"/>
              </a:ext>
            </a:extLst>
          </p:cNvPr>
          <p:cNvSpPr>
            <a:spLocks noGrp="1"/>
          </p:cNvSpPr>
          <p:nvPr/>
        </p:nvSpPr>
        <p:spPr>
          <a:xfrm>
            <a:off x="2092227" y="51780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bjj_16_official_PredictedAtoms_24">
            <a:extLst>
              <a:ext uri="{FF2B5EF4-FFF2-40B4-BE49-F238E27FC236}">
                <a16:creationId xmlns:a16="http://schemas.microsoft.com/office/drawing/2014/main" id="{45F33116-8A9B-44AF-820B-C4ECF3327ABA}"/>
              </a:ext>
            </a:extLst>
          </p:cNvPr>
          <p:cNvSpPr>
            <a:spLocks noGrp="1"/>
          </p:cNvSpPr>
          <p:nvPr/>
        </p:nvSpPr>
        <p:spPr>
          <a:xfrm>
            <a:off x="2124332" y="5242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bjj_16_official_PredictedAtoms_25">
            <a:extLst>
              <a:ext uri="{FF2B5EF4-FFF2-40B4-BE49-F238E27FC236}">
                <a16:creationId xmlns:a16="http://schemas.microsoft.com/office/drawing/2014/main" id="{BDAD4D22-CE48-43AB-8A13-2C93909C380F}"/>
              </a:ext>
            </a:extLst>
          </p:cNvPr>
          <p:cNvSpPr>
            <a:spLocks noGrp="1"/>
          </p:cNvSpPr>
          <p:nvPr/>
        </p:nvSpPr>
        <p:spPr>
          <a:xfrm>
            <a:off x="2290968" y="52108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bjj_16_official_PredictedAtoms_26">
            <a:extLst>
              <a:ext uri="{FF2B5EF4-FFF2-40B4-BE49-F238E27FC236}">
                <a16:creationId xmlns:a16="http://schemas.microsoft.com/office/drawing/2014/main" id="{680307B2-CC7C-44C6-86D6-7BCBE39EACF5}"/>
              </a:ext>
            </a:extLst>
          </p:cNvPr>
          <p:cNvSpPr>
            <a:spLocks noGrp="1"/>
          </p:cNvSpPr>
          <p:nvPr/>
        </p:nvSpPr>
        <p:spPr>
          <a:xfrm>
            <a:off x="2319524" y="52955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bjj_16_official_PredictedAtoms_27">
            <a:extLst>
              <a:ext uri="{FF2B5EF4-FFF2-40B4-BE49-F238E27FC236}">
                <a16:creationId xmlns:a16="http://schemas.microsoft.com/office/drawing/2014/main" id="{187F82F3-1DAE-401B-A1BF-EBFC1344E15B}"/>
              </a:ext>
            </a:extLst>
          </p:cNvPr>
          <p:cNvSpPr>
            <a:spLocks noGrp="1"/>
          </p:cNvSpPr>
          <p:nvPr/>
        </p:nvSpPr>
        <p:spPr>
          <a:xfrm>
            <a:off x="920325" y="49174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stage3-cases-alternatives_25">
            <a:extLst>
              <a:ext uri="{FF2B5EF4-FFF2-40B4-BE49-F238E27FC236}">
                <a16:creationId xmlns:a16="http://schemas.microsoft.com/office/drawing/2014/main" id="{6DC47D5A-D93F-45DB-B60B-68A7A2BBF6DB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0.99 Å   D 43%   Clash 0</a:t>
            </a:r>
          </a:p>
        </p:txBody>
      </p:sp>
      <p:sp>
        <p:nvSpPr>
          <p:cNvPr id="752" name="9bjj_16_tuned_Receptor">
            <a:extLst>
              <a:ext uri="{FF2B5EF4-FFF2-40B4-BE49-F238E27FC236}">
                <a16:creationId xmlns:a16="http://schemas.microsoft.com/office/drawing/2014/main" id="{64E4081B-E702-4105-BE90-10BD008151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53" name="9bjj_16_tuned_ExperimentalDensity">
            <a:extLst>
              <a:ext uri="{FF2B5EF4-FFF2-40B4-BE49-F238E27FC236}">
                <a16:creationId xmlns:a16="http://schemas.microsoft.com/office/drawing/2014/main" id="{B84D057E-CD03-4E8A-9B51-BDC46FEFC3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54" name="9bjj_16_tuned_ReferenceLigand_0">
            <a:extLst>
              <a:ext uri="{FF2B5EF4-FFF2-40B4-BE49-F238E27FC236}">
                <a16:creationId xmlns:a16="http://schemas.microsoft.com/office/drawing/2014/main" id="{1A9DAD79-D9BB-4B0E-9B63-1CE850C2893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bjj_16_tuned_ReferenceLigand_1">
            <a:extLst>
              <a:ext uri="{FF2B5EF4-FFF2-40B4-BE49-F238E27FC236}">
                <a16:creationId xmlns:a16="http://schemas.microsoft.com/office/drawing/2014/main" id="{B6541D78-5C03-4508-A40C-22A1B11C64A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bjj_16_tuned_ReferenceLigand_2">
            <a:extLst>
              <a:ext uri="{FF2B5EF4-FFF2-40B4-BE49-F238E27FC236}">
                <a16:creationId xmlns:a16="http://schemas.microsoft.com/office/drawing/2014/main" id="{2B8DBE1B-3137-4392-A676-DD9AB11357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bjj_16_tuned_ReferenceLigand_3">
            <a:extLst>
              <a:ext uri="{FF2B5EF4-FFF2-40B4-BE49-F238E27FC236}">
                <a16:creationId xmlns:a16="http://schemas.microsoft.com/office/drawing/2014/main" id="{58AE564F-AAFF-4BBC-A483-E1B55345629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bjj_16_tuned_ReferenceLigand_4">
            <a:extLst>
              <a:ext uri="{FF2B5EF4-FFF2-40B4-BE49-F238E27FC236}">
                <a16:creationId xmlns:a16="http://schemas.microsoft.com/office/drawing/2014/main" id="{4FD1F1C9-4BFE-4B0B-8CDA-01001960646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bjj_16_tuned_ReferenceLigand_5">
            <a:extLst>
              <a:ext uri="{FF2B5EF4-FFF2-40B4-BE49-F238E27FC236}">
                <a16:creationId xmlns:a16="http://schemas.microsoft.com/office/drawing/2014/main" id="{33444BF2-939D-495A-9F2A-AD3F74824A2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bjj_16_tuned_ReferenceLigand_6">
            <a:extLst>
              <a:ext uri="{FF2B5EF4-FFF2-40B4-BE49-F238E27FC236}">
                <a16:creationId xmlns:a16="http://schemas.microsoft.com/office/drawing/2014/main" id="{A188A58B-FECF-4ABD-8E74-6531EC2209A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bjj_16_tuned_ReferenceLigand_7">
            <a:extLst>
              <a:ext uri="{FF2B5EF4-FFF2-40B4-BE49-F238E27FC236}">
                <a16:creationId xmlns:a16="http://schemas.microsoft.com/office/drawing/2014/main" id="{BB1D8CD9-7645-4CA0-935D-1C94C14DCF7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bjj_16_tuned_ReferenceLigand_8">
            <a:extLst>
              <a:ext uri="{FF2B5EF4-FFF2-40B4-BE49-F238E27FC236}">
                <a16:creationId xmlns:a16="http://schemas.microsoft.com/office/drawing/2014/main" id="{CC921BD1-984B-47EC-8A04-75D845A1A2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bjj_16_tuned_ReferenceLigand_9">
            <a:extLst>
              <a:ext uri="{FF2B5EF4-FFF2-40B4-BE49-F238E27FC236}">
                <a16:creationId xmlns:a16="http://schemas.microsoft.com/office/drawing/2014/main" id="{C744CFD5-0F25-4D18-84C7-297EABC9C8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bjj_16_tuned_ReferenceLigand_10">
            <a:extLst>
              <a:ext uri="{FF2B5EF4-FFF2-40B4-BE49-F238E27FC236}">
                <a16:creationId xmlns:a16="http://schemas.microsoft.com/office/drawing/2014/main" id="{FAD08B3B-306C-45EE-95AC-AE925E1775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bjj_16_tuned_ReferenceLigand_11">
            <a:extLst>
              <a:ext uri="{FF2B5EF4-FFF2-40B4-BE49-F238E27FC236}">
                <a16:creationId xmlns:a16="http://schemas.microsoft.com/office/drawing/2014/main" id="{94C9581B-7C62-4BBA-B1F3-9E559F5E9F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bjj_16_tuned_ReferenceLigand_12">
            <a:extLst>
              <a:ext uri="{FF2B5EF4-FFF2-40B4-BE49-F238E27FC236}">
                <a16:creationId xmlns:a16="http://schemas.microsoft.com/office/drawing/2014/main" id="{71971A66-C2C7-4610-8E1F-2125EF8B3D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bjj_16_tuned_ReferenceLigand_13">
            <a:extLst>
              <a:ext uri="{FF2B5EF4-FFF2-40B4-BE49-F238E27FC236}">
                <a16:creationId xmlns:a16="http://schemas.microsoft.com/office/drawing/2014/main" id="{FC9F45FF-4A47-4936-8EBA-5CA1600BC31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bjj_16_tuned_ReferenceLigand_14">
            <a:extLst>
              <a:ext uri="{FF2B5EF4-FFF2-40B4-BE49-F238E27FC236}">
                <a16:creationId xmlns:a16="http://schemas.microsoft.com/office/drawing/2014/main" id="{C7C45A33-371E-4B45-95B9-D42BB622E5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bjj_16_tuned_ReferenceLigand_15">
            <a:extLst>
              <a:ext uri="{FF2B5EF4-FFF2-40B4-BE49-F238E27FC236}">
                <a16:creationId xmlns:a16="http://schemas.microsoft.com/office/drawing/2014/main" id="{5F90D287-E518-4A3E-8744-1BB2FB49412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bjj_16_tuned_ReferenceLigand_16">
            <a:extLst>
              <a:ext uri="{FF2B5EF4-FFF2-40B4-BE49-F238E27FC236}">
                <a16:creationId xmlns:a16="http://schemas.microsoft.com/office/drawing/2014/main" id="{09BD4DDD-E925-4B6D-B8E0-4EF6B0172D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bjj_16_tuned_ReferenceLigand_17">
            <a:extLst>
              <a:ext uri="{FF2B5EF4-FFF2-40B4-BE49-F238E27FC236}">
                <a16:creationId xmlns:a16="http://schemas.microsoft.com/office/drawing/2014/main" id="{81641218-E718-4AC8-9B7B-F94103613C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bjj_16_tuned_ReferenceLigand_18">
            <a:extLst>
              <a:ext uri="{FF2B5EF4-FFF2-40B4-BE49-F238E27FC236}">
                <a16:creationId xmlns:a16="http://schemas.microsoft.com/office/drawing/2014/main" id="{E03150BC-9C71-4921-A285-83EBC3AB67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bjj_16_tuned_ReferenceLigand_19">
            <a:extLst>
              <a:ext uri="{FF2B5EF4-FFF2-40B4-BE49-F238E27FC236}">
                <a16:creationId xmlns:a16="http://schemas.microsoft.com/office/drawing/2014/main" id="{B079FD25-CFBB-4ECD-B271-6B185051B6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bjj_16_tuned_ReferenceLigand_20">
            <a:extLst>
              <a:ext uri="{FF2B5EF4-FFF2-40B4-BE49-F238E27FC236}">
                <a16:creationId xmlns:a16="http://schemas.microsoft.com/office/drawing/2014/main" id="{6C7F3DAF-5214-4F68-A721-317465FC21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bjj_16_tuned_ReferenceLigand_21">
            <a:extLst>
              <a:ext uri="{FF2B5EF4-FFF2-40B4-BE49-F238E27FC236}">
                <a16:creationId xmlns:a16="http://schemas.microsoft.com/office/drawing/2014/main" id="{9D5084DA-3234-4D04-8D75-E0D593B774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bjj_16_tuned_ReferenceLigand_22">
            <a:extLst>
              <a:ext uri="{FF2B5EF4-FFF2-40B4-BE49-F238E27FC236}">
                <a16:creationId xmlns:a16="http://schemas.microsoft.com/office/drawing/2014/main" id="{FC20518D-CF05-4ECF-ADE2-B37DD09B3D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bjj_16_tuned_ReferenceLigand_23">
            <a:extLst>
              <a:ext uri="{FF2B5EF4-FFF2-40B4-BE49-F238E27FC236}">
                <a16:creationId xmlns:a16="http://schemas.microsoft.com/office/drawing/2014/main" id="{3DF2F07B-199A-43CE-A974-B41DDC9137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bjj_16_tuned_ReferenceLigand_24">
            <a:extLst>
              <a:ext uri="{FF2B5EF4-FFF2-40B4-BE49-F238E27FC236}">
                <a16:creationId xmlns:a16="http://schemas.microsoft.com/office/drawing/2014/main" id="{7D522AA9-E674-4B31-845C-47EE0207820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bjj_16_tuned_ReferenceLigand_25">
            <a:extLst>
              <a:ext uri="{FF2B5EF4-FFF2-40B4-BE49-F238E27FC236}">
                <a16:creationId xmlns:a16="http://schemas.microsoft.com/office/drawing/2014/main" id="{B8BF88D1-E765-4361-A582-681C4CE332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bjj_16_tuned_ReferenceLigand_26">
            <a:extLst>
              <a:ext uri="{FF2B5EF4-FFF2-40B4-BE49-F238E27FC236}">
                <a16:creationId xmlns:a16="http://schemas.microsoft.com/office/drawing/2014/main" id="{A79C5B6C-91B4-4837-B79C-7EB18B86A4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bjj_16_tuned_ReferenceLigand_27">
            <a:extLst>
              <a:ext uri="{FF2B5EF4-FFF2-40B4-BE49-F238E27FC236}">
                <a16:creationId xmlns:a16="http://schemas.microsoft.com/office/drawing/2014/main" id="{548B8360-AFD9-42D7-A364-8C5009D15F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bjj_16_tuned_ReferenceLigand_28">
            <a:extLst>
              <a:ext uri="{FF2B5EF4-FFF2-40B4-BE49-F238E27FC236}">
                <a16:creationId xmlns:a16="http://schemas.microsoft.com/office/drawing/2014/main" id="{4BBA3A2F-1EA5-4627-96BD-5312DCF783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bjj_16_tuned_ReferenceLigand_29">
            <a:extLst>
              <a:ext uri="{FF2B5EF4-FFF2-40B4-BE49-F238E27FC236}">
                <a16:creationId xmlns:a16="http://schemas.microsoft.com/office/drawing/2014/main" id="{0B946AC5-7DE7-46D2-B441-EE9BA398E9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bjj_16_tuned_ReferenceLigand_30">
            <a:extLst>
              <a:ext uri="{FF2B5EF4-FFF2-40B4-BE49-F238E27FC236}">
                <a16:creationId xmlns:a16="http://schemas.microsoft.com/office/drawing/2014/main" id="{B96E237D-7153-42E5-BF97-DCE80FF8AD8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bjj_16_tuned_PredictedLigand_0">
            <a:extLst>
              <a:ext uri="{FF2B5EF4-FFF2-40B4-BE49-F238E27FC236}">
                <a16:creationId xmlns:a16="http://schemas.microsoft.com/office/drawing/2014/main" id="{DF7A3D71-17A5-4B27-BFC8-5A500AE79D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0625" y="870089"/>
                </a:moveTo>
                <a:lnTo>
                  <a:pt x="2078821" y="9107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6" name="9bjj_16_tuned_PredictedLigand_1">
            <a:extLst>
              <a:ext uri="{FF2B5EF4-FFF2-40B4-BE49-F238E27FC236}">
                <a16:creationId xmlns:a16="http://schemas.microsoft.com/office/drawing/2014/main" id="{6B801515-81C8-4627-A5A2-025D36DEC5E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3068" y="904099"/>
                </a:moveTo>
                <a:lnTo>
                  <a:pt x="2060625" y="8700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7" name="9bjj_16_tuned_PredictedLigand_2">
            <a:extLst>
              <a:ext uri="{FF2B5EF4-FFF2-40B4-BE49-F238E27FC236}">
                <a16:creationId xmlns:a16="http://schemas.microsoft.com/office/drawing/2014/main" id="{4CFF7003-8D7C-4CF1-933F-6CAECFD10D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726213" y="3991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8" name="9bjj_16_tuned_PredictedLigand_3">
            <a:extLst>
              <a:ext uri="{FF2B5EF4-FFF2-40B4-BE49-F238E27FC236}">
                <a16:creationId xmlns:a16="http://schemas.microsoft.com/office/drawing/2014/main" id="{68073ACF-2B8C-4E30-9E38-6AA667FC74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6213" y="399141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9" name="9bjj_16_tuned_PredictedLigand_4">
            <a:extLst>
              <a:ext uri="{FF2B5EF4-FFF2-40B4-BE49-F238E27FC236}">
                <a16:creationId xmlns:a16="http://schemas.microsoft.com/office/drawing/2014/main" id="{1447A1B6-A2C7-4989-BD94-F6D969E2655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251" y="451407"/>
                </a:moveTo>
                <a:lnTo>
                  <a:pt x="837817" y="4839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0" name="9bjj_16_tuned_PredictedLigand_5">
            <a:extLst>
              <a:ext uri="{FF2B5EF4-FFF2-40B4-BE49-F238E27FC236}">
                <a16:creationId xmlns:a16="http://schemas.microsoft.com/office/drawing/2014/main" id="{69D8C720-B204-49BD-BBC4-53B4FE2AE18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862" y="278995"/>
                </a:moveTo>
                <a:lnTo>
                  <a:pt x="1851675" y="107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1" name="9bjj_16_tuned_PredictedLigand_6">
            <a:extLst>
              <a:ext uri="{FF2B5EF4-FFF2-40B4-BE49-F238E27FC236}">
                <a16:creationId xmlns:a16="http://schemas.microsoft.com/office/drawing/2014/main" id="{8205C977-BD32-4AFC-AF12-71BB67A875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430240" y="51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2" name="9bjj_16_tuned_PredictedLigand_7">
            <a:extLst>
              <a:ext uri="{FF2B5EF4-FFF2-40B4-BE49-F238E27FC236}">
                <a16:creationId xmlns:a16="http://schemas.microsoft.com/office/drawing/2014/main" id="{BFAD09DD-1893-4A74-AC26-4E31BA21B1D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868" y="523345"/>
                </a:moveTo>
                <a:lnTo>
                  <a:pt x="673251" y="4514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3" name="9bjj_16_tuned_PredictedLigand_8">
            <a:extLst>
              <a:ext uri="{FF2B5EF4-FFF2-40B4-BE49-F238E27FC236}">
                <a16:creationId xmlns:a16="http://schemas.microsoft.com/office/drawing/2014/main" id="{96CF5E61-82B1-43E8-8B4A-86F29712574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675" y="107467"/>
                </a:moveTo>
                <a:lnTo>
                  <a:pt x="1945180" y="33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4" name="9bjj_16_tuned_PredictedLigand_9">
            <a:extLst>
              <a:ext uri="{FF2B5EF4-FFF2-40B4-BE49-F238E27FC236}">
                <a16:creationId xmlns:a16="http://schemas.microsoft.com/office/drawing/2014/main" id="{9F40486B-1C45-4719-BFB1-C8EE050101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240" y="51786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5" name="9bjj_16_tuned_PredictedLigand_10">
            <a:extLst>
              <a:ext uri="{FF2B5EF4-FFF2-40B4-BE49-F238E27FC236}">
                <a16:creationId xmlns:a16="http://schemas.microsoft.com/office/drawing/2014/main" id="{3604FB2B-E018-4552-8BC4-714B1326499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7817" y="483932"/>
                </a:moveTo>
                <a:lnTo>
                  <a:pt x="867850" y="5763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6" name="9bjj_16_tuned_PredictedLigand_11">
            <a:extLst>
              <a:ext uri="{FF2B5EF4-FFF2-40B4-BE49-F238E27FC236}">
                <a16:creationId xmlns:a16="http://schemas.microsoft.com/office/drawing/2014/main" id="{D8B1F0AC-C0E3-48DF-91A0-E74E9FFBB81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912" y="654859"/>
                </a:moveTo>
                <a:lnTo>
                  <a:pt x="1598172" y="53606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7" name="9bjj_16_tuned_PredictedLigand_12">
            <a:extLst>
              <a:ext uri="{FF2B5EF4-FFF2-40B4-BE49-F238E27FC236}">
                <a16:creationId xmlns:a16="http://schemas.microsoft.com/office/drawing/2014/main" id="{A9ED0690-23FC-442F-8663-F4006C8E2B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8" name="9bjj_16_tuned_PredictedLigand_13">
            <a:extLst>
              <a:ext uri="{FF2B5EF4-FFF2-40B4-BE49-F238E27FC236}">
                <a16:creationId xmlns:a16="http://schemas.microsoft.com/office/drawing/2014/main" id="{9905E859-B8BB-448F-838D-C71AE4C6EC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579" y="832842"/>
                </a:moveTo>
                <a:lnTo>
                  <a:pt x="1903068" y="9040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9" name="9bjj_16_tuned_PredictedLigand_14">
            <a:extLst>
              <a:ext uri="{FF2B5EF4-FFF2-40B4-BE49-F238E27FC236}">
                <a16:creationId xmlns:a16="http://schemas.microsoft.com/office/drawing/2014/main" id="{C6118B21-30BB-4AA6-8BA3-A10A271501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6195" y="58133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0" name="9bjj_16_tuned_PredictedLigand_15">
            <a:extLst>
              <a:ext uri="{FF2B5EF4-FFF2-40B4-BE49-F238E27FC236}">
                <a16:creationId xmlns:a16="http://schemas.microsoft.com/office/drawing/2014/main" id="{37AFE31A-7E04-49D2-AFF3-C8E5AD95C37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166195" y="58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1" name="9bjj_16_tuned_PredictedLigand_16">
            <a:extLst>
              <a:ext uri="{FF2B5EF4-FFF2-40B4-BE49-F238E27FC236}">
                <a16:creationId xmlns:a16="http://schemas.microsoft.com/office/drawing/2014/main" id="{95B0FCB0-3DF9-4A69-887C-06FF3A4656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2" name="9bjj_16_tuned_PredictedLigand_17">
            <a:extLst>
              <a:ext uri="{FF2B5EF4-FFF2-40B4-BE49-F238E27FC236}">
                <a16:creationId xmlns:a16="http://schemas.microsoft.com/office/drawing/2014/main" id="{E3158DA1-49B1-4B1E-BADD-447F944E87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985287" y="5314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3" name="9bjj_16_tuned_PredictedLigand_18">
            <a:extLst>
              <a:ext uri="{FF2B5EF4-FFF2-40B4-BE49-F238E27FC236}">
                <a16:creationId xmlns:a16="http://schemas.microsoft.com/office/drawing/2014/main" id="{3554D993-274F-48F4-B292-2ED9F175048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2062" y="611764"/>
                </a:moveTo>
                <a:lnTo>
                  <a:pt x="1392563" y="7320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4" name="9bjj_16_tuned_PredictedLigand_19">
            <a:extLst>
              <a:ext uri="{FF2B5EF4-FFF2-40B4-BE49-F238E27FC236}">
                <a16:creationId xmlns:a16="http://schemas.microsoft.com/office/drawing/2014/main" id="{4B19C930-79A1-4154-A469-F760D8CF02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1025133" y="6301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5" name="9bjj_16_tuned_PredictedLigand_20">
            <a:extLst>
              <a:ext uri="{FF2B5EF4-FFF2-40B4-BE49-F238E27FC236}">
                <a16:creationId xmlns:a16="http://schemas.microsoft.com/office/drawing/2014/main" id="{93B30401-A536-4F44-82F9-E7BFAA50615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1842030" y="6556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6" name="9bjj_16_tuned_PredictedLigand_21">
            <a:extLst>
              <a:ext uri="{FF2B5EF4-FFF2-40B4-BE49-F238E27FC236}">
                <a16:creationId xmlns:a16="http://schemas.microsoft.com/office/drawing/2014/main" id="{6CBBB195-18F1-494C-B8BD-A6D186A18C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4933" y="604333"/>
                </a:moveTo>
                <a:lnTo>
                  <a:pt x="591868" y="5233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7" name="9bjj_16_tuned_PredictedLigand_22">
            <a:extLst>
              <a:ext uri="{FF2B5EF4-FFF2-40B4-BE49-F238E27FC236}">
                <a16:creationId xmlns:a16="http://schemas.microsoft.com/office/drawing/2014/main" id="{BD40C4D0-7517-43EA-A84B-423173C3956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5180" y="3355"/>
                </a:moveTo>
                <a:lnTo>
                  <a:pt x="2049999" y="718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bjj_16_tuned_PredictedLigand_23">
            <a:extLst>
              <a:ext uri="{FF2B5EF4-FFF2-40B4-BE49-F238E27FC236}">
                <a16:creationId xmlns:a16="http://schemas.microsoft.com/office/drawing/2014/main" id="{02D64FBD-8A32-492F-9BC3-A7B738CC69C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2124393" y="5896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bjj_16_tuned_PredictedLigand_24">
            <a:extLst>
              <a:ext uri="{FF2B5EF4-FFF2-40B4-BE49-F238E27FC236}">
                <a16:creationId xmlns:a16="http://schemas.microsoft.com/office/drawing/2014/main" id="{3AEDACAF-AD7B-4D8E-99CF-D43C522271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895579" y="8328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bjj_16_tuned_PredictedLigand_25">
            <a:extLst>
              <a:ext uri="{FF2B5EF4-FFF2-40B4-BE49-F238E27FC236}">
                <a16:creationId xmlns:a16="http://schemas.microsoft.com/office/drawing/2014/main" id="{8E7998E8-5222-4E26-B96F-9BAA6C9689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714933" y="6043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bjj_16_tuned_PredictedLigand_26">
            <a:extLst>
              <a:ext uri="{FF2B5EF4-FFF2-40B4-BE49-F238E27FC236}">
                <a16:creationId xmlns:a16="http://schemas.microsoft.com/office/drawing/2014/main" id="{75939DF8-58F0-48E5-B560-D3A188067E7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998" y="755861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bjj_16_tuned_PredictedLigand_27">
            <a:extLst>
              <a:ext uri="{FF2B5EF4-FFF2-40B4-BE49-F238E27FC236}">
                <a16:creationId xmlns:a16="http://schemas.microsoft.com/office/drawing/2014/main" id="{7DC9EA1D-36BA-4B8C-B62A-1FC001D27E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101" y="247506"/>
                </a:moveTo>
                <a:lnTo>
                  <a:pt x="1968834" y="3531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bjj_16_tuned_PredictedLigand_28">
            <a:extLst>
              <a:ext uri="{FF2B5EF4-FFF2-40B4-BE49-F238E27FC236}">
                <a16:creationId xmlns:a16="http://schemas.microsoft.com/office/drawing/2014/main" id="{E1BABAF7-7377-4833-B797-4BF811AD9E8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2563" y="732059"/>
                </a:moveTo>
                <a:lnTo>
                  <a:pt x="1560998" y="755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bjj_16_tuned_PredictedLigand_29">
            <a:extLst>
              <a:ext uri="{FF2B5EF4-FFF2-40B4-BE49-F238E27FC236}">
                <a16:creationId xmlns:a16="http://schemas.microsoft.com/office/drawing/2014/main" id="{0A8DF85C-3D91-4C81-B060-FFE18CDC811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9999" y="71853"/>
                </a:moveTo>
                <a:lnTo>
                  <a:pt x="2066101" y="2475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bjj_16_tuned_PredictedLigand_30">
            <a:extLst>
              <a:ext uri="{FF2B5EF4-FFF2-40B4-BE49-F238E27FC236}">
                <a16:creationId xmlns:a16="http://schemas.microsoft.com/office/drawing/2014/main" id="{6399FF99-C2BB-4AEE-92E8-EA967D1E4F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040339" y="7210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bjj_16_tuned_PredictedAtoms_0">
            <a:extLst>
              <a:ext uri="{FF2B5EF4-FFF2-40B4-BE49-F238E27FC236}">
                <a16:creationId xmlns:a16="http://schemas.microsoft.com/office/drawing/2014/main" id="{CD2EE77B-5585-4D9F-A992-F1E741749F9B}"/>
              </a:ext>
            </a:extLst>
          </p:cNvPr>
          <p:cNvSpPr>
            <a:spLocks noGrp="1"/>
          </p:cNvSpPr>
          <p:nvPr/>
        </p:nvSpPr>
        <p:spPr>
          <a:xfrm>
            <a:off x="3776075" y="4879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7" name="9bjj_16_tuned_PredictedAtoms_1">
            <a:extLst>
              <a:ext uri="{FF2B5EF4-FFF2-40B4-BE49-F238E27FC236}">
                <a16:creationId xmlns:a16="http://schemas.microsoft.com/office/drawing/2014/main" id="{58F613DC-71F7-4182-95E2-58B13736AA67}"/>
              </a:ext>
            </a:extLst>
          </p:cNvPr>
          <p:cNvSpPr>
            <a:spLocks noGrp="1"/>
          </p:cNvSpPr>
          <p:nvPr/>
        </p:nvSpPr>
        <p:spPr>
          <a:xfrm>
            <a:off x="3857458" y="48071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8" name="9bjj_16_tuned_PredictedAtoms_2">
            <a:extLst>
              <a:ext uri="{FF2B5EF4-FFF2-40B4-BE49-F238E27FC236}">
                <a16:creationId xmlns:a16="http://schemas.microsoft.com/office/drawing/2014/main" id="{AB3E87A8-FEAB-4DC2-9095-7F80EC10F4D3}"/>
              </a:ext>
            </a:extLst>
          </p:cNvPr>
          <p:cNvSpPr>
            <a:spLocks noGrp="1"/>
          </p:cNvSpPr>
          <p:nvPr/>
        </p:nvSpPr>
        <p:spPr>
          <a:xfrm>
            <a:off x="4022025" y="48397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9" name="9bjj_16_tuned_PredictedAtoms_3">
            <a:extLst>
              <a:ext uri="{FF2B5EF4-FFF2-40B4-BE49-F238E27FC236}">
                <a16:creationId xmlns:a16="http://schemas.microsoft.com/office/drawing/2014/main" id="{CC0795DF-F7EA-4A37-8913-BA6E7D26BD1F}"/>
              </a:ext>
            </a:extLst>
          </p:cNvPr>
          <p:cNvSpPr>
            <a:spLocks noGrp="1"/>
          </p:cNvSpPr>
          <p:nvPr/>
        </p:nvSpPr>
        <p:spPr>
          <a:xfrm>
            <a:off x="4052057" y="49321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0" name="9bjj_16_tuned_PredictedAtoms_4">
            <a:extLst>
              <a:ext uri="{FF2B5EF4-FFF2-40B4-BE49-F238E27FC236}">
                <a16:creationId xmlns:a16="http://schemas.microsoft.com/office/drawing/2014/main" id="{800C2F85-26DD-4793-89E6-CA481EB976BF}"/>
              </a:ext>
            </a:extLst>
          </p:cNvPr>
          <p:cNvSpPr>
            <a:spLocks noGrp="1"/>
          </p:cNvSpPr>
          <p:nvPr/>
        </p:nvSpPr>
        <p:spPr>
          <a:xfrm>
            <a:off x="4209341" y="49859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1" name="9bjj_16_tuned_PredictedAtoms_5">
            <a:extLst>
              <a:ext uri="{FF2B5EF4-FFF2-40B4-BE49-F238E27FC236}">
                <a16:creationId xmlns:a16="http://schemas.microsoft.com/office/drawing/2014/main" id="{9EEA82DB-8638-48F1-A6FD-0BF98F6AD3D0}"/>
              </a:ext>
            </a:extLst>
          </p:cNvPr>
          <p:cNvSpPr>
            <a:spLocks noGrp="1"/>
          </p:cNvSpPr>
          <p:nvPr/>
        </p:nvSpPr>
        <p:spPr>
          <a:xfrm>
            <a:off x="4224547" y="50768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2" name="9bjj_16_tuned_PredictedAtoms_6">
            <a:extLst>
              <a:ext uri="{FF2B5EF4-FFF2-40B4-BE49-F238E27FC236}">
                <a16:creationId xmlns:a16="http://schemas.microsoft.com/office/drawing/2014/main" id="{394EA678-374A-4AF7-8178-F03D4142D0E3}"/>
              </a:ext>
            </a:extLst>
          </p:cNvPr>
          <p:cNvSpPr>
            <a:spLocks noGrp="1"/>
          </p:cNvSpPr>
          <p:nvPr/>
        </p:nvSpPr>
        <p:spPr>
          <a:xfrm>
            <a:off x="4350402" y="49371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3" name="9bjj_16_tuned_PredictedAtoms_7">
            <a:extLst>
              <a:ext uri="{FF2B5EF4-FFF2-40B4-BE49-F238E27FC236}">
                <a16:creationId xmlns:a16="http://schemas.microsoft.com/office/drawing/2014/main" id="{3098DD20-A086-4346-B289-F4AE90D4E589}"/>
              </a:ext>
            </a:extLst>
          </p:cNvPr>
          <p:cNvSpPr>
            <a:spLocks noGrp="1"/>
          </p:cNvSpPr>
          <p:nvPr/>
        </p:nvSpPr>
        <p:spPr>
          <a:xfrm>
            <a:off x="4516270" y="49675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4" name="9bjj_16_tuned_PredictedAtoms_8">
            <a:extLst>
              <a:ext uri="{FF2B5EF4-FFF2-40B4-BE49-F238E27FC236}">
                <a16:creationId xmlns:a16="http://schemas.microsoft.com/office/drawing/2014/main" id="{6933A726-85C9-44E2-9852-8F81EB6A78ED}"/>
              </a:ext>
            </a:extLst>
          </p:cNvPr>
          <p:cNvSpPr>
            <a:spLocks noGrp="1"/>
          </p:cNvSpPr>
          <p:nvPr/>
        </p:nvSpPr>
        <p:spPr>
          <a:xfrm>
            <a:off x="4576770" y="50878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5" name="9bjj_16_tuned_PredictedAtoms_9">
            <a:extLst>
              <a:ext uri="{FF2B5EF4-FFF2-40B4-BE49-F238E27FC236}">
                <a16:creationId xmlns:a16="http://schemas.microsoft.com/office/drawing/2014/main" id="{0A8F9905-F5AF-440A-B079-17029EE92F41}"/>
              </a:ext>
            </a:extLst>
          </p:cNvPr>
          <p:cNvSpPr>
            <a:spLocks noGrp="1"/>
          </p:cNvSpPr>
          <p:nvPr/>
        </p:nvSpPr>
        <p:spPr>
          <a:xfrm>
            <a:off x="4745206" y="5111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6" name="9bjj_16_tuned_PredictedAtoms_10">
            <a:extLst>
              <a:ext uri="{FF2B5EF4-FFF2-40B4-BE49-F238E27FC236}">
                <a16:creationId xmlns:a16="http://schemas.microsoft.com/office/drawing/2014/main" id="{17EA136C-F8C8-4B7B-A5A5-F0E2E6AF4CBE}"/>
              </a:ext>
            </a:extLst>
          </p:cNvPr>
          <p:cNvSpPr>
            <a:spLocks noGrp="1"/>
          </p:cNvSpPr>
          <p:nvPr/>
        </p:nvSpPr>
        <p:spPr>
          <a:xfrm>
            <a:off x="4850120" y="50106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7" name="9bjj_16_tuned_PredictedAtoms_11">
            <a:extLst>
              <a:ext uri="{FF2B5EF4-FFF2-40B4-BE49-F238E27FC236}">
                <a16:creationId xmlns:a16="http://schemas.microsoft.com/office/drawing/2014/main" id="{D6004207-9CD7-4FBB-B61F-B28F5545DA83}"/>
              </a:ext>
            </a:extLst>
          </p:cNvPr>
          <p:cNvSpPr>
            <a:spLocks noGrp="1"/>
          </p:cNvSpPr>
          <p:nvPr/>
        </p:nvSpPr>
        <p:spPr>
          <a:xfrm>
            <a:off x="4782379" y="48918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8" name="9bjj_16_tuned_PredictedAtoms_12">
            <a:extLst>
              <a:ext uri="{FF2B5EF4-FFF2-40B4-BE49-F238E27FC236}">
                <a16:creationId xmlns:a16="http://schemas.microsoft.com/office/drawing/2014/main" id="{4BF32391-E8F1-4AD5-893B-FB0999C539AC}"/>
              </a:ext>
            </a:extLst>
          </p:cNvPr>
          <p:cNvSpPr>
            <a:spLocks noGrp="1"/>
          </p:cNvSpPr>
          <p:nvPr/>
        </p:nvSpPr>
        <p:spPr>
          <a:xfrm>
            <a:off x="4614447" y="4873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9" name="9bjj_16_tuned_PredictedAtoms_13">
            <a:extLst>
              <a:ext uri="{FF2B5EF4-FFF2-40B4-BE49-F238E27FC236}">
                <a16:creationId xmlns:a16="http://schemas.microsoft.com/office/drawing/2014/main" id="{1F3B901A-F082-4186-BB38-5F825912F31B}"/>
              </a:ext>
            </a:extLst>
          </p:cNvPr>
          <p:cNvSpPr>
            <a:spLocks noGrp="1"/>
          </p:cNvSpPr>
          <p:nvPr/>
        </p:nvSpPr>
        <p:spPr>
          <a:xfrm>
            <a:off x="4910421" y="47549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0" name="9bjj_16_tuned_PredictedAtoms_14">
            <a:extLst>
              <a:ext uri="{FF2B5EF4-FFF2-40B4-BE49-F238E27FC236}">
                <a16:creationId xmlns:a16="http://schemas.microsoft.com/office/drawing/2014/main" id="{339B423B-03C7-49BA-A0C4-E7B8C6D1B066}"/>
              </a:ext>
            </a:extLst>
          </p:cNvPr>
          <p:cNvSpPr>
            <a:spLocks noGrp="1"/>
          </p:cNvSpPr>
          <p:nvPr/>
        </p:nvSpPr>
        <p:spPr>
          <a:xfrm>
            <a:off x="5044069" y="4634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1" name="9bjj_16_tuned_PredictedAtoms_15">
            <a:extLst>
              <a:ext uri="{FF2B5EF4-FFF2-40B4-BE49-F238E27FC236}">
                <a16:creationId xmlns:a16="http://schemas.microsoft.com/office/drawing/2014/main" id="{BF574F0F-9480-4831-A7F1-1FB4F993867B}"/>
              </a:ext>
            </a:extLst>
          </p:cNvPr>
          <p:cNvSpPr>
            <a:spLocks noGrp="1"/>
          </p:cNvSpPr>
          <p:nvPr/>
        </p:nvSpPr>
        <p:spPr>
          <a:xfrm>
            <a:off x="5035882" y="44632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2" name="9bjj_16_tuned_PredictedAtoms_17">
            <a:extLst>
              <a:ext uri="{FF2B5EF4-FFF2-40B4-BE49-F238E27FC236}">
                <a16:creationId xmlns:a16="http://schemas.microsoft.com/office/drawing/2014/main" id="{DB969817-961E-4602-A70D-9D76ADB3AADE}"/>
              </a:ext>
            </a:extLst>
          </p:cNvPr>
          <p:cNvSpPr>
            <a:spLocks noGrp="1"/>
          </p:cNvSpPr>
          <p:nvPr/>
        </p:nvSpPr>
        <p:spPr>
          <a:xfrm>
            <a:off x="5234206" y="44276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3" name="9bjj_16_tuned_PredictedAtoms_18">
            <a:extLst>
              <a:ext uri="{FF2B5EF4-FFF2-40B4-BE49-F238E27FC236}">
                <a16:creationId xmlns:a16="http://schemas.microsoft.com/office/drawing/2014/main" id="{7FD49507-79A2-42A9-9A14-FB9A573A0E1E}"/>
              </a:ext>
            </a:extLst>
          </p:cNvPr>
          <p:cNvSpPr>
            <a:spLocks noGrp="1"/>
          </p:cNvSpPr>
          <p:nvPr/>
        </p:nvSpPr>
        <p:spPr>
          <a:xfrm>
            <a:off x="5250308" y="46032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4" name="9bjj_16_tuned_PredictedAtoms_19">
            <a:extLst>
              <a:ext uri="{FF2B5EF4-FFF2-40B4-BE49-F238E27FC236}">
                <a16:creationId xmlns:a16="http://schemas.microsoft.com/office/drawing/2014/main" id="{28316B84-AAF7-46F5-87E7-8B8CA64AD24F}"/>
              </a:ext>
            </a:extLst>
          </p:cNvPr>
          <p:cNvSpPr>
            <a:spLocks noGrp="1"/>
          </p:cNvSpPr>
          <p:nvPr/>
        </p:nvSpPr>
        <p:spPr>
          <a:xfrm>
            <a:off x="5153041" y="47089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5" name="9bjj_16_tuned_PredictedAtoms_20">
            <a:extLst>
              <a:ext uri="{FF2B5EF4-FFF2-40B4-BE49-F238E27FC236}">
                <a16:creationId xmlns:a16="http://schemas.microsoft.com/office/drawing/2014/main" id="{5F511866-5602-4A95-B331-E4A71F475669}"/>
              </a:ext>
            </a:extLst>
          </p:cNvPr>
          <p:cNvSpPr>
            <a:spLocks noGrp="1"/>
          </p:cNvSpPr>
          <p:nvPr/>
        </p:nvSpPr>
        <p:spPr>
          <a:xfrm>
            <a:off x="5169494" y="4887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6" name="9bjj_16_tuned_PredictedAtoms_21">
            <a:extLst>
              <a:ext uri="{FF2B5EF4-FFF2-40B4-BE49-F238E27FC236}">
                <a16:creationId xmlns:a16="http://schemas.microsoft.com/office/drawing/2014/main" id="{0F3746F1-BC12-4B3C-B039-92C1050B895B}"/>
              </a:ext>
            </a:extLst>
          </p:cNvPr>
          <p:cNvSpPr>
            <a:spLocks noGrp="1"/>
          </p:cNvSpPr>
          <p:nvPr/>
        </p:nvSpPr>
        <p:spPr>
          <a:xfrm>
            <a:off x="5308601" y="49454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7" name="9bjj_16_tuned_PredictedAtoms_22">
            <a:extLst>
              <a:ext uri="{FF2B5EF4-FFF2-40B4-BE49-F238E27FC236}">
                <a16:creationId xmlns:a16="http://schemas.microsoft.com/office/drawing/2014/main" id="{20B9F305-9F66-4FE5-B712-3984BB05FA67}"/>
              </a:ext>
            </a:extLst>
          </p:cNvPr>
          <p:cNvSpPr>
            <a:spLocks noGrp="1"/>
          </p:cNvSpPr>
          <p:nvPr/>
        </p:nvSpPr>
        <p:spPr>
          <a:xfrm>
            <a:off x="5026238" y="50114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8" name="9bjj_16_tuned_PredictedAtoms_23">
            <a:extLst>
              <a:ext uri="{FF2B5EF4-FFF2-40B4-BE49-F238E27FC236}">
                <a16:creationId xmlns:a16="http://schemas.microsoft.com/office/drawing/2014/main" id="{47C08CFC-442E-49D0-B3F3-5B0506367910}"/>
              </a:ext>
            </a:extLst>
          </p:cNvPr>
          <p:cNvSpPr>
            <a:spLocks noGrp="1"/>
          </p:cNvSpPr>
          <p:nvPr/>
        </p:nvSpPr>
        <p:spPr>
          <a:xfrm>
            <a:off x="5079786" y="5188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9" name="9bjj_16_tuned_PredictedAtoms_24">
            <a:extLst>
              <a:ext uri="{FF2B5EF4-FFF2-40B4-BE49-F238E27FC236}">
                <a16:creationId xmlns:a16="http://schemas.microsoft.com/office/drawing/2014/main" id="{36C8305A-B351-4C2C-9EC8-65C4670C553F}"/>
              </a:ext>
            </a:extLst>
          </p:cNvPr>
          <p:cNvSpPr>
            <a:spLocks noGrp="1"/>
          </p:cNvSpPr>
          <p:nvPr/>
        </p:nvSpPr>
        <p:spPr>
          <a:xfrm>
            <a:off x="5087275" y="52598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0" name="9bjj_16_tuned_PredictedAtoms_25">
            <a:extLst>
              <a:ext uri="{FF2B5EF4-FFF2-40B4-BE49-F238E27FC236}">
                <a16:creationId xmlns:a16="http://schemas.microsoft.com/office/drawing/2014/main" id="{6D5ABD22-E4EE-4537-8A58-D8E387756D18}"/>
              </a:ext>
            </a:extLst>
          </p:cNvPr>
          <p:cNvSpPr>
            <a:spLocks noGrp="1"/>
          </p:cNvSpPr>
          <p:nvPr/>
        </p:nvSpPr>
        <p:spPr>
          <a:xfrm>
            <a:off x="5244832" y="52258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1" name="9bjj_16_tuned_PredictedAtoms_26">
            <a:extLst>
              <a:ext uri="{FF2B5EF4-FFF2-40B4-BE49-F238E27FC236}">
                <a16:creationId xmlns:a16="http://schemas.microsoft.com/office/drawing/2014/main" id="{87400E1E-F26C-4106-B36B-548A4A3159FA}"/>
              </a:ext>
            </a:extLst>
          </p:cNvPr>
          <p:cNvSpPr>
            <a:spLocks noGrp="1"/>
          </p:cNvSpPr>
          <p:nvPr/>
        </p:nvSpPr>
        <p:spPr>
          <a:xfrm>
            <a:off x="5263028" y="52664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2" name="9bjj_16_tuned_PredictedAtoms_27">
            <a:extLst>
              <a:ext uri="{FF2B5EF4-FFF2-40B4-BE49-F238E27FC236}">
                <a16:creationId xmlns:a16="http://schemas.microsoft.com/office/drawing/2014/main" id="{857DCDBB-CA71-4183-AD6C-307CC381B208}"/>
              </a:ext>
            </a:extLst>
          </p:cNvPr>
          <p:cNvSpPr>
            <a:spLocks noGrp="1"/>
          </p:cNvSpPr>
          <p:nvPr/>
        </p:nvSpPr>
        <p:spPr>
          <a:xfrm>
            <a:off x="3899140" y="49601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3" name="stage3-cases-alternatives_27">
            <a:extLst>
              <a:ext uri="{FF2B5EF4-FFF2-40B4-BE49-F238E27FC236}">
                <a16:creationId xmlns:a16="http://schemas.microsoft.com/office/drawing/2014/main" id="{726EB425-7EAA-4ABA-9327-FF18A92E6272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1.03 Å   D 46%   Clash 0</a:t>
            </a:r>
          </a:p>
        </p:txBody>
      </p:sp>
      <p:sp>
        <p:nvSpPr>
          <p:cNvPr id="844" name="9bjj_16_build_Receptor">
            <a:extLst>
              <a:ext uri="{FF2B5EF4-FFF2-40B4-BE49-F238E27FC236}">
                <a16:creationId xmlns:a16="http://schemas.microsoft.com/office/drawing/2014/main" id="{DF37F01A-45B0-4945-9A12-97A530BC89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45" name="9bjj_16_build_ExperimentalDensity">
            <a:extLst>
              <a:ext uri="{FF2B5EF4-FFF2-40B4-BE49-F238E27FC236}">
                <a16:creationId xmlns:a16="http://schemas.microsoft.com/office/drawing/2014/main" id="{DE29C9D2-1765-4E10-BCF3-20B3E61789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46" name="9bjj_16_build_ReferenceLigand_0">
            <a:extLst>
              <a:ext uri="{FF2B5EF4-FFF2-40B4-BE49-F238E27FC236}">
                <a16:creationId xmlns:a16="http://schemas.microsoft.com/office/drawing/2014/main" id="{36761308-2067-4BC0-926E-77948BBB22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7" name="9bjj_16_build_ReferenceLigand_1">
            <a:extLst>
              <a:ext uri="{FF2B5EF4-FFF2-40B4-BE49-F238E27FC236}">
                <a16:creationId xmlns:a16="http://schemas.microsoft.com/office/drawing/2014/main" id="{46427255-00A9-44C8-8F15-05943396BA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8" name="9bjj_16_build_ReferenceLigand_2">
            <a:extLst>
              <a:ext uri="{FF2B5EF4-FFF2-40B4-BE49-F238E27FC236}">
                <a16:creationId xmlns:a16="http://schemas.microsoft.com/office/drawing/2014/main" id="{04BC9DE3-D7CD-4186-80AD-9B7335208E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9" name="9bjj_16_build_ReferenceLigand_3">
            <a:extLst>
              <a:ext uri="{FF2B5EF4-FFF2-40B4-BE49-F238E27FC236}">
                <a16:creationId xmlns:a16="http://schemas.microsoft.com/office/drawing/2014/main" id="{2CE1FE0C-BD8C-4A71-9932-BE00F89F62F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0" name="9bjj_16_build_ReferenceLigand_4">
            <a:extLst>
              <a:ext uri="{FF2B5EF4-FFF2-40B4-BE49-F238E27FC236}">
                <a16:creationId xmlns:a16="http://schemas.microsoft.com/office/drawing/2014/main" id="{A0E15FEB-D17B-4817-9DF1-54B24C8E997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1" name="9bjj_16_build_ReferenceLigand_5">
            <a:extLst>
              <a:ext uri="{FF2B5EF4-FFF2-40B4-BE49-F238E27FC236}">
                <a16:creationId xmlns:a16="http://schemas.microsoft.com/office/drawing/2014/main" id="{AA671D3C-12AA-421E-9F33-E525A69724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2" name="9bjj_16_build_ReferenceLigand_6">
            <a:extLst>
              <a:ext uri="{FF2B5EF4-FFF2-40B4-BE49-F238E27FC236}">
                <a16:creationId xmlns:a16="http://schemas.microsoft.com/office/drawing/2014/main" id="{2AC53C9A-6F9A-42E1-BC28-39B23902DF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3" name="9bjj_16_build_ReferenceLigand_7">
            <a:extLst>
              <a:ext uri="{FF2B5EF4-FFF2-40B4-BE49-F238E27FC236}">
                <a16:creationId xmlns:a16="http://schemas.microsoft.com/office/drawing/2014/main" id="{CD0251B6-7A24-4AAE-AF1B-9550FA42D5B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4" name="9bjj_16_build_ReferenceLigand_8">
            <a:extLst>
              <a:ext uri="{FF2B5EF4-FFF2-40B4-BE49-F238E27FC236}">
                <a16:creationId xmlns:a16="http://schemas.microsoft.com/office/drawing/2014/main" id="{02665F71-4CA4-4EFD-AE50-3778231A0D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5" name="9bjj_16_build_ReferenceLigand_9">
            <a:extLst>
              <a:ext uri="{FF2B5EF4-FFF2-40B4-BE49-F238E27FC236}">
                <a16:creationId xmlns:a16="http://schemas.microsoft.com/office/drawing/2014/main" id="{72195D33-F356-4508-8000-AD39A35A9B9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6" name="9bjj_16_build_ReferenceLigand_10">
            <a:extLst>
              <a:ext uri="{FF2B5EF4-FFF2-40B4-BE49-F238E27FC236}">
                <a16:creationId xmlns:a16="http://schemas.microsoft.com/office/drawing/2014/main" id="{158CFBF4-91B4-4F58-BD74-1F1DD27EB18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7" name="9bjj_16_build_ReferenceLigand_11">
            <a:extLst>
              <a:ext uri="{FF2B5EF4-FFF2-40B4-BE49-F238E27FC236}">
                <a16:creationId xmlns:a16="http://schemas.microsoft.com/office/drawing/2014/main" id="{463BD3B5-CB78-4C99-B75C-F8DBDC9D6A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8" name="9bjj_16_build_ReferenceLigand_12">
            <a:extLst>
              <a:ext uri="{FF2B5EF4-FFF2-40B4-BE49-F238E27FC236}">
                <a16:creationId xmlns:a16="http://schemas.microsoft.com/office/drawing/2014/main" id="{EDF40277-59A6-4833-8796-C355428C00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9" name="9bjj_16_build_ReferenceLigand_13">
            <a:extLst>
              <a:ext uri="{FF2B5EF4-FFF2-40B4-BE49-F238E27FC236}">
                <a16:creationId xmlns:a16="http://schemas.microsoft.com/office/drawing/2014/main" id="{A8A3B118-4DDD-4D06-8331-5495F67289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0" name="9bjj_16_build_ReferenceLigand_14">
            <a:extLst>
              <a:ext uri="{FF2B5EF4-FFF2-40B4-BE49-F238E27FC236}">
                <a16:creationId xmlns:a16="http://schemas.microsoft.com/office/drawing/2014/main" id="{12BF2B73-A0D8-406B-B19F-76F700B6C6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1" name="9bjj_16_build_ReferenceLigand_15">
            <a:extLst>
              <a:ext uri="{FF2B5EF4-FFF2-40B4-BE49-F238E27FC236}">
                <a16:creationId xmlns:a16="http://schemas.microsoft.com/office/drawing/2014/main" id="{B158EB13-A8B2-4F4B-ACD6-494B865646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2" name="9bjj_16_build_ReferenceLigand_16">
            <a:extLst>
              <a:ext uri="{FF2B5EF4-FFF2-40B4-BE49-F238E27FC236}">
                <a16:creationId xmlns:a16="http://schemas.microsoft.com/office/drawing/2014/main" id="{620A9EE3-AF52-4149-8986-5DFD53A83E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3" name="9bjj_16_build_ReferenceLigand_17">
            <a:extLst>
              <a:ext uri="{FF2B5EF4-FFF2-40B4-BE49-F238E27FC236}">
                <a16:creationId xmlns:a16="http://schemas.microsoft.com/office/drawing/2014/main" id="{EF95D34A-1C0E-467F-94EC-D2091E16279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4" name="9bjj_16_build_ReferenceLigand_18">
            <a:extLst>
              <a:ext uri="{FF2B5EF4-FFF2-40B4-BE49-F238E27FC236}">
                <a16:creationId xmlns:a16="http://schemas.microsoft.com/office/drawing/2014/main" id="{BF13EE8B-EAA2-49B5-9456-41696D0B17C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5" name="9bjj_16_build_ReferenceLigand_19">
            <a:extLst>
              <a:ext uri="{FF2B5EF4-FFF2-40B4-BE49-F238E27FC236}">
                <a16:creationId xmlns:a16="http://schemas.microsoft.com/office/drawing/2014/main" id="{430EA029-6E21-4E26-8EC3-C5EC46B3472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6" name="9bjj_16_build_ReferenceLigand_20">
            <a:extLst>
              <a:ext uri="{FF2B5EF4-FFF2-40B4-BE49-F238E27FC236}">
                <a16:creationId xmlns:a16="http://schemas.microsoft.com/office/drawing/2014/main" id="{501E4375-EAD9-489D-AA63-BF6E19A8DBD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7" name="9bjj_16_build_ReferenceLigand_21">
            <a:extLst>
              <a:ext uri="{FF2B5EF4-FFF2-40B4-BE49-F238E27FC236}">
                <a16:creationId xmlns:a16="http://schemas.microsoft.com/office/drawing/2014/main" id="{26147D38-6E59-4C5D-B107-208546ED42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8" name="9bjj_16_build_ReferenceLigand_22">
            <a:extLst>
              <a:ext uri="{FF2B5EF4-FFF2-40B4-BE49-F238E27FC236}">
                <a16:creationId xmlns:a16="http://schemas.microsoft.com/office/drawing/2014/main" id="{5097D5A9-8E5D-4B66-BC41-20CD812365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9" name="9bjj_16_build_ReferenceLigand_23">
            <a:extLst>
              <a:ext uri="{FF2B5EF4-FFF2-40B4-BE49-F238E27FC236}">
                <a16:creationId xmlns:a16="http://schemas.microsoft.com/office/drawing/2014/main" id="{EE35EE1F-EF9C-44B8-A380-99C837CCDB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0" name="9bjj_16_build_ReferenceLigand_24">
            <a:extLst>
              <a:ext uri="{FF2B5EF4-FFF2-40B4-BE49-F238E27FC236}">
                <a16:creationId xmlns:a16="http://schemas.microsoft.com/office/drawing/2014/main" id="{BB597EFE-9A70-40CB-AC51-1961A81D512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1" name="9bjj_16_build_ReferenceLigand_25">
            <a:extLst>
              <a:ext uri="{FF2B5EF4-FFF2-40B4-BE49-F238E27FC236}">
                <a16:creationId xmlns:a16="http://schemas.microsoft.com/office/drawing/2014/main" id="{FDDD9D93-FD5B-4796-BE79-989C8B7BAEB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2" name="9bjj_16_build_ReferenceLigand_26">
            <a:extLst>
              <a:ext uri="{FF2B5EF4-FFF2-40B4-BE49-F238E27FC236}">
                <a16:creationId xmlns:a16="http://schemas.microsoft.com/office/drawing/2014/main" id="{0C85D4E4-E321-4875-833D-D32193FB0F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3" name="9bjj_16_build_ReferenceLigand_27">
            <a:extLst>
              <a:ext uri="{FF2B5EF4-FFF2-40B4-BE49-F238E27FC236}">
                <a16:creationId xmlns:a16="http://schemas.microsoft.com/office/drawing/2014/main" id="{1A8F6FFE-E2B7-471F-A364-40536E3FB9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4" name="9bjj_16_build_ReferenceLigand_28">
            <a:extLst>
              <a:ext uri="{FF2B5EF4-FFF2-40B4-BE49-F238E27FC236}">
                <a16:creationId xmlns:a16="http://schemas.microsoft.com/office/drawing/2014/main" id="{34E2C75A-AEDC-4F5A-A489-1A32A060027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5" name="9bjj_16_build_ReferenceLigand_29">
            <a:extLst>
              <a:ext uri="{FF2B5EF4-FFF2-40B4-BE49-F238E27FC236}">
                <a16:creationId xmlns:a16="http://schemas.microsoft.com/office/drawing/2014/main" id="{209B8209-82F1-4B2E-8840-CFE570E45D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6" name="9bjj_16_build_ReferenceLigand_30">
            <a:extLst>
              <a:ext uri="{FF2B5EF4-FFF2-40B4-BE49-F238E27FC236}">
                <a16:creationId xmlns:a16="http://schemas.microsoft.com/office/drawing/2014/main" id="{A7126343-817D-4182-B641-D5A7CDE9AF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7" name="9bjj_16_build_PredictedLigand_0">
            <a:extLst>
              <a:ext uri="{FF2B5EF4-FFF2-40B4-BE49-F238E27FC236}">
                <a16:creationId xmlns:a16="http://schemas.microsoft.com/office/drawing/2014/main" id="{A236E53B-B5EC-4528-A7DE-7B9CC6E50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2703" y="575198"/>
                </a:moveTo>
                <a:lnTo>
                  <a:pt x="493567" y="473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78" name="9bjj_16_build_PredictedLigand_1">
            <a:extLst>
              <a:ext uri="{FF2B5EF4-FFF2-40B4-BE49-F238E27FC236}">
                <a16:creationId xmlns:a16="http://schemas.microsoft.com/office/drawing/2014/main" id="{3FD66798-C4A5-4093-B8A6-FE2F74091D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585227" y="41705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79" name="9bjj_16_build_PredictedLigand_2">
            <a:extLst>
              <a:ext uri="{FF2B5EF4-FFF2-40B4-BE49-F238E27FC236}">
                <a16:creationId xmlns:a16="http://schemas.microsoft.com/office/drawing/2014/main" id="{F705168B-7098-460E-8831-7A776BA1AE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4878" y="835286"/>
                </a:moveTo>
                <a:lnTo>
                  <a:pt x="1909602" y="6532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0" name="9bjj_16_build_PredictedLigand_3">
            <a:extLst>
              <a:ext uri="{FF2B5EF4-FFF2-40B4-BE49-F238E27FC236}">
                <a16:creationId xmlns:a16="http://schemas.microsoft.com/office/drawing/2014/main" id="{A30AFD8B-C22C-48C9-A21A-63AEF4FAC5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0226" y="528028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1" name="9bjj_16_build_PredictedLigand_4">
            <a:extLst>
              <a:ext uri="{FF2B5EF4-FFF2-40B4-BE49-F238E27FC236}">
                <a16:creationId xmlns:a16="http://schemas.microsoft.com/office/drawing/2014/main" id="{5E9E8B3C-AD29-4C56-81B8-1DE1DF7C8B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908815" y="5289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2" name="9bjj_16_build_PredictedLigand_5">
            <a:extLst>
              <a:ext uri="{FF2B5EF4-FFF2-40B4-BE49-F238E27FC236}">
                <a16:creationId xmlns:a16="http://schemas.microsoft.com/office/drawing/2014/main" id="{8C749DBF-532A-4BA6-9DDB-DE72E5D250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3" name="9bjj_16_build_PredictedLigand_6">
            <a:extLst>
              <a:ext uri="{FF2B5EF4-FFF2-40B4-BE49-F238E27FC236}">
                <a16:creationId xmlns:a16="http://schemas.microsoft.com/office/drawing/2014/main" id="{15AC72D1-F0B0-4071-9EFB-469FB4735F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9258" y="976459"/>
                </a:moveTo>
                <a:lnTo>
                  <a:pt x="2064878" y="835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4" name="9bjj_16_build_PredictedLigand_7">
            <a:extLst>
              <a:ext uri="{FF2B5EF4-FFF2-40B4-BE49-F238E27FC236}">
                <a16:creationId xmlns:a16="http://schemas.microsoft.com/office/drawing/2014/main" id="{F7E0C364-82F2-4722-8D30-17459CF8A77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9784" y="508285"/>
                </a:moveTo>
                <a:lnTo>
                  <a:pt x="562703" y="5751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5" name="9bjj_16_build_PredictedLigand_8">
            <a:extLst>
              <a:ext uri="{FF2B5EF4-FFF2-40B4-BE49-F238E27FC236}">
                <a16:creationId xmlns:a16="http://schemas.microsoft.com/office/drawing/2014/main" id="{5180C377-44C5-4D41-AEE8-30F1F7B63D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1786651" y="419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6" name="9bjj_16_build_PredictedLigand_9">
            <a:extLst>
              <a:ext uri="{FF2B5EF4-FFF2-40B4-BE49-F238E27FC236}">
                <a16:creationId xmlns:a16="http://schemas.microsoft.com/office/drawing/2014/main" id="{53A88CE8-B680-4DB5-84F0-A3F51931ED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859268" y="2624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7" name="9bjj_16_build_PredictedLigand_10">
            <a:extLst>
              <a:ext uri="{FF2B5EF4-FFF2-40B4-BE49-F238E27FC236}">
                <a16:creationId xmlns:a16="http://schemas.microsoft.com/office/drawing/2014/main" id="{FAEC5238-F867-422B-BAF6-ED51FDBC25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2305" y="471182"/>
                </a:moveTo>
                <a:lnTo>
                  <a:pt x="1480226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8" name="9bjj_16_build_PredictedLigand_11">
            <a:extLst>
              <a:ext uri="{FF2B5EF4-FFF2-40B4-BE49-F238E27FC236}">
                <a16:creationId xmlns:a16="http://schemas.microsoft.com/office/drawing/2014/main" id="{CFA7AE80-58EB-4577-9A0E-5D80AACA06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933828" y="4322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9" name="9bjj_16_build_PredictedLigand_12">
            <a:extLst>
              <a:ext uri="{FF2B5EF4-FFF2-40B4-BE49-F238E27FC236}">
                <a16:creationId xmlns:a16="http://schemas.microsoft.com/office/drawing/2014/main" id="{7E487C4F-CF8F-48E7-BE16-E1050E668F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700" y="1089379"/>
                </a:moveTo>
                <a:lnTo>
                  <a:pt x="1989258" y="976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0" name="9bjj_16_build_PredictedLigand_13">
            <a:extLst>
              <a:ext uri="{FF2B5EF4-FFF2-40B4-BE49-F238E27FC236}">
                <a16:creationId xmlns:a16="http://schemas.microsoft.com/office/drawing/2014/main" id="{97DC252A-D3FD-4205-B673-612B42F7E75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227" y="417053"/>
                </a:moveTo>
                <a:lnTo>
                  <a:pt x="759528" y="6094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1" name="9bjj_16_build_PredictedLigand_14">
            <a:extLst>
              <a:ext uri="{FF2B5EF4-FFF2-40B4-BE49-F238E27FC236}">
                <a16:creationId xmlns:a16="http://schemas.microsoft.com/office/drawing/2014/main" id="{1451CCD8-AD36-40B4-8E32-3A5A0835B4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7556" y="632399"/>
                </a:moveTo>
                <a:lnTo>
                  <a:pt x="1312305" y="471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2" name="9bjj_16_build_PredictedLigand_15">
            <a:extLst>
              <a:ext uri="{FF2B5EF4-FFF2-40B4-BE49-F238E27FC236}">
                <a16:creationId xmlns:a16="http://schemas.microsoft.com/office/drawing/2014/main" id="{E67EB347-EFDC-446D-8193-DFD83311F2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2021673" y="5454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3" name="9bjj_16_build_PredictedLigand_16">
            <a:extLst>
              <a:ext uri="{FF2B5EF4-FFF2-40B4-BE49-F238E27FC236}">
                <a16:creationId xmlns:a16="http://schemas.microsoft.com/office/drawing/2014/main" id="{BFDE60E6-FED3-49A9-9646-80A8D5F505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268" y="262481"/>
                </a:moveTo>
                <a:lnTo>
                  <a:pt x="1776140" y="13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4" name="9bjj_16_build_PredictedLigand_17">
            <a:extLst>
              <a:ext uri="{FF2B5EF4-FFF2-40B4-BE49-F238E27FC236}">
                <a16:creationId xmlns:a16="http://schemas.microsoft.com/office/drawing/2014/main" id="{E4D19478-42C5-4BE5-8633-372E785CA4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452" y="659465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5" name="9bjj_16_build_PredictedLigand_18">
            <a:extLst>
              <a:ext uri="{FF2B5EF4-FFF2-40B4-BE49-F238E27FC236}">
                <a16:creationId xmlns:a16="http://schemas.microsoft.com/office/drawing/2014/main" id="{62E45BC9-8B58-437B-90C7-C11527EB27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1050452" y="6594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6" name="9bjj_16_build_PredictedLigand_19">
            <a:extLst>
              <a:ext uri="{FF2B5EF4-FFF2-40B4-BE49-F238E27FC236}">
                <a16:creationId xmlns:a16="http://schemas.microsoft.com/office/drawing/2014/main" id="{63C907AD-438D-424D-87B6-612AC4DA3C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7" name="9bjj_16_build_PredictedLigand_20">
            <a:extLst>
              <a:ext uri="{FF2B5EF4-FFF2-40B4-BE49-F238E27FC236}">
                <a16:creationId xmlns:a16="http://schemas.microsoft.com/office/drawing/2014/main" id="{36339F00-3E26-431E-AD61-E46E15EE5C6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920978" y="5490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8" name="9bjj_16_build_PredictedLigand_21">
            <a:extLst>
              <a:ext uri="{FF2B5EF4-FFF2-40B4-BE49-F238E27FC236}">
                <a16:creationId xmlns:a16="http://schemas.microsoft.com/office/drawing/2014/main" id="{08029947-6788-4551-8F6C-385980BA7D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853737" y="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9" name="9bjj_16_build_PredictedLigand_22">
            <a:extLst>
              <a:ext uri="{FF2B5EF4-FFF2-40B4-BE49-F238E27FC236}">
                <a16:creationId xmlns:a16="http://schemas.microsoft.com/office/drawing/2014/main" id="{81881737-0613-46B9-84DA-59F1B4F256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471" y="439323"/>
                </a:moveTo>
                <a:lnTo>
                  <a:pt x="1511928" y="6914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0" name="9bjj_16_build_PredictedLigand_23">
            <a:extLst>
              <a:ext uri="{FF2B5EF4-FFF2-40B4-BE49-F238E27FC236}">
                <a16:creationId xmlns:a16="http://schemas.microsoft.com/office/drawing/2014/main" id="{E2405060-930A-4819-8C69-18BFF66CDA8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5557" y="691703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1" name="9bjj_16_build_PredictedLigand_24">
            <a:extLst>
              <a:ext uri="{FF2B5EF4-FFF2-40B4-BE49-F238E27FC236}">
                <a16:creationId xmlns:a16="http://schemas.microsoft.com/office/drawing/2014/main" id="{E5F041B8-0CEB-4D0F-AD6F-E3C67A4331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2000700" y="1089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2" name="9bjj_16_build_PredictedLigand_25">
            <a:extLst>
              <a:ext uri="{FF2B5EF4-FFF2-40B4-BE49-F238E27FC236}">
                <a16:creationId xmlns:a16="http://schemas.microsoft.com/office/drawing/2014/main" id="{A0CA53D2-DF3D-42BE-A3CC-594666730A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559784" y="5082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3" name="9bjj_16_build_PredictedLigand_26">
            <a:extLst>
              <a:ext uri="{FF2B5EF4-FFF2-40B4-BE49-F238E27FC236}">
                <a16:creationId xmlns:a16="http://schemas.microsoft.com/office/drawing/2014/main" id="{6CC1B84D-76BF-44EC-9B6E-7034C5A9D31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305557" y="691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4" name="9bjj_16_build_PredictedLigand_27">
            <a:extLst>
              <a:ext uri="{FF2B5EF4-FFF2-40B4-BE49-F238E27FC236}">
                <a16:creationId xmlns:a16="http://schemas.microsoft.com/office/drawing/2014/main" id="{E5DAF81C-E837-4D56-88DF-8807A3BF13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8934" y="877576"/>
                </a:moveTo>
                <a:lnTo>
                  <a:pt x="1867600" y="1056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5" name="9bjj_16_build_PredictedLigand_28">
            <a:extLst>
              <a:ext uri="{FF2B5EF4-FFF2-40B4-BE49-F238E27FC236}">
                <a16:creationId xmlns:a16="http://schemas.microsoft.com/office/drawing/2014/main" id="{ED50D28A-C0AC-46C2-A70B-A902430F3A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620969" y="8055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6" name="9bjj_16_build_PredictedLigand_29">
            <a:extLst>
              <a:ext uri="{FF2B5EF4-FFF2-40B4-BE49-F238E27FC236}">
                <a16:creationId xmlns:a16="http://schemas.microsoft.com/office/drawing/2014/main" id="{B5653CE3-4EAB-41C6-BE04-250CE4BEDC3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7" name="9bjj_16_build_PredictedAtoms_0">
            <a:extLst>
              <a:ext uri="{FF2B5EF4-FFF2-40B4-BE49-F238E27FC236}">
                <a16:creationId xmlns:a16="http://schemas.microsoft.com/office/drawing/2014/main" id="{40076436-6D75-402E-87FA-705614417F9C}"/>
              </a:ext>
            </a:extLst>
          </p:cNvPr>
          <p:cNvSpPr>
            <a:spLocks noGrp="1"/>
          </p:cNvSpPr>
          <p:nvPr/>
        </p:nvSpPr>
        <p:spPr>
          <a:xfrm>
            <a:off x="6718711" y="493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08" name="9bjj_16_build_PredictedAtoms_1">
            <a:extLst>
              <a:ext uri="{FF2B5EF4-FFF2-40B4-BE49-F238E27FC236}">
                <a16:creationId xmlns:a16="http://schemas.microsoft.com/office/drawing/2014/main" id="{22B122A8-B455-438C-80AB-F66A253A6B28}"/>
              </a:ext>
            </a:extLst>
          </p:cNvPr>
          <p:cNvSpPr>
            <a:spLocks noGrp="1"/>
          </p:cNvSpPr>
          <p:nvPr/>
        </p:nvSpPr>
        <p:spPr>
          <a:xfrm>
            <a:off x="6649575" y="48287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09" name="9bjj_16_build_PredictedAtoms_2">
            <a:extLst>
              <a:ext uri="{FF2B5EF4-FFF2-40B4-BE49-F238E27FC236}">
                <a16:creationId xmlns:a16="http://schemas.microsoft.com/office/drawing/2014/main" id="{5891244E-2CC7-4504-BDD0-C7A828BC6A0F}"/>
              </a:ext>
            </a:extLst>
          </p:cNvPr>
          <p:cNvSpPr>
            <a:spLocks noGrp="1"/>
          </p:cNvSpPr>
          <p:nvPr/>
        </p:nvSpPr>
        <p:spPr>
          <a:xfrm>
            <a:off x="6741235" y="47728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0" name="9bjj_16_build_PredictedAtoms_3">
            <a:extLst>
              <a:ext uri="{FF2B5EF4-FFF2-40B4-BE49-F238E27FC236}">
                <a16:creationId xmlns:a16="http://schemas.microsoft.com/office/drawing/2014/main" id="{A2460E3C-2F15-4458-9456-D777BF007EFD}"/>
              </a:ext>
            </a:extLst>
          </p:cNvPr>
          <p:cNvSpPr>
            <a:spLocks noGrp="1"/>
          </p:cNvSpPr>
          <p:nvPr/>
        </p:nvSpPr>
        <p:spPr>
          <a:xfrm>
            <a:off x="6915536" y="49652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1" name="9bjj_16_build_PredictedAtoms_4">
            <a:extLst>
              <a:ext uri="{FF2B5EF4-FFF2-40B4-BE49-F238E27FC236}">
                <a16:creationId xmlns:a16="http://schemas.microsoft.com/office/drawing/2014/main" id="{D8F6CD8A-5D25-4C92-B494-83296937D58C}"/>
              </a:ext>
            </a:extLst>
          </p:cNvPr>
          <p:cNvSpPr>
            <a:spLocks noGrp="1"/>
          </p:cNvSpPr>
          <p:nvPr/>
        </p:nvSpPr>
        <p:spPr>
          <a:xfrm>
            <a:off x="7076986" y="49048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2" name="9bjj_16_build_PredictedAtoms_5">
            <a:extLst>
              <a:ext uri="{FF2B5EF4-FFF2-40B4-BE49-F238E27FC236}">
                <a16:creationId xmlns:a16="http://schemas.microsoft.com/office/drawing/2014/main" id="{3DAB9E7F-FE59-470E-B6F4-11F5AD9D8B16}"/>
              </a:ext>
            </a:extLst>
          </p:cNvPr>
          <p:cNvSpPr>
            <a:spLocks noGrp="1"/>
          </p:cNvSpPr>
          <p:nvPr/>
        </p:nvSpPr>
        <p:spPr>
          <a:xfrm>
            <a:off x="7089835" y="47880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3" name="9bjj_16_build_PredictedAtoms_6">
            <a:extLst>
              <a:ext uri="{FF2B5EF4-FFF2-40B4-BE49-F238E27FC236}">
                <a16:creationId xmlns:a16="http://schemas.microsoft.com/office/drawing/2014/main" id="{C60C18EF-D19B-469C-93B9-4851AB3BC3B2}"/>
              </a:ext>
            </a:extLst>
          </p:cNvPr>
          <p:cNvSpPr>
            <a:spLocks noGrp="1"/>
          </p:cNvSpPr>
          <p:nvPr/>
        </p:nvSpPr>
        <p:spPr>
          <a:xfrm>
            <a:off x="7206459" y="50152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4" name="9bjj_16_build_PredictedAtoms_7">
            <a:extLst>
              <a:ext uri="{FF2B5EF4-FFF2-40B4-BE49-F238E27FC236}">
                <a16:creationId xmlns:a16="http://schemas.microsoft.com/office/drawing/2014/main" id="{6E702669-2EE5-47B8-9859-DCEFDAC444C5}"/>
              </a:ext>
            </a:extLst>
          </p:cNvPr>
          <p:cNvSpPr>
            <a:spLocks noGrp="1"/>
          </p:cNvSpPr>
          <p:nvPr/>
        </p:nvSpPr>
        <p:spPr>
          <a:xfrm>
            <a:off x="7343563" y="498818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5" name="9bjj_16_build_PredictedAtoms_8">
            <a:extLst>
              <a:ext uri="{FF2B5EF4-FFF2-40B4-BE49-F238E27FC236}">
                <a16:creationId xmlns:a16="http://schemas.microsoft.com/office/drawing/2014/main" id="{57FC0625-3240-477A-A558-9A3FB5328B64}"/>
              </a:ext>
            </a:extLst>
          </p:cNvPr>
          <p:cNvSpPr>
            <a:spLocks noGrp="1"/>
          </p:cNvSpPr>
          <p:nvPr/>
        </p:nvSpPr>
        <p:spPr>
          <a:xfrm>
            <a:off x="7468313" y="48269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6" name="9bjj_16_build_PredictedAtoms_9">
            <a:extLst>
              <a:ext uri="{FF2B5EF4-FFF2-40B4-BE49-F238E27FC236}">
                <a16:creationId xmlns:a16="http://schemas.microsoft.com/office/drawing/2014/main" id="{D91CDEB8-0C02-4833-930E-B9EB340C3223}"/>
              </a:ext>
            </a:extLst>
          </p:cNvPr>
          <p:cNvSpPr>
            <a:spLocks noGrp="1"/>
          </p:cNvSpPr>
          <p:nvPr/>
        </p:nvSpPr>
        <p:spPr>
          <a:xfrm>
            <a:off x="7636234" y="48838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7" name="9bjj_16_build_PredictedAtoms_10">
            <a:extLst>
              <a:ext uri="{FF2B5EF4-FFF2-40B4-BE49-F238E27FC236}">
                <a16:creationId xmlns:a16="http://schemas.microsoft.com/office/drawing/2014/main" id="{F46832E6-5EA3-434A-A448-C18BE8B345A6}"/>
              </a:ext>
            </a:extLst>
          </p:cNvPr>
          <p:cNvSpPr>
            <a:spLocks noGrp="1"/>
          </p:cNvSpPr>
          <p:nvPr/>
        </p:nvSpPr>
        <p:spPr>
          <a:xfrm>
            <a:off x="7781478" y="4795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8" name="9bjj_16_build_PredictedAtoms_11">
            <a:extLst>
              <a:ext uri="{FF2B5EF4-FFF2-40B4-BE49-F238E27FC236}">
                <a16:creationId xmlns:a16="http://schemas.microsoft.com/office/drawing/2014/main" id="{6E78491C-853A-4D4C-9FB6-63C907004C3B}"/>
              </a:ext>
            </a:extLst>
          </p:cNvPr>
          <p:cNvSpPr>
            <a:spLocks noGrp="1"/>
          </p:cNvSpPr>
          <p:nvPr/>
        </p:nvSpPr>
        <p:spPr>
          <a:xfrm>
            <a:off x="7667936" y="50472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9" name="9bjj_16_build_PredictedAtoms_12">
            <a:extLst>
              <a:ext uri="{FF2B5EF4-FFF2-40B4-BE49-F238E27FC236}">
                <a16:creationId xmlns:a16="http://schemas.microsoft.com/office/drawing/2014/main" id="{03B71818-AFE6-4C5A-9BB2-EC3E9567ABB5}"/>
              </a:ext>
            </a:extLst>
          </p:cNvPr>
          <p:cNvSpPr>
            <a:spLocks noGrp="1"/>
          </p:cNvSpPr>
          <p:nvPr/>
        </p:nvSpPr>
        <p:spPr>
          <a:xfrm>
            <a:off x="7461564" y="5047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0" name="9bjj_16_build_PredictedAtoms_13">
            <a:extLst>
              <a:ext uri="{FF2B5EF4-FFF2-40B4-BE49-F238E27FC236}">
                <a16:creationId xmlns:a16="http://schemas.microsoft.com/office/drawing/2014/main" id="{8477C3DD-525D-4516-930E-1FC86A976C1D}"/>
              </a:ext>
            </a:extLst>
          </p:cNvPr>
          <p:cNvSpPr>
            <a:spLocks noGrp="1"/>
          </p:cNvSpPr>
          <p:nvPr/>
        </p:nvSpPr>
        <p:spPr>
          <a:xfrm>
            <a:off x="7776977" y="51612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1" name="9bjj_16_build_PredictedAtoms_14">
            <a:extLst>
              <a:ext uri="{FF2B5EF4-FFF2-40B4-BE49-F238E27FC236}">
                <a16:creationId xmlns:a16="http://schemas.microsoft.com/office/drawing/2014/main" id="{DFAB7C02-2AC9-470D-B4FF-76F7A3D7919B}"/>
              </a:ext>
            </a:extLst>
          </p:cNvPr>
          <p:cNvSpPr>
            <a:spLocks noGrp="1"/>
          </p:cNvSpPr>
          <p:nvPr/>
        </p:nvSpPr>
        <p:spPr>
          <a:xfrm>
            <a:off x="7964941" y="52333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2" name="9bjj_16_build_PredictedAtoms_15">
            <a:extLst>
              <a:ext uri="{FF2B5EF4-FFF2-40B4-BE49-F238E27FC236}">
                <a16:creationId xmlns:a16="http://schemas.microsoft.com/office/drawing/2014/main" id="{80FB8CBE-B178-4E98-A537-6F381E0E6CD2}"/>
              </a:ext>
            </a:extLst>
          </p:cNvPr>
          <p:cNvSpPr>
            <a:spLocks noGrp="1"/>
          </p:cNvSpPr>
          <p:nvPr/>
        </p:nvSpPr>
        <p:spPr>
          <a:xfrm>
            <a:off x="8023607" y="54125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3" name="9bjj_16_build_PredictedAtoms_16">
            <a:extLst>
              <a:ext uri="{FF2B5EF4-FFF2-40B4-BE49-F238E27FC236}">
                <a16:creationId xmlns:a16="http://schemas.microsoft.com/office/drawing/2014/main" id="{37B2A0B5-7CCB-46A0-9159-B0EA4C21F193}"/>
              </a:ext>
            </a:extLst>
          </p:cNvPr>
          <p:cNvSpPr>
            <a:spLocks noGrp="1"/>
          </p:cNvSpPr>
          <p:nvPr/>
        </p:nvSpPr>
        <p:spPr>
          <a:xfrm>
            <a:off x="8156707" y="544516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4" name="9bjj_16_build_PredictedAtoms_17">
            <a:extLst>
              <a:ext uri="{FF2B5EF4-FFF2-40B4-BE49-F238E27FC236}">
                <a16:creationId xmlns:a16="http://schemas.microsoft.com/office/drawing/2014/main" id="{F1FEB719-18FC-49F8-A064-12EC4E3027DA}"/>
              </a:ext>
            </a:extLst>
          </p:cNvPr>
          <p:cNvSpPr>
            <a:spLocks noGrp="1"/>
          </p:cNvSpPr>
          <p:nvPr/>
        </p:nvSpPr>
        <p:spPr>
          <a:xfrm>
            <a:off x="8145266" y="53322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5" name="9bjj_16_build_PredictedAtoms_18">
            <a:extLst>
              <a:ext uri="{FF2B5EF4-FFF2-40B4-BE49-F238E27FC236}">
                <a16:creationId xmlns:a16="http://schemas.microsoft.com/office/drawing/2014/main" id="{464A523B-AA64-4623-85F2-607A631A18EC}"/>
              </a:ext>
            </a:extLst>
          </p:cNvPr>
          <p:cNvSpPr>
            <a:spLocks noGrp="1"/>
          </p:cNvSpPr>
          <p:nvPr/>
        </p:nvSpPr>
        <p:spPr>
          <a:xfrm>
            <a:off x="8220886" y="51910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6" name="9bjj_16_build_PredictedAtoms_19">
            <a:extLst>
              <a:ext uri="{FF2B5EF4-FFF2-40B4-BE49-F238E27FC236}">
                <a16:creationId xmlns:a16="http://schemas.microsoft.com/office/drawing/2014/main" id="{A0CDE2B2-1040-4A01-97E1-BBD558B7E2E2}"/>
              </a:ext>
            </a:extLst>
          </p:cNvPr>
          <p:cNvSpPr>
            <a:spLocks noGrp="1"/>
          </p:cNvSpPr>
          <p:nvPr/>
        </p:nvSpPr>
        <p:spPr>
          <a:xfrm>
            <a:off x="8065610" y="500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7" name="9bjj_16_build_PredictedAtoms_20">
            <a:extLst>
              <a:ext uri="{FF2B5EF4-FFF2-40B4-BE49-F238E27FC236}">
                <a16:creationId xmlns:a16="http://schemas.microsoft.com/office/drawing/2014/main" id="{D47C7567-3318-4114-976D-5FB454751FA2}"/>
              </a:ext>
            </a:extLst>
          </p:cNvPr>
          <p:cNvSpPr>
            <a:spLocks noGrp="1"/>
          </p:cNvSpPr>
          <p:nvPr/>
        </p:nvSpPr>
        <p:spPr>
          <a:xfrm>
            <a:off x="8064823" y="48847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8" name="9bjj_16_build_PredictedAtoms_21">
            <a:extLst>
              <a:ext uri="{FF2B5EF4-FFF2-40B4-BE49-F238E27FC236}">
                <a16:creationId xmlns:a16="http://schemas.microsoft.com/office/drawing/2014/main" id="{DA76A85D-4937-4BE6-8D34-B1568FA567C5}"/>
              </a:ext>
            </a:extLst>
          </p:cNvPr>
          <p:cNvSpPr>
            <a:spLocks noGrp="1"/>
          </p:cNvSpPr>
          <p:nvPr/>
        </p:nvSpPr>
        <p:spPr>
          <a:xfrm>
            <a:off x="8177680" y="490127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9" name="9bjj_16_build_PredictedAtoms_22">
            <a:extLst>
              <a:ext uri="{FF2B5EF4-FFF2-40B4-BE49-F238E27FC236}">
                <a16:creationId xmlns:a16="http://schemas.microsoft.com/office/drawing/2014/main" id="{F1EA3B53-93F5-4A7B-AF2C-5DD9FCF44795}"/>
              </a:ext>
            </a:extLst>
          </p:cNvPr>
          <p:cNvSpPr>
            <a:spLocks noGrp="1"/>
          </p:cNvSpPr>
          <p:nvPr/>
        </p:nvSpPr>
        <p:spPr>
          <a:xfrm>
            <a:off x="7942659" y="4775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0" name="9bjj_16_build_PredictedAtoms_23">
            <a:extLst>
              <a:ext uri="{FF2B5EF4-FFF2-40B4-BE49-F238E27FC236}">
                <a16:creationId xmlns:a16="http://schemas.microsoft.com/office/drawing/2014/main" id="{0BE0E6D5-A665-4384-910B-BF20708A0E88}"/>
              </a:ext>
            </a:extLst>
          </p:cNvPr>
          <p:cNvSpPr>
            <a:spLocks noGrp="1"/>
          </p:cNvSpPr>
          <p:nvPr/>
        </p:nvSpPr>
        <p:spPr>
          <a:xfrm>
            <a:off x="8015275" y="46182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1" name="9bjj_16_build_PredictedAtoms_24">
            <a:extLst>
              <a:ext uri="{FF2B5EF4-FFF2-40B4-BE49-F238E27FC236}">
                <a16:creationId xmlns:a16="http://schemas.microsoft.com/office/drawing/2014/main" id="{27FD2C1F-2BC3-4D94-92DF-8A460E17C5F5}"/>
              </a:ext>
            </a:extLst>
          </p:cNvPr>
          <p:cNvSpPr>
            <a:spLocks noGrp="1"/>
          </p:cNvSpPr>
          <p:nvPr/>
        </p:nvSpPr>
        <p:spPr>
          <a:xfrm>
            <a:off x="7932147" y="448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2" name="9bjj_16_build_PredictedAtoms_27">
            <a:extLst>
              <a:ext uri="{FF2B5EF4-FFF2-40B4-BE49-F238E27FC236}">
                <a16:creationId xmlns:a16="http://schemas.microsoft.com/office/drawing/2014/main" id="{4A723469-A05F-4A2E-AAC3-3BA30044C9BD}"/>
              </a:ext>
            </a:extLst>
          </p:cNvPr>
          <p:cNvSpPr>
            <a:spLocks noGrp="1"/>
          </p:cNvSpPr>
          <p:nvPr/>
        </p:nvSpPr>
        <p:spPr>
          <a:xfrm>
            <a:off x="6715791" y="48640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3" name="9bjj_16_build_Clashes_0">
            <a:extLst>
              <a:ext uri="{FF2B5EF4-FFF2-40B4-BE49-F238E27FC236}">
                <a16:creationId xmlns:a16="http://schemas.microsoft.com/office/drawing/2014/main" id="{B4904BEE-BD34-476C-AF2F-C62B54FBD4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218353" y="53035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4" name="9bjj_16_build_Clashes_1">
            <a:extLst>
              <a:ext uri="{FF2B5EF4-FFF2-40B4-BE49-F238E27FC236}">
                <a16:creationId xmlns:a16="http://schemas.microsoft.com/office/drawing/2014/main" id="{3D20DE01-FD8D-45EB-AC68-51E0FEC938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70654" y="752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5" name="9bjj_16_build_Clashes_2">
            <a:extLst>
              <a:ext uri="{FF2B5EF4-FFF2-40B4-BE49-F238E27FC236}">
                <a16:creationId xmlns:a16="http://schemas.microsoft.com/office/drawing/2014/main" id="{2D2570A1-5B93-497B-B824-9885D7E1E5C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686055" y="8279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6" name="9bjj_16_build_Clashes_3">
            <a:extLst>
              <a:ext uri="{FF2B5EF4-FFF2-40B4-BE49-F238E27FC236}">
                <a16:creationId xmlns:a16="http://schemas.microsoft.com/office/drawing/2014/main" id="{C2085DE0-AEEC-482D-B999-F627DAA1C5C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59119" y="58896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7" name="9bjj_16_build_Clashes_4">
            <a:extLst>
              <a:ext uri="{FF2B5EF4-FFF2-40B4-BE49-F238E27FC236}">
                <a16:creationId xmlns:a16="http://schemas.microsoft.com/office/drawing/2014/main" id="{82366E78-1E83-409D-9C92-F96FFFB748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1734913" y="126497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8" name="9bjj_16_build_Clashes_5">
            <a:extLst>
              <a:ext uri="{FF2B5EF4-FFF2-40B4-BE49-F238E27FC236}">
                <a16:creationId xmlns:a16="http://schemas.microsoft.com/office/drawing/2014/main" id="{06B65323-FF99-46BB-93AD-0F344F4570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546569" y="201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9" name="9bjj_16_build_ClashingReceptorAtoms_0">
            <a:extLst>
              <a:ext uri="{FF2B5EF4-FFF2-40B4-BE49-F238E27FC236}">
                <a16:creationId xmlns:a16="http://schemas.microsoft.com/office/drawing/2014/main" id="{67F45871-5D3A-46BD-8770-34C8E926FAFF}"/>
              </a:ext>
            </a:extLst>
          </p:cNvPr>
          <p:cNvSpPr>
            <a:spLocks noGrp="1"/>
          </p:cNvSpPr>
          <p:nvPr/>
        </p:nvSpPr>
        <p:spPr>
          <a:xfrm>
            <a:off x="7719041" y="51009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0" name="9bjj_16_build_ClashingReceptorAtoms_1">
            <a:extLst>
              <a:ext uri="{FF2B5EF4-FFF2-40B4-BE49-F238E27FC236}">
                <a16:creationId xmlns:a16="http://schemas.microsoft.com/office/drawing/2014/main" id="{1440C6FE-ADD1-4BA2-99A4-0F72FAB978E2}"/>
              </a:ext>
            </a:extLst>
          </p:cNvPr>
          <p:cNvSpPr>
            <a:spLocks noGrp="1"/>
          </p:cNvSpPr>
          <p:nvPr/>
        </p:nvSpPr>
        <p:spPr>
          <a:xfrm>
            <a:off x="7834442" y="51760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1" name="9bjj_16_build_ClashingReceptorAtoms_2">
            <a:extLst>
              <a:ext uri="{FF2B5EF4-FFF2-40B4-BE49-F238E27FC236}">
                <a16:creationId xmlns:a16="http://schemas.microsoft.com/office/drawing/2014/main" id="{9EC9E565-AF2B-4118-9F51-C68B0F537A52}"/>
              </a:ext>
            </a:extLst>
          </p:cNvPr>
          <p:cNvSpPr>
            <a:spLocks noGrp="1"/>
          </p:cNvSpPr>
          <p:nvPr/>
        </p:nvSpPr>
        <p:spPr>
          <a:xfrm>
            <a:off x="7707506" y="49371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2" name="9bjj_16_build_ClashingReceptorAtoms_4">
            <a:extLst>
              <a:ext uri="{FF2B5EF4-FFF2-40B4-BE49-F238E27FC236}">
                <a16:creationId xmlns:a16="http://schemas.microsoft.com/office/drawing/2014/main" id="{B1042EFA-A2EB-44C1-9B64-E72D0BFC77E6}"/>
              </a:ext>
            </a:extLst>
          </p:cNvPr>
          <p:cNvSpPr>
            <a:spLocks noGrp="1"/>
          </p:cNvSpPr>
          <p:nvPr/>
        </p:nvSpPr>
        <p:spPr>
          <a:xfrm>
            <a:off x="7883300" y="561313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3" name="9bjj_16_build_ClashingReceptorAtoms_5">
            <a:extLst>
              <a:ext uri="{FF2B5EF4-FFF2-40B4-BE49-F238E27FC236}">
                <a16:creationId xmlns:a16="http://schemas.microsoft.com/office/drawing/2014/main" id="{A135C282-7913-44A3-B454-5F13F2234F35}"/>
              </a:ext>
            </a:extLst>
          </p:cNvPr>
          <p:cNvSpPr>
            <a:spLocks noGrp="1"/>
          </p:cNvSpPr>
          <p:nvPr/>
        </p:nvSpPr>
        <p:spPr>
          <a:xfrm>
            <a:off x="6366740" y="487851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4" name="stage3-cases-alternatives_29">
            <a:extLst>
              <a:ext uri="{FF2B5EF4-FFF2-40B4-BE49-F238E27FC236}">
                <a16:creationId xmlns:a16="http://schemas.microsoft.com/office/drawing/2014/main" id="{EDDFF511-12BB-4AA9-83BE-EF0A977A3E68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4.41 Å   D 43%   Clash 6</a:t>
            </a:r>
          </a:p>
        </p:txBody>
      </p:sp>
      <p:sp>
        <p:nvSpPr>
          <p:cNvPr id="945" name="stage3-cases-alternatives_30">
            <a:extLst>
              <a:ext uri="{FF2B5EF4-FFF2-40B4-BE49-F238E27FC236}">
                <a16:creationId xmlns:a16="http://schemas.microsoft.com/office/drawing/2014/main" id="{5E69F341-E2D2-403D-AC06-B4ACB12E0061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30GA · ATP (L:401)</a:t>
            </a:r>
          </a:p>
        </p:txBody>
      </p:sp>
      <p:sp>
        <p:nvSpPr>
          <p:cNvPr id="946" name="stage3-cases-alternatives_31">
            <a:extLst>
              <a:ext uri="{FF2B5EF4-FFF2-40B4-BE49-F238E27FC236}">
                <a16:creationId xmlns:a16="http://schemas.microsoft.com/office/drawing/2014/main" id="{8DF4560B-D92D-487A-9DDF-9C13BC48FD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29844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47" name="stage3-cases-alternatives_32">
            <a:extLst>
              <a:ext uri="{FF2B5EF4-FFF2-40B4-BE49-F238E27FC236}">
                <a16:creationId xmlns:a16="http://schemas.microsoft.com/office/drawing/2014/main" id="{D678B54E-BF63-4C2D-A8BC-246097ABCC2C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48" name="30ga_7_official_Receptor">
            <a:extLst>
              <a:ext uri="{FF2B5EF4-FFF2-40B4-BE49-F238E27FC236}">
                <a16:creationId xmlns:a16="http://schemas.microsoft.com/office/drawing/2014/main" id="{86DEF826-EF31-4059-B7CC-514C18AD9E8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49" name="30ga_7_official_ExperimentalDensity">
            <a:extLst>
              <a:ext uri="{FF2B5EF4-FFF2-40B4-BE49-F238E27FC236}">
                <a16:creationId xmlns:a16="http://schemas.microsoft.com/office/drawing/2014/main" id="{8DE77017-8080-44CF-945B-84D65E73D2F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50" name="30ga_7_official_ReferenceLigand_0">
            <a:extLst>
              <a:ext uri="{FF2B5EF4-FFF2-40B4-BE49-F238E27FC236}">
                <a16:creationId xmlns:a16="http://schemas.microsoft.com/office/drawing/2014/main" id="{93A63F93-4169-48E7-B40B-14FC72793D0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1" name="30ga_7_official_ReferenceLigand_1">
            <a:extLst>
              <a:ext uri="{FF2B5EF4-FFF2-40B4-BE49-F238E27FC236}">
                <a16:creationId xmlns:a16="http://schemas.microsoft.com/office/drawing/2014/main" id="{6465BBE5-F5F0-40E6-B48E-1339C7FFC6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2" name="30ga_7_official_ReferenceLigand_2">
            <a:extLst>
              <a:ext uri="{FF2B5EF4-FFF2-40B4-BE49-F238E27FC236}">
                <a16:creationId xmlns:a16="http://schemas.microsoft.com/office/drawing/2014/main" id="{42DDD01A-6E85-4D56-83FE-7824AE21088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3" name="30ga_7_official_ReferenceLigand_3">
            <a:extLst>
              <a:ext uri="{FF2B5EF4-FFF2-40B4-BE49-F238E27FC236}">
                <a16:creationId xmlns:a16="http://schemas.microsoft.com/office/drawing/2014/main" id="{C0664AAC-899B-497D-A379-36A4682F8E5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4" name="30ga_7_official_ReferenceLigand_4">
            <a:extLst>
              <a:ext uri="{FF2B5EF4-FFF2-40B4-BE49-F238E27FC236}">
                <a16:creationId xmlns:a16="http://schemas.microsoft.com/office/drawing/2014/main" id="{8C2A6495-76BE-4C7D-B6E6-D499E50FB45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5" name="30ga_7_official_ReferenceLigand_5">
            <a:extLst>
              <a:ext uri="{FF2B5EF4-FFF2-40B4-BE49-F238E27FC236}">
                <a16:creationId xmlns:a16="http://schemas.microsoft.com/office/drawing/2014/main" id="{6044D57B-5778-430C-B2D0-9F7498460F7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6" name="30ga_7_official_ReferenceLigand_6">
            <a:extLst>
              <a:ext uri="{FF2B5EF4-FFF2-40B4-BE49-F238E27FC236}">
                <a16:creationId xmlns:a16="http://schemas.microsoft.com/office/drawing/2014/main" id="{70DAE921-88B0-44BB-8236-88915C01D45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7" name="30ga_7_official_ReferenceLigand_7">
            <a:extLst>
              <a:ext uri="{FF2B5EF4-FFF2-40B4-BE49-F238E27FC236}">
                <a16:creationId xmlns:a16="http://schemas.microsoft.com/office/drawing/2014/main" id="{89B9E96C-6A35-4928-983C-24FCD91053B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8" name="30ga_7_official_ReferenceLigand_8">
            <a:extLst>
              <a:ext uri="{FF2B5EF4-FFF2-40B4-BE49-F238E27FC236}">
                <a16:creationId xmlns:a16="http://schemas.microsoft.com/office/drawing/2014/main" id="{EE356F57-A749-4A63-A429-3C0E00FD91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9" name="30ga_7_official_ReferenceLigand_9">
            <a:extLst>
              <a:ext uri="{FF2B5EF4-FFF2-40B4-BE49-F238E27FC236}">
                <a16:creationId xmlns:a16="http://schemas.microsoft.com/office/drawing/2014/main" id="{188D6B17-3456-4D85-A2BF-FEA358A5A5D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0" name="30ga_7_official_ReferenceLigand_10">
            <a:extLst>
              <a:ext uri="{FF2B5EF4-FFF2-40B4-BE49-F238E27FC236}">
                <a16:creationId xmlns:a16="http://schemas.microsoft.com/office/drawing/2014/main" id="{A0737018-E502-42B4-A74F-D2C2962F03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1" name="30ga_7_official_ReferenceLigand_11">
            <a:extLst>
              <a:ext uri="{FF2B5EF4-FFF2-40B4-BE49-F238E27FC236}">
                <a16:creationId xmlns:a16="http://schemas.microsoft.com/office/drawing/2014/main" id="{6F3F2720-B0E3-4DA7-A7C6-693D66ACFDF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2" name="30ga_7_official_ReferenceLigand_12">
            <a:extLst>
              <a:ext uri="{FF2B5EF4-FFF2-40B4-BE49-F238E27FC236}">
                <a16:creationId xmlns:a16="http://schemas.microsoft.com/office/drawing/2014/main" id="{742EE3F7-3636-4D25-95DE-E1F7B47255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3" name="30ga_7_official_ReferenceLigand_13">
            <a:extLst>
              <a:ext uri="{FF2B5EF4-FFF2-40B4-BE49-F238E27FC236}">
                <a16:creationId xmlns:a16="http://schemas.microsoft.com/office/drawing/2014/main" id="{D49D70BB-FB8D-44B1-9084-EA79F034DB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4" name="30ga_7_official_ReferenceLigand_14">
            <a:extLst>
              <a:ext uri="{FF2B5EF4-FFF2-40B4-BE49-F238E27FC236}">
                <a16:creationId xmlns:a16="http://schemas.microsoft.com/office/drawing/2014/main" id="{7E02177E-4003-42C4-86F4-28D6BDDD5B2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5" name="30ga_7_official_ReferenceLigand_15">
            <a:extLst>
              <a:ext uri="{FF2B5EF4-FFF2-40B4-BE49-F238E27FC236}">
                <a16:creationId xmlns:a16="http://schemas.microsoft.com/office/drawing/2014/main" id="{A36BF0BA-AC47-4D08-9BD2-89466E17FCD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6" name="30ga_7_official_ReferenceLigand_16">
            <a:extLst>
              <a:ext uri="{FF2B5EF4-FFF2-40B4-BE49-F238E27FC236}">
                <a16:creationId xmlns:a16="http://schemas.microsoft.com/office/drawing/2014/main" id="{85BE1EEB-0865-442F-A046-C5F6D169E5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7" name="30ga_7_official_ReferenceLigand_17">
            <a:extLst>
              <a:ext uri="{FF2B5EF4-FFF2-40B4-BE49-F238E27FC236}">
                <a16:creationId xmlns:a16="http://schemas.microsoft.com/office/drawing/2014/main" id="{C6217A4C-781D-45CC-B956-05730F5986C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8" name="30ga_7_official_ReferenceLigand_18">
            <a:extLst>
              <a:ext uri="{FF2B5EF4-FFF2-40B4-BE49-F238E27FC236}">
                <a16:creationId xmlns:a16="http://schemas.microsoft.com/office/drawing/2014/main" id="{2982BAB2-A5A4-4CCA-B3CC-ABE3D1D00C0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9" name="30ga_7_official_ReferenceLigand_19">
            <a:extLst>
              <a:ext uri="{FF2B5EF4-FFF2-40B4-BE49-F238E27FC236}">
                <a16:creationId xmlns:a16="http://schemas.microsoft.com/office/drawing/2014/main" id="{107B3036-DC54-4448-B42A-629FE27BDAC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0" name="30ga_7_official_ReferenceLigand_20">
            <a:extLst>
              <a:ext uri="{FF2B5EF4-FFF2-40B4-BE49-F238E27FC236}">
                <a16:creationId xmlns:a16="http://schemas.microsoft.com/office/drawing/2014/main" id="{2C0F4F3F-3F82-4C22-B2A4-E08E001D174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1" name="30ga_7_official_ReferenceLigand_21">
            <a:extLst>
              <a:ext uri="{FF2B5EF4-FFF2-40B4-BE49-F238E27FC236}">
                <a16:creationId xmlns:a16="http://schemas.microsoft.com/office/drawing/2014/main" id="{89390CBC-B387-47EB-8373-01C24B3C34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2" name="30ga_7_official_ReferenceLigand_22">
            <a:extLst>
              <a:ext uri="{FF2B5EF4-FFF2-40B4-BE49-F238E27FC236}">
                <a16:creationId xmlns:a16="http://schemas.microsoft.com/office/drawing/2014/main" id="{D85C8D42-B8C1-4732-B8D0-443D8EBBBE7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3" name="30ga_7_official_ReferenceLigand_23">
            <a:extLst>
              <a:ext uri="{FF2B5EF4-FFF2-40B4-BE49-F238E27FC236}">
                <a16:creationId xmlns:a16="http://schemas.microsoft.com/office/drawing/2014/main" id="{4FB61044-C130-48BA-9724-E1F92132C70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4" name="30ga_7_official_ReferenceLigand_24">
            <a:extLst>
              <a:ext uri="{FF2B5EF4-FFF2-40B4-BE49-F238E27FC236}">
                <a16:creationId xmlns:a16="http://schemas.microsoft.com/office/drawing/2014/main" id="{28138010-E6A0-4D06-97FD-779B831B665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5" name="30ga_7_official_ReferenceLigand_25">
            <a:extLst>
              <a:ext uri="{FF2B5EF4-FFF2-40B4-BE49-F238E27FC236}">
                <a16:creationId xmlns:a16="http://schemas.microsoft.com/office/drawing/2014/main" id="{EFD7BDFF-EC87-4B2F-9B00-18C27D9BF0B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6" name="30ga_7_official_ReferenceLigand_26">
            <a:extLst>
              <a:ext uri="{FF2B5EF4-FFF2-40B4-BE49-F238E27FC236}">
                <a16:creationId xmlns:a16="http://schemas.microsoft.com/office/drawing/2014/main" id="{412DED14-DE17-41E6-AB7B-B4E12570CE0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7" name="30ga_7_official_ReferenceLigand_27">
            <a:extLst>
              <a:ext uri="{FF2B5EF4-FFF2-40B4-BE49-F238E27FC236}">
                <a16:creationId xmlns:a16="http://schemas.microsoft.com/office/drawing/2014/main" id="{BD7841F2-6895-4E3E-97E4-9C79D65F636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8" name="30ga_7_official_ReferenceLigand_28">
            <a:extLst>
              <a:ext uri="{FF2B5EF4-FFF2-40B4-BE49-F238E27FC236}">
                <a16:creationId xmlns:a16="http://schemas.microsoft.com/office/drawing/2014/main" id="{B1673AFA-0F19-4C17-B5E1-694F5D76529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9" name="30ga_7_official_ReferenceLigand_29">
            <a:extLst>
              <a:ext uri="{FF2B5EF4-FFF2-40B4-BE49-F238E27FC236}">
                <a16:creationId xmlns:a16="http://schemas.microsoft.com/office/drawing/2014/main" id="{DFAD014C-EE5B-4F01-9FB0-34127978C89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0" name="30ga_7_official_ReferenceLigand_30">
            <a:extLst>
              <a:ext uri="{FF2B5EF4-FFF2-40B4-BE49-F238E27FC236}">
                <a16:creationId xmlns:a16="http://schemas.microsoft.com/office/drawing/2014/main" id="{3155E633-285A-4DF8-9BBA-E228F342A26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1" name="30ga_7_official_ReferenceLigand_31">
            <a:extLst>
              <a:ext uri="{FF2B5EF4-FFF2-40B4-BE49-F238E27FC236}">
                <a16:creationId xmlns:a16="http://schemas.microsoft.com/office/drawing/2014/main" id="{F106C03B-BA01-40F2-A2DD-8611E139887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2" name="30ga_7_official_ReferenceLigand_32">
            <a:extLst>
              <a:ext uri="{FF2B5EF4-FFF2-40B4-BE49-F238E27FC236}">
                <a16:creationId xmlns:a16="http://schemas.microsoft.com/office/drawing/2014/main" id="{4761D945-FBFE-4568-96D5-5F73FB50628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3" name="30ga_7_official_PredictedLigand_0">
            <a:extLst>
              <a:ext uri="{FF2B5EF4-FFF2-40B4-BE49-F238E27FC236}">
                <a16:creationId xmlns:a16="http://schemas.microsoft.com/office/drawing/2014/main" id="{016D782A-4C41-4818-91AF-33D22E6C3B5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1132875" y="59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4" name="30ga_7_official_PredictedLigand_1">
            <a:extLst>
              <a:ext uri="{FF2B5EF4-FFF2-40B4-BE49-F238E27FC236}">
                <a16:creationId xmlns:a16="http://schemas.microsoft.com/office/drawing/2014/main" id="{E9B91CB6-1783-4AE3-BF4C-4AA117EC631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913440" y="309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5" name="30ga_7_official_PredictedLigand_2">
            <a:extLst>
              <a:ext uri="{FF2B5EF4-FFF2-40B4-BE49-F238E27FC236}">
                <a16:creationId xmlns:a16="http://schemas.microsoft.com/office/drawing/2014/main" id="{133F1AFC-B54F-4BAE-A2AA-EC694C4752E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3445" y="78455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6" name="30ga_7_official_PredictedLigand_3">
            <a:extLst>
              <a:ext uri="{FF2B5EF4-FFF2-40B4-BE49-F238E27FC236}">
                <a16:creationId xmlns:a16="http://schemas.microsoft.com/office/drawing/2014/main" id="{9FDBD7D3-2311-44C7-9413-B8AFF5D8C07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709895" y="7643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7" name="30ga_7_official_PredictedLigand_4">
            <a:extLst>
              <a:ext uri="{FF2B5EF4-FFF2-40B4-BE49-F238E27FC236}">
                <a16:creationId xmlns:a16="http://schemas.microsoft.com/office/drawing/2014/main" id="{3B93AC1E-F84A-438C-8BAA-0E611EBF115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7213" y="323368"/>
                </a:moveTo>
                <a:lnTo>
                  <a:pt x="1030876" y="4435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8" name="30ga_7_official_PredictedLigand_5">
            <a:extLst>
              <a:ext uri="{FF2B5EF4-FFF2-40B4-BE49-F238E27FC236}">
                <a16:creationId xmlns:a16="http://schemas.microsoft.com/office/drawing/2014/main" id="{AD4782BF-AAB1-49D1-99F8-95C206FA1DB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474" y="722714"/>
                </a:moveTo>
                <a:lnTo>
                  <a:pt x="2352521" y="5357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9" name="30ga_7_official_PredictedLigand_6">
            <a:extLst>
              <a:ext uri="{FF2B5EF4-FFF2-40B4-BE49-F238E27FC236}">
                <a16:creationId xmlns:a16="http://schemas.microsoft.com/office/drawing/2014/main" id="{DA9A4CEA-9623-44E7-8CEB-CED9202F0A5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377474" y="722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0" name="30ga_7_official_PredictedLigand_7">
            <a:extLst>
              <a:ext uri="{FF2B5EF4-FFF2-40B4-BE49-F238E27FC236}">
                <a16:creationId xmlns:a16="http://schemas.microsoft.com/office/drawing/2014/main" id="{439747C5-826F-4666-AB6C-7C3F96A8D9A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896773" y="5493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1" name="30ga_7_official_PredictedLigand_8">
            <a:extLst>
              <a:ext uri="{FF2B5EF4-FFF2-40B4-BE49-F238E27FC236}">
                <a16:creationId xmlns:a16="http://schemas.microsoft.com/office/drawing/2014/main" id="{A06CF008-B2DB-468A-B413-4807A953686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259653" y="102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2" name="30ga_7_official_PredictedLigand_9">
            <a:extLst>
              <a:ext uri="{FF2B5EF4-FFF2-40B4-BE49-F238E27FC236}">
                <a16:creationId xmlns:a16="http://schemas.microsoft.com/office/drawing/2014/main" id="{82784362-FE51-4DD7-946A-C395FD53D67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2521" y="535745"/>
                </a:moveTo>
                <a:lnTo>
                  <a:pt x="2188556" y="4492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3" name="30ga_7_official_PredictedLigand_10">
            <a:extLst>
              <a:ext uri="{FF2B5EF4-FFF2-40B4-BE49-F238E27FC236}">
                <a16:creationId xmlns:a16="http://schemas.microsoft.com/office/drawing/2014/main" id="{032817D3-9F9A-4E3A-B419-692F532C27F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4" name="30ga_7_official_PredictedLigand_11">
            <a:extLst>
              <a:ext uri="{FF2B5EF4-FFF2-40B4-BE49-F238E27FC236}">
                <a16:creationId xmlns:a16="http://schemas.microsoft.com/office/drawing/2014/main" id="{57506DA7-F74A-475B-80C9-B6D3B138BB2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90196" y="722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5" name="30ga_7_official_PredictedLigand_12">
            <a:extLst>
              <a:ext uri="{FF2B5EF4-FFF2-40B4-BE49-F238E27FC236}">
                <a16:creationId xmlns:a16="http://schemas.microsoft.com/office/drawing/2014/main" id="{6447A476-E722-4891-8543-7BE7321D155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471660" y="414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6" name="30ga_7_official_PredictedLigand_13">
            <a:extLst>
              <a:ext uri="{FF2B5EF4-FFF2-40B4-BE49-F238E27FC236}">
                <a16:creationId xmlns:a16="http://schemas.microsoft.com/office/drawing/2014/main" id="{8A8AF420-48FF-4DC8-8C23-A2A23406EE5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4212" y="754879"/>
                </a:moveTo>
                <a:lnTo>
                  <a:pt x="2223407" y="8391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7" name="30ga_7_official_PredictedLigand_14">
            <a:extLst>
              <a:ext uri="{FF2B5EF4-FFF2-40B4-BE49-F238E27FC236}">
                <a16:creationId xmlns:a16="http://schemas.microsoft.com/office/drawing/2014/main" id="{D1862B12-A953-451C-B14B-F25DC5AEA55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8556" y="449254"/>
                </a:moveTo>
                <a:lnTo>
                  <a:pt x="2033218" y="5584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8" name="30ga_7_official_PredictedLigand_15">
            <a:extLst>
              <a:ext uri="{FF2B5EF4-FFF2-40B4-BE49-F238E27FC236}">
                <a16:creationId xmlns:a16="http://schemas.microsoft.com/office/drawing/2014/main" id="{576978CA-C29F-449D-B0F5-40A47E534F4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6773" y="549342"/>
                </a:moveTo>
                <a:lnTo>
                  <a:pt x="763123" y="7328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9" name="30ga_7_official_PredictedLigand_16">
            <a:extLst>
              <a:ext uri="{FF2B5EF4-FFF2-40B4-BE49-F238E27FC236}">
                <a16:creationId xmlns:a16="http://schemas.microsoft.com/office/drawing/2014/main" id="{37ED6367-415E-4892-A255-FD5F64666A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5797" y="217468"/>
                </a:moveTo>
                <a:lnTo>
                  <a:pt x="1765249" y="332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0" name="30ga_7_official_PredictedLigand_17">
            <a:extLst>
              <a:ext uri="{FF2B5EF4-FFF2-40B4-BE49-F238E27FC236}">
                <a16:creationId xmlns:a16="http://schemas.microsoft.com/office/drawing/2014/main" id="{8AFDA8EE-88C8-41A4-9983-197AC32D640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1" name="30ga_7_official_PredictedLigand_18">
            <a:extLst>
              <a:ext uri="{FF2B5EF4-FFF2-40B4-BE49-F238E27FC236}">
                <a16:creationId xmlns:a16="http://schemas.microsoft.com/office/drawing/2014/main" id="{2D3A5B43-4F14-45CD-9F83-1A59DBCFDC0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2797" y="825056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2" name="30ga_7_official_PredictedLigand_19">
            <a:extLst>
              <a:ext uri="{FF2B5EF4-FFF2-40B4-BE49-F238E27FC236}">
                <a16:creationId xmlns:a16="http://schemas.microsoft.com/office/drawing/2014/main" id="{C3A18430-6EB2-46BF-AA8C-95CCEE676E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861274" y="900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3" name="30ga_7_official_PredictedLigand_20">
            <a:extLst>
              <a:ext uri="{FF2B5EF4-FFF2-40B4-BE49-F238E27FC236}">
                <a16:creationId xmlns:a16="http://schemas.microsoft.com/office/drawing/2014/main" id="{838C59C6-19F6-4C0F-8883-63554AD60B6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4" name="30ga_7_official_PredictedLigand_21">
            <a:extLst>
              <a:ext uri="{FF2B5EF4-FFF2-40B4-BE49-F238E27FC236}">
                <a16:creationId xmlns:a16="http://schemas.microsoft.com/office/drawing/2014/main" id="{1F77ED7C-A44B-4546-8FE6-5AE6B543409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504" y="394092"/>
                </a:moveTo>
                <a:lnTo>
                  <a:pt x="1167213" y="32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5" name="30ga_7_official_PredictedLigand_22">
            <a:extLst>
              <a:ext uri="{FF2B5EF4-FFF2-40B4-BE49-F238E27FC236}">
                <a16:creationId xmlns:a16="http://schemas.microsoft.com/office/drawing/2014/main" id="{9425B4B1-E3C7-4544-947B-E88D08C0669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569613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6" name="30ga_7_official_PredictedLigand_23">
            <a:extLst>
              <a:ext uri="{FF2B5EF4-FFF2-40B4-BE49-F238E27FC236}">
                <a16:creationId xmlns:a16="http://schemas.microsoft.com/office/drawing/2014/main" id="{445FED04-41EF-4036-AA8F-6D360B4695E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579243" y="688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7" name="30ga_7_official_PredictedLigand_24">
            <a:extLst>
              <a:ext uri="{FF2B5EF4-FFF2-40B4-BE49-F238E27FC236}">
                <a16:creationId xmlns:a16="http://schemas.microsoft.com/office/drawing/2014/main" id="{09DDA269-0F9E-4EB4-8FB0-53C5E9E1B24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9" y="671817"/>
                </a:moveTo>
                <a:lnTo>
                  <a:pt x="1862797" y="8250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8" name="30ga_7_official_PredictedLigand_25">
            <a:extLst>
              <a:ext uri="{FF2B5EF4-FFF2-40B4-BE49-F238E27FC236}">
                <a16:creationId xmlns:a16="http://schemas.microsoft.com/office/drawing/2014/main" id="{A56187DC-6328-40AA-9BE0-4FEB44A6A25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9243" y="688486"/>
                </a:moveTo>
                <a:lnTo>
                  <a:pt x="399566" y="5834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9" name="30ga_7_official_PredictedLigand_26">
            <a:extLst>
              <a:ext uri="{FF2B5EF4-FFF2-40B4-BE49-F238E27FC236}">
                <a16:creationId xmlns:a16="http://schemas.microsoft.com/office/drawing/2014/main" id="{0871BE7C-986D-43BB-8771-4DE78EED5F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875" y="512406"/>
                </a:moveTo>
                <a:lnTo>
                  <a:pt x="1750879" y="6718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0" name="30ga_7_official_PredictedLigand_27">
            <a:extLst>
              <a:ext uri="{FF2B5EF4-FFF2-40B4-BE49-F238E27FC236}">
                <a16:creationId xmlns:a16="http://schemas.microsoft.com/office/drawing/2014/main" id="{46149B5F-4324-4F4F-BFFD-FA2D7DE761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1" name="30ga_7_official_PredictedLigand_28">
            <a:extLst>
              <a:ext uri="{FF2B5EF4-FFF2-40B4-BE49-F238E27FC236}">
                <a16:creationId xmlns:a16="http://schemas.microsoft.com/office/drawing/2014/main" id="{B3DCB1D1-CC2E-469B-BFD7-65275AB383B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526458" y="1001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2" name="30ga_7_official_PredictedLigand_29">
            <a:extLst>
              <a:ext uri="{FF2B5EF4-FFF2-40B4-BE49-F238E27FC236}">
                <a16:creationId xmlns:a16="http://schemas.microsoft.com/office/drawing/2014/main" id="{EDCBA993-C75E-4F2B-A134-B001FFA6530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68971" y="5161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3" name="30ga_7_official_PredictedLigand_30">
            <a:extLst>
              <a:ext uri="{FF2B5EF4-FFF2-40B4-BE49-F238E27FC236}">
                <a16:creationId xmlns:a16="http://schemas.microsoft.com/office/drawing/2014/main" id="{5001268C-EB0D-4A05-8429-176EF3EDA7F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308504" y="394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4" name="30ga_7_official_PredictedLigand_31">
            <a:extLst>
              <a:ext uri="{FF2B5EF4-FFF2-40B4-BE49-F238E27FC236}">
                <a16:creationId xmlns:a16="http://schemas.microsoft.com/office/drawing/2014/main" id="{963114AF-EA38-4825-B088-CC7C3F2FE95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616212" y="332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5" name="30ga_7_official_PredictedLigand_32">
            <a:extLst>
              <a:ext uri="{FF2B5EF4-FFF2-40B4-BE49-F238E27FC236}">
                <a16:creationId xmlns:a16="http://schemas.microsoft.com/office/drawing/2014/main" id="{897F0093-4705-4560-BFD5-207564855C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212" y="332700"/>
                </a:moveTo>
                <a:lnTo>
                  <a:pt x="1451959" y="240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6" name="30ga_7_official_PredictedAtoms_0">
            <a:extLst>
              <a:ext uri="{FF2B5EF4-FFF2-40B4-BE49-F238E27FC236}">
                <a16:creationId xmlns:a16="http://schemas.microsoft.com/office/drawing/2014/main" id="{F9E2D019-23A7-40BF-ACD3-2C8517DB5D93}"/>
              </a:ext>
            </a:extLst>
          </p:cNvPr>
          <p:cNvSpPr>
            <a:spLocks noGrp="1"/>
          </p:cNvSpPr>
          <p:nvPr/>
        </p:nvSpPr>
        <p:spPr>
          <a:xfrm>
            <a:off x="2025852" y="62249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7" name="30ga_7_official_PredictedAtoms_1">
            <a:extLst>
              <a:ext uri="{FF2B5EF4-FFF2-40B4-BE49-F238E27FC236}">
                <a16:creationId xmlns:a16="http://schemas.microsoft.com/office/drawing/2014/main" id="{7717008C-3144-4E5E-9607-C3C4AE85672B}"/>
              </a:ext>
            </a:extLst>
          </p:cNvPr>
          <p:cNvSpPr>
            <a:spLocks noGrp="1"/>
          </p:cNvSpPr>
          <p:nvPr/>
        </p:nvSpPr>
        <p:spPr>
          <a:xfrm>
            <a:off x="1898205" y="63639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8" name="30ga_7_official_PredictedAtoms_2">
            <a:extLst>
              <a:ext uri="{FF2B5EF4-FFF2-40B4-BE49-F238E27FC236}">
                <a16:creationId xmlns:a16="http://schemas.microsoft.com/office/drawing/2014/main" id="{495A4BE1-5C53-4522-B1F2-EE69D137EC81}"/>
              </a:ext>
            </a:extLst>
          </p:cNvPr>
          <p:cNvSpPr>
            <a:spLocks noGrp="1"/>
          </p:cNvSpPr>
          <p:nvPr/>
        </p:nvSpPr>
        <p:spPr>
          <a:xfrm>
            <a:off x="1977657" y="6478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9" name="30ga_7_official_PredictedAtoms_3">
            <a:extLst>
              <a:ext uri="{FF2B5EF4-FFF2-40B4-BE49-F238E27FC236}">
                <a16:creationId xmlns:a16="http://schemas.microsoft.com/office/drawing/2014/main" id="{3F79445A-4B15-42E4-B1E1-F299FD0E1973}"/>
              </a:ext>
            </a:extLst>
          </p:cNvPr>
          <p:cNvSpPr>
            <a:spLocks noGrp="1"/>
          </p:cNvSpPr>
          <p:nvPr/>
        </p:nvSpPr>
        <p:spPr>
          <a:xfrm>
            <a:off x="2058283" y="66588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0" name="30ga_7_official_PredictedAtoms_4">
            <a:extLst>
              <a:ext uri="{FF2B5EF4-FFF2-40B4-BE49-F238E27FC236}">
                <a16:creationId xmlns:a16="http://schemas.microsoft.com/office/drawing/2014/main" id="{A86AF607-CA24-4C0C-A635-47A425437FBE}"/>
              </a:ext>
            </a:extLst>
          </p:cNvPr>
          <p:cNvSpPr>
            <a:spLocks noGrp="1"/>
          </p:cNvSpPr>
          <p:nvPr/>
        </p:nvSpPr>
        <p:spPr>
          <a:xfrm>
            <a:off x="1963287" y="68182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1" name="30ga_7_official_PredictedAtoms_5">
            <a:extLst>
              <a:ext uri="{FF2B5EF4-FFF2-40B4-BE49-F238E27FC236}">
                <a16:creationId xmlns:a16="http://schemas.microsoft.com/office/drawing/2014/main" id="{2B96FBE0-DBBF-4DE1-8252-C2060EAA5BFA}"/>
              </a:ext>
            </a:extLst>
          </p:cNvPr>
          <p:cNvSpPr>
            <a:spLocks noGrp="1"/>
          </p:cNvSpPr>
          <p:nvPr/>
        </p:nvSpPr>
        <p:spPr>
          <a:xfrm>
            <a:off x="2075204" y="69715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2" name="30ga_7_official_PredictedAtoms_6">
            <a:extLst>
              <a:ext uri="{FF2B5EF4-FFF2-40B4-BE49-F238E27FC236}">
                <a16:creationId xmlns:a16="http://schemas.microsoft.com/office/drawing/2014/main" id="{F1980C52-A7DC-48CF-8B09-30E7C682E66B}"/>
              </a:ext>
            </a:extLst>
          </p:cNvPr>
          <p:cNvSpPr>
            <a:spLocks noGrp="1"/>
          </p:cNvSpPr>
          <p:nvPr/>
        </p:nvSpPr>
        <p:spPr>
          <a:xfrm>
            <a:off x="2256620" y="6901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3" name="30ga_7_official_PredictedAtoms_7">
            <a:extLst>
              <a:ext uri="{FF2B5EF4-FFF2-40B4-BE49-F238E27FC236}">
                <a16:creationId xmlns:a16="http://schemas.microsoft.com/office/drawing/2014/main" id="{CF517D37-E5CA-4EEF-9387-EAF2AD81A050}"/>
              </a:ext>
            </a:extLst>
          </p:cNvPr>
          <p:cNvSpPr>
            <a:spLocks noGrp="1"/>
          </p:cNvSpPr>
          <p:nvPr/>
        </p:nvSpPr>
        <p:spPr>
          <a:xfrm>
            <a:off x="2435814" y="698567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4" name="30ga_7_official_PredictedAtoms_8">
            <a:extLst>
              <a:ext uri="{FF2B5EF4-FFF2-40B4-BE49-F238E27FC236}">
                <a16:creationId xmlns:a16="http://schemas.microsoft.com/office/drawing/2014/main" id="{02733826-8F15-46A3-AD21-BE9E3FB9F7E5}"/>
              </a:ext>
            </a:extLst>
          </p:cNvPr>
          <p:cNvSpPr>
            <a:spLocks noGrp="1"/>
          </p:cNvSpPr>
          <p:nvPr/>
        </p:nvSpPr>
        <p:spPr>
          <a:xfrm>
            <a:off x="2472061" y="7173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5" name="30ga_7_official_PredictedAtoms_9">
            <a:extLst>
              <a:ext uri="{FF2B5EF4-FFF2-40B4-BE49-F238E27FC236}">
                <a16:creationId xmlns:a16="http://schemas.microsoft.com/office/drawing/2014/main" id="{A9F02B7D-4D0E-4AF8-9B67-F77B691AA995}"/>
              </a:ext>
            </a:extLst>
          </p:cNvPr>
          <p:cNvSpPr>
            <a:spLocks noGrp="1"/>
          </p:cNvSpPr>
          <p:nvPr/>
        </p:nvSpPr>
        <p:spPr>
          <a:xfrm>
            <a:off x="2589882" y="68691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6" name="30ga_7_official_PredictedAtoms_10">
            <a:extLst>
              <a:ext uri="{FF2B5EF4-FFF2-40B4-BE49-F238E27FC236}">
                <a16:creationId xmlns:a16="http://schemas.microsoft.com/office/drawing/2014/main" id="{BE4E23AB-4332-41EB-B275-4A4DA920D45E}"/>
              </a:ext>
            </a:extLst>
          </p:cNvPr>
          <p:cNvSpPr>
            <a:spLocks noGrp="1"/>
          </p:cNvSpPr>
          <p:nvPr/>
        </p:nvSpPr>
        <p:spPr>
          <a:xfrm>
            <a:off x="2564928" y="66822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7" name="30ga_7_official_PredictedAtoms_11">
            <a:extLst>
              <a:ext uri="{FF2B5EF4-FFF2-40B4-BE49-F238E27FC236}">
                <a16:creationId xmlns:a16="http://schemas.microsoft.com/office/drawing/2014/main" id="{1D9538FC-A515-48D5-A54F-9CD041DD44C3}"/>
              </a:ext>
            </a:extLst>
          </p:cNvPr>
          <p:cNvSpPr>
            <a:spLocks noGrp="1"/>
          </p:cNvSpPr>
          <p:nvPr/>
        </p:nvSpPr>
        <p:spPr>
          <a:xfrm>
            <a:off x="2400964" y="65957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8" name="30ga_7_official_PredictedAtoms_12">
            <a:extLst>
              <a:ext uri="{FF2B5EF4-FFF2-40B4-BE49-F238E27FC236}">
                <a16:creationId xmlns:a16="http://schemas.microsoft.com/office/drawing/2014/main" id="{82AB28EF-3EB1-4977-960A-A82C3B3C0934}"/>
              </a:ext>
            </a:extLst>
          </p:cNvPr>
          <p:cNvSpPr>
            <a:spLocks noGrp="1"/>
          </p:cNvSpPr>
          <p:nvPr/>
        </p:nvSpPr>
        <p:spPr>
          <a:xfrm>
            <a:off x="2245625" y="67049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9" name="30ga_7_official_PredictedAtoms_13">
            <a:extLst>
              <a:ext uri="{FF2B5EF4-FFF2-40B4-BE49-F238E27FC236}">
                <a16:creationId xmlns:a16="http://schemas.microsoft.com/office/drawing/2014/main" id="{E3B22A6E-B31F-43B6-9208-C270CEDA0CAC}"/>
              </a:ext>
            </a:extLst>
          </p:cNvPr>
          <p:cNvSpPr>
            <a:spLocks noGrp="1"/>
          </p:cNvSpPr>
          <p:nvPr/>
        </p:nvSpPr>
        <p:spPr>
          <a:xfrm>
            <a:off x="1828620" y="64791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0" name="30ga_7_official_PredictedAtoms_14">
            <a:extLst>
              <a:ext uri="{FF2B5EF4-FFF2-40B4-BE49-F238E27FC236}">
                <a16:creationId xmlns:a16="http://schemas.microsoft.com/office/drawing/2014/main" id="{2F28CBB1-236E-49A5-B605-84D282BFBFCA}"/>
              </a:ext>
            </a:extLst>
          </p:cNvPr>
          <p:cNvSpPr>
            <a:spLocks noGrp="1"/>
          </p:cNvSpPr>
          <p:nvPr/>
        </p:nvSpPr>
        <p:spPr>
          <a:xfrm>
            <a:off x="1664366" y="63872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1" name="30ga_7_official_PredictedAtoms_15">
            <a:extLst>
              <a:ext uri="{FF2B5EF4-FFF2-40B4-BE49-F238E27FC236}">
                <a16:creationId xmlns:a16="http://schemas.microsoft.com/office/drawing/2014/main" id="{A25F952B-2B75-4096-B0A7-81DE3EBC5D00}"/>
              </a:ext>
            </a:extLst>
          </p:cNvPr>
          <p:cNvSpPr>
            <a:spLocks noGrp="1"/>
          </p:cNvSpPr>
          <p:nvPr/>
        </p:nvSpPr>
        <p:spPr>
          <a:xfrm>
            <a:off x="1520911" y="65405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2" name="30ga_7_official_PredictedAtoms_16">
            <a:extLst>
              <a:ext uri="{FF2B5EF4-FFF2-40B4-BE49-F238E27FC236}">
                <a16:creationId xmlns:a16="http://schemas.microsoft.com/office/drawing/2014/main" id="{F9BC2E3E-E541-4EB6-9F0A-3D5249EE0CAF}"/>
              </a:ext>
            </a:extLst>
          </p:cNvPr>
          <p:cNvSpPr>
            <a:spLocks noGrp="1"/>
          </p:cNvSpPr>
          <p:nvPr/>
        </p:nvSpPr>
        <p:spPr>
          <a:xfrm>
            <a:off x="1379620" y="64698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3" name="30ga_7_official_PredictedAtoms_17">
            <a:extLst>
              <a:ext uri="{FF2B5EF4-FFF2-40B4-BE49-F238E27FC236}">
                <a16:creationId xmlns:a16="http://schemas.microsoft.com/office/drawing/2014/main" id="{2D44548C-A6C8-457C-A2FD-601212FD5D46}"/>
              </a:ext>
            </a:extLst>
          </p:cNvPr>
          <p:cNvSpPr>
            <a:spLocks noGrp="1"/>
          </p:cNvSpPr>
          <p:nvPr/>
        </p:nvSpPr>
        <p:spPr>
          <a:xfrm>
            <a:off x="1243283" y="65900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4" name="30ga_7_official_PredictedAtoms_18">
            <a:extLst>
              <a:ext uri="{FF2B5EF4-FFF2-40B4-BE49-F238E27FC236}">
                <a16:creationId xmlns:a16="http://schemas.microsoft.com/office/drawing/2014/main" id="{C23AC085-3875-4A93-8557-2AC0C176915F}"/>
              </a:ext>
            </a:extLst>
          </p:cNvPr>
          <p:cNvSpPr>
            <a:spLocks noGrp="1"/>
          </p:cNvSpPr>
          <p:nvPr/>
        </p:nvSpPr>
        <p:spPr>
          <a:xfrm>
            <a:off x="1125847" y="64564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5" name="30ga_7_official_PredictedAtoms_19">
            <a:extLst>
              <a:ext uri="{FF2B5EF4-FFF2-40B4-BE49-F238E27FC236}">
                <a16:creationId xmlns:a16="http://schemas.microsoft.com/office/drawing/2014/main" id="{7093AE53-9CF5-490F-A046-8C0191E8B26E}"/>
              </a:ext>
            </a:extLst>
          </p:cNvPr>
          <p:cNvSpPr>
            <a:spLocks noGrp="1"/>
          </p:cNvSpPr>
          <p:nvPr/>
        </p:nvSpPr>
        <p:spPr>
          <a:xfrm>
            <a:off x="1345283" y="6738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6" name="30ga_7_official_PredictedAtoms_20">
            <a:extLst>
              <a:ext uri="{FF2B5EF4-FFF2-40B4-BE49-F238E27FC236}">
                <a16:creationId xmlns:a16="http://schemas.microsoft.com/office/drawing/2014/main" id="{1DDAB682-E228-4903-814E-0959DFECC69E}"/>
              </a:ext>
            </a:extLst>
          </p:cNvPr>
          <p:cNvSpPr>
            <a:spLocks noGrp="1"/>
          </p:cNvSpPr>
          <p:nvPr/>
        </p:nvSpPr>
        <p:spPr>
          <a:xfrm>
            <a:off x="1109181" y="66958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7" name="30ga_7_official_PredictedAtoms_21">
            <a:extLst>
              <a:ext uri="{FF2B5EF4-FFF2-40B4-BE49-F238E27FC236}">
                <a16:creationId xmlns:a16="http://schemas.microsoft.com/office/drawing/2014/main" id="{D1B561A0-6356-4062-A750-E32EF3A86AE0}"/>
              </a:ext>
            </a:extLst>
          </p:cNvPr>
          <p:cNvSpPr>
            <a:spLocks noGrp="1"/>
          </p:cNvSpPr>
          <p:nvPr/>
        </p:nvSpPr>
        <p:spPr>
          <a:xfrm>
            <a:off x="975530" y="68793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8" name="30ga_7_official_PredictedAtoms_22">
            <a:extLst>
              <a:ext uri="{FF2B5EF4-FFF2-40B4-BE49-F238E27FC236}">
                <a16:creationId xmlns:a16="http://schemas.microsoft.com/office/drawing/2014/main" id="{4636107F-21C7-4395-BF47-B998FB0291DF}"/>
              </a:ext>
            </a:extLst>
          </p:cNvPr>
          <p:cNvSpPr>
            <a:spLocks noGrp="1"/>
          </p:cNvSpPr>
          <p:nvPr/>
        </p:nvSpPr>
        <p:spPr>
          <a:xfrm>
            <a:off x="1073681" y="704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9" name="30ga_7_official_PredictedAtoms_23">
            <a:extLst>
              <a:ext uri="{FF2B5EF4-FFF2-40B4-BE49-F238E27FC236}">
                <a16:creationId xmlns:a16="http://schemas.microsoft.com/office/drawing/2014/main" id="{5277A84B-CD54-4091-8995-DB53272CB23F}"/>
              </a:ext>
            </a:extLst>
          </p:cNvPr>
          <p:cNvSpPr>
            <a:spLocks noGrp="1"/>
          </p:cNvSpPr>
          <p:nvPr/>
        </p:nvSpPr>
        <p:spPr>
          <a:xfrm>
            <a:off x="922303" y="6910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0" name="30ga_7_official_PredictedAtoms_24">
            <a:extLst>
              <a:ext uri="{FF2B5EF4-FFF2-40B4-BE49-F238E27FC236}">
                <a16:creationId xmlns:a16="http://schemas.microsoft.com/office/drawing/2014/main" id="{B8423E70-4B32-4B1B-ACA6-69D144231C49}"/>
              </a:ext>
            </a:extLst>
          </p:cNvPr>
          <p:cNvSpPr>
            <a:spLocks noGrp="1"/>
          </p:cNvSpPr>
          <p:nvPr/>
        </p:nvSpPr>
        <p:spPr>
          <a:xfrm>
            <a:off x="791650" y="68349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1" name="30ga_7_official_PredictedAtoms_25">
            <a:extLst>
              <a:ext uri="{FF2B5EF4-FFF2-40B4-BE49-F238E27FC236}">
                <a16:creationId xmlns:a16="http://schemas.microsoft.com/office/drawing/2014/main" id="{1E4D450E-D11D-4890-AD3D-B1AC655DBE6A}"/>
              </a:ext>
            </a:extLst>
          </p:cNvPr>
          <p:cNvSpPr>
            <a:spLocks noGrp="1"/>
          </p:cNvSpPr>
          <p:nvPr/>
        </p:nvSpPr>
        <p:spPr>
          <a:xfrm>
            <a:off x="611973" y="6729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2" name="30ga_7_official_PredictedAtoms_26">
            <a:extLst>
              <a:ext uri="{FF2B5EF4-FFF2-40B4-BE49-F238E27FC236}">
                <a16:creationId xmlns:a16="http://schemas.microsoft.com/office/drawing/2014/main" id="{09A3E330-2A27-45B1-A350-36E805626CCF}"/>
              </a:ext>
            </a:extLst>
          </p:cNvPr>
          <p:cNvSpPr>
            <a:spLocks noGrp="1"/>
          </p:cNvSpPr>
          <p:nvPr/>
        </p:nvSpPr>
        <p:spPr>
          <a:xfrm>
            <a:off x="481379" y="66626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3" name="30ga_7_official_PredictedAtoms_27">
            <a:extLst>
              <a:ext uri="{FF2B5EF4-FFF2-40B4-BE49-F238E27FC236}">
                <a16:creationId xmlns:a16="http://schemas.microsoft.com/office/drawing/2014/main" id="{A12BFD22-C5DC-4C6D-B7AB-CA0741A891FD}"/>
              </a:ext>
            </a:extLst>
          </p:cNvPr>
          <p:cNvSpPr>
            <a:spLocks noGrp="1"/>
          </p:cNvSpPr>
          <p:nvPr/>
        </p:nvSpPr>
        <p:spPr>
          <a:xfrm>
            <a:off x="502603" y="6869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4" name="30ga_7_official_PredictedAtoms_28">
            <a:extLst>
              <a:ext uri="{FF2B5EF4-FFF2-40B4-BE49-F238E27FC236}">
                <a16:creationId xmlns:a16="http://schemas.microsoft.com/office/drawing/2014/main" id="{EEB0CDC9-317F-4B96-A9DC-8D0E556E4F9C}"/>
              </a:ext>
            </a:extLst>
          </p:cNvPr>
          <p:cNvSpPr>
            <a:spLocks noGrp="1"/>
          </p:cNvSpPr>
          <p:nvPr/>
        </p:nvSpPr>
        <p:spPr>
          <a:xfrm>
            <a:off x="684067" y="65606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5" name="30ga_7_official_PredictedAtoms_29">
            <a:extLst>
              <a:ext uri="{FF2B5EF4-FFF2-40B4-BE49-F238E27FC236}">
                <a16:creationId xmlns:a16="http://schemas.microsoft.com/office/drawing/2014/main" id="{13A37222-F632-4486-A852-51966FC0EC9F}"/>
              </a:ext>
            </a:extLst>
          </p:cNvPr>
          <p:cNvSpPr>
            <a:spLocks noGrp="1"/>
          </p:cNvSpPr>
          <p:nvPr/>
        </p:nvSpPr>
        <p:spPr>
          <a:xfrm>
            <a:off x="1738866" y="62465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6" name="stage3-cases-alternatives_34">
            <a:extLst>
              <a:ext uri="{FF2B5EF4-FFF2-40B4-BE49-F238E27FC236}">
                <a16:creationId xmlns:a16="http://schemas.microsoft.com/office/drawing/2014/main" id="{8BC59B8A-E641-4300-9A89-1848ECBF7D17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0.69 Å   D 100%   Clash 0</a:t>
            </a:r>
          </a:p>
        </p:txBody>
      </p:sp>
      <p:sp>
        <p:nvSpPr>
          <p:cNvPr id="1047" name="30ga_7_tuned_Receptor">
            <a:extLst>
              <a:ext uri="{FF2B5EF4-FFF2-40B4-BE49-F238E27FC236}">
                <a16:creationId xmlns:a16="http://schemas.microsoft.com/office/drawing/2014/main" id="{6F7A32E6-2272-4E25-B6E1-711C2E6D17E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48" name="30ga_7_tuned_ExperimentalDensity">
            <a:extLst>
              <a:ext uri="{FF2B5EF4-FFF2-40B4-BE49-F238E27FC236}">
                <a16:creationId xmlns:a16="http://schemas.microsoft.com/office/drawing/2014/main" id="{6C2D0516-E374-4FA8-8F52-0E32303D73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49" name="30ga_7_tuned_ReferenceLigand_0">
            <a:extLst>
              <a:ext uri="{FF2B5EF4-FFF2-40B4-BE49-F238E27FC236}">
                <a16:creationId xmlns:a16="http://schemas.microsoft.com/office/drawing/2014/main" id="{D509AD3C-78F4-4094-B08F-1CB6651AA4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0" name="30ga_7_tuned_ReferenceLigand_1">
            <a:extLst>
              <a:ext uri="{FF2B5EF4-FFF2-40B4-BE49-F238E27FC236}">
                <a16:creationId xmlns:a16="http://schemas.microsoft.com/office/drawing/2014/main" id="{3D9CDB55-9318-45DD-A4F8-92D80A5FF8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1" name="30ga_7_tuned_ReferenceLigand_2">
            <a:extLst>
              <a:ext uri="{FF2B5EF4-FFF2-40B4-BE49-F238E27FC236}">
                <a16:creationId xmlns:a16="http://schemas.microsoft.com/office/drawing/2014/main" id="{FFAB91B4-BDEB-4617-B92A-FBE0E9663EF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2" name="30ga_7_tuned_ReferenceLigand_3">
            <a:extLst>
              <a:ext uri="{FF2B5EF4-FFF2-40B4-BE49-F238E27FC236}">
                <a16:creationId xmlns:a16="http://schemas.microsoft.com/office/drawing/2014/main" id="{C08B079D-C4A1-4889-A4E3-EF91927C226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3" name="30ga_7_tuned_ReferenceLigand_4">
            <a:extLst>
              <a:ext uri="{FF2B5EF4-FFF2-40B4-BE49-F238E27FC236}">
                <a16:creationId xmlns:a16="http://schemas.microsoft.com/office/drawing/2014/main" id="{2E97999F-534D-4F0F-B8DD-BB8FBF736AA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4" name="30ga_7_tuned_ReferenceLigand_5">
            <a:extLst>
              <a:ext uri="{FF2B5EF4-FFF2-40B4-BE49-F238E27FC236}">
                <a16:creationId xmlns:a16="http://schemas.microsoft.com/office/drawing/2014/main" id="{80FB4CA5-0426-467A-8393-8CC6FA0F04C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5" name="30ga_7_tuned_ReferenceLigand_6">
            <a:extLst>
              <a:ext uri="{FF2B5EF4-FFF2-40B4-BE49-F238E27FC236}">
                <a16:creationId xmlns:a16="http://schemas.microsoft.com/office/drawing/2014/main" id="{969F5F17-4E40-426B-8C54-203F366DAD4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6" name="30ga_7_tuned_ReferenceLigand_7">
            <a:extLst>
              <a:ext uri="{FF2B5EF4-FFF2-40B4-BE49-F238E27FC236}">
                <a16:creationId xmlns:a16="http://schemas.microsoft.com/office/drawing/2014/main" id="{64E9D9DC-8B09-4D0E-9E2E-E226D62757A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7" name="30ga_7_tuned_ReferenceLigand_8">
            <a:extLst>
              <a:ext uri="{FF2B5EF4-FFF2-40B4-BE49-F238E27FC236}">
                <a16:creationId xmlns:a16="http://schemas.microsoft.com/office/drawing/2014/main" id="{A1ED88F6-3843-4A09-95FD-95CE5FB7B0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8" name="30ga_7_tuned_ReferenceLigand_9">
            <a:extLst>
              <a:ext uri="{FF2B5EF4-FFF2-40B4-BE49-F238E27FC236}">
                <a16:creationId xmlns:a16="http://schemas.microsoft.com/office/drawing/2014/main" id="{A1F71FB7-C252-45D8-929D-AF90D864BBC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30ga_7_tuned_ReferenceLigand_10">
            <a:extLst>
              <a:ext uri="{FF2B5EF4-FFF2-40B4-BE49-F238E27FC236}">
                <a16:creationId xmlns:a16="http://schemas.microsoft.com/office/drawing/2014/main" id="{980C8B79-5E53-46D4-BB31-525B69070D5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30ga_7_tuned_ReferenceLigand_11">
            <a:extLst>
              <a:ext uri="{FF2B5EF4-FFF2-40B4-BE49-F238E27FC236}">
                <a16:creationId xmlns:a16="http://schemas.microsoft.com/office/drawing/2014/main" id="{2AE0473A-79A3-4D48-ACF2-79D76EC5086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30ga_7_tuned_ReferenceLigand_12">
            <a:extLst>
              <a:ext uri="{FF2B5EF4-FFF2-40B4-BE49-F238E27FC236}">
                <a16:creationId xmlns:a16="http://schemas.microsoft.com/office/drawing/2014/main" id="{6BD8534E-DB0F-403B-9CEF-A5F28C319F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30ga_7_tuned_ReferenceLigand_13">
            <a:extLst>
              <a:ext uri="{FF2B5EF4-FFF2-40B4-BE49-F238E27FC236}">
                <a16:creationId xmlns:a16="http://schemas.microsoft.com/office/drawing/2014/main" id="{25F598C8-B5D5-45D1-84EC-930F14E818A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30ga_7_tuned_ReferenceLigand_14">
            <a:extLst>
              <a:ext uri="{FF2B5EF4-FFF2-40B4-BE49-F238E27FC236}">
                <a16:creationId xmlns:a16="http://schemas.microsoft.com/office/drawing/2014/main" id="{19524204-75E9-4424-8639-1F5BAA80197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30ga_7_tuned_ReferenceLigand_15">
            <a:extLst>
              <a:ext uri="{FF2B5EF4-FFF2-40B4-BE49-F238E27FC236}">
                <a16:creationId xmlns:a16="http://schemas.microsoft.com/office/drawing/2014/main" id="{B9D414F0-28D3-4061-A572-6DF9DD0647F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30ga_7_tuned_ReferenceLigand_16">
            <a:extLst>
              <a:ext uri="{FF2B5EF4-FFF2-40B4-BE49-F238E27FC236}">
                <a16:creationId xmlns:a16="http://schemas.microsoft.com/office/drawing/2014/main" id="{41BC973A-CD4D-4D51-B4BA-1D5146B6EC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30ga_7_tuned_ReferenceLigand_17">
            <a:extLst>
              <a:ext uri="{FF2B5EF4-FFF2-40B4-BE49-F238E27FC236}">
                <a16:creationId xmlns:a16="http://schemas.microsoft.com/office/drawing/2014/main" id="{09BE5CE3-DF5E-47F2-B655-37734F936C6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30ga_7_tuned_ReferenceLigand_18">
            <a:extLst>
              <a:ext uri="{FF2B5EF4-FFF2-40B4-BE49-F238E27FC236}">
                <a16:creationId xmlns:a16="http://schemas.microsoft.com/office/drawing/2014/main" id="{697D4BCF-5298-4738-B7A6-4F6BB9CB1FB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30ga_7_tuned_ReferenceLigand_19">
            <a:extLst>
              <a:ext uri="{FF2B5EF4-FFF2-40B4-BE49-F238E27FC236}">
                <a16:creationId xmlns:a16="http://schemas.microsoft.com/office/drawing/2014/main" id="{6D368F29-D21F-4701-BE4E-129072C45B3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30ga_7_tuned_ReferenceLigand_20">
            <a:extLst>
              <a:ext uri="{FF2B5EF4-FFF2-40B4-BE49-F238E27FC236}">
                <a16:creationId xmlns:a16="http://schemas.microsoft.com/office/drawing/2014/main" id="{84FC1405-59F2-4A78-A243-3089636E1BB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30ga_7_tuned_ReferenceLigand_21">
            <a:extLst>
              <a:ext uri="{FF2B5EF4-FFF2-40B4-BE49-F238E27FC236}">
                <a16:creationId xmlns:a16="http://schemas.microsoft.com/office/drawing/2014/main" id="{29B720DE-3E00-4B0A-AFA5-A66533D5AC2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30ga_7_tuned_ReferenceLigand_22">
            <a:extLst>
              <a:ext uri="{FF2B5EF4-FFF2-40B4-BE49-F238E27FC236}">
                <a16:creationId xmlns:a16="http://schemas.microsoft.com/office/drawing/2014/main" id="{5071DC19-77B2-479B-A195-0181DB10E05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30ga_7_tuned_ReferenceLigand_23">
            <a:extLst>
              <a:ext uri="{FF2B5EF4-FFF2-40B4-BE49-F238E27FC236}">
                <a16:creationId xmlns:a16="http://schemas.microsoft.com/office/drawing/2014/main" id="{1B336F26-415E-40CC-974C-0CBA3C1CC4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30ga_7_tuned_ReferenceLigand_24">
            <a:extLst>
              <a:ext uri="{FF2B5EF4-FFF2-40B4-BE49-F238E27FC236}">
                <a16:creationId xmlns:a16="http://schemas.microsoft.com/office/drawing/2014/main" id="{55569F28-5384-4B69-B61E-1B9936DD912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30ga_7_tuned_ReferenceLigand_25">
            <a:extLst>
              <a:ext uri="{FF2B5EF4-FFF2-40B4-BE49-F238E27FC236}">
                <a16:creationId xmlns:a16="http://schemas.microsoft.com/office/drawing/2014/main" id="{542FAE43-BE68-4A1C-B79A-12359C05569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30ga_7_tuned_ReferenceLigand_26">
            <a:extLst>
              <a:ext uri="{FF2B5EF4-FFF2-40B4-BE49-F238E27FC236}">
                <a16:creationId xmlns:a16="http://schemas.microsoft.com/office/drawing/2014/main" id="{759D17EE-17D6-4BC0-8012-C824038368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30ga_7_tuned_ReferenceLigand_27">
            <a:extLst>
              <a:ext uri="{FF2B5EF4-FFF2-40B4-BE49-F238E27FC236}">
                <a16:creationId xmlns:a16="http://schemas.microsoft.com/office/drawing/2014/main" id="{B2C6F793-C287-46D2-B987-87B306FE40D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30ga_7_tuned_ReferenceLigand_28">
            <a:extLst>
              <a:ext uri="{FF2B5EF4-FFF2-40B4-BE49-F238E27FC236}">
                <a16:creationId xmlns:a16="http://schemas.microsoft.com/office/drawing/2014/main" id="{83A084C2-4B17-4C95-9367-10365F3BA2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30ga_7_tuned_ReferenceLigand_29">
            <a:extLst>
              <a:ext uri="{FF2B5EF4-FFF2-40B4-BE49-F238E27FC236}">
                <a16:creationId xmlns:a16="http://schemas.microsoft.com/office/drawing/2014/main" id="{06E4E233-E6B6-4F87-92EE-6AA6CEC1F49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30ga_7_tuned_ReferenceLigand_30">
            <a:extLst>
              <a:ext uri="{FF2B5EF4-FFF2-40B4-BE49-F238E27FC236}">
                <a16:creationId xmlns:a16="http://schemas.microsoft.com/office/drawing/2014/main" id="{A8854633-35A7-4EDE-BAC4-E1DF5A2ABCA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30ga_7_tuned_ReferenceLigand_31">
            <a:extLst>
              <a:ext uri="{FF2B5EF4-FFF2-40B4-BE49-F238E27FC236}">
                <a16:creationId xmlns:a16="http://schemas.microsoft.com/office/drawing/2014/main" id="{B7000F45-222C-4FD0-9494-A391E4D242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1" name="30ga_7_tuned_ReferenceLigand_32">
            <a:extLst>
              <a:ext uri="{FF2B5EF4-FFF2-40B4-BE49-F238E27FC236}">
                <a16:creationId xmlns:a16="http://schemas.microsoft.com/office/drawing/2014/main" id="{3EC61F98-E216-4254-B977-827D7AD723C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2" name="30ga_7_tuned_PredictedLigand_0">
            <a:extLst>
              <a:ext uri="{FF2B5EF4-FFF2-40B4-BE49-F238E27FC236}">
                <a16:creationId xmlns:a16="http://schemas.microsoft.com/office/drawing/2014/main" id="{347E404F-6453-4294-8068-725D87BBB56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1165657" y="4298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3" name="30ga_7_tuned_PredictedLigand_1">
            <a:extLst>
              <a:ext uri="{FF2B5EF4-FFF2-40B4-BE49-F238E27FC236}">
                <a16:creationId xmlns:a16="http://schemas.microsoft.com/office/drawing/2014/main" id="{65647362-C620-4874-BDEB-9AD8D472923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1469" y="147853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4" name="30ga_7_tuned_PredictedLigand_2">
            <a:extLst>
              <a:ext uri="{FF2B5EF4-FFF2-40B4-BE49-F238E27FC236}">
                <a16:creationId xmlns:a16="http://schemas.microsoft.com/office/drawing/2014/main" id="{06F6CEC8-8A6C-4283-9FBA-C2E56BAA62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761396" y="7619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5" name="30ga_7_tuned_PredictedLigand_3">
            <a:extLst>
              <a:ext uri="{FF2B5EF4-FFF2-40B4-BE49-F238E27FC236}">
                <a16:creationId xmlns:a16="http://schemas.microsoft.com/office/drawing/2014/main" id="{38836073-468D-40A0-84FE-79DB321E4B2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862367" y="2973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6" name="30ga_7_tuned_PredictedLigand_4">
            <a:extLst>
              <a:ext uri="{FF2B5EF4-FFF2-40B4-BE49-F238E27FC236}">
                <a16:creationId xmlns:a16="http://schemas.microsoft.com/office/drawing/2014/main" id="{0D8BB282-BECC-4E44-800A-CFE67412AE5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558638" y="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7" name="30ga_7_tuned_PredictedLigand_5">
            <a:extLst>
              <a:ext uri="{FF2B5EF4-FFF2-40B4-BE49-F238E27FC236}">
                <a16:creationId xmlns:a16="http://schemas.microsoft.com/office/drawing/2014/main" id="{D0B23970-CF18-4313-954E-405FE221A1E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8" name="30ga_7_tuned_PredictedLigand_6">
            <a:extLst>
              <a:ext uri="{FF2B5EF4-FFF2-40B4-BE49-F238E27FC236}">
                <a16:creationId xmlns:a16="http://schemas.microsoft.com/office/drawing/2014/main" id="{15C9B601-9AE1-4B8B-A290-DA89AFAD34E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21294" y="726378"/>
                </a:moveTo>
                <a:lnTo>
                  <a:pt x="2397953" y="531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9" name="30ga_7_tuned_PredictedLigand_7">
            <a:extLst>
              <a:ext uri="{FF2B5EF4-FFF2-40B4-BE49-F238E27FC236}">
                <a16:creationId xmlns:a16="http://schemas.microsoft.com/office/drawing/2014/main" id="{E1D416CC-1B8C-449E-A3D7-6F4F001E55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421294" y="72637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0" name="30ga_7_tuned_PredictedLigand_8">
            <a:extLst>
              <a:ext uri="{FF2B5EF4-FFF2-40B4-BE49-F238E27FC236}">
                <a16:creationId xmlns:a16="http://schemas.microsoft.com/office/drawing/2014/main" id="{FC96B413-36C6-42C1-ADFF-F2C9284605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406790" y="4583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1" name="30ga_7_tuned_PredictedLigand_9">
            <a:extLst>
              <a:ext uri="{FF2B5EF4-FFF2-40B4-BE49-F238E27FC236}">
                <a16:creationId xmlns:a16="http://schemas.microsoft.com/office/drawing/2014/main" id="{C3AE1A5A-FF11-4AD7-8FB0-15778BCE317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321255" y="10471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2" name="30ga_7_tuned_PredictedLigand_10">
            <a:extLst>
              <a:ext uri="{FF2B5EF4-FFF2-40B4-BE49-F238E27FC236}">
                <a16:creationId xmlns:a16="http://schemas.microsoft.com/office/drawing/2014/main" id="{EBAE380D-DCA9-4108-8412-84AED65CA2D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97953" y="531609"/>
                </a:moveTo>
                <a:lnTo>
                  <a:pt x="2220563" y="4691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3" name="30ga_7_tuned_PredictedLigand_11">
            <a:extLst>
              <a:ext uri="{FF2B5EF4-FFF2-40B4-BE49-F238E27FC236}">
                <a16:creationId xmlns:a16="http://schemas.microsoft.com/office/drawing/2014/main" id="{43650B13-CB64-4836-9D04-DE45AE261B1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998389" y="6164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4" name="30ga_7_tuned_PredictedLigand_12">
            <a:extLst>
              <a:ext uri="{FF2B5EF4-FFF2-40B4-BE49-F238E27FC236}">
                <a16:creationId xmlns:a16="http://schemas.microsoft.com/office/drawing/2014/main" id="{4D06F306-5FF6-4DD7-8DD7-0F63FC57110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355561" y="808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5" name="30ga_7_tuned_PredictedLigand_13">
            <a:extLst>
              <a:ext uri="{FF2B5EF4-FFF2-40B4-BE49-F238E27FC236}">
                <a16:creationId xmlns:a16="http://schemas.microsoft.com/office/drawing/2014/main" id="{4AB261C6-C190-433B-9502-58B136588D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310" y="793003"/>
                </a:moveTo>
                <a:lnTo>
                  <a:pt x="2286836" y="8607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6" name="30ga_7_tuned_PredictedLigand_14">
            <a:extLst>
              <a:ext uri="{FF2B5EF4-FFF2-40B4-BE49-F238E27FC236}">
                <a16:creationId xmlns:a16="http://schemas.microsoft.com/office/drawing/2014/main" id="{6539ED0A-781E-4A6E-8A7C-CA755C5097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8389" y="616465"/>
                </a:moveTo>
                <a:lnTo>
                  <a:pt x="810804" y="7361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7" name="30ga_7_tuned_PredictedLigand_15">
            <a:extLst>
              <a:ext uri="{FF2B5EF4-FFF2-40B4-BE49-F238E27FC236}">
                <a16:creationId xmlns:a16="http://schemas.microsoft.com/office/drawing/2014/main" id="{602B585C-B012-4B9F-BC53-7A658715D6E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8088" y="308927"/>
                </a:moveTo>
                <a:lnTo>
                  <a:pt x="1047590" y="4127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8" name="30ga_7_tuned_PredictedLigand_16">
            <a:extLst>
              <a:ext uri="{FF2B5EF4-FFF2-40B4-BE49-F238E27FC236}">
                <a16:creationId xmlns:a16="http://schemas.microsoft.com/office/drawing/2014/main" id="{3E52F5E2-46F8-4BA8-9F9B-3E233763A8C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0" y="284891"/>
                </a:moveTo>
                <a:lnTo>
                  <a:pt x="1811236" y="367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9" name="30ga_7_tuned_PredictedLigand_17">
            <a:extLst>
              <a:ext uri="{FF2B5EF4-FFF2-40B4-BE49-F238E27FC236}">
                <a16:creationId xmlns:a16="http://schemas.microsoft.com/office/drawing/2014/main" id="{A8D8D355-5910-4EDA-9813-AC605E69D21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0563" y="469189"/>
                </a:moveTo>
                <a:lnTo>
                  <a:pt x="2076844" y="595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0" name="30ga_7_tuned_PredictedLigand_18">
            <a:extLst>
              <a:ext uri="{FF2B5EF4-FFF2-40B4-BE49-F238E27FC236}">
                <a16:creationId xmlns:a16="http://schemas.microsoft.com/office/drawing/2014/main" id="{4EB1546F-A2E9-4738-B730-20310D6DF3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1" name="30ga_7_tuned_PredictedLigand_19">
            <a:extLst>
              <a:ext uri="{FF2B5EF4-FFF2-40B4-BE49-F238E27FC236}">
                <a16:creationId xmlns:a16="http://schemas.microsoft.com/office/drawing/2014/main" id="{C147B04C-8A2C-4C79-96FA-4CA9C1D7775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129" y="881508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2" name="30ga_7_tuned_PredictedLigand_20">
            <a:extLst>
              <a:ext uri="{FF2B5EF4-FFF2-40B4-BE49-F238E27FC236}">
                <a16:creationId xmlns:a16="http://schemas.microsoft.com/office/drawing/2014/main" id="{5EFEE249-32FD-4D91-B0B9-C0883E1581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838617" y="934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3" name="30ga_7_tuned_PredictedLigand_21">
            <a:extLst>
              <a:ext uri="{FF2B5EF4-FFF2-40B4-BE49-F238E27FC236}">
                <a16:creationId xmlns:a16="http://schemas.microsoft.com/office/drawing/2014/main" id="{1DB860E1-1413-4D75-9EC7-152A36213CE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635561" y="6273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4" name="30ga_7_tuned_PredictedLigand_22">
            <a:extLst>
              <a:ext uri="{FF2B5EF4-FFF2-40B4-BE49-F238E27FC236}">
                <a16:creationId xmlns:a16="http://schemas.microsoft.com/office/drawing/2014/main" id="{59E18E4F-32FE-42EE-B68D-B08934F6CA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557923" y="1943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5" name="30ga_7_tuned_PredictedLigand_23">
            <a:extLst>
              <a:ext uri="{FF2B5EF4-FFF2-40B4-BE49-F238E27FC236}">
                <a16:creationId xmlns:a16="http://schemas.microsoft.com/office/drawing/2014/main" id="{368FC7FC-BE51-4927-AA30-862049C0093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6" name="30ga_7_tuned_PredictedLigand_24">
            <a:extLst>
              <a:ext uri="{FF2B5EF4-FFF2-40B4-BE49-F238E27FC236}">
                <a16:creationId xmlns:a16="http://schemas.microsoft.com/office/drawing/2014/main" id="{524B3B4D-FF1F-4175-8A8B-501C9E4F68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5561" y="627349"/>
                </a:moveTo>
                <a:lnTo>
                  <a:pt x="416325" y="6099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7" name="30ga_7_tuned_PredictedLigand_25">
            <a:extLst>
              <a:ext uri="{FF2B5EF4-FFF2-40B4-BE49-F238E27FC236}">
                <a16:creationId xmlns:a16="http://schemas.microsoft.com/office/drawing/2014/main" id="{A94EC828-C220-4D3D-B2AD-9DC4F6B0C9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0900" y="735771"/>
                </a:moveTo>
                <a:lnTo>
                  <a:pt x="1935129" y="8815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8" name="30ga_7_tuned_PredictedLigand_26">
            <a:extLst>
              <a:ext uri="{FF2B5EF4-FFF2-40B4-BE49-F238E27FC236}">
                <a16:creationId xmlns:a16="http://schemas.microsoft.com/office/drawing/2014/main" id="{C6B5493C-ACE1-4C9A-A17D-D27A1481F33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069" y="562457"/>
                </a:moveTo>
                <a:lnTo>
                  <a:pt x="1800900" y="7357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9" name="30ga_7_tuned_PredictedLigand_27">
            <a:extLst>
              <a:ext uri="{FF2B5EF4-FFF2-40B4-BE49-F238E27FC236}">
                <a16:creationId xmlns:a16="http://schemas.microsoft.com/office/drawing/2014/main" id="{620C63C0-1C7D-498D-AFB3-74A5BB76B35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0" name="30ga_7_tuned_PredictedLigand_28">
            <a:extLst>
              <a:ext uri="{FF2B5EF4-FFF2-40B4-BE49-F238E27FC236}">
                <a16:creationId xmlns:a16="http://schemas.microsoft.com/office/drawing/2014/main" id="{9C6140AD-8AA4-49D5-BDFB-6DEA8E3FDD0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283494" y="5643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1" name="30ga_7_tuned_PredictedLigand_29">
            <a:extLst>
              <a:ext uri="{FF2B5EF4-FFF2-40B4-BE49-F238E27FC236}">
                <a16:creationId xmlns:a16="http://schemas.microsoft.com/office/drawing/2014/main" id="{7A771FCC-FA04-40C0-963F-3EC13C4093B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7983" y="389015"/>
                </a:moveTo>
                <a:lnTo>
                  <a:pt x="1158088" y="308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2" name="30ga_7_tuned_PredictedLigand_30">
            <a:extLst>
              <a:ext uri="{FF2B5EF4-FFF2-40B4-BE49-F238E27FC236}">
                <a16:creationId xmlns:a16="http://schemas.microsoft.com/office/drawing/2014/main" id="{DE7A9588-3CFD-47F1-8FA5-4DC9BCAF6CD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337983" y="3890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3" name="30ga_7_tuned_PredictedLigand_31">
            <a:extLst>
              <a:ext uri="{FF2B5EF4-FFF2-40B4-BE49-F238E27FC236}">
                <a16:creationId xmlns:a16="http://schemas.microsoft.com/office/drawing/2014/main" id="{59320331-97B2-4F1A-9F06-6A363CE3066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653385" y="3553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4" name="30ga_7_tuned_PredictedLigand_32">
            <a:extLst>
              <a:ext uri="{FF2B5EF4-FFF2-40B4-BE49-F238E27FC236}">
                <a16:creationId xmlns:a16="http://schemas.microsoft.com/office/drawing/2014/main" id="{24B1CD02-A93F-489E-9766-D7E71534BB7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385" y="355351"/>
                </a:moveTo>
                <a:lnTo>
                  <a:pt x="1497452" y="2509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5" name="30ga_7_tuned_PredictedAtoms_0">
            <a:extLst>
              <a:ext uri="{FF2B5EF4-FFF2-40B4-BE49-F238E27FC236}">
                <a16:creationId xmlns:a16="http://schemas.microsoft.com/office/drawing/2014/main" id="{D8D100CA-50BC-46E8-BB6A-854ADD7D20DE}"/>
              </a:ext>
            </a:extLst>
          </p:cNvPr>
          <p:cNvSpPr>
            <a:spLocks noGrp="1"/>
          </p:cNvSpPr>
          <p:nvPr/>
        </p:nvSpPr>
        <p:spPr>
          <a:xfrm>
            <a:off x="5055677" y="62943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6" name="30ga_7_tuned_PredictedAtoms_1">
            <a:extLst>
              <a:ext uri="{FF2B5EF4-FFF2-40B4-BE49-F238E27FC236}">
                <a16:creationId xmlns:a16="http://schemas.microsoft.com/office/drawing/2014/main" id="{2121302B-0CC5-4CF6-AF0C-DBA2BB1B2C84}"/>
              </a:ext>
            </a:extLst>
          </p:cNvPr>
          <p:cNvSpPr>
            <a:spLocks noGrp="1"/>
          </p:cNvSpPr>
          <p:nvPr/>
        </p:nvSpPr>
        <p:spPr>
          <a:xfrm>
            <a:off x="4935077" y="64313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7" name="30ga_7_tuned_PredictedAtoms_2">
            <a:extLst>
              <a:ext uri="{FF2B5EF4-FFF2-40B4-BE49-F238E27FC236}">
                <a16:creationId xmlns:a16="http://schemas.microsoft.com/office/drawing/2014/main" id="{1A580B57-0FEF-4D62-8735-CEB7F48E290E}"/>
              </a:ext>
            </a:extLst>
          </p:cNvPr>
          <p:cNvSpPr>
            <a:spLocks noGrp="1"/>
          </p:cNvSpPr>
          <p:nvPr/>
        </p:nvSpPr>
        <p:spPr>
          <a:xfrm>
            <a:off x="4995444" y="6513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8" name="30ga_7_tuned_PredictedAtoms_3">
            <a:extLst>
              <a:ext uri="{FF2B5EF4-FFF2-40B4-BE49-F238E27FC236}">
                <a16:creationId xmlns:a16="http://schemas.microsoft.com/office/drawing/2014/main" id="{7139F421-2911-4A06-95F7-20C43A8AB6FE}"/>
              </a:ext>
            </a:extLst>
          </p:cNvPr>
          <p:cNvSpPr>
            <a:spLocks noGrp="1"/>
          </p:cNvSpPr>
          <p:nvPr/>
        </p:nvSpPr>
        <p:spPr>
          <a:xfrm>
            <a:off x="5078277" y="6708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9" name="30ga_7_tuned_PredictedAtoms_4">
            <a:extLst>
              <a:ext uri="{FF2B5EF4-FFF2-40B4-BE49-F238E27FC236}">
                <a16:creationId xmlns:a16="http://schemas.microsoft.com/office/drawing/2014/main" id="{8F38BF87-98D5-44BC-9F50-61A0E3932591}"/>
              </a:ext>
            </a:extLst>
          </p:cNvPr>
          <p:cNvSpPr>
            <a:spLocks noGrp="1"/>
          </p:cNvSpPr>
          <p:nvPr/>
        </p:nvSpPr>
        <p:spPr>
          <a:xfrm>
            <a:off x="4985107" y="68822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0" name="30ga_7_tuned_PredictedAtoms_5">
            <a:extLst>
              <a:ext uri="{FF2B5EF4-FFF2-40B4-BE49-F238E27FC236}">
                <a16:creationId xmlns:a16="http://schemas.microsoft.com/office/drawing/2014/main" id="{BF0759C9-EA40-4C7F-A4A6-D23FFDFC5989}"/>
              </a:ext>
            </a:extLst>
          </p:cNvPr>
          <p:cNvSpPr>
            <a:spLocks noGrp="1"/>
          </p:cNvSpPr>
          <p:nvPr/>
        </p:nvSpPr>
        <p:spPr>
          <a:xfrm>
            <a:off x="5119337" y="70279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1" name="30ga_7_tuned_PredictedAtoms_6">
            <a:extLst>
              <a:ext uri="{FF2B5EF4-FFF2-40B4-BE49-F238E27FC236}">
                <a16:creationId xmlns:a16="http://schemas.microsoft.com/office/drawing/2014/main" id="{0F8B6482-FC8C-4F24-B5DC-0EA47BB313F9}"/>
              </a:ext>
            </a:extLst>
          </p:cNvPr>
          <p:cNvSpPr>
            <a:spLocks noGrp="1"/>
          </p:cNvSpPr>
          <p:nvPr/>
        </p:nvSpPr>
        <p:spPr>
          <a:xfrm>
            <a:off x="5291517" y="6939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2" name="30ga_7_tuned_PredictedAtoms_7">
            <a:extLst>
              <a:ext uri="{FF2B5EF4-FFF2-40B4-BE49-F238E27FC236}">
                <a16:creationId xmlns:a16="http://schemas.microsoft.com/office/drawing/2014/main" id="{467CA988-4BC3-416E-9BED-8F7843AA3398}"/>
              </a:ext>
            </a:extLst>
          </p:cNvPr>
          <p:cNvSpPr>
            <a:spLocks noGrp="1"/>
          </p:cNvSpPr>
          <p:nvPr/>
        </p:nvSpPr>
        <p:spPr>
          <a:xfrm>
            <a:off x="5471043" y="70072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3" name="30ga_7_tuned_PredictedAtoms_8">
            <a:extLst>
              <a:ext uri="{FF2B5EF4-FFF2-40B4-BE49-F238E27FC236}">
                <a16:creationId xmlns:a16="http://schemas.microsoft.com/office/drawing/2014/main" id="{557B6BBB-B575-40A5-803A-DEE272FCCCD4}"/>
              </a:ext>
            </a:extLst>
          </p:cNvPr>
          <p:cNvSpPr>
            <a:spLocks noGrp="1"/>
          </p:cNvSpPr>
          <p:nvPr/>
        </p:nvSpPr>
        <p:spPr>
          <a:xfrm>
            <a:off x="5505462" y="71936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4" name="30ga_7_tuned_PredictedAtoms_9">
            <a:extLst>
              <a:ext uri="{FF2B5EF4-FFF2-40B4-BE49-F238E27FC236}">
                <a16:creationId xmlns:a16="http://schemas.microsoft.com/office/drawing/2014/main" id="{8D1FFD67-6D5E-4F9E-BDE1-BC2E51F8687A}"/>
              </a:ext>
            </a:extLst>
          </p:cNvPr>
          <p:cNvSpPr>
            <a:spLocks noGrp="1"/>
          </p:cNvSpPr>
          <p:nvPr/>
        </p:nvSpPr>
        <p:spPr>
          <a:xfrm>
            <a:off x="5605502" y="68728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5" name="30ga_7_tuned_PredictedAtoms_10">
            <a:extLst>
              <a:ext uri="{FF2B5EF4-FFF2-40B4-BE49-F238E27FC236}">
                <a16:creationId xmlns:a16="http://schemas.microsoft.com/office/drawing/2014/main" id="{66757F7E-4D4E-4597-8BF2-F1B48CB2E12F}"/>
              </a:ext>
            </a:extLst>
          </p:cNvPr>
          <p:cNvSpPr>
            <a:spLocks noGrp="1"/>
          </p:cNvSpPr>
          <p:nvPr/>
        </p:nvSpPr>
        <p:spPr>
          <a:xfrm>
            <a:off x="5582161" y="66780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6" name="30ga_7_tuned_PredictedAtoms_11">
            <a:extLst>
              <a:ext uri="{FF2B5EF4-FFF2-40B4-BE49-F238E27FC236}">
                <a16:creationId xmlns:a16="http://schemas.microsoft.com/office/drawing/2014/main" id="{92CD9364-9678-4C8C-85F1-49837426DCD9}"/>
              </a:ext>
            </a:extLst>
          </p:cNvPr>
          <p:cNvSpPr>
            <a:spLocks noGrp="1"/>
          </p:cNvSpPr>
          <p:nvPr/>
        </p:nvSpPr>
        <p:spPr>
          <a:xfrm>
            <a:off x="5404770" y="66156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7" name="30ga_7_tuned_PredictedAtoms_12">
            <a:extLst>
              <a:ext uri="{FF2B5EF4-FFF2-40B4-BE49-F238E27FC236}">
                <a16:creationId xmlns:a16="http://schemas.microsoft.com/office/drawing/2014/main" id="{50622E6A-2FE5-4BFC-B553-29226E4E288A}"/>
              </a:ext>
            </a:extLst>
          </p:cNvPr>
          <p:cNvSpPr>
            <a:spLocks noGrp="1"/>
          </p:cNvSpPr>
          <p:nvPr/>
        </p:nvSpPr>
        <p:spPr>
          <a:xfrm>
            <a:off x="5261051" y="67424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8" name="30ga_7_tuned_PredictedAtoms_13">
            <a:extLst>
              <a:ext uri="{FF2B5EF4-FFF2-40B4-BE49-F238E27FC236}">
                <a16:creationId xmlns:a16="http://schemas.microsoft.com/office/drawing/2014/main" id="{FF7D7146-69B4-4ABC-AF6D-398C64258957}"/>
              </a:ext>
            </a:extLst>
          </p:cNvPr>
          <p:cNvSpPr>
            <a:spLocks noGrp="1"/>
          </p:cNvSpPr>
          <p:nvPr/>
        </p:nvSpPr>
        <p:spPr>
          <a:xfrm>
            <a:off x="4837592" y="65018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9" name="30ga_7_tuned_PredictedAtoms_14">
            <a:extLst>
              <a:ext uri="{FF2B5EF4-FFF2-40B4-BE49-F238E27FC236}">
                <a16:creationId xmlns:a16="http://schemas.microsoft.com/office/drawing/2014/main" id="{D8D1CF98-FA6B-48A6-A6C4-1AC7E59AA3B8}"/>
              </a:ext>
            </a:extLst>
          </p:cNvPr>
          <p:cNvSpPr>
            <a:spLocks noGrp="1"/>
          </p:cNvSpPr>
          <p:nvPr/>
        </p:nvSpPr>
        <p:spPr>
          <a:xfrm>
            <a:off x="4681660" y="6397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0" name="30ga_7_tuned_PredictedAtoms_15">
            <a:extLst>
              <a:ext uri="{FF2B5EF4-FFF2-40B4-BE49-F238E27FC236}">
                <a16:creationId xmlns:a16="http://schemas.microsoft.com/office/drawing/2014/main" id="{DF89A329-FC43-45BB-8838-DAF1EB1DA50F}"/>
              </a:ext>
            </a:extLst>
          </p:cNvPr>
          <p:cNvSpPr>
            <a:spLocks noGrp="1"/>
          </p:cNvSpPr>
          <p:nvPr/>
        </p:nvSpPr>
        <p:spPr>
          <a:xfrm>
            <a:off x="4522191" y="65354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1" name="30ga_7_tuned_PredictedAtoms_16">
            <a:extLst>
              <a:ext uri="{FF2B5EF4-FFF2-40B4-BE49-F238E27FC236}">
                <a16:creationId xmlns:a16="http://schemas.microsoft.com/office/drawing/2014/main" id="{3DF5B29A-AD36-4426-B02B-7F2CF252D572}"/>
              </a:ext>
            </a:extLst>
          </p:cNvPr>
          <p:cNvSpPr>
            <a:spLocks noGrp="1"/>
          </p:cNvSpPr>
          <p:nvPr/>
        </p:nvSpPr>
        <p:spPr>
          <a:xfrm>
            <a:off x="4342295" y="6455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2" name="30ga_7_tuned_PredictedAtoms_17">
            <a:extLst>
              <a:ext uri="{FF2B5EF4-FFF2-40B4-BE49-F238E27FC236}">
                <a16:creationId xmlns:a16="http://schemas.microsoft.com/office/drawing/2014/main" id="{93423E35-9F5B-43E9-95DC-1DE5F76AC29F}"/>
              </a:ext>
            </a:extLst>
          </p:cNvPr>
          <p:cNvSpPr>
            <a:spLocks noGrp="1"/>
          </p:cNvSpPr>
          <p:nvPr/>
        </p:nvSpPr>
        <p:spPr>
          <a:xfrm>
            <a:off x="4231797" y="65591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3" name="30ga_7_tuned_PredictedAtoms_18">
            <a:extLst>
              <a:ext uri="{FF2B5EF4-FFF2-40B4-BE49-F238E27FC236}">
                <a16:creationId xmlns:a16="http://schemas.microsoft.com/office/drawing/2014/main" id="{E214F966-0488-481F-806F-4B5CE7DEC3DA}"/>
              </a:ext>
            </a:extLst>
          </p:cNvPr>
          <p:cNvSpPr>
            <a:spLocks noGrp="1"/>
          </p:cNvSpPr>
          <p:nvPr/>
        </p:nvSpPr>
        <p:spPr>
          <a:xfrm>
            <a:off x="4349864" y="65762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4" name="30ga_7_tuned_PredictedAtoms_19">
            <a:extLst>
              <a:ext uri="{FF2B5EF4-FFF2-40B4-BE49-F238E27FC236}">
                <a16:creationId xmlns:a16="http://schemas.microsoft.com/office/drawing/2014/main" id="{1EEC7E53-7351-4682-B5F3-B71D595646FA}"/>
              </a:ext>
            </a:extLst>
          </p:cNvPr>
          <p:cNvSpPr>
            <a:spLocks noGrp="1"/>
          </p:cNvSpPr>
          <p:nvPr/>
        </p:nvSpPr>
        <p:spPr>
          <a:xfrm>
            <a:off x="4046574" y="64438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5" name="30ga_7_tuned_PredictedAtoms_20">
            <a:extLst>
              <a:ext uri="{FF2B5EF4-FFF2-40B4-BE49-F238E27FC236}">
                <a16:creationId xmlns:a16="http://schemas.microsoft.com/office/drawing/2014/main" id="{8C714087-4D29-438A-8F5A-359814D39F95}"/>
              </a:ext>
            </a:extLst>
          </p:cNvPr>
          <p:cNvSpPr>
            <a:spLocks noGrp="1"/>
          </p:cNvSpPr>
          <p:nvPr/>
        </p:nvSpPr>
        <p:spPr>
          <a:xfrm>
            <a:off x="4182597" y="6762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6" name="30ga_7_tuned_PredictedAtoms_21">
            <a:extLst>
              <a:ext uri="{FF2B5EF4-FFF2-40B4-BE49-F238E27FC236}">
                <a16:creationId xmlns:a16="http://schemas.microsoft.com/office/drawing/2014/main" id="{1F88F689-7B7E-4B24-8AD9-9BF1EB55979B}"/>
              </a:ext>
            </a:extLst>
          </p:cNvPr>
          <p:cNvSpPr>
            <a:spLocks noGrp="1"/>
          </p:cNvSpPr>
          <p:nvPr/>
        </p:nvSpPr>
        <p:spPr>
          <a:xfrm>
            <a:off x="3995012" y="6882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7" name="30ga_7_tuned_PredictedAtoms_22">
            <a:extLst>
              <a:ext uri="{FF2B5EF4-FFF2-40B4-BE49-F238E27FC236}">
                <a16:creationId xmlns:a16="http://schemas.microsoft.com/office/drawing/2014/main" id="{A7B90BD6-826E-439D-AB58-6FFE23D3EE05}"/>
              </a:ext>
            </a:extLst>
          </p:cNvPr>
          <p:cNvSpPr>
            <a:spLocks noGrp="1"/>
          </p:cNvSpPr>
          <p:nvPr/>
        </p:nvSpPr>
        <p:spPr>
          <a:xfrm>
            <a:off x="3945603" y="69084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8" name="30ga_7_tuned_PredictedAtoms_23">
            <a:extLst>
              <a:ext uri="{FF2B5EF4-FFF2-40B4-BE49-F238E27FC236}">
                <a16:creationId xmlns:a16="http://schemas.microsoft.com/office/drawing/2014/main" id="{B2ACE238-6CF1-4154-8632-C4B361B8BB8E}"/>
              </a:ext>
            </a:extLst>
          </p:cNvPr>
          <p:cNvSpPr>
            <a:spLocks noGrp="1"/>
          </p:cNvSpPr>
          <p:nvPr/>
        </p:nvSpPr>
        <p:spPr>
          <a:xfrm>
            <a:off x="4022825" y="708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9" name="30ga_7_tuned_PredictedAtoms_24">
            <a:extLst>
              <a:ext uri="{FF2B5EF4-FFF2-40B4-BE49-F238E27FC236}">
                <a16:creationId xmlns:a16="http://schemas.microsoft.com/office/drawing/2014/main" id="{0916E82C-8EA0-410F-838D-6254D2A05A1E}"/>
              </a:ext>
            </a:extLst>
          </p:cNvPr>
          <p:cNvSpPr>
            <a:spLocks noGrp="1"/>
          </p:cNvSpPr>
          <p:nvPr/>
        </p:nvSpPr>
        <p:spPr>
          <a:xfrm>
            <a:off x="3819769" y="6773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0" name="30ga_7_tuned_PredictedAtoms_25">
            <a:extLst>
              <a:ext uri="{FF2B5EF4-FFF2-40B4-BE49-F238E27FC236}">
                <a16:creationId xmlns:a16="http://schemas.microsoft.com/office/drawing/2014/main" id="{AFEB3255-9D98-4C2B-A869-1550B8A01706}"/>
              </a:ext>
            </a:extLst>
          </p:cNvPr>
          <p:cNvSpPr>
            <a:spLocks noGrp="1"/>
          </p:cNvSpPr>
          <p:nvPr/>
        </p:nvSpPr>
        <p:spPr>
          <a:xfrm>
            <a:off x="3600532" y="675647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1" name="30ga_7_tuned_PredictedAtoms_26">
            <a:extLst>
              <a:ext uri="{FF2B5EF4-FFF2-40B4-BE49-F238E27FC236}">
                <a16:creationId xmlns:a16="http://schemas.microsoft.com/office/drawing/2014/main" id="{2F6C06FB-0E7E-49A2-B197-F48B07D994F4}"/>
              </a:ext>
            </a:extLst>
          </p:cNvPr>
          <p:cNvSpPr>
            <a:spLocks noGrp="1"/>
          </p:cNvSpPr>
          <p:nvPr/>
        </p:nvSpPr>
        <p:spPr>
          <a:xfrm>
            <a:off x="3590998" y="660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2" name="30ga_7_tuned_PredictedAtoms_27">
            <a:extLst>
              <a:ext uri="{FF2B5EF4-FFF2-40B4-BE49-F238E27FC236}">
                <a16:creationId xmlns:a16="http://schemas.microsoft.com/office/drawing/2014/main" id="{DFD28B87-35B6-424F-895B-008B926C80B2}"/>
              </a:ext>
            </a:extLst>
          </p:cNvPr>
          <p:cNvSpPr>
            <a:spLocks noGrp="1"/>
          </p:cNvSpPr>
          <p:nvPr/>
        </p:nvSpPr>
        <p:spPr>
          <a:xfrm>
            <a:off x="3539769" y="69553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3" name="30ga_7_tuned_PredictedAtoms_28">
            <a:extLst>
              <a:ext uri="{FF2B5EF4-FFF2-40B4-BE49-F238E27FC236}">
                <a16:creationId xmlns:a16="http://schemas.microsoft.com/office/drawing/2014/main" id="{E5232D21-87EF-4761-9197-42A937D92FCC}"/>
              </a:ext>
            </a:extLst>
          </p:cNvPr>
          <p:cNvSpPr>
            <a:spLocks noGrp="1"/>
          </p:cNvSpPr>
          <p:nvPr/>
        </p:nvSpPr>
        <p:spPr>
          <a:xfrm>
            <a:off x="3467701" y="67107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4" name="30ga_7_tuned_PredictedAtoms_29">
            <a:extLst>
              <a:ext uri="{FF2B5EF4-FFF2-40B4-BE49-F238E27FC236}">
                <a16:creationId xmlns:a16="http://schemas.microsoft.com/office/drawing/2014/main" id="{7C8C2B1B-EB78-48F3-A3AA-5E7C66BCCBCD}"/>
              </a:ext>
            </a:extLst>
          </p:cNvPr>
          <p:cNvSpPr>
            <a:spLocks noGrp="1"/>
          </p:cNvSpPr>
          <p:nvPr/>
        </p:nvSpPr>
        <p:spPr>
          <a:xfrm>
            <a:off x="4742130" y="63408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5" name="stage3-cases-alternatives_36">
            <a:extLst>
              <a:ext uri="{FF2B5EF4-FFF2-40B4-BE49-F238E27FC236}">
                <a16:creationId xmlns:a16="http://schemas.microsoft.com/office/drawing/2014/main" id="{F2E607E0-404A-4883-9401-74D4278EC9E8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0.72 Å   D 97%   Clash 0</a:t>
            </a:r>
          </a:p>
        </p:txBody>
      </p:sp>
      <p:sp>
        <p:nvSpPr>
          <p:cNvPr id="1146" name="30ga_7_build_Receptor">
            <a:extLst>
              <a:ext uri="{FF2B5EF4-FFF2-40B4-BE49-F238E27FC236}">
                <a16:creationId xmlns:a16="http://schemas.microsoft.com/office/drawing/2014/main" id="{7F1DAE64-C430-4036-A53F-120EB21F442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47" name="30ga_7_build_ExperimentalDensity">
            <a:extLst>
              <a:ext uri="{FF2B5EF4-FFF2-40B4-BE49-F238E27FC236}">
                <a16:creationId xmlns:a16="http://schemas.microsoft.com/office/drawing/2014/main" id="{7BF1126A-8641-44AD-A7EF-8B1A73EAB33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48" name="30ga_7_build_ReferenceLigand_0">
            <a:extLst>
              <a:ext uri="{FF2B5EF4-FFF2-40B4-BE49-F238E27FC236}">
                <a16:creationId xmlns:a16="http://schemas.microsoft.com/office/drawing/2014/main" id="{BA3D317E-4482-4B65-9A62-E23D6D7A413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9" name="30ga_7_build_ReferenceLigand_1">
            <a:extLst>
              <a:ext uri="{FF2B5EF4-FFF2-40B4-BE49-F238E27FC236}">
                <a16:creationId xmlns:a16="http://schemas.microsoft.com/office/drawing/2014/main" id="{22B56B4A-2673-4505-AE59-680E826304A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0" name="30ga_7_build_ReferenceLigand_2">
            <a:extLst>
              <a:ext uri="{FF2B5EF4-FFF2-40B4-BE49-F238E27FC236}">
                <a16:creationId xmlns:a16="http://schemas.microsoft.com/office/drawing/2014/main" id="{67BC5BCA-7CD7-4578-A485-D6C04859AF6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1" name="30ga_7_build_ReferenceLigand_3">
            <a:extLst>
              <a:ext uri="{FF2B5EF4-FFF2-40B4-BE49-F238E27FC236}">
                <a16:creationId xmlns:a16="http://schemas.microsoft.com/office/drawing/2014/main" id="{6CB15586-0045-41EE-9076-C043805897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2" name="30ga_7_build_ReferenceLigand_4">
            <a:extLst>
              <a:ext uri="{FF2B5EF4-FFF2-40B4-BE49-F238E27FC236}">
                <a16:creationId xmlns:a16="http://schemas.microsoft.com/office/drawing/2014/main" id="{1F94459F-2E5A-4913-8746-1FF0DD8AB80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3" name="30ga_7_build_ReferenceLigand_5">
            <a:extLst>
              <a:ext uri="{FF2B5EF4-FFF2-40B4-BE49-F238E27FC236}">
                <a16:creationId xmlns:a16="http://schemas.microsoft.com/office/drawing/2014/main" id="{C81F8746-C7C1-4C2A-AAD7-020BE6AD4E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4" name="30ga_7_build_ReferenceLigand_6">
            <a:extLst>
              <a:ext uri="{FF2B5EF4-FFF2-40B4-BE49-F238E27FC236}">
                <a16:creationId xmlns:a16="http://schemas.microsoft.com/office/drawing/2014/main" id="{13D07D8A-4F84-46BA-944C-A7C57C48C30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5" name="30ga_7_build_ReferenceLigand_7">
            <a:extLst>
              <a:ext uri="{FF2B5EF4-FFF2-40B4-BE49-F238E27FC236}">
                <a16:creationId xmlns:a16="http://schemas.microsoft.com/office/drawing/2014/main" id="{94012FB0-E4CD-4390-8538-08A71E10C7D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6" name="30ga_7_build_ReferenceLigand_8">
            <a:extLst>
              <a:ext uri="{FF2B5EF4-FFF2-40B4-BE49-F238E27FC236}">
                <a16:creationId xmlns:a16="http://schemas.microsoft.com/office/drawing/2014/main" id="{1FA9A114-ACB7-4DC8-B42E-3849604D7F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7" name="30ga_7_build_ReferenceLigand_9">
            <a:extLst>
              <a:ext uri="{FF2B5EF4-FFF2-40B4-BE49-F238E27FC236}">
                <a16:creationId xmlns:a16="http://schemas.microsoft.com/office/drawing/2014/main" id="{BF1DE92B-8969-49A6-A4BC-980D7C556A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8" name="30ga_7_build_ReferenceLigand_10">
            <a:extLst>
              <a:ext uri="{FF2B5EF4-FFF2-40B4-BE49-F238E27FC236}">
                <a16:creationId xmlns:a16="http://schemas.microsoft.com/office/drawing/2014/main" id="{B2F49158-1406-4C04-AD9C-E465BCBC5A7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9" name="30ga_7_build_ReferenceLigand_11">
            <a:extLst>
              <a:ext uri="{FF2B5EF4-FFF2-40B4-BE49-F238E27FC236}">
                <a16:creationId xmlns:a16="http://schemas.microsoft.com/office/drawing/2014/main" id="{FBF77300-C819-486C-B1D0-8E1AAD4A34E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0" name="30ga_7_build_ReferenceLigand_12">
            <a:extLst>
              <a:ext uri="{FF2B5EF4-FFF2-40B4-BE49-F238E27FC236}">
                <a16:creationId xmlns:a16="http://schemas.microsoft.com/office/drawing/2014/main" id="{86A3C4F6-2839-4E24-8157-6CD978A64F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1" name="30ga_7_build_ReferenceLigand_13">
            <a:extLst>
              <a:ext uri="{FF2B5EF4-FFF2-40B4-BE49-F238E27FC236}">
                <a16:creationId xmlns:a16="http://schemas.microsoft.com/office/drawing/2014/main" id="{FC87F7E4-EA17-43F0-8D9E-C7C67484C74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2" name="30ga_7_build_ReferenceLigand_14">
            <a:extLst>
              <a:ext uri="{FF2B5EF4-FFF2-40B4-BE49-F238E27FC236}">
                <a16:creationId xmlns:a16="http://schemas.microsoft.com/office/drawing/2014/main" id="{6D8C7836-1DC1-4EB7-9C5F-E2833FB386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3" name="30ga_7_build_ReferenceLigand_15">
            <a:extLst>
              <a:ext uri="{FF2B5EF4-FFF2-40B4-BE49-F238E27FC236}">
                <a16:creationId xmlns:a16="http://schemas.microsoft.com/office/drawing/2014/main" id="{FB8E110A-6199-4BA1-9FDF-2E8B22B8A47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4" name="30ga_7_build_ReferenceLigand_16">
            <a:extLst>
              <a:ext uri="{FF2B5EF4-FFF2-40B4-BE49-F238E27FC236}">
                <a16:creationId xmlns:a16="http://schemas.microsoft.com/office/drawing/2014/main" id="{99FCA0CF-DC13-4ECE-BA3A-FB7776B8910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5" name="30ga_7_build_ReferenceLigand_17">
            <a:extLst>
              <a:ext uri="{FF2B5EF4-FFF2-40B4-BE49-F238E27FC236}">
                <a16:creationId xmlns:a16="http://schemas.microsoft.com/office/drawing/2014/main" id="{6376D327-1A10-4DBC-8945-720ECC2697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6" name="30ga_7_build_ReferenceLigand_18">
            <a:extLst>
              <a:ext uri="{FF2B5EF4-FFF2-40B4-BE49-F238E27FC236}">
                <a16:creationId xmlns:a16="http://schemas.microsoft.com/office/drawing/2014/main" id="{86B72CC9-8551-4824-9C85-DD31DCED623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7" name="30ga_7_build_ReferenceLigand_19">
            <a:extLst>
              <a:ext uri="{FF2B5EF4-FFF2-40B4-BE49-F238E27FC236}">
                <a16:creationId xmlns:a16="http://schemas.microsoft.com/office/drawing/2014/main" id="{D649BA3E-C4F9-4EF4-901F-E4EBBF66CCA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8" name="30ga_7_build_ReferenceLigand_20">
            <a:extLst>
              <a:ext uri="{FF2B5EF4-FFF2-40B4-BE49-F238E27FC236}">
                <a16:creationId xmlns:a16="http://schemas.microsoft.com/office/drawing/2014/main" id="{E6C1911A-9759-4AE4-91D2-E7A846105C9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9" name="30ga_7_build_ReferenceLigand_21">
            <a:extLst>
              <a:ext uri="{FF2B5EF4-FFF2-40B4-BE49-F238E27FC236}">
                <a16:creationId xmlns:a16="http://schemas.microsoft.com/office/drawing/2014/main" id="{0BA52002-52F4-4DF4-9355-4FAC47ACFED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0" name="30ga_7_build_ReferenceLigand_22">
            <a:extLst>
              <a:ext uri="{FF2B5EF4-FFF2-40B4-BE49-F238E27FC236}">
                <a16:creationId xmlns:a16="http://schemas.microsoft.com/office/drawing/2014/main" id="{42736907-355C-4E49-9A72-C0B128A7BE0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1" name="30ga_7_build_ReferenceLigand_23">
            <a:extLst>
              <a:ext uri="{FF2B5EF4-FFF2-40B4-BE49-F238E27FC236}">
                <a16:creationId xmlns:a16="http://schemas.microsoft.com/office/drawing/2014/main" id="{5301DC66-1826-4953-A9BF-1FA53ACB628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2" name="30ga_7_build_ReferenceLigand_24">
            <a:extLst>
              <a:ext uri="{FF2B5EF4-FFF2-40B4-BE49-F238E27FC236}">
                <a16:creationId xmlns:a16="http://schemas.microsoft.com/office/drawing/2014/main" id="{6BCDF856-C9BC-4B9E-93AE-863152EBC6D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3" name="30ga_7_build_ReferenceLigand_25">
            <a:extLst>
              <a:ext uri="{FF2B5EF4-FFF2-40B4-BE49-F238E27FC236}">
                <a16:creationId xmlns:a16="http://schemas.microsoft.com/office/drawing/2014/main" id="{72A6D94B-697B-4B14-A6DA-6BDCE98CFB9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4" name="30ga_7_build_ReferenceLigand_26">
            <a:extLst>
              <a:ext uri="{FF2B5EF4-FFF2-40B4-BE49-F238E27FC236}">
                <a16:creationId xmlns:a16="http://schemas.microsoft.com/office/drawing/2014/main" id="{6D2DB049-4044-4E15-95B9-F3E78F1CE5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5" name="30ga_7_build_ReferenceLigand_27">
            <a:extLst>
              <a:ext uri="{FF2B5EF4-FFF2-40B4-BE49-F238E27FC236}">
                <a16:creationId xmlns:a16="http://schemas.microsoft.com/office/drawing/2014/main" id="{C96EBECD-8181-44B8-84F6-B74AF43F9B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6" name="30ga_7_build_ReferenceLigand_28">
            <a:extLst>
              <a:ext uri="{FF2B5EF4-FFF2-40B4-BE49-F238E27FC236}">
                <a16:creationId xmlns:a16="http://schemas.microsoft.com/office/drawing/2014/main" id="{ABDF2171-43F8-4051-9707-A833DB4EC16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7" name="30ga_7_build_ReferenceLigand_29">
            <a:extLst>
              <a:ext uri="{FF2B5EF4-FFF2-40B4-BE49-F238E27FC236}">
                <a16:creationId xmlns:a16="http://schemas.microsoft.com/office/drawing/2014/main" id="{ACB38244-1CD3-46AF-A6F2-2A1A01F702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8" name="30ga_7_build_ReferenceLigand_30">
            <a:extLst>
              <a:ext uri="{FF2B5EF4-FFF2-40B4-BE49-F238E27FC236}">
                <a16:creationId xmlns:a16="http://schemas.microsoft.com/office/drawing/2014/main" id="{9A308718-FFF9-49F4-8F9C-84669CB020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9" name="30ga_7_build_ReferenceLigand_31">
            <a:extLst>
              <a:ext uri="{FF2B5EF4-FFF2-40B4-BE49-F238E27FC236}">
                <a16:creationId xmlns:a16="http://schemas.microsoft.com/office/drawing/2014/main" id="{8CB5CEC4-899B-4510-9DB2-4BF362C995C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0" name="30ga_7_build_ReferenceLigand_32">
            <a:extLst>
              <a:ext uri="{FF2B5EF4-FFF2-40B4-BE49-F238E27FC236}">
                <a16:creationId xmlns:a16="http://schemas.microsoft.com/office/drawing/2014/main" id="{94FEB935-2DD5-4329-AFD7-30D65232F1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1" name="30ga_7_build_PredictedLigand_0">
            <a:extLst>
              <a:ext uri="{FF2B5EF4-FFF2-40B4-BE49-F238E27FC236}">
                <a16:creationId xmlns:a16="http://schemas.microsoft.com/office/drawing/2014/main" id="{3167B5BF-B769-458A-B974-45C857F0FC6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85878" y="4970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2" name="30ga_7_build_PredictedLigand_1">
            <a:extLst>
              <a:ext uri="{FF2B5EF4-FFF2-40B4-BE49-F238E27FC236}">
                <a16:creationId xmlns:a16="http://schemas.microsoft.com/office/drawing/2014/main" id="{4F8E75F4-E4A2-45EB-8483-CD34C574BD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1626" y="961344"/>
                </a:moveTo>
                <a:lnTo>
                  <a:pt x="2084519" y="945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3" name="30ga_7_build_PredictedLigand_2">
            <a:extLst>
              <a:ext uri="{FF2B5EF4-FFF2-40B4-BE49-F238E27FC236}">
                <a16:creationId xmlns:a16="http://schemas.microsoft.com/office/drawing/2014/main" id="{DD65AB64-05C1-422B-B77D-900DFF78C63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4519" y="945658"/>
                </a:moveTo>
                <a:lnTo>
                  <a:pt x="1946406" y="9076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4" name="30ga_7_build_PredictedLigand_3">
            <a:extLst>
              <a:ext uri="{FF2B5EF4-FFF2-40B4-BE49-F238E27FC236}">
                <a16:creationId xmlns:a16="http://schemas.microsoft.com/office/drawing/2014/main" id="{B0079353-0429-4BAC-9162-B593D7F801E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1617" y="492828"/>
                </a:moveTo>
                <a:lnTo>
                  <a:pt x="945816" y="4866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5" name="30ga_7_build_PredictedLigand_4">
            <a:extLst>
              <a:ext uri="{FF2B5EF4-FFF2-40B4-BE49-F238E27FC236}">
                <a16:creationId xmlns:a16="http://schemas.microsoft.com/office/drawing/2014/main" id="{4B4402E2-0E67-4C3C-B897-585E001B8C8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4133" y="304388"/>
                </a:moveTo>
                <a:lnTo>
                  <a:pt x="2105805" y="1720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6" name="30ga_7_build_PredictedLigand_5">
            <a:extLst>
              <a:ext uri="{FF2B5EF4-FFF2-40B4-BE49-F238E27FC236}">
                <a16:creationId xmlns:a16="http://schemas.microsoft.com/office/drawing/2014/main" id="{E77D760E-DCE7-4F4A-ACB5-FBED5461B7A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617179" y="799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7" name="30ga_7_build_PredictedLigand_6">
            <a:extLst>
              <a:ext uri="{FF2B5EF4-FFF2-40B4-BE49-F238E27FC236}">
                <a16:creationId xmlns:a16="http://schemas.microsoft.com/office/drawing/2014/main" id="{057DE6F7-4FA5-4CB0-85AA-1F336ACA865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2643" y="2857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8" name="30ga_7_build_PredictedLigand_7">
            <a:extLst>
              <a:ext uri="{FF2B5EF4-FFF2-40B4-BE49-F238E27FC236}">
                <a16:creationId xmlns:a16="http://schemas.microsoft.com/office/drawing/2014/main" id="{C02FA039-ECC9-48C1-8817-20F3CD87A15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82" y="343756"/>
                </a:moveTo>
                <a:lnTo>
                  <a:pt x="1994133" y="3043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9" name="30ga_7_build_PredictedLigand_8">
            <a:extLst>
              <a:ext uri="{FF2B5EF4-FFF2-40B4-BE49-F238E27FC236}">
                <a16:creationId xmlns:a16="http://schemas.microsoft.com/office/drawing/2014/main" id="{75D6CCAF-64E7-4D90-A028-03943C822DB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0" name="30ga_7_build_PredictedLigand_9">
            <a:extLst>
              <a:ext uri="{FF2B5EF4-FFF2-40B4-BE49-F238E27FC236}">
                <a16:creationId xmlns:a16="http://schemas.microsoft.com/office/drawing/2014/main" id="{07C129B0-98F3-48BD-B9FE-36095A0F43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6406" y="907680"/>
                </a:moveTo>
                <a:lnTo>
                  <a:pt x="2033314" y="6871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1" name="30ga_7_build_PredictedLigand_10">
            <a:extLst>
              <a:ext uri="{FF2B5EF4-FFF2-40B4-BE49-F238E27FC236}">
                <a16:creationId xmlns:a16="http://schemas.microsoft.com/office/drawing/2014/main" id="{A727DEFC-13C9-4ACD-AFC1-B77D793D23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532893" y="4205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2" name="30ga_7_build_PredictedLigand_11">
            <a:extLst>
              <a:ext uri="{FF2B5EF4-FFF2-40B4-BE49-F238E27FC236}">
                <a16:creationId xmlns:a16="http://schemas.microsoft.com/office/drawing/2014/main" id="{37B73878-575F-434F-9CD2-569EA659D2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392258" y="4979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3" name="30ga_7_build_PredictedLigand_12">
            <a:extLst>
              <a:ext uri="{FF2B5EF4-FFF2-40B4-BE49-F238E27FC236}">
                <a16:creationId xmlns:a16="http://schemas.microsoft.com/office/drawing/2014/main" id="{DB82F522-AFC2-49DF-A3F3-06E08D552DF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4" name="30ga_7_build_PredictedLigand_13">
            <a:extLst>
              <a:ext uri="{FF2B5EF4-FFF2-40B4-BE49-F238E27FC236}">
                <a16:creationId xmlns:a16="http://schemas.microsoft.com/office/drawing/2014/main" id="{22A54257-85DA-4CCC-8EA9-AF7587B5791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5" name="30ga_7_build_PredictedLigand_14">
            <a:extLst>
              <a:ext uri="{FF2B5EF4-FFF2-40B4-BE49-F238E27FC236}">
                <a16:creationId xmlns:a16="http://schemas.microsoft.com/office/drawing/2014/main" id="{A27460DC-B344-4F9E-B32D-1FFCC501E82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1867" y="671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6" name="30ga_7_build_PredictedLigand_15">
            <a:extLst>
              <a:ext uri="{FF2B5EF4-FFF2-40B4-BE49-F238E27FC236}">
                <a16:creationId xmlns:a16="http://schemas.microsoft.com/office/drawing/2014/main" id="{7CC8656B-2FD6-4564-969B-A87CC4268B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221626" y="9613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7" name="30ga_7_build_PredictedLigand_16">
            <a:extLst>
              <a:ext uri="{FF2B5EF4-FFF2-40B4-BE49-F238E27FC236}">
                <a16:creationId xmlns:a16="http://schemas.microsoft.com/office/drawing/2014/main" id="{E8D74791-136D-40A7-9873-7ECB75E16EA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8" name="30ga_7_build_PredictedLigand_17">
            <a:extLst>
              <a:ext uri="{FF2B5EF4-FFF2-40B4-BE49-F238E27FC236}">
                <a16:creationId xmlns:a16="http://schemas.microsoft.com/office/drawing/2014/main" id="{77E7D72F-A7EE-4A4C-8ECB-AE59ABD9DBB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893" y="420529"/>
                </a:moveTo>
                <a:lnTo>
                  <a:pt x="1427579" y="4269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9" name="30ga_7_build_PredictedLigand_18">
            <a:extLst>
              <a:ext uri="{FF2B5EF4-FFF2-40B4-BE49-F238E27FC236}">
                <a16:creationId xmlns:a16="http://schemas.microsoft.com/office/drawing/2014/main" id="{7EBF7274-88C1-48DE-80EA-7D170B78E23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057" y="359521"/>
                </a:moveTo>
                <a:lnTo>
                  <a:pt x="1161617" y="492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0" name="30ga_7_build_PredictedLigand_19">
            <a:extLst>
              <a:ext uri="{FF2B5EF4-FFF2-40B4-BE49-F238E27FC236}">
                <a16:creationId xmlns:a16="http://schemas.microsoft.com/office/drawing/2014/main" id="{D0C565DE-CB33-4746-AA25-DE6F55EE07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9212" y="682584"/>
                </a:moveTo>
                <a:lnTo>
                  <a:pt x="2292426" y="6200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1" name="30ga_7_build_PredictedLigand_20">
            <a:extLst>
              <a:ext uri="{FF2B5EF4-FFF2-40B4-BE49-F238E27FC236}">
                <a16:creationId xmlns:a16="http://schemas.microsoft.com/office/drawing/2014/main" id="{216FA50C-D2B2-44A0-8AC7-694FE2B3A05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1867" y="671894"/>
                </a:moveTo>
                <a:lnTo>
                  <a:pt x="696201" y="7818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2" name="30ga_7_build_PredictedLigand_21">
            <a:extLst>
              <a:ext uri="{FF2B5EF4-FFF2-40B4-BE49-F238E27FC236}">
                <a16:creationId xmlns:a16="http://schemas.microsoft.com/office/drawing/2014/main" id="{6A4F3DE9-5902-42AA-8F41-A18CC02FC04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47395" y="7654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3" name="30ga_7_build_PredictedLigand_22">
            <a:extLst>
              <a:ext uri="{FF2B5EF4-FFF2-40B4-BE49-F238E27FC236}">
                <a16:creationId xmlns:a16="http://schemas.microsoft.com/office/drawing/2014/main" id="{BE43A8A7-C6DB-44C9-913E-EA89DF2D13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257057" y="3595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4" name="30ga_7_build_PredictedLigand_23">
            <a:extLst>
              <a:ext uri="{FF2B5EF4-FFF2-40B4-BE49-F238E27FC236}">
                <a16:creationId xmlns:a16="http://schemas.microsoft.com/office/drawing/2014/main" id="{BB5E9979-A036-43C6-93AD-1E5D8D8067B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709675" y="95993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5" name="30ga_7_build_PredictedLigand_24">
            <a:extLst>
              <a:ext uri="{FF2B5EF4-FFF2-40B4-BE49-F238E27FC236}">
                <a16:creationId xmlns:a16="http://schemas.microsoft.com/office/drawing/2014/main" id="{1CAC2CE4-D8D4-4044-A352-A84185CCAFB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844" y="571037"/>
                </a:moveTo>
                <a:lnTo>
                  <a:pt x="1734394" y="485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6" name="30ga_7_build_PredictedLigand_25">
            <a:extLst>
              <a:ext uri="{FF2B5EF4-FFF2-40B4-BE49-F238E27FC236}">
                <a16:creationId xmlns:a16="http://schemas.microsoft.com/office/drawing/2014/main" id="{84F3EF7A-E0EE-41BA-BA8B-7B27991819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533986" y="6509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7" name="30ga_7_build_PredictedLigand_26">
            <a:extLst>
              <a:ext uri="{FF2B5EF4-FFF2-40B4-BE49-F238E27FC236}">
                <a16:creationId xmlns:a16="http://schemas.microsoft.com/office/drawing/2014/main" id="{FE5E0C2A-A235-4658-B1AC-B007A1E4496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421364" y="4853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8" name="30ga_7_build_PredictedLigand_27">
            <a:extLst>
              <a:ext uri="{FF2B5EF4-FFF2-40B4-BE49-F238E27FC236}">
                <a16:creationId xmlns:a16="http://schemas.microsoft.com/office/drawing/2014/main" id="{8F2EE781-CD20-416F-9B7F-4D9BE4B8E6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3986" y="650990"/>
                </a:moveTo>
                <a:lnTo>
                  <a:pt x="358875" y="5793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9" name="30ga_7_build_PredictedLigand_28">
            <a:extLst>
              <a:ext uri="{FF2B5EF4-FFF2-40B4-BE49-F238E27FC236}">
                <a16:creationId xmlns:a16="http://schemas.microsoft.com/office/drawing/2014/main" id="{D6C172A5-24E4-446F-B3FA-E09BE6C9036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65701" y="4449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0" name="30ga_7_build_PredictedLigand_29">
            <a:extLst>
              <a:ext uri="{FF2B5EF4-FFF2-40B4-BE49-F238E27FC236}">
                <a16:creationId xmlns:a16="http://schemas.microsoft.com/office/drawing/2014/main" id="{B141E6FD-7634-4D7E-B770-4FD2F39B921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511630" y="5312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1" name="30ga_7_build_PredictedLigand_30">
            <a:extLst>
              <a:ext uri="{FF2B5EF4-FFF2-40B4-BE49-F238E27FC236}">
                <a16:creationId xmlns:a16="http://schemas.microsoft.com/office/drawing/2014/main" id="{C51C5BFA-4F5D-4F0D-9B66-1DC337B2B65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4647" y="765091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2" name="30ga_7_build_PredictedLigand_31">
            <a:extLst>
              <a:ext uri="{FF2B5EF4-FFF2-40B4-BE49-F238E27FC236}">
                <a16:creationId xmlns:a16="http://schemas.microsoft.com/office/drawing/2014/main" id="{8037EE04-4D40-430A-B279-22DAC911F6E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3" name="30ga_7_build_PredictedLigand_32">
            <a:extLst>
              <a:ext uri="{FF2B5EF4-FFF2-40B4-BE49-F238E27FC236}">
                <a16:creationId xmlns:a16="http://schemas.microsoft.com/office/drawing/2014/main" id="{3881C91D-B0E1-49D8-9FEC-A70FB58C94F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426441" y="7008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4" name="30ga_7_build_PredictedAtoms_0">
            <a:extLst>
              <a:ext uri="{FF2B5EF4-FFF2-40B4-BE49-F238E27FC236}">
                <a16:creationId xmlns:a16="http://schemas.microsoft.com/office/drawing/2014/main" id="{575AC0A2-4B68-4980-B3DA-F64057A5CC99}"/>
              </a:ext>
            </a:extLst>
          </p:cNvPr>
          <p:cNvSpPr>
            <a:spLocks noGrp="1"/>
          </p:cNvSpPr>
          <p:nvPr/>
        </p:nvSpPr>
        <p:spPr>
          <a:xfrm>
            <a:off x="7880654" y="69115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5" name="30ga_7_build_PredictedAtoms_1">
            <a:extLst>
              <a:ext uri="{FF2B5EF4-FFF2-40B4-BE49-F238E27FC236}">
                <a16:creationId xmlns:a16="http://schemas.microsoft.com/office/drawing/2014/main" id="{66AE87DB-AA73-4DB9-909C-898C3DA65C26}"/>
              </a:ext>
            </a:extLst>
          </p:cNvPr>
          <p:cNvSpPr>
            <a:spLocks noGrp="1"/>
          </p:cNvSpPr>
          <p:nvPr/>
        </p:nvSpPr>
        <p:spPr>
          <a:xfrm>
            <a:off x="7873852" y="67175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6" name="30ga_7_build_PredictedAtoms_2">
            <a:extLst>
              <a:ext uri="{FF2B5EF4-FFF2-40B4-BE49-F238E27FC236}">
                <a16:creationId xmlns:a16="http://schemas.microsoft.com/office/drawing/2014/main" id="{252C8BE0-3F80-4792-8F66-2F9A5A8CD258}"/>
              </a:ext>
            </a:extLst>
          </p:cNvPr>
          <p:cNvSpPr>
            <a:spLocks noGrp="1"/>
          </p:cNvSpPr>
          <p:nvPr/>
        </p:nvSpPr>
        <p:spPr>
          <a:xfrm>
            <a:off x="7890401" y="6632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7" name="30ga_7_build_PredictedAtoms_3">
            <a:extLst>
              <a:ext uri="{FF2B5EF4-FFF2-40B4-BE49-F238E27FC236}">
                <a16:creationId xmlns:a16="http://schemas.microsoft.com/office/drawing/2014/main" id="{34E34953-8538-4A19-8B42-0FF7D5F7DB3E}"/>
              </a:ext>
            </a:extLst>
          </p:cNvPr>
          <p:cNvSpPr>
            <a:spLocks noGrp="1"/>
          </p:cNvSpPr>
          <p:nvPr/>
        </p:nvSpPr>
        <p:spPr>
          <a:xfrm>
            <a:off x="8023689" y="64902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8" name="30ga_7_build_PredictedAtoms_4">
            <a:extLst>
              <a:ext uri="{FF2B5EF4-FFF2-40B4-BE49-F238E27FC236}">
                <a16:creationId xmlns:a16="http://schemas.microsoft.com/office/drawing/2014/main" id="{0786CED9-8125-4946-937D-C0AAB7614DFC}"/>
              </a:ext>
            </a:extLst>
          </p:cNvPr>
          <p:cNvSpPr>
            <a:spLocks noGrp="1"/>
          </p:cNvSpPr>
          <p:nvPr/>
        </p:nvSpPr>
        <p:spPr>
          <a:xfrm>
            <a:off x="8150140" y="64508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9" name="30ga_7_build_PredictedAtoms_5">
            <a:extLst>
              <a:ext uri="{FF2B5EF4-FFF2-40B4-BE49-F238E27FC236}">
                <a16:creationId xmlns:a16="http://schemas.microsoft.com/office/drawing/2014/main" id="{4439B394-1F7E-4493-80AE-79A945828DF4}"/>
              </a:ext>
            </a:extLst>
          </p:cNvPr>
          <p:cNvSpPr>
            <a:spLocks noGrp="1"/>
          </p:cNvSpPr>
          <p:nvPr/>
        </p:nvSpPr>
        <p:spPr>
          <a:xfrm>
            <a:off x="8261813" y="63184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0" name="30ga_7_build_PredictedAtoms_6">
            <a:extLst>
              <a:ext uri="{FF2B5EF4-FFF2-40B4-BE49-F238E27FC236}">
                <a16:creationId xmlns:a16="http://schemas.microsoft.com/office/drawing/2014/main" id="{1F3229B6-1B1D-42E5-A8E3-B7EC1CDFFA97}"/>
              </a:ext>
            </a:extLst>
          </p:cNvPr>
          <p:cNvSpPr>
            <a:spLocks noGrp="1"/>
          </p:cNvSpPr>
          <p:nvPr/>
        </p:nvSpPr>
        <p:spPr>
          <a:xfrm>
            <a:off x="8405220" y="68290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1" name="30ga_7_build_PredictedAtoms_7">
            <a:extLst>
              <a:ext uri="{FF2B5EF4-FFF2-40B4-BE49-F238E27FC236}">
                <a16:creationId xmlns:a16="http://schemas.microsoft.com/office/drawing/2014/main" id="{B2565179-9680-4505-AFD2-CDBA19B84FD1}"/>
              </a:ext>
            </a:extLst>
          </p:cNvPr>
          <p:cNvSpPr>
            <a:spLocks noGrp="1"/>
          </p:cNvSpPr>
          <p:nvPr/>
        </p:nvSpPr>
        <p:spPr>
          <a:xfrm>
            <a:off x="8448433" y="67665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2" name="30ga_7_build_PredictedAtoms_8">
            <a:extLst>
              <a:ext uri="{FF2B5EF4-FFF2-40B4-BE49-F238E27FC236}">
                <a16:creationId xmlns:a16="http://schemas.microsoft.com/office/drawing/2014/main" id="{6168C98F-6CF3-40DA-BBBE-FC2AA7116FF6}"/>
              </a:ext>
            </a:extLst>
          </p:cNvPr>
          <p:cNvSpPr>
            <a:spLocks noGrp="1"/>
          </p:cNvSpPr>
          <p:nvPr/>
        </p:nvSpPr>
        <p:spPr>
          <a:xfrm>
            <a:off x="8577372" y="66318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3" name="30ga_7_build_PredictedAtoms_9">
            <a:extLst>
              <a:ext uri="{FF2B5EF4-FFF2-40B4-BE49-F238E27FC236}">
                <a16:creationId xmlns:a16="http://schemas.microsoft.com/office/drawing/2014/main" id="{03F9A6C2-E573-4F11-A5C0-34868BFA6C15}"/>
              </a:ext>
            </a:extLst>
          </p:cNvPr>
          <p:cNvSpPr>
            <a:spLocks noGrp="1"/>
          </p:cNvSpPr>
          <p:nvPr/>
        </p:nvSpPr>
        <p:spPr>
          <a:xfrm>
            <a:off x="8377633" y="71078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4" name="30ga_7_build_PredictedAtoms_10">
            <a:extLst>
              <a:ext uri="{FF2B5EF4-FFF2-40B4-BE49-F238E27FC236}">
                <a16:creationId xmlns:a16="http://schemas.microsoft.com/office/drawing/2014/main" id="{3F6363E7-99F3-495F-ABC8-496B137191BA}"/>
              </a:ext>
            </a:extLst>
          </p:cNvPr>
          <p:cNvSpPr>
            <a:spLocks noGrp="1"/>
          </p:cNvSpPr>
          <p:nvPr/>
        </p:nvSpPr>
        <p:spPr>
          <a:xfrm>
            <a:off x="8240527" y="70921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5" name="30ga_7_build_PredictedAtoms_11">
            <a:extLst>
              <a:ext uri="{FF2B5EF4-FFF2-40B4-BE49-F238E27FC236}">
                <a16:creationId xmlns:a16="http://schemas.microsoft.com/office/drawing/2014/main" id="{C27A84F5-50C7-43C0-9761-3CAF1D87B3C1}"/>
              </a:ext>
            </a:extLst>
          </p:cNvPr>
          <p:cNvSpPr>
            <a:spLocks noGrp="1"/>
          </p:cNvSpPr>
          <p:nvPr/>
        </p:nvSpPr>
        <p:spPr>
          <a:xfrm>
            <a:off x="8102414" y="7054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6" name="30ga_7_build_PredictedAtoms_12">
            <a:extLst>
              <a:ext uri="{FF2B5EF4-FFF2-40B4-BE49-F238E27FC236}">
                <a16:creationId xmlns:a16="http://schemas.microsoft.com/office/drawing/2014/main" id="{3BBF3EE5-F628-43DC-AF91-BF8165BD62BC}"/>
              </a:ext>
            </a:extLst>
          </p:cNvPr>
          <p:cNvSpPr>
            <a:spLocks noGrp="1"/>
          </p:cNvSpPr>
          <p:nvPr/>
        </p:nvSpPr>
        <p:spPr>
          <a:xfrm>
            <a:off x="8189322" y="6833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7" name="30ga_7_build_PredictedAtoms_13">
            <a:extLst>
              <a:ext uri="{FF2B5EF4-FFF2-40B4-BE49-F238E27FC236}">
                <a16:creationId xmlns:a16="http://schemas.microsoft.com/office/drawing/2014/main" id="{4ECE29E9-6C9F-49ED-8158-211861FF5F0A}"/>
              </a:ext>
            </a:extLst>
          </p:cNvPr>
          <p:cNvSpPr>
            <a:spLocks noGrp="1"/>
          </p:cNvSpPr>
          <p:nvPr/>
        </p:nvSpPr>
        <p:spPr>
          <a:xfrm>
            <a:off x="7688900" y="656701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8" name="30ga_7_build_PredictedAtoms_14">
            <a:extLst>
              <a:ext uri="{FF2B5EF4-FFF2-40B4-BE49-F238E27FC236}">
                <a16:creationId xmlns:a16="http://schemas.microsoft.com/office/drawing/2014/main" id="{2506E1FC-66CE-4B84-A1DC-BCCC8890110A}"/>
              </a:ext>
            </a:extLst>
          </p:cNvPr>
          <p:cNvSpPr>
            <a:spLocks noGrp="1"/>
          </p:cNvSpPr>
          <p:nvPr/>
        </p:nvSpPr>
        <p:spPr>
          <a:xfrm>
            <a:off x="7583587" y="65734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9" name="30ga_7_build_PredictedAtoms_15">
            <a:extLst>
              <a:ext uri="{FF2B5EF4-FFF2-40B4-BE49-F238E27FC236}">
                <a16:creationId xmlns:a16="http://schemas.microsoft.com/office/drawing/2014/main" id="{CDA9B086-8D62-44B3-BF75-30227DB3BA3E}"/>
              </a:ext>
            </a:extLst>
          </p:cNvPr>
          <p:cNvSpPr>
            <a:spLocks noGrp="1"/>
          </p:cNvSpPr>
          <p:nvPr/>
        </p:nvSpPr>
        <p:spPr>
          <a:xfrm>
            <a:off x="7413065" y="65060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0" name="30ga_7_build_PredictedAtoms_16">
            <a:extLst>
              <a:ext uri="{FF2B5EF4-FFF2-40B4-BE49-F238E27FC236}">
                <a16:creationId xmlns:a16="http://schemas.microsoft.com/office/drawing/2014/main" id="{41263EF6-DCBC-4D02-9B54-F57162326D4B}"/>
              </a:ext>
            </a:extLst>
          </p:cNvPr>
          <p:cNvSpPr>
            <a:spLocks noGrp="1"/>
          </p:cNvSpPr>
          <p:nvPr/>
        </p:nvSpPr>
        <p:spPr>
          <a:xfrm>
            <a:off x="7317624" y="66393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1" name="30ga_7_build_PredictedAtoms_17">
            <a:extLst>
              <a:ext uri="{FF2B5EF4-FFF2-40B4-BE49-F238E27FC236}">
                <a16:creationId xmlns:a16="http://schemas.microsoft.com/office/drawing/2014/main" id="{238E4F16-CF9A-409A-8595-B24878FA9473}"/>
              </a:ext>
            </a:extLst>
          </p:cNvPr>
          <p:cNvSpPr>
            <a:spLocks noGrp="1"/>
          </p:cNvSpPr>
          <p:nvPr/>
        </p:nvSpPr>
        <p:spPr>
          <a:xfrm>
            <a:off x="7101824" y="66331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2" name="30ga_7_build_PredictedAtoms_18">
            <a:extLst>
              <a:ext uri="{FF2B5EF4-FFF2-40B4-BE49-F238E27FC236}">
                <a16:creationId xmlns:a16="http://schemas.microsoft.com/office/drawing/2014/main" id="{31B80B20-2C1C-4671-8498-7C683640851F}"/>
              </a:ext>
            </a:extLst>
          </p:cNvPr>
          <p:cNvSpPr>
            <a:spLocks noGrp="1"/>
          </p:cNvSpPr>
          <p:nvPr/>
        </p:nvSpPr>
        <p:spPr>
          <a:xfrm>
            <a:off x="7041886" y="66435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3" name="30ga_7_build_PredictedAtoms_19">
            <a:extLst>
              <a:ext uri="{FF2B5EF4-FFF2-40B4-BE49-F238E27FC236}">
                <a16:creationId xmlns:a16="http://schemas.microsoft.com/office/drawing/2014/main" id="{5FF251F3-05DA-44DD-81EB-2E6824CB55F0}"/>
              </a:ext>
            </a:extLst>
          </p:cNvPr>
          <p:cNvSpPr>
            <a:spLocks noGrp="1"/>
          </p:cNvSpPr>
          <p:nvPr/>
        </p:nvSpPr>
        <p:spPr>
          <a:xfrm>
            <a:off x="7048651" y="64322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4" name="30ga_7_build_PredictedAtoms_20">
            <a:extLst>
              <a:ext uri="{FF2B5EF4-FFF2-40B4-BE49-F238E27FC236}">
                <a16:creationId xmlns:a16="http://schemas.microsoft.com/office/drawing/2014/main" id="{7AD91395-9AE3-4A59-8D8C-2E06567E2C74}"/>
              </a:ext>
            </a:extLst>
          </p:cNvPr>
          <p:cNvSpPr>
            <a:spLocks noGrp="1"/>
          </p:cNvSpPr>
          <p:nvPr/>
        </p:nvSpPr>
        <p:spPr>
          <a:xfrm>
            <a:off x="7047875" y="68183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5" name="30ga_7_build_PredictedAtoms_21">
            <a:extLst>
              <a:ext uri="{FF2B5EF4-FFF2-40B4-BE49-F238E27FC236}">
                <a16:creationId xmlns:a16="http://schemas.microsoft.com/office/drawing/2014/main" id="{B95E3E52-1F1F-4377-BA97-3E28FA11E951}"/>
              </a:ext>
            </a:extLst>
          </p:cNvPr>
          <p:cNvSpPr>
            <a:spLocks noGrp="1"/>
          </p:cNvSpPr>
          <p:nvPr/>
        </p:nvSpPr>
        <p:spPr>
          <a:xfrm>
            <a:off x="6852208" y="69283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6" name="30ga_7_build_PredictedAtoms_22">
            <a:extLst>
              <a:ext uri="{FF2B5EF4-FFF2-40B4-BE49-F238E27FC236}">
                <a16:creationId xmlns:a16="http://schemas.microsoft.com/office/drawing/2014/main" id="{340524F2-0407-4259-B154-2DC01686D437}"/>
              </a:ext>
            </a:extLst>
          </p:cNvPr>
          <p:cNvSpPr>
            <a:spLocks noGrp="1"/>
          </p:cNvSpPr>
          <p:nvPr/>
        </p:nvSpPr>
        <p:spPr>
          <a:xfrm>
            <a:off x="6773186" y="69455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7" name="30ga_7_build_PredictedAtoms_23">
            <a:extLst>
              <a:ext uri="{FF2B5EF4-FFF2-40B4-BE49-F238E27FC236}">
                <a16:creationId xmlns:a16="http://schemas.microsoft.com/office/drawing/2014/main" id="{3842FF4A-5965-4DEF-86FC-7614174459A2}"/>
              </a:ext>
            </a:extLst>
          </p:cNvPr>
          <p:cNvSpPr>
            <a:spLocks noGrp="1"/>
          </p:cNvSpPr>
          <p:nvPr/>
        </p:nvSpPr>
        <p:spPr>
          <a:xfrm>
            <a:off x="6865682" y="7106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8" name="30ga_7_build_PredictedAtoms_24">
            <a:extLst>
              <a:ext uri="{FF2B5EF4-FFF2-40B4-BE49-F238E27FC236}">
                <a16:creationId xmlns:a16="http://schemas.microsoft.com/office/drawing/2014/main" id="{4AF73D76-982A-48FC-BC45-511304500596}"/>
              </a:ext>
            </a:extLst>
          </p:cNvPr>
          <p:cNvSpPr>
            <a:spLocks noGrp="1"/>
          </p:cNvSpPr>
          <p:nvPr/>
        </p:nvSpPr>
        <p:spPr>
          <a:xfrm>
            <a:off x="6689993" y="67974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9" name="30ga_7_build_PredictedAtoms_25">
            <a:extLst>
              <a:ext uri="{FF2B5EF4-FFF2-40B4-BE49-F238E27FC236}">
                <a16:creationId xmlns:a16="http://schemas.microsoft.com/office/drawing/2014/main" id="{A7C6EB76-8B54-434E-9847-F64DC3686E9C}"/>
              </a:ext>
            </a:extLst>
          </p:cNvPr>
          <p:cNvSpPr>
            <a:spLocks noGrp="1"/>
          </p:cNvSpPr>
          <p:nvPr/>
        </p:nvSpPr>
        <p:spPr>
          <a:xfrm>
            <a:off x="6514883" y="67258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0" name="30ga_7_build_PredictedAtoms_26">
            <a:extLst>
              <a:ext uri="{FF2B5EF4-FFF2-40B4-BE49-F238E27FC236}">
                <a16:creationId xmlns:a16="http://schemas.microsoft.com/office/drawing/2014/main" id="{7121C990-743F-4052-985D-E56E87CC62C4}"/>
              </a:ext>
            </a:extLst>
          </p:cNvPr>
          <p:cNvSpPr>
            <a:spLocks noGrp="1"/>
          </p:cNvSpPr>
          <p:nvPr/>
        </p:nvSpPr>
        <p:spPr>
          <a:xfrm>
            <a:off x="6421709" y="65913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1" name="30ga_7_build_PredictedAtoms_27">
            <a:extLst>
              <a:ext uri="{FF2B5EF4-FFF2-40B4-BE49-F238E27FC236}">
                <a16:creationId xmlns:a16="http://schemas.microsoft.com/office/drawing/2014/main" id="{8D85AE3F-CA5B-4ED9-B565-36AA2C8CAF53}"/>
              </a:ext>
            </a:extLst>
          </p:cNvPr>
          <p:cNvSpPr>
            <a:spLocks noGrp="1"/>
          </p:cNvSpPr>
          <p:nvPr/>
        </p:nvSpPr>
        <p:spPr>
          <a:xfrm>
            <a:off x="6403403" y="69119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2" name="30ga_7_build_PredictedAtoms_28">
            <a:extLst>
              <a:ext uri="{FF2B5EF4-FFF2-40B4-BE49-F238E27FC236}">
                <a16:creationId xmlns:a16="http://schemas.microsoft.com/office/drawing/2014/main" id="{BA1A302D-3006-4BF9-9C13-47BDEFC7E733}"/>
              </a:ext>
            </a:extLst>
          </p:cNvPr>
          <p:cNvSpPr>
            <a:spLocks noGrp="1"/>
          </p:cNvSpPr>
          <p:nvPr/>
        </p:nvSpPr>
        <p:spPr>
          <a:xfrm>
            <a:off x="6548266" y="66444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3" name="30ga_7_build_PredictedAtoms_29">
            <a:extLst>
              <a:ext uri="{FF2B5EF4-FFF2-40B4-BE49-F238E27FC236}">
                <a16:creationId xmlns:a16="http://schemas.microsoft.com/office/drawing/2014/main" id="{EA2EF046-9297-49A9-8CD0-A5963B1B57FF}"/>
              </a:ext>
            </a:extLst>
          </p:cNvPr>
          <p:cNvSpPr>
            <a:spLocks noGrp="1"/>
          </p:cNvSpPr>
          <p:nvPr/>
        </p:nvSpPr>
        <p:spPr>
          <a:xfrm>
            <a:off x="7667638" y="6677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4" name="30ga_7_build_PredictedAtoms_30">
            <a:extLst>
              <a:ext uri="{FF2B5EF4-FFF2-40B4-BE49-F238E27FC236}">
                <a16:creationId xmlns:a16="http://schemas.microsoft.com/office/drawing/2014/main" id="{44A96F6A-D2FF-4FE0-A85F-0E349C9AC7E1}"/>
              </a:ext>
            </a:extLst>
          </p:cNvPr>
          <p:cNvSpPr>
            <a:spLocks noGrp="1"/>
          </p:cNvSpPr>
          <p:nvPr/>
        </p:nvSpPr>
        <p:spPr>
          <a:xfrm>
            <a:off x="7582448" y="68473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5" name="30ga_7_build_Clashes_0">
            <a:extLst>
              <a:ext uri="{FF2B5EF4-FFF2-40B4-BE49-F238E27FC236}">
                <a16:creationId xmlns:a16="http://schemas.microsoft.com/office/drawing/2014/main" id="{63518E9D-BBBC-4821-8F8E-6EC2716D8A8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191865" y="917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6" name="30ga_7_build_Clashes_1">
            <a:extLst>
              <a:ext uri="{FF2B5EF4-FFF2-40B4-BE49-F238E27FC236}">
                <a16:creationId xmlns:a16="http://schemas.microsoft.com/office/drawing/2014/main" id="{23ABEB64-8480-4E37-A210-7829ECB9FB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9675" y="959938"/>
                </a:moveTo>
                <a:lnTo>
                  <a:pt x="446261" y="115537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7" name="30ga_7_build_Clashes_2">
            <a:extLst>
              <a:ext uri="{FF2B5EF4-FFF2-40B4-BE49-F238E27FC236}">
                <a16:creationId xmlns:a16="http://schemas.microsoft.com/office/drawing/2014/main" id="{D029EC1A-3032-4147-8A70-5B576E747A9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441" y="700867"/>
                </a:moveTo>
                <a:lnTo>
                  <a:pt x="1286060" y="7297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8" name="30ga_7_build_ClashingReceptorAtoms_0">
            <a:extLst>
              <a:ext uri="{FF2B5EF4-FFF2-40B4-BE49-F238E27FC236}">
                <a16:creationId xmlns:a16="http://schemas.microsoft.com/office/drawing/2014/main" id="{FC3E0F50-8CD7-4E5C-9C50-054F93E55E51}"/>
              </a:ext>
            </a:extLst>
          </p:cNvPr>
          <p:cNvSpPr>
            <a:spLocks noGrp="1"/>
          </p:cNvSpPr>
          <p:nvPr/>
        </p:nvSpPr>
        <p:spPr>
          <a:xfrm>
            <a:off x="7434447" y="68686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49" name="30ga_7_build_ClashingReceptorAtoms_1">
            <a:extLst>
              <a:ext uri="{FF2B5EF4-FFF2-40B4-BE49-F238E27FC236}">
                <a16:creationId xmlns:a16="http://schemas.microsoft.com/office/drawing/2014/main" id="{8582CAD8-84A7-4C2C-AF19-57BED8BAD854}"/>
              </a:ext>
            </a:extLst>
          </p:cNvPr>
          <p:cNvSpPr>
            <a:spLocks noGrp="1"/>
          </p:cNvSpPr>
          <p:nvPr/>
        </p:nvSpPr>
        <p:spPr>
          <a:xfrm>
            <a:off x="6594648" y="729423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50" name="stage3-cases-alternatives_38">
            <a:extLst>
              <a:ext uri="{FF2B5EF4-FFF2-40B4-BE49-F238E27FC236}">
                <a16:creationId xmlns:a16="http://schemas.microsoft.com/office/drawing/2014/main" id="{9653E98C-D37E-4CCD-BD6B-58333863116C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2.43 Å   D 94%   Clash 3</a:t>
            </a:r>
          </a:p>
        </p:txBody>
      </p:sp>
      <p:sp>
        <p:nvSpPr>
          <p:cNvPr id="1251" name="stage3-cases-alternatives_39">
            <a:extLst>
              <a:ext uri="{FF2B5EF4-FFF2-40B4-BE49-F238E27FC236}">
                <a16:creationId xmlns:a16="http://schemas.microsoft.com/office/drawing/2014/main" id="{964D344A-E824-4508-9358-EA73E03073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8124825"/>
                </a:moveTo>
                <a:lnTo>
                  <a:pt x="419100" y="81248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252" name="stage3-cases-alternatives_40">
            <a:extLst>
              <a:ext uri="{FF2B5EF4-FFF2-40B4-BE49-F238E27FC236}">
                <a16:creationId xmlns:a16="http://schemas.microsoft.com/office/drawing/2014/main" id="{F730DF25-9796-4CD6-9F74-DFD68AACA86F}"/>
              </a:ext>
            </a:extLst>
          </p:cNvPr>
          <p:cNvSpPr>
            <a:spLocks noGrp="1"/>
          </p:cNvSpPr>
          <p:nvPr/>
        </p:nvSpPr>
        <p:spPr>
          <a:xfrm>
            <a:off x="48577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253" name="stage3-cases-alternatives_41">
            <a:extLst>
              <a:ext uri="{FF2B5EF4-FFF2-40B4-BE49-F238E27FC236}">
                <a16:creationId xmlns:a16="http://schemas.microsoft.com/office/drawing/2014/main" id="{A4B1A8D2-E3B2-4082-8B4F-12036E1710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8124825"/>
                </a:moveTo>
                <a:lnTo>
                  <a:pt x="2619375" y="81248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254" name="stage3-cases-alternatives_42">
            <a:extLst>
              <a:ext uri="{FF2B5EF4-FFF2-40B4-BE49-F238E27FC236}">
                <a16:creationId xmlns:a16="http://schemas.microsoft.com/office/drawing/2014/main" id="{28C39D6E-64A5-479C-9F0E-46DA24A0649D}"/>
              </a:ext>
            </a:extLst>
          </p:cNvPr>
          <p:cNvSpPr>
            <a:spLocks noGrp="1"/>
          </p:cNvSpPr>
          <p:nvPr/>
        </p:nvSpPr>
        <p:spPr>
          <a:xfrm>
            <a:off x="2686050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255" name="stage3-cases-alternatives_43">
            <a:extLst>
              <a:ext uri="{FF2B5EF4-FFF2-40B4-BE49-F238E27FC236}">
                <a16:creationId xmlns:a16="http://schemas.microsoft.com/office/drawing/2014/main" id="{1D3C3A53-A214-4F62-A4E6-4431BE0D43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8124825"/>
                </a:moveTo>
                <a:lnTo>
                  <a:pt x="5505450" y="81248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256" name="stage3-cases-alternatives_44">
            <a:extLst>
              <a:ext uri="{FF2B5EF4-FFF2-40B4-BE49-F238E27FC236}">
                <a16:creationId xmlns:a16="http://schemas.microsoft.com/office/drawing/2014/main" id="{CF13EC3E-2F19-4A78-B04C-05DEB690FDD0}"/>
              </a:ext>
            </a:extLst>
          </p:cNvPr>
          <p:cNvSpPr>
            <a:spLocks noGrp="1"/>
          </p:cNvSpPr>
          <p:nvPr/>
        </p:nvSpPr>
        <p:spPr>
          <a:xfrm>
            <a:off x="557212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257" name="stage3-cases-alternatives_45">
            <a:extLst>
              <a:ext uri="{FF2B5EF4-FFF2-40B4-BE49-F238E27FC236}">
                <a16:creationId xmlns:a16="http://schemas.microsoft.com/office/drawing/2014/main" id="{4030CDA2-2BC9-44A1-B3EF-61D83D58BB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8124825"/>
                </a:moveTo>
                <a:lnTo>
                  <a:pt x="7239000" y="81248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258" name="stage3-cases-alternatives_46">
            <a:extLst>
              <a:ext uri="{FF2B5EF4-FFF2-40B4-BE49-F238E27FC236}">
                <a16:creationId xmlns:a16="http://schemas.microsoft.com/office/drawing/2014/main" id="{41F5F134-4F42-4C54-B3FE-59FA63C96ADF}"/>
              </a:ext>
            </a:extLst>
          </p:cNvPr>
          <p:cNvSpPr>
            <a:spLocks noGrp="1"/>
          </p:cNvSpPr>
          <p:nvPr/>
        </p:nvSpPr>
        <p:spPr>
          <a:xfrm>
            <a:off x="7305675" y="80010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43996822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4" name="stage3-cases-main_0">
            <a:extLst>
              <a:ext uri="{FF2B5EF4-FFF2-40B4-BE49-F238E27FC236}">
                <a16:creationId xmlns:a16="http://schemas.microsoft.com/office/drawing/2014/main" id="{24A189DC-42CC-4CD6-B59A-FCD2242CFD68}"/>
              </a:ext>
            </a:extLst>
          </p:cNvPr>
          <p:cNvSpPr>
            <a:spLocks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main_1">
            <a:extLst>
              <a:ext uri="{FF2B5EF4-FFF2-40B4-BE49-F238E27FC236}">
                <a16:creationId xmlns:a16="http://schemas.microsoft.com/office/drawing/2014/main" id="{F4828CD7-D7C6-49FB-9684-FDEC5279B84A}"/>
              </a:ext>
            </a:extLst>
          </p:cNvPr>
          <p:cNvSpPr>
            <a:spLocks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DG-PocketXmol</a:t>
            </a:r>
          </a:p>
        </p:txBody>
      </p:sp>
      <p:sp>
        <p:nvSpPr>
          <p:cNvPr id="3" name="stage3-cases-main_2">
            <a:extLst>
              <a:ext uri="{FF2B5EF4-FFF2-40B4-BE49-F238E27FC236}">
                <a16:creationId xmlns:a16="http://schemas.microsoft.com/office/drawing/2014/main" id="{52EBB818-AF1C-43C0-A2C2-010BCCACAFB6}"/>
              </a:ext>
            </a:extLst>
          </p:cNvPr>
          <p:cNvSpPr>
            <a:spLocks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main_3">
            <a:extLst>
              <a:ext uri="{FF2B5EF4-FFF2-40B4-BE49-F238E27FC236}">
                <a16:creationId xmlns:a16="http://schemas.microsoft.com/office/drawing/2014/main" id="{9E13A978-0B7A-4258-9A6D-3C4451E7819B}"/>
              </a:ext>
            </a:extLst>
          </p:cNvPr>
          <p:cNvSpPr>
            <a:spLocks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main_4">
            <a:extLst>
              <a:ext uri="{FF2B5EF4-FFF2-40B4-BE49-F238E27FC236}">
                <a16:creationId xmlns:a16="http://schemas.microsoft.com/office/drawing/2014/main" id="{8F122E6C-D531-44BF-B676-00B53B0B7705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18432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main_5">
            <a:extLst>
              <a:ext uri="{FF2B5EF4-FFF2-40B4-BE49-F238E27FC236}">
                <a16:creationId xmlns:a16="http://schemas.microsoft.com/office/drawing/2014/main" id="{2AC0D138-A59C-4F5C-B8FF-12EDADF3FAC1}"/>
              </a:ext>
            </a:extLst>
          </p:cNvPr>
          <p:cNvSpPr>
            <a:spLocks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00EA2EC3-CC1C-445C-8478-E82E0DD0BB2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89450" y="1029500"/>
                </a:moveTo>
                <a:lnTo>
                  <a:pt x="2622725" y="1219743"/>
                </a:lnTo>
                <a:moveTo>
                  <a:pt x="2622725" y="1219743"/>
                </a:moveTo>
                <a:lnTo>
                  <a:pt x="2494785" y="1319916"/>
                </a:lnTo>
                <a:moveTo>
                  <a:pt x="406733" y="145788"/>
                </a:moveTo>
                <a:lnTo>
                  <a:pt x="525019" y="43794"/>
                </a:lnTo>
                <a:moveTo>
                  <a:pt x="242486" y="66408"/>
                </a:moveTo>
                <a:lnTo>
                  <a:pt x="406733" y="145788"/>
                </a:lnTo>
                <a:moveTo>
                  <a:pt x="123414" y="192923"/>
                </a:moveTo>
                <a:lnTo>
                  <a:pt x="242486" y="66408"/>
                </a:lnTo>
                <a:moveTo>
                  <a:pt x="79734" y="82391"/>
                </a:moveTo>
                <a:lnTo>
                  <a:pt x="123414" y="192923"/>
                </a:lnTo>
                <a:moveTo>
                  <a:pt x="192472" y="92820"/>
                </a:moveTo>
                <a:lnTo>
                  <a:pt x="79734" y="82391"/>
                </a:lnTo>
                <a:moveTo>
                  <a:pt x="192472" y="92820"/>
                </a:moveTo>
                <a:lnTo>
                  <a:pt x="341689" y="196262"/>
                </a:lnTo>
                <a:moveTo>
                  <a:pt x="2151152" y="982477"/>
                </a:moveTo>
                <a:lnTo>
                  <a:pt x="2230918" y="1130836"/>
                </a:lnTo>
                <a:moveTo>
                  <a:pt x="2151152" y="982477"/>
                </a:moveTo>
                <a:lnTo>
                  <a:pt x="2226098" y="797424"/>
                </a:lnTo>
                <a:moveTo>
                  <a:pt x="2226098" y="797424"/>
                </a:moveTo>
                <a:lnTo>
                  <a:pt x="2149361" y="623688"/>
                </a:lnTo>
                <a:moveTo>
                  <a:pt x="2149361" y="623688"/>
                </a:moveTo>
                <a:lnTo>
                  <a:pt x="2241341" y="459632"/>
                </a:lnTo>
                <a:moveTo>
                  <a:pt x="1984246" y="971372"/>
                </a:moveTo>
                <a:lnTo>
                  <a:pt x="2151152" y="982477"/>
                </a:lnTo>
                <a:moveTo>
                  <a:pt x="2149361" y="623688"/>
                </a:moveTo>
                <a:lnTo>
                  <a:pt x="1993198" y="611166"/>
                </a:lnTo>
                <a:moveTo>
                  <a:pt x="1984246" y="971372"/>
                </a:moveTo>
                <a:lnTo>
                  <a:pt x="1918518" y="790212"/>
                </a:lnTo>
                <a:moveTo>
                  <a:pt x="1993198" y="611166"/>
                </a:moveTo>
                <a:lnTo>
                  <a:pt x="1918518" y="790212"/>
                </a:lnTo>
                <a:moveTo>
                  <a:pt x="1867153" y="1119615"/>
                </a:moveTo>
                <a:lnTo>
                  <a:pt x="1984246" y="971372"/>
                </a:lnTo>
                <a:moveTo>
                  <a:pt x="1757700" y="826276"/>
                </a:moveTo>
                <a:lnTo>
                  <a:pt x="1918518" y="790212"/>
                </a:lnTo>
                <a:moveTo>
                  <a:pt x="1734975" y="1026555"/>
                </a:moveTo>
                <a:lnTo>
                  <a:pt x="1867153" y="1119615"/>
                </a:lnTo>
                <a:moveTo>
                  <a:pt x="1757700" y="826276"/>
                </a:moveTo>
                <a:lnTo>
                  <a:pt x="1734975" y="1026555"/>
                </a:lnTo>
                <a:moveTo>
                  <a:pt x="1286279" y="707306"/>
                </a:moveTo>
                <a:lnTo>
                  <a:pt x="1465207" y="606696"/>
                </a:lnTo>
                <a:moveTo>
                  <a:pt x="1465207" y="606696"/>
                </a:moveTo>
                <a:lnTo>
                  <a:pt x="1634593" y="679986"/>
                </a:lnTo>
                <a:moveTo>
                  <a:pt x="1286279" y="707306"/>
                </a:moveTo>
                <a:lnTo>
                  <a:pt x="1114114" y="592424"/>
                </a:lnTo>
                <a:moveTo>
                  <a:pt x="1634593" y="679986"/>
                </a:moveTo>
                <a:lnTo>
                  <a:pt x="1757700" y="826276"/>
                </a:lnTo>
                <a:moveTo>
                  <a:pt x="1343475" y="716148"/>
                </a:moveTo>
                <a:lnTo>
                  <a:pt x="1286279" y="707306"/>
                </a:lnTo>
                <a:moveTo>
                  <a:pt x="1549701" y="763997"/>
                </a:moveTo>
                <a:lnTo>
                  <a:pt x="1634593" y="679986"/>
                </a:lnTo>
                <a:moveTo>
                  <a:pt x="1343475" y="716148"/>
                </a:moveTo>
                <a:lnTo>
                  <a:pt x="1549701" y="763997"/>
                </a:lnTo>
                <a:moveTo>
                  <a:pt x="1233432" y="867527"/>
                </a:moveTo>
                <a:lnTo>
                  <a:pt x="1343475" y="716148"/>
                </a:lnTo>
                <a:moveTo>
                  <a:pt x="1240525" y="1054643"/>
                </a:moveTo>
                <a:lnTo>
                  <a:pt x="1233432" y="867527"/>
                </a:lnTo>
                <a:moveTo>
                  <a:pt x="1190322" y="1247269"/>
                </a:moveTo>
                <a:lnTo>
                  <a:pt x="1240525" y="1054643"/>
                </a:lnTo>
                <a:moveTo>
                  <a:pt x="1190322" y="1247269"/>
                </a:moveTo>
                <a:lnTo>
                  <a:pt x="985822" y="123471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3E5C93DB-E11E-4A91-81C8-470CCAF4AF04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5109" y="502162"/>
                </a:moveTo>
                <a:lnTo>
                  <a:pt x="1014570" y="635389"/>
                </a:lnTo>
                <a:moveTo>
                  <a:pt x="903612" y="703339"/>
                </a:moveTo>
                <a:lnTo>
                  <a:pt x="1014570" y="635389"/>
                </a:lnTo>
                <a:moveTo>
                  <a:pt x="2431695" y="587252"/>
                </a:moveTo>
                <a:lnTo>
                  <a:pt x="2516887" y="723477"/>
                </a:lnTo>
                <a:moveTo>
                  <a:pt x="833028" y="533553"/>
                </a:moveTo>
                <a:lnTo>
                  <a:pt x="965109" y="502162"/>
                </a:lnTo>
                <a:moveTo>
                  <a:pt x="2333982" y="613732"/>
                </a:moveTo>
                <a:lnTo>
                  <a:pt x="2516887" y="723477"/>
                </a:lnTo>
                <a:moveTo>
                  <a:pt x="903612" y="703339"/>
                </a:moveTo>
                <a:lnTo>
                  <a:pt x="965109" y="502162"/>
                </a:lnTo>
                <a:moveTo>
                  <a:pt x="2250483" y="620217"/>
                </a:moveTo>
                <a:lnTo>
                  <a:pt x="2333982" y="613732"/>
                </a:lnTo>
                <a:moveTo>
                  <a:pt x="2333982" y="613732"/>
                </a:moveTo>
                <a:lnTo>
                  <a:pt x="2431695" y="587252"/>
                </a:lnTo>
                <a:moveTo>
                  <a:pt x="795200" y="540756"/>
                </a:moveTo>
                <a:lnTo>
                  <a:pt x="833028" y="533553"/>
                </a:lnTo>
                <a:moveTo>
                  <a:pt x="814053" y="567916"/>
                </a:moveTo>
                <a:lnTo>
                  <a:pt x="833028" y="533553"/>
                </a:lnTo>
                <a:moveTo>
                  <a:pt x="795200" y="540756"/>
                </a:moveTo>
                <a:lnTo>
                  <a:pt x="814053" y="567916"/>
                </a:lnTo>
                <a:moveTo>
                  <a:pt x="2296795" y="665727"/>
                </a:moveTo>
                <a:lnTo>
                  <a:pt x="2516887" y="723477"/>
                </a:lnTo>
                <a:moveTo>
                  <a:pt x="833028" y="533553"/>
                </a:moveTo>
                <a:lnTo>
                  <a:pt x="903612" y="703339"/>
                </a:lnTo>
                <a:moveTo>
                  <a:pt x="814053" y="567916"/>
                </a:moveTo>
                <a:lnTo>
                  <a:pt x="903612" y="703339"/>
                </a:lnTo>
                <a:moveTo>
                  <a:pt x="2250483" y="620217"/>
                </a:moveTo>
                <a:lnTo>
                  <a:pt x="2296795" y="665727"/>
                </a:lnTo>
                <a:moveTo>
                  <a:pt x="446582" y="613560"/>
                </a:moveTo>
                <a:lnTo>
                  <a:pt x="514136" y="725456"/>
                </a:lnTo>
                <a:moveTo>
                  <a:pt x="329875" y="635861"/>
                </a:moveTo>
                <a:lnTo>
                  <a:pt x="514136" y="725456"/>
                </a:lnTo>
                <a:moveTo>
                  <a:pt x="903612" y="703339"/>
                </a:moveTo>
                <a:lnTo>
                  <a:pt x="935671" y="742257"/>
                </a:lnTo>
                <a:moveTo>
                  <a:pt x="265618" y="646649"/>
                </a:moveTo>
                <a:lnTo>
                  <a:pt x="329875" y="635861"/>
                </a:lnTo>
                <a:moveTo>
                  <a:pt x="514136" y="725456"/>
                </a:moveTo>
                <a:lnTo>
                  <a:pt x="562534" y="597004"/>
                </a:lnTo>
                <a:moveTo>
                  <a:pt x="2296795" y="665727"/>
                </a:moveTo>
                <a:lnTo>
                  <a:pt x="2333982" y="613732"/>
                </a:lnTo>
                <a:moveTo>
                  <a:pt x="329875" y="635861"/>
                </a:moveTo>
                <a:lnTo>
                  <a:pt x="446582" y="613560"/>
                </a:lnTo>
                <a:moveTo>
                  <a:pt x="2296795" y="665727"/>
                </a:moveTo>
                <a:lnTo>
                  <a:pt x="2373222" y="789935"/>
                </a:lnTo>
                <a:moveTo>
                  <a:pt x="446582" y="613560"/>
                </a:moveTo>
                <a:lnTo>
                  <a:pt x="562534" y="597004"/>
                </a:lnTo>
                <a:moveTo>
                  <a:pt x="2377761" y="456484"/>
                </a:moveTo>
                <a:lnTo>
                  <a:pt x="2431695" y="587252"/>
                </a:lnTo>
                <a:moveTo>
                  <a:pt x="2122041" y="679460"/>
                </a:moveTo>
                <a:lnTo>
                  <a:pt x="2250483" y="620217"/>
                </a:lnTo>
                <a:moveTo>
                  <a:pt x="864523" y="378481"/>
                </a:moveTo>
                <a:lnTo>
                  <a:pt x="965109" y="502162"/>
                </a:lnTo>
                <a:moveTo>
                  <a:pt x="716929" y="691657"/>
                </a:moveTo>
                <a:lnTo>
                  <a:pt x="814053" y="567916"/>
                </a:lnTo>
                <a:moveTo>
                  <a:pt x="514136" y="725456"/>
                </a:moveTo>
                <a:lnTo>
                  <a:pt x="716929" y="691657"/>
                </a:lnTo>
                <a:moveTo>
                  <a:pt x="2215692" y="443649"/>
                </a:moveTo>
                <a:lnTo>
                  <a:pt x="2208877" y="490901"/>
                </a:lnTo>
                <a:moveTo>
                  <a:pt x="921747" y="371972"/>
                </a:moveTo>
                <a:lnTo>
                  <a:pt x="965109" y="502162"/>
                </a:lnTo>
                <a:moveTo>
                  <a:pt x="2333982" y="613732"/>
                </a:moveTo>
                <a:lnTo>
                  <a:pt x="2377761" y="456484"/>
                </a:lnTo>
                <a:moveTo>
                  <a:pt x="2208877" y="490901"/>
                </a:moveTo>
                <a:lnTo>
                  <a:pt x="2250483" y="620217"/>
                </a:lnTo>
                <a:moveTo>
                  <a:pt x="864523" y="378481"/>
                </a:moveTo>
                <a:lnTo>
                  <a:pt x="833028" y="533553"/>
                </a:lnTo>
                <a:moveTo>
                  <a:pt x="795200" y="540756"/>
                </a:moveTo>
                <a:lnTo>
                  <a:pt x="864523" y="378481"/>
                </a:lnTo>
                <a:moveTo>
                  <a:pt x="514136" y="725456"/>
                </a:moveTo>
                <a:lnTo>
                  <a:pt x="656232" y="783071"/>
                </a:lnTo>
                <a:moveTo>
                  <a:pt x="562534" y="597004"/>
                </a:moveTo>
                <a:lnTo>
                  <a:pt x="716929" y="691657"/>
                </a:lnTo>
                <a:moveTo>
                  <a:pt x="2230989" y="842311"/>
                </a:moveTo>
                <a:lnTo>
                  <a:pt x="2373222" y="789935"/>
                </a:lnTo>
                <a:moveTo>
                  <a:pt x="2122041" y="679460"/>
                </a:moveTo>
                <a:lnTo>
                  <a:pt x="2296795" y="665727"/>
                </a:lnTo>
                <a:moveTo>
                  <a:pt x="2208877" y="490901"/>
                </a:moveTo>
                <a:lnTo>
                  <a:pt x="2333982" y="613732"/>
                </a:lnTo>
                <a:moveTo>
                  <a:pt x="2296795" y="665727"/>
                </a:moveTo>
                <a:lnTo>
                  <a:pt x="2230989" y="842311"/>
                </a:lnTo>
                <a:moveTo>
                  <a:pt x="446582" y="613560"/>
                </a:moveTo>
                <a:lnTo>
                  <a:pt x="564890" y="440674"/>
                </a:lnTo>
                <a:moveTo>
                  <a:pt x="814053" y="567916"/>
                </a:moveTo>
                <a:lnTo>
                  <a:pt x="785533" y="767743"/>
                </a:lnTo>
                <a:moveTo>
                  <a:pt x="785533" y="767743"/>
                </a:moveTo>
                <a:lnTo>
                  <a:pt x="903612" y="703339"/>
                </a:lnTo>
                <a:moveTo>
                  <a:pt x="446582" y="613560"/>
                </a:moveTo>
                <a:lnTo>
                  <a:pt x="585403" y="464881"/>
                </a:lnTo>
                <a:moveTo>
                  <a:pt x="2198275" y="782077"/>
                </a:moveTo>
                <a:lnTo>
                  <a:pt x="2296795" y="665727"/>
                </a:lnTo>
                <a:moveTo>
                  <a:pt x="585403" y="464881"/>
                </a:moveTo>
                <a:lnTo>
                  <a:pt x="562534" y="597004"/>
                </a:lnTo>
                <a:moveTo>
                  <a:pt x="785533" y="767743"/>
                </a:moveTo>
                <a:lnTo>
                  <a:pt x="935671" y="742257"/>
                </a:lnTo>
                <a:moveTo>
                  <a:pt x="716929" y="691657"/>
                </a:moveTo>
                <a:lnTo>
                  <a:pt x="656232" y="783071"/>
                </a:lnTo>
                <a:moveTo>
                  <a:pt x="864523" y="378481"/>
                </a:moveTo>
                <a:lnTo>
                  <a:pt x="921747" y="371972"/>
                </a:lnTo>
                <a:moveTo>
                  <a:pt x="2122041" y="679460"/>
                </a:moveTo>
                <a:lnTo>
                  <a:pt x="2198275" y="782077"/>
                </a:lnTo>
                <a:moveTo>
                  <a:pt x="935671" y="742257"/>
                </a:moveTo>
                <a:lnTo>
                  <a:pt x="1041034" y="830578"/>
                </a:lnTo>
                <a:moveTo>
                  <a:pt x="2230989" y="842311"/>
                </a:moveTo>
                <a:lnTo>
                  <a:pt x="2323801" y="977100"/>
                </a:lnTo>
                <a:moveTo>
                  <a:pt x="716929" y="691657"/>
                </a:moveTo>
                <a:lnTo>
                  <a:pt x="785533" y="767743"/>
                </a:lnTo>
                <a:moveTo>
                  <a:pt x="2198275" y="782077"/>
                </a:moveTo>
                <a:lnTo>
                  <a:pt x="2230989" y="842311"/>
                </a:lnTo>
                <a:moveTo>
                  <a:pt x="827513" y="807603"/>
                </a:moveTo>
                <a:lnTo>
                  <a:pt x="935671" y="742257"/>
                </a:lnTo>
                <a:moveTo>
                  <a:pt x="250871" y="530708"/>
                </a:moveTo>
                <a:lnTo>
                  <a:pt x="265618" y="646649"/>
                </a:lnTo>
                <a:moveTo>
                  <a:pt x="265618" y="646649"/>
                </a:moveTo>
                <a:lnTo>
                  <a:pt x="292045" y="525850"/>
                </a:lnTo>
                <a:moveTo>
                  <a:pt x="292045" y="525850"/>
                </a:moveTo>
                <a:lnTo>
                  <a:pt x="446582" y="613560"/>
                </a:lnTo>
                <a:moveTo>
                  <a:pt x="292045" y="525850"/>
                </a:moveTo>
                <a:lnTo>
                  <a:pt x="329875" y="635861"/>
                </a:lnTo>
                <a:moveTo>
                  <a:pt x="564890" y="440674"/>
                </a:moveTo>
                <a:lnTo>
                  <a:pt x="585403" y="464881"/>
                </a:lnTo>
                <a:moveTo>
                  <a:pt x="2101236" y="560503"/>
                </a:moveTo>
                <a:lnTo>
                  <a:pt x="2250483" y="620217"/>
                </a:lnTo>
                <a:moveTo>
                  <a:pt x="656232" y="783071"/>
                </a:moveTo>
                <a:lnTo>
                  <a:pt x="785533" y="767743"/>
                </a:lnTo>
                <a:moveTo>
                  <a:pt x="439446" y="501410"/>
                </a:moveTo>
                <a:lnTo>
                  <a:pt x="446582" y="613560"/>
                </a:lnTo>
                <a:moveTo>
                  <a:pt x="2215692" y="443649"/>
                </a:moveTo>
                <a:lnTo>
                  <a:pt x="2263999" y="492168"/>
                </a:lnTo>
                <a:moveTo>
                  <a:pt x="2323801" y="977100"/>
                </a:moveTo>
                <a:lnTo>
                  <a:pt x="2361660" y="1015979"/>
                </a:lnTo>
                <a:moveTo>
                  <a:pt x="2323801" y="977100"/>
                </a:moveTo>
                <a:lnTo>
                  <a:pt x="2268526" y="1037850"/>
                </a:lnTo>
                <a:moveTo>
                  <a:pt x="2202393" y="1059872"/>
                </a:moveTo>
                <a:lnTo>
                  <a:pt x="2230989" y="842311"/>
                </a:lnTo>
                <a:moveTo>
                  <a:pt x="656232" y="783071"/>
                </a:moveTo>
                <a:lnTo>
                  <a:pt x="827513" y="807603"/>
                </a:lnTo>
                <a:moveTo>
                  <a:pt x="2202393" y="1059872"/>
                </a:moveTo>
                <a:lnTo>
                  <a:pt x="2323801" y="977100"/>
                </a:lnTo>
                <a:moveTo>
                  <a:pt x="2268526" y="1037850"/>
                </a:moveTo>
                <a:lnTo>
                  <a:pt x="2361660" y="1015979"/>
                </a:lnTo>
                <a:moveTo>
                  <a:pt x="785533" y="767743"/>
                </a:moveTo>
                <a:lnTo>
                  <a:pt x="827513" y="807603"/>
                </a:lnTo>
                <a:moveTo>
                  <a:pt x="439446" y="501410"/>
                </a:moveTo>
                <a:lnTo>
                  <a:pt x="564890" y="440674"/>
                </a:lnTo>
                <a:moveTo>
                  <a:pt x="250871" y="530708"/>
                </a:moveTo>
                <a:lnTo>
                  <a:pt x="372338" y="444320"/>
                </a:lnTo>
                <a:moveTo>
                  <a:pt x="2122846" y="911662"/>
                </a:moveTo>
                <a:lnTo>
                  <a:pt x="2230989" y="842311"/>
                </a:lnTo>
                <a:moveTo>
                  <a:pt x="292045" y="525850"/>
                </a:moveTo>
                <a:lnTo>
                  <a:pt x="372338" y="444320"/>
                </a:lnTo>
                <a:moveTo>
                  <a:pt x="2101236" y="560503"/>
                </a:moveTo>
                <a:lnTo>
                  <a:pt x="2122041" y="679460"/>
                </a:lnTo>
                <a:moveTo>
                  <a:pt x="372338" y="444320"/>
                </a:moveTo>
                <a:lnTo>
                  <a:pt x="439446" y="501410"/>
                </a:lnTo>
                <a:moveTo>
                  <a:pt x="2225729" y="1095821"/>
                </a:moveTo>
                <a:lnTo>
                  <a:pt x="2268526" y="1037850"/>
                </a:lnTo>
                <a:moveTo>
                  <a:pt x="2202393" y="1059872"/>
                </a:moveTo>
                <a:lnTo>
                  <a:pt x="2268526" y="1037850"/>
                </a:lnTo>
                <a:moveTo>
                  <a:pt x="2198275" y="782077"/>
                </a:moveTo>
                <a:lnTo>
                  <a:pt x="2122846" y="911662"/>
                </a:lnTo>
                <a:moveTo>
                  <a:pt x="2263999" y="492168"/>
                </a:moveTo>
                <a:lnTo>
                  <a:pt x="2376177" y="448098"/>
                </a:lnTo>
                <a:moveTo>
                  <a:pt x="2101236" y="560503"/>
                </a:moveTo>
                <a:lnTo>
                  <a:pt x="2208877" y="490901"/>
                </a:lnTo>
                <a:moveTo>
                  <a:pt x="2202393" y="1059872"/>
                </a:moveTo>
                <a:lnTo>
                  <a:pt x="2225729" y="1095821"/>
                </a:lnTo>
                <a:moveTo>
                  <a:pt x="2208877" y="490901"/>
                </a:moveTo>
                <a:lnTo>
                  <a:pt x="2263999" y="492168"/>
                </a:lnTo>
                <a:moveTo>
                  <a:pt x="935671" y="742257"/>
                </a:moveTo>
                <a:lnTo>
                  <a:pt x="928629" y="873444"/>
                </a:lnTo>
                <a:moveTo>
                  <a:pt x="2048383" y="765985"/>
                </a:moveTo>
                <a:lnTo>
                  <a:pt x="2122041" y="679460"/>
                </a:lnTo>
                <a:moveTo>
                  <a:pt x="2087224" y="832111"/>
                </a:moveTo>
                <a:lnTo>
                  <a:pt x="2198275" y="782077"/>
                </a:lnTo>
                <a:moveTo>
                  <a:pt x="250871" y="530708"/>
                </a:moveTo>
                <a:lnTo>
                  <a:pt x="292045" y="525850"/>
                </a:lnTo>
                <a:moveTo>
                  <a:pt x="2048383" y="765985"/>
                </a:moveTo>
                <a:lnTo>
                  <a:pt x="2198275" y="782077"/>
                </a:lnTo>
                <a:moveTo>
                  <a:pt x="292045" y="525850"/>
                </a:moveTo>
                <a:lnTo>
                  <a:pt x="439446" y="501410"/>
                </a:lnTo>
                <a:moveTo>
                  <a:pt x="2122846" y="911662"/>
                </a:moveTo>
                <a:lnTo>
                  <a:pt x="2202393" y="1059872"/>
                </a:lnTo>
                <a:moveTo>
                  <a:pt x="259667" y="928467"/>
                </a:moveTo>
                <a:lnTo>
                  <a:pt x="324042" y="994915"/>
                </a:lnTo>
                <a:moveTo>
                  <a:pt x="2376177" y="448098"/>
                </a:moveTo>
                <a:lnTo>
                  <a:pt x="2406611" y="357567"/>
                </a:lnTo>
                <a:moveTo>
                  <a:pt x="324042" y="994915"/>
                </a:moveTo>
                <a:lnTo>
                  <a:pt x="419102" y="1028704"/>
                </a:lnTo>
                <a:moveTo>
                  <a:pt x="2123850" y="1194396"/>
                </a:moveTo>
                <a:lnTo>
                  <a:pt x="2225729" y="1095821"/>
                </a:lnTo>
                <a:moveTo>
                  <a:pt x="2225729" y="1095821"/>
                </a:moveTo>
                <a:lnTo>
                  <a:pt x="2181198" y="1281119"/>
                </a:lnTo>
                <a:moveTo>
                  <a:pt x="2080753" y="1122503"/>
                </a:moveTo>
                <a:lnTo>
                  <a:pt x="2225729" y="1095821"/>
                </a:lnTo>
                <a:moveTo>
                  <a:pt x="2080753" y="1122503"/>
                </a:moveTo>
                <a:lnTo>
                  <a:pt x="2202393" y="1059872"/>
                </a:lnTo>
                <a:moveTo>
                  <a:pt x="1998955" y="632774"/>
                </a:moveTo>
                <a:lnTo>
                  <a:pt x="2122041" y="679460"/>
                </a:lnTo>
                <a:moveTo>
                  <a:pt x="419102" y="1028704"/>
                </a:moveTo>
                <a:lnTo>
                  <a:pt x="527396" y="964079"/>
                </a:lnTo>
                <a:moveTo>
                  <a:pt x="2087224" y="832111"/>
                </a:moveTo>
                <a:lnTo>
                  <a:pt x="2122846" y="911662"/>
                </a:lnTo>
                <a:moveTo>
                  <a:pt x="928629" y="873444"/>
                </a:moveTo>
                <a:lnTo>
                  <a:pt x="1041034" y="830578"/>
                </a:lnTo>
                <a:moveTo>
                  <a:pt x="827513" y="807603"/>
                </a:moveTo>
                <a:lnTo>
                  <a:pt x="928629" y="873444"/>
                </a:lnTo>
                <a:moveTo>
                  <a:pt x="2149594" y="524453"/>
                </a:moveTo>
                <a:lnTo>
                  <a:pt x="2208877" y="490901"/>
                </a:lnTo>
                <a:moveTo>
                  <a:pt x="2048383" y="765985"/>
                </a:moveTo>
                <a:lnTo>
                  <a:pt x="2087224" y="832111"/>
                </a:lnTo>
                <a:moveTo>
                  <a:pt x="2123850" y="1194396"/>
                </a:moveTo>
                <a:lnTo>
                  <a:pt x="2181198" y="1281119"/>
                </a:lnTo>
                <a:moveTo>
                  <a:pt x="2028710" y="987990"/>
                </a:moveTo>
                <a:lnTo>
                  <a:pt x="2202393" y="1059872"/>
                </a:lnTo>
                <a:moveTo>
                  <a:pt x="2080753" y="1122503"/>
                </a:moveTo>
                <a:lnTo>
                  <a:pt x="2123850" y="1194396"/>
                </a:lnTo>
                <a:moveTo>
                  <a:pt x="1340337" y="159344"/>
                </a:moveTo>
                <a:lnTo>
                  <a:pt x="1477882" y="182311"/>
                </a:lnTo>
                <a:moveTo>
                  <a:pt x="2263999" y="492168"/>
                </a:moveTo>
                <a:lnTo>
                  <a:pt x="2406611" y="357567"/>
                </a:lnTo>
                <a:moveTo>
                  <a:pt x="2028710" y="987990"/>
                </a:moveTo>
                <a:lnTo>
                  <a:pt x="2122846" y="911662"/>
                </a:lnTo>
                <a:moveTo>
                  <a:pt x="324042" y="994915"/>
                </a:moveTo>
                <a:lnTo>
                  <a:pt x="333918" y="992575"/>
                </a:lnTo>
                <a:moveTo>
                  <a:pt x="1998955" y="632774"/>
                </a:moveTo>
                <a:lnTo>
                  <a:pt x="2101236" y="560503"/>
                </a:lnTo>
                <a:moveTo>
                  <a:pt x="372338" y="444320"/>
                </a:moveTo>
                <a:lnTo>
                  <a:pt x="383129" y="444415"/>
                </a:lnTo>
                <a:moveTo>
                  <a:pt x="1265890" y="107356"/>
                </a:moveTo>
                <a:lnTo>
                  <a:pt x="1340337" y="159344"/>
                </a:lnTo>
                <a:moveTo>
                  <a:pt x="2087224" y="832111"/>
                </a:moveTo>
                <a:lnTo>
                  <a:pt x="2028710" y="987990"/>
                </a:lnTo>
                <a:moveTo>
                  <a:pt x="372338" y="444320"/>
                </a:moveTo>
                <a:lnTo>
                  <a:pt x="331051" y="462040"/>
                </a:lnTo>
                <a:moveTo>
                  <a:pt x="1998955" y="632774"/>
                </a:moveTo>
                <a:lnTo>
                  <a:pt x="2048383" y="765985"/>
                </a:lnTo>
                <a:moveTo>
                  <a:pt x="2028710" y="987990"/>
                </a:moveTo>
                <a:lnTo>
                  <a:pt x="2080753" y="1122503"/>
                </a:lnTo>
                <a:moveTo>
                  <a:pt x="527396" y="964079"/>
                </a:moveTo>
                <a:lnTo>
                  <a:pt x="516784" y="1076373"/>
                </a:lnTo>
                <a:moveTo>
                  <a:pt x="2101236" y="560503"/>
                </a:moveTo>
                <a:lnTo>
                  <a:pt x="2149594" y="524453"/>
                </a:lnTo>
                <a:moveTo>
                  <a:pt x="2149594" y="524453"/>
                </a:moveTo>
                <a:lnTo>
                  <a:pt x="2263999" y="492168"/>
                </a:lnTo>
                <a:moveTo>
                  <a:pt x="383129" y="444415"/>
                </a:moveTo>
                <a:lnTo>
                  <a:pt x="439446" y="501410"/>
                </a:lnTo>
                <a:moveTo>
                  <a:pt x="292045" y="525850"/>
                </a:moveTo>
                <a:lnTo>
                  <a:pt x="350235" y="495799"/>
                </a:lnTo>
                <a:moveTo>
                  <a:pt x="292045" y="525850"/>
                </a:moveTo>
                <a:lnTo>
                  <a:pt x="331051" y="462040"/>
                </a:lnTo>
                <a:moveTo>
                  <a:pt x="350235" y="495799"/>
                </a:moveTo>
                <a:lnTo>
                  <a:pt x="439446" y="501410"/>
                </a:lnTo>
                <a:moveTo>
                  <a:pt x="2023133" y="1197355"/>
                </a:moveTo>
                <a:lnTo>
                  <a:pt x="2123850" y="1194396"/>
                </a:lnTo>
                <a:moveTo>
                  <a:pt x="1970342" y="851289"/>
                </a:moveTo>
                <a:lnTo>
                  <a:pt x="2087224" y="832111"/>
                </a:lnTo>
                <a:moveTo>
                  <a:pt x="1969656" y="849986"/>
                </a:moveTo>
                <a:lnTo>
                  <a:pt x="2087224" y="832111"/>
                </a:lnTo>
                <a:moveTo>
                  <a:pt x="2130183" y="1333500"/>
                </a:moveTo>
                <a:lnTo>
                  <a:pt x="2181198" y="1281119"/>
                </a:lnTo>
                <a:moveTo>
                  <a:pt x="1477882" y="182311"/>
                </a:moveTo>
                <a:lnTo>
                  <a:pt x="1505384" y="184400"/>
                </a:lnTo>
                <a:moveTo>
                  <a:pt x="2023133" y="1197355"/>
                </a:moveTo>
                <a:lnTo>
                  <a:pt x="2080753" y="1122503"/>
                </a:lnTo>
                <a:moveTo>
                  <a:pt x="1969656" y="849986"/>
                </a:moveTo>
                <a:lnTo>
                  <a:pt x="2048383" y="765985"/>
                </a:lnTo>
                <a:moveTo>
                  <a:pt x="2263999" y="492168"/>
                </a:moveTo>
                <a:lnTo>
                  <a:pt x="2317667" y="436480"/>
                </a:lnTo>
                <a:moveTo>
                  <a:pt x="1974468" y="511983"/>
                </a:moveTo>
                <a:lnTo>
                  <a:pt x="2101236" y="560503"/>
                </a:lnTo>
                <a:moveTo>
                  <a:pt x="1661754" y="309765"/>
                </a:moveTo>
                <a:lnTo>
                  <a:pt x="1784112" y="342604"/>
                </a:lnTo>
                <a:moveTo>
                  <a:pt x="1883936" y="698702"/>
                </a:moveTo>
                <a:lnTo>
                  <a:pt x="2048383" y="765985"/>
                </a:lnTo>
                <a:moveTo>
                  <a:pt x="201622" y="831596"/>
                </a:moveTo>
                <a:lnTo>
                  <a:pt x="259667" y="928467"/>
                </a:lnTo>
                <a:moveTo>
                  <a:pt x="1625123" y="198974"/>
                </a:moveTo>
                <a:lnTo>
                  <a:pt x="1661754" y="309765"/>
                </a:lnTo>
                <a:moveTo>
                  <a:pt x="2123850" y="1194396"/>
                </a:moveTo>
                <a:lnTo>
                  <a:pt x="2026606" y="1218744"/>
                </a:lnTo>
                <a:moveTo>
                  <a:pt x="2026606" y="1218744"/>
                </a:moveTo>
                <a:lnTo>
                  <a:pt x="2181198" y="1281119"/>
                </a:lnTo>
                <a:moveTo>
                  <a:pt x="259667" y="928467"/>
                </a:moveTo>
                <a:lnTo>
                  <a:pt x="333918" y="992575"/>
                </a:lnTo>
                <a:moveTo>
                  <a:pt x="2091487" y="502152"/>
                </a:moveTo>
                <a:lnTo>
                  <a:pt x="2101236" y="560503"/>
                </a:lnTo>
                <a:moveTo>
                  <a:pt x="419102" y="1028704"/>
                </a:moveTo>
                <a:lnTo>
                  <a:pt x="516784" y="1076373"/>
                </a:lnTo>
                <a:moveTo>
                  <a:pt x="333918" y="992575"/>
                </a:moveTo>
                <a:lnTo>
                  <a:pt x="419102" y="1028704"/>
                </a:lnTo>
                <a:moveTo>
                  <a:pt x="2317667" y="436480"/>
                </a:moveTo>
                <a:lnTo>
                  <a:pt x="2406611" y="357567"/>
                </a:lnTo>
                <a:moveTo>
                  <a:pt x="1940284" y="1067161"/>
                </a:moveTo>
                <a:lnTo>
                  <a:pt x="2080753" y="1122503"/>
                </a:lnTo>
                <a:moveTo>
                  <a:pt x="1970342" y="851289"/>
                </a:moveTo>
                <a:lnTo>
                  <a:pt x="2028710" y="987990"/>
                </a:lnTo>
                <a:moveTo>
                  <a:pt x="1340337" y="159344"/>
                </a:moveTo>
                <a:lnTo>
                  <a:pt x="1364435" y="121450"/>
                </a:lnTo>
                <a:moveTo>
                  <a:pt x="1505384" y="184400"/>
                </a:moveTo>
                <a:lnTo>
                  <a:pt x="1625123" y="198974"/>
                </a:lnTo>
                <a:moveTo>
                  <a:pt x="1883936" y="698702"/>
                </a:moveTo>
                <a:lnTo>
                  <a:pt x="1998955" y="632774"/>
                </a:lnTo>
                <a:moveTo>
                  <a:pt x="1109523" y="62401"/>
                </a:moveTo>
                <a:lnTo>
                  <a:pt x="1174741" y="132380"/>
                </a:lnTo>
                <a:moveTo>
                  <a:pt x="123498" y="635405"/>
                </a:moveTo>
                <a:lnTo>
                  <a:pt x="201622" y="831596"/>
                </a:lnTo>
                <a:moveTo>
                  <a:pt x="1974468" y="511983"/>
                </a:moveTo>
                <a:lnTo>
                  <a:pt x="1998955" y="632774"/>
                </a:lnTo>
                <a:moveTo>
                  <a:pt x="1109523" y="62401"/>
                </a:moveTo>
                <a:lnTo>
                  <a:pt x="1178148" y="0"/>
                </a:lnTo>
                <a:moveTo>
                  <a:pt x="1969656" y="849986"/>
                </a:moveTo>
                <a:lnTo>
                  <a:pt x="1970342" y="851289"/>
                </a:lnTo>
                <a:moveTo>
                  <a:pt x="1940284" y="1067161"/>
                </a:moveTo>
                <a:lnTo>
                  <a:pt x="2028710" y="987990"/>
                </a:lnTo>
                <a:moveTo>
                  <a:pt x="2149594" y="524453"/>
                </a:moveTo>
                <a:lnTo>
                  <a:pt x="2317667" y="436480"/>
                </a:lnTo>
                <a:moveTo>
                  <a:pt x="1625123" y="198974"/>
                </a:moveTo>
                <a:lnTo>
                  <a:pt x="1784112" y="342604"/>
                </a:lnTo>
                <a:moveTo>
                  <a:pt x="2003296" y="1194134"/>
                </a:moveTo>
                <a:lnTo>
                  <a:pt x="2023133" y="1197355"/>
                </a:lnTo>
                <a:moveTo>
                  <a:pt x="1784112" y="342604"/>
                </a:moveTo>
                <a:lnTo>
                  <a:pt x="1898554" y="515187"/>
                </a:lnTo>
                <a:moveTo>
                  <a:pt x="1883936" y="698702"/>
                </a:moveTo>
                <a:lnTo>
                  <a:pt x="1969656" y="849986"/>
                </a:lnTo>
                <a:moveTo>
                  <a:pt x="1174741" y="132380"/>
                </a:moveTo>
                <a:lnTo>
                  <a:pt x="1265890" y="107356"/>
                </a:lnTo>
                <a:moveTo>
                  <a:pt x="1109523" y="62401"/>
                </a:moveTo>
                <a:lnTo>
                  <a:pt x="1181422" y="0"/>
                </a:lnTo>
                <a:moveTo>
                  <a:pt x="1505384" y="184400"/>
                </a:moveTo>
                <a:lnTo>
                  <a:pt x="1576118" y="172839"/>
                </a:lnTo>
                <a:moveTo>
                  <a:pt x="2023133" y="1197355"/>
                </a:moveTo>
                <a:lnTo>
                  <a:pt x="2026606" y="1218744"/>
                </a:lnTo>
                <a:moveTo>
                  <a:pt x="2026606" y="1218744"/>
                </a:moveTo>
                <a:lnTo>
                  <a:pt x="2084866" y="1333500"/>
                </a:lnTo>
                <a:moveTo>
                  <a:pt x="1863022" y="920089"/>
                </a:moveTo>
                <a:lnTo>
                  <a:pt x="2028710" y="987990"/>
                </a:lnTo>
                <a:moveTo>
                  <a:pt x="1364435" y="121450"/>
                </a:moveTo>
                <a:lnTo>
                  <a:pt x="1477882" y="182311"/>
                </a:lnTo>
                <a:moveTo>
                  <a:pt x="201622" y="831596"/>
                </a:moveTo>
                <a:lnTo>
                  <a:pt x="333918" y="992575"/>
                </a:lnTo>
                <a:moveTo>
                  <a:pt x="1265890" y="107356"/>
                </a:moveTo>
                <a:lnTo>
                  <a:pt x="1332194" y="112763"/>
                </a:lnTo>
                <a:moveTo>
                  <a:pt x="2091487" y="502152"/>
                </a:moveTo>
                <a:lnTo>
                  <a:pt x="2149594" y="524453"/>
                </a:lnTo>
                <a:moveTo>
                  <a:pt x="1898554" y="515187"/>
                </a:moveTo>
                <a:lnTo>
                  <a:pt x="1883936" y="698702"/>
                </a:lnTo>
                <a:moveTo>
                  <a:pt x="1839793" y="629683"/>
                </a:moveTo>
                <a:lnTo>
                  <a:pt x="1898554" y="515187"/>
                </a:lnTo>
                <a:moveTo>
                  <a:pt x="1839793" y="629683"/>
                </a:moveTo>
                <a:lnTo>
                  <a:pt x="1883936" y="698702"/>
                </a:lnTo>
                <a:moveTo>
                  <a:pt x="419102" y="1028704"/>
                </a:moveTo>
                <a:lnTo>
                  <a:pt x="424259" y="1046223"/>
                </a:lnTo>
                <a:moveTo>
                  <a:pt x="1940284" y="1067161"/>
                </a:moveTo>
                <a:lnTo>
                  <a:pt x="2023133" y="1197355"/>
                </a:lnTo>
                <a:moveTo>
                  <a:pt x="2003296" y="1194134"/>
                </a:moveTo>
                <a:lnTo>
                  <a:pt x="2026606" y="1218744"/>
                </a:lnTo>
                <a:moveTo>
                  <a:pt x="1901764" y="894672"/>
                </a:moveTo>
                <a:lnTo>
                  <a:pt x="1970342" y="851289"/>
                </a:lnTo>
                <a:moveTo>
                  <a:pt x="1901764" y="894672"/>
                </a:moveTo>
                <a:lnTo>
                  <a:pt x="1969656" y="849986"/>
                </a:lnTo>
                <a:moveTo>
                  <a:pt x="123498" y="635405"/>
                </a:moveTo>
                <a:lnTo>
                  <a:pt x="192835" y="702706"/>
                </a:lnTo>
                <a:moveTo>
                  <a:pt x="1898554" y="515187"/>
                </a:moveTo>
                <a:lnTo>
                  <a:pt x="1974468" y="511983"/>
                </a:lnTo>
                <a:moveTo>
                  <a:pt x="1883936" y="698702"/>
                </a:moveTo>
                <a:lnTo>
                  <a:pt x="1974468" y="511983"/>
                </a:lnTo>
                <a:moveTo>
                  <a:pt x="350235" y="495799"/>
                </a:moveTo>
                <a:lnTo>
                  <a:pt x="383129" y="444415"/>
                </a:lnTo>
                <a:moveTo>
                  <a:pt x="1265890" y="107356"/>
                </a:moveTo>
                <a:lnTo>
                  <a:pt x="1364435" y="121450"/>
                </a:lnTo>
                <a:moveTo>
                  <a:pt x="331051" y="462040"/>
                </a:moveTo>
                <a:lnTo>
                  <a:pt x="383129" y="444415"/>
                </a:lnTo>
                <a:moveTo>
                  <a:pt x="2026606" y="1218744"/>
                </a:moveTo>
                <a:lnTo>
                  <a:pt x="2082993" y="1333500"/>
                </a:lnTo>
                <a:moveTo>
                  <a:pt x="1940284" y="1067161"/>
                </a:moveTo>
                <a:lnTo>
                  <a:pt x="2003296" y="1194134"/>
                </a:lnTo>
                <a:moveTo>
                  <a:pt x="2149594" y="524453"/>
                </a:moveTo>
                <a:lnTo>
                  <a:pt x="2198835" y="500509"/>
                </a:lnTo>
                <a:moveTo>
                  <a:pt x="331051" y="462040"/>
                </a:moveTo>
                <a:lnTo>
                  <a:pt x="350235" y="495799"/>
                </a:lnTo>
                <a:moveTo>
                  <a:pt x="383129" y="444415"/>
                </a:moveTo>
                <a:lnTo>
                  <a:pt x="520385" y="433120"/>
                </a:lnTo>
                <a:moveTo>
                  <a:pt x="1970342" y="851289"/>
                </a:moveTo>
                <a:lnTo>
                  <a:pt x="1863022" y="920089"/>
                </a:lnTo>
                <a:moveTo>
                  <a:pt x="1576118" y="172839"/>
                </a:moveTo>
                <a:lnTo>
                  <a:pt x="1625123" y="198974"/>
                </a:lnTo>
                <a:moveTo>
                  <a:pt x="343273" y="458955"/>
                </a:moveTo>
                <a:lnTo>
                  <a:pt x="383129" y="444415"/>
                </a:lnTo>
                <a:moveTo>
                  <a:pt x="1784112" y="342604"/>
                </a:moveTo>
                <a:lnTo>
                  <a:pt x="1897796" y="381080"/>
                </a:lnTo>
                <a:moveTo>
                  <a:pt x="1770093" y="765215"/>
                </a:moveTo>
                <a:lnTo>
                  <a:pt x="1969656" y="849986"/>
                </a:lnTo>
                <a:moveTo>
                  <a:pt x="1974468" y="511983"/>
                </a:moveTo>
                <a:lnTo>
                  <a:pt x="2091487" y="502152"/>
                </a:lnTo>
                <a:moveTo>
                  <a:pt x="1747080" y="232073"/>
                </a:moveTo>
                <a:lnTo>
                  <a:pt x="1784112" y="342604"/>
                </a:lnTo>
                <a:moveTo>
                  <a:pt x="331051" y="462040"/>
                </a:moveTo>
                <a:lnTo>
                  <a:pt x="343273" y="458955"/>
                </a:lnTo>
                <a:moveTo>
                  <a:pt x="383129" y="444415"/>
                </a:moveTo>
                <a:lnTo>
                  <a:pt x="552369" y="458513"/>
                </a:lnTo>
                <a:moveTo>
                  <a:pt x="192835" y="702706"/>
                </a:moveTo>
                <a:lnTo>
                  <a:pt x="201622" y="831596"/>
                </a:lnTo>
                <a:moveTo>
                  <a:pt x="1625123" y="198974"/>
                </a:moveTo>
                <a:lnTo>
                  <a:pt x="1747080" y="232073"/>
                </a:lnTo>
                <a:moveTo>
                  <a:pt x="184544" y="512287"/>
                </a:moveTo>
                <a:lnTo>
                  <a:pt x="350235" y="495799"/>
                </a:lnTo>
                <a:moveTo>
                  <a:pt x="350235" y="495799"/>
                </a:moveTo>
                <a:lnTo>
                  <a:pt x="552369" y="458513"/>
                </a:lnTo>
                <a:moveTo>
                  <a:pt x="2198835" y="500509"/>
                </a:moveTo>
                <a:lnTo>
                  <a:pt x="2317667" y="436480"/>
                </a:lnTo>
                <a:moveTo>
                  <a:pt x="343273" y="458955"/>
                </a:moveTo>
                <a:lnTo>
                  <a:pt x="520385" y="433120"/>
                </a:lnTo>
                <a:moveTo>
                  <a:pt x="251565" y="611355"/>
                </a:moveTo>
                <a:lnTo>
                  <a:pt x="350235" y="495799"/>
                </a:lnTo>
                <a:moveTo>
                  <a:pt x="184544" y="512287"/>
                </a:moveTo>
                <a:lnTo>
                  <a:pt x="331051" y="462040"/>
                </a:lnTo>
                <a:moveTo>
                  <a:pt x="520385" y="433120"/>
                </a:moveTo>
                <a:lnTo>
                  <a:pt x="575064" y="432028"/>
                </a:lnTo>
                <a:moveTo>
                  <a:pt x="1770093" y="765215"/>
                </a:moveTo>
                <a:lnTo>
                  <a:pt x="1883936" y="698702"/>
                </a:lnTo>
                <a:moveTo>
                  <a:pt x="1897796" y="381080"/>
                </a:moveTo>
                <a:lnTo>
                  <a:pt x="1898554" y="515187"/>
                </a:lnTo>
                <a:moveTo>
                  <a:pt x="1477882" y="182311"/>
                </a:moveTo>
                <a:lnTo>
                  <a:pt x="1495255" y="148788"/>
                </a:lnTo>
                <a:moveTo>
                  <a:pt x="1734599" y="710712"/>
                </a:moveTo>
                <a:lnTo>
                  <a:pt x="1839793" y="629683"/>
                </a:lnTo>
                <a:moveTo>
                  <a:pt x="1839793" y="629683"/>
                </a:moveTo>
                <a:lnTo>
                  <a:pt x="1770093" y="765215"/>
                </a:lnTo>
                <a:moveTo>
                  <a:pt x="1410961" y="574261"/>
                </a:moveTo>
                <a:lnTo>
                  <a:pt x="1574725" y="613305"/>
                </a:lnTo>
                <a:moveTo>
                  <a:pt x="201622" y="831596"/>
                </a:moveTo>
                <a:lnTo>
                  <a:pt x="242789" y="881691"/>
                </a:lnTo>
                <a:moveTo>
                  <a:pt x="2317667" y="436480"/>
                </a:moveTo>
                <a:lnTo>
                  <a:pt x="2331860" y="382023"/>
                </a:lnTo>
                <a:moveTo>
                  <a:pt x="520385" y="433120"/>
                </a:moveTo>
                <a:lnTo>
                  <a:pt x="552369" y="458513"/>
                </a:lnTo>
                <a:moveTo>
                  <a:pt x="1174741" y="132380"/>
                </a:moveTo>
                <a:lnTo>
                  <a:pt x="1332194" y="112763"/>
                </a:lnTo>
                <a:moveTo>
                  <a:pt x="1495255" y="148788"/>
                </a:moveTo>
                <a:lnTo>
                  <a:pt x="1505384" y="184400"/>
                </a:lnTo>
                <a:moveTo>
                  <a:pt x="242789" y="881691"/>
                </a:moveTo>
                <a:lnTo>
                  <a:pt x="333918" y="992575"/>
                </a:lnTo>
                <a:moveTo>
                  <a:pt x="1863022" y="920089"/>
                </a:moveTo>
                <a:lnTo>
                  <a:pt x="1940284" y="1067161"/>
                </a:lnTo>
                <a:moveTo>
                  <a:pt x="1901764" y="894672"/>
                </a:moveTo>
                <a:lnTo>
                  <a:pt x="1863022" y="920089"/>
                </a:lnTo>
                <a:moveTo>
                  <a:pt x="1862751" y="919633"/>
                </a:moveTo>
                <a:lnTo>
                  <a:pt x="1901764" y="894672"/>
                </a:lnTo>
                <a:moveTo>
                  <a:pt x="1897796" y="381080"/>
                </a:moveTo>
                <a:lnTo>
                  <a:pt x="1974468" y="511983"/>
                </a:lnTo>
                <a:moveTo>
                  <a:pt x="552369" y="458513"/>
                </a:moveTo>
                <a:lnTo>
                  <a:pt x="575064" y="432028"/>
                </a:lnTo>
                <a:moveTo>
                  <a:pt x="279227" y="926199"/>
                </a:moveTo>
                <a:lnTo>
                  <a:pt x="333918" y="992575"/>
                </a:lnTo>
                <a:moveTo>
                  <a:pt x="1770093" y="765215"/>
                </a:moveTo>
                <a:lnTo>
                  <a:pt x="1901764" y="894672"/>
                </a:lnTo>
                <a:moveTo>
                  <a:pt x="2091487" y="502152"/>
                </a:moveTo>
                <a:lnTo>
                  <a:pt x="2198835" y="500509"/>
                </a:lnTo>
                <a:moveTo>
                  <a:pt x="520385" y="433120"/>
                </a:moveTo>
                <a:lnTo>
                  <a:pt x="545051" y="419783"/>
                </a:lnTo>
                <a:moveTo>
                  <a:pt x="184544" y="512287"/>
                </a:moveTo>
                <a:lnTo>
                  <a:pt x="251565" y="611355"/>
                </a:lnTo>
                <a:moveTo>
                  <a:pt x="424259" y="1046223"/>
                </a:moveTo>
                <a:lnTo>
                  <a:pt x="516784" y="1076373"/>
                </a:lnTo>
                <a:moveTo>
                  <a:pt x="1205470" y="0"/>
                </a:moveTo>
                <a:lnTo>
                  <a:pt x="1174741" y="132380"/>
                </a:lnTo>
                <a:moveTo>
                  <a:pt x="1063657" y="312572"/>
                </a:moveTo>
                <a:lnTo>
                  <a:pt x="1140998" y="154313"/>
                </a:lnTo>
                <a:moveTo>
                  <a:pt x="575064" y="432028"/>
                </a:moveTo>
                <a:lnTo>
                  <a:pt x="560343" y="453018"/>
                </a:lnTo>
                <a:moveTo>
                  <a:pt x="1174741" y="132380"/>
                </a:moveTo>
                <a:lnTo>
                  <a:pt x="1357029" y="120397"/>
                </a:lnTo>
                <a:moveTo>
                  <a:pt x="333918" y="992575"/>
                </a:moveTo>
                <a:lnTo>
                  <a:pt x="424259" y="1046223"/>
                </a:lnTo>
                <a:moveTo>
                  <a:pt x="2003296" y="1194134"/>
                </a:moveTo>
                <a:lnTo>
                  <a:pt x="2068636" y="1280148"/>
                </a:lnTo>
                <a:moveTo>
                  <a:pt x="1862751" y="919633"/>
                </a:moveTo>
                <a:lnTo>
                  <a:pt x="1863022" y="920089"/>
                </a:lnTo>
                <a:moveTo>
                  <a:pt x="343273" y="458955"/>
                </a:moveTo>
                <a:lnTo>
                  <a:pt x="545051" y="419783"/>
                </a:lnTo>
                <a:moveTo>
                  <a:pt x="1332194" y="112763"/>
                </a:moveTo>
                <a:lnTo>
                  <a:pt x="1364435" y="121450"/>
                </a:lnTo>
                <a:moveTo>
                  <a:pt x="545051" y="419783"/>
                </a:moveTo>
                <a:lnTo>
                  <a:pt x="575064" y="432028"/>
                </a:lnTo>
                <a:moveTo>
                  <a:pt x="552369" y="458513"/>
                </a:moveTo>
                <a:lnTo>
                  <a:pt x="560343" y="453018"/>
                </a:lnTo>
                <a:moveTo>
                  <a:pt x="251565" y="611355"/>
                </a:moveTo>
                <a:lnTo>
                  <a:pt x="192835" y="702706"/>
                </a:lnTo>
                <a:moveTo>
                  <a:pt x="2068636" y="1280148"/>
                </a:moveTo>
                <a:lnTo>
                  <a:pt x="2026606" y="1218744"/>
                </a:lnTo>
                <a:moveTo>
                  <a:pt x="1357029" y="120397"/>
                </a:moveTo>
                <a:lnTo>
                  <a:pt x="1332194" y="112763"/>
                </a:lnTo>
                <a:moveTo>
                  <a:pt x="1770093" y="765215"/>
                </a:moveTo>
                <a:lnTo>
                  <a:pt x="1862751" y="919633"/>
                </a:lnTo>
                <a:moveTo>
                  <a:pt x="1576118" y="172839"/>
                </a:moveTo>
                <a:lnTo>
                  <a:pt x="1747080" y="232073"/>
                </a:lnTo>
                <a:moveTo>
                  <a:pt x="2230593" y="483833"/>
                </a:moveTo>
                <a:lnTo>
                  <a:pt x="2317667" y="436480"/>
                </a:lnTo>
                <a:moveTo>
                  <a:pt x="350235" y="495799"/>
                </a:moveTo>
                <a:lnTo>
                  <a:pt x="447292" y="540161"/>
                </a:lnTo>
                <a:moveTo>
                  <a:pt x="2068636" y="1280148"/>
                </a:moveTo>
                <a:lnTo>
                  <a:pt x="2088986" y="1333500"/>
                </a:lnTo>
                <a:moveTo>
                  <a:pt x="1879187" y="1175064"/>
                </a:moveTo>
                <a:lnTo>
                  <a:pt x="2003296" y="1194134"/>
                </a:lnTo>
                <a:moveTo>
                  <a:pt x="1734599" y="710712"/>
                </a:moveTo>
                <a:lnTo>
                  <a:pt x="1770093" y="765215"/>
                </a:lnTo>
                <a:moveTo>
                  <a:pt x="1295314" y="599976"/>
                </a:moveTo>
                <a:lnTo>
                  <a:pt x="1410961" y="574261"/>
                </a:lnTo>
                <a:moveTo>
                  <a:pt x="1972680" y="402497"/>
                </a:moveTo>
                <a:lnTo>
                  <a:pt x="1974468" y="511983"/>
                </a:lnTo>
                <a:moveTo>
                  <a:pt x="201622" y="831596"/>
                </a:moveTo>
                <a:lnTo>
                  <a:pt x="202913" y="753236"/>
                </a:lnTo>
                <a:moveTo>
                  <a:pt x="1747080" y="232073"/>
                </a:moveTo>
                <a:lnTo>
                  <a:pt x="1897796" y="381080"/>
                </a:lnTo>
                <a:moveTo>
                  <a:pt x="1410961" y="574261"/>
                </a:moveTo>
                <a:lnTo>
                  <a:pt x="1506527" y="610734"/>
                </a:lnTo>
                <a:moveTo>
                  <a:pt x="1816865" y="949857"/>
                </a:moveTo>
                <a:lnTo>
                  <a:pt x="1863022" y="920089"/>
                </a:lnTo>
                <a:moveTo>
                  <a:pt x="1862751" y="919633"/>
                </a:moveTo>
                <a:lnTo>
                  <a:pt x="1816865" y="949857"/>
                </a:lnTo>
                <a:moveTo>
                  <a:pt x="545051" y="419783"/>
                </a:moveTo>
                <a:lnTo>
                  <a:pt x="560343" y="453018"/>
                </a:lnTo>
                <a:moveTo>
                  <a:pt x="2068636" y="1280148"/>
                </a:moveTo>
                <a:lnTo>
                  <a:pt x="2109482" y="1333500"/>
                </a:lnTo>
                <a:moveTo>
                  <a:pt x="1357029" y="120397"/>
                </a:moveTo>
                <a:lnTo>
                  <a:pt x="1364435" y="121450"/>
                </a:lnTo>
                <a:moveTo>
                  <a:pt x="840402" y="237475"/>
                </a:moveTo>
                <a:lnTo>
                  <a:pt x="1063657" y="312572"/>
                </a:lnTo>
                <a:moveTo>
                  <a:pt x="1860460" y="1150615"/>
                </a:moveTo>
                <a:lnTo>
                  <a:pt x="1940284" y="1067161"/>
                </a:lnTo>
                <a:moveTo>
                  <a:pt x="2091487" y="502152"/>
                </a:moveTo>
                <a:lnTo>
                  <a:pt x="2230593" y="483833"/>
                </a:lnTo>
                <a:moveTo>
                  <a:pt x="1879187" y="1175064"/>
                </a:moveTo>
                <a:lnTo>
                  <a:pt x="1940284" y="1067161"/>
                </a:lnTo>
                <a:moveTo>
                  <a:pt x="2146128" y="1278264"/>
                </a:moveTo>
                <a:lnTo>
                  <a:pt x="2149481" y="1333500"/>
                </a:lnTo>
                <a:moveTo>
                  <a:pt x="1974468" y="511983"/>
                </a:moveTo>
                <a:lnTo>
                  <a:pt x="2024973" y="410785"/>
                </a:lnTo>
                <a:moveTo>
                  <a:pt x="447292" y="540161"/>
                </a:moveTo>
                <a:lnTo>
                  <a:pt x="552369" y="458513"/>
                </a:lnTo>
                <a:moveTo>
                  <a:pt x="242789" y="881691"/>
                </a:moveTo>
                <a:lnTo>
                  <a:pt x="279227" y="926199"/>
                </a:lnTo>
                <a:moveTo>
                  <a:pt x="223165" y="461058"/>
                </a:moveTo>
                <a:lnTo>
                  <a:pt x="331051" y="462040"/>
                </a:lnTo>
                <a:moveTo>
                  <a:pt x="2003296" y="1194134"/>
                </a:moveTo>
                <a:lnTo>
                  <a:pt x="1909989" y="1175279"/>
                </a:lnTo>
                <a:moveTo>
                  <a:pt x="1506527" y="610734"/>
                </a:moveTo>
                <a:lnTo>
                  <a:pt x="1574725" y="613305"/>
                </a:lnTo>
                <a:moveTo>
                  <a:pt x="2024973" y="410785"/>
                </a:moveTo>
                <a:lnTo>
                  <a:pt x="2091487" y="502152"/>
                </a:lnTo>
                <a:moveTo>
                  <a:pt x="447292" y="540161"/>
                </a:moveTo>
                <a:lnTo>
                  <a:pt x="560343" y="453018"/>
                </a:lnTo>
                <a:moveTo>
                  <a:pt x="1754581" y="989292"/>
                </a:moveTo>
                <a:lnTo>
                  <a:pt x="1862751" y="919633"/>
                </a:lnTo>
                <a:moveTo>
                  <a:pt x="350235" y="495799"/>
                </a:moveTo>
                <a:lnTo>
                  <a:pt x="344347" y="633093"/>
                </a:lnTo>
                <a:moveTo>
                  <a:pt x="1860460" y="1150615"/>
                </a:moveTo>
                <a:lnTo>
                  <a:pt x="1863022" y="920089"/>
                </a:lnTo>
                <a:moveTo>
                  <a:pt x="840228" y="237165"/>
                </a:moveTo>
                <a:lnTo>
                  <a:pt x="840402" y="237475"/>
                </a:lnTo>
                <a:moveTo>
                  <a:pt x="2230593" y="483833"/>
                </a:moveTo>
                <a:lnTo>
                  <a:pt x="2198835" y="500509"/>
                </a:lnTo>
                <a:moveTo>
                  <a:pt x="1897796" y="381080"/>
                </a:moveTo>
                <a:lnTo>
                  <a:pt x="1972680" y="402497"/>
                </a:lnTo>
                <a:moveTo>
                  <a:pt x="1754581" y="989292"/>
                </a:moveTo>
                <a:lnTo>
                  <a:pt x="1770093" y="765215"/>
                </a:lnTo>
                <a:moveTo>
                  <a:pt x="2197535" y="1333500"/>
                </a:moveTo>
                <a:lnTo>
                  <a:pt x="2237348" y="1282856"/>
                </a:lnTo>
                <a:moveTo>
                  <a:pt x="223165" y="461058"/>
                </a:moveTo>
                <a:lnTo>
                  <a:pt x="343273" y="458955"/>
                </a:lnTo>
                <a:moveTo>
                  <a:pt x="1495255" y="148788"/>
                </a:moveTo>
                <a:lnTo>
                  <a:pt x="1576118" y="172839"/>
                </a:lnTo>
                <a:moveTo>
                  <a:pt x="279227" y="926199"/>
                </a:moveTo>
                <a:lnTo>
                  <a:pt x="424259" y="1046223"/>
                </a:lnTo>
                <a:moveTo>
                  <a:pt x="516784" y="1076373"/>
                </a:moveTo>
                <a:lnTo>
                  <a:pt x="530243" y="1089705"/>
                </a:lnTo>
                <a:moveTo>
                  <a:pt x="343273" y="458955"/>
                </a:moveTo>
                <a:lnTo>
                  <a:pt x="434489" y="472406"/>
                </a:lnTo>
                <a:moveTo>
                  <a:pt x="2230593" y="483833"/>
                </a:moveTo>
                <a:lnTo>
                  <a:pt x="2331860" y="382023"/>
                </a:lnTo>
                <a:moveTo>
                  <a:pt x="1174741" y="132380"/>
                </a:moveTo>
                <a:lnTo>
                  <a:pt x="1170749" y="46975"/>
                </a:lnTo>
                <a:moveTo>
                  <a:pt x="623349" y="196422"/>
                </a:moveTo>
                <a:lnTo>
                  <a:pt x="840228" y="237165"/>
                </a:lnTo>
                <a:moveTo>
                  <a:pt x="253341" y="910349"/>
                </a:moveTo>
                <a:lnTo>
                  <a:pt x="242789" y="881691"/>
                </a:lnTo>
                <a:moveTo>
                  <a:pt x="184544" y="512287"/>
                </a:moveTo>
                <a:lnTo>
                  <a:pt x="223165" y="461058"/>
                </a:lnTo>
                <a:moveTo>
                  <a:pt x="948086" y="338682"/>
                </a:moveTo>
                <a:lnTo>
                  <a:pt x="1063657" y="312572"/>
                </a:lnTo>
                <a:moveTo>
                  <a:pt x="192835" y="702706"/>
                </a:moveTo>
                <a:lnTo>
                  <a:pt x="202913" y="753236"/>
                </a:lnTo>
                <a:moveTo>
                  <a:pt x="1756154" y="993236"/>
                </a:moveTo>
                <a:lnTo>
                  <a:pt x="1816865" y="949857"/>
                </a:lnTo>
                <a:moveTo>
                  <a:pt x="1364435" y="121450"/>
                </a:moveTo>
                <a:lnTo>
                  <a:pt x="1495255" y="148788"/>
                </a:lnTo>
                <a:moveTo>
                  <a:pt x="1754581" y="989292"/>
                </a:moveTo>
                <a:lnTo>
                  <a:pt x="1816865" y="949857"/>
                </a:lnTo>
                <a:moveTo>
                  <a:pt x="253341" y="910349"/>
                </a:moveTo>
                <a:lnTo>
                  <a:pt x="279227" y="926199"/>
                </a:lnTo>
                <a:moveTo>
                  <a:pt x="1816865" y="949857"/>
                </a:moveTo>
                <a:lnTo>
                  <a:pt x="1860460" y="1150615"/>
                </a:lnTo>
                <a:moveTo>
                  <a:pt x="1576118" y="172839"/>
                </a:moveTo>
                <a:lnTo>
                  <a:pt x="1669385" y="197138"/>
                </a:lnTo>
                <a:moveTo>
                  <a:pt x="1357029" y="120397"/>
                </a:moveTo>
                <a:lnTo>
                  <a:pt x="1495255" y="148788"/>
                </a:lnTo>
                <a:moveTo>
                  <a:pt x="202913" y="753236"/>
                </a:moveTo>
                <a:lnTo>
                  <a:pt x="242789" y="881691"/>
                </a:lnTo>
                <a:moveTo>
                  <a:pt x="469226" y="530848"/>
                </a:moveTo>
                <a:lnTo>
                  <a:pt x="560343" y="453018"/>
                </a:lnTo>
                <a:moveTo>
                  <a:pt x="638830" y="121380"/>
                </a:moveTo>
                <a:lnTo>
                  <a:pt x="840228" y="237165"/>
                </a:lnTo>
                <a:moveTo>
                  <a:pt x="251565" y="611355"/>
                </a:moveTo>
                <a:lnTo>
                  <a:pt x="344347" y="633093"/>
                </a:lnTo>
                <a:moveTo>
                  <a:pt x="1862086" y="269690"/>
                </a:moveTo>
                <a:lnTo>
                  <a:pt x="1897796" y="381080"/>
                </a:lnTo>
                <a:moveTo>
                  <a:pt x="1747080" y="232073"/>
                </a:moveTo>
                <a:lnTo>
                  <a:pt x="1862086" y="269690"/>
                </a:lnTo>
                <a:moveTo>
                  <a:pt x="545051" y="419783"/>
                </a:moveTo>
                <a:lnTo>
                  <a:pt x="469226" y="530848"/>
                </a:lnTo>
                <a:moveTo>
                  <a:pt x="1689474" y="848274"/>
                </a:moveTo>
                <a:lnTo>
                  <a:pt x="1770093" y="765215"/>
                </a:lnTo>
                <a:moveTo>
                  <a:pt x="1574725" y="613305"/>
                </a:moveTo>
                <a:lnTo>
                  <a:pt x="1633458" y="687499"/>
                </a:lnTo>
                <a:moveTo>
                  <a:pt x="1242146" y="717110"/>
                </a:moveTo>
                <a:lnTo>
                  <a:pt x="1295314" y="599976"/>
                </a:lnTo>
                <a:moveTo>
                  <a:pt x="434489" y="472406"/>
                </a:moveTo>
                <a:lnTo>
                  <a:pt x="545051" y="419783"/>
                </a:lnTo>
                <a:moveTo>
                  <a:pt x="1669385" y="197138"/>
                </a:moveTo>
                <a:lnTo>
                  <a:pt x="1747080" y="232073"/>
                </a:lnTo>
                <a:moveTo>
                  <a:pt x="2331860" y="382023"/>
                </a:moveTo>
                <a:lnTo>
                  <a:pt x="2432160" y="443542"/>
                </a:lnTo>
                <a:moveTo>
                  <a:pt x="594081" y="129420"/>
                </a:moveTo>
                <a:lnTo>
                  <a:pt x="623349" y="196422"/>
                </a:lnTo>
                <a:moveTo>
                  <a:pt x="623349" y="196422"/>
                </a:moveTo>
                <a:lnTo>
                  <a:pt x="638830" y="121380"/>
                </a:lnTo>
                <a:moveTo>
                  <a:pt x="2068636" y="1280148"/>
                </a:moveTo>
                <a:lnTo>
                  <a:pt x="2146128" y="1278264"/>
                </a:lnTo>
                <a:moveTo>
                  <a:pt x="2237348" y="1282856"/>
                </a:moveTo>
                <a:lnTo>
                  <a:pt x="2247084" y="1333500"/>
                </a:lnTo>
                <a:moveTo>
                  <a:pt x="792184" y="104867"/>
                </a:moveTo>
                <a:lnTo>
                  <a:pt x="840228" y="237165"/>
                </a:lnTo>
                <a:moveTo>
                  <a:pt x="1196956" y="0"/>
                </a:moveTo>
                <a:lnTo>
                  <a:pt x="1170749" y="46975"/>
                </a:lnTo>
                <a:moveTo>
                  <a:pt x="1170749" y="46975"/>
                </a:moveTo>
                <a:lnTo>
                  <a:pt x="1357029" y="120397"/>
                </a:lnTo>
                <a:moveTo>
                  <a:pt x="1633458" y="687499"/>
                </a:moveTo>
                <a:lnTo>
                  <a:pt x="1734599" y="710712"/>
                </a:lnTo>
                <a:moveTo>
                  <a:pt x="840402" y="237475"/>
                </a:moveTo>
                <a:lnTo>
                  <a:pt x="948086" y="338682"/>
                </a:lnTo>
                <a:moveTo>
                  <a:pt x="2091487" y="502152"/>
                </a:moveTo>
                <a:lnTo>
                  <a:pt x="2067497" y="449713"/>
                </a:lnTo>
                <a:moveTo>
                  <a:pt x="1410961" y="574261"/>
                </a:moveTo>
                <a:lnTo>
                  <a:pt x="1388894" y="625932"/>
                </a:lnTo>
                <a:moveTo>
                  <a:pt x="1063657" y="312572"/>
                </a:moveTo>
                <a:lnTo>
                  <a:pt x="1148621" y="292933"/>
                </a:lnTo>
                <a:moveTo>
                  <a:pt x="1754581" y="989292"/>
                </a:moveTo>
                <a:lnTo>
                  <a:pt x="1756154" y="993236"/>
                </a:lnTo>
                <a:moveTo>
                  <a:pt x="1140998" y="154313"/>
                </a:moveTo>
                <a:lnTo>
                  <a:pt x="1148621" y="292933"/>
                </a:lnTo>
                <a:moveTo>
                  <a:pt x="1756154" y="993236"/>
                </a:moveTo>
                <a:lnTo>
                  <a:pt x="1860460" y="1150615"/>
                </a:lnTo>
                <a:moveTo>
                  <a:pt x="838359" y="104057"/>
                </a:moveTo>
                <a:lnTo>
                  <a:pt x="840402" y="237475"/>
                </a:lnTo>
                <a:moveTo>
                  <a:pt x="1754004" y="990716"/>
                </a:moveTo>
                <a:lnTo>
                  <a:pt x="1756154" y="993236"/>
                </a:lnTo>
                <a:moveTo>
                  <a:pt x="840228" y="237165"/>
                </a:moveTo>
                <a:lnTo>
                  <a:pt x="838359" y="104057"/>
                </a:lnTo>
                <a:moveTo>
                  <a:pt x="1140998" y="154313"/>
                </a:moveTo>
                <a:lnTo>
                  <a:pt x="1169363" y="248247"/>
                </a:lnTo>
                <a:moveTo>
                  <a:pt x="1754004" y="990716"/>
                </a:moveTo>
                <a:lnTo>
                  <a:pt x="1754581" y="989292"/>
                </a:lnTo>
                <a:moveTo>
                  <a:pt x="279227" y="926199"/>
                </a:moveTo>
                <a:lnTo>
                  <a:pt x="382715" y="1004594"/>
                </a:lnTo>
                <a:moveTo>
                  <a:pt x="179730" y="442024"/>
                </a:moveTo>
                <a:lnTo>
                  <a:pt x="184544" y="512287"/>
                </a:lnTo>
                <a:moveTo>
                  <a:pt x="1860460" y="1150615"/>
                </a:moveTo>
                <a:lnTo>
                  <a:pt x="1879187" y="1175064"/>
                </a:lnTo>
                <a:moveTo>
                  <a:pt x="594081" y="129420"/>
                </a:moveTo>
                <a:lnTo>
                  <a:pt x="638830" y="121380"/>
                </a:lnTo>
                <a:moveTo>
                  <a:pt x="731245" y="298143"/>
                </a:moveTo>
                <a:lnTo>
                  <a:pt x="840228" y="237165"/>
                </a:lnTo>
                <a:moveTo>
                  <a:pt x="1238518" y="130948"/>
                </a:moveTo>
                <a:lnTo>
                  <a:pt x="1357029" y="120397"/>
                </a:lnTo>
                <a:moveTo>
                  <a:pt x="1972680" y="402497"/>
                </a:moveTo>
                <a:lnTo>
                  <a:pt x="2024973" y="410785"/>
                </a:lnTo>
                <a:moveTo>
                  <a:pt x="1357029" y="120397"/>
                </a:moveTo>
                <a:lnTo>
                  <a:pt x="1449590" y="140965"/>
                </a:lnTo>
                <a:moveTo>
                  <a:pt x="447292" y="540161"/>
                </a:moveTo>
                <a:lnTo>
                  <a:pt x="469226" y="530848"/>
                </a:lnTo>
                <a:moveTo>
                  <a:pt x="591648" y="152048"/>
                </a:moveTo>
                <a:lnTo>
                  <a:pt x="623349" y="196422"/>
                </a:lnTo>
                <a:moveTo>
                  <a:pt x="251565" y="611355"/>
                </a:moveTo>
                <a:lnTo>
                  <a:pt x="243795" y="738687"/>
                </a:lnTo>
                <a:moveTo>
                  <a:pt x="382715" y="1004594"/>
                </a:moveTo>
                <a:lnTo>
                  <a:pt x="424259" y="1046223"/>
                </a:lnTo>
                <a:moveTo>
                  <a:pt x="1734599" y="710712"/>
                </a:moveTo>
                <a:lnTo>
                  <a:pt x="1628625" y="709375"/>
                </a:lnTo>
                <a:moveTo>
                  <a:pt x="1628625" y="709375"/>
                </a:moveTo>
                <a:lnTo>
                  <a:pt x="1770093" y="765215"/>
                </a:lnTo>
                <a:moveTo>
                  <a:pt x="638830" y="121380"/>
                </a:moveTo>
                <a:lnTo>
                  <a:pt x="792184" y="104867"/>
                </a:lnTo>
                <a:moveTo>
                  <a:pt x="623349" y="196422"/>
                </a:moveTo>
                <a:lnTo>
                  <a:pt x="731245" y="298143"/>
                </a:lnTo>
                <a:moveTo>
                  <a:pt x="1576118" y="172839"/>
                </a:moveTo>
                <a:lnTo>
                  <a:pt x="1608034" y="187852"/>
                </a:lnTo>
                <a:moveTo>
                  <a:pt x="344347" y="633093"/>
                </a:moveTo>
                <a:lnTo>
                  <a:pt x="447292" y="540161"/>
                </a:lnTo>
                <a:moveTo>
                  <a:pt x="2230593" y="483833"/>
                </a:moveTo>
                <a:lnTo>
                  <a:pt x="2296470" y="549129"/>
                </a:lnTo>
                <a:moveTo>
                  <a:pt x="192835" y="702706"/>
                </a:moveTo>
                <a:lnTo>
                  <a:pt x="243795" y="738687"/>
                </a:lnTo>
                <a:moveTo>
                  <a:pt x="1909989" y="1175279"/>
                </a:moveTo>
                <a:lnTo>
                  <a:pt x="2068636" y="1280148"/>
                </a:lnTo>
                <a:moveTo>
                  <a:pt x="2230593" y="483833"/>
                </a:moveTo>
                <a:lnTo>
                  <a:pt x="2432160" y="443542"/>
                </a:lnTo>
                <a:moveTo>
                  <a:pt x="2146128" y="1278264"/>
                </a:moveTo>
                <a:lnTo>
                  <a:pt x="2237348" y="1282856"/>
                </a:lnTo>
                <a:moveTo>
                  <a:pt x="1689474" y="848274"/>
                </a:moveTo>
                <a:lnTo>
                  <a:pt x="1754581" y="989292"/>
                </a:lnTo>
                <a:moveTo>
                  <a:pt x="594081" y="129420"/>
                </a:moveTo>
                <a:lnTo>
                  <a:pt x="591648" y="152048"/>
                </a:lnTo>
                <a:moveTo>
                  <a:pt x="1689474" y="848274"/>
                </a:moveTo>
                <a:lnTo>
                  <a:pt x="1754004" y="990716"/>
                </a:lnTo>
                <a:moveTo>
                  <a:pt x="1063657" y="312572"/>
                </a:moveTo>
                <a:lnTo>
                  <a:pt x="1048422" y="400399"/>
                </a:lnTo>
                <a:moveTo>
                  <a:pt x="1506527" y="610734"/>
                </a:moveTo>
                <a:lnTo>
                  <a:pt x="1633458" y="687499"/>
                </a:lnTo>
                <a:moveTo>
                  <a:pt x="424259" y="1046223"/>
                </a:moveTo>
                <a:lnTo>
                  <a:pt x="530243" y="1089705"/>
                </a:lnTo>
                <a:moveTo>
                  <a:pt x="792184" y="104867"/>
                </a:moveTo>
                <a:lnTo>
                  <a:pt x="838359" y="104057"/>
                </a:lnTo>
                <a:moveTo>
                  <a:pt x="1879187" y="1175064"/>
                </a:moveTo>
                <a:lnTo>
                  <a:pt x="1909989" y="1175279"/>
                </a:lnTo>
                <a:moveTo>
                  <a:pt x="434489" y="472406"/>
                </a:moveTo>
                <a:lnTo>
                  <a:pt x="469226" y="530848"/>
                </a:lnTo>
                <a:moveTo>
                  <a:pt x="223165" y="461058"/>
                </a:moveTo>
                <a:lnTo>
                  <a:pt x="434489" y="472406"/>
                </a:lnTo>
                <a:moveTo>
                  <a:pt x="1972680" y="402497"/>
                </a:moveTo>
                <a:lnTo>
                  <a:pt x="1998185" y="360906"/>
                </a:lnTo>
                <a:moveTo>
                  <a:pt x="1744159" y="1215904"/>
                </a:moveTo>
                <a:lnTo>
                  <a:pt x="1860460" y="1150615"/>
                </a:lnTo>
                <a:moveTo>
                  <a:pt x="882034" y="322639"/>
                </a:moveTo>
                <a:lnTo>
                  <a:pt x="840402" y="237475"/>
                </a:lnTo>
                <a:moveTo>
                  <a:pt x="840228" y="237165"/>
                </a:moveTo>
                <a:lnTo>
                  <a:pt x="882034" y="322639"/>
                </a:lnTo>
                <a:moveTo>
                  <a:pt x="1744159" y="1215904"/>
                </a:moveTo>
                <a:lnTo>
                  <a:pt x="1879187" y="1175064"/>
                </a:lnTo>
                <a:moveTo>
                  <a:pt x="2296470" y="549129"/>
                </a:moveTo>
                <a:lnTo>
                  <a:pt x="2432160" y="443542"/>
                </a:lnTo>
                <a:moveTo>
                  <a:pt x="2296470" y="549129"/>
                </a:moveTo>
                <a:lnTo>
                  <a:pt x="2385983" y="535471"/>
                </a:lnTo>
                <a:moveTo>
                  <a:pt x="1669385" y="197138"/>
                </a:moveTo>
                <a:lnTo>
                  <a:pt x="1862086" y="269690"/>
                </a:lnTo>
                <a:moveTo>
                  <a:pt x="344347" y="633093"/>
                </a:moveTo>
                <a:lnTo>
                  <a:pt x="469226" y="530848"/>
                </a:lnTo>
                <a:moveTo>
                  <a:pt x="279227" y="926199"/>
                </a:moveTo>
                <a:lnTo>
                  <a:pt x="327064" y="974800"/>
                </a:lnTo>
                <a:moveTo>
                  <a:pt x="2432160" y="443542"/>
                </a:moveTo>
                <a:lnTo>
                  <a:pt x="2385983" y="535471"/>
                </a:lnTo>
                <a:moveTo>
                  <a:pt x="1506527" y="610734"/>
                </a:moveTo>
                <a:lnTo>
                  <a:pt x="1608672" y="682021"/>
                </a:lnTo>
                <a:moveTo>
                  <a:pt x="1449590" y="140965"/>
                </a:moveTo>
                <a:lnTo>
                  <a:pt x="1495255" y="148788"/>
                </a:lnTo>
                <a:moveTo>
                  <a:pt x="2237348" y="1282856"/>
                </a:moveTo>
                <a:lnTo>
                  <a:pt x="2371822" y="1267450"/>
                </a:lnTo>
                <a:moveTo>
                  <a:pt x="2067497" y="449713"/>
                </a:moveTo>
                <a:lnTo>
                  <a:pt x="2230593" y="483833"/>
                </a:lnTo>
                <a:moveTo>
                  <a:pt x="1998185" y="360906"/>
                </a:moveTo>
                <a:lnTo>
                  <a:pt x="2024973" y="410785"/>
                </a:lnTo>
                <a:moveTo>
                  <a:pt x="1242146" y="717110"/>
                </a:moveTo>
                <a:lnTo>
                  <a:pt x="1388894" y="625932"/>
                </a:lnTo>
                <a:moveTo>
                  <a:pt x="1981852" y="1201957"/>
                </a:moveTo>
                <a:lnTo>
                  <a:pt x="2068636" y="1280148"/>
                </a:lnTo>
                <a:moveTo>
                  <a:pt x="2296470" y="549129"/>
                </a:moveTo>
                <a:lnTo>
                  <a:pt x="2338109" y="583541"/>
                </a:lnTo>
                <a:moveTo>
                  <a:pt x="1295314" y="599976"/>
                </a:moveTo>
                <a:lnTo>
                  <a:pt x="1388894" y="625932"/>
                </a:lnTo>
                <a:moveTo>
                  <a:pt x="2338109" y="583541"/>
                </a:moveTo>
                <a:lnTo>
                  <a:pt x="2385983" y="535471"/>
                </a:lnTo>
                <a:moveTo>
                  <a:pt x="1388894" y="625932"/>
                </a:moveTo>
                <a:lnTo>
                  <a:pt x="1506527" y="610734"/>
                </a:lnTo>
                <a:moveTo>
                  <a:pt x="1170749" y="46975"/>
                </a:moveTo>
                <a:lnTo>
                  <a:pt x="1238518" y="130948"/>
                </a:lnTo>
                <a:moveTo>
                  <a:pt x="2024973" y="410785"/>
                </a:moveTo>
                <a:lnTo>
                  <a:pt x="2067497" y="449713"/>
                </a:lnTo>
                <a:moveTo>
                  <a:pt x="253341" y="910349"/>
                </a:moveTo>
                <a:lnTo>
                  <a:pt x="327064" y="974800"/>
                </a:lnTo>
                <a:moveTo>
                  <a:pt x="202913" y="753236"/>
                </a:moveTo>
                <a:lnTo>
                  <a:pt x="243795" y="738687"/>
                </a:lnTo>
                <a:moveTo>
                  <a:pt x="1756154" y="993236"/>
                </a:moveTo>
                <a:lnTo>
                  <a:pt x="1688536" y="1079608"/>
                </a:lnTo>
                <a:moveTo>
                  <a:pt x="179730" y="442024"/>
                </a:moveTo>
                <a:lnTo>
                  <a:pt x="223165" y="461058"/>
                </a:lnTo>
                <a:moveTo>
                  <a:pt x="382715" y="1004594"/>
                </a:moveTo>
                <a:lnTo>
                  <a:pt x="530243" y="1089705"/>
                </a:lnTo>
                <a:moveTo>
                  <a:pt x="1981852" y="1201957"/>
                </a:moveTo>
                <a:lnTo>
                  <a:pt x="2146128" y="1278264"/>
                </a:lnTo>
                <a:moveTo>
                  <a:pt x="1688536" y="1079608"/>
                </a:moveTo>
                <a:lnTo>
                  <a:pt x="1860460" y="1150615"/>
                </a:lnTo>
                <a:moveTo>
                  <a:pt x="149007" y="874788"/>
                </a:moveTo>
                <a:lnTo>
                  <a:pt x="253341" y="910349"/>
                </a:lnTo>
                <a:moveTo>
                  <a:pt x="1754004" y="990716"/>
                </a:moveTo>
                <a:lnTo>
                  <a:pt x="1688536" y="1079608"/>
                </a:lnTo>
                <a:moveTo>
                  <a:pt x="2109795" y="482282"/>
                </a:moveTo>
                <a:lnTo>
                  <a:pt x="2230593" y="483833"/>
                </a:lnTo>
                <a:moveTo>
                  <a:pt x="2230593" y="483833"/>
                </a:moveTo>
                <a:lnTo>
                  <a:pt x="2204045" y="626308"/>
                </a:lnTo>
                <a:moveTo>
                  <a:pt x="2154038" y="1173606"/>
                </a:moveTo>
                <a:lnTo>
                  <a:pt x="2146128" y="1278264"/>
                </a:lnTo>
                <a:moveTo>
                  <a:pt x="2146128" y="1278264"/>
                </a:moveTo>
                <a:lnTo>
                  <a:pt x="2214134" y="1163345"/>
                </a:lnTo>
                <a:moveTo>
                  <a:pt x="1628625" y="709375"/>
                </a:moveTo>
                <a:lnTo>
                  <a:pt x="1689474" y="848274"/>
                </a:lnTo>
                <a:moveTo>
                  <a:pt x="623349" y="196422"/>
                </a:moveTo>
                <a:lnTo>
                  <a:pt x="680643" y="206572"/>
                </a:lnTo>
                <a:moveTo>
                  <a:pt x="1495255" y="148788"/>
                </a:moveTo>
                <a:lnTo>
                  <a:pt x="1608034" y="187852"/>
                </a:lnTo>
                <a:moveTo>
                  <a:pt x="1357029" y="120397"/>
                </a:moveTo>
                <a:lnTo>
                  <a:pt x="1332396" y="158489"/>
                </a:lnTo>
                <a:moveTo>
                  <a:pt x="223165" y="461058"/>
                </a:moveTo>
                <a:lnTo>
                  <a:pt x="253186" y="437873"/>
                </a:lnTo>
                <a:moveTo>
                  <a:pt x="882034" y="322639"/>
                </a:moveTo>
                <a:lnTo>
                  <a:pt x="948086" y="338682"/>
                </a:lnTo>
                <a:moveTo>
                  <a:pt x="1608672" y="682021"/>
                </a:moveTo>
                <a:lnTo>
                  <a:pt x="1633458" y="687499"/>
                </a:lnTo>
                <a:moveTo>
                  <a:pt x="1238518" y="130948"/>
                </a:moveTo>
                <a:lnTo>
                  <a:pt x="1169363" y="248247"/>
                </a:lnTo>
                <a:moveTo>
                  <a:pt x="1633458" y="687499"/>
                </a:moveTo>
                <a:lnTo>
                  <a:pt x="1628625" y="709375"/>
                </a:lnTo>
                <a:moveTo>
                  <a:pt x="243795" y="738687"/>
                </a:moveTo>
                <a:lnTo>
                  <a:pt x="344347" y="633093"/>
                </a:lnTo>
                <a:moveTo>
                  <a:pt x="1646263" y="926147"/>
                </a:moveTo>
                <a:lnTo>
                  <a:pt x="1754004" y="990716"/>
                </a:lnTo>
                <a:moveTo>
                  <a:pt x="1148621" y="292933"/>
                </a:moveTo>
                <a:lnTo>
                  <a:pt x="1169363" y="248247"/>
                </a:lnTo>
                <a:moveTo>
                  <a:pt x="1608034" y="187852"/>
                </a:moveTo>
                <a:lnTo>
                  <a:pt x="1669385" y="197138"/>
                </a:lnTo>
                <a:moveTo>
                  <a:pt x="948086" y="338682"/>
                </a:moveTo>
                <a:lnTo>
                  <a:pt x="1048422" y="400399"/>
                </a:lnTo>
                <a:moveTo>
                  <a:pt x="327064" y="974800"/>
                </a:moveTo>
                <a:lnTo>
                  <a:pt x="382715" y="1004594"/>
                </a:lnTo>
                <a:moveTo>
                  <a:pt x="2214134" y="1163345"/>
                </a:moveTo>
                <a:lnTo>
                  <a:pt x="2237348" y="1282856"/>
                </a:lnTo>
                <a:moveTo>
                  <a:pt x="2204045" y="626308"/>
                </a:moveTo>
                <a:lnTo>
                  <a:pt x="2296470" y="549129"/>
                </a:lnTo>
                <a:moveTo>
                  <a:pt x="223165" y="461058"/>
                </a:moveTo>
                <a:lnTo>
                  <a:pt x="361997" y="435921"/>
                </a:lnTo>
                <a:moveTo>
                  <a:pt x="361997" y="435921"/>
                </a:moveTo>
                <a:lnTo>
                  <a:pt x="434489" y="472406"/>
                </a:lnTo>
                <a:moveTo>
                  <a:pt x="1998185" y="360906"/>
                </a:moveTo>
                <a:lnTo>
                  <a:pt x="2067497" y="449713"/>
                </a:lnTo>
                <a:moveTo>
                  <a:pt x="1909989" y="1175279"/>
                </a:moveTo>
                <a:lnTo>
                  <a:pt x="1981852" y="1201957"/>
                </a:lnTo>
                <a:moveTo>
                  <a:pt x="840228" y="237165"/>
                </a:moveTo>
                <a:lnTo>
                  <a:pt x="784934" y="224462"/>
                </a:lnTo>
                <a:moveTo>
                  <a:pt x="1608672" y="682021"/>
                </a:moveTo>
                <a:lnTo>
                  <a:pt x="1628625" y="709375"/>
                </a:lnTo>
                <a:moveTo>
                  <a:pt x="395175" y="617178"/>
                </a:moveTo>
                <a:lnTo>
                  <a:pt x="469226" y="530848"/>
                </a:lnTo>
                <a:moveTo>
                  <a:pt x="2214134" y="1163345"/>
                </a:moveTo>
                <a:lnTo>
                  <a:pt x="2371822" y="1267450"/>
                </a:lnTo>
                <a:moveTo>
                  <a:pt x="1909989" y="1175279"/>
                </a:moveTo>
                <a:lnTo>
                  <a:pt x="1972544" y="1199843"/>
                </a:lnTo>
                <a:moveTo>
                  <a:pt x="1449590" y="140965"/>
                </a:moveTo>
                <a:lnTo>
                  <a:pt x="1608034" y="187852"/>
                </a:lnTo>
                <a:moveTo>
                  <a:pt x="1754004" y="990716"/>
                </a:moveTo>
                <a:lnTo>
                  <a:pt x="1641823" y="947749"/>
                </a:lnTo>
                <a:moveTo>
                  <a:pt x="591648" y="152048"/>
                </a:moveTo>
                <a:lnTo>
                  <a:pt x="680643" y="206572"/>
                </a:lnTo>
                <a:moveTo>
                  <a:pt x="1688536" y="1079608"/>
                </a:moveTo>
                <a:lnTo>
                  <a:pt x="1744159" y="1215904"/>
                </a:lnTo>
                <a:moveTo>
                  <a:pt x="344347" y="633093"/>
                </a:moveTo>
                <a:lnTo>
                  <a:pt x="395175" y="617178"/>
                </a:lnTo>
                <a:moveTo>
                  <a:pt x="179730" y="442024"/>
                </a:moveTo>
                <a:lnTo>
                  <a:pt x="253186" y="437873"/>
                </a:lnTo>
                <a:moveTo>
                  <a:pt x="1764634" y="231931"/>
                </a:moveTo>
                <a:lnTo>
                  <a:pt x="1862086" y="269690"/>
                </a:lnTo>
                <a:moveTo>
                  <a:pt x="1646263" y="926147"/>
                </a:moveTo>
                <a:lnTo>
                  <a:pt x="1689474" y="848274"/>
                </a:lnTo>
                <a:moveTo>
                  <a:pt x="2204045" y="626308"/>
                </a:moveTo>
                <a:lnTo>
                  <a:pt x="2338109" y="583541"/>
                </a:lnTo>
                <a:moveTo>
                  <a:pt x="2352183" y="1149073"/>
                </a:moveTo>
                <a:lnTo>
                  <a:pt x="2371822" y="1267450"/>
                </a:lnTo>
                <a:moveTo>
                  <a:pt x="680643" y="206572"/>
                </a:moveTo>
                <a:lnTo>
                  <a:pt x="731245" y="298143"/>
                </a:lnTo>
                <a:moveTo>
                  <a:pt x="1148621" y="292933"/>
                </a:moveTo>
                <a:lnTo>
                  <a:pt x="1166887" y="276853"/>
                </a:lnTo>
                <a:moveTo>
                  <a:pt x="1169363" y="248247"/>
                </a:moveTo>
                <a:lnTo>
                  <a:pt x="1166887" y="276853"/>
                </a:lnTo>
                <a:moveTo>
                  <a:pt x="1669385" y="197138"/>
                </a:moveTo>
                <a:lnTo>
                  <a:pt x="1764634" y="231931"/>
                </a:lnTo>
                <a:moveTo>
                  <a:pt x="192995" y="680373"/>
                </a:moveTo>
                <a:lnTo>
                  <a:pt x="202913" y="753236"/>
                </a:lnTo>
                <a:moveTo>
                  <a:pt x="1048422" y="400399"/>
                </a:moveTo>
                <a:lnTo>
                  <a:pt x="1148621" y="292933"/>
                </a:lnTo>
                <a:moveTo>
                  <a:pt x="2232366" y="661667"/>
                </a:moveTo>
                <a:lnTo>
                  <a:pt x="2338109" y="583541"/>
                </a:lnTo>
                <a:moveTo>
                  <a:pt x="2338109" y="583541"/>
                </a:moveTo>
                <a:lnTo>
                  <a:pt x="2316432" y="790871"/>
                </a:lnTo>
                <a:moveTo>
                  <a:pt x="382715" y="1004594"/>
                </a:moveTo>
                <a:lnTo>
                  <a:pt x="475432" y="1025989"/>
                </a:lnTo>
                <a:moveTo>
                  <a:pt x="1506527" y="610734"/>
                </a:moveTo>
                <a:lnTo>
                  <a:pt x="1486053" y="670834"/>
                </a:lnTo>
                <a:moveTo>
                  <a:pt x="1998185" y="360906"/>
                </a:moveTo>
                <a:lnTo>
                  <a:pt x="2098682" y="475245"/>
                </a:lnTo>
                <a:moveTo>
                  <a:pt x="2067497" y="449713"/>
                </a:moveTo>
                <a:lnTo>
                  <a:pt x="2109795" y="482282"/>
                </a:lnTo>
                <a:moveTo>
                  <a:pt x="1909989" y="1175279"/>
                </a:moveTo>
                <a:lnTo>
                  <a:pt x="1908341" y="1249739"/>
                </a:lnTo>
                <a:moveTo>
                  <a:pt x="253341" y="910349"/>
                </a:moveTo>
                <a:lnTo>
                  <a:pt x="265850" y="879988"/>
                </a:lnTo>
                <a:moveTo>
                  <a:pt x="253186" y="437873"/>
                </a:moveTo>
                <a:lnTo>
                  <a:pt x="361997" y="435921"/>
                </a:lnTo>
                <a:moveTo>
                  <a:pt x="2067497" y="449713"/>
                </a:moveTo>
                <a:lnTo>
                  <a:pt x="2098682" y="475245"/>
                </a:lnTo>
                <a:moveTo>
                  <a:pt x="1628625" y="709375"/>
                </a:moveTo>
                <a:lnTo>
                  <a:pt x="1646263" y="926147"/>
                </a:lnTo>
                <a:moveTo>
                  <a:pt x="1981852" y="1201957"/>
                </a:moveTo>
                <a:lnTo>
                  <a:pt x="2154038" y="1173606"/>
                </a:lnTo>
                <a:moveTo>
                  <a:pt x="1972544" y="1199843"/>
                </a:moveTo>
                <a:lnTo>
                  <a:pt x="1981852" y="1201957"/>
                </a:lnTo>
                <a:moveTo>
                  <a:pt x="475432" y="1025989"/>
                </a:moveTo>
                <a:lnTo>
                  <a:pt x="530243" y="1089705"/>
                </a:lnTo>
                <a:moveTo>
                  <a:pt x="2154038" y="1173606"/>
                </a:moveTo>
                <a:lnTo>
                  <a:pt x="2214134" y="1163345"/>
                </a:lnTo>
                <a:moveTo>
                  <a:pt x="382715" y="1004594"/>
                </a:moveTo>
                <a:lnTo>
                  <a:pt x="449034" y="1007890"/>
                </a:lnTo>
                <a:moveTo>
                  <a:pt x="361779" y="491950"/>
                </a:moveTo>
                <a:lnTo>
                  <a:pt x="469226" y="530848"/>
                </a:lnTo>
                <a:moveTo>
                  <a:pt x="1669385" y="197138"/>
                </a:moveTo>
                <a:lnTo>
                  <a:pt x="1716339" y="229825"/>
                </a:lnTo>
                <a:moveTo>
                  <a:pt x="1238518" y="130948"/>
                </a:moveTo>
                <a:lnTo>
                  <a:pt x="1332396" y="158489"/>
                </a:lnTo>
                <a:moveTo>
                  <a:pt x="434489" y="472406"/>
                </a:moveTo>
                <a:lnTo>
                  <a:pt x="361779" y="491950"/>
                </a:lnTo>
                <a:moveTo>
                  <a:pt x="731245" y="298143"/>
                </a:moveTo>
                <a:lnTo>
                  <a:pt x="784934" y="224462"/>
                </a:lnTo>
                <a:moveTo>
                  <a:pt x="2109795" y="482282"/>
                </a:moveTo>
                <a:lnTo>
                  <a:pt x="2204045" y="626308"/>
                </a:lnTo>
                <a:moveTo>
                  <a:pt x="1332396" y="158489"/>
                </a:moveTo>
                <a:lnTo>
                  <a:pt x="1449590" y="140965"/>
                </a:lnTo>
                <a:moveTo>
                  <a:pt x="1449590" y="140965"/>
                </a:moveTo>
                <a:lnTo>
                  <a:pt x="1544164" y="172185"/>
                </a:lnTo>
                <a:moveTo>
                  <a:pt x="2204045" y="626308"/>
                </a:moveTo>
                <a:lnTo>
                  <a:pt x="2232366" y="661667"/>
                </a:lnTo>
                <a:moveTo>
                  <a:pt x="948086" y="338682"/>
                </a:moveTo>
                <a:lnTo>
                  <a:pt x="947678" y="392341"/>
                </a:lnTo>
                <a:moveTo>
                  <a:pt x="2214134" y="1163345"/>
                </a:moveTo>
                <a:lnTo>
                  <a:pt x="2352183" y="1149073"/>
                </a:lnTo>
                <a:moveTo>
                  <a:pt x="2098682" y="475245"/>
                </a:moveTo>
                <a:lnTo>
                  <a:pt x="2109795" y="482282"/>
                </a:lnTo>
                <a:moveTo>
                  <a:pt x="2232366" y="661667"/>
                </a:moveTo>
                <a:lnTo>
                  <a:pt x="2316432" y="790871"/>
                </a:lnTo>
                <a:moveTo>
                  <a:pt x="192995" y="680373"/>
                </a:moveTo>
                <a:lnTo>
                  <a:pt x="243795" y="738687"/>
                </a:lnTo>
                <a:moveTo>
                  <a:pt x="344347" y="633093"/>
                </a:moveTo>
                <a:lnTo>
                  <a:pt x="329720" y="724140"/>
                </a:lnTo>
                <a:moveTo>
                  <a:pt x="253186" y="437873"/>
                </a:moveTo>
                <a:lnTo>
                  <a:pt x="306270" y="431586"/>
                </a:lnTo>
                <a:moveTo>
                  <a:pt x="1908341" y="1249739"/>
                </a:moveTo>
                <a:lnTo>
                  <a:pt x="1972544" y="1199843"/>
                </a:lnTo>
                <a:moveTo>
                  <a:pt x="1544164" y="172185"/>
                </a:moveTo>
                <a:lnTo>
                  <a:pt x="1608034" y="187852"/>
                </a:lnTo>
                <a:moveTo>
                  <a:pt x="1641823" y="947749"/>
                </a:moveTo>
                <a:lnTo>
                  <a:pt x="1688536" y="1079608"/>
                </a:lnTo>
                <a:moveTo>
                  <a:pt x="1238518" y="130948"/>
                </a:moveTo>
                <a:lnTo>
                  <a:pt x="1231461" y="262057"/>
                </a:lnTo>
                <a:moveTo>
                  <a:pt x="1486053" y="670834"/>
                </a:moveTo>
                <a:lnTo>
                  <a:pt x="1608672" y="682021"/>
                </a:lnTo>
                <a:moveTo>
                  <a:pt x="1169363" y="248247"/>
                </a:moveTo>
                <a:lnTo>
                  <a:pt x="1231461" y="262057"/>
                </a:lnTo>
                <a:moveTo>
                  <a:pt x="784934" y="224462"/>
                </a:moveTo>
                <a:lnTo>
                  <a:pt x="882034" y="322639"/>
                </a:lnTo>
                <a:moveTo>
                  <a:pt x="1608034" y="187852"/>
                </a:moveTo>
                <a:lnTo>
                  <a:pt x="1716339" y="229825"/>
                </a:lnTo>
                <a:moveTo>
                  <a:pt x="327064" y="974800"/>
                </a:moveTo>
                <a:lnTo>
                  <a:pt x="449034" y="1007890"/>
                </a:lnTo>
                <a:moveTo>
                  <a:pt x="306270" y="431586"/>
                </a:moveTo>
                <a:lnTo>
                  <a:pt x="361997" y="435921"/>
                </a:lnTo>
                <a:moveTo>
                  <a:pt x="829699" y="222056"/>
                </a:moveTo>
                <a:lnTo>
                  <a:pt x="882034" y="322639"/>
                </a:lnTo>
                <a:moveTo>
                  <a:pt x="2109795" y="482282"/>
                </a:moveTo>
                <a:lnTo>
                  <a:pt x="2162157" y="680957"/>
                </a:lnTo>
                <a:moveTo>
                  <a:pt x="2204045" y="626308"/>
                </a:moveTo>
                <a:lnTo>
                  <a:pt x="2162157" y="680957"/>
                </a:lnTo>
                <a:moveTo>
                  <a:pt x="1646263" y="926147"/>
                </a:moveTo>
                <a:lnTo>
                  <a:pt x="1641823" y="947749"/>
                </a:lnTo>
                <a:moveTo>
                  <a:pt x="1148621" y="292933"/>
                </a:moveTo>
                <a:lnTo>
                  <a:pt x="1139146" y="411242"/>
                </a:lnTo>
                <a:moveTo>
                  <a:pt x="1388894" y="625932"/>
                </a:moveTo>
                <a:lnTo>
                  <a:pt x="1486053" y="670834"/>
                </a:lnTo>
                <a:moveTo>
                  <a:pt x="1608672" y="682021"/>
                </a:moveTo>
                <a:lnTo>
                  <a:pt x="1607089" y="817010"/>
                </a:lnTo>
                <a:moveTo>
                  <a:pt x="2162157" y="680957"/>
                </a:moveTo>
                <a:lnTo>
                  <a:pt x="2232366" y="661667"/>
                </a:lnTo>
                <a:moveTo>
                  <a:pt x="1607089" y="817010"/>
                </a:moveTo>
                <a:lnTo>
                  <a:pt x="1628625" y="709375"/>
                </a:lnTo>
                <a:moveTo>
                  <a:pt x="149007" y="874788"/>
                </a:moveTo>
                <a:lnTo>
                  <a:pt x="204978" y="877470"/>
                </a:lnTo>
                <a:moveTo>
                  <a:pt x="2154038" y="1173606"/>
                </a:moveTo>
                <a:lnTo>
                  <a:pt x="2161132" y="1090868"/>
                </a:lnTo>
                <a:moveTo>
                  <a:pt x="2098682" y="475245"/>
                </a:moveTo>
                <a:lnTo>
                  <a:pt x="2162157" y="680957"/>
                </a:lnTo>
                <a:moveTo>
                  <a:pt x="2161132" y="1090868"/>
                </a:moveTo>
                <a:lnTo>
                  <a:pt x="2214134" y="1163345"/>
                </a:lnTo>
                <a:moveTo>
                  <a:pt x="882034" y="322639"/>
                </a:moveTo>
                <a:lnTo>
                  <a:pt x="947678" y="392341"/>
                </a:lnTo>
                <a:moveTo>
                  <a:pt x="243795" y="738687"/>
                </a:moveTo>
                <a:lnTo>
                  <a:pt x="329720" y="724140"/>
                </a:lnTo>
                <a:moveTo>
                  <a:pt x="1608672" y="682021"/>
                </a:moveTo>
                <a:lnTo>
                  <a:pt x="1599873" y="803908"/>
                </a:lnTo>
                <a:moveTo>
                  <a:pt x="361997" y="435921"/>
                </a:moveTo>
                <a:lnTo>
                  <a:pt x="361779" y="491950"/>
                </a:lnTo>
                <a:moveTo>
                  <a:pt x="265850" y="879988"/>
                </a:moveTo>
                <a:lnTo>
                  <a:pt x="327064" y="974800"/>
                </a:lnTo>
                <a:moveTo>
                  <a:pt x="680643" y="206572"/>
                </a:moveTo>
                <a:lnTo>
                  <a:pt x="784934" y="224462"/>
                </a:lnTo>
                <a:moveTo>
                  <a:pt x="1166887" y="276853"/>
                </a:moveTo>
                <a:lnTo>
                  <a:pt x="1231461" y="262057"/>
                </a:lnTo>
                <a:moveTo>
                  <a:pt x="149007" y="874788"/>
                </a:moveTo>
                <a:lnTo>
                  <a:pt x="265850" y="879988"/>
                </a:lnTo>
                <a:moveTo>
                  <a:pt x="947678" y="392341"/>
                </a:moveTo>
                <a:lnTo>
                  <a:pt x="1048422" y="400399"/>
                </a:lnTo>
                <a:moveTo>
                  <a:pt x="361779" y="491950"/>
                </a:moveTo>
                <a:lnTo>
                  <a:pt x="395175" y="617178"/>
                </a:lnTo>
                <a:moveTo>
                  <a:pt x="1716339" y="229825"/>
                </a:moveTo>
                <a:lnTo>
                  <a:pt x="1764634" y="231931"/>
                </a:lnTo>
                <a:moveTo>
                  <a:pt x="1641917" y="1194864"/>
                </a:moveTo>
                <a:lnTo>
                  <a:pt x="1688536" y="1079608"/>
                </a:lnTo>
                <a:moveTo>
                  <a:pt x="1166887" y="276853"/>
                </a:moveTo>
                <a:lnTo>
                  <a:pt x="1174208" y="357468"/>
                </a:lnTo>
                <a:moveTo>
                  <a:pt x="449034" y="1007890"/>
                </a:moveTo>
                <a:lnTo>
                  <a:pt x="475432" y="1025989"/>
                </a:lnTo>
                <a:moveTo>
                  <a:pt x="1449590" y="140965"/>
                </a:moveTo>
                <a:lnTo>
                  <a:pt x="1426764" y="188619"/>
                </a:lnTo>
                <a:moveTo>
                  <a:pt x="1981852" y="1201957"/>
                </a:moveTo>
                <a:lnTo>
                  <a:pt x="2123739" y="1087501"/>
                </a:lnTo>
                <a:moveTo>
                  <a:pt x="1139146" y="411242"/>
                </a:moveTo>
                <a:lnTo>
                  <a:pt x="1166887" y="276853"/>
                </a:lnTo>
                <a:moveTo>
                  <a:pt x="1640399" y="1176930"/>
                </a:moveTo>
                <a:lnTo>
                  <a:pt x="1688536" y="1079608"/>
                </a:lnTo>
                <a:moveTo>
                  <a:pt x="1048422" y="400399"/>
                </a:moveTo>
                <a:lnTo>
                  <a:pt x="1139146" y="411242"/>
                </a:lnTo>
                <a:moveTo>
                  <a:pt x="2123739" y="1087501"/>
                </a:moveTo>
                <a:lnTo>
                  <a:pt x="2154038" y="1173606"/>
                </a:lnTo>
                <a:moveTo>
                  <a:pt x="243795" y="738687"/>
                </a:moveTo>
                <a:lnTo>
                  <a:pt x="290217" y="729549"/>
                </a:lnTo>
                <a:moveTo>
                  <a:pt x="329720" y="724140"/>
                </a:moveTo>
                <a:lnTo>
                  <a:pt x="395175" y="617178"/>
                </a:lnTo>
                <a:moveTo>
                  <a:pt x="343124" y="695160"/>
                </a:moveTo>
                <a:lnTo>
                  <a:pt x="395175" y="617178"/>
                </a:lnTo>
                <a:moveTo>
                  <a:pt x="2232366" y="661667"/>
                </a:moveTo>
                <a:lnTo>
                  <a:pt x="2148858" y="722031"/>
                </a:lnTo>
                <a:moveTo>
                  <a:pt x="2148858" y="722031"/>
                </a:moveTo>
                <a:lnTo>
                  <a:pt x="2316432" y="790871"/>
                </a:lnTo>
                <a:moveTo>
                  <a:pt x="1544164" y="172185"/>
                </a:moveTo>
                <a:lnTo>
                  <a:pt x="1716339" y="229825"/>
                </a:lnTo>
                <a:moveTo>
                  <a:pt x="1607089" y="817010"/>
                </a:moveTo>
                <a:lnTo>
                  <a:pt x="1646263" y="926147"/>
                </a:lnTo>
                <a:moveTo>
                  <a:pt x="2098682" y="475245"/>
                </a:moveTo>
                <a:lnTo>
                  <a:pt x="2112749" y="666367"/>
                </a:lnTo>
                <a:moveTo>
                  <a:pt x="1048422" y="400399"/>
                </a:moveTo>
                <a:lnTo>
                  <a:pt x="961603" y="421036"/>
                </a:lnTo>
                <a:moveTo>
                  <a:pt x="306270" y="431586"/>
                </a:moveTo>
                <a:lnTo>
                  <a:pt x="361779" y="491950"/>
                </a:lnTo>
                <a:moveTo>
                  <a:pt x="1646263" y="926147"/>
                </a:moveTo>
                <a:lnTo>
                  <a:pt x="1614867" y="825729"/>
                </a:lnTo>
                <a:moveTo>
                  <a:pt x="1231461" y="262057"/>
                </a:moveTo>
                <a:lnTo>
                  <a:pt x="1332396" y="158489"/>
                </a:lnTo>
                <a:moveTo>
                  <a:pt x="784934" y="224462"/>
                </a:moveTo>
                <a:lnTo>
                  <a:pt x="829699" y="222056"/>
                </a:lnTo>
                <a:moveTo>
                  <a:pt x="1764634" y="231931"/>
                </a:moveTo>
                <a:lnTo>
                  <a:pt x="1860789" y="271520"/>
                </a:lnTo>
                <a:moveTo>
                  <a:pt x="2098682" y="475245"/>
                </a:moveTo>
                <a:lnTo>
                  <a:pt x="2076179" y="577242"/>
                </a:lnTo>
                <a:moveTo>
                  <a:pt x="1399526" y="850652"/>
                </a:moveTo>
                <a:lnTo>
                  <a:pt x="1402677" y="837506"/>
                </a:lnTo>
                <a:moveTo>
                  <a:pt x="265850" y="879988"/>
                </a:moveTo>
                <a:lnTo>
                  <a:pt x="449034" y="1007890"/>
                </a:lnTo>
                <a:moveTo>
                  <a:pt x="1402677" y="837506"/>
                </a:moveTo>
                <a:lnTo>
                  <a:pt x="1486053" y="670834"/>
                </a:lnTo>
                <a:moveTo>
                  <a:pt x="204978" y="877470"/>
                </a:moveTo>
                <a:lnTo>
                  <a:pt x="265850" y="879988"/>
                </a:lnTo>
                <a:moveTo>
                  <a:pt x="1614867" y="825729"/>
                </a:moveTo>
                <a:lnTo>
                  <a:pt x="1641823" y="947749"/>
                </a:lnTo>
                <a:moveTo>
                  <a:pt x="829699" y="222056"/>
                </a:moveTo>
                <a:lnTo>
                  <a:pt x="947678" y="392341"/>
                </a:lnTo>
                <a:moveTo>
                  <a:pt x="2162157" y="680957"/>
                </a:moveTo>
                <a:lnTo>
                  <a:pt x="2148858" y="722031"/>
                </a:lnTo>
                <a:moveTo>
                  <a:pt x="2112749" y="666367"/>
                </a:moveTo>
                <a:lnTo>
                  <a:pt x="2162157" y="680957"/>
                </a:lnTo>
                <a:moveTo>
                  <a:pt x="1048422" y="400399"/>
                </a:moveTo>
                <a:lnTo>
                  <a:pt x="1031155" y="477473"/>
                </a:lnTo>
                <a:moveTo>
                  <a:pt x="1611759" y="1055983"/>
                </a:moveTo>
                <a:lnTo>
                  <a:pt x="1688536" y="1079608"/>
                </a:lnTo>
                <a:moveTo>
                  <a:pt x="1764634" y="231931"/>
                </a:moveTo>
                <a:lnTo>
                  <a:pt x="1818725" y="275645"/>
                </a:lnTo>
                <a:moveTo>
                  <a:pt x="361779" y="491950"/>
                </a:moveTo>
                <a:lnTo>
                  <a:pt x="343124" y="695160"/>
                </a:lnTo>
                <a:moveTo>
                  <a:pt x="192995" y="680373"/>
                </a:moveTo>
                <a:lnTo>
                  <a:pt x="290217" y="729549"/>
                </a:lnTo>
                <a:moveTo>
                  <a:pt x="2123739" y="1087501"/>
                </a:moveTo>
                <a:lnTo>
                  <a:pt x="2161132" y="1090868"/>
                </a:lnTo>
                <a:moveTo>
                  <a:pt x="1486053" y="670834"/>
                </a:moveTo>
                <a:lnTo>
                  <a:pt x="1599873" y="803908"/>
                </a:lnTo>
                <a:moveTo>
                  <a:pt x="1402677" y="837506"/>
                </a:moveTo>
                <a:lnTo>
                  <a:pt x="1599873" y="803908"/>
                </a:lnTo>
                <a:moveTo>
                  <a:pt x="1231461" y="262057"/>
                </a:moveTo>
                <a:lnTo>
                  <a:pt x="1174208" y="357468"/>
                </a:lnTo>
                <a:moveTo>
                  <a:pt x="1544164" y="172185"/>
                </a:moveTo>
                <a:lnTo>
                  <a:pt x="1640278" y="211554"/>
                </a:lnTo>
                <a:moveTo>
                  <a:pt x="1332396" y="158489"/>
                </a:moveTo>
                <a:lnTo>
                  <a:pt x="1426764" y="188619"/>
                </a:lnTo>
                <a:moveTo>
                  <a:pt x="1426764" y="188619"/>
                </a:moveTo>
                <a:lnTo>
                  <a:pt x="1544164" y="172185"/>
                </a:lnTo>
                <a:moveTo>
                  <a:pt x="306270" y="431586"/>
                </a:moveTo>
                <a:lnTo>
                  <a:pt x="370421" y="542816"/>
                </a:lnTo>
                <a:moveTo>
                  <a:pt x="109600" y="599978"/>
                </a:moveTo>
                <a:lnTo>
                  <a:pt x="192995" y="680373"/>
                </a:lnTo>
                <a:moveTo>
                  <a:pt x="329720" y="724140"/>
                </a:moveTo>
                <a:lnTo>
                  <a:pt x="343124" y="695160"/>
                </a:lnTo>
                <a:moveTo>
                  <a:pt x="1402677" y="837506"/>
                </a:moveTo>
                <a:lnTo>
                  <a:pt x="1565390" y="844114"/>
                </a:lnTo>
                <a:moveTo>
                  <a:pt x="204978" y="877470"/>
                </a:moveTo>
                <a:lnTo>
                  <a:pt x="231346" y="841259"/>
                </a:lnTo>
                <a:moveTo>
                  <a:pt x="1641917" y="1194864"/>
                </a:moveTo>
                <a:lnTo>
                  <a:pt x="1640399" y="1176930"/>
                </a:lnTo>
                <a:moveTo>
                  <a:pt x="1139146" y="411242"/>
                </a:moveTo>
                <a:lnTo>
                  <a:pt x="1174208" y="357468"/>
                </a:lnTo>
                <a:moveTo>
                  <a:pt x="416584" y="894382"/>
                </a:moveTo>
                <a:lnTo>
                  <a:pt x="449034" y="1007890"/>
                </a:lnTo>
                <a:moveTo>
                  <a:pt x="1605193" y="1003603"/>
                </a:moveTo>
                <a:lnTo>
                  <a:pt x="1641823" y="947749"/>
                </a:lnTo>
                <a:moveTo>
                  <a:pt x="1640278" y="211554"/>
                </a:moveTo>
                <a:lnTo>
                  <a:pt x="1716339" y="229825"/>
                </a:lnTo>
                <a:moveTo>
                  <a:pt x="1599873" y="803908"/>
                </a:moveTo>
                <a:lnTo>
                  <a:pt x="1607089" y="817010"/>
                </a:lnTo>
                <a:moveTo>
                  <a:pt x="1607089" y="817010"/>
                </a:moveTo>
                <a:lnTo>
                  <a:pt x="1614867" y="825729"/>
                </a:lnTo>
                <a:moveTo>
                  <a:pt x="1399526" y="850652"/>
                </a:moveTo>
                <a:lnTo>
                  <a:pt x="1502700" y="927383"/>
                </a:lnTo>
                <a:moveTo>
                  <a:pt x="370421" y="542816"/>
                </a:moveTo>
                <a:lnTo>
                  <a:pt x="361779" y="491950"/>
                </a:lnTo>
                <a:moveTo>
                  <a:pt x="1716339" y="229825"/>
                </a:moveTo>
                <a:lnTo>
                  <a:pt x="1818725" y="275645"/>
                </a:lnTo>
                <a:moveTo>
                  <a:pt x="947678" y="392341"/>
                </a:moveTo>
                <a:lnTo>
                  <a:pt x="961603" y="421036"/>
                </a:lnTo>
                <a:moveTo>
                  <a:pt x="2112749" y="666367"/>
                </a:moveTo>
                <a:lnTo>
                  <a:pt x="2148858" y="722031"/>
                </a:lnTo>
                <a:moveTo>
                  <a:pt x="1402677" y="837506"/>
                </a:moveTo>
                <a:lnTo>
                  <a:pt x="1502700" y="927383"/>
                </a:lnTo>
                <a:moveTo>
                  <a:pt x="231346" y="841259"/>
                </a:moveTo>
                <a:lnTo>
                  <a:pt x="265850" y="879988"/>
                </a:lnTo>
                <a:moveTo>
                  <a:pt x="1611759" y="1055983"/>
                </a:moveTo>
                <a:lnTo>
                  <a:pt x="1641823" y="947749"/>
                </a:lnTo>
                <a:moveTo>
                  <a:pt x="329720" y="724140"/>
                </a:moveTo>
                <a:lnTo>
                  <a:pt x="341038" y="713423"/>
                </a:lnTo>
                <a:moveTo>
                  <a:pt x="343124" y="695160"/>
                </a:moveTo>
                <a:lnTo>
                  <a:pt x="341038" y="713423"/>
                </a:lnTo>
                <a:moveTo>
                  <a:pt x="1599873" y="803908"/>
                </a:moveTo>
                <a:lnTo>
                  <a:pt x="1614867" y="825729"/>
                </a:lnTo>
                <a:moveTo>
                  <a:pt x="265850" y="879988"/>
                </a:moveTo>
                <a:lnTo>
                  <a:pt x="416584" y="894382"/>
                </a:lnTo>
                <a:moveTo>
                  <a:pt x="290217" y="729549"/>
                </a:moveTo>
                <a:lnTo>
                  <a:pt x="329720" y="724140"/>
                </a:lnTo>
                <a:moveTo>
                  <a:pt x="1565390" y="844114"/>
                </a:moveTo>
                <a:lnTo>
                  <a:pt x="1599873" y="803908"/>
                </a:lnTo>
                <a:moveTo>
                  <a:pt x="1565390" y="844114"/>
                </a:moveTo>
                <a:lnTo>
                  <a:pt x="1614867" y="825729"/>
                </a:lnTo>
                <a:moveTo>
                  <a:pt x="370421" y="542816"/>
                </a:moveTo>
                <a:lnTo>
                  <a:pt x="343124" y="695160"/>
                </a:lnTo>
                <a:moveTo>
                  <a:pt x="1332396" y="158489"/>
                </a:moveTo>
                <a:lnTo>
                  <a:pt x="1323820" y="281554"/>
                </a:lnTo>
                <a:moveTo>
                  <a:pt x="2076179" y="577242"/>
                </a:moveTo>
                <a:lnTo>
                  <a:pt x="2112749" y="666367"/>
                </a:lnTo>
                <a:moveTo>
                  <a:pt x="1628186" y="1122198"/>
                </a:moveTo>
                <a:lnTo>
                  <a:pt x="1640399" y="1176930"/>
                </a:lnTo>
                <a:moveTo>
                  <a:pt x="1489636" y="1027954"/>
                </a:moveTo>
                <a:lnTo>
                  <a:pt x="1628186" y="1122198"/>
                </a:lnTo>
                <a:moveTo>
                  <a:pt x="290217" y="729549"/>
                </a:moveTo>
                <a:lnTo>
                  <a:pt x="341038" y="713423"/>
                </a:lnTo>
                <a:moveTo>
                  <a:pt x="1818725" y="275645"/>
                </a:moveTo>
                <a:lnTo>
                  <a:pt x="1860789" y="271520"/>
                </a:lnTo>
                <a:moveTo>
                  <a:pt x="1502700" y="927383"/>
                </a:moveTo>
                <a:lnTo>
                  <a:pt x="1565390" y="844114"/>
                </a:lnTo>
                <a:moveTo>
                  <a:pt x="1174208" y="357468"/>
                </a:moveTo>
                <a:lnTo>
                  <a:pt x="1186480" y="409816"/>
                </a:lnTo>
                <a:moveTo>
                  <a:pt x="1614867" y="825729"/>
                </a:moveTo>
                <a:lnTo>
                  <a:pt x="1605193" y="1003603"/>
                </a:lnTo>
                <a:moveTo>
                  <a:pt x="1139146" y="411242"/>
                </a:moveTo>
                <a:lnTo>
                  <a:pt x="1186480" y="409816"/>
                </a:lnTo>
                <a:moveTo>
                  <a:pt x="1031155" y="477473"/>
                </a:moveTo>
                <a:lnTo>
                  <a:pt x="1139146" y="411242"/>
                </a:lnTo>
                <a:moveTo>
                  <a:pt x="109600" y="599978"/>
                </a:moveTo>
                <a:lnTo>
                  <a:pt x="290217" y="729549"/>
                </a:lnTo>
                <a:moveTo>
                  <a:pt x="1611759" y="1055983"/>
                </a:moveTo>
                <a:lnTo>
                  <a:pt x="1640399" y="1176930"/>
                </a:lnTo>
                <a:moveTo>
                  <a:pt x="1231461" y="262057"/>
                </a:moveTo>
                <a:lnTo>
                  <a:pt x="1323820" y="281554"/>
                </a:lnTo>
                <a:moveTo>
                  <a:pt x="1565390" y="844114"/>
                </a:moveTo>
                <a:lnTo>
                  <a:pt x="1605193" y="1003603"/>
                </a:lnTo>
                <a:moveTo>
                  <a:pt x="1544164" y="172185"/>
                </a:moveTo>
                <a:lnTo>
                  <a:pt x="1522777" y="227452"/>
                </a:lnTo>
                <a:moveTo>
                  <a:pt x="265850" y="879988"/>
                </a:moveTo>
                <a:lnTo>
                  <a:pt x="249607" y="791098"/>
                </a:lnTo>
                <a:moveTo>
                  <a:pt x="1489636" y="1027954"/>
                </a:moveTo>
                <a:lnTo>
                  <a:pt x="1611759" y="1055983"/>
                </a:lnTo>
                <a:moveTo>
                  <a:pt x="1640278" y="211554"/>
                </a:moveTo>
                <a:lnTo>
                  <a:pt x="1818725" y="275645"/>
                </a:lnTo>
                <a:moveTo>
                  <a:pt x="1640399" y="1176930"/>
                </a:moveTo>
                <a:lnTo>
                  <a:pt x="1751142" y="1217318"/>
                </a:lnTo>
                <a:moveTo>
                  <a:pt x="1860789" y="271520"/>
                </a:moveTo>
                <a:lnTo>
                  <a:pt x="1965063" y="354074"/>
                </a:lnTo>
                <a:moveTo>
                  <a:pt x="961603" y="421036"/>
                </a:moveTo>
                <a:lnTo>
                  <a:pt x="1031155" y="477473"/>
                </a:lnTo>
                <a:moveTo>
                  <a:pt x="1502700" y="927383"/>
                </a:moveTo>
                <a:lnTo>
                  <a:pt x="1605193" y="1003603"/>
                </a:lnTo>
                <a:moveTo>
                  <a:pt x="117956" y="616941"/>
                </a:moveTo>
                <a:lnTo>
                  <a:pt x="290217" y="729549"/>
                </a:lnTo>
                <a:moveTo>
                  <a:pt x="1231461" y="262057"/>
                </a:moveTo>
                <a:lnTo>
                  <a:pt x="1226689" y="405254"/>
                </a:lnTo>
                <a:moveTo>
                  <a:pt x="1994452" y="678055"/>
                </a:moveTo>
                <a:lnTo>
                  <a:pt x="2148858" y="722031"/>
                </a:lnTo>
                <a:moveTo>
                  <a:pt x="96566" y="597263"/>
                </a:moveTo>
                <a:lnTo>
                  <a:pt x="109600" y="599978"/>
                </a:lnTo>
                <a:moveTo>
                  <a:pt x="1994452" y="678055"/>
                </a:moveTo>
                <a:lnTo>
                  <a:pt x="2112749" y="666367"/>
                </a:lnTo>
                <a:moveTo>
                  <a:pt x="1611759" y="1055983"/>
                </a:moveTo>
                <a:lnTo>
                  <a:pt x="1628186" y="1122198"/>
                </a:lnTo>
                <a:moveTo>
                  <a:pt x="265850" y="879988"/>
                </a:moveTo>
                <a:lnTo>
                  <a:pt x="363485" y="794295"/>
                </a:lnTo>
                <a:moveTo>
                  <a:pt x="213839" y="748609"/>
                </a:moveTo>
                <a:lnTo>
                  <a:pt x="290217" y="729549"/>
                </a:lnTo>
                <a:moveTo>
                  <a:pt x="1628186" y="1122198"/>
                </a:moveTo>
                <a:lnTo>
                  <a:pt x="1617488" y="1058836"/>
                </a:lnTo>
                <a:moveTo>
                  <a:pt x="1984237" y="654661"/>
                </a:moveTo>
                <a:lnTo>
                  <a:pt x="2112749" y="666367"/>
                </a:lnTo>
                <a:moveTo>
                  <a:pt x="1640399" y="1176930"/>
                </a:moveTo>
                <a:lnTo>
                  <a:pt x="1797041" y="1052883"/>
                </a:lnTo>
                <a:moveTo>
                  <a:pt x="1174208" y="357468"/>
                </a:moveTo>
                <a:lnTo>
                  <a:pt x="1226689" y="405254"/>
                </a:lnTo>
                <a:moveTo>
                  <a:pt x="109600" y="599978"/>
                </a:moveTo>
                <a:lnTo>
                  <a:pt x="117956" y="616941"/>
                </a:lnTo>
                <a:moveTo>
                  <a:pt x="1502700" y="927383"/>
                </a:moveTo>
                <a:lnTo>
                  <a:pt x="1517960" y="900677"/>
                </a:lnTo>
                <a:moveTo>
                  <a:pt x="231346" y="841259"/>
                </a:moveTo>
                <a:lnTo>
                  <a:pt x="249607" y="791098"/>
                </a:lnTo>
                <a:moveTo>
                  <a:pt x="343124" y="695160"/>
                </a:moveTo>
                <a:lnTo>
                  <a:pt x="364793" y="616657"/>
                </a:lnTo>
                <a:moveTo>
                  <a:pt x="961603" y="421036"/>
                </a:moveTo>
                <a:lnTo>
                  <a:pt x="991521" y="476214"/>
                </a:lnTo>
                <a:moveTo>
                  <a:pt x="1611759" y="1055983"/>
                </a:moveTo>
                <a:lnTo>
                  <a:pt x="1605193" y="1003603"/>
                </a:lnTo>
                <a:moveTo>
                  <a:pt x="947678" y="392341"/>
                </a:moveTo>
                <a:lnTo>
                  <a:pt x="1006577" y="347401"/>
                </a:lnTo>
                <a:moveTo>
                  <a:pt x="1323820" y="281554"/>
                </a:moveTo>
                <a:lnTo>
                  <a:pt x="1426764" y="188619"/>
                </a:lnTo>
                <a:moveTo>
                  <a:pt x="96566" y="597263"/>
                </a:moveTo>
                <a:lnTo>
                  <a:pt x="117956" y="616941"/>
                </a:lnTo>
                <a:moveTo>
                  <a:pt x="1615428" y="1054676"/>
                </a:moveTo>
                <a:lnTo>
                  <a:pt x="1605193" y="1003603"/>
                </a:lnTo>
                <a:moveTo>
                  <a:pt x="947678" y="392341"/>
                </a:moveTo>
                <a:lnTo>
                  <a:pt x="1008002" y="330901"/>
                </a:lnTo>
                <a:moveTo>
                  <a:pt x="1517960" y="900677"/>
                </a:moveTo>
                <a:lnTo>
                  <a:pt x="1605193" y="1003603"/>
                </a:lnTo>
                <a:moveTo>
                  <a:pt x="1984237" y="654661"/>
                </a:moveTo>
                <a:lnTo>
                  <a:pt x="2076179" y="577242"/>
                </a:lnTo>
                <a:moveTo>
                  <a:pt x="1751142" y="1217318"/>
                </a:moveTo>
                <a:lnTo>
                  <a:pt x="1889165" y="1179517"/>
                </a:lnTo>
                <a:moveTo>
                  <a:pt x="364793" y="616657"/>
                </a:moveTo>
                <a:lnTo>
                  <a:pt x="341038" y="713423"/>
                </a:lnTo>
                <a:moveTo>
                  <a:pt x="1611759" y="1055983"/>
                </a:moveTo>
                <a:lnTo>
                  <a:pt x="1615428" y="1054676"/>
                </a:lnTo>
                <a:moveTo>
                  <a:pt x="1628186" y="1122198"/>
                </a:moveTo>
                <a:lnTo>
                  <a:pt x="1797041" y="1052883"/>
                </a:lnTo>
                <a:moveTo>
                  <a:pt x="1640278" y="211554"/>
                </a:moveTo>
                <a:lnTo>
                  <a:pt x="1739982" y="269922"/>
                </a:lnTo>
                <a:moveTo>
                  <a:pt x="1615428" y="1054676"/>
                </a:moveTo>
                <a:lnTo>
                  <a:pt x="1617488" y="1058836"/>
                </a:lnTo>
                <a:moveTo>
                  <a:pt x="117956" y="616941"/>
                </a:moveTo>
                <a:lnTo>
                  <a:pt x="213839" y="748609"/>
                </a:lnTo>
                <a:moveTo>
                  <a:pt x="290217" y="729549"/>
                </a:moveTo>
                <a:lnTo>
                  <a:pt x="364793" y="616657"/>
                </a:lnTo>
                <a:moveTo>
                  <a:pt x="1860789" y="271520"/>
                </a:moveTo>
                <a:lnTo>
                  <a:pt x="1819013" y="355190"/>
                </a:lnTo>
                <a:moveTo>
                  <a:pt x="1739982" y="269922"/>
                </a:moveTo>
                <a:lnTo>
                  <a:pt x="1818725" y="275645"/>
                </a:lnTo>
                <a:moveTo>
                  <a:pt x="1139146" y="411242"/>
                </a:moveTo>
                <a:lnTo>
                  <a:pt x="1126356" y="512011"/>
                </a:lnTo>
                <a:moveTo>
                  <a:pt x="363485" y="794295"/>
                </a:moveTo>
                <a:lnTo>
                  <a:pt x="416584" y="894382"/>
                </a:lnTo>
                <a:moveTo>
                  <a:pt x="370421" y="542816"/>
                </a:moveTo>
                <a:lnTo>
                  <a:pt x="364793" y="616657"/>
                </a:lnTo>
                <a:moveTo>
                  <a:pt x="1522777" y="227452"/>
                </a:moveTo>
                <a:lnTo>
                  <a:pt x="1640278" y="211554"/>
                </a:lnTo>
                <a:moveTo>
                  <a:pt x="991521" y="476214"/>
                </a:moveTo>
                <a:lnTo>
                  <a:pt x="1031155" y="477473"/>
                </a:lnTo>
                <a:moveTo>
                  <a:pt x="961603" y="421036"/>
                </a:moveTo>
                <a:lnTo>
                  <a:pt x="1006577" y="347401"/>
                </a:lnTo>
                <a:moveTo>
                  <a:pt x="1860789" y="271520"/>
                </a:moveTo>
                <a:lnTo>
                  <a:pt x="1851198" y="389216"/>
                </a:lnTo>
                <a:moveTo>
                  <a:pt x="1426764" y="188619"/>
                </a:moveTo>
                <a:lnTo>
                  <a:pt x="1522777" y="227452"/>
                </a:lnTo>
                <a:moveTo>
                  <a:pt x="1643563" y="905671"/>
                </a:moveTo>
                <a:lnTo>
                  <a:pt x="1605193" y="1003603"/>
                </a:lnTo>
                <a:moveTo>
                  <a:pt x="1797041" y="1052883"/>
                </a:moveTo>
                <a:lnTo>
                  <a:pt x="1889165" y="1179517"/>
                </a:lnTo>
                <a:moveTo>
                  <a:pt x="213839" y="748609"/>
                </a:moveTo>
                <a:lnTo>
                  <a:pt x="249607" y="791098"/>
                </a:lnTo>
                <a:moveTo>
                  <a:pt x="1186480" y="409816"/>
                </a:moveTo>
                <a:lnTo>
                  <a:pt x="1226689" y="405254"/>
                </a:lnTo>
                <a:moveTo>
                  <a:pt x="1617488" y="1058836"/>
                </a:moveTo>
                <a:lnTo>
                  <a:pt x="1797041" y="1052883"/>
                </a:lnTo>
                <a:moveTo>
                  <a:pt x="1615428" y="1054676"/>
                </a:moveTo>
                <a:lnTo>
                  <a:pt x="1797041" y="1052883"/>
                </a:lnTo>
                <a:moveTo>
                  <a:pt x="1797041" y="1052883"/>
                </a:moveTo>
                <a:lnTo>
                  <a:pt x="1751142" y="1217318"/>
                </a:lnTo>
                <a:moveTo>
                  <a:pt x="1818725" y="275645"/>
                </a:moveTo>
                <a:lnTo>
                  <a:pt x="1819013" y="355190"/>
                </a:lnTo>
                <a:moveTo>
                  <a:pt x="1615428" y="1054676"/>
                </a:moveTo>
                <a:lnTo>
                  <a:pt x="1643563" y="905671"/>
                </a:lnTo>
                <a:moveTo>
                  <a:pt x="1615428" y="1054676"/>
                </a:moveTo>
                <a:lnTo>
                  <a:pt x="1815095" y="1004337"/>
                </a:lnTo>
                <a:moveTo>
                  <a:pt x="1857638" y="1055221"/>
                </a:moveTo>
                <a:lnTo>
                  <a:pt x="1889165" y="1179517"/>
                </a:lnTo>
                <a:moveTo>
                  <a:pt x="1517960" y="900677"/>
                </a:moveTo>
                <a:lnTo>
                  <a:pt x="1643563" y="905671"/>
                </a:lnTo>
                <a:moveTo>
                  <a:pt x="1163246" y="476963"/>
                </a:moveTo>
                <a:lnTo>
                  <a:pt x="1186480" y="409816"/>
                </a:lnTo>
                <a:moveTo>
                  <a:pt x="1226689" y="405254"/>
                </a:moveTo>
                <a:lnTo>
                  <a:pt x="1323820" y="281554"/>
                </a:lnTo>
                <a:moveTo>
                  <a:pt x="1984237" y="654661"/>
                </a:moveTo>
                <a:lnTo>
                  <a:pt x="1994452" y="678055"/>
                </a:lnTo>
                <a:moveTo>
                  <a:pt x="213839" y="748609"/>
                </a:moveTo>
                <a:lnTo>
                  <a:pt x="364793" y="616657"/>
                </a:lnTo>
                <a:moveTo>
                  <a:pt x="1426764" y="188619"/>
                </a:moveTo>
                <a:lnTo>
                  <a:pt x="1421483" y="329121"/>
                </a:lnTo>
                <a:moveTo>
                  <a:pt x="1517960" y="900677"/>
                </a:moveTo>
                <a:lnTo>
                  <a:pt x="1660280" y="739748"/>
                </a:lnTo>
                <a:moveTo>
                  <a:pt x="249607" y="791098"/>
                </a:moveTo>
                <a:lnTo>
                  <a:pt x="363485" y="794295"/>
                </a:lnTo>
                <a:moveTo>
                  <a:pt x="1517960" y="900677"/>
                </a:moveTo>
                <a:lnTo>
                  <a:pt x="1681942" y="768948"/>
                </a:lnTo>
                <a:moveTo>
                  <a:pt x="1126356" y="512011"/>
                </a:moveTo>
                <a:lnTo>
                  <a:pt x="1186480" y="409816"/>
                </a:lnTo>
                <a:moveTo>
                  <a:pt x="1031155" y="477473"/>
                </a:moveTo>
                <a:lnTo>
                  <a:pt x="1126356" y="512011"/>
                </a:lnTo>
                <a:moveTo>
                  <a:pt x="1815095" y="1004337"/>
                </a:moveTo>
                <a:lnTo>
                  <a:pt x="1797041" y="1052883"/>
                </a:lnTo>
                <a:moveTo>
                  <a:pt x="1643563" y="905671"/>
                </a:moveTo>
                <a:lnTo>
                  <a:pt x="1815095" y="1004337"/>
                </a:lnTo>
                <a:moveTo>
                  <a:pt x="1643563" y="905671"/>
                </a:moveTo>
                <a:lnTo>
                  <a:pt x="1741785" y="888932"/>
                </a:lnTo>
                <a:moveTo>
                  <a:pt x="1851198" y="389216"/>
                </a:moveTo>
                <a:lnTo>
                  <a:pt x="1965063" y="354074"/>
                </a:lnTo>
                <a:moveTo>
                  <a:pt x="1741785" y="888932"/>
                </a:moveTo>
                <a:lnTo>
                  <a:pt x="1815095" y="1004337"/>
                </a:lnTo>
                <a:moveTo>
                  <a:pt x="1896956" y="799822"/>
                </a:moveTo>
                <a:lnTo>
                  <a:pt x="1994452" y="678055"/>
                </a:lnTo>
                <a:moveTo>
                  <a:pt x="1640278" y="211554"/>
                </a:moveTo>
                <a:lnTo>
                  <a:pt x="1624711" y="297623"/>
                </a:lnTo>
                <a:moveTo>
                  <a:pt x="1797041" y="1052883"/>
                </a:moveTo>
                <a:lnTo>
                  <a:pt x="1857638" y="1055221"/>
                </a:lnTo>
                <a:moveTo>
                  <a:pt x="1815095" y="1004337"/>
                </a:moveTo>
                <a:lnTo>
                  <a:pt x="1857638" y="1055221"/>
                </a:lnTo>
                <a:moveTo>
                  <a:pt x="991521" y="476214"/>
                </a:moveTo>
                <a:lnTo>
                  <a:pt x="1006577" y="347401"/>
                </a:lnTo>
                <a:moveTo>
                  <a:pt x="1815095" y="1004337"/>
                </a:moveTo>
                <a:lnTo>
                  <a:pt x="1863712" y="874946"/>
                </a:lnTo>
                <a:moveTo>
                  <a:pt x="1741785" y="888932"/>
                </a:moveTo>
                <a:lnTo>
                  <a:pt x="1863712" y="874946"/>
                </a:lnTo>
                <a:moveTo>
                  <a:pt x="1851177" y="711605"/>
                </a:moveTo>
                <a:lnTo>
                  <a:pt x="1994452" y="678055"/>
                </a:lnTo>
                <a:moveTo>
                  <a:pt x="1524126" y="795150"/>
                </a:moveTo>
                <a:lnTo>
                  <a:pt x="1517960" y="900677"/>
                </a:lnTo>
                <a:moveTo>
                  <a:pt x="1851177" y="711605"/>
                </a:moveTo>
                <a:lnTo>
                  <a:pt x="1984237" y="654661"/>
                </a:lnTo>
                <a:moveTo>
                  <a:pt x="1681942" y="768948"/>
                </a:moveTo>
                <a:lnTo>
                  <a:pt x="1643563" y="905671"/>
                </a:lnTo>
                <a:moveTo>
                  <a:pt x="1863712" y="874946"/>
                </a:moveTo>
                <a:lnTo>
                  <a:pt x="1857638" y="1055221"/>
                </a:lnTo>
                <a:moveTo>
                  <a:pt x="1681942" y="768948"/>
                </a:moveTo>
                <a:lnTo>
                  <a:pt x="1741785" y="888932"/>
                </a:lnTo>
                <a:moveTo>
                  <a:pt x="1739982" y="269922"/>
                </a:moveTo>
                <a:lnTo>
                  <a:pt x="1819013" y="355190"/>
                </a:lnTo>
                <a:moveTo>
                  <a:pt x="1163246" y="476963"/>
                </a:moveTo>
                <a:lnTo>
                  <a:pt x="1226689" y="405254"/>
                </a:lnTo>
                <a:moveTo>
                  <a:pt x="1323820" y="281554"/>
                </a:moveTo>
                <a:lnTo>
                  <a:pt x="1421483" y="329121"/>
                </a:lnTo>
                <a:moveTo>
                  <a:pt x="1896956" y="799822"/>
                </a:moveTo>
                <a:lnTo>
                  <a:pt x="1863712" y="874946"/>
                </a:lnTo>
                <a:moveTo>
                  <a:pt x="1681942" y="768948"/>
                </a:moveTo>
                <a:lnTo>
                  <a:pt x="1863712" y="874946"/>
                </a:lnTo>
                <a:moveTo>
                  <a:pt x="1681942" y="768948"/>
                </a:moveTo>
                <a:lnTo>
                  <a:pt x="1896956" y="799822"/>
                </a:lnTo>
                <a:moveTo>
                  <a:pt x="1660280" y="739748"/>
                </a:moveTo>
                <a:lnTo>
                  <a:pt x="1681942" y="768948"/>
                </a:lnTo>
                <a:moveTo>
                  <a:pt x="1851177" y="711605"/>
                </a:moveTo>
                <a:lnTo>
                  <a:pt x="1896956" y="799822"/>
                </a:lnTo>
                <a:moveTo>
                  <a:pt x="1685421" y="743864"/>
                </a:moveTo>
                <a:lnTo>
                  <a:pt x="1896956" y="799822"/>
                </a:lnTo>
                <a:moveTo>
                  <a:pt x="1660280" y="739748"/>
                </a:moveTo>
                <a:lnTo>
                  <a:pt x="1685421" y="743864"/>
                </a:lnTo>
                <a:moveTo>
                  <a:pt x="213839" y="748609"/>
                </a:moveTo>
                <a:lnTo>
                  <a:pt x="326871" y="683494"/>
                </a:lnTo>
                <a:moveTo>
                  <a:pt x="1681942" y="768948"/>
                </a:moveTo>
                <a:lnTo>
                  <a:pt x="1685421" y="743864"/>
                </a:lnTo>
                <a:moveTo>
                  <a:pt x="1006577" y="347401"/>
                </a:moveTo>
                <a:lnTo>
                  <a:pt x="1008002" y="330901"/>
                </a:lnTo>
                <a:moveTo>
                  <a:pt x="1031155" y="477473"/>
                </a:moveTo>
                <a:lnTo>
                  <a:pt x="1015904" y="571282"/>
                </a:lnTo>
                <a:moveTo>
                  <a:pt x="1031155" y="477473"/>
                </a:moveTo>
                <a:lnTo>
                  <a:pt x="1017325" y="572732"/>
                </a:lnTo>
                <a:moveTo>
                  <a:pt x="1685421" y="743864"/>
                </a:moveTo>
                <a:lnTo>
                  <a:pt x="1851177" y="711605"/>
                </a:lnTo>
                <a:moveTo>
                  <a:pt x="1323820" y="281554"/>
                </a:moveTo>
                <a:lnTo>
                  <a:pt x="1322975" y="445534"/>
                </a:lnTo>
                <a:moveTo>
                  <a:pt x="249607" y="791098"/>
                </a:moveTo>
                <a:lnTo>
                  <a:pt x="326871" y="683494"/>
                </a:lnTo>
                <a:moveTo>
                  <a:pt x="1006577" y="347401"/>
                </a:moveTo>
                <a:lnTo>
                  <a:pt x="1012209" y="337640"/>
                </a:lnTo>
                <a:moveTo>
                  <a:pt x="1008002" y="330901"/>
                </a:moveTo>
                <a:lnTo>
                  <a:pt x="1090776" y="155262"/>
                </a:lnTo>
                <a:moveTo>
                  <a:pt x="1126356" y="512011"/>
                </a:moveTo>
                <a:lnTo>
                  <a:pt x="1163246" y="476963"/>
                </a:lnTo>
                <a:moveTo>
                  <a:pt x="1819013" y="355190"/>
                </a:moveTo>
                <a:lnTo>
                  <a:pt x="1851198" y="389216"/>
                </a:lnTo>
                <a:moveTo>
                  <a:pt x="1421483" y="329121"/>
                </a:moveTo>
                <a:lnTo>
                  <a:pt x="1522777" y="227452"/>
                </a:lnTo>
                <a:moveTo>
                  <a:pt x="1008002" y="330901"/>
                </a:moveTo>
                <a:lnTo>
                  <a:pt x="1012209" y="337640"/>
                </a:lnTo>
                <a:moveTo>
                  <a:pt x="1090776" y="155262"/>
                </a:moveTo>
                <a:lnTo>
                  <a:pt x="1012209" y="337640"/>
                </a:lnTo>
                <a:moveTo>
                  <a:pt x="1524126" y="795150"/>
                </a:moveTo>
                <a:lnTo>
                  <a:pt x="1660280" y="739748"/>
                </a:lnTo>
                <a:moveTo>
                  <a:pt x="1624711" y="297623"/>
                </a:moveTo>
                <a:lnTo>
                  <a:pt x="1739982" y="269922"/>
                </a:lnTo>
                <a:moveTo>
                  <a:pt x="1090776" y="155262"/>
                </a:moveTo>
                <a:lnTo>
                  <a:pt x="1101426" y="150267"/>
                </a:lnTo>
                <a:moveTo>
                  <a:pt x="1739982" y="269922"/>
                </a:moveTo>
                <a:lnTo>
                  <a:pt x="1713851" y="426026"/>
                </a:lnTo>
                <a:moveTo>
                  <a:pt x="991521" y="476214"/>
                </a:moveTo>
                <a:lnTo>
                  <a:pt x="1015904" y="571282"/>
                </a:lnTo>
                <a:moveTo>
                  <a:pt x="1226689" y="405254"/>
                </a:moveTo>
                <a:lnTo>
                  <a:pt x="1322975" y="445534"/>
                </a:lnTo>
                <a:moveTo>
                  <a:pt x="326871" y="683494"/>
                </a:moveTo>
                <a:lnTo>
                  <a:pt x="363485" y="794295"/>
                </a:lnTo>
                <a:moveTo>
                  <a:pt x="1012209" y="337640"/>
                </a:moveTo>
                <a:lnTo>
                  <a:pt x="1101426" y="150267"/>
                </a:lnTo>
                <a:moveTo>
                  <a:pt x="364793" y="616657"/>
                </a:moveTo>
                <a:lnTo>
                  <a:pt x="326871" y="683494"/>
                </a:lnTo>
                <a:moveTo>
                  <a:pt x="1522777" y="227452"/>
                </a:moveTo>
                <a:lnTo>
                  <a:pt x="1624711" y="297623"/>
                </a:lnTo>
                <a:moveTo>
                  <a:pt x="1713851" y="426026"/>
                </a:moveTo>
                <a:lnTo>
                  <a:pt x="1819013" y="355190"/>
                </a:lnTo>
                <a:moveTo>
                  <a:pt x="1163246" y="476963"/>
                </a:moveTo>
                <a:lnTo>
                  <a:pt x="1179599" y="529594"/>
                </a:lnTo>
                <a:moveTo>
                  <a:pt x="1660280" y="739748"/>
                </a:moveTo>
                <a:lnTo>
                  <a:pt x="1656567" y="628018"/>
                </a:lnTo>
                <a:moveTo>
                  <a:pt x="1654748" y="628396"/>
                </a:moveTo>
                <a:lnTo>
                  <a:pt x="1660280" y="739748"/>
                </a:lnTo>
                <a:moveTo>
                  <a:pt x="1747801" y="479757"/>
                </a:moveTo>
                <a:lnTo>
                  <a:pt x="1851198" y="389216"/>
                </a:lnTo>
                <a:moveTo>
                  <a:pt x="1713851" y="426026"/>
                </a:moveTo>
                <a:lnTo>
                  <a:pt x="1851198" y="389216"/>
                </a:lnTo>
                <a:moveTo>
                  <a:pt x="1522777" y="227452"/>
                </a:moveTo>
                <a:lnTo>
                  <a:pt x="1525544" y="410550"/>
                </a:lnTo>
                <a:moveTo>
                  <a:pt x="1006577" y="347401"/>
                </a:moveTo>
                <a:lnTo>
                  <a:pt x="1015904" y="571282"/>
                </a:lnTo>
                <a:moveTo>
                  <a:pt x="1656567" y="628018"/>
                </a:moveTo>
                <a:lnTo>
                  <a:pt x="1851177" y="711605"/>
                </a:lnTo>
                <a:moveTo>
                  <a:pt x="1656567" y="628018"/>
                </a:moveTo>
                <a:lnTo>
                  <a:pt x="1685421" y="743864"/>
                </a:lnTo>
                <a:moveTo>
                  <a:pt x="1126356" y="512011"/>
                </a:moveTo>
                <a:lnTo>
                  <a:pt x="1179599" y="529594"/>
                </a:lnTo>
                <a:moveTo>
                  <a:pt x="1322975" y="445534"/>
                </a:moveTo>
                <a:lnTo>
                  <a:pt x="1421483" y="329121"/>
                </a:lnTo>
                <a:moveTo>
                  <a:pt x="1226689" y="405254"/>
                </a:moveTo>
                <a:lnTo>
                  <a:pt x="1217407" y="524584"/>
                </a:lnTo>
                <a:moveTo>
                  <a:pt x="1015904" y="571282"/>
                </a:moveTo>
                <a:lnTo>
                  <a:pt x="1012209" y="337640"/>
                </a:lnTo>
                <a:moveTo>
                  <a:pt x="1017325" y="572732"/>
                </a:moveTo>
                <a:lnTo>
                  <a:pt x="1126356" y="512011"/>
                </a:lnTo>
                <a:moveTo>
                  <a:pt x="1016850" y="570220"/>
                </a:moveTo>
                <a:lnTo>
                  <a:pt x="1012209" y="337640"/>
                </a:lnTo>
                <a:moveTo>
                  <a:pt x="1524126" y="795150"/>
                </a:moveTo>
                <a:lnTo>
                  <a:pt x="1654748" y="628396"/>
                </a:lnTo>
                <a:moveTo>
                  <a:pt x="1163246" y="476963"/>
                </a:moveTo>
                <a:lnTo>
                  <a:pt x="1217407" y="524584"/>
                </a:lnTo>
                <a:moveTo>
                  <a:pt x="1624711" y="297623"/>
                </a:moveTo>
                <a:lnTo>
                  <a:pt x="1713851" y="426026"/>
                </a:lnTo>
                <a:moveTo>
                  <a:pt x="1421483" y="329121"/>
                </a:moveTo>
                <a:lnTo>
                  <a:pt x="1525544" y="410550"/>
                </a:lnTo>
                <a:moveTo>
                  <a:pt x="1012209" y="337640"/>
                </a:moveTo>
                <a:lnTo>
                  <a:pt x="1095692" y="349732"/>
                </a:lnTo>
                <a:moveTo>
                  <a:pt x="1713851" y="426026"/>
                </a:moveTo>
                <a:lnTo>
                  <a:pt x="1747801" y="479757"/>
                </a:lnTo>
                <a:moveTo>
                  <a:pt x="1012209" y="337640"/>
                </a:moveTo>
                <a:lnTo>
                  <a:pt x="1055679" y="412281"/>
                </a:lnTo>
                <a:moveTo>
                  <a:pt x="1095692" y="349732"/>
                </a:moveTo>
                <a:lnTo>
                  <a:pt x="1101426" y="150267"/>
                </a:lnTo>
                <a:moveTo>
                  <a:pt x="1747801" y="479757"/>
                </a:moveTo>
                <a:lnTo>
                  <a:pt x="1656567" y="628018"/>
                </a:lnTo>
                <a:moveTo>
                  <a:pt x="1654748" y="628396"/>
                </a:moveTo>
                <a:lnTo>
                  <a:pt x="1747801" y="479757"/>
                </a:lnTo>
                <a:moveTo>
                  <a:pt x="1654748" y="628396"/>
                </a:moveTo>
                <a:lnTo>
                  <a:pt x="1713851" y="426026"/>
                </a:lnTo>
                <a:moveTo>
                  <a:pt x="1101426" y="150267"/>
                </a:moveTo>
                <a:lnTo>
                  <a:pt x="1145851" y="219069"/>
                </a:lnTo>
                <a:moveTo>
                  <a:pt x="1017325" y="572732"/>
                </a:moveTo>
                <a:lnTo>
                  <a:pt x="1179599" y="529594"/>
                </a:lnTo>
                <a:moveTo>
                  <a:pt x="1016850" y="570220"/>
                </a:moveTo>
                <a:lnTo>
                  <a:pt x="1179599" y="529594"/>
                </a:lnTo>
                <a:moveTo>
                  <a:pt x="1525544" y="410550"/>
                </a:moveTo>
                <a:lnTo>
                  <a:pt x="1624711" y="297623"/>
                </a:lnTo>
                <a:moveTo>
                  <a:pt x="1021141" y="573890"/>
                </a:moveTo>
                <a:lnTo>
                  <a:pt x="1179599" y="529594"/>
                </a:lnTo>
                <a:moveTo>
                  <a:pt x="1654748" y="628396"/>
                </a:moveTo>
                <a:lnTo>
                  <a:pt x="1656567" y="628018"/>
                </a:lnTo>
                <a:moveTo>
                  <a:pt x="1654748" y="628396"/>
                </a:moveTo>
                <a:lnTo>
                  <a:pt x="1652426" y="630710"/>
                </a:lnTo>
                <a:moveTo>
                  <a:pt x="1015904" y="571282"/>
                </a:moveTo>
                <a:lnTo>
                  <a:pt x="1017325" y="572732"/>
                </a:lnTo>
                <a:moveTo>
                  <a:pt x="1015904" y="571282"/>
                </a:moveTo>
                <a:lnTo>
                  <a:pt x="1016066" y="572630"/>
                </a:lnTo>
                <a:moveTo>
                  <a:pt x="1015904" y="571282"/>
                </a:moveTo>
                <a:lnTo>
                  <a:pt x="1016850" y="570220"/>
                </a:lnTo>
                <a:moveTo>
                  <a:pt x="1016066" y="572630"/>
                </a:moveTo>
                <a:lnTo>
                  <a:pt x="1017325" y="572732"/>
                </a:lnTo>
                <a:moveTo>
                  <a:pt x="1016066" y="572630"/>
                </a:moveTo>
                <a:lnTo>
                  <a:pt x="1016850" y="570220"/>
                </a:lnTo>
                <a:moveTo>
                  <a:pt x="1017325" y="572732"/>
                </a:moveTo>
                <a:lnTo>
                  <a:pt x="1021141" y="573890"/>
                </a:lnTo>
                <a:moveTo>
                  <a:pt x="1016066" y="572630"/>
                </a:moveTo>
                <a:lnTo>
                  <a:pt x="1021141" y="573890"/>
                </a:lnTo>
                <a:moveTo>
                  <a:pt x="1016850" y="570220"/>
                </a:moveTo>
                <a:lnTo>
                  <a:pt x="1021141" y="573890"/>
                </a:lnTo>
                <a:moveTo>
                  <a:pt x="1421483" y="329121"/>
                </a:moveTo>
                <a:lnTo>
                  <a:pt x="1422346" y="502142"/>
                </a:lnTo>
                <a:moveTo>
                  <a:pt x="1624711" y="297623"/>
                </a:moveTo>
                <a:lnTo>
                  <a:pt x="1594459" y="489776"/>
                </a:lnTo>
                <a:moveTo>
                  <a:pt x="1594459" y="489776"/>
                </a:moveTo>
                <a:lnTo>
                  <a:pt x="1713851" y="426026"/>
                </a:lnTo>
                <a:moveTo>
                  <a:pt x="1217407" y="524584"/>
                </a:moveTo>
                <a:lnTo>
                  <a:pt x="1322975" y="445534"/>
                </a:lnTo>
                <a:moveTo>
                  <a:pt x="1179599" y="529594"/>
                </a:moveTo>
                <a:lnTo>
                  <a:pt x="1217407" y="524584"/>
                </a:lnTo>
                <a:moveTo>
                  <a:pt x="1594459" y="489776"/>
                </a:moveTo>
                <a:lnTo>
                  <a:pt x="1654748" y="628396"/>
                </a:lnTo>
                <a:moveTo>
                  <a:pt x="1594459" y="489776"/>
                </a:moveTo>
                <a:lnTo>
                  <a:pt x="1652426" y="630710"/>
                </a:lnTo>
                <a:moveTo>
                  <a:pt x="1016850" y="570220"/>
                </a:moveTo>
                <a:lnTo>
                  <a:pt x="1055679" y="412281"/>
                </a:lnTo>
                <a:moveTo>
                  <a:pt x="1322975" y="445534"/>
                </a:moveTo>
                <a:lnTo>
                  <a:pt x="1422346" y="502142"/>
                </a:lnTo>
                <a:moveTo>
                  <a:pt x="1525544" y="410550"/>
                </a:moveTo>
                <a:lnTo>
                  <a:pt x="1594459" y="489776"/>
                </a:lnTo>
                <a:moveTo>
                  <a:pt x="1055679" y="412281"/>
                </a:moveTo>
                <a:lnTo>
                  <a:pt x="1095692" y="349732"/>
                </a:lnTo>
                <a:moveTo>
                  <a:pt x="1095692" y="349732"/>
                </a:moveTo>
                <a:lnTo>
                  <a:pt x="1145851" y="219069"/>
                </a:lnTo>
                <a:moveTo>
                  <a:pt x="1422346" y="502142"/>
                </a:moveTo>
                <a:lnTo>
                  <a:pt x="1525544" y="410550"/>
                </a:lnTo>
                <a:moveTo>
                  <a:pt x="1593927" y="534133"/>
                </a:moveTo>
                <a:lnTo>
                  <a:pt x="1652426" y="630710"/>
                </a:lnTo>
                <a:moveTo>
                  <a:pt x="1525544" y="410550"/>
                </a:moveTo>
                <a:lnTo>
                  <a:pt x="1593927" y="534133"/>
                </a:lnTo>
                <a:moveTo>
                  <a:pt x="1593927" y="534133"/>
                </a:moveTo>
                <a:lnTo>
                  <a:pt x="1594459" y="489776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E1CDF095-27A4-4033-B1E3-4A9E0E6922B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2692" y="686462"/>
                </a:moveTo>
                <a:lnTo>
                  <a:pt x="2362361" y="5865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67CEC2E9-A1AA-425A-BA8A-26D31A257F31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9178" y="572033"/>
                </a:moveTo>
                <a:lnTo>
                  <a:pt x="883237" y="6377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241BC33B-4413-43BD-BED7-7572EC0A7798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780" y="892505"/>
                </a:moveTo>
                <a:lnTo>
                  <a:pt x="2222692" y="6864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64D83C87-FC30-492E-B735-8494476E0B22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116" y="731932"/>
                </a:moveTo>
                <a:lnTo>
                  <a:pt x="403516" y="5746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CDC32A5F-4E26-4CBF-8BA4-BB873379F11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2692" y="686462"/>
                </a:moveTo>
                <a:lnTo>
                  <a:pt x="2079954" y="5810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5C841A2C-D00E-4E19-850A-A528C493F784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145" y="1010051"/>
                </a:moveTo>
                <a:lnTo>
                  <a:pt x="2238780" y="892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D45FCCB2-019A-4A53-B06C-6CABE46A16EC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116" y="731932"/>
                </a:moveTo>
                <a:lnTo>
                  <a:pt x="383960" y="939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D83D6B89-7278-4131-9EAE-C2B382D3D1E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9178" y="572033"/>
                </a:moveTo>
                <a:lnTo>
                  <a:pt x="758303" y="36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76EFCEAB-BB8B-452D-8380-F1FF59DDE993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145" y="1010051"/>
                </a:moveTo>
                <a:lnTo>
                  <a:pt x="2123096" y="11885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24A9A085-4218-4292-ADEB-1E0B94341D8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9544" y="201531"/>
                </a:moveTo>
                <a:lnTo>
                  <a:pt x="1412280" y="3485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4B0386DE-E40B-4FBF-9D51-F53BD1CE9C69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9178" y="572033"/>
                </a:moveTo>
                <a:lnTo>
                  <a:pt x="657155" y="7309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6B72AF8E-1AD2-415E-8564-87ACFA0C16ED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9954" y="581075"/>
                </a:moveTo>
                <a:lnTo>
                  <a:pt x="1941208" y="6973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F9C8080C-F151-4E27-AA62-146B848E3A84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7155" y="730906"/>
                </a:moveTo>
                <a:lnTo>
                  <a:pt x="420116" y="7319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537D8EF7-C352-4613-AAF8-6A2EE94CF12D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6547" y="901776"/>
                </a:moveTo>
                <a:lnTo>
                  <a:pt x="2105145" y="1010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9CF938B7-A8F8-4293-98ED-F4F25AA7AC5F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280" y="348519"/>
                </a:moveTo>
                <a:lnTo>
                  <a:pt x="1632484" y="3383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512FCDA6-4A4A-49EF-8E35-FB5C9BA2304D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566" y="602233"/>
                </a:moveTo>
                <a:lnTo>
                  <a:pt x="809178" y="5720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6A8CE03B-117A-40B7-A14B-8BDEB924A5B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208" y="697319"/>
                </a:moveTo>
                <a:lnTo>
                  <a:pt x="1946547" y="9017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3339B531-1E5B-496D-965B-0613B0747C39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116" y="731932"/>
                </a:moveTo>
                <a:lnTo>
                  <a:pt x="319987" y="6733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909164F7-1C4A-4E92-A89E-B691EDBDF16E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2484" y="338356"/>
                </a:moveTo>
                <a:lnTo>
                  <a:pt x="1718275" y="4343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1865634C-A78B-4C17-BB8A-D6F185510CD8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208" y="697319"/>
                </a:moveTo>
                <a:lnTo>
                  <a:pt x="1775995" y="642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605A22CC-5679-4A6B-B543-E9B57431F46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7494" y="977261"/>
                </a:moveTo>
                <a:lnTo>
                  <a:pt x="1946547" y="9017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83D1E18C-2DA2-43E8-A556-9296ABD65C72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495" y="320352"/>
                </a:moveTo>
                <a:lnTo>
                  <a:pt x="1412280" y="3485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1772D0AA-2F3C-43FE-AB05-4F479F99D6CE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8275" y="434312"/>
                </a:moveTo>
                <a:lnTo>
                  <a:pt x="1775995" y="642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E767FFDC-19B6-429E-9E9E-DB9989D9E3CF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389" y="731838"/>
                </a:moveTo>
                <a:lnTo>
                  <a:pt x="1012566" y="6022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4271EF6B-AD3E-45C1-87F8-379D6766C16D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95" y="642496"/>
                </a:moveTo>
                <a:lnTo>
                  <a:pt x="1685235" y="8171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763CF176-A5AF-426E-82D5-8258FB0546FC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5235" y="817127"/>
                </a:moveTo>
                <a:lnTo>
                  <a:pt x="1787494" y="97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801E9196-B615-4528-8F07-044D2CBC8A8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8275" y="434312"/>
                </a:moveTo>
                <a:lnTo>
                  <a:pt x="1583470" y="4188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619F4B13-A82E-4C6D-A838-B33D0A4A97B1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389" y="731838"/>
                </a:moveTo>
                <a:lnTo>
                  <a:pt x="1078310" y="9406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A7F1C7D4-E7ED-47D0-B3A6-BE7D794CDB6C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3470" y="418817"/>
                </a:moveTo>
                <a:lnTo>
                  <a:pt x="1412495" y="3203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482F14F7-8C9F-4DB0-8189-09DA61F4A5D0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495" y="320352"/>
                </a:moveTo>
                <a:lnTo>
                  <a:pt x="1227323" y="4070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64EBEEFB-0771-4B81-AFDA-AECD7785B48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732" y="618170"/>
                </a:moveTo>
                <a:lnTo>
                  <a:pt x="1051389" y="731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2348ECB1-B212-4E3A-9AFB-F13958F529C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323" y="407022"/>
                </a:moveTo>
                <a:lnTo>
                  <a:pt x="1240732" y="6181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58AA93AC-0B6E-4257-B320-10773A494108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389" y="731838"/>
                </a:moveTo>
                <a:lnTo>
                  <a:pt x="891364" y="697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125EEE4E-2DD9-4E1E-93A6-F67715D1879B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9177" y="111709"/>
                </a:moveTo>
                <a:lnTo>
                  <a:pt x="1170858" y="2785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60EDAC48-4FC9-4A9B-A396-9D2D7E07B500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58" y="278541"/>
                </a:moveTo>
                <a:lnTo>
                  <a:pt x="1341794" y="2166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26012C0A-90E3-4D17-9F6B-8C470E21F341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4543" y="347361"/>
                </a:moveTo>
                <a:lnTo>
                  <a:pt x="1170858" y="2785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E63F9D95-E864-450D-8A8B-74925E77CD27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4543" y="347361"/>
                </a:moveTo>
                <a:lnTo>
                  <a:pt x="1060705" y="560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21E1DF8C-A339-47E3-8E1F-91CCF7E5802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4356" y="756636"/>
                </a:moveTo>
                <a:lnTo>
                  <a:pt x="324670" y="6070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E16AACB3-3121-4E38-88D4-DA27ACA5730C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1794" y="216677"/>
                </a:moveTo>
                <a:lnTo>
                  <a:pt x="1255880" y="1695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21D23215-0AD1-4D81-B067-DE88A96EAD7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8207" y="224148"/>
                </a:moveTo>
                <a:lnTo>
                  <a:pt x="1024543" y="347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29D5C310-87A5-4F44-A7AB-18B5AE000677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4356" y="756636"/>
                </a:moveTo>
                <a:lnTo>
                  <a:pt x="324297" y="958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018A3791-CA62-4D7D-BB99-CDC5FF8188A2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0705" y="560725"/>
                </a:moveTo>
                <a:lnTo>
                  <a:pt x="917291" y="6410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6C45EF71-51A9-4ADF-AF5A-36A2999705F4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5880" y="169563"/>
                </a:moveTo>
                <a:lnTo>
                  <a:pt x="1058207" y="2241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2F8DA76A-3260-40E3-A1D6-35CC799F1AA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0447" y="727940"/>
                </a:moveTo>
                <a:lnTo>
                  <a:pt x="334356" y="756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79FB24D1-5222-48D3-8EFA-6D5D3B0D6A1C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4356" y="756636"/>
                </a:moveTo>
                <a:lnTo>
                  <a:pt x="163821" y="7250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5BFCCC6D-E735-4492-A49D-697D74BF752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5880" y="169563"/>
                </a:moveTo>
                <a:lnTo>
                  <a:pt x="1342368" y="2163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89AA6ED6-3C66-447E-B8D5-07EBED2FE08D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898" y="411729"/>
                </a:moveTo>
                <a:lnTo>
                  <a:pt x="1984783" y="46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11FCF4F7-AAD1-410D-A044-38060331DA64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7291" y="641066"/>
                </a:moveTo>
                <a:lnTo>
                  <a:pt x="955521" y="8074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606103FA-F3DF-4000-BD8B-4B46EB40571B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898" y="411729"/>
                </a:moveTo>
                <a:lnTo>
                  <a:pt x="1667059" y="3465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DB484691-5867-4073-8EA6-4FB1EFE5CE87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5521" y="807450"/>
                </a:moveTo>
                <a:lnTo>
                  <a:pt x="927707" y="1008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9FB668A9-A470-4C04-A595-0B316A31E3FD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7059" y="346517"/>
                </a:moveTo>
                <a:lnTo>
                  <a:pt x="1526653" y="2919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8B3D42A9-A779-444D-ABA8-7124449A01EB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8024" y="805574"/>
                </a:moveTo>
                <a:lnTo>
                  <a:pt x="530447" y="7279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A5244C2D-1B19-4664-86DC-A7939AC3CA23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653" y="291991"/>
                </a:moveTo>
                <a:lnTo>
                  <a:pt x="1342368" y="2163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9DED1A27-6B5D-41AD-B110-D66204D9A9FC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5521" y="807450"/>
                </a:moveTo>
                <a:lnTo>
                  <a:pt x="1154691" y="7879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5218CF02-5EA4-475A-B55C-CFEE96CF9F1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4198" y="426406"/>
                </a:moveTo>
                <a:lnTo>
                  <a:pt x="1836898" y="411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9C7A0BEB-74BD-416A-9AD4-C1870049BD94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5521" y="807450"/>
                </a:moveTo>
                <a:lnTo>
                  <a:pt x="795155" y="7961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6624E113-D3CF-4422-ABF0-CD8DC8D87D6B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368" y="216302"/>
                </a:moveTo>
                <a:lnTo>
                  <a:pt x="1262171" y="19002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5D743024-17CB-4862-80A0-E7DE4F1E7B0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8024" y="805574"/>
                </a:moveTo>
                <a:lnTo>
                  <a:pt x="493406" y="1010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5DBF8008-5FAE-44D8-986F-43EE34DF0B19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653" y="291991"/>
                </a:moveTo>
                <a:lnTo>
                  <a:pt x="1555052" y="3052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6205DD8B-923E-417D-89D9-5F955BADC34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5155" y="796184"/>
                </a:moveTo>
                <a:lnTo>
                  <a:pt x="568024" y="805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B2C22E22-E04C-4DA3-AF6F-AEFD10BEE5FF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8024" y="805574"/>
                </a:moveTo>
                <a:lnTo>
                  <a:pt x="458176" y="674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92D337F3-0E44-4971-846A-4AB43163B4CC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54" y="370994"/>
                </a:moveTo>
                <a:lnTo>
                  <a:pt x="1874198" y="426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40D802CA-D516-4B60-918B-A78739C1263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2171" y="190022"/>
                </a:moveTo>
                <a:lnTo>
                  <a:pt x="1386962" y="2438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76AE6248-A028-4C00-A8B1-B2B73732EDE8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5052" y="305246"/>
                </a:moveTo>
                <a:lnTo>
                  <a:pt x="1732654" y="3709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46DF9576-7D71-49C0-9FE0-D93641E47041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6962" y="243856"/>
                </a:moveTo>
                <a:lnTo>
                  <a:pt x="1555052" y="3052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CD0C7E79-A1E2-4B45-8F26-EEA19A87CD74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54" y="370994"/>
                </a:moveTo>
                <a:lnTo>
                  <a:pt x="1773696" y="3815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F36A42A3-140F-4E24-994A-BE4F9FB56E08}"/>
              </a:ext>
            </a:extLst>
          </p:cNvPr>
          <p:cNvSpPr>
            <a:spLocks/>
          </p:cNvSpPr>
          <p:nvPr/>
        </p:nvSpPr>
        <p:spPr>
          <a:xfrm>
            <a:off x="1311584" y="886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BE9602EE-AD9D-471F-911A-DF5E88A30206}"/>
              </a:ext>
            </a:extLst>
          </p:cNvPr>
          <p:cNvSpPr>
            <a:spLocks/>
          </p:cNvSpPr>
          <p:nvPr/>
        </p:nvSpPr>
        <p:spPr>
          <a:xfrm>
            <a:off x="1383265" y="10529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D54E6990-47F9-453F-B061-CB279903A9F7}"/>
              </a:ext>
            </a:extLst>
          </p:cNvPr>
          <p:cNvSpPr>
            <a:spLocks/>
          </p:cNvSpPr>
          <p:nvPr/>
        </p:nvSpPr>
        <p:spPr>
          <a:xfrm>
            <a:off x="1554201" y="9910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43F3A87C-E9F0-4381-BD0A-C0915C3F494F}"/>
              </a:ext>
            </a:extLst>
          </p:cNvPr>
          <p:cNvSpPr>
            <a:spLocks/>
          </p:cNvSpPr>
          <p:nvPr/>
        </p:nvSpPr>
        <p:spPr>
          <a:xfrm>
            <a:off x="1468288" y="9439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F35E6A7F-91FC-4473-B768-A620E263207F}"/>
              </a:ext>
            </a:extLst>
          </p:cNvPr>
          <p:cNvSpPr>
            <a:spLocks/>
          </p:cNvSpPr>
          <p:nvPr/>
        </p:nvSpPr>
        <p:spPr>
          <a:xfrm>
            <a:off x="1554775" y="9906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15B15744-6A9E-46B4-A5B7-704C8A2FE9DD}"/>
              </a:ext>
            </a:extLst>
          </p:cNvPr>
          <p:cNvSpPr>
            <a:spLocks/>
          </p:cNvSpPr>
          <p:nvPr/>
        </p:nvSpPr>
        <p:spPr>
          <a:xfrm>
            <a:off x="1474579" y="964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A74D642C-9C8E-43E9-89EF-E00607DB9846}"/>
              </a:ext>
            </a:extLst>
          </p:cNvPr>
          <p:cNvSpPr>
            <a:spLocks/>
          </p:cNvSpPr>
          <p:nvPr/>
        </p:nvSpPr>
        <p:spPr>
          <a:xfrm>
            <a:off x="1599370" y="101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8F855055-0D3A-4F29-8859-219AE34277DA}"/>
              </a:ext>
            </a:extLst>
          </p:cNvPr>
          <p:cNvSpPr>
            <a:spLocks/>
          </p:cNvSpPr>
          <p:nvPr/>
        </p:nvSpPr>
        <p:spPr>
          <a:xfrm>
            <a:off x="1767460" y="107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5D49CF03-3505-49EE-9D69-117D29991B7C}"/>
              </a:ext>
            </a:extLst>
          </p:cNvPr>
          <p:cNvSpPr>
            <a:spLocks/>
          </p:cNvSpPr>
          <p:nvPr/>
        </p:nvSpPr>
        <p:spPr>
          <a:xfrm>
            <a:off x="1945062" y="114537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5FD788E9-4421-4118-886E-6C6638FE49EA}"/>
              </a:ext>
            </a:extLst>
          </p:cNvPr>
          <p:cNvSpPr>
            <a:spLocks/>
          </p:cNvSpPr>
          <p:nvPr/>
        </p:nvSpPr>
        <p:spPr>
          <a:xfrm>
            <a:off x="1986104" y="1155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A73323C8-D0B8-4D0D-AB6B-996913F73929}"/>
              </a:ext>
            </a:extLst>
          </p:cNvPr>
          <p:cNvSpPr>
            <a:spLocks/>
          </p:cNvSpPr>
          <p:nvPr/>
        </p:nvSpPr>
        <p:spPr>
          <a:xfrm>
            <a:off x="2086605" y="12007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464C16CB-35AB-433B-9A4F-A064406D37FF}"/>
              </a:ext>
            </a:extLst>
          </p:cNvPr>
          <p:cNvSpPr>
            <a:spLocks/>
          </p:cNvSpPr>
          <p:nvPr/>
        </p:nvSpPr>
        <p:spPr>
          <a:xfrm>
            <a:off x="2049305" y="1186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DE25E1E2-E079-424D-B313-1AFDB9667D01}"/>
              </a:ext>
            </a:extLst>
          </p:cNvPr>
          <p:cNvSpPr>
            <a:spLocks/>
          </p:cNvSpPr>
          <p:nvPr/>
        </p:nvSpPr>
        <p:spPr>
          <a:xfrm>
            <a:off x="2197191" y="12419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CFB16855-F581-4ABF-9413-353C33AA19EA}"/>
              </a:ext>
            </a:extLst>
          </p:cNvPr>
          <p:cNvSpPr>
            <a:spLocks/>
          </p:cNvSpPr>
          <p:nvPr/>
        </p:nvSpPr>
        <p:spPr>
          <a:xfrm>
            <a:off x="1879467" y="11209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680BBCE5-E4BF-46D8-A27F-F814B2E390CE}"/>
              </a:ext>
            </a:extLst>
          </p:cNvPr>
          <p:cNvSpPr>
            <a:spLocks/>
          </p:cNvSpPr>
          <p:nvPr/>
        </p:nvSpPr>
        <p:spPr>
          <a:xfrm>
            <a:off x="1739060" y="10663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92154DA4-15BE-4066-A996-6142B6F5E0A1}"/>
              </a:ext>
            </a:extLst>
          </p:cNvPr>
          <p:cNvSpPr>
            <a:spLocks/>
          </p:cNvSpPr>
          <p:nvPr/>
        </p:nvSpPr>
        <p:spPr>
          <a:xfrm>
            <a:off x="1270614" y="9985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9C6EBCEE-E800-4FB7-BAD6-3F55DBFC9A58}"/>
              </a:ext>
            </a:extLst>
          </p:cNvPr>
          <p:cNvSpPr>
            <a:spLocks/>
          </p:cNvSpPr>
          <p:nvPr/>
        </p:nvSpPr>
        <p:spPr>
          <a:xfrm>
            <a:off x="1236951" y="11217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3AC84DF1-E45F-43FA-AD8E-C3B6E695DEB3}"/>
              </a:ext>
            </a:extLst>
          </p:cNvPr>
          <p:cNvSpPr>
            <a:spLocks/>
          </p:cNvSpPr>
          <p:nvPr/>
        </p:nvSpPr>
        <p:spPr>
          <a:xfrm>
            <a:off x="1273113" y="13351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322B94B6-183E-4BD8-86CB-D130E331A38C}"/>
              </a:ext>
            </a:extLst>
          </p:cNvPr>
          <p:cNvSpPr>
            <a:spLocks/>
          </p:cNvSpPr>
          <p:nvPr/>
        </p:nvSpPr>
        <p:spPr>
          <a:xfrm>
            <a:off x="1129699" y="14154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78633E42-CEE4-4617-8BB9-85EA0C60921B}"/>
              </a:ext>
            </a:extLst>
          </p:cNvPr>
          <p:cNvSpPr>
            <a:spLocks/>
          </p:cNvSpPr>
          <p:nvPr/>
        </p:nvSpPr>
        <p:spPr>
          <a:xfrm>
            <a:off x="1167929" y="15818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5F46D8A7-786A-4B87-A592-8BBB3831940E}"/>
              </a:ext>
            </a:extLst>
          </p:cNvPr>
          <p:cNvSpPr>
            <a:spLocks/>
          </p:cNvSpPr>
          <p:nvPr/>
        </p:nvSpPr>
        <p:spPr>
          <a:xfrm>
            <a:off x="1367098" y="15623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7D25E83C-E4D4-428B-BC1B-7B6E2E079DA9}"/>
              </a:ext>
            </a:extLst>
          </p:cNvPr>
          <p:cNvSpPr>
            <a:spLocks/>
          </p:cNvSpPr>
          <p:nvPr/>
        </p:nvSpPr>
        <p:spPr>
          <a:xfrm>
            <a:off x="1140115" y="17831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FB600703-BCAE-47B6-8C31-D1C1DC2C6AFB}"/>
              </a:ext>
            </a:extLst>
          </p:cNvPr>
          <p:cNvSpPr>
            <a:spLocks/>
          </p:cNvSpPr>
          <p:nvPr/>
        </p:nvSpPr>
        <p:spPr>
          <a:xfrm>
            <a:off x="1007563" y="15705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85C952D5-A101-44DC-911B-58FF99A13B83}"/>
              </a:ext>
            </a:extLst>
          </p:cNvPr>
          <p:cNvSpPr>
            <a:spLocks/>
          </p:cNvSpPr>
          <p:nvPr/>
        </p:nvSpPr>
        <p:spPr>
          <a:xfrm>
            <a:off x="780432" y="15799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BB9F5EDE-380A-48FE-AE3D-F2FDB55DFC14}"/>
              </a:ext>
            </a:extLst>
          </p:cNvPr>
          <p:cNvSpPr>
            <a:spLocks/>
          </p:cNvSpPr>
          <p:nvPr/>
        </p:nvSpPr>
        <p:spPr>
          <a:xfrm>
            <a:off x="705813" y="17849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933DC651-EEBA-42F5-8B6D-23B048A5B8F8}"/>
              </a:ext>
            </a:extLst>
          </p:cNvPr>
          <p:cNvSpPr>
            <a:spLocks/>
          </p:cNvSpPr>
          <p:nvPr/>
        </p:nvSpPr>
        <p:spPr>
          <a:xfrm>
            <a:off x="670583" y="1448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4CB76379-F1F5-4282-9EB5-6B2E72CD819F}"/>
              </a:ext>
            </a:extLst>
          </p:cNvPr>
          <p:cNvSpPr>
            <a:spLocks/>
          </p:cNvSpPr>
          <p:nvPr/>
        </p:nvSpPr>
        <p:spPr>
          <a:xfrm>
            <a:off x="742855" y="15023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EDBA14F6-4679-4445-ACDB-DFA63DF522AD}"/>
              </a:ext>
            </a:extLst>
          </p:cNvPr>
          <p:cNvSpPr>
            <a:spLocks/>
          </p:cNvSpPr>
          <p:nvPr/>
        </p:nvSpPr>
        <p:spPr>
          <a:xfrm>
            <a:off x="546763" y="15310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8880C196-8AFC-4358-814A-02DDA23CC02B}"/>
              </a:ext>
            </a:extLst>
          </p:cNvPr>
          <p:cNvSpPr>
            <a:spLocks/>
          </p:cNvSpPr>
          <p:nvPr/>
        </p:nvSpPr>
        <p:spPr>
          <a:xfrm>
            <a:off x="536705" y="1732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837E8195-A9CF-488E-9E87-CB2A48923ACF}"/>
              </a:ext>
            </a:extLst>
          </p:cNvPr>
          <p:cNvSpPr>
            <a:spLocks/>
          </p:cNvSpPr>
          <p:nvPr/>
        </p:nvSpPr>
        <p:spPr>
          <a:xfrm>
            <a:off x="376229" y="14994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CBEBF36F-CC5E-4CFA-A23F-C9F4CC3C5306}"/>
              </a:ext>
            </a:extLst>
          </p:cNvPr>
          <p:cNvSpPr>
            <a:spLocks/>
          </p:cNvSpPr>
          <p:nvPr/>
        </p:nvSpPr>
        <p:spPr>
          <a:xfrm>
            <a:off x="537077" y="13814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main_7">
            <a:extLst>
              <a:ext uri="{FF2B5EF4-FFF2-40B4-BE49-F238E27FC236}">
                <a16:creationId xmlns:a16="http://schemas.microsoft.com/office/drawing/2014/main" id="{1DB30EA0-F216-4437-8518-95511AC8D3A3}"/>
              </a:ext>
            </a:extLst>
          </p:cNvPr>
          <p:cNvSpPr>
            <a:spLocks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F877631C-D9B9-40B3-A061-728FD8D9896D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89450" y="1029500"/>
                </a:moveTo>
                <a:lnTo>
                  <a:pt x="2622725" y="1219743"/>
                </a:lnTo>
                <a:moveTo>
                  <a:pt x="2622725" y="1219743"/>
                </a:moveTo>
                <a:lnTo>
                  <a:pt x="2494785" y="1319916"/>
                </a:lnTo>
                <a:moveTo>
                  <a:pt x="406733" y="145788"/>
                </a:moveTo>
                <a:lnTo>
                  <a:pt x="525019" y="43794"/>
                </a:lnTo>
                <a:moveTo>
                  <a:pt x="242486" y="66408"/>
                </a:moveTo>
                <a:lnTo>
                  <a:pt x="406733" y="145788"/>
                </a:lnTo>
                <a:moveTo>
                  <a:pt x="123414" y="192923"/>
                </a:moveTo>
                <a:lnTo>
                  <a:pt x="242486" y="66408"/>
                </a:lnTo>
                <a:moveTo>
                  <a:pt x="79734" y="82391"/>
                </a:moveTo>
                <a:lnTo>
                  <a:pt x="123414" y="192923"/>
                </a:lnTo>
                <a:moveTo>
                  <a:pt x="192472" y="92820"/>
                </a:moveTo>
                <a:lnTo>
                  <a:pt x="79734" y="82391"/>
                </a:lnTo>
                <a:moveTo>
                  <a:pt x="192472" y="92820"/>
                </a:moveTo>
                <a:lnTo>
                  <a:pt x="341689" y="196262"/>
                </a:lnTo>
                <a:moveTo>
                  <a:pt x="2151152" y="982477"/>
                </a:moveTo>
                <a:lnTo>
                  <a:pt x="2230918" y="1130836"/>
                </a:lnTo>
                <a:moveTo>
                  <a:pt x="2151152" y="982477"/>
                </a:moveTo>
                <a:lnTo>
                  <a:pt x="2226098" y="797424"/>
                </a:lnTo>
                <a:moveTo>
                  <a:pt x="2226098" y="797424"/>
                </a:moveTo>
                <a:lnTo>
                  <a:pt x="2149361" y="623688"/>
                </a:lnTo>
                <a:moveTo>
                  <a:pt x="2149361" y="623688"/>
                </a:moveTo>
                <a:lnTo>
                  <a:pt x="2241341" y="459632"/>
                </a:lnTo>
                <a:moveTo>
                  <a:pt x="1984246" y="971372"/>
                </a:moveTo>
                <a:lnTo>
                  <a:pt x="2151152" y="982477"/>
                </a:lnTo>
                <a:moveTo>
                  <a:pt x="2149361" y="623688"/>
                </a:moveTo>
                <a:lnTo>
                  <a:pt x="1993198" y="611166"/>
                </a:lnTo>
                <a:moveTo>
                  <a:pt x="1984246" y="971372"/>
                </a:moveTo>
                <a:lnTo>
                  <a:pt x="1918518" y="790212"/>
                </a:lnTo>
                <a:moveTo>
                  <a:pt x="1993198" y="611166"/>
                </a:moveTo>
                <a:lnTo>
                  <a:pt x="1918518" y="790212"/>
                </a:lnTo>
                <a:moveTo>
                  <a:pt x="1867153" y="1119615"/>
                </a:moveTo>
                <a:lnTo>
                  <a:pt x="1984246" y="971372"/>
                </a:lnTo>
                <a:moveTo>
                  <a:pt x="1757700" y="826276"/>
                </a:moveTo>
                <a:lnTo>
                  <a:pt x="1918518" y="790212"/>
                </a:lnTo>
                <a:moveTo>
                  <a:pt x="1734975" y="1026555"/>
                </a:moveTo>
                <a:lnTo>
                  <a:pt x="1867153" y="1119615"/>
                </a:lnTo>
                <a:moveTo>
                  <a:pt x="1757700" y="826276"/>
                </a:moveTo>
                <a:lnTo>
                  <a:pt x="1734975" y="1026555"/>
                </a:lnTo>
                <a:moveTo>
                  <a:pt x="1286279" y="707306"/>
                </a:moveTo>
                <a:lnTo>
                  <a:pt x="1465207" y="606696"/>
                </a:lnTo>
                <a:moveTo>
                  <a:pt x="1465207" y="606696"/>
                </a:moveTo>
                <a:lnTo>
                  <a:pt x="1634593" y="679986"/>
                </a:lnTo>
                <a:moveTo>
                  <a:pt x="1286279" y="707306"/>
                </a:moveTo>
                <a:lnTo>
                  <a:pt x="1114114" y="592424"/>
                </a:lnTo>
                <a:moveTo>
                  <a:pt x="1634593" y="679986"/>
                </a:moveTo>
                <a:lnTo>
                  <a:pt x="1757700" y="826276"/>
                </a:lnTo>
                <a:moveTo>
                  <a:pt x="1343475" y="716148"/>
                </a:moveTo>
                <a:lnTo>
                  <a:pt x="1286279" y="707306"/>
                </a:lnTo>
                <a:moveTo>
                  <a:pt x="1549701" y="763997"/>
                </a:moveTo>
                <a:lnTo>
                  <a:pt x="1634593" y="679986"/>
                </a:lnTo>
                <a:moveTo>
                  <a:pt x="1343475" y="716148"/>
                </a:moveTo>
                <a:lnTo>
                  <a:pt x="1549701" y="763997"/>
                </a:lnTo>
                <a:moveTo>
                  <a:pt x="1233432" y="867527"/>
                </a:moveTo>
                <a:lnTo>
                  <a:pt x="1343475" y="716148"/>
                </a:lnTo>
                <a:moveTo>
                  <a:pt x="1240525" y="1054643"/>
                </a:moveTo>
                <a:lnTo>
                  <a:pt x="1233432" y="867527"/>
                </a:lnTo>
                <a:moveTo>
                  <a:pt x="1190322" y="1247269"/>
                </a:moveTo>
                <a:lnTo>
                  <a:pt x="1240525" y="1054643"/>
                </a:lnTo>
                <a:moveTo>
                  <a:pt x="1190322" y="1247269"/>
                </a:moveTo>
                <a:lnTo>
                  <a:pt x="985822" y="123471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28B97939-EB03-494C-84B6-145E590FC48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5109" y="502162"/>
                </a:moveTo>
                <a:lnTo>
                  <a:pt x="1014570" y="635389"/>
                </a:lnTo>
                <a:moveTo>
                  <a:pt x="903612" y="703339"/>
                </a:moveTo>
                <a:lnTo>
                  <a:pt x="1014570" y="635389"/>
                </a:lnTo>
                <a:moveTo>
                  <a:pt x="2431695" y="587252"/>
                </a:moveTo>
                <a:lnTo>
                  <a:pt x="2516887" y="723477"/>
                </a:lnTo>
                <a:moveTo>
                  <a:pt x="833028" y="533553"/>
                </a:moveTo>
                <a:lnTo>
                  <a:pt x="965109" y="502162"/>
                </a:lnTo>
                <a:moveTo>
                  <a:pt x="2333982" y="613732"/>
                </a:moveTo>
                <a:lnTo>
                  <a:pt x="2516887" y="723477"/>
                </a:lnTo>
                <a:moveTo>
                  <a:pt x="903612" y="703339"/>
                </a:moveTo>
                <a:lnTo>
                  <a:pt x="965109" y="502162"/>
                </a:lnTo>
                <a:moveTo>
                  <a:pt x="2250483" y="620217"/>
                </a:moveTo>
                <a:lnTo>
                  <a:pt x="2333982" y="613732"/>
                </a:lnTo>
                <a:moveTo>
                  <a:pt x="2333982" y="613732"/>
                </a:moveTo>
                <a:lnTo>
                  <a:pt x="2431695" y="587252"/>
                </a:lnTo>
                <a:moveTo>
                  <a:pt x="795200" y="540756"/>
                </a:moveTo>
                <a:lnTo>
                  <a:pt x="833028" y="533553"/>
                </a:lnTo>
                <a:moveTo>
                  <a:pt x="814053" y="567916"/>
                </a:moveTo>
                <a:lnTo>
                  <a:pt x="833028" y="533553"/>
                </a:lnTo>
                <a:moveTo>
                  <a:pt x="795200" y="540756"/>
                </a:moveTo>
                <a:lnTo>
                  <a:pt x="814053" y="567916"/>
                </a:lnTo>
                <a:moveTo>
                  <a:pt x="2296795" y="665727"/>
                </a:moveTo>
                <a:lnTo>
                  <a:pt x="2516887" y="723477"/>
                </a:lnTo>
                <a:moveTo>
                  <a:pt x="833028" y="533553"/>
                </a:moveTo>
                <a:lnTo>
                  <a:pt x="903612" y="703339"/>
                </a:lnTo>
                <a:moveTo>
                  <a:pt x="814053" y="567916"/>
                </a:moveTo>
                <a:lnTo>
                  <a:pt x="903612" y="703339"/>
                </a:lnTo>
                <a:moveTo>
                  <a:pt x="2250483" y="620217"/>
                </a:moveTo>
                <a:lnTo>
                  <a:pt x="2296795" y="665727"/>
                </a:lnTo>
                <a:moveTo>
                  <a:pt x="446582" y="613560"/>
                </a:moveTo>
                <a:lnTo>
                  <a:pt x="514136" y="725456"/>
                </a:lnTo>
                <a:moveTo>
                  <a:pt x="329875" y="635861"/>
                </a:moveTo>
                <a:lnTo>
                  <a:pt x="514136" y="725456"/>
                </a:lnTo>
                <a:moveTo>
                  <a:pt x="903612" y="703339"/>
                </a:moveTo>
                <a:lnTo>
                  <a:pt x="935671" y="742257"/>
                </a:lnTo>
                <a:moveTo>
                  <a:pt x="265618" y="646649"/>
                </a:moveTo>
                <a:lnTo>
                  <a:pt x="329875" y="635861"/>
                </a:lnTo>
                <a:moveTo>
                  <a:pt x="514136" y="725456"/>
                </a:moveTo>
                <a:lnTo>
                  <a:pt x="562534" y="597004"/>
                </a:lnTo>
                <a:moveTo>
                  <a:pt x="2296795" y="665727"/>
                </a:moveTo>
                <a:lnTo>
                  <a:pt x="2333982" y="613732"/>
                </a:lnTo>
                <a:moveTo>
                  <a:pt x="329875" y="635861"/>
                </a:moveTo>
                <a:lnTo>
                  <a:pt x="446582" y="613560"/>
                </a:lnTo>
                <a:moveTo>
                  <a:pt x="2296795" y="665727"/>
                </a:moveTo>
                <a:lnTo>
                  <a:pt x="2373222" y="789935"/>
                </a:lnTo>
                <a:moveTo>
                  <a:pt x="446582" y="613560"/>
                </a:moveTo>
                <a:lnTo>
                  <a:pt x="562534" y="597004"/>
                </a:lnTo>
                <a:moveTo>
                  <a:pt x="2377761" y="456484"/>
                </a:moveTo>
                <a:lnTo>
                  <a:pt x="2431695" y="587252"/>
                </a:lnTo>
                <a:moveTo>
                  <a:pt x="2122041" y="679460"/>
                </a:moveTo>
                <a:lnTo>
                  <a:pt x="2250483" y="620217"/>
                </a:lnTo>
                <a:moveTo>
                  <a:pt x="864523" y="378481"/>
                </a:moveTo>
                <a:lnTo>
                  <a:pt x="965109" y="502162"/>
                </a:lnTo>
                <a:moveTo>
                  <a:pt x="716929" y="691657"/>
                </a:moveTo>
                <a:lnTo>
                  <a:pt x="814053" y="567916"/>
                </a:lnTo>
                <a:moveTo>
                  <a:pt x="514136" y="725456"/>
                </a:moveTo>
                <a:lnTo>
                  <a:pt x="716929" y="691657"/>
                </a:lnTo>
                <a:moveTo>
                  <a:pt x="2215692" y="443649"/>
                </a:moveTo>
                <a:lnTo>
                  <a:pt x="2208877" y="490901"/>
                </a:lnTo>
                <a:moveTo>
                  <a:pt x="921747" y="371972"/>
                </a:moveTo>
                <a:lnTo>
                  <a:pt x="965109" y="502162"/>
                </a:lnTo>
                <a:moveTo>
                  <a:pt x="2333982" y="613732"/>
                </a:moveTo>
                <a:lnTo>
                  <a:pt x="2377761" y="456484"/>
                </a:lnTo>
                <a:moveTo>
                  <a:pt x="2208877" y="490901"/>
                </a:moveTo>
                <a:lnTo>
                  <a:pt x="2250483" y="620217"/>
                </a:lnTo>
                <a:moveTo>
                  <a:pt x="864523" y="378481"/>
                </a:moveTo>
                <a:lnTo>
                  <a:pt x="833028" y="533553"/>
                </a:lnTo>
                <a:moveTo>
                  <a:pt x="795200" y="540756"/>
                </a:moveTo>
                <a:lnTo>
                  <a:pt x="864523" y="378481"/>
                </a:lnTo>
                <a:moveTo>
                  <a:pt x="514136" y="725456"/>
                </a:moveTo>
                <a:lnTo>
                  <a:pt x="656232" y="783071"/>
                </a:lnTo>
                <a:moveTo>
                  <a:pt x="562534" y="597004"/>
                </a:moveTo>
                <a:lnTo>
                  <a:pt x="716929" y="691657"/>
                </a:lnTo>
                <a:moveTo>
                  <a:pt x="2230989" y="842311"/>
                </a:moveTo>
                <a:lnTo>
                  <a:pt x="2373222" y="789935"/>
                </a:lnTo>
                <a:moveTo>
                  <a:pt x="2122041" y="679460"/>
                </a:moveTo>
                <a:lnTo>
                  <a:pt x="2296795" y="665727"/>
                </a:lnTo>
                <a:moveTo>
                  <a:pt x="2208877" y="490901"/>
                </a:moveTo>
                <a:lnTo>
                  <a:pt x="2333982" y="613732"/>
                </a:lnTo>
                <a:moveTo>
                  <a:pt x="2296795" y="665727"/>
                </a:moveTo>
                <a:lnTo>
                  <a:pt x="2230989" y="842311"/>
                </a:lnTo>
                <a:moveTo>
                  <a:pt x="446582" y="613560"/>
                </a:moveTo>
                <a:lnTo>
                  <a:pt x="564890" y="440674"/>
                </a:lnTo>
                <a:moveTo>
                  <a:pt x="814053" y="567916"/>
                </a:moveTo>
                <a:lnTo>
                  <a:pt x="785533" y="767743"/>
                </a:lnTo>
                <a:moveTo>
                  <a:pt x="785533" y="767743"/>
                </a:moveTo>
                <a:lnTo>
                  <a:pt x="903612" y="703339"/>
                </a:lnTo>
                <a:moveTo>
                  <a:pt x="446582" y="613560"/>
                </a:moveTo>
                <a:lnTo>
                  <a:pt x="585403" y="464881"/>
                </a:lnTo>
                <a:moveTo>
                  <a:pt x="2198275" y="782077"/>
                </a:moveTo>
                <a:lnTo>
                  <a:pt x="2296795" y="665727"/>
                </a:lnTo>
                <a:moveTo>
                  <a:pt x="585403" y="464881"/>
                </a:moveTo>
                <a:lnTo>
                  <a:pt x="562534" y="597004"/>
                </a:lnTo>
                <a:moveTo>
                  <a:pt x="785533" y="767743"/>
                </a:moveTo>
                <a:lnTo>
                  <a:pt x="935671" y="742257"/>
                </a:lnTo>
                <a:moveTo>
                  <a:pt x="716929" y="691657"/>
                </a:moveTo>
                <a:lnTo>
                  <a:pt x="656232" y="783071"/>
                </a:lnTo>
                <a:moveTo>
                  <a:pt x="864523" y="378481"/>
                </a:moveTo>
                <a:lnTo>
                  <a:pt x="921747" y="371972"/>
                </a:lnTo>
                <a:moveTo>
                  <a:pt x="2122041" y="679460"/>
                </a:moveTo>
                <a:lnTo>
                  <a:pt x="2198275" y="782077"/>
                </a:lnTo>
                <a:moveTo>
                  <a:pt x="935671" y="742257"/>
                </a:moveTo>
                <a:lnTo>
                  <a:pt x="1041034" y="830578"/>
                </a:lnTo>
                <a:moveTo>
                  <a:pt x="2230989" y="842311"/>
                </a:moveTo>
                <a:lnTo>
                  <a:pt x="2323801" y="977100"/>
                </a:lnTo>
                <a:moveTo>
                  <a:pt x="716929" y="691657"/>
                </a:moveTo>
                <a:lnTo>
                  <a:pt x="785533" y="767743"/>
                </a:lnTo>
                <a:moveTo>
                  <a:pt x="2198275" y="782077"/>
                </a:moveTo>
                <a:lnTo>
                  <a:pt x="2230989" y="842311"/>
                </a:lnTo>
                <a:moveTo>
                  <a:pt x="827513" y="807603"/>
                </a:moveTo>
                <a:lnTo>
                  <a:pt x="935671" y="742257"/>
                </a:lnTo>
                <a:moveTo>
                  <a:pt x="250871" y="530708"/>
                </a:moveTo>
                <a:lnTo>
                  <a:pt x="265618" y="646649"/>
                </a:lnTo>
                <a:moveTo>
                  <a:pt x="265618" y="646649"/>
                </a:moveTo>
                <a:lnTo>
                  <a:pt x="292045" y="525850"/>
                </a:lnTo>
                <a:moveTo>
                  <a:pt x="292045" y="525850"/>
                </a:moveTo>
                <a:lnTo>
                  <a:pt x="446582" y="613560"/>
                </a:lnTo>
                <a:moveTo>
                  <a:pt x="292045" y="525850"/>
                </a:moveTo>
                <a:lnTo>
                  <a:pt x="329875" y="635861"/>
                </a:lnTo>
                <a:moveTo>
                  <a:pt x="564890" y="440674"/>
                </a:moveTo>
                <a:lnTo>
                  <a:pt x="585403" y="464881"/>
                </a:lnTo>
                <a:moveTo>
                  <a:pt x="2101236" y="560503"/>
                </a:moveTo>
                <a:lnTo>
                  <a:pt x="2250483" y="620217"/>
                </a:lnTo>
                <a:moveTo>
                  <a:pt x="656232" y="783071"/>
                </a:moveTo>
                <a:lnTo>
                  <a:pt x="785533" y="767743"/>
                </a:lnTo>
                <a:moveTo>
                  <a:pt x="439446" y="501410"/>
                </a:moveTo>
                <a:lnTo>
                  <a:pt x="446582" y="613560"/>
                </a:lnTo>
                <a:moveTo>
                  <a:pt x="2215692" y="443649"/>
                </a:moveTo>
                <a:lnTo>
                  <a:pt x="2263999" y="492168"/>
                </a:lnTo>
                <a:moveTo>
                  <a:pt x="2323801" y="977100"/>
                </a:moveTo>
                <a:lnTo>
                  <a:pt x="2361660" y="1015979"/>
                </a:lnTo>
                <a:moveTo>
                  <a:pt x="2323801" y="977100"/>
                </a:moveTo>
                <a:lnTo>
                  <a:pt x="2268526" y="1037850"/>
                </a:lnTo>
                <a:moveTo>
                  <a:pt x="2202393" y="1059872"/>
                </a:moveTo>
                <a:lnTo>
                  <a:pt x="2230989" y="842311"/>
                </a:lnTo>
                <a:moveTo>
                  <a:pt x="656232" y="783071"/>
                </a:moveTo>
                <a:lnTo>
                  <a:pt x="827513" y="807603"/>
                </a:lnTo>
                <a:moveTo>
                  <a:pt x="2202393" y="1059872"/>
                </a:moveTo>
                <a:lnTo>
                  <a:pt x="2323801" y="977100"/>
                </a:lnTo>
                <a:moveTo>
                  <a:pt x="2268526" y="1037850"/>
                </a:moveTo>
                <a:lnTo>
                  <a:pt x="2361660" y="1015979"/>
                </a:lnTo>
                <a:moveTo>
                  <a:pt x="785533" y="767743"/>
                </a:moveTo>
                <a:lnTo>
                  <a:pt x="827513" y="807603"/>
                </a:lnTo>
                <a:moveTo>
                  <a:pt x="439446" y="501410"/>
                </a:moveTo>
                <a:lnTo>
                  <a:pt x="564890" y="440674"/>
                </a:lnTo>
                <a:moveTo>
                  <a:pt x="250871" y="530708"/>
                </a:moveTo>
                <a:lnTo>
                  <a:pt x="372338" y="444320"/>
                </a:lnTo>
                <a:moveTo>
                  <a:pt x="2122846" y="911662"/>
                </a:moveTo>
                <a:lnTo>
                  <a:pt x="2230989" y="842311"/>
                </a:lnTo>
                <a:moveTo>
                  <a:pt x="292045" y="525850"/>
                </a:moveTo>
                <a:lnTo>
                  <a:pt x="372338" y="444320"/>
                </a:lnTo>
                <a:moveTo>
                  <a:pt x="2101236" y="560503"/>
                </a:moveTo>
                <a:lnTo>
                  <a:pt x="2122041" y="679460"/>
                </a:lnTo>
                <a:moveTo>
                  <a:pt x="372338" y="444320"/>
                </a:moveTo>
                <a:lnTo>
                  <a:pt x="439446" y="501410"/>
                </a:lnTo>
                <a:moveTo>
                  <a:pt x="2225729" y="1095821"/>
                </a:moveTo>
                <a:lnTo>
                  <a:pt x="2268526" y="1037850"/>
                </a:lnTo>
                <a:moveTo>
                  <a:pt x="2202393" y="1059872"/>
                </a:moveTo>
                <a:lnTo>
                  <a:pt x="2268526" y="1037850"/>
                </a:lnTo>
                <a:moveTo>
                  <a:pt x="2198275" y="782077"/>
                </a:moveTo>
                <a:lnTo>
                  <a:pt x="2122846" y="911662"/>
                </a:lnTo>
                <a:moveTo>
                  <a:pt x="2263999" y="492168"/>
                </a:moveTo>
                <a:lnTo>
                  <a:pt x="2376177" y="448098"/>
                </a:lnTo>
                <a:moveTo>
                  <a:pt x="2101236" y="560503"/>
                </a:moveTo>
                <a:lnTo>
                  <a:pt x="2208877" y="490901"/>
                </a:lnTo>
                <a:moveTo>
                  <a:pt x="2202393" y="1059872"/>
                </a:moveTo>
                <a:lnTo>
                  <a:pt x="2225729" y="1095821"/>
                </a:lnTo>
                <a:moveTo>
                  <a:pt x="2208877" y="490901"/>
                </a:moveTo>
                <a:lnTo>
                  <a:pt x="2263999" y="492168"/>
                </a:lnTo>
                <a:moveTo>
                  <a:pt x="935671" y="742257"/>
                </a:moveTo>
                <a:lnTo>
                  <a:pt x="928629" y="873444"/>
                </a:lnTo>
                <a:moveTo>
                  <a:pt x="2048383" y="765985"/>
                </a:moveTo>
                <a:lnTo>
                  <a:pt x="2122041" y="679460"/>
                </a:lnTo>
                <a:moveTo>
                  <a:pt x="2087224" y="832111"/>
                </a:moveTo>
                <a:lnTo>
                  <a:pt x="2198275" y="782077"/>
                </a:lnTo>
                <a:moveTo>
                  <a:pt x="250871" y="530708"/>
                </a:moveTo>
                <a:lnTo>
                  <a:pt x="292045" y="525850"/>
                </a:lnTo>
                <a:moveTo>
                  <a:pt x="2048383" y="765985"/>
                </a:moveTo>
                <a:lnTo>
                  <a:pt x="2198275" y="782077"/>
                </a:lnTo>
                <a:moveTo>
                  <a:pt x="292045" y="525850"/>
                </a:moveTo>
                <a:lnTo>
                  <a:pt x="439446" y="501410"/>
                </a:lnTo>
                <a:moveTo>
                  <a:pt x="2122846" y="911662"/>
                </a:moveTo>
                <a:lnTo>
                  <a:pt x="2202393" y="1059872"/>
                </a:lnTo>
                <a:moveTo>
                  <a:pt x="259667" y="928467"/>
                </a:moveTo>
                <a:lnTo>
                  <a:pt x="324042" y="994915"/>
                </a:lnTo>
                <a:moveTo>
                  <a:pt x="2376177" y="448098"/>
                </a:moveTo>
                <a:lnTo>
                  <a:pt x="2406611" y="357567"/>
                </a:lnTo>
                <a:moveTo>
                  <a:pt x="324042" y="994915"/>
                </a:moveTo>
                <a:lnTo>
                  <a:pt x="419102" y="1028704"/>
                </a:lnTo>
                <a:moveTo>
                  <a:pt x="2123850" y="1194396"/>
                </a:moveTo>
                <a:lnTo>
                  <a:pt x="2225729" y="1095821"/>
                </a:lnTo>
                <a:moveTo>
                  <a:pt x="2225729" y="1095821"/>
                </a:moveTo>
                <a:lnTo>
                  <a:pt x="2181198" y="1281119"/>
                </a:lnTo>
                <a:moveTo>
                  <a:pt x="2080753" y="1122503"/>
                </a:moveTo>
                <a:lnTo>
                  <a:pt x="2225729" y="1095821"/>
                </a:lnTo>
                <a:moveTo>
                  <a:pt x="2080753" y="1122503"/>
                </a:moveTo>
                <a:lnTo>
                  <a:pt x="2202393" y="1059872"/>
                </a:lnTo>
                <a:moveTo>
                  <a:pt x="1998955" y="632774"/>
                </a:moveTo>
                <a:lnTo>
                  <a:pt x="2122041" y="679460"/>
                </a:lnTo>
                <a:moveTo>
                  <a:pt x="419102" y="1028704"/>
                </a:moveTo>
                <a:lnTo>
                  <a:pt x="527396" y="964079"/>
                </a:lnTo>
                <a:moveTo>
                  <a:pt x="2087224" y="832111"/>
                </a:moveTo>
                <a:lnTo>
                  <a:pt x="2122846" y="911662"/>
                </a:lnTo>
                <a:moveTo>
                  <a:pt x="928629" y="873444"/>
                </a:moveTo>
                <a:lnTo>
                  <a:pt x="1041034" y="830578"/>
                </a:lnTo>
                <a:moveTo>
                  <a:pt x="827513" y="807603"/>
                </a:moveTo>
                <a:lnTo>
                  <a:pt x="928629" y="873444"/>
                </a:lnTo>
                <a:moveTo>
                  <a:pt x="2149594" y="524453"/>
                </a:moveTo>
                <a:lnTo>
                  <a:pt x="2208877" y="490901"/>
                </a:lnTo>
                <a:moveTo>
                  <a:pt x="2048383" y="765985"/>
                </a:moveTo>
                <a:lnTo>
                  <a:pt x="2087224" y="832111"/>
                </a:lnTo>
                <a:moveTo>
                  <a:pt x="2123850" y="1194396"/>
                </a:moveTo>
                <a:lnTo>
                  <a:pt x="2181198" y="1281119"/>
                </a:lnTo>
                <a:moveTo>
                  <a:pt x="2028710" y="987990"/>
                </a:moveTo>
                <a:lnTo>
                  <a:pt x="2202393" y="1059872"/>
                </a:lnTo>
                <a:moveTo>
                  <a:pt x="2080753" y="1122503"/>
                </a:moveTo>
                <a:lnTo>
                  <a:pt x="2123850" y="1194396"/>
                </a:lnTo>
                <a:moveTo>
                  <a:pt x="1340337" y="159344"/>
                </a:moveTo>
                <a:lnTo>
                  <a:pt x="1477882" y="182311"/>
                </a:lnTo>
                <a:moveTo>
                  <a:pt x="2263999" y="492168"/>
                </a:moveTo>
                <a:lnTo>
                  <a:pt x="2406611" y="357567"/>
                </a:lnTo>
                <a:moveTo>
                  <a:pt x="2028710" y="987990"/>
                </a:moveTo>
                <a:lnTo>
                  <a:pt x="2122846" y="911662"/>
                </a:lnTo>
                <a:moveTo>
                  <a:pt x="324042" y="994915"/>
                </a:moveTo>
                <a:lnTo>
                  <a:pt x="333918" y="992575"/>
                </a:lnTo>
                <a:moveTo>
                  <a:pt x="1998955" y="632774"/>
                </a:moveTo>
                <a:lnTo>
                  <a:pt x="2101236" y="560503"/>
                </a:lnTo>
                <a:moveTo>
                  <a:pt x="372338" y="444320"/>
                </a:moveTo>
                <a:lnTo>
                  <a:pt x="383129" y="444415"/>
                </a:lnTo>
                <a:moveTo>
                  <a:pt x="1265890" y="107356"/>
                </a:moveTo>
                <a:lnTo>
                  <a:pt x="1340337" y="159344"/>
                </a:lnTo>
                <a:moveTo>
                  <a:pt x="2087224" y="832111"/>
                </a:moveTo>
                <a:lnTo>
                  <a:pt x="2028710" y="987990"/>
                </a:lnTo>
                <a:moveTo>
                  <a:pt x="372338" y="444320"/>
                </a:moveTo>
                <a:lnTo>
                  <a:pt x="331051" y="462040"/>
                </a:lnTo>
                <a:moveTo>
                  <a:pt x="1998955" y="632774"/>
                </a:moveTo>
                <a:lnTo>
                  <a:pt x="2048383" y="765985"/>
                </a:lnTo>
                <a:moveTo>
                  <a:pt x="2028710" y="987990"/>
                </a:moveTo>
                <a:lnTo>
                  <a:pt x="2080753" y="1122503"/>
                </a:lnTo>
                <a:moveTo>
                  <a:pt x="527396" y="964079"/>
                </a:moveTo>
                <a:lnTo>
                  <a:pt x="516784" y="1076373"/>
                </a:lnTo>
                <a:moveTo>
                  <a:pt x="2101236" y="560503"/>
                </a:moveTo>
                <a:lnTo>
                  <a:pt x="2149594" y="524453"/>
                </a:lnTo>
                <a:moveTo>
                  <a:pt x="2149594" y="524453"/>
                </a:moveTo>
                <a:lnTo>
                  <a:pt x="2263999" y="492168"/>
                </a:lnTo>
                <a:moveTo>
                  <a:pt x="383129" y="444415"/>
                </a:moveTo>
                <a:lnTo>
                  <a:pt x="439446" y="501410"/>
                </a:lnTo>
                <a:moveTo>
                  <a:pt x="292045" y="525850"/>
                </a:moveTo>
                <a:lnTo>
                  <a:pt x="350235" y="495799"/>
                </a:lnTo>
                <a:moveTo>
                  <a:pt x="292045" y="525850"/>
                </a:moveTo>
                <a:lnTo>
                  <a:pt x="331051" y="462040"/>
                </a:lnTo>
                <a:moveTo>
                  <a:pt x="350235" y="495799"/>
                </a:moveTo>
                <a:lnTo>
                  <a:pt x="439446" y="501410"/>
                </a:lnTo>
                <a:moveTo>
                  <a:pt x="2023133" y="1197355"/>
                </a:moveTo>
                <a:lnTo>
                  <a:pt x="2123850" y="1194396"/>
                </a:lnTo>
                <a:moveTo>
                  <a:pt x="1970342" y="851289"/>
                </a:moveTo>
                <a:lnTo>
                  <a:pt x="2087224" y="832111"/>
                </a:lnTo>
                <a:moveTo>
                  <a:pt x="1969656" y="849986"/>
                </a:moveTo>
                <a:lnTo>
                  <a:pt x="2087224" y="832111"/>
                </a:lnTo>
                <a:moveTo>
                  <a:pt x="2130183" y="1333500"/>
                </a:moveTo>
                <a:lnTo>
                  <a:pt x="2181198" y="1281119"/>
                </a:lnTo>
                <a:moveTo>
                  <a:pt x="1477882" y="182311"/>
                </a:moveTo>
                <a:lnTo>
                  <a:pt x="1505384" y="184400"/>
                </a:lnTo>
                <a:moveTo>
                  <a:pt x="2023133" y="1197355"/>
                </a:moveTo>
                <a:lnTo>
                  <a:pt x="2080753" y="1122503"/>
                </a:lnTo>
                <a:moveTo>
                  <a:pt x="1969656" y="849986"/>
                </a:moveTo>
                <a:lnTo>
                  <a:pt x="2048383" y="765985"/>
                </a:lnTo>
                <a:moveTo>
                  <a:pt x="2263999" y="492168"/>
                </a:moveTo>
                <a:lnTo>
                  <a:pt x="2317667" y="436480"/>
                </a:lnTo>
                <a:moveTo>
                  <a:pt x="1974468" y="511983"/>
                </a:moveTo>
                <a:lnTo>
                  <a:pt x="2101236" y="560503"/>
                </a:lnTo>
                <a:moveTo>
                  <a:pt x="1661754" y="309765"/>
                </a:moveTo>
                <a:lnTo>
                  <a:pt x="1784112" y="342604"/>
                </a:lnTo>
                <a:moveTo>
                  <a:pt x="1883936" y="698702"/>
                </a:moveTo>
                <a:lnTo>
                  <a:pt x="2048383" y="765985"/>
                </a:lnTo>
                <a:moveTo>
                  <a:pt x="201622" y="831596"/>
                </a:moveTo>
                <a:lnTo>
                  <a:pt x="259667" y="928467"/>
                </a:lnTo>
                <a:moveTo>
                  <a:pt x="1625123" y="198974"/>
                </a:moveTo>
                <a:lnTo>
                  <a:pt x="1661754" y="309765"/>
                </a:lnTo>
                <a:moveTo>
                  <a:pt x="2123850" y="1194396"/>
                </a:moveTo>
                <a:lnTo>
                  <a:pt x="2026606" y="1218744"/>
                </a:lnTo>
                <a:moveTo>
                  <a:pt x="2026606" y="1218744"/>
                </a:moveTo>
                <a:lnTo>
                  <a:pt x="2181198" y="1281119"/>
                </a:lnTo>
                <a:moveTo>
                  <a:pt x="259667" y="928467"/>
                </a:moveTo>
                <a:lnTo>
                  <a:pt x="333918" y="992575"/>
                </a:lnTo>
                <a:moveTo>
                  <a:pt x="2091487" y="502152"/>
                </a:moveTo>
                <a:lnTo>
                  <a:pt x="2101236" y="560503"/>
                </a:lnTo>
                <a:moveTo>
                  <a:pt x="419102" y="1028704"/>
                </a:moveTo>
                <a:lnTo>
                  <a:pt x="516784" y="1076373"/>
                </a:lnTo>
                <a:moveTo>
                  <a:pt x="333918" y="992575"/>
                </a:moveTo>
                <a:lnTo>
                  <a:pt x="419102" y="1028704"/>
                </a:lnTo>
                <a:moveTo>
                  <a:pt x="2317667" y="436480"/>
                </a:moveTo>
                <a:lnTo>
                  <a:pt x="2406611" y="357567"/>
                </a:lnTo>
                <a:moveTo>
                  <a:pt x="1940284" y="1067161"/>
                </a:moveTo>
                <a:lnTo>
                  <a:pt x="2080753" y="1122503"/>
                </a:lnTo>
                <a:moveTo>
                  <a:pt x="1970342" y="851289"/>
                </a:moveTo>
                <a:lnTo>
                  <a:pt x="2028710" y="987990"/>
                </a:lnTo>
                <a:moveTo>
                  <a:pt x="1340337" y="159344"/>
                </a:moveTo>
                <a:lnTo>
                  <a:pt x="1364435" y="121450"/>
                </a:lnTo>
                <a:moveTo>
                  <a:pt x="1505384" y="184400"/>
                </a:moveTo>
                <a:lnTo>
                  <a:pt x="1625123" y="198974"/>
                </a:lnTo>
                <a:moveTo>
                  <a:pt x="1883936" y="698702"/>
                </a:moveTo>
                <a:lnTo>
                  <a:pt x="1998955" y="632774"/>
                </a:lnTo>
                <a:moveTo>
                  <a:pt x="1109523" y="62401"/>
                </a:moveTo>
                <a:lnTo>
                  <a:pt x="1174741" y="132380"/>
                </a:lnTo>
                <a:moveTo>
                  <a:pt x="123498" y="635405"/>
                </a:moveTo>
                <a:lnTo>
                  <a:pt x="201622" y="831596"/>
                </a:lnTo>
                <a:moveTo>
                  <a:pt x="1974468" y="511983"/>
                </a:moveTo>
                <a:lnTo>
                  <a:pt x="1998955" y="632774"/>
                </a:lnTo>
                <a:moveTo>
                  <a:pt x="1109523" y="62401"/>
                </a:moveTo>
                <a:lnTo>
                  <a:pt x="1178148" y="0"/>
                </a:lnTo>
                <a:moveTo>
                  <a:pt x="1969656" y="849986"/>
                </a:moveTo>
                <a:lnTo>
                  <a:pt x="1970342" y="851289"/>
                </a:lnTo>
                <a:moveTo>
                  <a:pt x="1940284" y="1067161"/>
                </a:moveTo>
                <a:lnTo>
                  <a:pt x="2028710" y="987990"/>
                </a:lnTo>
                <a:moveTo>
                  <a:pt x="2149594" y="524453"/>
                </a:moveTo>
                <a:lnTo>
                  <a:pt x="2317667" y="436480"/>
                </a:lnTo>
                <a:moveTo>
                  <a:pt x="1625123" y="198974"/>
                </a:moveTo>
                <a:lnTo>
                  <a:pt x="1784112" y="342604"/>
                </a:lnTo>
                <a:moveTo>
                  <a:pt x="2003296" y="1194134"/>
                </a:moveTo>
                <a:lnTo>
                  <a:pt x="2023133" y="1197355"/>
                </a:lnTo>
                <a:moveTo>
                  <a:pt x="1784112" y="342604"/>
                </a:moveTo>
                <a:lnTo>
                  <a:pt x="1898554" y="515187"/>
                </a:lnTo>
                <a:moveTo>
                  <a:pt x="1883936" y="698702"/>
                </a:moveTo>
                <a:lnTo>
                  <a:pt x="1969656" y="849986"/>
                </a:lnTo>
                <a:moveTo>
                  <a:pt x="1174741" y="132380"/>
                </a:moveTo>
                <a:lnTo>
                  <a:pt x="1265890" y="107356"/>
                </a:lnTo>
                <a:moveTo>
                  <a:pt x="1109523" y="62401"/>
                </a:moveTo>
                <a:lnTo>
                  <a:pt x="1181422" y="0"/>
                </a:lnTo>
                <a:moveTo>
                  <a:pt x="1505384" y="184400"/>
                </a:moveTo>
                <a:lnTo>
                  <a:pt x="1576118" y="172839"/>
                </a:lnTo>
                <a:moveTo>
                  <a:pt x="2023133" y="1197355"/>
                </a:moveTo>
                <a:lnTo>
                  <a:pt x="2026606" y="1218744"/>
                </a:lnTo>
                <a:moveTo>
                  <a:pt x="2026606" y="1218744"/>
                </a:moveTo>
                <a:lnTo>
                  <a:pt x="2084866" y="1333500"/>
                </a:lnTo>
                <a:moveTo>
                  <a:pt x="1863022" y="920089"/>
                </a:moveTo>
                <a:lnTo>
                  <a:pt x="2028710" y="987990"/>
                </a:lnTo>
                <a:moveTo>
                  <a:pt x="1364435" y="121450"/>
                </a:moveTo>
                <a:lnTo>
                  <a:pt x="1477882" y="182311"/>
                </a:lnTo>
                <a:moveTo>
                  <a:pt x="201622" y="831596"/>
                </a:moveTo>
                <a:lnTo>
                  <a:pt x="333918" y="992575"/>
                </a:lnTo>
                <a:moveTo>
                  <a:pt x="1265890" y="107356"/>
                </a:moveTo>
                <a:lnTo>
                  <a:pt x="1332194" y="112763"/>
                </a:lnTo>
                <a:moveTo>
                  <a:pt x="2091487" y="502152"/>
                </a:moveTo>
                <a:lnTo>
                  <a:pt x="2149594" y="524453"/>
                </a:lnTo>
                <a:moveTo>
                  <a:pt x="1898554" y="515187"/>
                </a:moveTo>
                <a:lnTo>
                  <a:pt x="1883936" y="698702"/>
                </a:lnTo>
                <a:moveTo>
                  <a:pt x="1839793" y="629683"/>
                </a:moveTo>
                <a:lnTo>
                  <a:pt x="1898554" y="515187"/>
                </a:lnTo>
                <a:moveTo>
                  <a:pt x="1839793" y="629683"/>
                </a:moveTo>
                <a:lnTo>
                  <a:pt x="1883936" y="698702"/>
                </a:lnTo>
                <a:moveTo>
                  <a:pt x="419102" y="1028704"/>
                </a:moveTo>
                <a:lnTo>
                  <a:pt x="424259" y="1046223"/>
                </a:lnTo>
                <a:moveTo>
                  <a:pt x="1940284" y="1067161"/>
                </a:moveTo>
                <a:lnTo>
                  <a:pt x="2023133" y="1197355"/>
                </a:lnTo>
                <a:moveTo>
                  <a:pt x="2003296" y="1194134"/>
                </a:moveTo>
                <a:lnTo>
                  <a:pt x="2026606" y="1218744"/>
                </a:lnTo>
                <a:moveTo>
                  <a:pt x="1901764" y="894672"/>
                </a:moveTo>
                <a:lnTo>
                  <a:pt x="1970342" y="851289"/>
                </a:lnTo>
                <a:moveTo>
                  <a:pt x="1901764" y="894672"/>
                </a:moveTo>
                <a:lnTo>
                  <a:pt x="1969656" y="849986"/>
                </a:lnTo>
                <a:moveTo>
                  <a:pt x="123498" y="635405"/>
                </a:moveTo>
                <a:lnTo>
                  <a:pt x="192835" y="702706"/>
                </a:lnTo>
                <a:moveTo>
                  <a:pt x="1898554" y="515187"/>
                </a:moveTo>
                <a:lnTo>
                  <a:pt x="1974468" y="511983"/>
                </a:lnTo>
                <a:moveTo>
                  <a:pt x="1883936" y="698702"/>
                </a:moveTo>
                <a:lnTo>
                  <a:pt x="1974468" y="511983"/>
                </a:lnTo>
                <a:moveTo>
                  <a:pt x="350235" y="495799"/>
                </a:moveTo>
                <a:lnTo>
                  <a:pt x="383129" y="444415"/>
                </a:lnTo>
                <a:moveTo>
                  <a:pt x="1265890" y="107356"/>
                </a:moveTo>
                <a:lnTo>
                  <a:pt x="1364435" y="121450"/>
                </a:lnTo>
                <a:moveTo>
                  <a:pt x="331051" y="462040"/>
                </a:moveTo>
                <a:lnTo>
                  <a:pt x="383129" y="444415"/>
                </a:lnTo>
                <a:moveTo>
                  <a:pt x="2026606" y="1218744"/>
                </a:moveTo>
                <a:lnTo>
                  <a:pt x="2082993" y="1333500"/>
                </a:lnTo>
                <a:moveTo>
                  <a:pt x="1940284" y="1067161"/>
                </a:moveTo>
                <a:lnTo>
                  <a:pt x="2003296" y="1194134"/>
                </a:lnTo>
                <a:moveTo>
                  <a:pt x="2149594" y="524453"/>
                </a:moveTo>
                <a:lnTo>
                  <a:pt x="2198835" y="500509"/>
                </a:lnTo>
                <a:moveTo>
                  <a:pt x="331051" y="462040"/>
                </a:moveTo>
                <a:lnTo>
                  <a:pt x="350235" y="495799"/>
                </a:lnTo>
                <a:moveTo>
                  <a:pt x="383129" y="444415"/>
                </a:moveTo>
                <a:lnTo>
                  <a:pt x="520385" y="433120"/>
                </a:lnTo>
                <a:moveTo>
                  <a:pt x="1970342" y="851289"/>
                </a:moveTo>
                <a:lnTo>
                  <a:pt x="1863022" y="920089"/>
                </a:lnTo>
                <a:moveTo>
                  <a:pt x="1576118" y="172839"/>
                </a:moveTo>
                <a:lnTo>
                  <a:pt x="1625123" y="198974"/>
                </a:lnTo>
                <a:moveTo>
                  <a:pt x="343273" y="458955"/>
                </a:moveTo>
                <a:lnTo>
                  <a:pt x="383129" y="444415"/>
                </a:lnTo>
                <a:moveTo>
                  <a:pt x="1784112" y="342604"/>
                </a:moveTo>
                <a:lnTo>
                  <a:pt x="1897796" y="381080"/>
                </a:lnTo>
                <a:moveTo>
                  <a:pt x="1770093" y="765215"/>
                </a:moveTo>
                <a:lnTo>
                  <a:pt x="1969656" y="849986"/>
                </a:lnTo>
                <a:moveTo>
                  <a:pt x="1974468" y="511983"/>
                </a:moveTo>
                <a:lnTo>
                  <a:pt x="2091487" y="502152"/>
                </a:lnTo>
                <a:moveTo>
                  <a:pt x="1747080" y="232073"/>
                </a:moveTo>
                <a:lnTo>
                  <a:pt x="1784112" y="342604"/>
                </a:lnTo>
                <a:moveTo>
                  <a:pt x="331051" y="462040"/>
                </a:moveTo>
                <a:lnTo>
                  <a:pt x="343273" y="458955"/>
                </a:lnTo>
                <a:moveTo>
                  <a:pt x="383129" y="444415"/>
                </a:moveTo>
                <a:lnTo>
                  <a:pt x="552369" y="458513"/>
                </a:lnTo>
                <a:moveTo>
                  <a:pt x="192835" y="702706"/>
                </a:moveTo>
                <a:lnTo>
                  <a:pt x="201622" y="831596"/>
                </a:lnTo>
                <a:moveTo>
                  <a:pt x="1625123" y="198974"/>
                </a:moveTo>
                <a:lnTo>
                  <a:pt x="1747080" y="232073"/>
                </a:lnTo>
                <a:moveTo>
                  <a:pt x="184544" y="512287"/>
                </a:moveTo>
                <a:lnTo>
                  <a:pt x="350235" y="495799"/>
                </a:lnTo>
                <a:moveTo>
                  <a:pt x="350235" y="495799"/>
                </a:moveTo>
                <a:lnTo>
                  <a:pt x="552369" y="458513"/>
                </a:lnTo>
                <a:moveTo>
                  <a:pt x="2198835" y="500509"/>
                </a:moveTo>
                <a:lnTo>
                  <a:pt x="2317667" y="436480"/>
                </a:lnTo>
                <a:moveTo>
                  <a:pt x="343273" y="458955"/>
                </a:moveTo>
                <a:lnTo>
                  <a:pt x="520385" y="433120"/>
                </a:lnTo>
                <a:moveTo>
                  <a:pt x="251565" y="611355"/>
                </a:moveTo>
                <a:lnTo>
                  <a:pt x="350235" y="495799"/>
                </a:lnTo>
                <a:moveTo>
                  <a:pt x="184544" y="512287"/>
                </a:moveTo>
                <a:lnTo>
                  <a:pt x="331051" y="462040"/>
                </a:lnTo>
                <a:moveTo>
                  <a:pt x="520385" y="433120"/>
                </a:moveTo>
                <a:lnTo>
                  <a:pt x="575064" y="432028"/>
                </a:lnTo>
                <a:moveTo>
                  <a:pt x="1770093" y="765215"/>
                </a:moveTo>
                <a:lnTo>
                  <a:pt x="1883936" y="698702"/>
                </a:lnTo>
                <a:moveTo>
                  <a:pt x="1897796" y="381080"/>
                </a:moveTo>
                <a:lnTo>
                  <a:pt x="1898554" y="515187"/>
                </a:lnTo>
                <a:moveTo>
                  <a:pt x="1477882" y="182311"/>
                </a:moveTo>
                <a:lnTo>
                  <a:pt x="1495255" y="148788"/>
                </a:lnTo>
                <a:moveTo>
                  <a:pt x="1734599" y="710712"/>
                </a:moveTo>
                <a:lnTo>
                  <a:pt x="1839793" y="629683"/>
                </a:lnTo>
                <a:moveTo>
                  <a:pt x="1839793" y="629683"/>
                </a:moveTo>
                <a:lnTo>
                  <a:pt x="1770093" y="765215"/>
                </a:lnTo>
                <a:moveTo>
                  <a:pt x="1410961" y="574261"/>
                </a:moveTo>
                <a:lnTo>
                  <a:pt x="1574725" y="613305"/>
                </a:lnTo>
                <a:moveTo>
                  <a:pt x="201622" y="831596"/>
                </a:moveTo>
                <a:lnTo>
                  <a:pt x="242789" y="881691"/>
                </a:lnTo>
                <a:moveTo>
                  <a:pt x="2317667" y="436480"/>
                </a:moveTo>
                <a:lnTo>
                  <a:pt x="2331860" y="382023"/>
                </a:lnTo>
                <a:moveTo>
                  <a:pt x="520385" y="433120"/>
                </a:moveTo>
                <a:lnTo>
                  <a:pt x="552369" y="458513"/>
                </a:lnTo>
                <a:moveTo>
                  <a:pt x="1174741" y="132380"/>
                </a:moveTo>
                <a:lnTo>
                  <a:pt x="1332194" y="112763"/>
                </a:lnTo>
                <a:moveTo>
                  <a:pt x="1495255" y="148788"/>
                </a:moveTo>
                <a:lnTo>
                  <a:pt x="1505384" y="184400"/>
                </a:lnTo>
                <a:moveTo>
                  <a:pt x="242789" y="881691"/>
                </a:moveTo>
                <a:lnTo>
                  <a:pt x="333918" y="992575"/>
                </a:lnTo>
                <a:moveTo>
                  <a:pt x="1863022" y="920089"/>
                </a:moveTo>
                <a:lnTo>
                  <a:pt x="1940284" y="1067161"/>
                </a:lnTo>
                <a:moveTo>
                  <a:pt x="1901764" y="894672"/>
                </a:moveTo>
                <a:lnTo>
                  <a:pt x="1863022" y="920089"/>
                </a:lnTo>
                <a:moveTo>
                  <a:pt x="1862751" y="919633"/>
                </a:moveTo>
                <a:lnTo>
                  <a:pt x="1901764" y="894672"/>
                </a:lnTo>
                <a:moveTo>
                  <a:pt x="1897796" y="381080"/>
                </a:moveTo>
                <a:lnTo>
                  <a:pt x="1974468" y="511983"/>
                </a:lnTo>
                <a:moveTo>
                  <a:pt x="552369" y="458513"/>
                </a:moveTo>
                <a:lnTo>
                  <a:pt x="575064" y="432028"/>
                </a:lnTo>
                <a:moveTo>
                  <a:pt x="279227" y="926199"/>
                </a:moveTo>
                <a:lnTo>
                  <a:pt x="333918" y="992575"/>
                </a:lnTo>
                <a:moveTo>
                  <a:pt x="1770093" y="765215"/>
                </a:moveTo>
                <a:lnTo>
                  <a:pt x="1901764" y="894672"/>
                </a:lnTo>
                <a:moveTo>
                  <a:pt x="2091487" y="502152"/>
                </a:moveTo>
                <a:lnTo>
                  <a:pt x="2198835" y="500509"/>
                </a:lnTo>
                <a:moveTo>
                  <a:pt x="520385" y="433120"/>
                </a:moveTo>
                <a:lnTo>
                  <a:pt x="545051" y="419783"/>
                </a:lnTo>
                <a:moveTo>
                  <a:pt x="184544" y="512287"/>
                </a:moveTo>
                <a:lnTo>
                  <a:pt x="251565" y="611355"/>
                </a:lnTo>
                <a:moveTo>
                  <a:pt x="424259" y="1046223"/>
                </a:moveTo>
                <a:lnTo>
                  <a:pt x="516784" y="1076373"/>
                </a:lnTo>
                <a:moveTo>
                  <a:pt x="1205470" y="0"/>
                </a:moveTo>
                <a:lnTo>
                  <a:pt x="1174741" y="132380"/>
                </a:lnTo>
                <a:moveTo>
                  <a:pt x="1063657" y="312572"/>
                </a:moveTo>
                <a:lnTo>
                  <a:pt x="1140998" y="154313"/>
                </a:lnTo>
                <a:moveTo>
                  <a:pt x="575064" y="432028"/>
                </a:moveTo>
                <a:lnTo>
                  <a:pt x="560343" y="453018"/>
                </a:lnTo>
                <a:moveTo>
                  <a:pt x="1174741" y="132380"/>
                </a:moveTo>
                <a:lnTo>
                  <a:pt x="1357029" y="120397"/>
                </a:lnTo>
                <a:moveTo>
                  <a:pt x="333918" y="992575"/>
                </a:moveTo>
                <a:lnTo>
                  <a:pt x="424259" y="1046223"/>
                </a:lnTo>
                <a:moveTo>
                  <a:pt x="2003296" y="1194134"/>
                </a:moveTo>
                <a:lnTo>
                  <a:pt x="2068636" y="1280148"/>
                </a:lnTo>
                <a:moveTo>
                  <a:pt x="1862751" y="919633"/>
                </a:moveTo>
                <a:lnTo>
                  <a:pt x="1863022" y="920089"/>
                </a:lnTo>
                <a:moveTo>
                  <a:pt x="343273" y="458955"/>
                </a:moveTo>
                <a:lnTo>
                  <a:pt x="545051" y="419783"/>
                </a:lnTo>
                <a:moveTo>
                  <a:pt x="1332194" y="112763"/>
                </a:moveTo>
                <a:lnTo>
                  <a:pt x="1364435" y="121450"/>
                </a:lnTo>
                <a:moveTo>
                  <a:pt x="545051" y="419783"/>
                </a:moveTo>
                <a:lnTo>
                  <a:pt x="575064" y="432028"/>
                </a:lnTo>
                <a:moveTo>
                  <a:pt x="552369" y="458513"/>
                </a:moveTo>
                <a:lnTo>
                  <a:pt x="560343" y="453018"/>
                </a:lnTo>
                <a:moveTo>
                  <a:pt x="251565" y="611355"/>
                </a:moveTo>
                <a:lnTo>
                  <a:pt x="192835" y="702706"/>
                </a:lnTo>
                <a:moveTo>
                  <a:pt x="2068636" y="1280148"/>
                </a:moveTo>
                <a:lnTo>
                  <a:pt x="2026606" y="1218744"/>
                </a:lnTo>
                <a:moveTo>
                  <a:pt x="1357029" y="120397"/>
                </a:moveTo>
                <a:lnTo>
                  <a:pt x="1332194" y="112763"/>
                </a:lnTo>
                <a:moveTo>
                  <a:pt x="1770093" y="765215"/>
                </a:moveTo>
                <a:lnTo>
                  <a:pt x="1862751" y="919633"/>
                </a:lnTo>
                <a:moveTo>
                  <a:pt x="1576118" y="172839"/>
                </a:moveTo>
                <a:lnTo>
                  <a:pt x="1747080" y="232073"/>
                </a:lnTo>
                <a:moveTo>
                  <a:pt x="2230593" y="483833"/>
                </a:moveTo>
                <a:lnTo>
                  <a:pt x="2317667" y="436480"/>
                </a:lnTo>
                <a:moveTo>
                  <a:pt x="350235" y="495799"/>
                </a:moveTo>
                <a:lnTo>
                  <a:pt x="447292" y="540161"/>
                </a:lnTo>
                <a:moveTo>
                  <a:pt x="2068636" y="1280148"/>
                </a:moveTo>
                <a:lnTo>
                  <a:pt x="2088986" y="1333500"/>
                </a:lnTo>
                <a:moveTo>
                  <a:pt x="1879187" y="1175064"/>
                </a:moveTo>
                <a:lnTo>
                  <a:pt x="2003296" y="1194134"/>
                </a:lnTo>
                <a:moveTo>
                  <a:pt x="1734599" y="710712"/>
                </a:moveTo>
                <a:lnTo>
                  <a:pt x="1770093" y="765215"/>
                </a:lnTo>
                <a:moveTo>
                  <a:pt x="1295314" y="599976"/>
                </a:moveTo>
                <a:lnTo>
                  <a:pt x="1410961" y="574261"/>
                </a:lnTo>
                <a:moveTo>
                  <a:pt x="1972680" y="402497"/>
                </a:moveTo>
                <a:lnTo>
                  <a:pt x="1974468" y="511983"/>
                </a:lnTo>
                <a:moveTo>
                  <a:pt x="201622" y="831596"/>
                </a:moveTo>
                <a:lnTo>
                  <a:pt x="202913" y="753236"/>
                </a:lnTo>
                <a:moveTo>
                  <a:pt x="1747080" y="232073"/>
                </a:moveTo>
                <a:lnTo>
                  <a:pt x="1897796" y="381080"/>
                </a:lnTo>
                <a:moveTo>
                  <a:pt x="1410961" y="574261"/>
                </a:moveTo>
                <a:lnTo>
                  <a:pt x="1506527" y="610734"/>
                </a:lnTo>
                <a:moveTo>
                  <a:pt x="1816865" y="949857"/>
                </a:moveTo>
                <a:lnTo>
                  <a:pt x="1863022" y="920089"/>
                </a:lnTo>
                <a:moveTo>
                  <a:pt x="1862751" y="919633"/>
                </a:moveTo>
                <a:lnTo>
                  <a:pt x="1816865" y="949857"/>
                </a:lnTo>
                <a:moveTo>
                  <a:pt x="545051" y="419783"/>
                </a:moveTo>
                <a:lnTo>
                  <a:pt x="560343" y="453018"/>
                </a:lnTo>
                <a:moveTo>
                  <a:pt x="2068636" y="1280148"/>
                </a:moveTo>
                <a:lnTo>
                  <a:pt x="2109482" y="1333500"/>
                </a:lnTo>
                <a:moveTo>
                  <a:pt x="1357029" y="120397"/>
                </a:moveTo>
                <a:lnTo>
                  <a:pt x="1364435" y="121450"/>
                </a:lnTo>
                <a:moveTo>
                  <a:pt x="840402" y="237475"/>
                </a:moveTo>
                <a:lnTo>
                  <a:pt x="1063657" y="312572"/>
                </a:lnTo>
                <a:moveTo>
                  <a:pt x="1860460" y="1150615"/>
                </a:moveTo>
                <a:lnTo>
                  <a:pt x="1940284" y="1067161"/>
                </a:lnTo>
                <a:moveTo>
                  <a:pt x="2091487" y="502152"/>
                </a:moveTo>
                <a:lnTo>
                  <a:pt x="2230593" y="483833"/>
                </a:lnTo>
                <a:moveTo>
                  <a:pt x="1879187" y="1175064"/>
                </a:moveTo>
                <a:lnTo>
                  <a:pt x="1940284" y="1067161"/>
                </a:lnTo>
                <a:moveTo>
                  <a:pt x="2146128" y="1278264"/>
                </a:moveTo>
                <a:lnTo>
                  <a:pt x="2149481" y="1333500"/>
                </a:lnTo>
                <a:moveTo>
                  <a:pt x="1974468" y="511983"/>
                </a:moveTo>
                <a:lnTo>
                  <a:pt x="2024973" y="410785"/>
                </a:lnTo>
                <a:moveTo>
                  <a:pt x="447292" y="540161"/>
                </a:moveTo>
                <a:lnTo>
                  <a:pt x="552369" y="458513"/>
                </a:lnTo>
                <a:moveTo>
                  <a:pt x="242789" y="881691"/>
                </a:moveTo>
                <a:lnTo>
                  <a:pt x="279227" y="926199"/>
                </a:lnTo>
                <a:moveTo>
                  <a:pt x="223165" y="461058"/>
                </a:moveTo>
                <a:lnTo>
                  <a:pt x="331051" y="462040"/>
                </a:lnTo>
                <a:moveTo>
                  <a:pt x="2003296" y="1194134"/>
                </a:moveTo>
                <a:lnTo>
                  <a:pt x="1909989" y="1175279"/>
                </a:lnTo>
                <a:moveTo>
                  <a:pt x="1506527" y="610734"/>
                </a:moveTo>
                <a:lnTo>
                  <a:pt x="1574725" y="613305"/>
                </a:lnTo>
                <a:moveTo>
                  <a:pt x="2024973" y="410785"/>
                </a:moveTo>
                <a:lnTo>
                  <a:pt x="2091487" y="502152"/>
                </a:lnTo>
                <a:moveTo>
                  <a:pt x="447292" y="540161"/>
                </a:moveTo>
                <a:lnTo>
                  <a:pt x="560343" y="453018"/>
                </a:lnTo>
                <a:moveTo>
                  <a:pt x="1754581" y="989292"/>
                </a:moveTo>
                <a:lnTo>
                  <a:pt x="1862751" y="919633"/>
                </a:lnTo>
                <a:moveTo>
                  <a:pt x="350235" y="495799"/>
                </a:moveTo>
                <a:lnTo>
                  <a:pt x="344347" y="633093"/>
                </a:lnTo>
                <a:moveTo>
                  <a:pt x="1860460" y="1150615"/>
                </a:moveTo>
                <a:lnTo>
                  <a:pt x="1863022" y="920089"/>
                </a:lnTo>
                <a:moveTo>
                  <a:pt x="840228" y="237165"/>
                </a:moveTo>
                <a:lnTo>
                  <a:pt x="840402" y="237475"/>
                </a:lnTo>
                <a:moveTo>
                  <a:pt x="2230593" y="483833"/>
                </a:moveTo>
                <a:lnTo>
                  <a:pt x="2198835" y="500509"/>
                </a:lnTo>
                <a:moveTo>
                  <a:pt x="1897796" y="381080"/>
                </a:moveTo>
                <a:lnTo>
                  <a:pt x="1972680" y="402497"/>
                </a:lnTo>
                <a:moveTo>
                  <a:pt x="1754581" y="989292"/>
                </a:moveTo>
                <a:lnTo>
                  <a:pt x="1770093" y="765215"/>
                </a:lnTo>
                <a:moveTo>
                  <a:pt x="2197535" y="1333500"/>
                </a:moveTo>
                <a:lnTo>
                  <a:pt x="2237348" y="1282856"/>
                </a:lnTo>
                <a:moveTo>
                  <a:pt x="223165" y="461058"/>
                </a:moveTo>
                <a:lnTo>
                  <a:pt x="343273" y="458955"/>
                </a:lnTo>
                <a:moveTo>
                  <a:pt x="1495255" y="148788"/>
                </a:moveTo>
                <a:lnTo>
                  <a:pt x="1576118" y="172839"/>
                </a:lnTo>
                <a:moveTo>
                  <a:pt x="279227" y="926199"/>
                </a:moveTo>
                <a:lnTo>
                  <a:pt x="424259" y="1046223"/>
                </a:lnTo>
                <a:moveTo>
                  <a:pt x="516784" y="1076373"/>
                </a:moveTo>
                <a:lnTo>
                  <a:pt x="530243" y="1089705"/>
                </a:lnTo>
                <a:moveTo>
                  <a:pt x="343273" y="458955"/>
                </a:moveTo>
                <a:lnTo>
                  <a:pt x="434489" y="472406"/>
                </a:lnTo>
                <a:moveTo>
                  <a:pt x="2230593" y="483833"/>
                </a:moveTo>
                <a:lnTo>
                  <a:pt x="2331860" y="382023"/>
                </a:lnTo>
                <a:moveTo>
                  <a:pt x="1174741" y="132380"/>
                </a:moveTo>
                <a:lnTo>
                  <a:pt x="1170749" y="46975"/>
                </a:lnTo>
                <a:moveTo>
                  <a:pt x="623349" y="196422"/>
                </a:moveTo>
                <a:lnTo>
                  <a:pt x="840228" y="237165"/>
                </a:lnTo>
                <a:moveTo>
                  <a:pt x="253341" y="910349"/>
                </a:moveTo>
                <a:lnTo>
                  <a:pt x="242789" y="881691"/>
                </a:lnTo>
                <a:moveTo>
                  <a:pt x="184544" y="512287"/>
                </a:moveTo>
                <a:lnTo>
                  <a:pt x="223165" y="461058"/>
                </a:lnTo>
                <a:moveTo>
                  <a:pt x="948086" y="338682"/>
                </a:moveTo>
                <a:lnTo>
                  <a:pt x="1063657" y="312572"/>
                </a:lnTo>
                <a:moveTo>
                  <a:pt x="192835" y="702706"/>
                </a:moveTo>
                <a:lnTo>
                  <a:pt x="202913" y="753236"/>
                </a:lnTo>
                <a:moveTo>
                  <a:pt x="1756154" y="993236"/>
                </a:moveTo>
                <a:lnTo>
                  <a:pt x="1816865" y="949857"/>
                </a:lnTo>
                <a:moveTo>
                  <a:pt x="1364435" y="121450"/>
                </a:moveTo>
                <a:lnTo>
                  <a:pt x="1495255" y="148788"/>
                </a:lnTo>
                <a:moveTo>
                  <a:pt x="1754581" y="989292"/>
                </a:moveTo>
                <a:lnTo>
                  <a:pt x="1816865" y="949857"/>
                </a:lnTo>
                <a:moveTo>
                  <a:pt x="253341" y="910349"/>
                </a:moveTo>
                <a:lnTo>
                  <a:pt x="279227" y="926199"/>
                </a:lnTo>
                <a:moveTo>
                  <a:pt x="1816865" y="949857"/>
                </a:moveTo>
                <a:lnTo>
                  <a:pt x="1860460" y="1150615"/>
                </a:lnTo>
                <a:moveTo>
                  <a:pt x="1576118" y="172839"/>
                </a:moveTo>
                <a:lnTo>
                  <a:pt x="1669385" y="197138"/>
                </a:lnTo>
                <a:moveTo>
                  <a:pt x="1357029" y="120397"/>
                </a:moveTo>
                <a:lnTo>
                  <a:pt x="1495255" y="148788"/>
                </a:lnTo>
                <a:moveTo>
                  <a:pt x="202913" y="753236"/>
                </a:moveTo>
                <a:lnTo>
                  <a:pt x="242789" y="881691"/>
                </a:lnTo>
                <a:moveTo>
                  <a:pt x="469226" y="530848"/>
                </a:moveTo>
                <a:lnTo>
                  <a:pt x="560343" y="453018"/>
                </a:lnTo>
                <a:moveTo>
                  <a:pt x="638830" y="121380"/>
                </a:moveTo>
                <a:lnTo>
                  <a:pt x="840228" y="237165"/>
                </a:lnTo>
                <a:moveTo>
                  <a:pt x="251565" y="611355"/>
                </a:moveTo>
                <a:lnTo>
                  <a:pt x="344347" y="633093"/>
                </a:lnTo>
                <a:moveTo>
                  <a:pt x="1862086" y="269690"/>
                </a:moveTo>
                <a:lnTo>
                  <a:pt x="1897796" y="381080"/>
                </a:lnTo>
                <a:moveTo>
                  <a:pt x="1747080" y="232073"/>
                </a:moveTo>
                <a:lnTo>
                  <a:pt x="1862086" y="269690"/>
                </a:lnTo>
                <a:moveTo>
                  <a:pt x="545051" y="419783"/>
                </a:moveTo>
                <a:lnTo>
                  <a:pt x="469226" y="530848"/>
                </a:lnTo>
                <a:moveTo>
                  <a:pt x="1689474" y="848274"/>
                </a:moveTo>
                <a:lnTo>
                  <a:pt x="1770093" y="765215"/>
                </a:lnTo>
                <a:moveTo>
                  <a:pt x="1574725" y="613305"/>
                </a:moveTo>
                <a:lnTo>
                  <a:pt x="1633458" y="687499"/>
                </a:lnTo>
                <a:moveTo>
                  <a:pt x="1242146" y="717110"/>
                </a:moveTo>
                <a:lnTo>
                  <a:pt x="1295314" y="599976"/>
                </a:lnTo>
                <a:moveTo>
                  <a:pt x="434489" y="472406"/>
                </a:moveTo>
                <a:lnTo>
                  <a:pt x="545051" y="419783"/>
                </a:lnTo>
                <a:moveTo>
                  <a:pt x="1669385" y="197138"/>
                </a:moveTo>
                <a:lnTo>
                  <a:pt x="1747080" y="232073"/>
                </a:lnTo>
                <a:moveTo>
                  <a:pt x="2331860" y="382023"/>
                </a:moveTo>
                <a:lnTo>
                  <a:pt x="2432160" y="443542"/>
                </a:lnTo>
                <a:moveTo>
                  <a:pt x="594081" y="129420"/>
                </a:moveTo>
                <a:lnTo>
                  <a:pt x="623349" y="196422"/>
                </a:lnTo>
                <a:moveTo>
                  <a:pt x="623349" y="196422"/>
                </a:moveTo>
                <a:lnTo>
                  <a:pt x="638830" y="121380"/>
                </a:lnTo>
                <a:moveTo>
                  <a:pt x="2068636" y="1280148"/>
                </a:moveTo>
                <a:lnTo>
                  <a:pt x="2146128" y="1278264"/>
                </a:lnTo>
                <a:moveTo>
                  <a:pt x="2237348" y="1282856"/>
                </a:moveTo>
                <a:lnTo>
                  <a:pt x="2247084" y="1333500"/>
                </a:lnTo>
                <a:moveTo>
                  <a:pt x="792184" y="104867"/>
                </a:moveTo>
                <a:lnTo>
                  <a:pt x="840228" y="237165"/>
                </a:lnTo>
                <a:moveTo>
                  <a:pt x="1196956" y="0"/>
                </a:moveTo>
                <a:lnTo>
                  <a:pt x="1170749" y="46975"/>
                </a:lnTo>
                <a:moveTo>
                  <a:pt x="1170749" y="46975"/>
                </a:moveTo>
                <a:lnTo>
                  <a:pt x="1357029" y="120397"/>
                </a:lnTo>
                <a:moveTo>
                  <a:pt x="1633458" y="687499"/>
                </a:moveTo>
                <a:lnTo>
                  <a:pt x="1734599" y="710712"/>
                </a:lnTo>
                <a:moveTo>
                  <a:pt x="840402" y="237475"/>
                </a:moveTo>
                <a:lnTo>
                  <a:pt x="948086" y="338682"/>
                </a:lnTo>
                <a:moveTo>
                  <a:pt x="2091487" y="502152"/>
                </a:moveTo>
                <a:lnTo>
                  <a:pt x="2067497" y="449713"/>
                </a:lnTo>
                <a:moveTo>
                  <a:pt x="1410961" y="574261"/>
                </a:moveTo>
                <a:lnTo>
                  <a:pt x="1388894" y="625932"/>
                </a:lnTo>
                <a:moveTo>
                  <a:pt x="1063657" y="312572"/>
                </a:moveTo>
                <a:lnTo>
                  <a:pt x="1148621" y="292933"/>
                </a:lnTo>
                <a:moveTo>
                  <a:pt x="1754581" y="989292"/>
                </a:moveTo>
                <a:lnTo>
                  <a:pt x="1756154" y="993236"/>
                </a:lnTo>
                <a:moveTo>
                  <a:pt x="1140998" y="154313"/>
                </a:moveTo>
                <a:lnTo>
                  <a:pt x="1148621" y="292933"/>
                </a:lnTo>
                <a:moveTo>
                  <a:pt x="1756154" y="993236"/>
                </a:moveTo>
                <a:lnTo>
                  <a:pt x="1860460" y="1150615"/>
                </a:lnTo>
                <a:moveTo>
                  <a:pt x="838359" y="104057"/>
                </a:moveTo>
                <a:lnTo>
                  <a:pt x="840402" y="237475"/>
                </a:lnTo>
                <a:moveTo>
                  <a:pt x="1754004" y="990716"/>
                </a:moveTo>
                <a:lnTo>
                  <a:pt x="1756154" y="993236"/>
                </a:lnTo>
                <a:moveTo>
                  <a:pt x="840228" y="237165"/>
                </a:moveTo>
                <a:lnTo>
                  <a:pt x="838359" y="104057"/>
                </a:lnTo>
                <a:moveTo>
                  <a:pt x="1140998" y="154313"/>
                </a:moveTo>
                <a:lnTo>
                  <a:pt x="1169363" y="248247"/>
                </a:lnTo>
                <a:moveTo>
                  <a:pt x="1754004" y="990716"/>
                </a:moveTo>
                <a:lnTo>
                  <a:pt x="1754581" y="989292"/>
                </a:lnTo>
                <a:moveTo>
                  <a:pt x="279227" y="926199"/>
                </a:moveTo>
                <a:lnTo>
                  <a:pt x="382715" y="1004594"/>
                </a:lnTo>
                <a:moveTo>
                  <a:pt x="179730" y="442024"/>
                </a:moveTo>
                <a:lnTo>
                  <a:pt x="184544" y="512287"/>
                </a:lnTo>
                <a:moveTo>
                  <a:pt x="1860460" y="1150615"/>
                </a:moveTo>
                <a:lnTo>
                  <a:pt x="1879187" y="1175064"/>
                </a:lnTo>
                <a:moveTo>
                  <a:pt x="594081" y="129420"/>
                </a:moveTo>
                <a:lnTo>
                  <a:pt x="638830" y="121380"/>
                </a:lnTo>
                <a:moveTo>
                  <a:pt x="731245" y="298143"/>
                </a:moveTo>
                <a:lnTo>
                  <a:pt x="840228" y="237165"/>
                </a:lnTo>
                <a:moveTo>
                  <a:pt x="1238518" y="130948"/>
                </a:moveTo>
                <a:lnTo>
                  <a:pt x="1357029" y="120397"/>
                </a:lnTo>
                <a:moveTo>
                  <a:pt x="1972680" y="402497"/>
                </a:moveTo>
                <a:lnTo>
                  <a:pt x="2024973" y="410785"/>
                </a:lnTo>
                <a:moveTo>
                  <a:pt x="1357029" y="120397"/>
                </a:moveTo>
                <a:lnTo>
                  <a:pt x="1449590" y="140965"/>
                </a:lnTo>
                <a:moveTo>
                  <a:pt x="447292" y="540161"/>
                </a:moveTo>
                <a:lnTo>
                  <a:pt x="469226" y="530848"/>
                </a:lnTo>
                <a:moveTo>
                  <a:pt x="591648" y="152048"/>
                </a:moveTo>
                <a:lnTo>
                  <a:pt x="623349" y="196422"/>
                </a:lnTo>
                <a:moveTo>
                  <a:pt x="251565" y="611355"/>
                </a:moveTo>
                <a:lnTo>
                  <a:pt x="243795" y="738687"/>
                </a:lnTo>
                <a:moveTo>
                  <a:pt x="382715" y="1004594"/>
                </a:moveTo>
                <a:lnTo>
                  <a:pt x="424259" y="1046223"/>
                </a:lnTo>
                <a:moveTo>
                  <a:pt x="1734599" y="710712"/>
                </a:moveTo>
                <a:lnTo>
                  <a:pt x="1628625" y="709375"/>
                </a:lnTo>
                <a:moveTo>
                  <a:pt x="1628625" y="709375"/>
                </a:moveTo>
                <a:lnTo>
                  <a:pt x="1770093" y="765215"/>
                </a:lnTo>
                <a:moveTo>
                  <a:pt x="638830" y="121380"/>
                </a:moveTo>
                <a:lnTo>
                  <a:pt x="792184" y="104867"/>
                </a:lnTo>
                <a:moveTo>
                  <a:pt x="623349" y="196422"/>
                </a:moveTo>
                <a:lnTo>
                  <a:pt x="731245" y="298143"/>
                </a:lnTo>
                <a:moveTo>
                  <a:pt x="1576118" y="172839"/>
                </a:moveTo>
                <a:lnTo>
                  <a:pt x="1608034" y="187852"/>
                </a:lnTo>
                <a:moveTo>
                  <a:pt x="344347" y="633093"/>
                </a:moveTo>
                <a:lnTo>
                  <a:pt x="447292" y="540161"/>
                </a:lnTo>
                <a:moveTo>
                  <a:pt x="2230593" y="483833"/>
                </a:moveTo>
                <a:lnTo>
                  <a:pt x="2296470" y="549129"/>
                </a:lnTo>
                <a:moveTo>
                  <a:pt x="192835" y="702706"/>
                </a:moveTo>
                <a:lnTo>
                  <a:pt x="243795" y="738687"/>
                </a:lnTo>
                <a:moveTo>
                  <a:pt x="1909989" y="1175279"/>
                </a:moveTo>
                <a:lnTo>
                  <a:pt x="2068636" y="1280148"/>
                </a:lnTo>
                <a:moveTo>
                  <a:pt x="2230593" y="483833"/>
                </a:moveTo>
                <a:lnTo>
                  <a:pt x="2432160" y="443542"/>
                </a:lnTo>
                <a:moveTo>
                  <a:pt x="2146128" y="1278264"/>
                </a:moveTo>
                <a:lnTo>
                  <a:pt x="2237348" y="1282856"/>
                </a:lnTo>
                <a:moveTo>
                  <a:pt x="1689474" y="848274"/>
                </a:moveTo>
                <a:lnTo>
                  <a:pt x="1754581" y="989292"/>
                </a:lnTo>
                <a:moveTo>
                  <a:pt x="594081" y="129420"/>
                </a:moveTo>
                <a:lnTo>
                  <a:pt x="591648" y="152048"/>
                </a:lnTo>
                <a:moveTo>
                  <a:pt x="1689474" y="848274"/>
                </a:moveTo>
                <a:lnTo>
                  <a:pt x="1754004" y="990716"/>
                </a:lnTo>
                <a:moveTo>
                  <a:pt x="1063657" y="312572"/>
                </a:moveTo>
                <a:lnTo>
                  <a:pt x="1048422" y="400399"/>
                </a:lnTo>
                <a:moveTo>
                  <a:pt x="1506527" y="610734"/>
                </a:moveTo>
                <a:lnTo>
                  <a:pt x="1633458" y="687499"/>
                </a:lnTo>
                <a:moveTo>
                  <a:pt x="424259" y="1046223"/>
                </a:moveTo>
                <a:lnTo>
                  <a:pt x="530243" y="1089705"/>
                </a:lnTo>
                <a:moveTo>
                  <a:pt x="792184" y="104867"/>
                </a:moveTo>
                <a:lnTo>
                  <a:pt x="838359" y="104057"/>
                </a:lnTo>
                <a:moveTo>
                  <a:pt x="1879187" y="1175064"/>
                </a:moveTo>
                <a:lnTo>
                  <a:pt x="1909989" y="1175279"/>
                </a:lnTo>
                <a:moveTo>
                  <a:pt x="434489" y="472406"/>
                </a:moveTo>
                <a:lnTo>
                  <a:pt x="469226" y="530848"/>
                </a:lnTo>
                <a:moveTo>
                  <a:pt x="223165" y="461058"/>
                </a:moveTo>
                <a:lnTo>
                  <a:pt x="434489" y="472406"/>
                </a:lnTo>
                <a:moveTo>
                  <a:pt x="1972680" y="402497"/>
                </a:moveTo>
                <a:lnTo>
                  <a:pt x="1998185" y="360906"/>
                </a:lnTo>
                <a:moveTo>
                  <a:pt x="1744159" y="1215904"/>
                </a:moveTo>
                <a:lnTo>
                  <a:pt x="1860460" y="1150615"/>
                </a:lnTo>
                <a:moveTo>
                  <a:pt x="882034" y="322639"/>
                </a:moveTo>
                <a:lnTo>
                  <a:pt x="840402" y="237475"/>
                </a:lnTo>
                <a:moveTo>
                  <a:pt x="840228" y="237165"/>
                </a:moveTo>
                <a:lnTo>
                  <a:pt x="882034" y="322639"/>
                </a:lnTo>
                <a:moveTo>
                  <a:pt x="1744159" y="1215904"/>
                </a:moveTo>
                <a:lnTo>
                  <a:pt x="1879187" y="1175064"/>
                </a:lnTo>
                <a:moveTo>
                  <a:pt x="2296470" y="549129"/>
                </a:moveTo>
                <a:lnTo>
                  <a:pt x="2432160" y="443542"/>
                </a:lnTo>
                <a:moveTo>
                  <a:pt x="2296470" y="549129"/>
                </a:moveTo>
                <a:lnTo>
                  <a:pt x="2385983" y="535471"/>
                </a:lnTo>
                <a:moveTo>
                  <a:pt x="1669385" y="197138"/>
                </a:moveTo>
                <a:lnTo>
                  <a:pt x="1862086" y="269690"/>
                </a:lnTo>
                <a:moveTo>
                  <a:pt x="344347" y="633093"/>
                </a:moveTo>
                <a:lnTo>
                  <a:pt x="469226" y="530848"/>
                </a:lnTo>
                <a:moveTo>
                  <a:pt x="279227" y="926199"/>
                </a:moveTo>
                <a:lnTo>
                  <a:pt x="327064" y="974800"/>
                </a:lnTo>
                <a:moveTo>
                  <a:pt x="2432160" y="443542"/>
                </a:moveTo>
                <a:lnTo>
                  <a:pt x="2385983" y="535471"/>
                </a:lnTo>
                <a:moveTo>
                  <a:pt x="1506527" y="610734"/>
                </a:moveTo>
                <a:lnTo>
                  <a:pt x="1608672" y="682021"/>
                </a:lnTo>
                <a:moveTo>
                  <a:pt x="1449590" y="140965"/>
                </a:moveTo>
                <a:lnTo>
                  <a:pt x="1495255" y="148788"/>
                </a:lnTo>
                <a:moveTo>
                  <a:pt x="2237348" y="1282856"/>
                </a:moveTo>
                <a:lnTo>
                  <a:pt x="2371822" y="1267450"/>
                </a:lnTo>
                <a:moveTo>
                  <a:pt x="2067497" y="449713"/>
                </a:moveTo>
                <a:lnTo>
                  <a:pt x="2230593" y="483833"/>
                </a:lnTo>
                <a:moveTo>
                  <a:pt x="1998185" y="360906"/>
                </a:moveTo>
                <a:lnTo>
                  <a:pt x="2024973" y="410785"/>
                </a:lnTo>
                <a:moveTo>
                  <a:pt x="1242146" y="717110"/>
                </a:moveTo>
                <a:lnTo>
                  <a:pt x="1388894" y="625932"/>
                </a:lnTo>
                <a:moveTo>
                  <a:pt x="1981852" y="1201957"/>
                </a:moveTo>
                <a:lnTo>
                  <a:pt x="2068636" y="1280148"/>
                </a:lnTo>
                <a:moveTo>
                  <a:pt x="2296470" y="549129"/>
                </a:moveTo>
                <a:lnTo>
                  <a:pt x="2338109" y="583541"/>
                </a:lnTo>
                <a:moveTo>
                  <a:pt x="1295314" y="599976"/>
                </a:moveTo>
                <a:lnTo>
                  <a:pt x="1388894" y="625932"/>
                </a:lnTo>
                <a:moveTo>
                  <a:pt x="2338109" y="583541"/>
                </a:moveTo>
                <a:lnTo>
                  <a:pt x="2385983" y="535471"/>
                </a:lnTo>
                <a:moveTo>
                  <a:pt x="1388894" y="625932"/>
                </a:moveTo>
                <a:lnTo>
                  <a:pt x="1506527" y="610734"/>
                </a:lnTo>
                <a:moveTo>
                  <a:pt x="1170749" y="46975"/>
                </a:moveTo>
                <a:lnTo>
                  <a:pt x="1238518" y="130948"/>
                </a:lnTo>
                <a:moveTo>
                  <a:pt x="2024973" y="410785"/>
                </a:moveTo>
                <a:lnTo>
                  <a:pt x="2067497" y="449713"/>
                </a:lnTo>
                <a:moveTo>
                  <a:pt x="253341" y="910349"/>
                </a:moveTo>
                <a:lnTo>
                  <a:pt x="327064" y="974800"/>
                </a:lnTo>
                <a:moveTo>
                  <a:pt x="202913" y="753236"/>
                </a:moveTo>
                <a:lnTo>
                  <a:pt x="243795" y="738687"/>
                </a:lnTo>
                <a:moveTo>
                  <a:pt x="1756154" y="993236"/>
                </a:moveTo>
                <a:lnTo>
                  <a:pt x="1688536" y="1079608"/>
                </a:lnTo>
                <a:moveTo>
                  <a:pt x="179730" y="442024"/>
                </a:moveTo>
                <a:lnTo>
                  <a:pt x="223165" y="461058"/>
                </a:lnTo>
                <a:moveTo>
                  <a:pt x="382715" y="1004594"/>
                </a:moveTo>
                <a:lnTo>
                  <a:pt x="530243" y="1089705"/>
                </a:lnTo>
                <a:moveTo>
                  <a:pt x="1981852" y="1201957"/>
                </a:moveTo>
                <a:lnTo>
                  <a:pt x="2146128" y="1278264"/>
                </a:lnTo>
                <a:moveTo>
                  <a:pt x="1688536" y="1079608"/>
                </a:moveTo>
                <a:lnTo>
                  <a:pt x="1860460" y="1150615"/>
                </a:lnTo>
                <a:moveTo>
                  <a:pt x="149007" y="874788"/>
                </a:moveTo>
                <a:lnTo>
                  <a:pt x="253341" y="910349"/>
                </a:lnTo>
                <a:moveTo>
                  <a:pt x="1754004" y="990716"/>
                </a:moveTo>
                <a:lnTo>
                  <a:pt x="1688536" y="1079608"/>
                </a:lnTo>
                <a:moveTo>
                  <a:pt x="2109795" y="482282"/>
                </a:moveTo>
                <a:lnTo>
                  <a:pt x="2230593" y="483833"/>
                </a:lnTo>
                <a:moveTo>
                  <a:pt x="2230593" y="483833"/>
                </a:moveTo>
                <a:lnTo>
                  <a:pt x="2204045" y="626308"/>
                </a:lnTo>
                <a:moveTo>
                  <a:pt x="2154038" y="1173606"/>
                </a:moveTo>
                <a:lnTo>
                  <a:pt x="2146128" y="1278264"/>
                </a:lnTo>
                <a:moveTo>
                  <a:pt x="2146128" y="1278264"/>
                </a:moveTo>
                <a:lnTo>
                  <a:pt x="2214134" y="1163345"/>
                </a:lnTo>
                <a:moveTo>
                  <a:pt x="1628625" y="709375"/>
                </a:moveTo>
                <a:lnTo>
                  <a:pt x="1689474" y="848274"/>
                </a:lnTo>
                <a:moveTo>
                  <a:pt x="623349" y="196422"/>
                </a:moveTo>
                <a:lnTo>
                  <a:pt x="680643" y="206572"/>
                </a:lnTo>
                <a:moveTo>
                  <a:pt x="1495255" y="148788"/>
                </a:moveTo>
                <a:lnTo>
                  <a:pt x="1608034" y="187852"/>
                </a:lnTo>
                <a:moveTo>
                  <a:pt x="1357029" y="120397"/>
                </a:moveTo>
                <a:lnTo>
                  <a:pt x="1332396" y="158489"/>
                </a:lnTo>
                <a:moveTo>
                  <a:pt x="223165" y="461058"/>
                </a:moveTo>
                <a:lnTo>
                  <a:pt x="253186" y="437873"/>
                </a:lnTo>
                <a:moveTo>
                  <a:pt x="882034" y="322639"/>
                </a:moveTo>
                <a:lnTo>
                  <a:pt x="948086" y="338682"/>
                </a:lnTo>
                <a:moveTo>
                  <a:pt x="1608672" y="682021"/>
                </a:moveTo>
                <a:lnTo>
                  <a:pt x="1633458" y="687499"/>
                </a:lnTo>
                <a:moveTo>
                  <a:pt x="1238518" y="130948"/>
                </a:moveTo>
                <a:lnTo>
                  <a:pt x="1169363" y="248247"/>
                </a:lnTo>
                <a:moveTo>
                  <a:pt x="1633458" y="687499"/>
                </a:moveTo>
                <a:lnTo>
                  <a:pt x="1628625" y="709375"/>
                </a:lnTo>
                <a:moveTo>
                  <a:pt x="243795" y="738687"/>
                </a:moveTo>
                <a:lnTo>
                  <a:pt x="344347" y="633093"/>
                </a:lnTo>
                <a:moveTo>
                  <a:pt x="1646263" y="926147"/>
                </a:moveTo>
                <a:lnTo>
                  <a:pt x="1754004" y="990716"/>
                </a:lnTo>
                <a:moveTo>
                  <a:pt x="1148621" y="292933"/>
                </a:moveTo>
                <a:lnTo>
                  <a:pt x="1169363" y="248247"/>
                </a:lnTo>
                <a:moveTo>
                  <a:pt x="1608034" y="187852"/>
                </a:moveTo>
                <a:lnTo>
                  <a:pt x="1669385" y="197138"/>
                </a:lnTo>
                <a:moveTo>
                  <a:pt x="948086" y="338682"/>
                </a:moveTo>
                <a:lnTo>
                  <a:pt x="1048422" y="400399"/>
                </a:lnTo>
                <a:moveTo>
                  <a:pt x="327064" y="974800"/>
                </a:moveTo>
                <a:lnTo>
                  <a:pt x="382715" y="1004594"/>
                </a:lnTo>
                <a:moveTo>
                  <a:pt x="2214134" y="1163345"/>
                </a:moveTo>
                <a:lnTo>
                  <a:pt x="2237348" y="1282856"/>
                </a:lnTo>
                <a:moveTo>
                  <a:pt x="2204045" y="626308"/>
                </a:moveTo>
                <a:lnTo>
                  <a:pt x="2296470" y="549129"/>
                </a:lnTo>
                <a:moveTo>
                  <a:pt x="223165" y="461058"/>
                </a:moveTo>
                <a:lnTo>
                  <a:pt x="361997" y="435921"/>
                </a:lnTo>
                <a:moveTo>
                  <a:pt x="361997" y="435921"/>
                </a:moveTo>
                <a:lnTo>
                  <a:pt x="434489" y="472406"/>
                </a:lnTo>
                <a:moveTo>
                  <a:pt x="1998185" y="360906"/>
                </a:moveTo>
                <a:lnTo>
                  <a:pt x="2067497" y="449713"/>
                </a:lnTo>
                <a:moveTo>
                  <a:pt x="1909989" y="1175279"/>
                </a:moveTo>
                <a:lnTo>
                  <a:pt x="1981852" y="1201957"/>
                </a:lnTo>
                <a:moveTo>
                  <a:pt x="840228" y="237165"/>
                </a:moveTo>
                <a:lnTo>
                  <a:pt x="784934" y="224462"/>
                </a:lnTo>
                <a:moveTo>
                  <a:pt x="1608672" y="682021"/>
                </a:moveTo>
                <a:lnTo>
                  <a:pt x="1628625" y="709375"/>
                </a:lnTo>
                <a:moveTo>
                  <a:pt x="395175" y="617178"/>
                </a:moveTo>
                <a:lnTo>
                  <a:pt x="469226" y="530848"/>
                </a:lnTo>
                <a:moveTo>
                  <a:pt x="2214134" y="1163345"/>
                </a:moveTo>
                <a:lnTo>
                  <a:pt x="2371822" y="1267450"/>
                </a:lnTo>
                <a:moveTo>
                  <a:pt x="1909989" y="1175279"/>
                </a:moveTo>
                <a:lnTo>
                  <a:pt x="1972544" y="1199843"/>
                </a:lnTo>
                <a:moveTo>
                  <a:pt x="1449590" y="140965"/>
                </a:moveTo>
                <a:lnTo>
                  <a:pt x="1608034" y="187852"/>
                </a:lnTo>
                <a:moveTo>
                  <a:pt x="1754004" y="990716"/>
                </a:moveTo>
                <a:lnTo>
                  <a:pt x="1641823" y="947749"/>
                </a:lnTo>
                <a:moveTo>
                  <a:pt x="591648" y="152048"/>
                </a:moveTo>
                <a:lnTo>
                  <a:pt x="680643" y="206572"/>
                </a:lnTo>
                <a:moveTo>
                  <a:pt x="1688536" y="1079608"/>
                </a:moveTo>
                <a:lnTo>
                  <a:pt x="1744159" y="1215904"/>
                </a:lnTo>
                <a:moveTo>
                  <a:pt x="344347" y="633093"/>
                </a:moveTo>
                <a:lnTo>
                  <a:pt x="395175" y="617178"/>
                </a:lnTo>
                <a:moveTo>
                  <a:pt x="179730" y="442024"/>
                </a:moveTo>
                <a:lnTo>
                  <a:pt x="253186" y="437873"/>
                </a:lnTo>
                <a:moveTo>
                  <a:pt x="1764634" y="231931"/>
                </a:moveTo>
                <a:lnTo>
                  <a:pt x="1862086" y="269690"/>
                </a:lnTo>
                <a:moveTo>
                  <a:pt x="1646263" y="926147"/>
                </a:moveTo>
                <a:lnTo>
                  <a:pt x="1689474" y="848274"/>
                </a:lnTo>
                <a:moveTo>
                  <a:pt x="2204045" y="626308"/>
                </a:moveTo>
                <a:lnTo>
                  <a:pt x="2338109" y="583541"/>
                </a:lnTo>
                <a:moveTo>
                  <a:pt x="2352183" y="1149073"/>
                </a:moveTo>
                <a:lnTo>
                  <a:pt x="2371822" y="1267450"/>
                </a:lnTo>
                <a:moveTo>
                  <a:pt x="680643" y="206572"/>
                </a:moveTo>
                <a:lnTo>
                  <a:pt x="731245" y="298143"/>
                </a:lnTo>
                <a:moveTo>
                  <a:pt x="1148621" y="292933"/>
                </a:moveTo>
                <a:lnTo>
                  <a:pt x="1166887" y="276853"/>
                </a:lnTo>
                <a:moveTo>
                  <a:pt x="1169363" y="248247"/>
                </a:moveTo>
                <a:lnTo>
                  <a:pt x="1166887" y="276853"/>
                </a:lnTo>
                <a:moveTo>
                  <a:pt x="1669385" y="197138"/>
                </a:moveTo>
                <a:lnTo>
                  <a:pt x="1764634" y="231931"/>
                </a:lnTo>
                <a:moveTo>
                  <a:pt x="192995" y="680373"/>
                </a:moveTo>
                <a:lnTo>
                  <a:pt x="202913" y="753236"/>
                </a:lnTo>
                <a:moveTo>
                  <a:pt x="1048422" y="400399"/>
                </a:moveTo>
                <a:lnTo>
                  <a:pt x="1148621" y="292933"/>
                </a:lnTo>
                <a:moveTo>
                  <a:pt x="2232366" y="661667"/>
                </a:moveTo>
                <a:lnTo>
                  <a:pt x="2338109" y="583541"/>
                </a:lnTo>
                <a:moveTo>
                  <a:pt x="2338109" y="583541"/>
                </a:moveTo>
                <a:lnTo>
                  <a:pt x="2316432" y="790871"/>
                </a:lnTo>
                <a:moveTo>
                  <a:pt x="382715" y="1004594"/>
                </a:moveTo>
                <a:lnTo>
                  <a:pt x="475432" y="1025989"/>
                </a:lnTo>
                <a:moveTo>
                  <a:pt x="1506527" y="610734"/>
                </a:moveTo>
                <a:lnTo>
                  <a:pt x="1486053" y="670834"/>
                </a:lnTo>
                <a:moveTo>
                  <a:pt x="1998185" y="360906"/>
                </a:moveTo>
                <a:lnTo>
                  <a:pt x="2098682" y="475245"/>
                </a:lnTo>
                <a:moveTo>
                  <a:pt x="2067497" y="449713"/>
                </a:moveTo>
                <a:lnTo>
                  <a:pt x="2109795" y="482282"/>
                </a:lnTo>
                <a:moveTo>
                  <a:pt x="1909989" y="1175279"/>
                </a:moveTo>
                <a:lnTo>
                  <a:pt x="1908341" y="1249739"/>
                </a:lnTo>
                <a:moveTo>
                  <a:pt x="253341" y="910349"/>
                </a:moveTo>
                <a:lnTo>
                  <a:pt x="265850" y="879988"/>
                </a:lnTo>
                <a:moveTo>
                  <a:pt x="253186" y="437873"/>
                </a:moveTo>
                <a:lnTo>
                  <a:pt x="361997" y="435921"/>
                </a:lnTo>
                <a:moveTo>
                  <a:pt x="2067497" y="449713"/>
                </a:moveTo>
                <a:lnTo>
                  <a:pt x="2098682" y="475245"/>
                </a:lnTo>
                <a:moveTo>
                  <a:pt x="1628625" y="709375"/>
                </a:moveTo>
                <a:lnTo>
                  <a:pt x="1646263" y="926147"/>
                </a:lnTo>
                <a:moveTo>
                  <a:pt x="1981852" y="1201957"/>
                </a:moveTo>
                <a:lnTo>
                  <a:pt x="2154038" y="1173606"/>
                </a:lnTo>
                <a:moveTo>
                  <a:pt x="1972544" y="1199843"/>
                </a:moveTo>
                <a:lnTo>
                  <a:pt x="1981852" y="1201957"/>
                </a:lnTo>
                <a:moveTo>
                  <a:pt x="475432" y="1025989"/>
                </a:moveTo>
                <a:lnTo>
                  <a:pt x="530243" y="1089705"/>
                </a:lnTo>
                <a:moveTo>
                  <a:pt x="2154038" y="1173606"/>
                </a:moveTo>
                <a:lnTo>
                  <a:pt x="2214134" y="1163345"/>
                </a:lnTo>
                <a:moveTo>
                  <a:pt x="382715" y="1004594"/>
                </a:moveTo>
                <a:lnTo>
                  <a:pt x="449034" y="1007890"/>
                </a:lnTo>
                <a:moveTo>
                  <a:pt x="361779" y="491950"/>
                </a:moveTo>
                <a:lnTo>
                  <a:pt x="469226" y="530848"/>
                </a:lnTo>
                <a:moveTo>
                  <a:pt x="1669385" y="197138"/>
                </a:moveTo>
                <a:lnTo>
                  <a:pt x="1716339" y="229825"/>
                </a:lnTo>
                <a:moveTo>
                  <a:pt x="1238518" y="130948"/>
                </a:moveTo>
                <a:lnTo>
                  <a:pt x="1332396" y="158489"/>
                </a:lnTo>
                <a:moveTo>
                  <a:pt x="434489" y="472406"/>
                </a:moveTo>
                <a:lnTo>
                  <a:pt x="361779" y="491950"/>
                </a:lnTo>
                <a:moveTo>
                  <a:pt x="731245" y="298143"/>
                </a:moveTo>
                <a:lnTo>
                  <a:pt x="784934" y="224462"/>
                </a:lnTo>
                <a:moveTo>
                  <a:pt x="2109795" y="482282"/>
                </a:moveTo>
                <a:lnTo>
                  <a:pt x="2204045" y="626308"/>
                </a:lnTo>
                <a:moveTo>
                  <a:pt x="1332396" y="158489"/>
                </a:moveTo>
                <a:lnTo>
                  <a:pt x="1449590" y="140965"/>
                </a:lnTo>
                <a:moveTo>
                  <a:pt x="1449590" y="140965"/>
                </a:moveTo>
                <a:lnTo>
                  <a:pt x="1544164" y="172185"/>
                </a:lnTo>
                <a:moveTo>
                  <a:pt x="2204045" y="626308"/>
                </a:moveTo>
                <a:lnTo>
                  <a:pt x="2232366" y="661667"/>
                </a:lnTo>
                <a:moveTo>
                  <a:pt x="948086" y="338682"/>
                </a:moveTo>
                <a:lnTo>
                  <a:pt x="947678" y="392341"/>
                </a:lnTo>
                <a:moveTo>
                  <a:pt x="2214134" y="1163345"/>
                </a:moveTo>
                <a:lnTo>
                  <a:pt x="2352183" y="1149073"/>
                </a:lnTo>
                <a:moveTo>
                  <a:pt x="2098682" y="475245"/>
                </a:moveTo>
                <a:lnTo>
                  <a:pt x="2109795" y="482282"/>
                </a:lnTo>
                <a:moveTo>
                  <a:pt x="2232366" y="661667"/>
                </a:moveTo>
                <a:lnTo>
                  <a:pt x="2316432" y="790871"/>
                </a:lnTo>
                <a:moveTo>
                  <a:pt x="192995" y="680373"/>
                </a:moveTo>
                <a:lnTo>
                  <a:pt x="243795" y="738687"/>
                </a:lnTo>
                <a:moveTo>
                  <a:pt x="344347" y="633093"/>
                </a:moveTo>
                <a:lnTo>
                  <a:pt x="329720" y="724140"/>
                </a:lnTo>
                <a:moveTo>
                  <a:pt x="253186" y="437873"/>
                </a:moveTo>
                <a:lnTo>
                  <a:pt x="306270" y="431586"/>
                </a:lnTo>
                <a:moveTo>
                  <a:pt x="1908341" y="1249739"/>
                </a:moveTo>
                <a:lnTo>
                  <a:pt x="1972544" y="1199843"/>
                </a:lnTo>
                <a:moveTo>
                  <a:pt x="1544164" y="172185"/>
                </a:moveTo>
                <a:lnTo>
                  <a:pt x="1608034" y="187852"/>
                </a:lnTo>
                <a:moveTo>
                  <a:pt x="1641823" y="947749"/>
                </a:moveTo>
                <a:lnTo>
                  <a:pt x="1688536" y="1079608"/>
                </a:lnTo>
                <a:moveTo>
                  <a:pt x="1238518" y="130948"/>
                </a:moveTo>
                <a:lnTo>
                  <a:pt x="1231461" y="262057"/>
                </a:lnTo>
                <a:moveTo>
                  <a:pt x="1486053" y="670834"/>
                </a:moveTo>
                <a:lnTo>
                  <a:pt x="1608672" y="682021"/>
                </a:lnTo>
                <a:moveTo>
                  <a:pt x="1169363" y="248247"/>
                </a:moveTo>
                <a:lnTo>
                  <a:pt x="1231461" y="262057"/>
                </a:lnTo>
                <a:moveTo>
                  <a:pt x="784934" y="224462"/>
                </a:moveTo>
                <a:lnTo>
                  <a:pt x="882034" y="322639"/>
                </a:lnTo>
                <a:moveTo>
                  <a:pt x="1608034" y="187852"/>
                </a:moveTo>
                <a:lnTo>
                  <a:pt x="1716339" y="229825"/>
                </a:lnTo>
                <a:moveTo>
                  <a:pt x="327064" y="974800"/>
                </a:moveTo>
                <a:lnTo>
                  <a:pt x="449034" y="1007890"/>
                </a:lnTo>
                <a:moveTo>
                  <a:pt x="306270" y="431586"/>
                </a:moveTo>
                <a:lnTo>
                  <a:pt x="361997" y="435921"/>
                </a:lnTo>
                <a:moveTo>
                  <a:pt x="829699" y="222056"/>
                </a:moveTo>
                <a:lnTo>
                  <a:pt x="882034" y="322639"/>
                </a:lnTo>
                <a:moveTo>
                  <a:pt x="2109795" y="482282"/>
                </a:moveTo>
                <a:lnTo>
                  <a:pt x="2162157" y="680957"/>
                </a:lnTo>
                <a:moveTo>
                  <a:pt x="2204045" y="626308"/>
                </a:moveTo>
                <a:lnTo>
                  <a:pt x="2162157" y="680957"/>
                </a:lnTo>
                <a:moveTo>
                  <a:pt x="1646263" y="926147"/>
                </a:moveTo>
                <a:lnTo>
                  <a:pt x="1641823" y="947749"/>
                </a:lnTo>
                <a:moveTo>
                  <a:pt x="1148621" y="292933"/>
                </a:moveTo>
                <a:lnTo>
                  <a:pt x="1139146" y="411242"/>
                </a:lnTo>
                <a:moveTo>
                  <a:pt x="1388894" y="625932"/>
                </a:moveTo>
                <a:lnTo>
                  <a:pt x="1486053" y="670834"/>
                </a:lnTo>
                <a:moveTo>
                  <a:pt x="1608672" y="682021"/>
                </a:moveTo>
                <a:lnTo>
                  <a:pt x="1607089" y="817010"/>
                </a:lnTo>
                <a:moveTo>
                  <a:pt x="2162157" y="680957"/>
                </a:moveTo>
                <a:lnTo>
                  <a:pt x="2232366" y="661667"/>
                </a:lnTo>
                <a:moveTo>
                  <a:pt x="1607089" y="817010"/>
                </a:moveTo>
                <a:lnTo>
                  <a:pt x="1628625" y="709375"/>
                </a:lnTo>
                <a:moveTo>
                  <a:pt x="149007" y="874788"/>
                </a:moveTo>
                <a:lnTo>
                  <a:pt x="204978" y="877470"/>
                </a:lnTo>
                <a:moveTo>
                  <a:pt x="2154038" y="1173606"/>
                </a:moveTo>
                <a:lnTo>
                  <a:pt x="2161132" y="1090868"/>
                </a:lnTo>
                <a:moveTo>
                  <a:pt x="2098682" y="475245"/>
                </a:moveTo>
                <a:lnTo>
                  <a:pt x="2162157" y="680957"/>
                </a:lnTo>
                <a:moveTo>
                  <a:pt x="2161132" y="1090868"/>
                </a:moveTo>
                <a:lnTo>
                  <a:pt x="2214134" y="1163345"/>
                </a:lnTo>
                <a:moveTo>
                  <a:pt x="882034" y="322639"/>
                </a:moveTo>
                <a:lnTo>
                  <a:pt x="947678" y="392341"/>
                </a:lnTo>
                <a:moveTo>
                  <a:pt x="243795" y="738687"/>
                </a:moveTo>
                <a:lnTo>
                  <a:pt x="329720" y="724140"/>
                </a:lnTo>
                <a:moveTo>
                  <a:pt x="1608672" y="682021"/>
                </a:moveTo>
                <a:lnTo>
                  <a:pt x="1599873" y="803908"/>
                </a:lnTo>
                <a:moveTo>
                  <a:pt x="361997" y="435921"/>
                </a:moveTo>
                <a:lnTo>
                  <a:pt x="361779" y="491950"/>
                </a:lnTo>
                <a:moveTo>
                  <a:pt x="265850" y="879988"/>
                </a:moveTo>
                <a:lnTo>
                  <a:pt x="327064" y="974800"/>
                </a:lnTo>
                <a:moveTo>
                  <a:pt x="680643" y="206572"/>
                </a:moveTo>
                <a:lnTo>
                  <a:pt x="784934" y="224462"/>
                </a:lnTo>
                <a:moveTo>
                  <a:pt x="1166887" y="276853"/>
                </a:moveTo>
                <a:lnTo>
                  <a:pt x="1231461" y="262057"/>
                </a:lnTo>
                <a:moveTo>
                  <a:pt x="149007" y="874788"/>
                </a:moveTo>
                <a:lnTo>
                  <a:pt x="265850" y="879988"/>
                </a:lnTo>
                <a:moveTo>
                  <a:pt x="947678" y="392341"/>
                </a:moveTo>
                <a:lnTo>
                  <a:pt x="1048422" y="400399"/>
                </a:lnTo>
                <a:moveTo>
                  <a:pt x="361779" y="491950"/>
                </a:moveTo>
                <a:lnTo>
                  <a:pt x="395175" y="617178"/>
                </a:lnTo>
                <a:moveTo>
                  <a:pt x="1716339" y="229825"/>
                </a:moveTo>
                <a:lnTo>
                  <a:pt x="1764634" y="231931"/>
                </a:lnTo>
                <a:moveTo>
                  <a:pt x="1641917" y="1194864"/>
                </a:moveTo>
                <a:lnTo>
                  <a:pt x="1688536" y="1079608"/>
                </a:lnTo>
                <a:moveTo>
                  <a:pt x="1166887" y="276853"/>
                </a:moveTo>
                <a:lnTo>
                  <a:pt x="1174208" y="357468"/>
                </a:lnTo>
                <a:moveTo>
                  <a:pt x="449034" y="1007890"/>
                </a:moveTo>
                <a:lnTo>
                  <a:pt x="475432" y="1025989"/>
                </a:lnTo>
                <a:moveTo>
                  <a:pt x="1449590" y="140965"/>
                </a:moveTo>
                <a:lnTo>
                  <a:pt x="1426764" y="188619"/>
                </a:lnTo>
                <a:moveTo>
                  <a:pt x="1981852" y="1201957"/>
                </a:moveTo>
                <a:lnTo>
                  <a:pt x="2123739" y="1087501"/>
                </a:lnTo>
                <a:moveTo>
                  <a:pt x="1139146" y="411242"/>
                </a:moveTo>
                <a:lnTo>
                  <a:pt x="1166887" y="276853"/>
                </a:lnTo>
                <a:moveTo>
                  <a:pt x="1640399" y="1176930"/>
                </a:moveTo>
                <a:lnTo>
                  <a:pt x="1688536" y="1079608"/>
                </a:lnTo>
                <a:moveTo>
                  <a:pt x="1048422" y="400399"/>
                </a:moveTo>
                <a:lnTo>
                  <a:pt x="1139146" y="411242"/>
                </a:lnTo>
                <a:moveTo>
                  <a:pt x="2123739" y="1087501"/>
                </a:moveTo>
                <a:lnTo>
                  <a:pt x="2154038" y="1173606"/>
                </a:lnTo>
                <a:moveTo>
                  <a:pt x="243795" y="738687"/>
                </a:moveTo>
                <a:lnTo>
                  <a:pt x="290217" y="729549"/>
                </a:lnTo>
                <a:moveTo>
                  <a:pt x="329720" y="724140"/>
                </a:moveTo>
                <a:lnTo>
                  <a:pt x="395175" y="617178"/>
                </a:lnTo>
                <a:moveTo>
                  <a:pt x="343124" y="695160"/>
                </a:moveTo>
                <a:lnTo>
                  <a:pt x="395175" y="617178"/>
                </a:lnTo>
                <a:moveTo>
                  <a:pt x="2232366" y="661667"/>
                </a:moveTo>
                <a:lnTo>
                  <a:pt x="2148858" y="722031"/>
                </a:lnTo>
                <a:moveTo>
                  <a:pt x="2148858" y="722031"/>
                </a:moveTo>
                <a:lnTo>
                  <a:pt x="2316432" y="790871"/>
                </a:lnTo>
                <a:moveTo>
                  <a:pt x="1544164" y="172185"/>
                </a:moveTo>
                <a:lnTo>
                  <a:pt x="1716339" y="229825"/>
                </a:lnTo>
                <a:moveTo>
                  <a:pt x="1607089" y="817010"/>
                </a:moveTo>
                <a:lnTo>
                  <a:pt x="1646263" y="926147"/>
                </a:lnTo>
                <a:moveTo>
                  <a:pt x="2098682" y="475245"/>
                </a:moveTo>
                <a:lnTo>
                  <a:pt x="2112749" y="666367"/>
                </a:lnTo>
                <a:moveTo>
                  <a:pt x="1048422" y="400399"/>
                </a:moveTo>
                <a:lnTo>
                  <a:pt x="961603" y="421036"/>
                </a:lnTo>
                <a:moveTo>
                  <a:pt x="306270" y="431586"/>
                </a:moveTo>
                <a:lnTo>
                  <a:pt x="361779" y="491950"/>
                </a:lnTo>
                <a:moveTo>
                  <a:pt x="1646263" y="926147"/>
                </a:moveTo>
                <a:lnTo>
                  <a:pt x="1614867" y="825729"/>
                </a:lnTo>
                <a:moveTo>
                  <a:pt x="1231461" y="262057"/>
                </a:moveTo>
                <a:lnTo>
                  <a:pt x="1332396" y="158489"/>
                </a:lnTo>
                <a:moveTo>
                  <a:pt x="784934" y="224462"/>
                </a:moveTo>
                <a:lnTo>
                  <a:pt x="829699" y="222056"/>
                </a:lnTo>
                <a:moveTo>
                  <a:pt x="1764634" y="231931"/>
                </a:moveTo>
                <a:lnTo>
                  <a:pt x="1860789" y="271520"/>
                </a:lnTo>
                <a:moveTo>
                  <a:pt x="2098682" y="475245"/>
                </a:moveTo>
                <a:lnTo>
                  <a:pt x="2076179" y="577242"/>
                </a:lnTo>
                <a:moveTo>
                  <a:pt x="1399526" y="850652"/>
                </a:moveTo>
                <a:lnTo>
                  <a:pt x="1402677" y="837506"/>
                </a:lnTo>
                <a:moveTo>
                  <a:pt x="265850" y="879988"/>
                </a:moveTo>
                <a:lnTo>
                  <a:pt x="449034" y="1007890"/>
                </a:lnTo>
                <a:moveTo>
                  <a:pt x="1402677" y="837506"/>
                </a:moveTo>
                <a:lnTo>
                  <a:pt x="1486053" y="670834"/>
                </a:lnTo>
                <a:moveTo>
                  <a:pt x="204978" y="877470"/>
                </a:moveTo>
                <a:lnTo>
                  <a:pt x="265850" y="879988"/>
                </a:lnTo>
                <a:moveTo>
                  <a:pt x="1614867" y="825729"/>
                </a:moveTo>
                <a:lnTo>
                  <a:pt x="1641823" y="947749"/>
                </a:lnTo>
                <a:moveTo>
                  <a:pt x="829699" y="222056"/>
                </a:moveTo>
                <a:lnTo>
                  <a:pt x="947678" y="392341"/>
                </a:lnTo>
                <a:moveTo>
                  <a:pt x="2162157" y="680957"/>
                </a:moveTo>
                <a:lnTo>
                  <a:pt x="2148858" y="722031"/>
                </a:lnTo>
                <a:moveTo>
                  <a:pt x="2112749" y="666367"/>
                </a:moveTo>
                <a:lnTo>
                  <a:pt x="2162157" y="680957"/>
                </a:lnTo>
                <a:moveTo>
                  <a:pt x="1048422" y="400399"/>
                </a:moveTo>
                <a:lnTo>
                  <a:pt x="1031155" y="477473"/>
                </a:lnTo>
                <a:moveTo>
                  <a:pt x="1611759" y="1055983"/>
                </a:moveTo>
                <a:lnTo>
                  <a:pt x="1688536" y="1079608"/>
                </a:lnTo>
                <a:moveTo>
                  <a:pt x="1764634" y="231931"/>
                </a:moveTo>
                <a:lnTo>
                  <a:pt x="1818725" y="275645"/>
                </a:lnTo>
                <a:moveTo>
                  <a:pt x="361779" y="491950"/>
                </a:moveTo>
                <a:lnTo>
                  <a:pt x="343124" y="695160"/>
                </a:lnTo>
                <a:moveTo>
                  <a:pt x="192995" y="680373"/>
                </a:moveTo>
                <a:lnTo>
                  <a:pt x="290217" y="729549"/>
                </a:lnTo>
                <a:moveTo>
                  <a:pt x="2123739" y="1087501"/>
                </a:moveTo>
                <a:lnTo>
                  <a:pt x="2161132" y="1090868"/>
                </a:lnTo>
                <a:moveTo>
                  <a:pt x="1486053" y="670834"/>
                </a:moveTo>
                <a:lnTo>
                  <a:pt x="1599873" y="803908"/>
                </a:lnTo>
                <a:moveTo>
                  <a:pt x="1402677" y="837506"/>
                </a:moveTo>
                <a:lnTo>
                  <a:pt x="1599873" y="803908"/>
                </a:lnTo>
                <a:moveTo>
                  <a:pt x="1231461" y="262057"/>
                </a:moveTo>
                <a:lnTo>
                  <a:pt x="1174208" y="357468"/>
                </a:lnTo>
                <a:moveTo>
                  <a:pt x="1544164" y="172185"/>
                </a:moveTo>
                <a:lnTo>
                  <a:pt x="1640278" y="211554"/>
                </a:lnTo>
                <a:moveTo>
                  <a:pt x="1332396" y="158489"/>
                </a:moveTo>
                <a:lnTo>
                  <a:pt x="1426764" y="188619"/>
                </a:lnTo>
                <a:moveTo>
                  <a:pt x="1426764" y="188619"/>
                </a:moveTo>
                <a:lnTo>
                  <a:pt x="1544164" y="172185"/>
                </a:lnTo>
                <a:moveTo>
                  <a:pt x="306270" y="431586"/>
                </a:moveTo>
                <a:lnTo>
                  <a:pt x="370421" y="542816"/>
                </a:lnTo>
                <a:moveTo>
                  <a:pt x="109600" y="599978"/>
                </a:moveTo>
                <a:lnTo>
                  <a:pt x="192995" y="680373"/>
                </a:lnTo>
                <a:moveTo>
                  <a:pt x="329720" y="724140"/>
                </a:moveTo>
                <a:lnTo>
                  <a:pt x="343124" y="695160"/>
                </a:lnTo>
                <a:moveTo>
                  <a:pt x="1402677" y="837506"/>
                </a:moveTo>
                <a:lnTo>
                  <a:pt x="1565390" y="844114"/>
                </a:lnTo>
                <a:moveTo>
                  <a:pt x="204978" y="877470"/>
                </a:moveTo>
                <a:lnTo>
                  <a:pt x="231346" y="841259"/>
                </a:lnTo>
                <a:moveTo>
                  <a:pt x="1641917" y="1194864"/>
                </a:moveTo>
                <a:lnTo>
                  <a:pt x="1640399" y="1176930"/>
                </a:lnTo>
                <a:moveTo>
                  <a:pt x="1139146" y="411242"/>
                </a:moveTo>
                <a:lnTo>
                  <a:pt x="1174208" y="357468"/>
                </a:lnTo>
                <a:moveTo>
                  <a:pt x="416584" y="894382"/>
                </a:moveTo>
                <a:lnTo>
                  <a:pt x="449034" y="1007890"/>
                </a:lnTo>
                <a:moveTo>
                  <a:pt x="1605193" y="1003603"/>
                </a:moveTo>
                <a:lnTo>
                  <a:pt x="1641823" y="947749"/>
                </a:lnTo>
                <a:moveTo>
                  <a:pt x="1640278" y="211554"/>
                </a:moveTo>
                <a:lnTo>
                  <a:pt x="1716339" y="229825"/>
                </a:lnTo>
                <a:moveTo>
                  <a:pt x="1599873" y="803908"/>
                </a:moveTo>
                <a:lnTo>
                  <a:pt x="1607089" y="817010"/>
                </a:lnTo>
                <a:moveTo>
                  <a:pt x="1607089" y="817010"/>
                </a:moveTo>
                <a:lnTo>
                  <a:pt x="1614867" y="825729"/>
                </a:lnTo>
                <a:moveTo>
                  <a:pt x="1399526" y="850652"/>
                </a:moveTo>
                <a:lnTo>
                  <a:pt x="1502700" y="927383"/>
                </a:lnTo>
                <a:moveTo>
                  <a:pt x="370421" y="542816"/>
                </a:moveTo>
                <a:lnTo>
                  <a:pt x="361779" y="491950"/>
                </a:lnTo>
                <a:moveTo>
                  <a:pt x="1716339" y="229825"/>
                </a:moveTo>
                <a:lnTo>
                  <a:pt x="1818725" y="275645"/>
                </a:lnTo>
                <a:moveTo>
                  <a:pt x="947678" y="392341"/>
                </a:moveTo>
                <a:lnTo>
                  <a:pt x="961603" y="421036"/>
                </a:lnTo>
                <a:moveTo>
                  <a:pt x="2112749" y="666367"/>
                </a:moveTo>
                <a:lnTo>
                  <a:pt x="2148858" y="722031"/>
                </a:lnTo>
                <a:moveTo>
                  <a:pt x="1402677" y="837506"/>
                </a:moveTo>
                <a:lnTo>
                  <a:pt x="1502700" y="927383"/>
                </a:lnTo>
                <a:moveTo>
                  <a:pt x="231346" y="841259"/>
                </a:moveTo>
                <a:lnTo>
                  <a:pt x="265850" y="879988"/>
                </a:lnTo>
                <a:moveTo>
                  <a:pt x="1611759" y="1055983"/>
                </a:moveTo>
                <a:lnTo>
                  <a:pt x="1641823" y="947749"/>
                </a:lnTo>
                <a:moveTo>
                  <a:pt x="329720" y="724140"/>
                </a:moveTo>
                <a:lnTo>
                  <a:pt x="341038" y="713423"/>
                </a:lnTo>
                <a:moveTo>
                  <a:pt x="343124" y="695160"/>
                </a:moveTo>
                <a:lnTo>
                  <a:pt x="341038" y="713423"/>
                </a:lnTo>
                <a:moveTo>
                  <a:pt x="1599873" y="803908"/>
                </a:moveTo>
                <a:lnTo>
                  <a:pt x="1614867" y="825729"/>
                </a:lnTo>
                <a:moveTo>
                  <a:pt x="265850" y="879988"/>
                </a:moveTo>
                <a:lnTo>
                  <a:pt x="416584" y="894382"/>
                </a:lnTo>
                <a:moveTo>
                  <a:pt x="290217" y="729549"/>
                </a:moveTo>
                <a:lnTo>
                  <a:pt x="329720" y="724140"/>
                </a:lnTo>
                <a:moveTo>
                  <a:pt x="1565390" y="844114"/>
                </a:moveTo>
                <a:lnTo>
                  <a:pt x="1599873" y="803908"/>
                </a:lnTo>
                <a:moveTo>
                  <a:pt x="1565390" y="844114"/>
                </a:moveTo>
                <a:lnTo>
                  <a:pt x="1614867" y="825729"/>
                </a:lnTo>
                <a:moveTo>
                  <a:pt x="370421" y="542816"/>
                </a:moveTo>
                <a:lnTo>
                  <a:pt x="343124" y="695160"/>
                </a:lnTo>
                <a:moveTo>
                  <a:pt x="1332396" y="158489"/>
                </a:moveTo>
                <a:lnTo>
                  <a:pt x="1323820" y="281554"/>
                </a:lnTo>
                <a:moveTo>
                  <a:pt x="2076179" y="577242"/>
                </a:moveTo>
                <a:lnTo>
                  <a:pt x="2112749" y="666367"/>
                </a:lnTo>
                <a:moveTo>
                  <a:pt x="1628186" y="1122198"/>
                </a:moveTo>
                <a:lnTo>
                  <a:pt x="1640399" y="1176930"/>
                </a:lnTo>
                <a:moveTo>
                  <a:pt x="1489636" y="1027954"/>
                </a:moveTo>
                <a:lnTo>
                  <a:pt x="1628186" y="1122198"/>
                </a:lnTo>
                <a:moveTo>
                  <a:pt x="290217" y="729549"/>
                </a:moveTo>
                <a:lnTo>
                  <a:pt x="341038" y="713423"/>
                </a:lnTo>
                <a:moveTo>
                  <a:pt x="1818725" y="275645"/>
                </a:moveTo>
                <a:lnTo>
                  <a:pt x="1860789" y="271520"/>
                </a:lnTo>
                <a:moveTo>
                  <a:pt x="1502700" y="927383"/>
                </a:moveTo>
                <a:lnTo>
                  <a:pt x="1565390" y="844114"/>
                </a:lnTo>
                <a:moveTo>
                  <a:pt x="1174208" y="357468"/>
                </a:moveTo>
                <a:lnTo>
                  <a:pt x="1186480" y="409816"/>
                </a:lnTo>
                <a:moveTo>
                  <a:pt x="1614867" y="825729"/>
                </a:moveTo>
                <a:lnTo>
                  <a:pt x="1605193" y="1003603"/>
                </a:lnTo>
                <a:moveTo>
                  <a:pt x="1139146" y="411242"/>
                </a:moveTo>
                <a:lnTo>
                  <a:pt x="1186480" y="409816"/>
                </a:lnTo>
                <a:moveTo>
                  <a:pt x="1031155" y="477473"/>
                </a:moveTo>
                <a:lnTo>
                  <a:pt x="1139146" y="411242"/>
                </a:lnTo>
                <a:moveTo>
                  <a:pt x="109600" y="599978"/>
                </a:moveTo>
                <a:lnTo>
                  <a:pt x="290217" y="729549"/>
                </a:lnTo>
                <a:moveTo>
                  <a:pt x="1611759" y="1055983"/>
                </a:moveTo>
                <a:lnTo>
                  <a:pt x="1640399" y="1176930"/>
                </a:lnTo>
                <a:moveTo>
                  <a:pt x="1231461" y="262057"/>
                </a:moveTo>
                <a:lnTo>
                  <a:pt x="1323820" y="281554"/>
                </a:lnTo>
                <a:moveTo>
                  <a:pt x="1565390" y="844114"/>
                </a:moveTo>
                <a:lnTo>
                  <a:pt x="1605193" y="1003603"/>
                </a:lnTo>
                <a:moveTo>
                  <a:pt x="1544164" y="172185"/>
                </a:moveTo>
                <a:lnTo>
                  <a:pt x="1522777" y="227452"/>
                </a:lnTo>
                <a:moveTo>
                  <a:pt x="265850" y="879988"/>
                </a:moveTo>
                <a:lnTo>
                  <a:pt x="249607" y="791098"/>
                </a:lnTo>
                <a:moveTo>
                  <a:pt x="1489636" y="1027954"/>
                </a:moveTo>
                <a:lnTo>
                  <a:pt x="1611759" y="1055983"/>
                </a:lnTo>
                <a:moveTo>
                  <a:pt x="1640278" y="211554"/>
                </a:moveTo>
                <a:lnTo>
                  <a:pt x="1818725" y="275645"/>
                </a:lnTo>
                <a:moveTo>
                  <a:pt x="1640399" y="1176930"/>
                </a:moveTo>
                <a:lnTo>
                  <a:pt x="1751142" y="1217318"/>
                </a:lnTo>
                <a:moveTo>
                  <a:pt x="1860789" y="271520"/>
                </a:moveTo>
                <a:lnTo>
                  <a:pt x="1965063" y="354074"/>
                </a:lnTo>
                <a:moveTo>
                  <a:pt x="961603" y="421036"/>
                </a:moveTo>
                <a:lnTo>
                  <a:pt x="1031155" y="477473"/>
                </a:lnTo>
                <a:moveTo>
                  <a:pt x="1502700" y="927383"/>
                </a:moveTo>
                <a:lnTo>
                  <a:pt x="1605193" y="1003603"/>
                </a:lnTo>
                <a:moveTo>
                  <a:pt x="117956" y="616941"/>
                </a:moveTo>
                <a:lnTo>
                  <a:pt x="290217" y="729549"/>
                </a:lnTo>
                <a:moveTo>
                  <a:pt x="1231461" y="262057"/>
                </a:moveTo>
                <a:lnTo>
                  <a:pt x="1226689" y="405254"/>
                </a:lnTo>
                <a:moveTo>
                  <a:pt x="1994452" y="678055"/>
                </a:moveTo>
                <a:lnTo>
                  <a:pt x="2148858" y="722031"/>
                </a:lnTo>
                <a:moveTo>
                  <a:pt x="96566" y="597263"/>
                </a:moveTo>
                <a:lnTo>
                  <a:pt x="109600" y="599978"/>
                </a:lnTo>
                <a:moveTo>
                  <a:pt x="1994452" y="678055"/>
                </a:moveTo>
                <a:lnTo>
                  <a:pt x="2112749" y="666367"/>
                </a:lnTo>
                <a:moveTo>
                  <a:pt x="1611759" y="1055983"/>
                </a:moveTo>
                <a:lnTo>
                  <a:pt x="1628186" y="1122198"/>
                </a:lnTo>
                <a:moveTo>
                  <a:pt x="265850" y="879988"/>
                </a:moveTo>
                <a:lnTo>
                  <a:pt x="363485" y="794295"/>
                </a:lnTo>
                <a:moveTo>
                  <a:pt x="213839" y="748609"/>
                </a:moveTo>
                <a:lnTo>
                  <a:pt x="290217" y="729549"/>
                </a:lnTo>
                <a:moveTo>
                  <a:pt x="1628186" y="1122198"/>
                </a:moveTo>
                <a:lnTo>
                  <a:pt x="1617488" y="1058836"/>
                </a:lnTo>
                <a:moveTo>
                  <a:pt x="1984237" y="654661"/>
                </a:moveTo>
                <a:lnTo>
                  <a:pt x="2112749" y="666367"/>
                </a:lnTo>
                <a:moveTo>
                  <a:pt x="1640399" y="1176930"/>
                </a:moveTo>
                <a:lnTo>
                  <a:pt x="1797041" y="1052883"/>
                </a:lnTo>
                <a:moveTo>
                  <a:pt x="1174208" y="357468"/>
                </a:moveTo>
                <a:lnTo>
                  <a:pt x="1226689" y="405254"/>
                </a:lnTo>
                <a:moveTo>
                  <a:pt x="109600" y="599978"/>
                </a:moveTo>
                <a:lnTo>
                  <a:pt x="117956" y="616941"/>
                </a:lnTo>
                <a:moveTo>
                  <a:pt x="1502700" y="927383"/>
                </a:moveTo>
                <a:lnTo>
                  <a:pt x="1517960" y="900677"/>
                </a:lnTo>
                <a:moveTo>
                  <a:pt x="231346" y="841259"/>
                </a:moveTo>
                <a:lnTo>
                  <a:pt x="249607" y="791098"/>
                </a:lnTo>
                <a:moveTo>
                  <a:pt x="343124" y="695160"/>
                </a:moveTo>
                <a:lnTo>
                  <a:pt x="364793" y="616657"/>
                </a:lnTo>
                <a:moveTo>
                  <a:pt x="961603" y="421036"/>
                </a:moveTo>
                <a:lnTo>
                  <a:pt x="991521" y="476214"/>
                </a:lnTo>
                <a:moveTo>
                  <a:pt x="1611759" y="1055983"/>
                </a:moveTo>
                <a:lnTo>
                  <a:pt x="1605193" y="1003603"/>
                </a:lnTo>
                <a:moveTo>
                  <a:pt x="947678" y="392341"/>
                </a:moveTo>
                <a:lnTo>
                  <a:pt x="1006577" y="347401"/>
                </a:lnTo>
                <a:moveTo>
                  <a:pt x="1323820" y="281554"/>
                </a:moveTo>
                <a:lnTo>
                  <a:pt x="1426764" y="188619"/>
                </a:lnTo>
                <a:moveTo>
                  <a:pt x="96566" y="597263"/>
                </a:moveTo>
                <a:lnTo>
                  <a:pt x="117956" y="616941"/>
                </a:lnTo>
                <a:moveTo>
                  <a:pt x="1615428" y="1054676"/>
                </a:moveTo>
                <a:lnTo>
                  <a:pt x="1605193" y="1003603"/>
                </a:lnTo>
                <a:moveTo>
                  <a:pt x="947678" y="392341"/>
                </a:moveTo>
                <a:lnTo>
                  <a:pt x="1008002" y="330901"/>
                </a:lnTo>
                <a:moveTo>
                  <a:pt x="1517960" y="900677"/>
                </a:moveTo>
                <a:lnTo>
                  <a:pt x="1605193" y="1003603"/>
                </a:lnTo>
                <a:moveTo>
                  <a:pt x="1984237" y="654661"/>
                </a:moveTo>
                <a:lnTo>
                  <a:pt x="2076179" y="577242"/>
                </a:lnTo>
                <a:moveTo>
                  <a:pt x="1751142" y="1217318"/>
                </a:moveTo>
                <a:lnTo>
                  <a:pt x="1889165" y="1179517"/>
                </a:lnTo>
                <a:moveTo>
                  <a:pt x="364793" y="616657"/>
                </a:moveTo>
                <a:lnTo>
                  <a:pt x="341038" y="713423"/>
                </a:lnTo>
                <a:moveTo>
                  <a:pt x="1611759" y="1055983"/>
                </a:moveTo>
                <a:lnTo>
                  <a:pt x="1615428" y="1054676"/>
                </a:lnTo>
                <a:moveTo>
                  <a:pt x="1628186" y="1122198"/>
                </a:moveTo>
                <a:lnTo>
                  <a:pt x="1797041" y="1052883"/>
                </a:lnTo>
                <a:moveTo>
                  <a:pt x="1640278" y="211554"/>
                </a:moveTo>
                <a:lnTo>
                  <a:pt x="1739982" y="269922"/>
                </a:lnTo>
                <a:moveTo>
                  <a:pt x="1615428" y="1054676"/>
                </a:moveTo>
                <a:lnTo>
                  <a:pt x="1617488" y="1058836"/>
                </a:lnTo>
                <a:moveTo>
                  <a:pt x="117956" y="616941"/>
                </a:moveTo>
                <a:lnTo>
                  <a:pt x="213839" y="748609"/>
                </a:lnTo>
                <a:moveTo>
                  <a:pt x="290217" y="729549"/>
                </a:moveTo>
                <a:lnTo>
                  <a:pt x="364793" y="616657"/>
                </a:lnTo>
                <a:moveTo>
                  <a:pt x="1860789" y="271520"/>
                </a:moveTo>
                <a:lnTo>
                  <a:pt x="1819013" y="355190"/>
                </a:lnTo>
                <a:moveTo>
                  <a:pt x="1739982" y="269922"/>
                </a:moveTo>
                <a:lnTo>
                  <a:pt x="1818725" y="275645"/>
                </a:lnTo>
                <a:moveTo>
                  <a:pt x="1139146" y="411242"/>
                </a:moveTo>
                <a:lnTo>
                  <a:pt x="1126356" y="512011"/>
                </a:lnTo>
                <a:moveTo>
                  <a:pt x="363485" y="794295"/>
                </a:moveTo>
                <a:lnTo>
                  <a:pt x="416584" y="894382"/>
                </a:lnTo>
                <a:moveTo>
                  <a:pt x="370421" y="542816"/>
                </a:moveTo>
                <a:lnTo>
                  <a:pt x="364793" y="616657"/>
                </a:lnTo>
                <a:moveTo>
                  <a:pt x="1522777" y="227452"/>
                </a:moveTo>
                <a:lnTo>
                  <a:pt x="1640278" y="211554"/>
                </a:lnTo>
                <a:moveTo>
                  <a:pt x="991521" y="476214"/>
                </a:moveTo>
                <a:lnTo>
                  <a:pt x="1031155" y="477473"/>
                </a:lnTo>
                <a:moveTo>
                  <a:pt x="961603" y="421036"/>
                </a:moveTo>
                <a:lnTo>
                  <a:pt x="1006577" y="347401"/>
                </a:lnTo>
                <a:moveTo>
                  <a:pt x="1860789" y="271520"/>
                </a:moveTo>
                <a:lnTo>
                  <a:pt x="1851198" y="389216"/>
                </a:lnTo>
                <a:moveTo>
                  <a:pt x="1426764" y="188619"/>
                </a:moveTo>
                <a:lnTo>
                  <a:pt x="1522777" y="227452"/>
                </a:lnTo>
                <a:moveTo>
                  <a:pt x="1643563" y="905671"/>
                </a:moveTo>
                <a:lnTo>
                  <a:pt x="1605193" y="1003603"/>
                </a:lnTo>
                <a:moveTo>
                  <a:pt x="1797041" y="1052883"/>
                </a:moveTo>
                <a:lnTo>
                  <a:pt x="1889165" y="1179517"/>
                </a:lnTo>
                <a:moveTo>
                  <a:pt x="213839" y="748609"/>
                </a:moveTo>
                <a:lnTo>
                  <a:pt x="249607" y="791098"/>
                </a:lnTo>
                <a:moveTo>
                  <a:pt x="1186480" y="409816"/>
                </a:moveTo>
                <a:lnTo>
                  <a:pt x="1226689" y="405254"/>
                </a:lnTo>
                <a:moveTo>
                  <a:pt x="1617488" y="1058836"/>
                </a:moveTo>
                <a:lnTo>
                  <a:pt x="1797041" y="1052883"/>
                </a:lnTo>
                <a:moveTo>
                  <a:pt x="1615428" y="1054676"/>
                </a:moveTo>
                <a:lnTo>
                  <a:pt x="1797041" y="1052883"/>
                </a:lnTo>
                <a:moveTo>
                  <a:pt x="1797041" y="1052883"/>
                </a:moveTo>
                <a:lnTo>
                  <a:pt x="1751142" y="1217318"/>
                </a:lnTo>
                <a:moveTo>
                  <a:pt x="1818725" y="275645"/>
                </a:moveTo>
                <a:lnTo>
                  <a:pt x="1819013" y="355190"/>
                </a:lnTo>
                <a:moveTo>
                  <a:pt x="1615428" y="1054676"/>
                </a:moveTo>
                <a:lnTo>
                  <a:pt x="1643563" y="905671"/>
                </a:lnTo>
                <a:moveTo>
                  <a:pt x="1615428" y="1054676"/>
                </a:moveTo>
                <a:lnTo>
                  <a:pt x="1815095" y="1004337"/>
                </a:lnTo>
                <a:moveTo>
                  <a:pt x="1857638" y="1055221"/>
                </a:moveTo>
                <a:lnTo>
                  <a:pt x="1889165" y="1179517"/>
                </a:lnTo>
                <a:moveTo>
                  <a:pt x="1517960" y="900677"/>
                </a:moveTo>
                <a:lnTo>
                  <a:pt x="1643563" y="905671"/>
                </a:lnTo>
                <a:moveTo>
                  <a:pt x="1163246" y="476963"/>
                </a:moveTo>
                <a:lnTo>
                  <a:pt x="1186480" y="409816"/>
                </a:lnTo>
                <a:moveTo>
                  <a:pt x="1226689" y="405254"/>
                </a:moveTo>
                <a:lnTo>
                  <a:pt x="1323820" y="281554"/>
                </a:lnTo>
                <a:moveTo>
                  <a:pt x="1984237" y="654661"/>
                </a:moveTo>
                <a:lnTo>
                  <a:pt x="1994452" y="678055"/>
                </a:lnTo>
                <a:moveTo>
                  <a:pt x="213839" y="748609"/>
                </a:moveTo>
                <a:lnTo>
                  <a:pt x="364793" y="616657"/>
                </a:lnTo>
                <a:moveTo>
                  <a:pt x="1426764" y="188619"/>
                </a:moveTo>
                <a:lnTo>
                  <a:pt x="1421483" y="329121"/>
                </a:lnTo>
                <a:moveTo>
                  <a:pt x="1517960" y="900677"/>
                </a:moveTo>
                <a:lnTo>
                  <a:pt x="1660280" y="739748"/>
                </a:lnTo>
                <a:moveTo>
                  <a:pt x="249607" y="791098"/>
                </a:moveTo>
                <a:lnTo>
                  <a:pt x="363485" y="794295"/>
                </a:lnTo>
                <a:moveTo>
                  <a:pt x="1517960" y="900677"/>
                </a:moveTo>
                <a:lnTo>
                  <a:pt x="1681942" y="768948"/>
                </a:lnTo>
                <a:moveTo>
                  <a:pt x="1126356" y="512011"/>
                </a:moveTo>
                <a:lnTo>
                  <a:pt x="1186480" y="409816"/>
                </a:lnTo>
                <a:moveTo>
                  <a:pt x="1031155" y="477473"/>
                </a:moveTo>
                <a:lnTo>
                  <a:pt x="1126356" y="512011"/>
                </a:lnTo>
                <a:moveTo>
                  <a:pt x="1815095" y="1004337"/>
                </a:moveTo>
                <a:lnTo>
                  <a:pt x="1797041" y="1052883"/>
                </a:lnTo>
                <a:moveTo>
                  <a:pt x="1643563" y="905671"/>
                </a:moveTo>
                <a:lnTo>
                  <a:pt x="1815095" y="1004337"/>
                </a:lnTo>
                <a:moveTo>
                  <a:pt x="1643563" y="905671"/>
                </a:moveTo>
                <a:lnTo>
                  <a:pt x="1741785" y="888932"/>
                </a:lnTo>
                <a:moveTo>
                  <a:pt x="1851198" y="389216"/>
                </a:moveTo>
                <a:lnTo>
                  <a:pt x="1965063" y="354074"/>
                </a:lnTo>
                <a:moveTo>
                  <a:pt x="1741785" y="888932"/>
                </a:moveTo>
                <a:lnTo>
                  <a:pt x="1815095" y="1004337"/>
                </a:lnTo>
                <a:moveTo>
                  <a:pt x="1896956" y="799822"/>
                </a:moveTo>
                <a:lnTo>
                  <a:pt x="1994452" y="678055"/>
                </a:lnTo>
                <a:moveTo>
                  <a:pt x="1640278" y="211554"/>
                </a:moveTo>
                <a:lnTo>
                  <a:pt x="1624711" y="297623"/>
                </a:lnTo>
                <a:moveTo>
                  <a:pt x="1797041" y="1052883"/>
                </a:moveTo>
                <a:lnTo>
                  <a:pt x="1857638" y="1055221"/>
                </a:lnTo>
                <a:moveTo>
                  <a:pt x="1815095" y="1004337"/>
                </a:moveTo>
                <a:lnTo>
                  <a:pt x="1857638" y="1055221"/>
                </a:lnTo>
                <a:moveTo>
                  <a:pt x="991521" y="476214"/>
                </a:moveTo>
                <a:lnTo>
                  <a:pt x="1006577" y="347401"/>
                </a:lnTo>
                <a:moveTo>
                  <a:pt x="1815095" y="1004337"/>
                </a:moveTo>
                <a:lnTo>
                  <a:pt x="1863712" y="874946"/>
                </a:lnTo>
                <a:moveTo>
                  <a:pt x="1741785" y="888932"/>
                </a:moveTo>
                <a:lnTo>
                  <a:pt x="1863712" y="874946"/>
                </a:lnTo>
                <a:moveTo>
                  <a:pt x="1851177" y="711605"/>
                </a:moveTo>
                <a:lnTo>
                  <a:pt x="1994452" y="678055"/>
                </a:lnTo>
                <a:moveTo>
                  <a:pt x="1524126" y="795150"/>
                </a:moveTo>
                <a:lnTo>
                  <a:pt x="1517960" y="900677"/>
                </a:lnTo>
                <a:moveTo>
                  <a:pt x="1851177" y="711605"/>
                </a:moveTo>
                <a:lnTo>
                  <a:pt x="1984237" y="654661"/>
                </a:lnTo>
                <a:moveTo>
                  <a:pt x="1681942" y="768948"/>
                </a:moveTo>
                <a:lnTo>
                  <a:pt x="1643563" y="905671"/>
                </a:lnTo>
                <a:moveTo>
                  <a:pt x="1863712" y="874946"/>
                </a:moveTo>
                <a:lnTo>
                  <a:pt x="1857638" y="1055221"/>
                </a:lnTo>
                <a:moveTo>
                  <a:pt x="1681942" y="768948"/>
                </a:moveTo>
                <a:lnTo>
                  <a:pt x="1741785" y="888932"/>
                </a:lnTo>
                <a:moveTo>
                  <a:pt x="1739982" y="269922"/>
                </a:moveTo>
                <a:lnTo>
                  <a:pt x="1819013" y="355190"/>
                </a:lnTo>
                <a:moveTo>
                  <a:pt x="1163246" y="476963"/>
                </a:moveTo>
                <a:lnTo>
                  <a:pt x="1226689" y="405254"/>
                </a:lnTo>
                <a:moveTo>
                  <a:pt x="1323820" y="281554"/>
                </a:moveTo>
                <a:lnTo>
                  <a:pt x="1421483" y="329121"/>
                </a:lnTo>
                <a:moveTo>
                  <a:pt x="1896956" y="799822"/>
                </a:moveTo>
                <a:lnTo>
                  <a:pt x="1863712" y="874946"/>
                </a:lnTo>
                <a:moveTo>
                  <a:pt x="1681942" y="768948"/>
                </a:moveTo>
                <a:lnTo>
                  <a:pt x="1863712" y="874946"/>
                </a:lnTo>
                <a:moveTo>
                  <a:pt x="1681942" y="768948"/>
                </a:moveTo>
                <a:lnTo>
                  <a:pt x="1896956" y="799822"/>
                </a:lnTo>
                <a:moveTo>
                  <a:pt x="1660280" y="739748"/>
                </a:moveTo>
                <a:lnTo>
                  <a:pt x="1681942" y="768948"/>
                </a:lnTo>
                <a:moveTo>
                  <a:pt x="1851177" y="711605"/>
                </a:moveTo>
                <a:lnTo>
                  <a:pt x="1896956" y="799822"/>
                </a:lnTo>
                <a:moveTo>
                  <a:pt x="1685421" y="743864"/>
                </a:moveTo>
                <a:lnTo>
                  <a:pt x="1896956" y="799822"/>
                </a:lnTo>
                <a:moveTo>
                  <a:pt x="1660280" y="739748"/>
                </a:moveTo>
                <a:lnTo>
                  <a:pt x="1685421" y="743864"/>
                </a:lnTo>
                <a:moveTo>
                  <a:pt x="213839" y="748609"/>
                </a:moveTo>
                <a:lnTo>
                  <a:pt x="326871" y="683494"/>
                </a:lnTo>
                <a:moveTo>
                  <a:pt x="1681942" y="768948"/>
                </a:moveTo>
                <a:lnTo>
                  <a:pt x="1685421" y="743864"/>
                </a:lnTo>
                <a:moveTo>
                  <a:pt x="1006577" y="347401"/>
                </a:moveTo>
                <a:lnTo>
                  <a:pt x="1008002" y="330901"/>
                </a:lnTo>
                <a:moveTo>
                  <a:pt x="1031155" y="477473"/>
                </a:moveTo>
                <a:lnTo>
                  <a:pt x="1015904" y="571282"/>
                </a:lnTo>
                <a:moveTo>
                  <a:pt x="1031155" y="477473"/>
                </a:moveTo>
                <a:lnTo>
                  <a:pt x="1017325" y="572732"/>
                </a:lnTo>
                <a:moveTo>
                  <a:pt x="1685421" y="743864"/>
                </a:moveTo>
                <a:lnTo>
                  <a:pt x="1851177" y="711605"/>
                </a:lnTo>
                <a:moveTo>
                  <a:pt x="1323820" y="281554"/>
                </a:moveTo>
                <a:lnTo>
                  <a:pt x="1322975" y="445534"/>
                </a:lnTo>
                <a:moveTo>
                  <a:pt x="249607" y="791098"/>
                </a:moveTo>
                <a:lnTo>
                  <a:pt x="326871" y="683494"/>
                </a:lnTo>
                <a:moveTo>
                  <a:pt x="1006577" y="347401"/>
                </a:moveTo>
                <a:lnTo>
                  <a:pt x="1012209" y="337640"/>
                </a:lnTo>
                <a:moveTo>
                  <a:pt x="1008002" y="330901"/>
                </a:moveTo>
                <a:lnTo>
                  <a:pt x="1090776" y="155262"/>
                </a:lnTo>
                <a:moveTo>
                  <a:pt x="1126356" y="512011"/>
                </a:moveTo>
                <a:lnTo>
                  <a:pt x="1163246" y="476963"/>
                </a:lnTo>
                <a:moveTo>
                  <a:pt x="1819013" y="355190"/>
                </a:moveTo>
                <a:lnTo>
                  <a:pt x="1851198" y="389216"/>
                </a:lnTo>
                <a:moveTo>
                  <a:pt x="1421483" y="329121"/>
                </a:moveTo>
                <a:lnTo>
                  <a:pt x="1522777" y="227452"/>
                </a:lnTo>
                <a:moveTo>
                  <a:pt x="1008002" y="330901"/>
                </a:moveTo>
                <a:lnTo>
                  <a:pt x="1012209" y="337640"/>
                </a:lnTo>
                <a:moveTo>
                  <a:pt x="1090776" y="155262"/>
                </a:moveTo>
                <a:lnTo>
                  <a:pt x="1012209" y="337640"/>
                </a:lnTo>
                <a:moveTo>
                  <a:pt x="1524126" y="795150"/>
                </a:moveTo>
                <a:lnTo>
                  <a:pt x="1660280" y="739748"/>
                </a:lnTo>
                <a:moveTo>
                  <a:pt x="1624711" y="297623"/>
                </a:moveTo>
                <a:lnTo>
                  <a:pt x="1739982" y="269922"/>
                </a:lnTo>
                <a:moveTo>
                  <a:pt x="1090776" y="155262"/>
                </a:moveTo>
                <a:lnTo>
                  <a:pt x="1101426" y="150267"/>
                </a:lnTo>
                <a:moveTo>
                  <a:pt x="1739982" y="269922"/>
                </a:moveTo>
                <a:lnTo>
                  <a:pt x="1713851" y="426026"/>
                </a:lnTo>
                <a:moveTo>
                  <a:pt x="991521" y="476214"/>
                </a:moveTo>
                <a:lnTo>
                  <a:pt x="1015904" y="571282"/>
                </a:lnTo>
                <a:moveTo>
                  <a:pt x="1226689" y="405254"/>
                </a:moveTo>
                <a:lnTo>
                  <a:pt x="1322975" y="445534"/>
                </a:lnTo>
                <a:moveTo>
                  <a:pt x="326871" y="683494"/>
                </a:moveTo>
                <a:lnTo>
                  <a:pt x="363485" y="794295"/>
                </a:lnTo>
                <a:moveTo>
                  <a:pt x="1012209" y="337640"/>
                </a:moveTo>
                <a:lnTo>
                  <a:pt x="1101426" y="150267"/>
                </a:lnTo>
                <a:moveTo>
                  <a:pt x="364793" y="616657"/>
                </a:moveTo>
                <a:lnTo>
                  <a:pt x="326871" y="683494"/>
                </a:lnTo>
                <a:moveTo>
                  <a:pt x="1522777" y="227452"/>
                </a:moveTo>
                <a:lnTo>
                  <a:pt x="1624711" y="297623"/>
                </a:lnTo>
                <a:moveTo>
                  <a:pt x="1713851" y="426026"/>
                </a:moveTo>
                <a:lnTo>
                  <a:pt x="1819013" y="355190"/>
                </a:lnTo>
                <a:moveTo>
                  <a:pt x="1163246" y="476963"/>
                </a:moveTo>
                <a:lnTo>
                  <a:pt x="1179599" y="529594"/>
                </a:lnTo>
                <a:moveTo>
                  <a:pt x="1660280" y="739748"/>
                </a:moveTo>
                <a:lnTo>
                  <a:pt x="1656567" y="628018"/>
                </a:lnTo>
                <a:moveTo>
                  <a:pt x="1654748" y="628396"/>
                </a:moveTo>
                <a:lnTo>
                  <a:pt x="1660280" y="739748"/>
                </a:lnTo>
                <a:moveTo>
                  <a:pt x="1747801" y="479757"/>
                </a:moveTo>
                <a:lnTo>
                  <a:pt x="1851198" y="389216"/>
                </a:lnTo>
                <a:moveTo>
                  <a:pt x="1713851" y="426026"/>
                </a:moveTo>
                <a:lnTo>
                  <a:pt x="1851198" y="389216"/>
                </a:lnTo>
                <a:moveTo>
                  <a:pt x="1522777" y="227452"/>
                </a:moveTo>
                <a:lnTo>
                  <a:pt x="1525544" y="410550"/>
                </a:lnTo>
                <a:moveTo>
                  <a:pt x="1006577" y="347401"/>
                </a:moveTo>
                <a:lnTo>
                  <a:pt x="1015904" y="571282"/>
                </a:lnTo>
                <a:moveTo>
                  <a:pt x="1656567" y="628018"/>
                </a:moveTo>
                <a:lnTo>
                  <a:pt x="1851177" y="711605"/>
                </a:lnTo>
                <a:moveTo>
                  <a:pt x="1656567" y="628018"/>
                </a:moveTo>
                <a:lnTo>
                  <a:pt x="1685421" y="743864"/>
                </a:lnTo>
                <a:moveTo>
                  <a:pt x="1126356" y="512011"/>
                </a:moveTo>
                <a:lnTo>
                  <a:pt x="1179599" y="529594"/>
                </a:lnTo>
                <a:moveTo>
                  <a:pt x="1322975" y="445534"/>
                </a:moveTo>
                <a:lnTo>
                  <a:pt x="1421483" y="329121"/>
                </a:lnTo>
                <a:moveTo>
                  <a:pt x="1226689" y="405254"/>
                </a:moveTo>
                <a:lnTo>
                  <a:pt x="1217407" y="524584"/>
                </a:lnTo>
                <a:moveTo>
                  <a:pt x="1015904" y="571282"/>
                </a:moveTo>
                <a:lnTo>
                  <a:pt x="1012209" y="337640"/>
                </a:lnTo>
                <a:moveTo>
                  <a:pt x="1017325" y="572732"/>
                </a:moveTo>
                <a:lnTo>
                  <a:pt x="1126356" y="512011"/>
                </a:lnTo>
                <a:moveTo>
                  <a:pt x="1016850" y="570220"/>
                </a:moveTo>
                <a:lnTo>
                  <a:pt x="1012209" y="337640"/>
                </a:lnTo>
                <a:moveTo>
                  <a:pt x="1524126" y="795150"/>
                </a:moveTo>
                <a:lnTo>
                  <a:pt x="1654748" y="628396"/>
                </a:lnTo>
                <a:moveTo>
                  <a:pt x="1163246" y="476963"/>
                </a:moveTo>
                <a:lnTo>
                  <a:pt x="1217407" y="524584"/>
                </a:lnTo>
                <a:moveTo>
                  <a:pt x="1624711" y="297623"/>
                </a:moveTo>
                <a:lnTo>
                  <a:pt x="1713851" y="426026"/>
                </a:lnTo>
                <a:moveTo>
                  <a:pt x="1421483" y="329121"/>
                </a:moveTo>
                <a:lnTo>
                  <a:pt x="1525544" y="410550"/>
                </a:lnTo>
                <a:moveTo>
                  <a:pt x="1012209" y="337640"/>
                </a:moveTo>
                <a:lnTo>
                  <a:pt x="1095692" y="349732"/>
                </a:lnTo>
                <a:moveTo>
                  <a:pt x="1713851" y="426026"/>
                </a:moveTo>
                <a:lnTo>
                  <a:pt x="1747801" y="479757"/>
                </a:lnTo>
                <a:moveTo>
                  <a:pt x="1012209" y="337640"/>
                </a:moveTo>
                <a:lnTo>
                  <a:pt x="1055679" y="412281"/>
                </a:lnTo>
                <a:moveTo>
                  <a:pt x="1095692" y="349732"/>
                </a:moveTo>
                <a:lnTo>
                  <a:pt x="1101426" y="150267"/>
                </a:lnTo>
                <a:moveTo>
                  <a:pt x="1747801" y="479757"/>
                </a:moveTo>
                <a:lnTo>
                  <a:pt x="1656567" y="628018"/>
                </a:lnTo>
                <a:moveTo>
                  <a:pt x="1654748" y="628396"/>
                </a:moveTo>
                <a:lnTo>
                  <a:pt x="1747801" y="479757"/>
                </a:lnTo>
                <a:moveTo>
                  <a:pt x="1654748" y="628396"/>
                </a:moveTo>
                <a:lnTo>
                  <a:pt x="1713851" y="426026"/>
                </a:lnTo>
                <a:moveTo>
                  <a:pt x="1101426" y="150267"/>
                </a:moveTo>
                <a:lnTo>
                  <a:pt x="1145851" y="219069"/>
                </a:lnTo>
                <a:moveTo>
                  <a:pt x="1017325" y="572732"/>
                </a:moveTo>
                <a:lnTo>
                  <a:pt x="1179599" y="529594"/>
                </a:lnTo>
                <a:moveTo>
                  <a:pt x="1016850" y="570220"/>
                </a:moveTo>
                <a:lnTo>
                  <a:pt x="1179599" y="529594"/>
                </a:lnTo>
                <a:moveTo>
                  <a:pt x="1525544" y="410550"/>
                </a:moveTo>
                <a:lnTo>
                  <a:pt x="1624711" y="297623"/>
                </a:lnTo>
                <a:moveTo>
                  <a:pt x="1021141" y="573890"/>
                </a:moveTo>
                <a:lnTo>
                  <a:pt x="1179599" y="529594"/>
                </a:lnTo>
                <a:moveTo>
                  <a:pt x="1654748" y="628396"/>
                </a:moveTo>
                <a:lnTo>
                  <a:pt x="1656567" y="628018"/>
                </a:lnTo>
                <a:moveTo>
                  <a:pt x="1654748" y="628396"/>
                </a:moveTo>
                <a:lnTo>
                  <a:pt x="1652426" y="630710"/>
                </a:lnTo>
                <a:moveTo>
                  <a:pt x="1015904" y="571282"/>
                </a:moveTo>
                <a:lnTo>
                  <a:pt x="1017325" y="572732"/>
                </a:lnTo>
                <a:moveTo>
                  <a:pt x="1015904" y="571282"/>
                </a:moveTo>
                <a:lnTo>
                  <a:pt x="1016066" y="572630"/>
                </a:lnTo>
                <a:moveTo>
                  <a:pt x="1015904" y="571282"/>
                </a:moveTo>
                <a:lnTo>
                  <a:pt x="1016850" y="570220"/>
                </a:lnTo>
                <a:moveTo>
                  <a:pt x="1016066" y="572630"/>
                </a:moveTo>
                <a:lnTo>
                  <a:pt x="1017325" y="572732"/>
                </a:lnTo>
                <a:moveTo>
                  <a:pt x="1016066" y="572630"/>
                </a:moveTo>
                <a:lnTo>
                  <a:pt x="1016850" y="570220"/>
                </a:lnTo>
                <a:moveTo>
                  <a:pt x="1017325" y="572732"/>
                </a:moveTo>
                <a:lnTo>
                  <a:pt x="1021141" y="573890"/>
                </a:lnTo>
                <a:moveTo>
                  <a:pt x="1016066" y="572630"/>
                </a:moveTo>
                <a:lnTo>
                  <a:pt x="1021141" y="573890"/>
                </a:lnTo>
                <a:moveTo>
                  <a:pt x="1016850" y="570220"/>
                </a:moveTo>
                <a:lnTo>
                  <a:pt x="1021141" y="573890"/>
                </a:lnTo>
                <a:moveTo>
                  <a:pt x="1421483" y="329121"/>
                </a:moveTo>
                <a:lnTo>
                  <a:pt x="1422346" y="502142"/>
                </a:lnTo>
                <a:moveTo>
                  <a:pt x="1624711" y="297623"/>
                </a:moveTo>
                <a:lnTo>
                  <a:pt x="1594459" y="489776"/>
                </a:lnTo>
                <a:moveTo>
                  <a:pt x="1594459" y="489776"/>
                </a:moveTo>
                <a:lnTo>
                  <a:pt x="1713851" y="426026"/>
                </a:lnTo>
                <a:moveTo>
                  <a:pt x="1217407" y="524584"/>
                </a:moveTo>
                <a:lnTo>
                  <a:pt x="1322975" y="445534"/>
                </a:lnTo>
                <a:moveTo>
                  <a:pt x="1179599" y="529594"/>
                </a:moveTo>
                <a:lnTo>
                  <a:pt x="1217407" y="524584"/>
                </a:lnTo>
                <a:moveTo>
                  <a:pt x="1594459" y="489776"/>
                </a:moveTo>
                <a:lnTo>
                  <a:pt x="1654748" y="628396"/>
                </a:lnTo>
                <a:moveTo>
                  <a:pt x="1594459" y="489776"/>
                </a:moveTo>
                <a:lnTo>
                  <a:pt x="1652426" y="630710"/>
                </a:lnTo>
                <a:moveTo>
                  <a:pt x="1016850" y="570220"/>
                </a:moveTo>
                <a:lnTo>
                  <a:pt x="1055679" y="412281"/>
                </a:lnTo>
                <a:moveTo>
                  <a:pt x="1322975" y="445534"/>
                </a:moveTo>
                <a:lnTo>
                  <a:pt x="1422346" y="502142"/>
                </a:lnTo>
                <a:moveTo>
                  <a:pt x="1525544" y="410550"/>
                </a:moveTo>
                <a:lnTo>
                  <a:pt x="1594459" y="489776"/>
                </a:lnTo>
                <a:moveTo>
                  <a:pt x="1055679" y="412281"/>
                </a:moveTo>
                <a:lnTo>
                  <a:pt x="1095692" y="349732"/>
                </a:lnTo>
                <a:moveTo>
                  <a:pt x="1095692" y="349732"/>
                </a:moveTo>
                <a:lnTo>
                  <a:pt x="1145851" y="219069"/>
                </a:lnTo>
                <a:moveTo>
                  <a:pt x="1422346" y="502142"/>
                </a:moveTo>
                <a:lnTo>
                  <a:pt x="1525544" y="410550"/>
                </a:lnTo>
                <a:moveTo>
                  <a:pt x="1593927" y="534133"/>
                </a:moveTo>
                <a:lnTo>
                  <a:pt x="1652426" y="630710"/>
                </a:lnTo>
                <a:moveTo>
                  <a:pt x="1525544" y="410550"/>
                </a:moveTo>
                <a:lnTo>
                  <a:pt x="1593927" y="534133"/>
                </a:lnTo>
                <a:moveTo>
                  <a:pt x="1593927" y="534133"/>
                </a:moveTo>
                <a:lnTo>
                  <a:pt x="1594459" y="489776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DB1B2CDD-DCA4-4EC7-A8E5-260256BEF6BD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2692" y="686462"/>
                </a:moveTo>
                <a:lnTo>
                  <a:pt x="2362361" y="5865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FEFDE532-BE40-4DCD-9C97-E59D42A73080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9178" y="572033"/>
                </a:moveTo>
                <a:lnTo>
                  <a:pt x="883237" y="6377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86BF6446-CB60-4A49-B28C-BC48F5FA95FF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780" y="892505"/>
                </a:moveTo>
                <a:lnTo>
                  <a:pt x="2222692" y="6864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DCEC6B4B-875D-4EF2-8A90-D90892F71133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116" y="731932"/>
                </a:moveTo>
                <a:lnTo>
                  <a:pt x="403516" y="5746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52BE71AA-323E-401A-A453-882413D9ACE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2692" y="686462"/>
                </a:moveTo>
                <a:lnTo>
                  <a:pt x="2079954" y="5810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35793EFF-E301-4DAE-843B-77426A235E5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145" y="1010051"/>
                </a:moveTo>
                <a:lnTo>
                  <a:pt x="2238780" y="892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A78B2B93-EE26-4877-AB30-F17AD6E3820E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116" y="731932"/>
                </a:moveTo>
                <a:lnTo>
                  <a:pt x="383960" y="939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36910F9A-9C8B-4B31-A432-B838D26FB45C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9178" y="572033"/>
                </a:moveTo>
                <a:lnTo>
                  <a:pt x="758303" y="36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E504D074-F73A-4687-A4B8-66D8C83F3DEB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145" y="1010051"/>
                </a:moveTo>
                <a:lnTo>
                  <a:pt x="2123096" y="11885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91450781-A1E3-4BB1-9392-EA4098996433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9544" y="201531"/>
                </a:moveTo>
                <a:lnTo>
                  <a:pt x="1412280" y="3485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76E7A057-5A3B-4F79-9184-F31520DABBBB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9178" y="572033"/>
                </a:moveTo>
                <a:lnTo>
                  <a:pt x="657155" y="7309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B810957C-507F-4620-8711-9972D2F74CD1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9954" y="581075"/>
                </a:moveTo>
                <a:lnTo>
                  <a:pt x="1941208" y="6973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1BBC3266-A31D-4FBA-92D9-A5F2B399C3D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7155" y="730906"/>
                </a:moveTo>
                <a:lnTo>
                  <a:pt x="420116" y="7319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ED5DE4A6-9225-42B4-9F9D-CD1C85445F6F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6547" y="901776"/>
                </a:moveTo>
                <a:lnTo>
                  <a:pt x="2105145" y="1010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C6AD7C1D-F5B0-44F7-8067-108211B4B244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280" y="348519"/>
                </a:moveTo>
                <a:lnTo>
                  <a:pt x="1632484" y="3383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BFC05084-A7A0-4C33-9302-5325C25748A9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566" y="602233"/>
                </a:moveTo>
                <a:lnTo>
                  <a:pt x="809178" y="5720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022C4CA7-8605-4F83-B18B-927226071D1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208" y="697319"/>
                </a:moveTo>
                <a:lnTo>
                  <a:pt x="1946547" y="9017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6829EAE6-0881-443E-BFF8-7881B8BD72A7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116" y="731932"/>
                </a:moveTo>
                <a:lnTo>
                  <a:pt x="319987" y="6733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B41D18FE-A038-4123-A44D-F800F54C99FD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2484" y="338356"/>
                </a:moveTo>
                <a:lnTo>
                  <a:pt x="1718275" y="4343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5BC60C4A-CBC2-440D-BC65-180523D4574C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208" y="697319"/>
                </a:moveTo>
                <a:lnTo>
                  <a:pt x="1775995" y="642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FDD818D0-75D0-495A-A270-B9F35F060B3B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7494" y="977261"/>
                </a:moveTo>
                <a:lnTo>
                  <a:pt x="1946547" y="9017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9ED2DBED-E72E-4B08-B783-A17608EA7D9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495" y="320352"/>
                </a:moveTo>
                <a:lnTo>
                  <a:pt x="1412280" y="3485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68CE2EC3-33A7-40E2-B5B5-087D0FB5111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8275" y="434312"/>
                </a:moveTo>
                <a:lnTo>
                  <a:pt x="1775995" y="642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30909FAA-BFAF-47F4-AD56-224CCCA3D14E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389" y="731838"/>
                </a:moveTo>
                <a:lnTo>
                  <a:pt x="1012566" y="6022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B98ED022-7076-4413-878F-4295D5C107D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95" y="642496"/>
                </a:moveTo>
                <a:lnTo>
                  <a:pt x="1685235" y="8171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5002D9C2-6722-4236-8259-744F20C69B5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5235" y="817127"/>
                </a:moveTo>
                <a:lnTo>
                  <a:pt x="1787494" y="97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A30C05C8-87F7-4A04-8E37-2F2512C4860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8275" y="434312"/>
                </a:moveTo>
                <a:lnTo>
                  <a:pt x="1583470" y="4188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5BFC558A-8A79-40CE-8593-64A1EEDB67D0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389" y="731838"/>
                </a:moveTo>
                <a:lnTo>
                  <a:pt x="1078310" y="9406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AA6BF288-4A4E-4307-B799-D252A6AA01C4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3470" y="418817"/>
                </a:moveTo>
                <a:lnTo>
                  <a:pt x="1412495" y="3203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9D9E560E-6EB3-4E94-BAFD-FFA6D7B3A49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495" y="320352"/>
                </a:moveTo>
                <a:lnTo>
                  <a:pt x="1227323" y="4070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26D9E782-0335-4B8E-9664-17FAD37E4CE4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732" y="618170"/>
                </a:moveTo>
                <a:lnTo>
                  <a:pt x="1051389" y="731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00B0CF76-FD71-424A-A806-78618A8E03FC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323" y="407022"/>
                </a:moveTo>
                <a:lnTo>
                  <a:pt x="1240732" y="6181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508F58EC-9088-4D92-A3AA-51A7CBFB9E1D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389" y="731838"/>
                </a:moveTo>
                <a:lnTo>
                  <a:pt x="891364" y="697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4EBD9FB8-531D-4E4F-B462-9F7BD6BEA724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340" y="736258"/>
                </a:moveTo>
                <a:lnTo>
                  <a:pt x="410275" y="5641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2F4F7A11-3E8C-40A0-889E-5C143E5655F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340" y="736258"/>
                </a:moveTo>
                <a:lnTo>
                  <a:pt x="355969" y="9261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07B7116E-88B3-4A8A-A063-8B420B0B19CE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2112" y="598851"/>
                </a:moveTo>
                <a:lnTo>
                  <a:pt x="2417717" y="4764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C2C905A9-3DA0-463C-BE15-C7387A6228A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891" y="591760"/>
                </a:moveTo>
                <a:lnTo>
                  <a:pt x="816102" y="5084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10DE845F-ECB7-4579-8756-3EDD285A14A3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199" y="797836"/>
                </a:moveTo>
                <a:lnTo>
                  <a:pt x="2282112" y="5988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B84B6E6B-9A11-43D0-BD25-9E19FBBBCF17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6021" y="943359"/>
                </a:moveTo>
                <a:lnTo>
                  <a:pt x="2306199" y="7978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7413F25C-2E39-455B-B1B2-B4B13ECDAD33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6021" y="943359"/>
                </a:moveTo>
                <a:lnTo>
                  <a:pt x="2212056" y="11218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E865A22B-722C-4CBC-B43C-24D8234B2E7C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9159" y="758542"/>
                </a:moveTo>
                <a:lnTo>
                  <a:pt x="404340" y="7362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A8000881-7EEC-4421-9196-E585E2D0B361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2112" y="598851"/>
                </a:moveTo>
                <a:lnTo>
                  <a:pt x="2128212" y="53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A4B7924F-0F25-492C-9542-788D280E09ED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340" y="736258"/>
                </a:moveTo>
                <a:lnTo>
                  <a:pt x="253348" y="7075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22BCF35F-600A-4E63-9CFB-EDD5060828ED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891" y="591760"/>
                </a:moveTo>
                <a:lnTo>
                  <a:pt x="619159" y="7585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425111D7-09B9-42C1-90A0-94A3B3FF3C57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7473" y="873349"/>
                </a:moveTo>
                <a:lnTo>
                  <a:pt x="2186021" y="943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AE114CB4-6D66-41BE-984A-A3883DDE9EB7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095" y="683712"/>
                </a:moveTo>
                <a:lnTo>
                  <a:pt x="784891" y="5917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81BFB757-AD87-42DC-99F7-CD92E76ED21E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212" y="536737"/>
                </a:moveTo>
                <a:lnTo>
                  <a:pt x="2000649" y="6742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86EE928C-43E7-40E9-ABAF-265AB74A567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636" y="163111"/>
                </a:moveTo>
                <a:lnTo>
                  <a:pt x="1423953" y="34375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808F0EF7-7F6F-4996-9EB2-CEC0E73BCAA2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891" y="591760"/>
                </a:moveTo>
                <a:lnTo>
                  <a:pt x="712090" y="4347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258D5C34-8387-4CB9-A4BA-5A354186341C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953" y="343752"/>
                </a:moveTo>
                <a:lnTo>
                  <a:pt x="1640824" y="3747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ECF24721-A70D-457B-BE52-54E0A4C6880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649" y="674260"/>
                </a:moveTo>
                <a:lnTo>
                  <a:pt x="2027473" y="8733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9126D22F-C5A9-43A5-BE49-B2E5FD96142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9713" y="967821"/>
                </a:moveTo>
                <a:lnTo>
                  <a:pt x="2027473" y="8733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D8DDBF0F-9B65-4F69-8564-39036B938A40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649" y="674260"/>
                </a:moveTo>
                <a:lnTo>
                  <a:pt x="1833399" y="6472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8757B23E-735D-4846-9E8D-CA8A25A2495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824" y="374765"/>
                </a:moveTo>
                <a:lnTo>
                  <a:pt x="1720295" y="4672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0276ACD7-62D9-49B0-841C-C2D168CBF240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0" y="796199"/>
                </a:moveTo>
                <a:lnTo>
                  <a:pt x="986095" y="6837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2DB8F97A-BA76-4477-A58D-19D1286BE62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7137" y="373867"/>
                </a:moveTo>
                <a:lnTo>
                  <a:pt x="1423953" y="34375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187EC457-30D8-4FD1-A117-DCE609A6143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295" y="467224"/>
                </a:moveTo>
                <a:lnTo>
                  <a:pt x="1833399" y="6472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B882B713-282D-4E15-BE32-67B3496834F4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2100" y="827897"/>
                </a:moveTo>
                <a:lnTo>
                  <a:pt x="1879713" y="9678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052F619E-F5AA-439B-A738-F2F0EF05FE7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3399" y="647293"/>
                </a:moveTo>
                <a:lnTo>
                  <a:pt x="1762100" y="8278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40E8C2EA-ACA1-4B3F-AEB0-0A436F41318B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0" y="796199"/>
                </a:moveTo>
                <a:lnTo>
                  <a:pt x="1102223" y="10012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BC56B75E-7360-498F-B629-AA581CDD2D0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295" y="467224"/>
                </a:moveTo>
                <a:lnTo>
                  <a:pt x="1561249" y="4939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C4479BEB-5857-41C9-A174-B0F66F91F12F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966" y="674359"/>
                </a:moveTo>
                <a:lnTo>
                  <a:pt x="1055040" y="7961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12F83AD4-0ACA-4778-8130-A494DEA1B75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7137" y="373867"/>
                </a:moveTo>
                <a:lnTo>
                  <a:pt x="1197672" y="458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F530FBF0-5C8D-4C56-9E6B-6CCC2634F17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1249" y="493951"/>
                </a:moveTo>
                <a:lnTo>
                  <a:pt x="1397137" y="3738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FD34C4C5-97FF-4D43-A344-48570FAC7BBF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0" y="796199"/>
                </a:moveTo>
                <a:lnTo>
                  <a:pt x="885941" y="7733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BA688DE3-64EB-4B6D-88BE-922F5F8BA627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7672" y="458510"/>
                </a:moveTo>
                <a:lnTo>
                  <a:pt x="1227966" y="674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9901FA8E-5E88-4537-B20A-590FB0F95CE5}"/>
              </a:ext>
            </a:extLst>
          </p:cNvPr>
          <p:cNvSpPr>
            <a:spLocks/>
          </p:cNvSpPr>
          <p:nvPr/>
        </p:nvSpPr>
        <p:spPr>
          <a:xfrm>
            <a:off x="4527843" y="937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810A0668-63C7-4EE2-A4A8-C08B4AA852BE}"/>
              </a:ext>
            </a:extLst>
          </p:cNvPr>
          <p:cNvSpPr>
            <a:spLocks/>
          </p:cNvSpPr>
          <p:nvPr/>
        </p:nvSpPr>
        <p:spPr>
          <a:xfrm>
            <a:off x="4608161" y="11181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B63916A2-D210-4E98-BA27-A26DCD74BD98}"/>
              </a:ext>
            </a:extLst>
          </p:cNvPr>
          <p:cNvSpPr>
            <a:spLocks/>
          </p:cNvSpPr>
          <p:nvPr/>
        </p:nvSpPr>
        <p:spPr>
          <a:xfrm>
            <a:off x="4825032" y="1149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BE357628-452B-425F-8F8C-2843F6E3D15E}"/>
              </a:ext>
            </a:extLst>
          </p:cNvPr>
          <p:cNvSpPr>
            <a:spLocks/>
          </p:cNvSpPr>
          <p:nvPr/>
        </p:nvSpPr>
        <p:spPr>
          <a:xfrm>
            <a:off x="4904503" y="12416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88A027E5-3715-4236-888B-F1A26DE04E4D}"/>
              </a:ext>
            </a:extLst>
          </p:cNvPr>
          <p:cNvSpPr>
            <a:spLocks/>
          </p:cNvSpPr>
          <p:nvPr/>
        </p:nvSpPr>
        <p:spPr>
          <a:xfrm>
            <a:off x="5017607" y="14216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3049A408-09D4-45C2-B5A0-7C7C09982F79}"/>
              </a:ext>
            </a:extLst>
          </p:cNvPr>
          <p:cNvSpPr>
            <a:spLocks/>
          </p:cNvSpPr>
          <p:nvPr/>
        </p:nvSpPr>
        <p:spPr>
          <a:xfrm>
            <a:off x="4946307" y="160227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1FD06C0E-7E8C-46CA-BECC-111EAD54FF27}"/>
              </a:ext>
            </a:extLst>
          </p:cNvPr>
          <p:cNvSpPr>
            <a:spLocks/>
          </p:cNvSpPr>
          <p:nvPr/>
        </p:nvSpPr>
        <p:spPr>
          <a:xfrm>
            <a:off x="5063921" y="17422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7E36027F-5A63-456C-ACC7-F6A2A99162B8}"/>
              </a:ext>
            </a:extLst>
          </p:cNvPr>
          <p:cNvSpPr>
            <a:spLocks/>
          </p:cNvSpPr>
          <p:nvPr/>
        </p:nvSpPr>
        <p:spPr>
          <a:xfrm>
            <a:off x="5211681" y="16477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1A0D8618-2751-4088-8898-39A5907C78D7}"/>
              </a:ext>
            </a:extLst>
          </p:cNvPr>
          <p:cNvSpPr>
            <a:spLocks/>
          </p:cNvSpPr>
          <p:nvPr/>
        </p:nvSpPr>
        <p:spPr>
          <a:xfrm>
            <a:off x="5370228" y="17177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BBCDC107-74EB-4DB1-90B0-C1BED7DC7533}"/>
              </a:ext>
            </a:extLst>
          </p:cNvPr>
          <p:cNvSpPr>
            <a:spLocks/>
          </p:cNvSpPr>
          <p:nvPr/>
        </p:nvSpPr>
        <p:spPr>
          <a:xfrm>
            <a:off x="5396263" y="18962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368D5B30-B50E-450E-BC7D-6AF300EF409D}"/>
              </a:ext>
            </a:extLst>
          </p:cNvPr>
          <p:cNvSpPr>
            <a:spLocks/>
          </p:cNvSpPr>
          <p:nvPr/>
        </p:nvSpPr>
        <p:spPr>
          <a:xfrm>
            <a:off x="5490407" y="15722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46C381E3-317B-4333-AAED-760344C52964}"/>
              </a:ext>
            </a:extLst>
          </p:cNvPr>
          <p:cNvSpPr>
            <a:spLocks/>
          </p:cNvSpPr>
          <p:nvPr/>
        </p:nvSpPr>
        <p:spPr>
          <a:xfrm>
            <a:off x="5466320" y="13732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6FE5E8B7-084D-4866-BF90-347CC669ABC5}"/>
              </a:ext>
            </a:extLst>
          </p:cNvPr>
          <p:cNvSpPr>
            <a:spLocks/>
          </p:cNvSpPr>
          <p:nvPr/>
        </p:nvSpPr>
        <p:spPr>
          <a:xfrm>
            <a:off x="5601924" y="12507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992C754B-66B8-4118-8A55-7FC2E2F47708}"/>
              </a:ext>
            </a:extLst>
          </p:cNvPr>
          <p:cNvSpPr>
            <a:spLocks/>
          </p:cNvSpPr>
          <p:nvPr/>
        </p:nvSpPr>
        <p:spPr>
          <a:xfrm>
            <a:off x="5312419" y="131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F1580225-261D-48D0-90D7-80897D626523}"/>
              </a:ext>
            </a:extLst>
          </p:cNvPr>
          <p:cNvSpPr>
            <a:spLocks/>
          </p:cNvSpPr>
          <p:nvPr/>
        </p:nvSpPr>
        <p:spPr>
          <a:xfrm>
            <a:off x="5184857" y="14486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C02A9C5E-C834-4D4F-92F5-0DC70C9B6CD9}"/>
              </a:ext>
            </a:extLst>
          </p:cNvPr>
          <p:cNvSpPr>
            <a:spLocks/>
          </p:cNvSpPr>
          <p:nvPr/>
        </p:nvSpPr>
        <p:spPr>
          <a:xfrm>
            <a:off x="4745457" y="12683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37825B60-F888-47F9-A375-7002A6027A30}"/>
              </a:ext>
            </a:extLst>
          </p:cNvPr>
          <p:cNvSpPr>
            <a:spLocks/>
          </p:cNvSpPr>
          <p:nvPr/>
        </p:nvSpPr>
        <p:spPr>
          <a:xfrm>
            <a:off x="4581344" y="1148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984CC992-580B-4829-AD4E-725B211E65EA}"/>
              </a:ext>
            </a:extLst>
          </p:cNvPr>
          <p:cNvSpPr>
            <a:spLocks/>
          </p:cNvSpPr>
          <p:nvPr/>
        </p:nvSpPr>
        <p:spPr>
          <a:xfrm>
            <a:off x="4381880" y="12328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96876F2A-4F13-4430-9B9F-86FAA25942C4}"/>
              </a:ext>
            </a:extLst>
          </p:cNvPr>
          <p:cNvSpPr>
            <a:spLocks/>
          </p:cNvSpPr>
          <p:nvPr/>
        </p:nvSpPr>
        <p:spPr>
          <a:xfrm>
            <a:off x="4412173" y="14487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CF9EC7E6-3A08-49AB-B49A-7C11B568577E}"/>
              </a:ext>
            </a:extLst>
          </p:cNvPr>
          <p:cNvSpPr>
            <a:spLocks/>
          </p:cNvSpPr>
          <p:nvPr/>
        </p:nvSpPr>
        <p:spPr>
          <a:xfrm>
            <a:off x="4239247" y="15705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B0B4030D-C51B-4770-9EE4-F2D737E44947}"/>
              </a:ext>
            </a:extLst>
          </p:cNvPr>
          <p:cNvSpPr>
            <a:spLocks/>
          </p:cNvSpPr>
          <p:nvPr/>
        </p:nvSpPr>
        <p:spPr>
          <a:xfrm>
            <a:off x="4286430" y="17756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18CB8DAE-0C73-46D3-B46D-67A62C221C05}"/>
              </a:ext>
            </a:extLst>
          </p:cNvPr>
          <p:cNvSpPr>
            <a:spLocks/>
          </p:cNvSpPr>
          <p:nvPr/>
        </p:nvSpPr>
        <p:spPr>
          <a:xfrm>
            <a:off x="4070148" y="15476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49CED75F-5A14-41BA-B698-EF06BA4BA2E6}"/>
              </a:ext>
            </a:extLst>
          </p:cNvPr>
          <p:cNvSpPr>
            <a:spLocks/>
          </p:cNvSpPr>
          <p:nvPr/>
        </p:nvSpPr>
        <p:spPr>
          <a:xfrm>
            <a:off x="4170303" y="14580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93D2D654-A16A-4107-AE36-CC173659FF66}"/>
              </a:ext>
            </a:extLst>
          </p:cNvPr>
          <p:cNvSpPr>
            <a:spLocks/>
          </p:cNvSpPr>
          <p:nvPr/>
        </p:nvSpPr>
        <p:spPr>
          <a:xfrm>
            <a:off x="3969099" y="13661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2EE439F3-02D6-41C1-AFD3-6FBF390388EA}"/>
              </a:ext>
            </a:extLst>
          </p:cNvPr>
          <p:cNvSpPr>
            <a:spLocks/>
          </p:cNvSpPr>
          <p:nvPr/>
        </p:nvSpPr>
        <p:spPr>
          <a:xfrm>
            <a:off x="4000309" y="12828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8078BE41-C7D7-4DB8-90E3-FC16EDDFDFAE}"/>
              </a:ext>
            </a:extLst>
          </p:cNvPr>
          <p:cNvSpPr>
            <a:spLocks/>
          </p:cNvSpPr>
          <p:nvPr/>
        </p:nvSpPr>
        <p:spPr>
          <a:xfrm>
            <a:off x="3896298" y="12091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3EAE041B-6889-4294-A9E2-CC11A75FE8C4}"/>
              </a:ext>
            </a:extLst>
          </p:cNvPr>
          <p:cNvSpPr>
            <a:spLocks/>
          </p:cNvSpPr>
          <p:nvPr/>
        </p:nvSpPr>
        <p:spPr>
          <a:xfrm>
            <a:off x="3803367" y="15329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3C469F91-0187-4E3D-AAEB-0EA222C7B7F8}"/>
              </a:ext>
            </a:extLst>
          </p:cNvPr>
          <p:cNvSpPr>
            <a:spLocks/>
          </p:cNvSpPr>
          <p:nvPr/>
        </p:nvSpPr>
        <p:spPr>
          <a:xfrm>
            <a:off x="3588547" y="1510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F27941B6-E0FA-46FB-9F29-8AC8B8D04BA7}"/>
              </a:ext>
            </a:extLst>
          </p:cNvPr>
          <p:cNvSpPr>
            <a:spLocks/>
          </p:cNvSpPr>
          <p:nvPr/>
        </p:nvSpPr>
        <p:spPr>
          <a:xfrm>
            <a:off x="3594482" y="1338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FDD94004-088C-404C-856F-D696EEF2DAAC}"/>
              </a:ext>
            </a:extLst>
          </p:cNvPr>
          <p:cNvSpPr>
            <a:spLocks/>
          </p:cNvSpPr>
          <p:nvPr/>
        </p:nvSpPr>
        <p:spPr>
          <a:xfrm>
            <a:off x="3437555" y="14819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7F18027B-26F5-4ABC-A367-95CEA43861C0}"/>
              </a:ext>
            </a:extLst>
          </p:cNvPr>
          <p:cNvSpPr>
            <a:spLocks/>
          </p:cNvSpPr>
          <p:nvPr/>
        </p:nvSpPr>
        <p:spPr>
          <a:xfrm>
            <a:off x="3540176" y="1700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main_9">
            <a:extLst>
              <a:ext uri="{FF2B5EF4-FFF2-40B4-BE49-F238E27FC236}">
                <a16:creationId xmlns:a16="http://schemas.microsoft.com/office/drawing/2014/main" id="{1842BDB0-E068-4328-897A-23D7FCCA1ACB}"/>
              </a:ext>
            </a:extLst>
          </p:cNvPr>
          <p:cNvSpPr>
            <a:spLocks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14E40363-062F-41D8-8986-45C3CE1790A7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89450" y="1029500"/>
                </a:moveTo>
                <a:lnTo>
                  <a:pt x="2622725" y="1219743"/>
                </a:lnTo>
                <a:moveTo>
                  <a:pt x="2622725" y="1219743"/>
                </a:moveTo>
                <a:lnTo>
                  <a:pt x="2494785" y="1319916"/>
                </a:lnTo>
                <a:moveTo>
                  <a:pt x="406733" y="145788"/>
                </a:moveTo>
                <a:lnTo>
                  <a:pt x="525019" y="43794"/>
                </a:lnTo>
                <a:moveTo>
                  <a:pt x="242486" y="66408"/>
                </a:moveTo>
                <a:lnTo>
                  <a:pt x="406733" y="145788"/>
                </a:lnTo>
                <a:moveTo>
                  <a:pt x="123414" y="192923"/>
                </a:moveTo>
                <a:lnTo>
                  <a:pt x="242486" y="66408"/>
                </a:lnTo>
                <a:moveTo>
                  <a:pt x="79734" y="82391"/>
                </a:moveTo>
                <a:lnTo>
                  <a:pt x="123414" y="192923"/>
                </a:lnTo>
                <a:moveTo>
                  <a:pt x="192472" y="92820"/>
                </a:moveTo>
                <a:lnTo>
                  <a:pt x="79734" y="82391"/>
                </a:lnTo>
                <a:moveTo>
                  <a:pt x="192472" y="92820"/>
                </a:moveTo>
                <a:lnTo>
                  <a:pt x="341689" y="196262"/>
                </a:lnTo>
                <a:moveTo>
                  <a:pt x="2151152" y="982477"/>
                </a:moveTo>
                <a:lnTo>
                  <a:pt x="2230918" y="1130836"/>
                </a:lnTo>
                <a:moveTo>
                  <a:pt x="2151152" y="982477"/>
                </a:moveTo>
                <a:lnTo>
                  <a:pt x="2226098" y="797424"/>
                </a:lnTo>
                <a:moveTo>
                  <a:pt x="2226098" y="797424"/>
                </a:moveTo>
                <a:lnTo>
                  <a:pt x="2149361" y="623688"/>
                </a:lnTo>
                <a:moveTo>
                  <a:pt x="2149361" y="623688"/>
                </a:moveTo>
                <a:lnTo>
                  <a:pt x="2241341" y="459632"/>
                </a:lnTo>
                <a:moveTo>
                  <a:pt x="1984246" y="971372"/>
                </a:moveTo>
                <a:lnTo>
                  <a:pt x="2151152" y="982477"/>
                </a:lnTo>
                <a:moveTo>
                  <a:pt x="2149361" y="623688"/>
                </a:moveTo>
                <a:lnTo>
                  <a:pt x="1993198" y="611166"/>
                </a:lnTo>
                <a:moveTo>
                  <a:pt x="1984246" y="971372"/>
                </a:moveTo>
                <a:lnTo>
                  <a:pt x="1918518" y="790212"/>
                </a:lnTo>
                <a:moveTo>
                  <a:pt x="1993198" y="611166"/>
                </a:moveTo>
                <a:lnTo>
                  <a:pt x="1918518" y="790212"/>
                </a:lnTo>
                <a:moveTo>
                  <a:pt x="1867153" y="1119615"/>
                </a:moveTo>
                <a:lnTo>
                  <a:pt x="1984246" y="971372"/>
                </a:lnTo>
                <a:moveTo>
                  <a:pt x="1757700" y="826276"/>
                </a:moveTo>
                <a:lnTo>
                  <a:pt x="1918518" y="790212"/>
                </a:lnTo>
                <a:moveTo>
                  <a:pt x="1734975" y="1026555"/>
                </a:moveTo>
                <a:lnTo>
                  <a:pt x="1867153" y="1119615"/>
                </a:lnTo>
                <a:moveTo>
                  <a:pt x="1757700" y="826276"/>
                </a:moveTo>
                <a:lnTo>
                  <a:pt x="1734975" y="1026555"/>
                </a:lnTo>
                <a:moveTo>
                  <a:pt x="1286279" y="707306"/>
                </a:moveTo>
                <a:lnTo>
                  <a:pt x="1465207" y="606696"/>
                </a:lnTo>
                <a:moveTo>
                  <a:pt x="1465207" y="606696"/>
                </a:moveTo>
                <a:lnTo>
                  <a:pt x="1634593" y="679986"/>
                </a:lnTo>
                <a:moveTo>
                  <a:pt x="1286279" y="707306"/>
                </a:moveTo>
                <a:lnTo>
                  <a:pt x="1114114" y="592424"/>
                </a:lnTo>
                <a:moveTo>
                  <a:pt x="1634593" y="679986"/>
                </a:moveTo>
                <a:lnTo>
                  <a:pt x="1757700" y="826276"/>
                </a:lnTo>
                <a:moveTo>
                  <a:pt x="1343475" y="716148"/>
                </a:moveTo>
                <a:lnTo>
                  <a:pt x="1286279" y="707306"/>
                </a:lnTo>
                <a:moveTo>
                  <a:pt x="1549701" y="763997"/>
                </a:moveTo>
                <a:lnTo>
                  <a:pt x="1634593" y="679986"/>
                </a:lnTo>
                <a:moveTo>
                  <a:pt x="1343475" y="716148"/>
                </a:moveTo>
                <a:lnTo>
                  <a:pt x="1549701" y="763997"/>
                </a:lnTo>
                <a:moveTo>
                  <a:pt x="1233432" y="867527"/>
                </a:moveTo>
                <a:lnTo>
                  <a:pt x="1343475" y="716148"/>
                </a:lnTo>
                <a:moveTo>
                  <a:pt x="1240525" y="1054643"/>
                </a:moveTo>
                <a:lnTo>
                  <a:pt x="1233432" y="867527"/>
                </a:lnTo>
                <a:moveTo>
                  <a:pt x="1190322" y="1247269"/>
                </a:moveTo>
                <a:lnTo>
                  <a:pt x="1240525" y="1054643"/>
                </a:lnTo>
                <a:moveTo>
                  <a:pt x="1190322" y="1247269"/>
                </a:moveTo>
                <a:lnTo>
                  <a:pt x="985822" y="123471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D956C50A-3C7D-4965-9346-4E2BC9A10BD8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5109" y="502162"/>
                </a:moveTo>
                <a:lnTo>
                  <a:pt x="1014570" y="635389"/>
                </a:lnTo>
                <a:moveTo>
                  <a:pt x="903612" y="703339"/>
                </a:moveTo>
                <a:lnTo>
                  <a:pt x="1014570" y="635389"/>
                </a:lnTo>
                <a:moveTo>
                  <a:pt x="2431695" y="587252"/>
                </a:moveTo>
                <a:lnTo>
                  <a:pt x="2516887" y="723477"/>
                </a:lnTo>
                <a:moveTo>
                  <a:pt x="833028" y="533553"/>
                </a:moveTo>
                <a:lnTo>
                  <a:pt x="965109" y="502162"/>
                </a:lnTo>
                <a:moveTo>
                  <a:pt x="2333982" y="613732"/>
                </a:moveTo>
                <a:lnTo>
                  <a:pt x="2516887" y="723477"/>
                </a:lnTo>
                <a:moveTo>
                  <a:pt x="903612" y="703339"/>
                </a:moveTo>
                <a:lnTo>
                  <a:pt x="965109" y="502162"/>
                </a:lnTo>
                <a:moveTo>
                  <a:pt x="2250483" y="620217"/>
                </a:moveTo>
                <a:lnTo>
                  <a:pt x="2333982" y="613732"/>
                </a:lnTo>
                <a:moveTo>
                  <a:pt x="2333982" y="613732"/>
                </a:moveTo>
                <a:lnTo>
                  <a:pt x="2431695" y="587252"/>
                </a:lnTo>
                <a:moveTo>
                  <a:pt x="795200" y="540756"/>
                </a:moveTo>
                <a:lnTo>
                  <a:pt x="833028" y="533553"/>
                </a:lnTo>
                <a:moveTo>
                  <a:pt x="814053" y="567916"/>
                </a:moveTo>
                <a:lnTo>
                  <a:pt x="833028" y="533553"/>
                </a:lnTo>
                <a:moveTo>
                  <a:pt x="795200" y="540756"/>
                </a:moveTo>
                <a:lnTo>
                  <a:pt x="814053" y="567916"/>
                </a:lnTo>
                <a:moveTo>
                  <a:pt x="2296795" y="665727"/>
                </a:moveTo>
                <a:lnTo>
                  <a:pt x="2516887" y="723477"/>
                </a:lnTo>
                <a:moveTo>
                  <a:pt x="833028" y="533553"/>
                </a:moveTo>
                <a:lnTo>
                  <a:pt x="903612" y="703339"/>
                </a:lnTo>
                <a:moveTo>
                  <a:pt x="814053" y="567916"/>
                </a:moveTo>
                <a:lnTo>
                  <a:pt x="903612" y="703339"/>
                </a:lnTo>
                <a:moveTo>
                  <a:pt x="2250483" y="620217"/>
                </a:moveTo>
                <a:lnTo>
                  <a:pt x="2296795" y="665727"/>
                </a:lnTo>
                <a:moveTo>
                  <a:pt x="446582" y="613560"/>
                </a:moveTo>
                <a:lnTo>
                  <a:pt x="514136" y="725456"/>
                </a:lnTo>
                <a:moveTo>
                  <a:pt x="329875" y="635861"/>
                </a:moveTo>
                <a:lnTo>
                  <a:pt x="514136" y="725456"/>
                </a:lnTo>
                <a:moveTo>
                  <a:pt x="903612" y="703339"/>
                </a:moveTo>
                <a:lnTo>
                  <a:pt x="935671" y="742257"/>
                </a:lnTo>
                <a:moveTo>
                  <a:pt x="265618" y="646649"/>
                </a:moveTo>
                <a:lnTo>
                  <a:pt x="329875" y="635861"/>
                </a:lnTo>
                <a:moveTo>
                  <a:pt x="514136" y="725456"/>
                </a:moveTo>
                <a:lnTo>
                  <a:pt x="562534" y="597004"/>
                </a:lnTo>
                <a:moveTo>
                  <a:pt x="2296795" y="665727"/>
                </a:moveTo>
                <a:lnTo>
                  <a:pt x="2333982" y="613732"/>
                </a:lnTo>
                <a:moveTo>
                  <a:pt x="329875" y="635861"/>
                </a:moveTo>
                <a:lnTo>
                  <a:pt x="446582" y="613560"/>
                </a:lnTo>
                <a:moveTo>
                  <a:pt x="2296795" y="665727"/>
                </a:moveTo>
                <a:lnTo>
                  <a:pt x="2373222" y="789935"/>
                </a:lnTo>
                <a:moveTo>
                  <a:pt x="446582" y="613560"/>
                </a:moveTo>
                <a:lnTo>
                  <a:pt x="562534" y="597004"/>
                </a:lnTo>
                <a:moveTo>
                  <a:pt x="2377761" y="456484"/>
                </a:moveTo>
                <a:lnTo>
                  <a:pt x="2431695" y="587252"/>
                </a:lnTo>
                <a:moveTo>
                  <a:pt x="2122041" y="679460"/>
                </a:moveTo>
                <a:lnTo>
                  <a:pt x="2250483" y="620217"/>
                </a:lnTo>
                <a:moveTo>
                  <a:pt x="864523" y="378481"/>
                </a:moveTo>
                <a:lnTo>
                  <a:pt x="965109" y="502162"/>
                </a:lnTo>
                <a:moveTo>
                  <a:pt x="716929" y="691657"/>
                </a:moveTo>
                <a:lnTo>
                  <a:pt x="814053" y="567916"/>
                </a:lnTo>
                <a:moveTo>
                  <a:pt x="514136" y="725456"/>
                </a:moveTo>
                <a:lnTo>
                  <a:pt x="716929" y="691657"/>
                </a:lnTo>
                <a:moveTo>
                  <a:pt x="2215692" y="443649"/>
                </a:moveTo>
                <a:lnTo>
                  <a:pt x="2208877" y="490901"/>
                </a:lnTo>
                <a:moveTo>
                  <a:pt x="921747" y="371972"/>
                </a:moveTo>
                <a:lnTo>
                  <a:pt x="965109" y="502162"/>
                </a:lnTo>
                <a:moveTo>
                  <a:pt x="2333982" y="613732"/>
                </a:moveTo>
                <a:lnTo>
                  <a:pt x="2377761" y="456484"/>
                </a:lnTo>
                <a:moveTo>
                  <a:pt x="2208877" y="490901"/>
                </a:moveTo>
                <a:lnTo>
                  <a:pt x="2250483" y="620217"/>
                </a:lnTo>
                <a:moveTo>
                  <a:pt x="864523" y="378481"/>
                </a:moveTo>
                <a:lnTo>
                  <a:pt x="833028" y="533553"/>
                </a:lnTo>
                <a:moveTo>
                  <a:pt x="795200" y="540756"/>
                </a:moveTo>
                <a:lnTo>
                  <a:pt x="864523" y="378481"/>
                </a:lnTo>
                <a:moveTo>
                  <a:pt x="514136" y="725456"/>
                </a:moveTo>
                <a:lnTo>
                  <a:pt x="656232" y="783071"/>
                </a:lnTo>
                <a:moveTo>
                  <a:pt x="562534" y="597004"/>
                </a:moveTo>
                <a:lnTo>
                  <a:pt x="716929" y="691657"/>
                </a:lnTo>
                <a:moveTo>
                  <a:pt x="2230989" y="842311"/>
                </a:moveTo>
                <a:lnTo>
                  <a:pt x="2373222" y="789935"/>
                </a:lnTo>
                <a:moveTo>
                  <a:pt x="2122041" y="679460"/>
                </a:moveTo>
                <a:lnTo>
                  <a:pt x="2296795" y="665727"/>
                </a:lnTo>
                <a:moveTo>
                  <a:pt x="2208877" y="490901"/>
                </a:moveTo>
                <a:lnTo>
                  <a:pt x="2333982" y="613732"/>
                </a:lnTo>
                <a:moveTo>
                  <a:pt x="2296795" y="665727"/>
                </a:moveTo>
                <a:lnTo>
                  <a:pt x="2230989" y="842311"/>
                </a:lnTo>
                <a:moveTo>
                  <a:pt x="446582" y="613560"/>
                </a:moveTo>
                <a:lnTo>
                  <a:pt x="564890" y="440674"/>
                </a:lnTo>
                <a:moveTo>
                  <a:pt x="814053" y="567916"/>
                </a:moveTo>
                <a:lnTo>
                  <a:pt x="785533" y="767743"/>
                </a:lnTo>
                <a:moveTo>
                  <a:pt x="785533" y="767743"/>
                </a:moveTo>
                <a:lnTo>
                  <a:pt x="903612" y="703339"/>
                </a:lnTo>
                <a:moveTo>
                  <a:pt x="446582" y="613560"/>
                </a:moveTo>
                <a:lnTo>
                  <a:pt x="585403" y="464881"/>
                </a:lnTo>
                <a:moveTo>
                  <a:pt x="2198275" y="782077"/>
                </a:moveTo>
                <a:lnTo>
                  <a:pt x="2296795" y="665727"/>
                </a:lnTo>
                <a:moveTo>
                  <a:pt x="585403" y="464881"/>
                </a:moveTo>
                <a:lnTo>
                  <a:pt x="562534" y="597004"/>
                </a:lnTo>
                <a:moveTo>
                  <a:pt x="785533" y="767743"/>
                </a:moveTo>
                <a:lnTo>
                  <a:pt x="935671" y="742257"/>
                </a:lnTo>
                <a:moveTo>
                  <a:pt x="716929" y="691657"/>
                </a:moveTo>
                <a:lnTo>
                  <a:pt x="656232" y="783071"/>
                </a:lnTo>
                <a:moveTo>
                  <a:pt x="864523" y="378481"/>
                </a:moveTo>
                <a:lnTo>
                  <a:pt x="921747" y="371972"/>
                </a:lnTo>
                <a:moveTo>
                  <a:pt x="2122041" y="679460"/>
                </a:moveTo>
                <a:lnTo>
                  <a:pt x="2198275" y="782077"/>
                </a:lnTo>
                <a:moveTo>
                  <a:pt x="935671" y="742257"/>
                </a:moveTo>
                <a:lnTo>
                  <a:pt x="1041034" y="830578"/>
                </a:lnTo>
                <a:moveTo>
                  <a:pt x="2230989" y="842311"/>
                </a:moveTo>
                <a:lnTo>
                  <a:pt x="2323801" y="977100"/>
                </a:lnTo>
                <a:moveTo>
                  <a:pt x="716929" y="691657"/>
                </a:moveTo>
                <a:lnTo>
                  <a:pt x="785533" y="767743"/>
                </a:lnTo>
                <a:moveTo>
                  <a:pt x="2198275" y="782077"/>
                </a:moveTo>
                <a:lnTo>
                  <a:pt x="2230989" y="842311"/>
                </a:lnTo>
                <a:moveTo>
                  <a:pt x="827513" y="807603"/>
                </a:moveTo>
                <a:lnTo>
                  <a:pt x="935671" y="742257"/>
                </a:lnTo>
                <a:moveTo>
                  <a:pt x="250871" y="530708"/>
                </a:moveTo>
                <a:lnTo>
                  <a:pt x="265618" y="646649"/>
                </a:lnTo>
                <a:moveTo>
                  <a:pt x="265618" y="646649"/>
                </a:moveTo>
                <a:lnTo>
                  <a:pt x="292045" y="525850"/>
                </a:lnTo>
                <a:moveTo>
                  <a:pt x="292045" y="525850"/>
                </a:moveTo>
                <a:lnTo>
                  <a:pt x="446582" y="613560"/>
                </a:lnTo>
                <a:moveTo>
                  <a:pt x="292045" y="525850"/>
                </a:moveTo>
                <a:lnTo>
                  <a:pt x="329875" y="635861"/>
                </a:lnTo>
                <a:moveTo>
                  <a:pt x="564890" y="440674"/>
                </a:moveTo>
                <a:lnTo>
                  <a:pt x="585403" y="464881"/>
                </a:lnTo>
                <a:moveTo>
                  <a:pt x="2101236" y="560503"/>
                </a:moveTo>
                <a:lnTo>
                  <a:pt x="2250483" y="620217"/>
                </a:lnTo>
                <a:moveTo>
                  <a:pt x="656232" y="783071"/>
                </a:moveTo>
                <a:lnTo>
                  <a:pt x="785533" y="767743"/>
                </a:lnTo>
                <a:moveTo>
                  <a:pt x="439446" y="501410"/>
                </a:moveTo>
                <a:lnTo>
                  <a:pt x="446582" y="613560"/>
                </a:lnTo>
                <a:moveTo>
                  <a:pt x="2215692" y="443649"/>
                </a:moveTo>
                <a:lnTo>
                  <a:pt x="2263999" y="492168"/>
                </a:lnTo>
                <a:moveTo>
                  <a:pt x="2323801" y="977100"/>
                </a:moveTo>
                <a:lnTo>
                  <a:pt x="2361660" y="1015979"/>
                </a:lnTo>
                <a:moveTo>
                  <a:pt x="2323801" y="977100"/>
                </a:moveTo>
                <a:lnTo>
                  <a:pt x="2268526" y="1037850"/>
                </a:lnTo>
                <a:moveTo>
                  <a:pt x="2202393" y="1059872"/>
                </a:moveTo>
                <a:lnTo>
                  <a:pt x="2230989" y="842311"/>
                </a:lnTo>
                <a:moveTo>
                  <a:pt x="656232" y="783071"/>
                </a:moveTo>
                <a:lnTo>
                  <a:pt x="827513" y="807603"/>
                </a:lnTo>
                <a:moveTo>
                  <a:pt x="2202393" y="1059872"/>
                </a:moveTo>
                <a:lnTo>
                  <a:pt x="2323801" y="977100"/>
                </a:lnTo>
                <a:moveTo>
                  <a:pt x="2268526" y="1037850"/>
                </a:moveTo>
                <a:lnTo>
                  <a:pt x="2361660" y="1015979"/>
                </a:lnTo>
                <a:moveTo>
                  <a:pt x="785533" y="767743"/>
                </a:moveTo>
                <a:lnTo>
                  <a:pt x="827513" y="807603"/>
                </a:lnTo>
                <a:moveTo>
                  <a:pt x="439446" y="501410"/>
                </a:moveTo>
                <a:lnTo>
                  <a:pt x="564890" y="440674"/>
                </a:lnTo>
                <a:moveTo>
                  <a:pt x="250871" y="530708"/>
                </a:moveTo>
                <a:lnTo>
                  <a:pt x="372338" y="444320"/>
                </a:lnTo>
                <a:moveTo>
                  <a:pt x="2122846" y="911662"/>
                </a:moveTo>
                <a:lnTo>
                  <a:pt x="2230989" y="842311"/>
                </a:lnTo>
                <a:moveTo>
                  <a:pt x="292045" y="525850"/>
                </a:moveTo>
                <a:lnTo>
                  <a:pt x="372338" y="444320"/>
                </a:lnTo>
                <a:moveTo>
                  <a:pt x="2101236" y="560503"/>
                </a:moveTo>
                <a:lnTo>
                  <a:pt x="2122041" y="679460"/>
                </a:lnTo>
                <a:moveTo>
                  <a:pt x="372338" y="444320"/>
                </a:moveTo>
                <a:lnTo>
                  <a:pt x="439446" y="501410"/>
                </a:lnTo>
                <a:moveTo>
                  <a:pt x="2225729" y="1095821"/>
                </a:moveTo>
                <a:lnTo>
                  <a:pt x="2268526" y="1037850"/>
                </a:lnTo>
                <a:moveTo>
                  <a:pt x="2202393" y="1059872"/>
                </a:moveTo>
                <a:lnTo>
                  <a:pt x="2268526" y="1037850"/>
                </a:lnTo>
                <a:moveTo>
                  <a:pt x="2198275" y="782077"/>
                </a:moveTo>
                <a:lnTo>
                  <a:pt x="2122846" y="911662"/>
                </a:lnTo>
                <a:moveTo>
                  <a:pt x="2263999" y="492168"/>
                </a:moveTo>
                <a:lnTo>
                  <a:pt x="2376177" y="448098"/>
                </a:lnTo>
                <a:moveTo>
                  <a:pt x="2101236" y="560503"/>
                </a:moveTo>
                <a:lnTo>
                  <a:pt x="2208877" y="490901"/>
                </a:lnTo>
                <a:moveTo>
                  <a:pt x="2202393" y="1059872"/>
                </a:moveTo>
                <a:lnTo>
                  <a:pt x="2225729" y="1095821"/>
                </a:lnTo>
                <a:moveTo>
                  <a:pt x="2208877" y="490901"/>
                </a:moveTo>
                <a:lnTo>
                  <a:pt x="2263999" y="492168"/>
                </a:lnTo>
                <a:moveTo>
                  <a:pt x="935671" y="742257"/>
                </a:moveTo>
                <a:lnTo>
                  <a:pt x="928629" y="873444"/>
                </a:lnTo>
                <a:moveTo>
                  <a:pt x="2048383" y="765985"/>
                </a:moveTo>
                <a:lnTo>
                  <a:pt x="2122041" y="679460"/>
                </a:lnTo>
                <a:moveTo>
                  <a:pt x="2087224" y="832111"/>
                </a:moveTo>
                <a:lnTo>
                  <a:pt x="2198275" y="782077"/>
                </a:lnTo>
                <a:moveTo>
                  <a:pt x="250871" y="530708"/>
                </a:moveTo>
                <a:lnTo>
                  <a:pt x="292045" y="525850"/>
                </a:lnTo>
                <a:moveTo>
                  <a:pt x="2048383" y="765985"/>
                </a:moveTo>
                <a:lnTo>
                  <a:pt x="2198275" y="782077"/>
                </a:lnTo>
                <a:moveTo>
                  <a:pt x="292045" y="525850"/>
                </a:moveTo>
                <a:lnTo>
                  <a:pt x="439446" y="501410"/>
                </a:lnTo>
                <a:moveTo>
                  <a:pt x="2122846" y="911662"/>
                </a:moveTo>
                <a:lnTo>
                  <a:pt x="2202393" y="1059872"/>
                </a:lnTo>
                <a:moveTo>
                  <a:pt x="259667" y="928467"/>
                </a:moveTo>
                <a:lnTo>
                  <a:pt x="324042" y="994915"/>
                </a:lnTo>
                <a:moveTo>
                  <a:pt x="2376177" y="448098"/>
                </a:moveTo>
                <a:lnTo>
                  <a:pt x="2406611" y="357567"/>
                </a:lnTo>
                <a:moveTo>
                  <a:pt x="324042" y="994915"/>
                </a:moveTo>
                <a:lnTo>
                  <a:pt x="419102" y="1028704"/>
                </a:lnTo>
                <a:moveTo>
                  <a:pt x="2123850" y="1194396"/>
                </a:moveTo>
                <a:lnTo>
                  <a:pt x="2225729" y="1095821"/>
                </a:lnTo>
                <a:moveTo>
                  <a:pt x="2225729" y="1095821"/>
                </a:moveTo>
                <a:lnTo>
                  <a:pt x="2181198" y="1281119"/>
                </a:lnTo>
                <a:moveTo>
                  <a:pt x="2080753" y="1122503"/>
                </a:moveTo>
                <a:lnTo>
                  <a:pt x="2225729" y="1095821"/>
                </a:lnTo>
                <a:moveTo>
                  <a:pt x="2080753" y="1122503"/>
                </a:moveTo>
                <a:lnTo>
                  <a:pt x="2202393" y="1059872"/>
                </a:lnTo>
                <a:moveTo>
                  <a:pt x="1998955" y="632774"/>
                </a:moveTo>
                <a:lnTo>
                  <a:pt x="2122041" y="679460"/>
                </a:lnTo>
                <a:moveTo>
                  <a:pt x="419102" y="1028704"/>
                </a:moveTo>
                <a:lnTo>
                  <a:pt x="527396" y="964079"/>
                </a:lnTo>
                <a:moveTo>
                  <a:pt x="2087224" y="832111"/>
                </a:moveTo>
                <a:lnTo>
                  <a:pt x="2122846" y="911662"/>
                </a:lnTo>
                <a:moveTo>
                  <a:pt x="928629" y="873444"/>
                </a:moveTo>
                <a:lnTo>
                  <a:pt x="1041034" y="830578"/>
                </a:lnTo>
                <a:moveTo>
                  <a:pt x="827513" y="807603"/>
                </a:moveTo>
                <a:lnTo>
                  <a:pt x="928629" y="873444"/>
                </a:lnTo>
                <a:moveTo>
                  <a:pt x="2149594" y="524453"/>
                </a:moveTo>
                <a:lnTo>
                  <a:pt x="2208877" y="490901"/>
                </a:lnTo>
                <a:moveTo>
                  <a:pt x="2048383" y="765985"/>
                </a:moveTo>
                <a:lnTo>
                  <a:pt x="2087224" y="832111"/>
                </a:lnTo>
                <a:moveTo>
                  <a:pt x="2123850" y="1194396"/>
                </a:moveTo>
                <a:lnTo>
                  <a:pt x="2181198" y="1281119"/>
                </a:lnTo>
                <a:moveTo>
                  <a:pt x="2028710" y="987990"/>
                </a:moveTo>
                <a:lnTo>
                  <a:pt x="2202393" y="1059872"/>
                </a:lnTo>
                <a:moveTo>
                  <a:pt x="2080753" y="1122503"/>
                </a:moveTo>
                <a:lnTo>
                  <a:pt x="2123850" y="1194396"/>
                </a:lnTo>
                <a:moveTo>
                  <a:pt x="1340337" y="159344"/>
                </a:moveTo>
                <a:lnTo>
                  <a:pt x="1477882" y="182311"/>
                </a:lnTo>
                <a:moveTo>
                  <a:pt x="2263999" y="492168"/>
                </a:moveTo>
                <a:lnTo>
                  <a:pt x="2406611" y="357567"/>
                </a:lnTo>
                <a:moveTo>
                  <a:pt x="2028710" y="987990"/>
                </a:moveTo>
                <a:lnTo>
                  <a:pt x="2122846" y="911662"/>
                </a:lnTo>
                <a:moveTo>
                  <a:pt x="324042" y="994915"/>
                </a:moveTo>
                <a:lnTo>
                  <a:pt x="333918" y="992575"/>
                </a:lnTo>
                <a:moveTo>
                  <a:pt x="1998955" y="632774"/>
                </a:moveTo>
                <a:lnTo>
                  <a:pt x="2101236" y="560503"/>
                </a:lnTo>
                <a:moveTo>
                  <a:pt x="372338" y="444320"/>
                </a:moveTo>
                <a:lnTo>
                  <a:pt x="383129" y="444415"/>
                </a:lnTo>
                <a:moveTo>
                  <a:pt x="1265890" y="107356"/>
                </a:moveTo>
                <a:lnTo>
                  <a:pt x="1340337" y="159344"/>
                </a:lnTo>
                <a:moveTo>
                  <a:pt x="2087224" y="832111"/>
                </a:moveTo>
                <a:lnTo>
                  <a:pt x="2028710" y="987990"/>
                </a:lnTo>
                <a:moveTo>
                  <a:pt x="372338" y="444320"/>
                </a:moveTo>
                <a:lnTo>
                  <a:pt x="331051" y="462040"/>
                </a:lnTo>
                <a:moveTo>
                  <a:pt x="1998955" y="632774"/>
                </a:moveTo>
                <a:lnTo>
                  <a:pt x="2048383" y="765985"/>
                </a:lnTo>
                <a:moveTo>
                  <a:pt x="2028710" y="987990"/>
                </a:moveTo>
                <a:lnTo>
                  <a:pt x="2080753" y="1122503"/>
                </a:lnTo>
                <a:moveTo>
                  <a:pt x="527396" y="964079"/>
                </a:moveTo>
                <a:lnTo>
                  <a:pt x="516784" y="1076373"/>
                </a:lnTo>
                <a:moveTo>
                  <a:pt x="2101236" y="560503"/>
                </a:moveTo>
                <a:lnTo>
                  <a:pt x="2149594" y="524453"/>
                </a:lnTo>
                <a:moveTo>
                  <a:pt x="2149594" y="524453"/>
                </a:moveTo>
                <a:lnTo>
                  <a:pt x="2263999" y="492168"/>
                </a:lnTo>
                <a:moveTo>
                  <a:pt x="383129" y="444415"/>
                </a:moveTo>
                <a:lnTo>
                  <a:pt x="439446" y="501410"/>
                </a:lnTo>
                <a:moveTo>
                  <a:pt x="292045" y="525850"/>
                </a:moveTo>
                <a:lnTo>
                  <a:pt x="350235" y="495799"/>
                </a:lnTo>
                <a:moveTo>
                  <a:pt x="292045" y="525850"/>
                </a:moveTo>
                <a:lnTo>
                  <a:pt x="331051" y="462040"/>
                </a:lnTo>
                <a:moveTo>
                  <a:pt x="350235" y="495799"/>
                </a:moveTo>
                <a:lnTo>
                  <a:pt x="439446" y="501410"/>
                </a:lnTo>
                <a:moveTo>
                  <a:pt x="2023133" y="1197355"/>
                </a:moveTo>
                <a:lnTo>
                  <a:pt x="2123850" y="1194396"/>
                </a:lnTo>
                <a:moveTo>
                  <a:pt x="1970342" y="851289"/>
                </a:moveTo>
                <a:lnTo>
                  <a:pt x="2087224" y="832111"/>
                </a:lnTo>
                <a:moveTo>
                  <a:pt x="1969656" y="849986"/>
                </a:moveTo>
                <a:lnTo>
                  <a:pt x="2087224" y="832111"/>
                </a:lnTo>
                <a:moveTo>
                  <a:pt x="2130183" y="1333500"/>
                </a:moveTo>
                <a:lnTo>
                  <a:pt x="2181198" y="1281119"/>
                </a:lnTo>
                <a:moveTo>
                  <a:pt x="1477882" y="182311"/>
                </a:moveTo>
                <a:lnTo>
                  <a:pt x="1505384" y="184400"/>
                </a:lnTo>
                <a:moveTo>
                  <a:pt x="2023133" y="1197355"/>
                </a:moveTo>
                <a:lnTo>
                  <a:pt x="2080753" y="1122503"/>
                </a:lnTo>
                <a:moveTo>
                  <a:pt x="1969656" y="849986"/>
                </a:moveTo>
                <a:lnTo>
                  <a:pt x="2048383" y="765985"/>
                </a:lnTo>
                <a:moveTo>
                  <a:pt x="2263999" y="492168"/>
                </a:moveTo>
                <a:lnTo>
                  <a:pt x="2317667" y="436480"/>
                </a:lnTo>
                <a:moveTo>
                  <a:pt x="1974468" y="511983"/>
                </a:moveTo>
                <a:lnTo>
                  <a:pt x="2101236" y="560503"/>
                </a:lnTo>
                <a:moveTo>
                  <a:pt x="1661754" y="309765"/>
                </a:moveTo>
                <a:lnTo>
                  <a:pt x="1784112" y="342604"/>
                </a:lnTo>
                <a:moveTo>
                  <a:pt x="1883936" y="698702"/>
                </a:moveTo>
                <a:lnTo>
                  <a:pt x="2048383" y="765985"/>
                </a:lnTo>
                <a:moveTo>
                  <a:pt x="201622" y="831596"/>
                </a:moveTo>
                <a:lnTo>
                  <a:pt x="259667" y="928467"/>
                </a:lnTo>
                <a:moveTo>
                  <a:pt x="1625123" y="198974"/>
                </a:moveTo>
                <a:lnTo>
                  <a:pt x="1661754" y="309765"/>
                </a:lnTo>
                <a:moveTo>
                  <a:pt x="2123850" y="1194396"/>
                </a:moveTo>
                <a:lnTo>
                  <a:pt x="2026606" y="1218744"/>
                </a:lnTo>
                <a:moveTo>
                  <a:pt x="2026606" y="1218744"/>
                </a:moveTo>
                <a:lnTo>
                  <a:pt x="2181198" y="1281119"/>
                </a:lnTo>
                <a:moveTo>
                  <a:pt x="259667" y="928467"/>
                </a:moveTo>
                <a:lnTo>
                  <a:pt x="333918" y="992575"/>
                </a:lnTo>
                <a:moveTo>
                  <a:pt x="2091487" y="502152"/>
                </a:moveTo>
                <a:lnTo>
                  <a:pt x="2101236" y="560503"/>
                </a:lnTo>
                <a:moveTo>
                  <a:pt x="419102" y="1028704"/>
                </a:moveTo>
                <a:lnTo>
                  <a:pt x="516784" y="1076373"/>
                </a:lnTo>
                <a:moveTo>
                  <a:pt x="333918" y="992575"/>
                </a:moveTo>
                <a:lnTo>
                  <a:pt x="419102" y="1028704"/>
                </a:lnTo>
                <a:moveTo>
                  <a:pt x="2317667" y="436480"/>
                </a:moveTo>
                <a:lnTo>
                  <a:pt x="2406611" y="357567"/>
                </a:lnTo>
                <a:moveTo>
                  <a:pt x="1940284" y="1067161"/>
                </a:moveTo>
                <a:lnTo>
                  <a:pt x="2080753" y="1122503"/>
                </a:lnTo>
                <a:moveTo>
                  <a:pt x="1970342" y="851289"/>
                </a:moveTo>
                <a:lnTo>
                  <a:pt x="2028710" y="987990"/>
                </a:lnTo>
                <a:moveTo>
                  <a:pt x="1340337" y="159344"/>
                </a:moveTo>
                <a:lnTo>
                  <a:pt x="1364435" y="121450"/>
                </a:lnTo>
                <a:moveTo>
                  <a:pt x="1505384" y="184400"/>
                </a:moveTo>
                <a:lnTo>
                  <a:pt x="1625123" y="198974"/>
                </a:lnTo>
                <a:moveTo>
                  <a:pt x="1883936" y="698702"/>
                </a:moveTo>
                <a:lnTo>
                  <a:pt x="1998955" y="632774"/>
                </a:lnTo>
                <a:moveTo>
                  <a:pt x="1109523" y="62401"/>
                </a:moveTo>
                <a:lnTo>
                  <a:pt x="1174741" y="132380"/>
                </a:lnTo>
                <a:moveTo>
                  <a:pt x="123498" y="635405"/>
                </a:moveTo>
                <a:lnTo>
                  <a:pt x="201622" y="831596"/>
                </a:lnTo>
                <a:moveTo>
                  <a:pt x="1974468" y="511983"/>
                </a:moveTo>
                <a:lnTo>
                  <a:pt x="1998955" y="632774"/>
                </a:lnTo>
                <a:moveTo>
                  <a:pt x="1109523" y="62401"/>
                </a:moveTo>
                <a:lnTo>
                  <a:pt x="1178148" y="0"/>
                </a:lnTo>
                <a:moveTo>
                  <a:pt x="1969656" y="849986"/>
                </a:moveTo>
                <a:lnTo>
                  <a:pt x="1970342" y="851289"/>
                </a:lnTo>
                <a:moveTo>
                  <a:pt x="1940284" y="1067161"/>
                </a:moveTo>
                <a:lnTo>
                  <a:pt x="2028710" y="987990"/>
                </a:lnTo>
                <a:moveTo>
                  <a:pt x="2149594" y="524453"/>
                </a:moveTo>
                <a:lnTo>
                  <a:pt x="2317667" y="436480"/>
                </a:lnTo>
                <a:moveTo>
                  <a:pt x="1625123" y="198974"/>
                </a:moveTo>
                <a:lnTo>
                  <a:pt x="1784112" y="342604"/>
                </a:lnTo>
                <a:moveTo>
                  <a:pt x="2003296" y="1194134"/>
                </a:moveTo>
                <a:lnTo>
                  <a:pt x="2023133" y="1197355"/>
                </a:lnTo>
                <a:moveTo>
                  <a:pt x="1784112" y="342604"/>
                </a:moveTo>
                <a:lnTo>
                  <a:pt x="1898554" y="515187"/>
                </a:lnTo>
                <a:moveTo>
                  <a:pt x="1883936" y="698702"/>
                </a:moveTo>
                <a:lnTo>
                  <a:pt x="1969656" y="849986"/>
                </a:lnTo>
                <a:moveTo>
                  <a:pt x="1174741" y="132380"/>
                </a:moveTo>
                <a:lnTo>
                  <a:pt x="1265890" y="107356"/>
                </a:lnTo>
                <a:moveTo>
                  <a:pt x="1109523" y="62401"/>
                </a:moveTo>
                <a:lnTo>
                  <a:pt x="1181422" y="0"/>
                </a:lnTo>
                <a:moveTo>
                  <a:pt x="1505384" y="184400"/>
                </a:moveTo>
                <a:lnTo>
                  <a:pt x="1576118" y="172839"/>
                </a:lnTo>
                <a:moveTo>
                  <a:pt x="2023133" y="1197355"/>
                </a:moveTo>
                <a:lnTo>
                  <a:pt x="2026606" y="1218744"/>
                </a:lnTo>
                <a:moveTo>
                  <a:pt x="2026606" y="1218744"/>
                </a:moveTo>
                <a:lnTo>
                  <a:pt x="2084866" y="1333500"/>
                </a:lnTo>
                <a:moveTo>
                  <a:pt x="1863022" y="920089"/>
                </a:moveTo>
                <a:lnTo>
                  <a:pt x="2028710" y="987990"/>
                </a:lnTo>
                <a:moveTo>
                  <a:pt x="1364435" y="121450"/>
                </a:moveTo>
                <a:lnTo>
                  <a:pt x="1477882" y="182311"/>
                </a:lnTo>
                <a:moveTo>
                  <a:pt x="201622" y="831596"/>
                </a:moveTo>
                <a:lnTo>
                  <a:pt x="333918" y="992575"/>
                </a:lnTo>
                <a:moveTo>
                  <a:pt x="1265890" y="107356"/>
                </a:moveTo>
                <a:lnTo>
                  <a:pt x="1332194" y="112763"/>
                </a:lnTo>
                <a:moveTo>
                  <a:pt x="2091487" y="502152"/>
                </a:moveTo>
                <a:lnTo>
                  <a:pt x="2149594" y="524453"/>
                </a:lnTo>
                <a:moveTo>
                  <a:pt x="1898554" y="515187"/>
                </a:moveTo>
                <a:lnTo>
                  <a:pt x="1883936" y="698702"/>
                </a:lnTo>
                <a:moveTo>
                  <a:pt x="1839793" y="629683"/>
                </a:moveTo>
                <a:lnTo>
                  <a:pt x="1898554" y="515187"/>
                </a:lnTo>
                <a:moveTo>
                  <a:pt x="1839793" y="629683"/>
                </a:moveTo>
                <a:lnTo>
                  <a:pt x="1883936" y="698702"/>
                </a:lnTo>
                <a:moveTo>
                  <a:pt x="419102" y="1028704"/>
                </a:moveTo>
                <a:lnTo>
                  <a:pt x="424259" y="1046223"/>
                </a:lnTo>
                <a:moveTo>
                  <a:pt x="1940284" y="1067161"/>
                </a:moveTo>
                <a:lnTo>
                  <a:pt x="2023133" y="1197355"/>
                </a:lnTo>
                <a:moveTo>
                  <a:pt x="2003296" y="1194134"/>
                </a:moveTo>
                <a:lnTo>
                  <a:pt x="2026606" y="1218744"/>
                </a:lnTo>
                <a:moveTo>
                  <a:pt x="1901764" y="894672"/>
                </a:moveTo>
                <a:lnTo>
                  <a:pt x="1970342" y="851289"/>
                </a:lnTo>
                <a:moveTo>
                  <a:pt x="1901764" y="894672"/>
                </a:moveTo>
                <a:lnTo>
                  <a:pt x="1969656" y="849986"/>
                </a:lnTo>
                <a:moveTo>
                  <a:pt x="123498" y="635405"/>
                </a:moveTo>
                <a:lnTo>
                  <a:pt x="192835" y="702706"/>
                </a:lnTo>
                <a:moveTo>
                  <a:pt x="1898554" y="515187"/>
                </a:moveTo>
                <a:lnTo>
                  <a:pt x="1974468" y="511983"/>
                </a:lnTo>
                <a:moveTo>
                  <a:pt x="1883936" y="698702"/>
                </a:moveTo>
                <a:lnTo>
                  <a:pt x="1974468" y="511983"/>
                </a:lnTo>
                <a:moveTo>
                  <a:pt x="350235" y="495799"/>
                </a:moveTo>
                <a:lnTo>
                  <a:pt x="383129" y="444415"/>
                </a:lnTo>
                <a:moveTo>
                  <a:pt x="1265890" y="107356"/>
                </a:moveTo>
                <a:lnTo>
                  <a:pt x="1364435" y="121450"/>
                </a:lnTo>
                <a:moveTo>
                  <a:pt x="331051" y="462040"/>
                </a:moveTo>
                <a:lnTo>
                  <a:pt x="383129" y="444415"/>
                </a:lnTo>
                <a:moveTo>
                  <a:pt x="2026606" y="1218744"/>
                </a:moveTo>
                <a:lnTo>
                  <a:pt x="2082993" y="1333500"/>
                </a:lnTo>
                <a:moveTo>
                  <a:pt x="1940284" y="1067161"/>
                </a:moveTo>
                <a:lnTo>
                  <a:pt x="2003296" y="1194134"/>
                </a:lnTo>
                <a:moveTo>
                  <a:pt x="2149594" y="524453"/>
                </a:moveTo>
                <a:lnTo>
                  <a:pt x="2198835" y="500509"/>
                </a:lnTo>
                <a:moveTo>
                  <a:pt x="331051" y="462040"/>
                </a:moveTo>
                <a:lnTo>
                  <a:pt x="350235" y="495799"/>
                </a:lnTo>
                <a:moveTo>
                  <a:pt x="383129" y="444415"/>
                </a:moveTo>
                <a:lnTo>
                  <a:pt x="520385" y="433120"/>
                </a:lnTo>
                <a:moveTo>
                  <a:pt x="1970342" y="851289"/>
                </a:moveTo>
                <a:lnTo>
                  <a:pt x="1863022" y="920089"/>
                </a:lnTo>
                <a:moveTo>
                  <a:pt x="1576118" y="172839"/>
                </a:moveTo>
                <a:lnTo>
                  <a:pt x="1625123" y="198974"/>
                </a:lnTo>
                <a:moveTo>
                  <a:pt x="343273" y="458955"/>
                </a:moveTo>
                <a:lnTo>
                  <a:pt x="383129" y="444415"/>
                </a:lnTo>
                <a:moveTo>
                  <a:pt x="1784112" y="342604"/>
                </a:moveTo>
                <a:lnTo>
                  <a:pt x="1897796" y="381080"/>
                </a:lnTo>
                <a:moveTo>
                  <a:pt x="1770093" y="765215"/>
                </a:moveTo>
                <a:lnTo>
                  <a:pt x="1969656" y="849986"/>
                </a:lnTo>
                <a:moveTo>
                  <a:pt x="1974468" y="511983"/>
                </a:moveTo>
                <a:lnTo>
                  <a:pt x="2091487" y="502152"/>
                </a:lnTo>
                <a:moveTo>
                  <a:pt x="1747080" y="232073"/>
                </a:moveTo>
                <a:lnTo>
                  <a:pt x="1784112" y="342604"/>
                </a:lnTo>
                <a:moveTo>
                  <a:pt x="331051" y="462040"/>
                </a:moveTo>
                <a:lnTo>
                  <a:pt x="343273" y="458955"/>
                </a:lnTo>
                <a:moveTo>
                  <a:pt x="383129" y="444415"/>
                </a:moveTo>
                <a:lnTo>
                  <a:pt x="552369" y="458513"/>
                </a:lnTo>
                <a:moveTo>
                  <a:pt x="192835" y="702706"/>
                </a:moveTo>
                <a:lnTo>
                  <a:pt x="201622" y="831596"/>
                </a:lnTo>
                <a:moveTo>
                  <a:pt x="1625123" y="198974"/>
                </a:moveTo>
                <a:lnTo>
                  <a:pt x="1747080" y="232073"/>
                </a:lnTo>
                <a:moveTo>
                  <a:pt x="184544" y="512287"/>
                </a:moveTo>
                <a:lnTo>
                  <a:pt x="350235" y="495799"/>
                </a:lnTo>
                <a:moveTo>
                  <a:pt x="350235" y="495799"/>
                </a:moveTo>
                <a:lnTo>
                  <a:pt x="552369" y="458513"/>
                </a:lnTo>
                <a:moveTo>
                  <a:pt x="2198835" y="500509"/>
                </a:moveTo>
                <a:lnTo>
                  <a:pt x="2317667" y="436480"/>
                </a:lnTo>
                <a:moveTo>
                  <a:pt x="343273" y="458955"/>
                </a:moveTo>
                <a:lnTo>
                  <a:pt x="520385" y="433120"/>
                </a:lnTo>
                <a:moveTo>
                  <a:pt x="251565" y="611355"/>
                </a:moveTo>
                <a:lnTo>
                  <a:pt x="350235" y="495799"/>
                </a:lnTo>
                <a:moveTo>
                  <a:pt x="184544" y="512287"/>
                </a:moveTo>
                <a:lnTo>
                  <a:pt x="331051" y="462040"/>
                </a:lnTo>
                <a:moveTo>
                  <a:pt x="520385" y="433120"/>
                </a:moveTo>
                <a:lnTo>
                  <a:pt x="575064" y="432028"/>
                </a:lnTo>
                <a:moveTo>
                  <a:pt x="1770093" y="765215"/>
                </a:moveTo>
                <a:lnTo>
                  <a:pt x="1883936" y="698702"/>
                </a:lnTo>
                <a:moveTo>
                  <a:pt x="1897796" y="381080"/>
                </a:moveTo>
                <a:lnTo>
                  <a:pt x="1898554" y="515187"/>
                </a:lnTo>
                <a:moveTo>
                  <a:pt x="1477882" y="182311"/>
                </a:moveTo>
                <a:lnTo>
                  <a:pt x="1495255" y="148788"/>
                </a:lnTo>
                <a:moveTo>
                  <a:pt x="1734599" y="710712"/>
                </a:moveTo>
                <a:lnTo>
                  <a:pt x="1839793" y="629683"/>
                </a:lnTo>
                <a:moveTo>
                  <a:pt x="1839793" y="629683"/>
                </a:moveTo>
                <a:lnTo>
                  <a:pt x="1770093" y="765215"/>
                </a:lnTo>
                <a:moveTo>
                  <a:pt x="1410961" y="574261"/>
                </a:moveTo>
                <a:lnTo>
                  <a:pt x="1574725" y="613305"/>
                </a:lnTo>
                <a:moveTo>
                  <a:pt x="201622" y="831596"/>
                </a:moveTo>
                <a:lnTo>
                  <a:pt x="242789" y="881691"/>
                </a:lnTo>
                <a:moveTo>
                  <a:pt x="2317667" y="436480"/>
                </a:moveTo>
                <a:lnTo>
                  <a:pt x="2331860" y="382023"/>
                </a:lnTo>
                <a:moveTo>
                  <a:pt x="520385" y="433120"/>
                </a:moveTo>
                <a:lnTo>
                  <a:pt x="552369" y="458513"/>
                </a:lnTo>
                <a:moveTo>
                  <a:pt x="1174741" y="132380"/>
                </a:moveTo>
                <a:lnTo>
                  <a:pt x="1332194" y="112763"/>
                </a:lnTo>
                <a:moveTo>
                  <a:pt x="1495255" y="148788"/>
                </a:moveTo>
                <a:lnTo>
                  <a:pt x="1505384" y="184400"/>
                </a:lnTo>
                <a:moveTo>
                  <a:pt x="242789" y="881691"/>
                </a:moveTo>
                <a:lnTo>
                  <a:pt x="333918" y="992575"/>
                </a:lnTo>
                <a:moveTo>
                  <a:pt x="1863022" y="920089"/>
                </a:moveTo>
                <a:lnTo>
                  <a:pt x="1940284" y="1067161"/>
                </a:lnTo>
                <a:moveTo>
                  <a:pt x="1901764" y="894672"/>
                </a:moveTo>
                <a:lnTo>
                  <a:pt x="1863022" y="920089"/>
                </a:lnTo>
                <a:moveTo>
                  <a:pt x="1862751" y="919633"/>
                </a:moveTo>
                <a:lnTo>
                  <a:pt x="1901764" y="894672"/>
                </a:lnTo>
                <a:moveTo>
                  <a:pt x="1897796" y="381080"/>
                </a:moveTo>
                <a:lnTo>
                  <a:pt x="1974468" y="511983"/>
                </a:lnTo>
                <a:moveTo>
                  <a:pt x="552369" y="458513"/>
                </a:moveTo>
                <a:lnTo>
                  <a:pt x="575064" y="432028"/>
                </a:lnTo>
                <a:moveTo>
                  <a:pt x="279227" y="926199"/>
                </a:moveTo>
                <a:lnTo>
                  <a:pt x="333918" y="992575"/>
                </a:lnTo>
                <a:moveTo>
                  <a:pt x="1770093" y="765215"/>
                </a:moveTo>
                <a:lnTo>
                  <a:pt x="1901764" y="894672"/>
                </a:lnTo>
                <a:moveTo>
                  <a:pt x="2091487" y="502152"/>
                </a:moveTo>
                <a:lnTo>
                  <a:pt x="2198835" y="500509"/>
                </a:lnTo>
                <a:moveTo>
                  <a:pt x="520385" y="433120"/>
                </a:moveTo>
                <a:lnTo>
                  <a:pt x="545051" y="419783"/>
                </a:lnTo>
                <a:moveTo>
                  <a:pt x="184544" y="512287"/>
                </a:moveTo>
                <a:lnTo>
                  <a:pt x="251565" y="611355"/>
                </a:lnTo>
                <a:moveTo>
                  <a:pt x="424259" y="1046223"/>
                </a:moveTo>
                <a:lnTo>
                  <a:pt x="516784" y="1076373"/>
                </a:lnTo>
                <a:moveTo>
                  <a:pt x="1205470" y="0"/>
                </a:moveTo>
                <a:lnTo>
                  <a:pt x="1174741" y="132380"/>
                </a:lnTo>
                <a:moveTo>
                  <a:pt x="1063657" y="312572"/>
                </a:moveTo>
                <a:lnTo>
                  <a:pt x="1140998" y="154313"/>
                </a:lnTo>
                <a:moveTo>
                  <a:pt x="575064" y="432028"/>
                </a:moveTo>
                <a:lnTo>
                  <a:pt x="560343" y="453018"/>
                </a:lnTo>
                <a:moveTo>
                  <a:pt x="1174741" y="132380"/>
                </a:moveTo>
                <a:lnTo>
                  <a:pt x="1357029" y="120397"/>
                </a:lnTo>
                <a:moveTo>
                  <a:pt x="333918" y="992575"/>
                </a:moveTo>
                <a:lnTo>
                  <a:pt x="424259" y="1046223"/>
                </a:lnTo>
                <a:moveTo>
                  <a:pt x="2003296" y="1194134"/>
                </a:moveTo>
                <a:lnTo>
                  <a:pt x="2068636" y="1280148"/>
                </a:lnTo>
                <a:moveTo>
                  <a:pt x="1862751" y="919633"/>
                </a:moveTo>
                <a:lnTo>
                  <a:pt x="1863022" y="920089"/>
                </a:lnTo>
                <a:moveTo>
                  <a:pt x="343273" y="458955"/>
                </a:moveTo>
                <a:lnTo>
                  <a:pt x="545051" y="419783"/>
                </a:lnTo>
                <a:moveTo>
                  <a:pt x="1332194" y="112763"/>
                </a:moveTo>
                <a:lnTo>
                  <a:pt x="1364435" y="121450"/>
                </a:lnTo>
                <a:moveTo>
                  <a:pt x="545051" y="419783"/>
                </a:moveTo>
                <a:lnTo>
                  <a:pt x="575064" y="432028"/>
                </a:lnTo>
                <a:moveTo>
                  <a:pt x="552369" y="458513"/>
                </a:moveTo>
                <a:lnTo>
                  <a:pt x="560343" y="453018"/>
                </a:lnTo>
                <a:moveTo>
                  <a:pt x="251565" y="611355"/>
                </a:moveTo>
                <a:lnTo>
                  <a:pt x="192835" y="702706"/>
                </a:lnTo>
                <a:moveTo>
                  <a:pt x="2068636" y="1280148"/>
                </a:moveTo>
                <a:lnTo>
                  <a:pt x="2026606" y="1218744"/>
                </a:lnTo>
                <a:moveTo>
                  <a:pt x="1357029" y="120397"/>
                </a:moveTo>
                <a:lnTo>
                  <a:pt x="1332194" y="112763"/>
                </a:lnTo>
                <a:moveTo>
                  <a:pt x="1770093" y="765215"/>
                </a:moveTo>
                <a:lnTo>
                  <a:pt x="1862751" y="919633"/>
                </a:lnTo>
                <a:moveTo>
                  <a:pt x="1576118" y="172839"/>
                </a:moveTo>
                <a:lnTo>
                  <a:pt x="1747080" y="232073"/>
                </a:lnTo>
                <a:moveTo>
                  <a:pt x="2230593" y="483833"/>
                </a:moveTo>
                <a:lnTo>
                  <a:pt x="2317667" y="436480"/>
                </a:lnTo>
                <a:moveTo>
                  <a:pt x="350235" y="495799"/>
                </a:moveTo>
                <a:lnTo>
                  <a:pt x="447292" y="540161"/>
                </a:lnTo>
                <a:moveTo>
                  <a:pt x="2068636" y="1280148"/>
                </a:moveTo>
                <a:lnTo>
                  <a:pt x="2088986" y="1333500"/>
                </a:lnTo>
                <a:moveTo>
                  <a:pt x="1879187" y="1175064"/>
                </a:moveTo>
                <a:lnTo>
                  <a:pt x="2003296" y="1194134"/>
                </a:lnTo>
                <a:moveTo>
                  <a:pt x="1734599" y="710712"/>
                </a:moveTo>
                <a:lnTo>
                  <a:pt x="1770093" y="765215"/>
                </a:lnTo>
                <a:moveTo>
                  <a:pt x="1295314" y="599976"/>
                </a:moveTo>
                <a:lnTo>
                  <a:pt x="1410961" y="574261"/>
                </a:lnTo>
                <a:moveTo>
                  <a:pt x="1972680" y="402497"/>
                </a:moveTo>
                <a:lnTo>
                  <a:pt x="1974468" y="511983"/>
                </a:lnTo>
                <a:moveTo>
                  <a:pt x="201622" y="831596"/>
                </a:moveTo>
                <a:lnTo>
                  <a:pt x="202913" y="753236"/>
                </a:lnTo>
                <a:moveTo>
                  <a:pt x="1747080" y="232073"/>
                </a:moveTo>
                <a:lnTo>
                  <a:pt x="1897796" y="381080"/>
                </a:lnTo>
                <a:moveTo>
                  <a:pt x="1410961" y="574261"/>
                </a:moveTo>
                <a:lnTo>
                  <a:pt x="1506527" y="610734"/>
                </a:lnTo>
                <a:moveTo>
                  <a:pt x="1816865" y="949857"/>
                </a:moveTo>
                <a:lnTo>
                  <a:pt x="1863022" y="920089"/>
                </a:lnTo>
                <a:moveTo>
                  <a:pt x="1862751" y="919633"/>
                </a:moveTo>
                <a:lnTo>
                  <a:pt x="1816865" y="949857"/>
                </a:lnTo>
                <a:moveTo>
                  <a:pt x="545051" y="419783"/>
                </a:moveTo>
                <a:lnTo>
                  <a:pt x="560343" y="453018"/>
                </a:lnTo>
                <a:moveTo>
                  <a:pt x="2068636" y="1280148"/>
                </a:moveTo>
                <a:lnTo>
                  <a:pt x="2109482" y="1333500"/>
                </a:lnTo>
                <a:moveTo>
                  <a:pt x="1357029" y="120397"/>
                </a:moveTo>
                <a:lnTo>
                  <a:pt x="1364435" y="121450"/>
                </a:lnTo>
                <a:moveTo>
                  <a:pt x="840402" y="237475"/>
                </a:moveTo>
                <a:lnTo>
                  <a:pt x="1063657" y="312572"/>
                </a:lnTo>
                <a:moveTo>
                  <a:pt x="1860460" y="1150615"/>
                </a:moveTo>
                <a:lnTo>
                  <a:pt x="1940284" y="1067161"/>
                </a:lnTo>
                <a:moveTo>
                  <a:pt x="2091487" y="502152"/>
                </a:moveTo>
                <a:lnTo>
                  <a:pt x="2230593" y="483833"/>
                </a:lnTo>
                <a:moveTo>
                  <a:pt x="1879187" y="1175064"/>
                </a:moveTo>
                <a:lnTo>
                  <a:pt x="1940284" y="1067161"/>
                </a:lnTo>
                <a:moveTo>
                  <a:pt x="2146128" y="1278264"/>
                </a:moveTo>
                <a:lnTo>
                  <a:pt x="2149481" y="1333500"/>
                </a:lnTo>
                <a:moveTo>
                  <a:pt x="1974468" y="511983"/>
                </a:moveTo>
                <a:lnTo>
                  <a:pt x="2024973" y="410785"/>
                </a:lnTo>
                <a:moveTo>
                  <a:pt x="447292" y="540161"/>
                </a:moveTo>
                <a:lnTo>
                  <a:pt x="552369" y="458513"/>
                </a:lnTo>
                <a:moveTo>
                  <a:pt x="242789" y="881691"/>
                </a:moveTo>
                <a:lnTo>
                  <a:pt x="279227" y="926199"/>
                </a:lnTo>
                <a:moveTo>
                  <a:pt x="223165" y="461058"/>
                </a:moveTo>
                <a:lnTo>
                  <a:pt x="331051" y="462040"/>
                </a:lnTo>
                <a:moveTo>
                  <a:pt x="2003296" y="1194134"/>
                </a:moveTo>
                <a:lnTo>
                  <a:pt x="1909989" y="1175279"/>
                </a:lnTo>
                <a:moveTo>
                  <a:pt x="1506527" y="610734"/>
                </a:moveTo>
                <a:lnTo>
                  <a:pt x="1574725" y="613305"/>
                </a:lnTo>
                <a:moveTo>
                  <a:pt x="2024973" y="410785"/>
                </a:moveTo>
                <a:lnTo>
                  <a:pt x="2091487" y="502152"/>
                </a:lnTo>
                <a:moveTo>
                  <a:pt x="447292" y="540161"/>
                </a:moveTo>
                <a:lnTo>
                  <a:pt x="560343" y="453018"/>
                </a:lnTo>
                <a:moveTo>
                  <a:pt x="1754581" y="989292"/>
                </a:moveTo>
                <a:lnTo>
                  <a:pt x="1862751" y="919633"/>
                </a:lnTo>
                <a:moveTo>
                  <a:pt x="350235" y="495799"/>
                </a:moveTo>
                <a:lnTo>
                  <a:pt x="344347" y="633093"/>
                </a:lnTo>
                <a:moveTo>
                  <a:pt x="1860460" y="1150615"/>
                </a:moveTo>
                <a:lnTo>
                  <a:pt x="1863022" y="920089"/>
                </a:lnTo>
                <a:moveTo>
                  <a:pt x="840228" y="237165"/>
                </a:moveTo>
                <a:lnTo>
                  <a:pt x="840402" y="237475"/>
                </a:lnTo>
                <a:moveTo>
                  <a:pt x="2230593" y="483833"/>
                </a:moveTo>
                <a:lnTo>
                  <a:pt x="2198835" y="500509"/>
                </a:lnTo>
                <a:moveTo>
                  <a:pt x="1897796" y="381080"/>
                </a:moveTo>
                <a:lnTo>
                  <a:pt x="1972680" y="402497"/>
                </a:lnTo>
                <a:moveTo>
                  <a:pt x="1754581" y="989292"/>
                </a:moveTo>
                <a:lnTo>
                  <a:pt x="1770093" y="765215"/>
                </a:lnTo>
                <a:moveTo>
                  <a:pt x="2197535" y="1333500"/>
                </a:moveTo>
                <a:lnTo>
                  <a:pt x="2237348" y="1282856"/>
                </a:lnTo>
                <a:moveTo>
                  <a:pt x="223165" y="461058"/>
                </a:moveTo>
                <a:lnTo>
                  <a:pt x="343273" y="458955"/>
                </a:lnTo>
                <a:moveTo>
                  <a:pt x="1495255" y="148788"/>
                </a:moveTo>
                <a:lnTo>
                  <a:pt x="1576118" y="172839"/>
                </a:lnTo>
                <a:moveTo>
                  <a:pt x="279227" y="926199"/>
                </a:moveTo>
                <a:lnTo>
                  <a:pt x="424259" y="1046223"/>
                </a:lnTo>
                <a:moveTo>
                  <a:pt x="516784" y="1076373"/>
                </a:moveTo>
                <a:lnTo>
                  <a:pt x="530243" y="1089705"/>
                </a:lnTo>
                <a:moveTo>
                  <a:pt x="343273" y="458955"/>
                </a:moveTo>
                <a:lnTo>
                  <a:pt x="434489" y="472406"/>
                </a:lnTo>
                <a:moveTo>
                  <a:pt x="2230593" y="483833"/>
                </a:moveTo>
                <a:lnTo>
                  <a:pt x="2331860" y="382023"/>
                </a:lnTo>
                <a:moveTo>
                  <a:pt x="1174741" y="132380"/>
                </a:moveTo>
                <a:lnTo>
                  <a:pt x="1170749" y="46975"/>
                </a:lnTo>
                <a:moveTo>
                  <a:pt x="623349" y="196422"/>
                </a:moveTo>
                <a:lnTo>
                  <a:pt x="840228" y="237165"/>
                </a:lnTo>
                <a:moveTo>
                  <a:pt x="253341" y="910349"/>
                </a:moveTo>
                <a:lnTo>
                  <a:pt x="242789" y="881691"/>
                </a:lnTo>
                <a:moveTo>
                  <a:pt x="184544" y="512287"/>
                </a:moveTo>
                <a:lnTo>
                  <a:pt x="223165" y="461058"/>
                </a:lnTo>
                <a:moveTo>
                  <a:pt x="948086" y="338682"/>
                </a:moveTo>
                <a:lnTo>
                  <a:pt x="1063657" y="312572"/>
                </a:lnTo>
                <a:moveTo>
                  <a:pt x="192835" y="702706"/>
                </a:moveTo>
                <a:lnTo>
                  <a:pt x="202913" y="753236"/>
                </a:lnTo>
                <a:moveTo>
                  <a:pt x="1756154" y="993236"/>
                </a:moveTo>
                <a:lnTo>
                  <a:pt x="1816865" y="949857"/>
                </a:lnTo>
                <a:moveTo>
                  <a:pt x="1364435" y="121450"/>
                </a:moveTo>
                <a:lnTo>
                  <a:pt x="1495255" y="148788"/>
                </a:lnTo>
                <a:moveTo>
                  <a:pt x="1754581" y="989292"/>
                </a:moveTo>
                <a:lnTo>
                  <a:pt x="1816865" y="949857"/>
                </a:lnTo>
                <a:moveTo>
                  <a:pt x="253341" y="910349"/>
                </a:moveTo>
                <a:lnTo>
                  <a:pt x="279227" y="926199"/>
                </a:lnTo>
                <a:moveTo>
                  <a:pt x="1816865" y="949857"/>
                </a:moveTo>
                <a:lnTo>
                  <a:pt x="1860460" y="1150615"/>
                </a:lnTo>
                <a:moveTo>
                  <a:pt x="1576118" y="172839"/>
                </a:moveTo>
                <a:lnTo>
                  <a:pt x="1669385" y="197138"/>
                </a:lnTo>
                <a:moveTo>
                  <a:pt x="1357029" y="120397"/>
                </a:moveTo>
                <a:lnTo>
                  <a:pt x="1495255" y="148788"/>
                </a:lnTo>
                <a:moveTo>
                  <a:pt x="202913" y="753236"/>
                </a:moveTo>
                <a:lnTo>
                  <a:pt x="242789" y="881691"/>
                </a:lnTo>
                <a:moveTo>
                  <a:pt x="469226" y="530848"/>
                </a:moveTo>
                <a:lnTo>
                  <a:pt x="560343" y="453018"/>
                </a:lnTo>
                <a:moveTo>
                  <a:pt x="638830" y="121380"/>
                </a:moveTo>
                <a:lnTo>
                  <a:pt x="840228" y="237165"/>
                </a:lnTo>
                <a:moveTo>
                  <a:pt x="251565" y="611355"/>
                </a:moveTo>
                <a:lnTo>
                  <a:pt x="344347" y="633093"/>
                </a:lnTo>
                <a:moveTo>
                  <a:pt x="1862086" y="269690"/>
                </a:moveTo>
                <a:lnTo>
                  <a:pt x="1897796" y="381080"/>
                </a:lnTo>
                <a:moveTo>
                  <a:pt x="1747080" y="232073"/>
                </a:moveTo>
                <a:lnTo>
                  <a:pt x="1862086" y="269690"/>
                </a:lnTo>
                <a:moveTo>
                  <a:pt x="545051" y="419783"/>
                </a:moveTo>
                <a:lnTo>
                  <a:pt x="469226" y="530848"/>
                </a:lnTo>
                <a:moveTo>
                  <a:pt x="1689474" y="848274"/>
                </a:moveTo>
                <a:lnTo>
                  <a:pt x="1770093" y="765215"/>
                </a:lnTo>
                <a:moveTo>
                  <a:pt x="1574725" y="613305"/>
                </a:moveTo>
                <a:lnTo>
                  <a:pt x="1633458" y="687499"/>
                </a:lnTo>
                <a:moveTo>
                  <a:pt x="1242146" y="717110"/>
                </a:moveTo>
                <a:lnTo>
                  <a:pt x="1295314" y="599976"/>
                </a:lnTo>
                <a:moveTo>
                  <a:pt x="434489" y="472406"/>
                </a:moveTo>
                <a:lnTo>
                  <a:pt x="545051" y="419783"/>
                </a:lnTo>
                <a:moveTo>
                  <a:pt x="1669385" y="197138"/>
                </a:moveTo>
                <a:lnTo>
                  <a:pt x="1747080" y="232073"/>
                </a:lnTo>
                <a:moveTo>
                  <a:pt x="2331860" y="382023"/>
                </a:moveTo>
                <a:lnTo>
                  <a:pt x="2432160" y="443542"/>
                </a:lnTo>
                <a:moveTo>
                  <a:pt x="594081" y="129420"/>
                </a:moveTo>
                <a:lnTo>
                  <a:pt x="623349" y="196422"/>
                </a:lnTo>
                <a:moveTo>
                  <a:pt x="623349" y="196422"/>
                </a:moveTo>
                <a:lnTo>
                  <a:pt x="638830" y="121380"/>
                </a:lnTo>
                <a:moveTo>
                  <a:pt x="2068636" y="1280148"/>
                </a:moveTo>
                <a:lnTo>
                  <a:pt x="2146128" y="1278264"/>
                </a:lnTo>
                <a:moveTo>
                  <a:pt x="2237348" y="1282856"/>
                </a:moveTo>
                <a:lnTo>
                  <a:pt x="2247084" y="1333500"/>
                </a:lnTo>
                <a:moveTo>
                  <a:pt x="792184" y="104867"/>
                </a:moveTo>
                <a:lnTo>
                  <a:pt x="840228" y="237165"/>
                </a:lnTo>
                <a:moveTo>
                  <a:pt x="1196956" y="0"/>
                </a:moveTo>
                <a:lnTo>
                  <a:pt x="1170749" y="46975"/>
                </a:lnTo>
                <a:moveTo>
                  <a:pt x="1170749" y="46975"/>
                </a:moveTo>
                <a:lnTo>
                  <a:pt x="1357029" y="120397"/>
                </a:lnTo>
                <a:moveTo>
                  <a:pt x="1633458" y="687499"/>
                </a:moveTo>
                <a:lnTo>
                  <a:pt x="1734599" y="710712"/>
                </a:lnTo>
                <a:moveTo>
                  <a:pt x="840402" y="237475"/>
                </a:moveTo>
                <a:lnTo>
                  <a:pt x="948086" y="338682"/>
                </a:lnTo>
                <a:moveTo>
                  <a:pt x="2091487" y="502152"/>
                </a:moveTo>
                <a:lnTo>
                  <a:pt x="2067497" y="449713"/>
                </a:lnTo>
                <a:moveTo>
                  <a:pt x="1410961" y="574261"/>
                </a:moveTo>
                <a:lnTo>
                  <a:pt x="1388894" y="625932"/>
                </a:lnTo>
                <a:moveTo>
                  <a:pt x="1063657" y="312572"/>
                </a:moveTo>
                <a:lnTo>
                  <a:pt x="1148621" y="292933"/>
                </a:lnTo>
                <a:moveTo>
                  <a:pt x="1754581" y="989292"/>
                </a:moveTo>
                <a:lnTo>
                  <a:pt x="1756154" y="993236"/>
                </a:lnTo>
                <a:moveTo>
                  <a:pt x="1140998" y="154313"/>
                </a:moveTo>
                <a:lnTo>
                  <a:pt x="1148621" y="292933"/>
                </a:lnTo>
                <a:moveTo>
                  <a:pt x="1756154" y="993236"/>
                </a:moveTo>
                <a:lnTo>
                  <a:pt x="1860460" y="1150615"/>
                </a:lnTo>
                <a:moveTo>
                  <a:pt x="838359" y="104057"/>
                </a:moveTo>
                <a:lnTo>
                  <a:pt x="840402" y="237475"/>
                </a:lnTo>
                <a:moveTo>
                  <a:pt x="1754004" y="990716"/>
                </a:moveTo>
                <a:lnTo>
                  <a:pt x="1756154" y="993236"/>
                </a:lnTo>
                <a:moveTo>
                  <a:pt x="840228" y="237165"/>
                </a:moveTo>
                <a:lnTo>
                  <a:pt x="838359" y="104057"/>
                </a:lnTo>
                <a:moveTo>
                  <a:pt x="1140998" y="154313"/>
                </a:moveTo>
                <a:lnTo>
                  <a:pt x="1169363" y="248247"/>
                </a:lnTo>
                <a:moveTo>
                  <a:pt x="1754004" y="990716"/>
                </a:moveTo>
                <a:lnTo>
                  <a:pt x="1754581" y="989292"/>
                </a:lnTo>
                <a:moveTo>
                  <a:pt x="279227" y="926199"/>
                </a:moveTo>
                <a:lnTo>
                  <a:pt x="382715" y="1004594"/>
                </a:lnTo>
                <a:moveTo>
                  <a:pt x="179730" y="442024"/>
                </a:moveTo>
                <a:lnTo>
                  <a:pt x="184544" y="512287"/>
                </a:lnTo>
                <a:moveTo>
                  <a:pt x="1860460" y="1150615"/>
                </a:moveTo>
                <a:lnTo>
                  <a:pt x="1879187" y="1175064"/>
                </a:lnTo>
                <a:moveTo>
                  <a:pt x="594081" y="129420"/>
                </a:moveTo>
                <a:lnTo>
                  <a:pt x="638830" y="121380"/>
                </a:lnTo>
                <a:moveTo>
                  <a:pt x="731245" y="298143"/>
                </a:moveTo>
                <a:lnTo>
                  <a:pt x="840228" y="237165"/>
                </a:lnTo>
                <a:moveTo>
                  <a:pt x="1238518" y="130948"/>
                </a:moveTo>
                <a:lnTo>
                  <a:pt x="1357029" y="120397"/>
                </a:lnTo>
                <a:moveTo>
                  <a:pt x="1972680" y="402497"/>
                </a:moveTo>
                <a:lnTo>
                  <a:pt x="2024973" y="410785"/>
                </a:lnTo>
                <a:moveTo>
                  <a:pt x="1357029" y="120397"/>
                </a:moveTo>
                <a:lnTo>
                  <a:pt x="1449590" y="140965"/>
                </a:lnTo>
                <a:moveTo>
                  <a:pt x="447292" y="540161"/>
                </a:moveTo>
                <a:lnTo>
                  <a:pt x="469226" y="530848"/>
                </a:lnTo>
                <a:moveTo>
                  <a:pt x="591648" y="152048"/>
                </a:moveTo>
                <a:lnTo>
                  <a:pt x="623349" y="196422"/>
                </a:lnTo>
                <a:moveTo>
                  <a:pt x="251565" y="611355"/>
                </a:moveTo>
                <a:lnTo>
                  <a:pt x="243795" y="738687"/>
                </a:lnTo>
                <a:moveTo>
                  <a:pt x="382715" y="1004594"/>
                </a:moveTo>
                <a:lnTo>
                  <a:pt x="424259" y="1046223"/>
                </a:lnTo>
                <a:moveTo>
                  <a:pt x="1734599" y="710712"/>
                </a:moveTo>
                <a:lnTo>
                  <a:pt x="1628625" y="709375"/>
                </a:lnTo>
                <a:moveTo>
                  <a:pt x="1628625" y="709375"/>
                </a:moveTo>
                <a:lnTo>
                  <a:pt x="1770093" y="765215"/>
                </a:lnTo>
                <a:moveTo>
                  <a:pt x="638830" y="121380"/>
                </a:moveTo>
                <a:lnTo>
                  <a:pt x="792184" y="104867"/>
                </a:lnTo>
                <a:moveTo>
                  <a:pt x="623349" y="196422"/>
                </a:moveTo>
                <a:lnTo>
                  <a:pt x="731245" y="298143"/>
                </a:lnTo>
                <a:moveTo>
                  <a:pt x="1576118" y="172839"/>
                </a:moveTo>
                <a:lnTo>
                  <a:pt x="1608034" y="187852"/>
                </a:lnTo>
                <a:moveTo>
                  <a:pt x="344347" y="633093"/>
                </a:moveTo>
                <a:lnTo>
                  <a:pt x="447292" y="540161"/>
                </a:lnTo>
                <a:moveTo>
                  <a:pt x="2230593" y="483833"/>
                </a:moveTo>
                <a:lnTo>
                  <a:pt x="2296470" y="549129"/>
                </a:lnTo>
                <a:moveTo>
                  <a:pt x="192835" y="702706"/>
                </a:moveTo>
                <a:lnTo>
                  <a:pt x="243795" y="738687"/>
                </a:lnTo>
                <a:moveTo>
                  <a:pt x="1909989" y="1175279"/>
                </a:moveTo>
                <a:lnTo>
                  <a:pt x="2068636" y="1280148"/>
                </a:lnTo>
                <a:moveTo>
                  <a:pt x="2230593" y="483833"/>
                </a:moveTo>
                <a:lnTo>
                  <a:pt x="2432160" y="443542"/>
                </a:lnTo>
                <a:moveTo>
                  <a:pt x="2146128" y="1278264"/>
                </a:moveTo>
                <a:lnTo>
                  <a:pt x="2237348" y="1282856"/>
                </a:lnTo>
                <a:moveTo>
                  <a:pt x="1689474" y="848274"/>
                </a:moveTo>
                <a:lnTo>
                  <a:pt x="1754581" y="989292"/>
                </a:lnTo>
                <a:moveTo>
                  <a:pt x="594081" y="129420"/>
                </a:moveTo>
                <a:lnTo>
                  <a:pt x="591648" y="152048"/>
                </a:lnTo>
                <a:moveTo>
                  <a:pt x="1689474" y="848274"/>
                </a:moveTo>
                <a:lnTo>
                  <a:pt x="1754004" y="990716"/>
                </a:lnTo>
                <a:moveTo>
                  <a:pt x="1063657" y="312572"/>
                </a:moveTo>
                <a:lnTo>
                  <a:pt x="1048422" y="400399"/>
                </a:lnTo>
                <a:moveTo>
                  <a:pt x="1506527" y="610734"/>
                </a:moveTo>
                <a:lnTo>
                  <a:pt x="1633458" y="687499"/>
                </a:lnTo>
                <a:moveTo>
                  <a:pt x="424259" y="1046223"/>
                </a:moveTo>
                <a:lnTo>
                  <a:pt x="530243" y="1089705"/>
                </a:lnTo>
                <a:moveTo>
                  <a:pt x="792184" y="104867"/>
                </a:moveTo>
                <a:lnTo>
                  <a:pt x="838359" y="104057"/>
                </a:lnTo>
                <a:moveTo>
                  <a:pt x="1879187" y="1175064"/>
                </a:moveTo>
                <a:lnTo>
                  <a:pt x="1909989" y="1175279"/>
                </a:lnTo>
                <a:moveTo>
                  <a:pt x="434489" y="472406"/>
                </a:moveTo>
                <a:lnTo>
                  <a:pt x="469226" y="530848"/>
                </a:lnTo>
                <a:moveTo>
                  <a:pt x="223165" y="461058"/>
                </a:moveTo>
                <a:lnTo>
                  <a:pt x="434489" y="472406"/>
                </a:lnTo>
                <a:moveTo>
                  <a:pt x="1972680" y="402497"/>
                </a:moveTo>
                <a:lnTo>
                  <a:pt x="1998185" y="360906"/>
                </a:lnTo>
                <a:moveTo>
                  <a:pt x="1744159" y="1215904"/>
                </a:moveTo>
                <a:lnTo>
                  <a:pt x="1860460" y="1150615"/>
                </a:lnTo>
                <a:moveTo>
                  <a:pt x="882034" y="322639"/>
                </a:moveTo>
                <a:lnTo>
                  <a:pt x="840402" y="237475"/>
                </a:lnTo>
                <a:moveTo>
                  <a:pt x="840228" y="237165"/>
                </a:moveTo>
                <a:lnTo>
                  <a:pt x="882034" y="322639"/>
                </a:lnTo>
                <a:moveTo>
                  <a:pt x="1744159" y="1215904"/>
                </a:moveTo>
                <a:lnTo>
                  <a:pt x="1879187" y="1175064"/>
                </a:lnTo>
                <a:moveTo>
                  <a:pt x="2296470" y="549129"/>
                </a:moveTo>
                <a:lnTo>
                  <a:pt x="2432160" y="443542"/>
                </a:lnTo>
                <a:moveTo>
                  <a:pt x="2296470" y="549129"/>
                </a:moveTo>
                <a:lnTo>
                  <a:pt x="2385983" y="535471"/>
                </a:lnTo>
                <a:moveTo>
                  <a:pt x="1669385" y="197138"/>
                </a:moveTo>
                <a:lnTo>
                  <a:pt x="1862086" y="269690"/>
                </a:lnTo>
                <a:moveTo>
                  <a:pt x="344347" y="633093"/>
                </a:moveTo>
                <a:lnTo>
                  <a:pt x="469226" y="530848"/>
                </a:lnTo>
                <a:moveTo>
                  <a:pt x="279227" y="926199"/>
                </a:moveTo>
                <a:lnTo>
                  <a:pt x="327064" y="974800"/>
                </a:lnTo>
                <a:moveTo>
                  <a:pt x="2432160" y="443542"/>
                </a:moveTo>
                <a:lnTo>
                  <a:pt x="2385983" y="535471"/>
                </a:lnTo>
                <a:moveTo>
                  <a:pt x="1506527" y="610734"/>
                </a:moveTo>
                <a:lnTo>
                  <a:pt x="1608672" y="682021"/>
                </a:lnTo>
                <a:moveTo>
                  <a:pt x="1449590" y="140965"/>
                </a:moveTo>
                <a:lnTo>
                  <a:pt x="1495255" y="148788"/>
                </a:lnTo>
                <a:moveTo>
                  <a:pt x="2237348" y="1282856"/>
                </a:moveTo>
                <a:lnTo>
                  <a:pt x="2371822" y="1267450"/>
                </a:lnTo>
                <a:moveTo>
                  <a:pt x="2067497" y="449713"/>
                </a:moveTo>
                <a:lnTo>
                  <a:pt x="2230593" y="483833"/>
                </a:lnTo>
                <a:moveTo>
                  <a:pt x="1998185" y="360906"/>
                </a:moveTo>
                <a:lnTo>
                  <a:pt x="2024973" y="410785"/>
                </a:lnTo>
                <a:moveTo>
                  <a:pt x="1242146" y="717110"/>
                </a:moveTo>
                <a:lnTo>
                  <a:pt x="1388894" y="625932"/>
                </a:lnTo>
                <a:moveTo>
                  <a:pt x="1981852" y="1201957"/>
                </a:moveTo>
                <a:lnTo>
                  <a:pt x="2068636" y="1280148"/>
                </a:lnTo>
                <a:moveTo>
                  <a:pt x="2296470" y="549129"/>
                </a:moveTo>
                <a:lnTo>
                  <a:pt x="2338109" y="583541"/>
                </a:lnTo>
                <a:moveTo>
                  <a:pt x="1295314" y="599976"/>
                </a:moveTo>
                <a:lnTo>
                  <a:pt x="1388894" y="625932"/>
                </a:lnTo>
                <a:moveTo>
                  <a:pt x="2338109" y="583541"/>
                </a:moveTo>
                <a:lnTo>
                  <a:pt x="2385983" y="535471"/>
                </a:lnTo>
                <a:moveTo>
                  <a:pt x="1388894" y="625932"/>
                </a:moveTo>
                <a:lnTo>
                  <a:pt x="1506527" y="610734"/>
                </a:lnTo>
                <a:moveTo>
                  <a:pt x="1170749" y="46975"/>
                </a:moveTo>
                <a:lnTo>
                  <a:pt x="1238518" y="130948"/>
                </a:lnTo>
                <a:moveTo>
                  <a:pt x="2024973" y="410785"/>
                </a:moveTo>
                <a:lnTo>
                  <a:pt x="2067497" y="449713"/>
                </a:lnTo>
                <a:moveTo>
                  <a:pt x="253341" y="910349"/>
                </a:moveTo>
                <a:lnTo>
                  <a:pt x="327064" y="974800"/>
                </a:lnTo>
                <a:moveTo>
                  <a:pt x="202913" y="753236"/>
                </a:moveTo>
                <a:lnTo>
                  <a:pt x="243795" y="738687"/>
                </a:lnTo>
                <a:moveTo>
                  <a:pt x="1756154" y="993236"/>
                </a:moveTo>
                <a:lnTo>
                  <a:pt x="1688536" y="1079608"/>
                </a:lnTo>
                <a:moveTo>
                  <a:pt x="179730" y="442024"/>
                </a:moveTo>
                <a:lnTo>
                  <a:pt x="223165" y="461058"/>
                </a:lnTo>
                <a:moveTo>
                  <a:pt x="382715" y="1004594"/>
                </a:moveTo>
                <a:lnTo>
                  <a:pt x="530243" y="1089705"/>
                </a:lnTo>
                <a:moveTo>
                  <a:pt x="1981852" y="1201957"/>
                </a:moveTo>
                <a:lnTo>
                  <a:pt x="2146128" y="1278264"/>
                </a:lnTo>
                <a:moveTo>
                  <a:pt x="1688536" y="1079608"/>
                </a:moveTo>
                <a:lnTo>
                  <a:pt x="1860460" y="1150615"/>
                </a:lnTo>
                <a:moveTo>
                  <a:pt x="149007" y="874788"/>
                </a:moveTo>
                <a:lnTo>
                  <a:pt x="253341" y="910349"/>
                </a:lnTo>
                <a:moveTo>
                  <a:pt x="1754004" y="990716"/>
                </a:moveTo>
                <a:lnTo>
                  <a:pt x="1688536" y="1079608"/>
                </a:lnTo>
                <a:moveTo>
                  <a:pt x="2109795" y="482282"/>
                </a:moveTo>
                <a:lnTo>
                  <a:pt x="2230593" y="483833"/>
                </a:lnTo>
                <a:moveTo>
                  <a:pt x="2230593" y="483833"/>
                </a:moveTo>
                <a:lnTo>
                  <a:pt x="2204045" y="626308"/>
                </a:lnTo>
                <a:moveTo>
                  <a:pt x="2154038" y="1173606"/>
                </a:moveTo>
                <a:lnTo>
                  <a:pt x="2146128" y="1278264"/>
                </a:lnTo>
                <a:moveTo>
                  <a:pt x="2146128" y="1278264"/>
                </a:moveTo>
                <a:lnTo>
                  <a:pt x="2214134" y="1163345"/>
                </a:lnTo>
                <a:moveTo>
                  <a:pt x="1628625" y="709375"/>
                </a:moveTo>
                <a:lnTo>
                  <a:pt x="1689474" y="848274"/>
                </a:lnTo>
                <a:moveTo>
                  <a:pt x="623349" y="196422"/>
                </a:moveTo>
                <a:lnTo>
                  <a:pt x="680643" y="206572"/>
                </a:lnTo>
                <a:moveTo>
                  <a:pt x="1495255" y="148788"/>
                </a:moveTo>
                <a:lnTo>
                  <a:pt x="1608034" y="187852"/>
                </a:lnTo>
                <a:moveTo>
                  <a:pt x="1357029" y="120397"/>
                </a:moveTo>
                <a:lnTo>
                  <a:pt x="1332396" y="158489"/>
                </a:lnTo>
                <a:moveTo>
                  <a:pt x="223165" y="461058"/>
                </a:moveTo>
                <a:lnTo>
                  <a:pt x="253186" y="437873"/>
                </a:lnTo>
                <a:moveTo>
                  <a:pt x="882034" y="322639"/>
                </a:moveTo>
                <a:lnTo>
                  <a:pt x="948086" y="338682"/>
                </a:lnTo>
                <a:moveTo>
                  <a:pt x="1608672" y="682021"/>
                </a:moveTo>
                <a:lnTo>
                  <a:pt x="1633458" y="687499"/>
                </a:lnTo>
                <a:moveTo>
                  <a:pt x="1238518" y="130948"/>
                </a:moveTo>
                <a:lnTo>
                  <a:pt x="1169363" y="248247"/>
                </a:lnTo>
                <a:moveTo>
                  <a:pt x="1633458" y="687499"/>
                </a:moveTo>
                <a:lnTo>
                  <a:pt x="1628625" y="709375"/>
                </a:lnTo>
                <a:moveTo>
                  <a:pt x="243795" y="738687"/>
                </a:moveTo>
                <a:lnTo>
                  <a:pt x="344347" y="633093"/>
                </a:lnTo>
                <a:moveTo>
                  <a:pt x="1646263" y="926147"/>
                </a:moveTo>
                <a:lnTo>
                  <a:pt x="1754004" y="990716"/>
                </a:lnTo>
                <a:moveTo>
                  <a:pt x="1148621" y="292933"/>
                </a:moveTo>
                <a:lnTo>
                  <a:pt x="1169363" y="248247"/>
                </a:lnTo>
                <a:moveTo>
                  <a:pt x="1608034" y="187852"/>
                </a:moveTo>
                <a:lnTo>
                  <a:pt x="1669385" y="197138"/>
                </a:lnTo>
                <a:moveTo>
                  <a:pt x="948086" y="338682"/>
                </a:moveTo>
                <a:lnTo>
                  <a:pt x="1048422" y="400399"/>
                </a:lnTo>
                <a:moveTo>
                  <a:pt x="327064" y="974800"/>
                </a:moveTo>
                <a:lnTo>
                  <a:pt x="382715" y="1004594"/>
                </a:lnTo>
                <a:moveTo>
                  <a:pt x="2214134" y="1163345"/>
                </a:moveTo>
                <a:lnTo>
                  <a:pt x="2237348" y="1282856"/>
                </a:lnTo>
                <a:moveTo>
                  <a:pt x="2204045" y="626308"/>
                </a:moveTo>
                <a:lnTo>
                  <a:pt x="2296470" y="549129"/>
                </a:lnTo>
                <a:moveTo>
                  <a:pt x="223165" y="461058"/>
                </a:moveTo>
                <a:lnTo>
                  <a:pt x="361997" y="435921"/>
                </a:lnTo>
                <a:moveTo>
                  <a:pt x="361997" y="435921"/>
                </a:moveTo>
                <a:lnTo>
                  <a:pt x="434489" y="472406"/>
                </a:lnTo>
                <a:moveTo>
                  <a:pt x="1998185" y="360906"/>
                </a:moveTo>
                <a:lnTo>
                  <a:pt x="2067497" y="449713"/>
                </a:lnTo>
                <a:moveTo>
                  <a:pt x="1909989" y="1175279"/>
                </a:moveTo>
                <a:lnTo>
                  <a:pt x="1981852" y="1201957"/>
                </a:lnTo>
                <a:moveTo>
                  <a:pt x="840228" y="237165"/>
                </a:moveTo>
                <a:lnTo>
                  <a:pt x="784934" y="224462"/>
                </a:lnTo>
                <a:moveTo>
                  <a:pt x="1608672" y="682021"/>
                </a:moveTo>
                <a:lnTo>
                  <a:pt x="1628625" y="709375"/>
                </a:lnTo>
                <a:moveTo>
                  <a:pt x="395175" y="617178"/>
                </a:moveTo>
                <a:lnTo>
                  <a:pt x="469226" y="530848"/>
                </a:lnTo>
                <a:moveTo>
                  <a:pt x="2214134" y="1163345"/>
                </a:moveTo>
                <a:lnTo>
                  <a:pt x="2371822" y="1267450"/>
                </a:lnTo>
                <a:moveTo>
                  <a:pt x="1909989" y="1175279"/>
                </a:moveTo>
                <a:lnTo>
                  <a:pt x="1972544" y="1199843"/>
                </a:lnTo>
                <a:moveTo>
                  <a:pt x="1449590" y="140965"/>
                </a:moveTo>
                <a:lnTo>
                  <a:pt x="1608034" y="187852"/>
                </a:lnTo>
                <a:moveTo>
                  <a:pt x="1754004" y="990716"/>
                </a:moveTo>
                <a:lnTo>
                  <a:pt x="1641823" y="947749"/>
                </a:lnTo>
                <a:moveTo>
                  <a:pt x="591648" y="152048"/>
                </a:moveTo>
                <a:lnTo>
                  <a:pt x="680643" y="206572"/>
                </a:lnTo>
                <a:moveTo>
                  <a:pt x="1688536" y="1079608"/>
                </a:moveTo>
                <a:lnTo>
                  <a:pt x="1744159" y="1215904"/>
                </a:lnTo>
                <a:moveTo>
                  <a:pt x="344347" y="633093"/>
                </a:moveTo>
                <a:lnTo>
                  <a:pt x="395175" y="617178"/>
                </a:lnTo>
                <a:moveTo>
                  <a:pt x="179730" y="442024"/>
                </a:moveTo>
                <a:lnTo>
                  <a:pt x="253186" y="437873"/>
                </a:lnTo>
                <a:moveTo>
                  <a:pt x="1764634" y="231931"/>
                </a:moveTo>
                <a:lnTo>
                  <a:pt x="1862086" y="269690"/>
                </a:lnTo>
                <a:moveTo>
                  <a:pt x="1646263" y="926147"/>
                </a:moveTo>
                <a:lnTo>
                  <a:pt x="1689474" y="848274"/>
                </a:lnTo>
                <a:moveTo>
                  <a:pt x="2204045" y="626308"/>
                </a:moveTo>
                <a:lnTo>
                  <a:pt x="2338109" y="583541"/>
                </a:lnTo>
                <a:moveTo>
                  <a:pt x="2352183" y="1149073"/>
                </a:moveTo>
                <a:lnTo>
                  <a:pt x="2371822" y="1267450"/>
                </a:lnTo>
                <a:moveTo>
                  <a:pt x="680643" y="206572"/>
                </a:moveTo>
                <a:lnTo>
                  <a:pt x="731245" y="298143"/>
                </a:lnTo>
                <a:moveTo>
                  <a:pt x="1148621" y="292933"/>
                </a:moveTo>
                <a:lnTo>
                  <a:pt x="1166887" y="276853"/>
                </a:lnTo>
                <a:moveTo>
                  <a:pt x="1169363" y="248247"/>
                </a:moveTo>
                <a:lnTo>
                  <a:pt x="1166887" y="276853"/>
                </a:lnTo>
                <a:moveTo>
                  <a:pt x="1669385" y="197138"/>
                </a:moveTo>
                <a:lnTo>
                  <a:pt x="1764634" y="231931"/>
                </a:lnTo>
                <a:moveTo>
                  <a:pt x="192995" y="680373"/>
                </a:moveTo>
                <a:lnTo>
                  <a:pt x="202913" y="753236"/>
                </a:lnTo>
                <a:moveTo>
                  <a:pt x="1048422" y="400399"/>
                </a:moveTo>
                <a:lnTo>
                  <a:pt x="1148621" y="292933"/>
                </a:lnTo>
                <a:moveTo>
                  <a:pt x="2232366" y="661667"/>
                </a:moveTo>
                <a:lnTo>
                  <a:pt x="2338109" y="583541"/>
                </a:lnTo>
                <a:moveTo>
                  <a:pt x="2338109" y="583541"/>
                </a:moveTo>
                <a:lnTo>
                  <a:pt x="2316432" y="790871"/>
                </a:lnTo>
                <a:moveTo>
                  <a:pt x="382715" y="1004594"/>
                </a:moveTo>
                <a:lnTo>
                  <a:pt x="475432" y="1025989"/>
                </a:lnTo>
                <a:moveTo>
                  <a:pt x="1506527" y="610734"/>
                </a:moveTo>
                <a:lnTo>
                  <a:pt x="1486053" y="670834"/>
                </a:lnTo>
                <a:moveTo>
                  <a:pt x="1998185" y="360906"/>
                </a:moveTo>
                <a:lnTo>
                  <a:pt x="2098682" y="475245"/>
                </a:lnTo>
                <a:moveTo>
                  <a:pt x="2067497" y="449713"/>
                </a:moveTo>
                <a:lnTo>
                  <a:pt x="2109795" y="482282"/>
                </a:lnTo>
                <a:moveTo>
                  <a:pt x="1909989" y="1175279"/>
                </a:moveTo>
                <a:lnTo>
                  <a:pt x="1908341" y="1249739"/>
                </a:lnTo>
                <a:moveTo>
                  <a:pt x="253341" y="910349"/>
                </a:moveTo>
                <a:lnTo>
                  <a:pt x="265850" y="879988"/>
                </a:lnTo>
                <a:moveTo>
                  <a:pt x="253186" y="437873"/>
                </a:moveTo>
                <a:lnTo>
                  <a:pt x="361997" y="435921"/>
                </a:lnTo>
                <a:moveTo>
                  <a:pt x="2067497" y="449713"/>
                </a:moveTo>
                <a:lnTo>
                  <a:pt x="2098682" y="475245"/>
                </a:lnTo>
                <a:moveTo>
                  <a:pt x="1628625" y="709375"/>
                </a:moveTo>
                <a:lnTo>
                  <a:pt x="1646263" y="926147"/>
                </a:lnTo>
                <a:moveTo>
                  <a:pt x="1981852" y="1201957"/>
                </a:moveTo>
                <a:lnTo>
                  <a:pt x="2154038" y="1173606"/>
                </a:lnTo>
                <a:moveTo>
                  <a:pt x="1972544" y="1199843"/>
                </a:moveTo>
                <a:lnTo>
                  <a:pt x="1981852" y="1201957"/>
                </a:lnTo>
                <a:moveTo>
                  <a:pt x="475432" y="1025989"/>
                </a:moveTo>
                <a:lnTo>
                  <a:pt x="530243" y="1089705"/>
                </a:lnTo>
                <a:moveTo>
                  <a:pt x="2154038" y="1173606"/>
                </a:moveTo>
                <a:lnTo>
                  <a:pt x="2214134" y="1163345"/>
                </a:lnTo>
                <a:moveTo>
                  <a:pt x="382715" y="1004594"/>
                </a:moveTo>
                <a:lnTo>
                  <a:pt x="449034" y="1007890"/>
                </a:lnTo>
                <a:moveTo>
                  <a:pt x="361779" y="491950"/>
                </a:moveTo>
                <a:lnTo>
                  <a:pt x="469226" y="530848"/>
                </a:lnTo>
                <a:moveTo>
                  <a:pt x="1669385" y="197138"/>
                </a:moveTo>
                <a:lnTo>
                  <a:pt x="1716339" y="229825"/>
                </a:lnTo>
                <a:moveTo>
                  <a:pt x="1238518" y="130948"/>
                </a:moveTo>
                <a:lnTo>
                  <a:pt x="1332396" y="158489"/>
                </a:lnTo>
                <a:moveTo>
                  <a:pt x="434489" y="472406"/>
                </a:moveTo>
                <a:lnTo>
                  <a:pt x="361779" y="491950"/>
                </a:lnTo>
                <a:moveTo>
                  <a:pt x="731245" y="298143"/>
                </a:moveTo>
                <a:lnTo>
                  <a:pt x="784934" y="224462"/>
                </a:lnTo>
                <a:moveTo>
                  <a:pt x="2109795" y="482282"/>
                </a:moveTo>
                <a:lnTo>
                  <a:pt x="2204045" y="626308"/>
                </a:lnTo>
                <a:moveTo>
                  <a:pt x="1332396" y="158489"/>
                </a:moveTo>
                <a:lnTo>
                  <a:pt x="1449590" y="140965"/>
                </a:lnTo>
                <a:moveTo>
                  <a:pt x="1449590" y="140965"/>
                </a:moveTo>
                <a:lnTo>
                  <a:pt x="1544164" y="172185"/>
                </a:lnTo>
                <a:moveTo>
                  <a:pt x="2204045" y="626308"/>
                </a:moveTo>
                <a:lnTo>
                  <a:pt x="2232366" y="661667"/>
                </a:lnTo>
                <a:moveTo>
                  <a:pt x="948086" y="338682"/>
                </a:moveTo>
                <a:lnTo>
                  <a:pt x="947678" y="392341"/>
                </a:lnTo>
                <a:moveTo>
                  <a:pt x="2214134" y="1163345"/>
                </a:moveTo>
                <a:lnTo>
                  <a:pt x="2352183" y="1149073"/>
                </a:lnTo>
                <a:moveTo>
                  <a:pt x="2098682" y="475245"/>
                </a:moveTo>
                <a:lnTo>
                  <a:pt x="2109795" y="482282"/>
                </a:lnTo>
                <a:moveTo>
                  <a:pt x="2232366" y="661667"/>
                </a:moveTo>
                <a:lnTo>
                  <a:pt x="2316432" y="790871"/>
                </a:lnTo>
                <a:moveTo>
                  <a:pt x="192995" y="680373"/>
                </a:moveTo>
                <a:lnTo>
                  <a:pt x="243795" y="738687"/>
                </a:lnTo>
                <a:moveTo>
                  <a:pt x="344347" y="633093"/>
                </a:moveTo>
                <a:lnTo>
                  <a:pt x="329720" y="724140"/>
                </a:lnTo>
                <a:moveTo>
                  <a:pt x="253186" y="437873"/>
                </a:moveTo>
                <a:lnTo>
                  <a:pt x="306270" y="431586"/>
                </a:lnTo>
                <a:moveTo>
                  <a:pt x="1908341" y="1249739"/>
                </a:moveTo>
                <a:lnTo>
                  <a:pt x="1972544" y="1199843"/>
                </a:lnTo>
                <a:moveTo>
                  <a:pt x="1544164" y="172185"/>
                </a:moveTo>
                <a:lnTo>
                  <a:pt x="1608034" y="187852"/>
                </a:lnTo>
                <a:moveTo>
                  <a:pt x="1641823" y="947749"/>
                </a:moveTo>
                <a:lnTo>
                  <a:pt x="1688536" y="1079608"/>
                </a:lnTo>
                <a:moveTo>
                  <a:pt x="1238518" y="130948"/>
                </a:moveTo>
                <a:lnTo>
                  <a:pt x="1231461" y="262057"/>
                </a:lnTo>
                <a:moveTo>
                  <a:pt x="1486053" y="670834"/>
                </a:moveTo>
                <a:lnTo>
                  <a:pt x="1608672" y="682021"/>
                </a:lnTo>
                <a:moveTo>
                  <a:pt x="1169363" y="248247"/>
                </a:moveTo>
                <a:lnTo>
                  <a:pt x="1231461" y="262057"/>
                </a:lnTo>
                <a:moveTo>
                  <a:pt x="784934" y="224462"/>
                </a:moveTo>
                <a:lnTo>
                  <a:pt x="882034" y="322639"/>
                </a:lnTo>
                <a:moveTo>
                  <a:pt x="1608034" y="187852"/>
                </a:moveTo>
                <a:lnTo>
                  <a:pt x="1716339" y="229825"/>
                </a:lnTo>
                <a:moveTo>
                  <a:pt x="327064" y="974800"/>
                </a:moveTo>
                <a:lnTo>
                  <a:pt x="449034" y="1007890"/>
                </a:lnTo>
                <a:moveTo>
                  <a:pt x="306270" y="431586"/>
                </a:moveTo>
                <a:lnTo>
                  <a:pt x="361997" y="435921"/>
                </a:lnTo>
                <a:moveTo>
                  <a:pt x="829699" y="222056"/>
                </a:moveTo>
                <a:lnTo>
                  <a:pt x="882034" y="322639"/>
                </a:lnTo>
                <a:moveTo>
                  <a:pt x="2109795" y="482282"/>
                </a:moveTo>
                <a:lnTo>
                  <a:pt x="2162157" y="680957"/>
                </a:lnTo>
                <a:moveTo>
                  <a:pt x="2204045" y="626308"/>
                </a:moveTo>
                <a:lnTo>
                  <a:pt x="2162157" y="680957"/>
                </a:lnTo>
                <a:moveTo>
                  <a:pt x="1646263" y="926147"/>
                </a:moveTo>
                <a:lnTo>
                  <a:pt x="1641823" y="947749"/>
                </a:lnTo>
                <a:moveTo>
                  <a:pt x="1148621" y="292933"/>
                </a:moveTo>
                <a:lnTo>
                  <a:pt x="1139146" y="411242"/>
                </a:lnTo>
                <a:moveTo>
                  <a:pt x="1388894" y="625932"/>
                </a:moveTo>
                <a:lnTo>
                  <a:pt x="1486053" y="670834"/>
                </a:lnTo>
                <a:moveTo>
                  <a:pt x="1608672" y="682021"/>
                </a:moveTo>
                <a:lnTo>
                  <a:pt x="1607089" y="817010"/>
                </a:lnTo>
                <a:moveTo>
                  <a:pt x="2162157" y="680957"/>
                </a:moveTo>
                <a:lnTo>
                  <a:pt x="2232366" y="661667"/>
                </a:lnTo>
                <a:moveTo>
                  <a:pt x="1607089" y="817010"/>
                </a:moveTo>
                <a:lnTo>
                  <a:pt x="1628625" y="709375"/>
                </a:lnTo>
                <a:moveTo>
                  <a:pt x="149007" y="874788"/>
                </a:moveTo>
                <a:lnTo>
                  <a:pt x="204978" y="877470"/>
                </a:lnTo>
                <a:moveTo>
                  <a:pt x="2154038" y="1173606"/>
                </a:moveTo>
                <a:lnTo>
                  <a:pt x="2161132" y="1090868"/>
                </a:lnTo>
                <a:moveTo>
                  <a:pt x="2098682" y="475245"/>
                </a:moveTo>
                <a:lnTo>
                  <a:pt x="2162157" y="680957"/>
                </a:lnTo>
                <a:moveTo>
                  <a:pt x="2161132" y="1090868"/>
                </a:moveTo>
                <a:lnTo>
                  <a:pt x="2214134" y="1163345"/>
                </a:lnTo>
                <a:moveTo>
                  <a:pt x="882034" y="322639"/>
                </a:moveTo>
                <a:lnTo>
                  <a:pt x="947678" y="392341"/>
                </a:lnTo>
                <a:moveTo>
                  <a:pt x="243795" y="738687"/>
                </a:moveTo>
                <a:lnTo>
                  <a:pt x="329720" y="724140"/>
                </a:lnTo>
                <a:moveTo>
                  <a:pt x="1608672" y="682021"/>
                </a:moveTo>
                <a:lnTo>
                  <a:pt x="1599873" y="803908"/>
                </a:lnTo>
                <a:moveTo>
                  <a:pt x="361997" y="435921"/>
                </a:moveTo>
                <a:lnTo>
                  <a:pt x="361779" y="491950"/>
                </a:lnTo>
                <a:moveTo>
                  <a:pt x="265850" y="879988"/>
                </a:moveTo>
                <a:lnTo>
                  <a:pt x="327064" y="974800"/>
                </a:lnTo>
                <a:moveTo>
                  <a:pt x="680643" y="206572"/>
                </a:moveTo>
                <a:lnTo>
                  <a:pt x="784934" y="224462"/>
                </a:lnTo>
                <a:moveTo>
                  <a:pt x="1166887" y="276853"/>
                </a:moveTo>
                <a:lnTo>
                  <a:pt x="1231461" y="262057"/>
                </a:lnTo>
                <a:moveTo>
                  <a:pt x="149007" y="874788"/>
                </a:moveTo>
                <a:lnTo>
                  <a:pt x="265850" y="879988"/>
                </a:lnTo>
                <a:moveTo>
                  <a:pt x="947678" y="392341"/>
                </a:moveTo>
                <a:lnTo>
                  <a:pt x="1048422" y="400399"/>
                </a:lnTo>
                <a:moveTo>
                  <a:pt x="361779" y="491950"/>
                </a:moveTo>
                <a:lnTo>
                  <a:pt x="395175" y="617178"/>
                </a:lnTo>
                <a:moveTo>
                  <a:pt x="1716339" y="229825"/>
                </a:moveTo>
                <a:lnTo>
                  <a:pt x="1764634" y="231931"/>
                </a:lnTo>
                <a:moveTo>
                  <a:pt x="1641917" y="1194864"/>
                </a:moveTo>
                <a:lnTo>
                  <a:pt x="1688536" y="1079608"/>
                </a:lnTo>
                <a:moveTo>
                  <a:pt x="1166887" y="276853"/>
                </a:moveTo>
                <a:lnTo>
                  <a:pt x="1174208" y="357468"/>
                </a:lnTo>
                <a:moveTo>
                  <a:pt x="449034" y="1007890"/>
                </a:moveTo>
                <a:lnTo>
                  <a:pt x="475432" y="1025989"/>
                </a:lnTo>
                <a:moveTo>
                  <a:pt x="1449590" y="140965"/>
                </a:moveTo>
                <a:lnTo>
                  <a:pt x="1426764" y="188619"/>
                </a:lnTo>
                <a:moveTo>
                  <a:pt x="1981852" y="1201957"/>
                </a:moveTo>
                <a:lnTo>
                  <a:pt x="2123739" y="1087501"/>
                </a:lnTo>
                <a:moveTo>
                  <a:pt x="1139146" y="411242"/>
                </a:moveTo>
                <a:lnTo>
                  <a:pt x="1166887" y="276853"/>
                </a:lnTo>
                <a:moveTo>
                  <a:pt x="1640399" y="1176930"/>
                </a:moveTo>
                <a:lnTo>
                  <a:pt x="1688536" y="1079608"/>
                </a:lnTo>
                <a:moveTo>
                  <a:pt x="1048422" y="400399"/>
                </a:moveTo>
                <a:lnTo>
                  <a:pt x="1139146" y="411242"/>
                </a:lnTo>
                <a:moveTo>
                  <a:pt x="2123739" y="1087501"/>
                </a:moveTo>
                <a:lnTo>
                  <a:pt x="2154038" y="1173606"/>
                </a:lnTo>
                <a:moveTo>
                  <a:pt x="243795" y="738687"/>
                </a:moveTo>
                <a:lnTo>
                  <a:pt x="290217" y="729549"/>
                </a:lnTo>
                <a:moveTo>
                  <a:pt x="329720" y="724140"/>
                </a:moveTo>
                <a:lnTo>
                  <a:pt x="395175" y="617178"/>
                </a:lnTo>
                <a:moveTo>
                  <a:pt x="343124" y="695160"/>
                </a:moveTo>
                <a:lnTo>
                  <a:pt x="395175" y="617178"/>
                </a:lnTo>
                <a:moveTo>
                  <a:pt x="2232366" y="661667"/>
                </a:moveTo>
                <a:lnTo>
                  <a:pt x="2148858" y="722031"/>
                </a:lnTo>
                <a:moveTo>
                  <a:pt x="2148858" y="722031"/>
                </a:moveTo>
                <a:lnTo>
                  <a:pt x="2316432" y="790871"/>
                </a:lnTo>
                <a:moveTo>
                  <a:pt x="1544164" y="172185"/>
                </a:moveTo>
                <a:lnTo>
                  <a:pt x="1716339" y="229825"/>
                </a:lnTo>
                <a:moveTo>
                  <a:pt x="1607089" y="817010"/>
                </a:moveTo>
                <a:lnTo>
                  <a:pt x="1646263" y="926147"/>
                </a:lnTo>
                <a:moveTo>
                  <a:pt x="2098682" y="475245"/>
                </a:moveTo>
                <a:lnTo>
                  <a:pt x="2112749" y="666367"/>
                </a:lnTo>
                <a:moveTo>
                  <a:pt x="1048422" y="400399"/>
                </a:moveTo>
                <a:lnTo>
                  <a:pt x="961603" y="421036"/>
                </a:lnTo>
                <a:moveTo>
                  <a:pt x="306270" y="431586"/>
                </a:moveTo>
                <a:lnTo>
                  <a:pt x="361779" y="491950"/>
                </a:lnTo>
                <a:moveTo>
                  <a:pt x="1646263" y="926147"/>
                </a:moveTo>
                <a:lnTo>
                  <a:pt x="1614867" y="825729"/>
                </a:lnTo>
                <a:moveTo>
                  <a:pt x="1231461" y="262057"/>
                </a:moveTo>
                <a:lnTo>
                  <a:pt x="1332396" y="158489"/>
                </a:lnTo>
                <a:moveTo>
                  <a:pt x="784934" y="224462"/>
                </a:moveTo>
                <a:lnTo>
                  <a:pt x="829699" y="222056"/>
                </a:lnTo>
                <a:moveTo>
                  <a:pt x="1764634" y="231931"/>
                </a:moveTo>
                <a:lnTo>
                  <a:pt x="1860789" y="271520"/>
                </a:lnTo>
                <a:moveTo>
                  <a:pt x="2098682" y="475245"/>
                </a:moveTo>
                <a:lnTo>
                  <a:pt x="2076179" y="577242"/>
                </a:lnTo>
                <a:moveTo>
                  <a:pt x="1399526" y="850652"/>
                </a:moveTo>
                <a:lnTo>
                  <a:pt x="1402677" y="837506"/>
                </a:lnTo>
                <a:moveTo>
                  <a:pt x="265850" y="879988"/>
                </a:moveTo>
                <a:lnTo>
                  <a:pt x="449034" y="1007890"/>
                </a:lnTo>
                <a:moveTo>
                  <a:pt x="1402677" y="837506"/>
                </a:moveTo>
                <a:lnTo>
                  <a:pt x="1486053" y="670834"/>
                </a:lnTo>
                <a:moveTo>
                  <a:pt x="204978" y="877470"/>
                </a:moveTo>
                <a:lnTo>
                  <a:pt x="265850" y="879988"/>
                </a:lnTo>
                <a:moveTo>
                  <a:pt x="1614867" y="825729"/>
                </a:moveTo>
                <a:lnTo>
                  <a:pt x="1641823" y="947749"/>
                </a:lnTo>
                <a:moveTo>
                  <a:pt x="829699" y="222056"/>
                </a:moveTo>
                <a:lnTo>
                  <a:pt x="947678" y="392341"/>
                </a:lnTo>
                <a:moveTo>
                  <a:pt x="2162157" y="680957"/>
                </a:moveTo>
                <a:lnTo>
                  <a:pt x="2148858" y="722031"/>
                </a:lnTo>
                <a:moveTo>
                  <a:pt x="2112749" y="666367"/>
                </a:moveTo>
                <a:lnTo>
                  <a:pt x="2162157" y="680957"/>
                </a:lnTo>
                <a:moveTo>
                  <a:pt x="1048422" y="400399"/>
                </a:moveTo>
                <a:lnTo>
                  <a:pt x="1031155" y="477473"/>
                </a:lnTo>
                <a:moveTo>
                  <a:pt x="1611759" y="1055983"/>
                </a:moveTo>
                <a:lnTo>
                  <a:pt x="1688536" y="1079608"/>
                </a:lnTo>
                <a:moveTo>
                  <a:pt x="1764634" y="231931"/>
                </a:moveTo>
                <a:lnTo>
                  <a:pt x="1818725" y="275645"/>
                </a:lnTo>
                <a:moveTo>
                  <a:pt x="361779" y="491950"/>
                </a:moveTo>
                <a:lnTo>
                  <a:pt x="343124" y="695160"/>
                </a:lnTo>
                <a:moveTo>
                  <a:pt x="192995" y="680373"/>
                </a:moveTo>
                <a:lnTo>
                  <a:pt x="290217" y="729549"/>
                </a:lnTo>
                <a:moveTo>
                  <a:pt x="2123739" y="1087501"/>
                </a:moveTo>
                <a:lnTo>
                  <a:pt x="2161132" y="1090868"/>
                </a:lnTo>
                <a:moveTo>
                  <a:pt x="1486053" y="670834"/>
                </a:moveTo>
                <a:lnTo>
                  <a:pt x="1599873" y="803908"/>
                </a:lnTo>
                <a:moveTo>
                  <a:pt x="1402677" y="837506"/>
                </a:moveTo>
                <a:lnTo>
                  <a:pt x="1599873" y="803908"/>
                </a:lnTo>
                <a:moveTo>
                  <a:pt x="1231461" y="262057"/>
                </a:moveTo>
                <a:lnTo>
                  <a:pt x="1174208" y="357468"/>
                </a:lnTo>
                <a:moveTo>
                  <a:pt x="1544164" y="172185"/>
                </a:moveTo>
                <a:lnTo>
                  <a:pt x="1640278" y="211554"/>
                </a:lnTo>
                <a:moveTo>
                  <a:pt x="1332396" y="158489"/>
                </a:moveTo>
                <a:lnTo>
                  <a:pt x="1426764" y="188619"/>
                </a:lnTo>
                <a:moveTo>
                  <a:pt x="1426764" y="188619"/>
                </a:moveTo>
                <a:lnTo>
                  <a:pt x="1544164" y="172185"/>
                </a:lnTo>
                <a:moveTo>
                  <a:pt x="306270" y="431586"/>
                </a:moveTo>
                <a:lnTo>
                  <a:pt x="370421" y="542816"/>
                </a:lnTo>
                <a:moveTo>
                  <a:pt x="109600" y="599978"/>
                </a:moveTo>
                <a:lnTo>
                  <a:pt x="192995" y="680373"/>
                </a:lnTo>
                <a:moveTo>
                  <a:pt x="329720" y="724140"/>
                </a:moveTo>
                <a:lnTo>
                  <a:pt x="343124" y="695160"/>
                </a:lnTo>
                <a:moveTo>
                  <a:pt x="1402677" y="837506"/>
                </a:moveTo>
                <a:lnTo>
                  <a:pt x="1565390" y="844114"/>
                </a:lnTo>
                <a:moveTo>
                  <a:pt x="204978" y="877470"/>
                </a:moveTo>
                <a:lnTo>
                  <a:pt x="231346" y="841259"/>
                </a:lnTo>
                <a:moveTo>
                  <a:pt x="1641917" y="1194864"/>
                </a:moveTo>
                <a:lnTo>
                  <a:pt x="1640399" y="1176930"/>
                </a:lnTo>
                <a:moveTo>
                  <a:pt x="1139146" y="411242"/>
                </a:moveTo>
                <a:lnTo>
                  <a:pt x="1174208" y="357468"/>
                </a:lnTo>
                <a:moveTo>
                  <a:pt x="416584" y="894382"/>
                </a:moveTo>
                <a:lnTo>
                  <a:pt x="449034" y="1007890"/>
                </a:lnTo>
                <a:moveTo>
                  <a:pt x="1605193" y="1003603"/>
                </a:moveTo>
                <a:lnTo>
                  <a:pt x="1641823" y="947749"/>
                </a:lnTo>
                <a:moveTo>
                  <a:pt x="1640278" y="211554"/>
                </a:moveTo>
                <a:lnTo>
                  <a:pt x="1716339" y="229825"/>
                </a:lnTo>
                <a:moveTo>
                  <a:pt x="1599873" y="803908"/>
                </a:moveTo>
                <a:lnTo>
                  <a:pt x="1607089" y="817010"/>
                </a:lnTo>
                <a:moveTo>
                  <a:pt x="1607089" y="817010"/>
                </a:moveTo>
                <a:lnTo>
                  <a:pt x="1614867" y="825729"/>
                </a:lnTo>
                <a:moveTo>
                  <a:pt x="1399526" y="850652"/>
                </a:moveTo>
                <a:lnTo>
                  <a:pt x="1502700" y="927383"/>
                </a:lnTo>
                <a:moveTo>
                  <a:pt x="370421" y="542816"/>
                </a:moveTo>
                <a:lnTo>
                  <a:pt x="361779" y="491950"/>
                </a:lnTo>
                <a:moveTo>
                  <a:pt x="1716339" y="229825"/>
                </a:moveTo>
                <a:lnTo>
                  <a:pt x="1818725" y="275645"/>
                </a:lnTo>
                <a:moveTo>
                  <a:pt x="947678" y="392341"/>
                </a:moveTo>
                <a:lnTo>
                  <a:pt x="961603" y="421036"/>
                </a:lnTo>
                <a:moveTo>
                  <a:pt x="2112749" y="666367"/>
                </a:moveTo>
                <a:lnTo>
                  <a:pt x="2148858" y="722031"/>
                </a:lnTo>
                <a:moveTo>
                  <a:pt x="1402677" y="837506"/>
                </a:moveTo>
                <a:lnTo>
                  <a:pt x="1502700" y="927383"/>
                </a:lnTo>
                <a:moveTo>
                  <a:pt x="231346" y="841259"/>
                </a:moveTo>
                <a:lnTo>
                  <a:pt x="265850" y="879988"/>
                </a:lnTo>
                <a:moveTo>
                  <a:pt x="1611759" y="1055983"/>
                </a:moveTo>
                <a:lnTo>
                  <a:pt x="1641823" y="947749"/>
                </a:lnTo>
                <a:moveTo>
                  <a:pt x="329720" y="724140"/>
                </a:moveTo>
                <a:lnTo>
                  <a:pt x="341038" y="713423"/>
                </a:lnTo>
                <a:moveTo>
                  <a:pt x="343124" y="695160"/>
                </a:moveTo>
                <a:lnTo>
                  <a:pt x="341038" y="713423"/>
                </a:lnTo>
                <a:moveTo>
                  <a:pt x="1599873" y="803908"/>
                </a:moveTo>
                <a:lnTo>
                  <a:pt x="1614867" y="825729"/>
                </a:lnTo>
                <a:moveTo>
                  <a:pt x="265850" y="879988"/>
                </a:moveTo>
                <a:lnTo>
                  <a:pt x="416584" y="894382"/>
                </a:lnTo>
                <a:moveTo>
                  <a:pt x="290217" y="729549"/>
                </a:moveTo>
                <a:lnTo>
                  <a:pt x="329720" y="724140"/>
                </a:lnTo>
                <a:moveTo>
                  <a:pt x="1565390" y="844114"/>
                </a:moveTo>
                <a:lnTo>
                  <a:pt x="1599873" y="803908"/>
                </a:lnTo>
                <a:moveTo>
                  <a:pt x="1565390" y="844114"/>
                </a:moveTo>
                <a:lnTo>
                  <a:pt x="1614867" y="825729"/>
                </a:lnTo>
                <a:moveTo>
                  <a:pt x="370421" y="542816"/>
                </a:moveTo>
                <a:lnTo>
                  <a:pt x="343124" y="695160"/>
                </a:lnTo>
                <a:moveTo>
                  <a:pt x="1332396" y="158489"/>
                </a:moveTo>
                <a:lnTo>
                  <a:pt x="1323820" y="281554"/>
                </a:lnTo>
                <a:moveTo>
                  <a:pt x="2076179" y="577242"/>
                </a:moveTo>
                <a:lnTo>
                  <a:pt x="2112749" y="666367"/>
                </a:lnTo>
                <a:moveTo>
                  <a:pt x="1628186" y="1122198"/>
                </a:moveTo>
                <a:lnTo>
                  <a:pt x="1640399" y="1176930"/>
                </a:lnTo>
                <a:moveTo>
                  <a:pt x="1489636" y="1027954"/>
                </a:moveTo>
                <a:lnTo>
                  <a:pt x="1628186" y="1122198"/>
                </a:lnTo>
                <a:moveTo>
                  <a:pt x="290217" y="729549"/>
                </a:moveTo>
                <a:lnTo>
                  <a:pt x="341038" y="713423"/>
                </a:lnTo>
                <a:moveTo>
                  <a:pt x="1818725" y="275645"/>
                </a:moveTo>
                <a:lnTo>
                  <a:pt x="1860789" y="271520"/>
                </a:lnTo>
                <a:moveTo>
                  <a:pt x="1502700" y="927383"/>
                </a:moveTo>
                <a:lnTo>
                  <a:pt x="1565390" y="844114"/>
                </a:lnTo>
                <a:moveTo>
                  <a:pt x="1174208" y="357468"/>
                </a:moveTo>
                <a:lnTo>
                  <a:pt x="1186480" y="409816"/>
                </a:lnTo>
                <a:moveTo>
                  <a:pt x="1614867" y="825729"/>
                </a:moveTo>
                <a:lnTo>
                  <a:pt x="1605193" y="1003603"/>
                </a:lnTo>
                <a:moveTo>
                  <a:pt x="1139146" y="411242"/>
                </a:moveTo>
                <a:lnTo>
                  <a:pt x="1186480" y="409816"/>
                </a:lnTo>
                <a:moveTo>
                  <a:pt x="1031155" y="477473"/>
                </a:moveTo>
                <a:lnTo>
                  <a:pt x="1139146" y="411242"/>
                </a:lnTo>
                <a:moveTo>
                  <a:pt x="109600" y="599978"/>
                </a:moveTo>
                <a:lnTo>
                  <a:pt x="290217" y="729549"/>
                </a:lnTo>
                <a:moveTo>
                  <a:pt x="1611759" y="1055983"/>
                </a:moveTo>
                <a:lnTo>
                  <a:pt x="1640399" y="1176930"/>
                </a:lnTo>
                <a:moveTo>
                  <a:pt x="1231461" y="262057"/>
                </a:moveTo>
                <a:lnTo>
                  <a:pt x="1323820" y="281554"/>
                </a:lnTo>
                <a:moveTo>
                  <a:pt x="1565390" y="844114"/>
                </a:moveTo>
                <a:lnTo>
                  <a:pt x="1605193" y="1003603"/>
                </a:lnTo>
                <a:moveTo>
                  <a:pt x="1544164" y="172185"/>
                </a:moveTo>
                <a:lnTo>
                  <a:pt x="1522777" y="227452"/>
                </a:lnTo>
                <a:moveTo>
                  <a:pt x="265850" y="879988"/>
                </a:moveTo>
                <a:lnTo>
                  <a:pt x="249607" y="791098"/>
                </a:lnTo>
                <a:moveTo>
                  <a:pt x="1489636" y="1027954"/>
                </a:moveTo>
                <a:lnTo>
                  <a:pt x="1611759" y="1055983"/>
                </a:lnTo>
                <a:moveTo>
                  <a:pt x="1640278" y="211554"/>
                </a:moveTo>
                <a:lnTo>
                  <a:pt x="1818725" y="275645"/>
                </a:lnTo>
                <a:moveTo>
                  <a:pt x="1640399" y="1176930"/>
                </a:moveTo>
                <a:lnTo>
                  <a:pt x="1751142" y="1217318"/>
                </a:lnTo>
                <a:moveTo>
                  <a:pt x="1860789" y="271520"/>
                </a:moveTo>
                <a:lnTo>
                  <a:pt x="1965063" y="354074"/>
                </a:lnTo>
                <a:moveTo>
                  <a:pt x="961603" y="421036"/>
                </a:moveTo>
                <a:lnTo>
                  <a:pt x="1031155" y="477473"/>
                </a:lnTo>
                <a:moveTo>
                  <a:pt x="1502700" y="927383"/>
                </a:moveTo>
                <a:lnTo>
                  <a:pt x="1605193" y="1003603"/>
                </a:lnTo>
                <a:moveTo>
                  <a:pt x="117956" y="616941"/>
                </a:moveTo>
                <a:lnTo>
                  <a:pt x="290217" y="729549"/>
                </a:lnTo>
                <a:moveTo>
                  <a:pt x="1231461" y="262057"/>
                </a:moveTo>
                <a:lnTo>
                  <a:pt x="1226689" y="405254"/>
                </a:lnTo>
                <a:moveTo>
                  <a:pt x="1994452" y="678055"/>
                </a:moveTo>
                <a:lnTo>
                  <a:pt x="2148858" y="722031"/>
                </a:lnTo>
                <a:moveTo>
                  <a:pt x="96566" y="597263"/>
                </a:moveTo>
                <a:lnTo>
                  <a:pt x="109600" y="599978"/>
                </a:lnTo>
                <a:moveTo>
                  <a:pt x="1994452" y="678055"/>
                </a:moveTo>
                <a:lnTo>
                  <a:pt x="2112749" y="666367"/>
                </a:lnTo>
                <a:moveTo>
                  <a:pt x="1611759" y="1055983"/>
                </a:moveTo>
                <a:lnTo>
                  <a:pt x="1628186" y="1122198"/>
                </a:lnTo>
                <a:moveTo>
                  <a:pt x="265850" y="879988"/>
                </a:moveTo>
                <a:lnTo>
                  <a:pt x="363485" y="794295"/>
                </a:lnTo>
                <a:moveTo>
                  <a:pt x="213839" y="748609"/>
                </a:moveTo>
                <a:lnTo>
                  <a:pt x="290217" y="729549"/>
                </a:lnTo>
                <a:moveTo>
                  <a:pt x="1628186" y="1122198"/>
                </a:moveTo>
                <a:lnTo>
                  <a:pt x="1617488" y="1058836"/>
                </a:lnTo>
                <a:moveTo>
                  <a:pt x="1984237" y="654661"/>
                </a:moveTo>
                <a:lnTo>
                  <a:pt x="2112749" y="666367"/>
                </a:lnTo>
                <a:moveTo>
                  <a:pt x="1640399" y="1176930"/>
                </a:moveTo>
                <a:lnTo>
                  <a:pt x="1797041" y="1052883"/>
                </a:lnTo>
                <a:moveTo>
                  <a:pt x="1174208" y="357468"/>
                </a:moveTo>
                <a:lnTo>
                  <a:pt x="1226689" y="405254"/>
                </a:lnTo>
                <a:moveTo>
                  <a:pt x="109600" y="599978"/>
                </a:moveTo>
                <a:lnTo>
                  <a:pt x="117956" y="616941"/>
                </a:lnTo>
                <a:moveTo>
                  <a:pt x="1502700" y="927383"/>
                </a:moveTo>
                <a:lnTo>
                  <a:pt x="1517960" y="900677"/>
                </a:lnTo>
                <a:moveTo>
                  <a:pt x="231346" y="841259"/>
                </a:moveTo>
                <a:lnTo>
                  <a:pt x="249607" y="791098"/>
                </a:lnTo>
                <a:moveTo>
                  <a:pt x="343124" y="695160"/>
                </a:moveTo>
                <a:lnTo>
                  <a:pt x="364793" y="616657"/>
                </a:lnTo>
                <a:moveTo>
                  <a:pt x="961603" y="421036"/>
                </a:moveTo>
                <a:lnTo>
                  <a:pt x="991521" y="476214"/>
                </a:lnTo>
                <a:moveTo>
                  <a:pt x="1611759" y="1055983"/>
                </a:moveTo>
                <a:lnTo>
                  <a:pt x="1605193" y="1003603"/>
                </a:lnTo>
                <a:moveTo>
                  <a:pt x="947678" y="392341"/>
                </a:moveTo>
                <a:lnTo>
                  <a:pt x="1006577" y="347401"/>
                </a:lnTo>
                <a:moveTo>
                  <a:pt x="1323820" y="281554"/>
                </a:moveTo>
                <a:lnTo>
                  <a:pt x="1426764" y="188619"/>
                </a:lnTo>
                <a:moveTo>
                  <a:pt x="96566" y="597263"/>
                </a:moveTo>
                <a:lnTo>
                  <a:pt x="117956" y="616941"/>
                </a:lnTo>
                <a:moveTo>
                  <a:pt x="1615428" y="1054676"/>
                </a:moveTo>
                <a:lnTo>
                  <a:pt x="1605193" y="1003603"/>
                </a:lnTo>
                <a:moveTo>
                  <a:pt x="947678" y="392341"/>
                </a:moveTo>
                <a:lnTo>
                  <a:pt x="1008002" y="330901"/>
                </a:lnTo>
                <a:moveTo>
                  <a:pt x="1517960" y="900677"/>
                </a:moveTo>
                <a:lnTo>
                  <a:pt x="1605193" y="1003603"/>
                </a:lnTo>
                <a:moveTo>
                  <a:pt x="1984237" y="654661"/>
                </a:moveTo>
                <a:lnTo>
                  <a:pt x="2076179" y="577242"/>
                </a:lnTo>
                <a:moveTo>
                  <a:pt x="1751142" y="1217318"/>
                </a:moveTo>
                <a:lnTo>
                  <a:pt x="1889165" y="1179517"/>
                </a:lnTo>
                <a:moveTo>
                  <a:pt x="364793" y="616657"/>
                </a:moveTo>
                <a:lnTo>
                  <a:pt x="341038" y="713423"/>
                </a:lnTo>
                <a:moveTo>
                  <a:pt x="1611759" y="1055983"/>
                </a:moveTo>
                <a:lnTo>
                  <a:pt x="1615428" y="1054676"/>
                </a:lnTo>
                <a:moveTo>
                  <a:pt x="1628186" y="1122198"/>
                </a:moveTo>
                <a:lnTo>
                  <a:pt x="1797041" y="1052883"/>
                </a:lnTo>
                <a:moveTo>
                  <a:pt x="1640278" y="211554"/>
                </a:moveTo>
                <a:lnTo>
                  <a:pt x="1739982" y="269922"/>
                </a:lnTo>
                <a:moveTo>
                  <a:pt x="1615428" y="1054676"/>
                </a:moveTo>
                <a:lnTo>
                  <a:pt x="1617488" y="1058836"/>
                </a:lnTo>
                <a:moveTo>
                  <a:pt x="117956" y="616941"/>
                </a:moveTo>
                <a:lnTo>
                  <a:pt x="213839" y="748609"/>
                </a:lnTo>
                <a:moveTo>
                  <a:pt x="290217" y="729549"/>
                </a:moveTo>
                <a:lnTo>
                  <a:pt x="364793" y="616657"/>
                </a:lnTo>
                <a:moveTo>
                  <a:pt x="1860789" y="271520"/>
                </a:moveTo>
                <a:lnTo>
                  <a:pt x="1819013" y="355190"/>
                </a:lnTo>
                <a:moveTo>
                  <a:pt x="1739982" y="269922"/>
                </a:moveTo>
                <a:lnTo>
                  <a:pt x="1818725" y="275645"/>
                </a:lnTo>
                <a:moveTo>
                  <a:pt x="1139146" y="411242"/>
                </a:moveTo>
                <a:lnTo>
                  <a:pt x="1126356" y="512011"/>
                </a:lnTo>
                <a:moveTo>
                  <a:pt x="363485" y="794295"/>
                </a:moveTo>
                <a:lnTo>
                  <a:pt x="416584" y="894382"/>
                </a:lnTo>
                <a:moveTo>
                  <a:pt x="370421" y="542816"/>
                </a:moveTo>
                <a:lnTo>
                  <a:pt x="364793" y="616657"/>
                </a:lnTo>
                <a:moveTo>
                  <a:pt x="1522777" y="227452"/>
                </a:moveTo>
                <a:lnTo>
                  <a:pt x="1640278" y="211554"/>
                </a:lnTo>
                <a:moveTo>
                  <a:pt x="991521" y="476214"/>
                </a:moveTo>
                <a:lnTo>
                  <a:pt x="1031155" y="477473"/>
                </a:lnTo>
                <a:moveTo>
                  <a:pt x="961603" y="421036"/>
                </a:moveTo>
                <a:lnTo>
                  <a:pt x="1006577" y="347401"/>
                </a:lnTo>
                <a:moveTo>
                  <a:pt x="1860789" y="271520"/>
                </a:moveTo>
                <a:lnTo>
                  <a:pt x="1851198" y="389216"/>
                </a:lnTo>
                <a:moveTo>
                  <a:pt x="1426764" y="188619"/>
                </a:moveTo>
                <a:lnTo>
                  <a:pt x="1522777" y="227452"/>
                </a:lnTo>
                <a:moveTo>
                  <a:pt x="1643563" y="905671"/>
                </a:moveTo>
                <a:lnTo>
                  <a:pt x="1605193" y="1003603"/>
                </a:lnTo>
                <a:moveTo>
                  <a:pt x="1797041" y="1052883"/>
                </a:moveTo>
                <a:lnTo>
                  <a:pt x="1889165" y="1179517"/>
                </a:lnTo>
                <a:moveTo>
                  <a:pt x="213839" y="748609"/>
                </a:moveTo>
                <a:lnTo>
                  <a:pt x="249607" y="791098"/>
                </a:lnTo>
                <a:moveTo>
                  <a:pt x="1186480" y="409816"/>
                </a:moveTo>
                <a:lnTo>
                  <a:pt x="1226689" y="405254"/>
                </a:lnTo>
                <a:moveTo>
                  <a:pt x="1617488" y="1058836"/>
                </a:moveTo>
                <a:lnTo>
                  <a:pt x="1797041" y="1052883"/>
                </a:lnTo>
                <a:moveTo>
                  <a:pt x="1615428" y="1054676"/>
                </a:moveTo>
                <a:lnTo>
                  <a:pt x="1797041" y="1052883"/>
                </a:lnTo>
                <a:moveTo>
                  <a:pt x="1797041" y="1052883"/>
                </a:moveTo>
                <a:lnTo>
                  <a:pt x="1751142" y="1217318"/>
                </a:lnTo>
                <a:moveTo>
                  <a:pt x="1818725" y="275645"/>
                </a:moveTo>
                <a:lnTo>
                  <a:pt x="1819013" y="355190"/>
                </a:lnTo>
                <a:moveTo>
                  <a:pt x="1615428" y="1054676"/>
                </a:moveTo>
                <a:lnTo>
                  <a:pt x="1643563" y="905671"/>
                </a:lnTo>
                <a:moveTo>
                  <a:pt x="1615428" y="1054676"/>
                </a:moveTo>
                <a:lnTo>
                  <a:pt x="1815095" y="1004337"/>
                </a:lnTo>
                <a:moveTo>
                  <a:pt x="1857638" y="1055221"/>
                </a:moveTo>
                <a:lnTo>
                  <a:pt x="1889165" y="1179517"/>
                </a:lnTo>
                <a:moveTo>
                  <a:pt x="1517960" y="900677"/>
                </a:moveTo>
                <a:lnTo>
                  <a:pt x="1643563" y="905671"/>
                </a:lnTo>
                <a:moveTo>
                  <a:pt x="1163246" y="476963"/>
                </a:moveTo>
                <a:lnTo>
                  <a:pt x="1186480" y="409816"/>
                </a:lnTo>
                <a:moveTo>
                  <a:pt x="1226689" y="405254"/>
                </a:moveTo>
                <a:lnTo>
                  <a:pt x="1323820" y="281554"/>
                </a:lnTo>
                <a:moveTo>
                  <a:pt x="1984237" y="654661"/>
                </a:moveTo>
                <a:lnTo>
                  <a:pt x="1994452" y="678055"/>
                </a:lnTo>
                <a:moveTo>
                  <a:pt x="213839" y="748609"/>
                </a:moveTo>
                <a:lnTo>
                  <a:pt x="364793" y="616657"/>
                </a:lnTo>
                <a:moveTo>
                  <a:pt x="1426764" y="188619"/>
                </a:moveTo>
                <a:lnTo>
                  <a:pt x="1421483" y="329121"/>
                </a:lnTo>
                <a:moveTo>
                  <a:pt x="1517960" y="900677"/>
                </a:moveTo>
                <a:lnTo>
                  <a:pt x="1660280" y="739748"/>
                </a:lnTo>
                <a:moveTo>
                  <a:pt x="249607" y="791098"/>
                </a:moveTo>
                <a:lnTo>
                  <a:pt x="363485" y="794295"/>
                </a:lnTo>
                <a:moveTo>
                  <a:pt x="1517960" y="900677"/>
                </a:moveTo>
                <a:lnTo>
                  <a:pt x="1681942" y="768948"/>
                </a:lnTo>
                <a:moveTo>
                  <a:pt x="1126356" y="512011"/>
                </a:moveTo>
                <a:lnTo>
                  <a:pt x="1186480" y="409816"/>
                </a:lnTo>
                <a:moveTo>
                  <a:pt x="1031155" y="477473"/>
                </a:moveTo>
                <a:lnTo>
                  <a:pt x="1126356" y="512011"/>
                </a:lnTo>
                <a:moveTo>
                  <a:pt x="1815095" y="1004337"/>
                </a:moveTo>
                <a:lnTo>
                  <a:pt x="1797041" y="1052883"/>
                </a:lnTo>
                <a:moveTo>
                  <a:pt x="1643563" y="905671"/>
                </a:moveTo>
                <a:lnTo>
                  <a:pt x="1815095" y="1004337"/>
                </a:lnTo>
                <a:moveTo>
                  <a:pt x="1643563" y="905671"/>
                </a:moveTo>
                <a:lnTo>
                  <a:pt x="1741785" y="888932"/>
                </a:lnTo>
                <a:moveTo>
                  <a:pt x="1851198" y="389216"/>
                </a:moveTo>
                <a:lnTo>
                  <a:pt x="1965063" y="354074"/>
                </a:lnTo>
                <a:moveTo>
                  <a:pt x="1741785" y="888932"/>
                </a:moveTo>
                <a:lnTo>
                  <a:pt x="1815095" y="1004337"/>
                </a:lnTo>
                <a:moveTo>
                  <a:pt x="1896956" y="799822"/>
                </a:moveTo>
                <a:lnTo>
                  <a:pt x="1994452" y="678055"/>
                </a:lnTo>
                <a:moveTo>
                  <a:pt x="1640278" y="211554"/>
                </a:moveTo>
                <a:lnTo>
                  <a:pt x="1624711" y="297623"/>
                </a:lnTo>
                <a:moveTo>
                  <a:pt x="1797041" y="1052883"/>
                </a:moveTo>
                <a:lnTo>
                  <a:pt x="1857638" y="1055221"/>
                </a:lnTo>
                <a:moveTo>
                  <a:pt x="1815095" y="1004337"/>
                </a:moveTo>
                <a:lnTo>
                  <a:pt x="1857638" y="1055221"/>
                </a:lnTo>
                <a:moveTo>
                  <a:pt x="991521" y="476214"/>
                </a:moveTo>
                <a:lnTo>
                  <a:pt x="1006577" y="347401"/>
                </a:lnTo>
                <a:moveTo>
                  <a:pt x="1815095" y="1004337"/>
                </a:moveTo>
                <a:lnTo>
                  <a:pt x="1863712" y="874946"/>
                </a:lnTo>
                <a:moveTo>
                  <a:pt x="1741785" y="888932"/>
                </a:moveTo>
                <a:lnTo>
                  <a:pt x="1863712" y="874946"/>
                </a:lnTo>
                <a:moveTo>
                  <a:pt x="1851177" y="711605"/>
                </a:moveTo>
                <a:lnTo>
                  <a:pt x="1994452" y="678055"/>
                </a:lnTo>
                <a:moveTo>
                  <a:pt x="1524126" y="795150"/>
                </a:moveTo>
                <a:lnTo>
                  <a:pt x="1517960" y="900677"/>
                </a:lnTo>
                <a:moveTo>
                  <a:pt x="1851177" y="711605"/>
                </a:moveTo>
                <a:lnTo>
                  <a:pt x="1984237" y="654661"/>
                </a:lnTo>
                <a:moveTo>
                  <a:pt x="1681942" y="768948"/>
                </a:moveTo>
                <a:lnTo>
                  <a:pt x="1643563" y="905671"/>
                </a:lnTo>
                <a:moveTo>
                  <a:pt x="1863712" y="874946"/>
                </a:moveTo>
                <a:lnTo>
                  <a:pt x="1857638" y="1055221"/>
                </a:lnTo>
                <a:moveTo>
                  <a:pt x="1681942" y="768948"/>
                </a:moveTo>
                <a:lnTo>
                  <a:pt x="1741785" y="888932"/>
                </a:lnTo>
                <a:moveTo>
                  <a:pt x="1739982" y="269922"/>
                </a:moveTo>
                <a:lnTo>
                  <a:pt x="1819013" y="355190"/>
                </a:lnTo>
                <a:moveTo>
                  <a:pt x="1163246" y="476963"/>
                </a:moveTo>
                <a:lnTo>
                  <a:pt x="1226689" y="405254"/>
                </a:lnTo>
                <a:moveTo>
                  <a:pt x="1323820" y="281554"/>
                </a:moveTo>
                <a:lnTo>
                  <a:pt x="1421483" y="329121"/>
                </a:lnTo>
                <a:moveTo>
                  <a:pt x="1896956" y="799822"/>
                </a:moveTo>
                <a:lnTo>
                  <a:pt x="1863712" y="874946"/>
                </a:lnTo>
                <a:moveTo>
                  <a:pt x="1681942" y="768948"/>
                </a:moveTo>
                <a:lnTo>
                  <a:pt x="1863712" y="874946"/>
                </a:lnTo>
                <a:moveTo>
                  <a:pt x="1681942" y="768948"/>
                </a:moveTo>
                <a:lnTo>
                  <a:pt x="1896956" y="799822"/>
                </a:lnTo>
                <a:moveTo>
                  <a:pt x="1660280" y="739748"/>
                </a:moveTo>
                <a:lnTo>
                  <a:pt x="1681942" y="768948"/>
                </a:lnTo>
                <a:moveTo>
                  <a:pt x="1851177" y="711605"/>
                </a:moveTo>
                <a:lnTo>
                  <a:pt x="1896956" y="799822"/>
                </a:lnTo>
                <a:moveTo>
                  <a:pt x="1685421" y="743864"/>
                </a:moveTo>
                <a:lnTo>
                  <a:pt x="1896956" y="799822"/>
                </a:lnTo>
                <a:moveTo>
                  <a:pt x="1660280" y="739748"/>
                </a:moveTo>
                <a:lnTo>
                  <a:pt x="1685421" y="743864"/>
                </a:lnTo>
                <a:moveTo>
                  <a:pt x="213839" y="748609"/>
                </a:moveTo>
                <a:lnTo>
                  <a:pt x="326871" y="683494"/>
                </a:lnTo>
                <a:moveTo>
                  <a:pt x="1681942" y="768948"/>
                </a:moveTo>
                <a:lnTo>
                  <a:pt x="1685421" y="743864"/>
                </a:lnTo>
                <a:moveTo>
                  <a:pt x="1006577" y="347401"/>
                </a:moveTo>
                <a:lnTo>
                  <a:pt x="1008002" y="330901"/>
                </a:lnTo>
                <a:moveTo>
                  <a:pt x="1031155" y="477473"/>
                </a:moveTo>
                <a:lnTo>
                  <a:pt x="1015904" y="571282"/>
                </a:lnTo>
                <a:moveTo>
                  <a:pt x="1031155" y="477473"/>
                </a:moveTo>
                <a:lnTo>
                  <a:pt x="1017325" y="572732"/>
                </a:lnTo>
                <a:moveTo>
                  <a:pt x="1685421" y="743864"/>
                </a:moveTo>
                <a:lnTo>
                  <a:pt x="1851177" y="711605"/>
                </a:lnTo>
                <a:moveTo>
                  <a:pt x="1323820" y="281554"/>
                </a:moveTo>
                <a:lnTo>
                  <a:pt x="1322975" y="445534"/>
                </a:lnTo>
                <a:moveTo>
                  <a:pt x="249607" y="791098"/>
                </a:moveTo>
                <a:lnTo>
                  <a:pt x="326871" y="683494"/>
                </a:lnTo>
                <a:moveTo>
                  <a:pt x="1006577" y="347401"/>
                </a:moveTo>
                <a:lnTo>
                  <a:pt x="1012209" y="337640"/>
                </a:lnTo>
                <a:moveTo>
                  <a:pt x="1008002" y="330901"/>
                </a:moveTo>
                <a:lnTo>
                  <a:pt x="1090776" y="155262"/>
                </a:lnTo>
                <a:moveTo>
                  <a:pt x="1126356" y="512011"/>
                </a:moveTo>
                <a:lnTo>
                  <a:pt x="1163246" y="476963"/>
                </a:lnTo>
                <a:moveTo>
                  <a:pt x="1819013" y="355190"/>
                </a:moveTo>
                <a:lnTo>
                  <a:pt x="1851198" y="389216"/>
                </a:lnTo>
                <a:moveTo>
                  <a:pt x="1421483" y="329121"/>
                </a:moveTo>
                <a:lnTo>
                  <a:pt x="1522777" y="227452"/>
                </a:lnTo>
                <a:moveTo>
                  <a:pt x="1008002" y="330901"/>
                </a:moveTo>
                <a:lnTo>
                  <a:pt x="1012209" y="337640"/>
                </a:lnTo>
                <a:moveTo>
                  <a:pt x="1090776" y="155262"/>
                </a:moveTo>
                <a:lnTo>
                  <a:pt x="1012209" y="337640"/>
                </a:lnTo>
                <a:moveTo>
                  <a:pt x="1524126" y="795150"/>
                </a:moveTo>
                <a:lnTo>
                  <a:pt x="1660280" y="739748"/>
                </a:lnTo>
                <a:moveTo>
                  <a:pt x="1624711" y="297623"/>
                </a:moveTo>
                <a:lnTo>
                  <a:pt x="1739982" y="269922"/>
                </a:lnTo>
                <a:moveTo>
                  <a:pt x="1090776" y="155262"/>
                </a:moveTo>
                <a:lnTo>
                  <a:pt x="1101426" y="150267"/>
                </a:lnTo>
                <a:moveTo>
                  <a:pt x="1739982" y="269922"/>
                </a:moveTo>
                <a:lnTo>
                  <a:pt x="1713851" y="426026"/>
                </a:lnTo>
                <a:moveTo>
                  <a:pt x="991521" y="476214"/>
                </a:moveTo>
                <a:lnTo>
                  <a:pt x="1015904" y="571282"/>
                </a:lnTo>
                <a:moveTo>
                  <a:pt x="1226689" y="405254"/>
                </a:moveTo>
                <a:lnTo>
                  <a:pt x="1322975" y="445534"/>
                </a:lnTo>
                <a:moveTo>
                  <a:pt x="326871" y="683494"/>
                </a:moveTo>
                <a:lnTo>
                  <a:pt x="363485" y="794295"/>
                </a:lnTo>
                <a:moveTo>
                  <a:pt x="1012209" y="337640"/>
                </a:moveTo>
                <a:lnTo>
                  <a:pt x="1101426" y="150267"/>
                </a:lnTo>
                <a:moveTo>
                  <a:pt x="364793" y="616657"/>
                </a:moveTo>
                <a:lnTo>
                  <a:pt x="326871" y="683494"/>
                </a:lnTo>
                <a:moveTo>
                  <a:pt x="1522777" y="227452"/>
                </a:moveTo>
                <a:lnTo>
                  <a:pt x="1624711" y="297623"/>
                </a:lnTo>
                <a:moveTo>
                  <a:pt x="1713851" y="426026"/>
                </a:moveTo>
                <a:lnTo>
                  <a:pt x="1819013" y="355190"/>
                </a:lnTo>
                <a:moveTo>
                  <a:pt x="1163246" y="476963"/>
                </a:moveTo>
                <a:lnTo>
                  <a:pt x="1179599" y="529594"/>
                </a:lnTo>
                <a:moveTo>
                  <a:pt x="1660280" y="739748"/>
                </a:moveTo>
                <a:lnTo>
                  <a:pt x="1656567" y="628018"/>
                </a:lnTo>
                <a:moveTo>
                  <a:pt x="1654748" y="628396"/>
                </a:moveTo>
                <a:lnTo>
                  <a:pt x="1660280" y="739748"/>
                </a:lnTo>
                <a:moveTo>
                  <a:pt x="1747801" y="479757"/>
                </a:moveTo>
                <a:lnTo>
                  <a:pt x="1851198" y="389216"/>
                </a:lnTo>
                <a:moveTo>
                  <a:pt x="1713851" y="426026"/>
                </a:moveTo>
                <a:lnTo>
                  <a:pt x="1851198" y="389216"/>
                </a:lnTo>
                <a:moveTo>
                  <a:pt x="1522777" y="227452"/>
                </a:moveTo>
                <a:lnTo>
                  <a:pt x="1525544" y="410550"/>
                </a:lnTo>
                <a:moveTo>
                  <a:pt x="1006577" y="347401"/>
                </a:moveTo>
                <a:lnTo>
                  <a:pt x="1015904" y="571282"/>
                </a:lnTo>
                <a:moveTo>
                  <a:pt x="1656567" y="628018"/>
                </a:moveTo>
                <a:lnTo>
                  <a:pt x="1851177" y="711605"/>
                </a:lnTo>
                <a:moveTo>
                  <a:pt x="1656567" y="628018"/>
                </a:moveTo>
                <a:lnTo>
                  <a:pt x="1685421" y="743864"/>
                </a:lnTo>
                <a:moveTo>
                  <a:pt x="1126356" y="512011"/>
                </a:moveTo>
                <a:lnTo>
                  <a:pt x="1179599" y="529594"/>
                </a:lnTo>
                <a:moveTo>
                  <a:pt x="1322975" y="445534"/>
                </a:moveTo>
                <a:lnTo>
                  <a:pt x="1421483" y="329121"/>
                </a:lnTo>
                <a:moveTo>
                  <a:pt x="1226689" y="405254"/>
                </a:moveTo>
                <a:lnTo>
                  <a:pt x="1217407" y="524584"/>
                </a:lnTo>
                <a:moveTo>
                  <a:pt x="1015904" y="571282"/>
                </a:moveTo>
                <a:lnTo>
                  <a:pt x="1012209" y="337640"/>
                </a:lnTo>
                <a:moveTo>
                  <a:pt x="1017325" y="572732"/>
                </a:moveTo>
                <a:lnTo>
                  <a:pt x="1126356" y="512011"/>
                </a:lnTo>
                <a:moveTo>
                  <a:pt x="1016850" y="570220"/>
                </a:moveTo>
                <a:lnTo>
                  <a:pt x="1012209" y="337640"/>
                </a:lnTo>
                <a:moveTo>
                  <a:pt x="1524126" y="795150"/>
                </a:moveTo>
                <a:lnTo>
                  <a:pt x="1654748" y="628396"/>
                </a:lnTo>
                <a:moveTo>
                  <a:pt x="1163246" y="476963"/>
                </a:moveTo>
                <a:lnTo>
                  <a:pt x="1217407" y="524584"/>
                </a:lnTo>
                <a:moveTo>
                  <a:pt x="1624711" y="297623"/>
                </a:moveTo>
                <a:lnTo>
                  <a:pt x="1713851" y="426026"/>
                </a:lnTo>
                <a:moveTo>
                  <a:pt x="1421483" y="329121"/>
                </a:moveTo>
                <a:lnTo>
                  <a:pt x="1525544" y="410550"/>
                </a:lnTo>
                <a:moveTo>
                  <a:pt x="1012209" y="337640"/>
                </a:moveTo>
                <a:lnTo>
                  <a:pt x="1095692" y="349732"/>
                </a:lnTo>
                <a:moveTo>
                  <a:pt x="1713851" y="426026"/>
                </a:moveTo>
                <a:lnTo>
                  <a:pt x="1747801" y="479757"/>
                </a:lnTo>
                <a:moveTo>
                  <a:pt x="1012209" y="337640"/>
                </a:moveTo>
                <a:lnTo>
                  <a:pt x="1055679" y="412281"/>
                </a:lnTo>
                <a:moveTo>
                  <a:pt x="1095692" y="349732"/>
                </a:moveTo>
                <a:lnTo>
                  <a:pt x="1101426" y="150267"/>
                </a:lnTo>
                <a:moveTo>
                  <a:pt x="1747801" y="479757"/>
                </a:moveTo>
                <a:lnTo>
                  <a:pt x="1656567" y="628018"/>
                </a:lnTo>
                <a:moveTo>
                  <a:pt x="1654748" y="628396"/>
                </a:moveTo>
                <a:lnTo>
                  <a:pt x="1747801" y="479757"/>
                </a:lnTo>
                <a:moveTo>
                  <a:pt x="1654748" y="628396"/>
                </a:moveTo>
                <a:lnTo>
                  <a:pt x="1713851" y="426026"/>
                </a:lnTo>
                <a:moveTo>
                  <a:pt x="1101426" y="150267"/>
                </a:moveTo>
                <a:lnTo>
                  <a:pt x="1145851" y="219069"/>
                </a:lnTo>
                <a:moveTo>
                  <a:pt x="1017325" y="572732"/>
                </a:moveTo>
                <a:lnTo>
                  <a:pt x="1179599" y="529594"/>
                </a:lnTo>
                <a:moveTo>
                  <a:pt x="1016850" y="570220"/>
                </a:moveTo>
                <a:lnTo>
                  <a:pt x="1179599" y="529594"/>
                </a:lnTo>
                <a:moveTo>
                  <a:pt x="1525544" y="410550"/>
                </a:moveTo>
                <a:lnTo>
                  <a:pt x="1624711" y="297623"/>
                </a:lnTo>
                <a:moveTo>
                  <a:pt x="1021141" y="573890"/>
                </a:moveTo>
                <a:lnTo>
                  <a:pt x="1179599" y="529594"/>
                </a:lnTo>
                <a:moveTo>
                  <a:pt x="1654748" y="628396"/>
                </a:moveTo>
                <a:lnTo>
                  <a:pt x="1656567" y="628018"/>
                </a:lnTo>
                <a:moveTo>
                  <a:pt x="1654748" y="628396"/>
                </a:moveTo>
                <a:lnTo>
                  <a:pt x="1652426" y="630710"/>
                </a:lnTo>
                <a:moveTo>
                  <a:pt x="1015904" y="571282"/>
                </a:moveTo>
                <a:lnTo>
                  <a:pt x="1017325" y="572732"/>
                </a:lnTo>
                <a:moveTo>
                  <a:pt x="1015904" y="571282"/>
                </a:moveTo>
                <a:lnTo>
                  <a:pt x="1016066" y="572630"/>
                </a:lnTo>
                <a:moveTo>
                  <a:pt x="1015904" y="571282"/>
                </a:moveTo>
                <a:lnTo>
                  <a:pt x="1016850" y="570220"/>
                </a:lnTo>
                <a:moveTo>
                  <a:pt x="1016066" y="572630"/>
                </a:moveTo>
                <a:lnTo>
                  <a:pt x="1017325" y="572732"/>
                </a:lnTo>
                <a:moveTo>
                  <a:pt x="1016066" y="572630"/>
                </a:moveTo>
                <a:lnTo>
                  <a:pt x="1016850" y="570220"/>
                </a:lnTo>
                <a:moveTo>
                  <a:pt x="1017325" y="572732"/>
                </a:moveTo>
                <a:lnTo>
                  <a:pt x="1021141" y="573890"/>
                </a:lnTo>
                <a:moveTo>
                  <a:pt x="1016066" y="572630"/>
                </a:moveTo>
                <a:lnTo>
                  <a:pt x="1021141" y="573890"/>
                </a:lnTo>
                <a:moveTo>
                  <a:pt x="1016850" y="570220"/>
                </a:moveTo>
                <a:lnTo>
                  <a:pt x="1021141" y="573890"/>
                </a:lnTo>
                <a:moveTo>
                  <a:pt x="1421483" y="329121"/>
                </a:moveTo>
                <a:lnTo>
                  <a:pt x="1422346" y="502142"/>
                </a:lnTo>
                <a:moveTo>
                  <a:pt x="1624711" y="297623"/>
                </a:moveTo>
                <a:lnTo>
                  <a:pt x="1594459" y="489776"/>
                </a:lnTo>
                <a:moveTo>
                  <a:pt x="1594459" y="489776"/>
                </a:moveTo>
                <a:lnTo>
                  <a:pt x="1713851" y="426026"/>
                </a:lnTo>
                <a:moveTo>
                  <a:pt x="1217407" y="524584"/>
                </a:moveTo>
                <a:lnTo>
                  <a:pt x="1322975" y="445534"/>
                </a:lnTo>
                <a:moveTo>
                  <a:pt x="1179599" y="529594"/>
                </a:moveTo>
                <a:lnTo>
                  <a:pt x="1217407" y="524584"/>
                </a:lnTo>
                <a:moveTo>
                  <a:pt x="1594459" y="489776"/>
                </a:moveTo>
                <a:lnTo>
                  <a:pt x="1654748" y="628396"/>
                </a:lnTo>
                <a:moveTo>
                  <a:pt x="1594459" y="489776"/>
                </a:moveTo>
                <a:lnTo>
                  <a:pt x="1652426" y="630710"/>
                </a:lnTo>
                <a:moveTo>
                  <a:pt x="1016850" y="570220"/>
                </a:moveTo>
                <a:lnTo>
                  <a:pt x="1055679" y="412281"/>
                </a:lnTo>
                <a:moveTo>
                  <a:pt x="1322975" y="445534"/>
                </a:moveTo>
                <a:lnTo>
                  <a:pt x="1422346" y="502142"/>
                </a:lnTo>
                <a:moveTo>
                  <a:pt x="1525544" y="410550"/>
                </a:moveTo>
                <a:lnTo>
                  <a:pt x="1594459" y="489776"/>
                </a:lnTo>
                <a:moveTo>
                  <a:pt x="1055679" y="412281"/>
                </a:moveTo>
                <a:lnTo>
                  <a:pt x="1095692" y="349732"/>
                </a:lnTo>
                <a:moveTo>
                  <a:pt x="1095692" y="349732"/>
                </a:moveTo>
                <a:lnTo>
                  <a:pt x="1145851" y="219069"/>
                </a:lnTo>
                <a:moveTo>
                  <a:pt x="1422346" y="502142"/>
                </a:moveTo>
                <a:lnTo>
                  <a:pt x="1525544" y="410550"/>
                </a:lnTo>
                <a:moveTo>
                  <a:pt x="1593927" y="534133"/>
                </a:moveTo>
                <a:lnTo>
                  <a:pt x="1652426" y="630710"/>
                </a:lnTo>
                <a:moveTo>
                  <a:pt x="1525544" y="410550"/>
                </a:moveTo>
                <a:lnTo>
                  <a:pt x="1593927" y="534133"/>
                </a:lnTo>
                <a:moveTo>
                  <a:pt x="1593927" y="534133"/>
                </a:moveTo>
                <a:lnTo>
                  <a:pt x="1594459" y="489776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7BC0D099-4B95-4BE4-A1AA-92E17A80E509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2692" y="686462"/>
                </a:moveTo>
                <a:lnTo>
                  <a:pt x="2362361" y="5865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0B6C11D1-5930-4850-923D-C6355A80A129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9178" y="572033"/>
                </a:moveTo>
                <a:lnTo>
                  <a:pt x="883237" y="6377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E4450724-3EA2-42F0-83FD-3E61646929D7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780" y="892505"/>
                </a:moveTo>
                <a:lnTo>
                  <a:pt x="2222692" y="6864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280DA7A9-9A77-4FEB-BDB4-8A8B8CFF6D5C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116" y="731932"/>
                </a:moveTo>
                <a:lnTo>
                  <a:pt x="403516" y="5746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05CAB26C-26EA-4C76-968E-8D45CCF82456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2692" y="686462"/>
                </a:moveTo>
                <a:lnTo>
                  <a:pt x="2079954" y="5810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F37B90A2-D32B-4FB5-8BD2-FF3DABB0E3C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145" y="1010051"/>
                </a:moveTo>
                <a:lnTo>
                  <a:pt x="2238780" y="892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607EDF6F-9DF6-41CC-82E0-8F95591B11D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116" y="731932"/>
                </a:moveTo>
                <a:lnTo>
                  <a:pt x="383960" y="939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A4406953-BAED-4519-AAA4-ACF4AAE7CB0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9178" y="572033"/>
                </a:moveTo>
                <a:lnTo>
                  <a:pt x="758303" y="36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11F957ED-A2AF-4EFA-91B7-B019AD99223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145" y="1010051"/>
                </a:moveTo>
                <a:lnTo>
                  <a:pt x="2123096" y="11885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1AEEB7B0-C753-4122-8238-CA634F83EF37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9544" y="201531"/>
                </a:moveTo>
                <a:lnTo>
                  <a:pt x="1412280" y="3485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CE8D614C-313C-467F-B68C-09ACCBEFD00E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9178" y="572033"/>
                </a:moveTo>
                <a:lnTo>
                  <a:pt x="657155" y="7309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2555D587-C40A-4A2F-867A-8B67B4C2F0C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9954" y="581075"/>
                </a:moveTo>
                <a:lnTo>
                  <a:pt x="1941208" y="6973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F8058126-5CE8-4AE4-9F6E-4752382795D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7155" y="730906"/>
                </a:moveTo>
                <a:lnTo>
                  <a:pt x="420116" y="7319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8ED8EAAD-3E98-4DE6-991A-C9B53F2D32C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6547" y="901776"/>
                </a:moveTo>
                <a:lnTo>
                  <a:pt x="2105145" y="1010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58BF8AB1-B38D-482C-8D3E-FBA0BFD9D3C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280" y="348519"/>
                </a:moveTo>
                <a:lnTo>
                  <a:pt x="1632484" y="3383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B75F713A-B66B-4077-9C09-1F47CE1576E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566" y="602233"/>
                </a:moveTo>
                <a:lnTo>
                  <a:pt x="809178" y="5720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AD72915C-FD60-464B-8CF8-08D1C2C4EBD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208" y="697319"/>
                </a:moveTo>
                <a:lnTo>
                  <a:pt x="1946547" y="9017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F6B85C9C-BB0E-4B82-BBCB-427F41E7FB9C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116" y="731932"/>
                </a:moveTo>
                <a:lnTo>
                  <a:pt x="319987" y="6733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7FE51237-34F0-4D64-BA4D-BB2C36E78A5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2484" y="338356"/>
                </a:moveTo>
                <a:lnTo>
                  <a:pt x="1718275" y="4343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7ED62F83-BAF9-4D6A-9C05-2410916FA794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208" y="697319"/>
                </a:moveTo>
                <a:lnTo>
                  <a:pt x="1775995" y="642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A7554BC6-3983-4EA8-857C-1E3F9163C41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7494" y="977261"/>
                </a:moveTo>
                <a:lnTo>
                  <a:pt x="1946547" y="9017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B83FF222-57FA-406F-A8F7-65CA0401915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495" y="320352"/>
                </a:moveTo>
                <a:lnTo>
                  <a:pt x="1412280" y="3485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0834B7D1-D071-488A-8387-376677871F7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8275" y="434312"/>
                </a:moveTo>
                <a:lnTo>
                  <a:pt x="1775995" y="642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4B623887-D338-4ED9-B5A9-81DEAAB78E96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389" y="731838"/>
                </a:moveTo>
                <a:lnTo>
                  <a:pt x="1012566" y="6022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ACD94AC3-294E-464A-904F-E780B281519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95" y="642496"/>
                </a:moveTo>
                <a:lnTo>
                  <a:pt x="1685235" y="8171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A54CE275-A34D-46FE-977D-76EB4E4FF94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5235" y="817127"/>
                </a:moveTo>
                <a:lnTo>
                  <a:pt x="1787494" y="97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E5CFA78F-007D-4593-AD62-31AEC80516EE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8275" y="434312"/>
                </a:moveTo>
                <a:lnTo>
                  <a:pt x="1583470" y="4188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08FB60A6-1C88-42D6-8E84-D4D8F4200F8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389" y="731838"/>
                </a:moveTo>
                <a:lnTo>
                  <a:pt x="1078310" y="9406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E563E8B5-97A6-47F1-AF67-9DCF79654B3C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3470" y="418817"/>
                </a:moveTo>
                <a:lnTo>
                  <a:pt x="1412495" y="3203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FF0E0031-E62B-46A2-85FB-6875615F16E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495" y="320352"/>
                </a:moveTo>
                <a:lnTo>
                  <a:pt x="1227323" y="4070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AF236E8C-0E10-416D-9730-CB5C4FCE5C6E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732" y="618170"/>
                </a:moveTo>
                <a:lnTo>
                  <a:pt x="1051389" y="731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5FAE7006-24CE-4948-9272-EF09B06FB348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323" y="407022"/>
                </a:moveTo>
                <a:lnTo>
                  <a:pt x="1240732" y="6181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1587F045-2C67-4F56-AAED-2026EC3A0FF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389" y="731838"/>
                </a:moveTo>
                <a:lnTo>
                  <a:pt x="891364" y="697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EAB0C8CA-2A87-4B8C-8D2D-B64173A0B03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2235" y="440935"/>
                </a:moveTo>
                <a:lnTo>
                  <a:pt x="2302706" y="438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16B8D0C8-0A3B-4284-B595-60C6032BBA78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5501" y="835716"/>
                </a:moveTo>
                <a:lnTo>
                  <a:pt x="2162235" y="4409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06F18D03-15F7-455D-82BA-41195F6E9DD9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5043" y="763512"/>
                </a:moveTo>
                <a:lnTo>
                  <a:pt x="478685" y="8426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B223C9BD-6600-4A58-8922-D9D32E644B46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2235" y="440935"/>
                </a:moveTo>
                <a:lnTo>
                  <a:pt x="2022742" y="6120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084D645A-97B1-412A-A14A-B8553463F0E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5043" y="763512"/>
                </a:moveTo>
                <a:lnTo>
                  <a:pt x="205207" y="6301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80F2159A-C661-4A2E-9DEA-ADCFCD6F6C9B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2959" y="1215061"/>
                </a:moveTo>
                <a:lnTo>
                  <a:pt x="2275501" y="835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8F005E13-A21F-4807-B2FF-2B832BCE669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2959" y="1215061"/>
                </a:moveTo>
                <a:lnTo>
                  <a:pt x="2292326" y="1235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1DF66E7E-F34D-429C-8D87-81A9523EBED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780" y="944442"/>
                </a:moveTo>
                <a:lnTo>
                  <a:pt x="1953210" y="986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3F672133-4027-461D-B527-02FA7DBB8AA3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3210" y="986440"/>
                </a:moveTo>
                <a:lnTo>
                  <a:pt x="2202959" y="12150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DA9D6933-73F1-4ABD-860E-865F1189189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991" y="775463"/>
                </a:moveTo>
                <a:lnTo>
                  <a:pt x="1953210" y="986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75C9EA67-9126-454F-BC06-3D76AC48492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742" y="612015"/>
                </a:moveTo>
                <a:lnTo>
                  <a:pt x="1958991" y="7754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91BCDD0A-F71F-4B04-8E69-1DFF8292D9C1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5043" y="763512"/>
                </a:moveTo>
                <a:lnTo>
                  <a:pt x="276191" y="930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AF60B6FF-4C99-4781-97AB-B6DC71B9619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7142" y="646710"/>
                </a:moveTo>
                <a:lnTo>
                  <a:pt x="345043" y="763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0E00E3EE-FBC7-4DEB-A20F-5BDEECC98CD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3033" y="254335"/>
                </a:moveTo>
                <a:lnTo>
                  <a:pt x="1491287" y="4079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BF276B45-AF0B-4203-9DD2-AC0AA48669D4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70" y="550020"/>
                </a:moveTo>
                <a:lnTo>
                  <a:pt x="722934" y="531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59C61D21-286C-4015-A85A-7725EBF04C9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9414" y="879934"/>
                </a:moveTo>
                <a:lnTo>
                  <a:pt x="1811780" y="9444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9F2E8BC1-4047-4230-8DBE-8FE5EB57B453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287" y="407900"/>
                </a:moveTo>
                <a:lnTo>
                  <a:pt x="1711181" y="3764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953BEA74-0000-470F-A84E-0D82E6BE5D2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70" y="550020"/>
                </a:moveTo>
                <a:lnTo>
                  <a:pt x="427142" y="6467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3274A292-3FC5-4578-919D-7AF541F2D5E6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991" y="775463"/>
                </a:moveTo>
                <a:lnTo>
                  <a:pt x="1898722" y="6740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203648FD-E39F-4E8B-9FE8-9186A43D467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596" y="498042"/>
                </a:moveTo>
                <a:lnTo>
                  <a:pt x="1491287" y="4079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A92927C9-BFE3-4C00-B600-FFA8D9BC06D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1181" y="376493"/>
                </a:moveTo>
                <a:lnTo>
                  <a:pt x="1789893" y="5094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EC64A146-001E-4CD5-8F8C-F20D139F111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70" y="550020"/>
                </a:moveTo>
                <a:lnTo>
                  <a:pt x="592683" y="36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5DBAE73B-9DEF-4879-9CA5-EB0E11DCB4BC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4024" y="726614"/>
                </a:moveTo>
                <a:lnTo>
                  <a:pt x="638170" y="5500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34E593F0-7254-40BA-891A-96F049BFA90B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8722" y="674034"/>
                </a:moveTo>
                <a:lnTo>
                  <a:pt x="1809414" y="879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83BE861E-1377-4D5E-8DC3-84BE26577FB9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596" y="498042"/>
                </a:moveTo>
                <a:lnTo>
                  <a:pt x="1285335" y="6398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A32A2F23-0107-46F3-8BD3-5E547A685096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893" y="509498"/>
                </a:moveTo>
                <a:lnTo>
                  <a:pt x="1898722" y="6740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091484DE-2E63-4EF9-8151-842C901179BC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893" y="509498"/>
                </a:moveTo>
                <a:lnTo>
                  <a:pt x="1608139" y="5781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EF488C01-2F3F-4AE2-930D-24A0DB27C6C3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139" y="578172"/>
                </a:moveTo>
                <a:lnTo>
                  <a:pt x="1440596" y="4980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6228E763-1973-4386-93F3-79DD85D360E1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335" y="639802"/>
                </a:moveTo>
                <a:lnTo>
                  <a:pt x="1148586" y="6280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7C58BEDC-546C-4E6B-9C4A-50826424421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043" y="777137"/>
                </a:moveTo>
                <a:lnTo>
                  <a:pt x="744024" y="72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92E43C85-2E66-4115-AA48-AF9F189A8D34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043" y="777137"/>
                </a:moveTo>
                <a:lnTo>
                  <a:pt x="1012041" y="9537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BD5EB8D8-0D8F-420D-95FD-F08C89F3B2B8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8586" y="628015"/>
                </a:moveTo>
                <a:lnTo>
                  <a:pt x="961043" y="7771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F4EFF1F6-9364-4D5B-9596-E54005C49A6E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043" y="777137"/>
                </a:moveTo>
                <a:lnTo>
                  <a:pt x="892119" y="7674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21DAD5D1-C5CA-476F-B81A-2AD43CDE5E4E}"/>
              </a:ext>
            </a:extLst>
          </p:cNvPr>
          <p:cNvSpPr>
            <a:spLocks/>
          </p:cNvSpPr>
          <p:nvPr/>
        </p:nvSpPr>
        <p:spPr>
          <a:xfrm>
            <a:off x="7529041" y="10287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F669E6A5-7B64-4855-A4D7-E21CDCA5527F}"/>
              </a:ext>
            </a:extLst>
          </p:cNvPr>
          <p:cNvSpPr>
            <a:spLocks/>
          </p:cNvSpPr>
          <p:nvPr/>
        </p:nvSpPr>
        <p:spPr>
          <a:xfrm>
            <a:off x="7647295" y="11822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3F1409D3-CC39-4F66-9B29-22D76F47501E}"/>
              </a:ext>
            </a:extLst>
          </p:cNvPr>
          <p:cNvSpPr>
            <a:spLocks/>
          </p:cNvSpPr>
          <p:nvPr/>
        </p:nvSpPr>
        <p:spPr>
          <a:xfrm>
            <a:off x="7867189" y="11508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1FE1E229-DECD-453A-9556-3FA8871CBC2D}"/>
              </a:ext>
            </a:extLst>
          </p:cNvPr>
          <p:cNvSpPr>
            <a:spLocks/>
          </p:cNvSpPr>
          <p:nvPr/>
        </p:nvSpPr>
        <p:spPr>
          <a:xfrm>
            <a:off x="7945900" y="12838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500349D1-1E65-443B-8120-A365FA057797}"/>
              </a:ext>
            </a:extLst>
          </p:cNvPr>
          <p:cNvSpPr>
            <a:spLocks/>
          </p:cNvSpPr>
          <p:nvPr/>
        </p:nvSpPr>
        <p:spPr>
          <a:xfrm>
            <a:off x="8054729" y="14484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4821F3EA-77E4-46CE-A79D-1541AE57B83C}"/>
              </a:ext>
            </a:extLst>
          </p:cNvPr>
          <p:cNvSpPr>
            <a:spLocks/>
          </p:cNvSpPr>
          <p:nvPr/>
        </p:nvSpPr>
        <p:spPr>
          <a:xfrm>
            <a:off x="7965422" y="16543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9632981E-80C8-4AFA-A86E-C2148E33BACF}"/>
              </a:ext>
            </a:extLst>
          </p:cNvPr>
          <p:cNvSpPr>
            <a:spLocks/>
          </p:cNvSpPr>
          <p:nvPr/>
        </p:nvSpPr>
        <p:spPr>
          <a:xfrm>
            <a:off x="7967788" y="17188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831DE561-9EDB-4640-A17F-89D3BF2D2712}"/>
              </a:ext>
            </a:extLst>
          </p:cNvPr>
          <p:cNvSpPr>
            <a:spLocks/>
          </p:cNvSpPr>
          <p:nvPr/>
        </p:nvSpPr>
        <p:spPr>
          <a:xfrm>
            <a:off x="8109217" y="17608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8FBF5EAA-1B03-4E2A-85EA-B4FA1DD04A03}"/>
              </a:ext>
            </a:extLst>
          </p:cNvPr>
          <p:cNvSpPr>
            <a:spLocks/>
          </p:cNvSpPr>
          <p:nvPr/>
        </p:nvSpPr>
        <p:spPr>
          <a:xfrm>
            <a:off x="8358967" y="19894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B70B4B83-D0A5-4EE2-99EB-4D992BE16166}"/>
              </a:ext>
            </a:extLst>
          </p:cNvPr>
          <p:cNvSpPr>
            <a:spLocks/>
          </p:cNvSpPr>
          <p:nvPr/>
        </p:nvSpPr>
        <p:spPr>
          <a:xfrm>
            <a:off x="8448333" y="20100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B1348949-E994-4C5F-A0C9-B31B2E3CABB8}"/>
              </a:ext>
            </a:extLst>
          </p:cNvPr>
          <p:cNvSpPr>
            <a:spLocks/>
          </p:cNvSpPr>
          <p:nvPr/>
        </p:nvSpPr>
        <p:spPr>
          <a:xfrm>
            <a:off x="8431508" y="16100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AABD9FEF-CAB6-43BE-954E-440BC59BE851}"/>
              </a:ext>
            </a:extLst>
          </p:cNvPr>
          <p:cNvSpPr>
            <a:spLocks/>
          </p:cNvSpPr>
          <p:nvPr/>
        </p:nvSpPr>
        <p:spPr>
          <a:xfrm>
            <a:off x="8318242" y="12153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4E0B72C7-4DDE-452D-BAEE-3E190B64C223}"/>
              </a:ext>
            </a:extLst>
          </p:cNvPr>
          <p:cNvSpPr>
            <a:spLocks/>
          </p:cNvSpPr>
          <p:nvPr/>
        </p:nvSpPr>
        <p:spPr>
          <a:xfrm>
            <a:off x="8458714" y="1213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4EB361E4-850F-4139-B6D8-3B4F8DDC2F71}"/>
              </a:ext>
            </a:extLst>
          </p:cNvPr>
          <p:cNvSpPr>
            <a:spLocks/>
          </p:cNvSpPr>
          <p:nvPr/>
        </p:nvSpPr>
        <p:spPr>
          <a:xfrm>
            <a:off x="8178750" y="13863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7E2ED303-90D6-491E-A197-4D288CCCB9D6}"/>
              </a:ext>
            </a:extLst>
          </p:cNvPr>
          <p:cNvSpPr>
            <a:spLocks/>
          </p:cNvSpPr>
          <p:nvPr/>
        </p:nvSpPr>
        <p:spPr>
          <a:xfrm>
            <a:off x="8114999" y="15498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F0EB46E0-76EB-467C-9F23-6DD051EB5D40}"/>
              </a:ext>
            </a:extLst>
          </p:cNvPr>
          <p:cNvSpPr>
            <a:spLocks/>
          </p:cNvSpPr>
          <p:nvPr/>
        </p:nvSpPr>
        <p:spPr>
          <a:xfrm>
            <a:off x="7764146" y="13525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64B56F99-53A0-4025-8320-E82527E108BB}"/>
              </a:ext>
            </a:extLst>
          </p:cNvPr>
          <p:cNvSpPr>
            <a:spLocks/>
          </p:cNvSpPr>
          <p:nvPr/>
        </p:nvSpPr>
        <p:spPr>
          <a:xfrm>
            <a:off x="7596604" y="12724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62CA4C5F-1BA1-4DCE-A3C9-56420247AACC}"/>
              </a:ext>
            </a:extLst>
          </p:cNvPr>
          <p:cNvSpPr>
            <a:spLocks/>
          </p:cNvSpPr>
          <p:nvPr/>
        </p:nvSpPr>
        <p:spPr>
          <a:xfrm>
            <a:off x="7441343" y="14141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F291D2DB-A1F3-42AF-850F-7C8C3E4DF8EA}"/>
              </a:ext>
            </a:extLst>
          </p:cNvPr>
          <p:cNvSpPr>
            <a:spLocks/>
          </p:cNvSpPr>
          <p:nvPr/>
        </p:nvSpPr>
        <p:spPr>
          <a:xfrm>
            <a:off x="7304593" y="14023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A0AB54FA-2CE1-4014-9825-6BB3F4D17B76}"/>
              </a:ext>
            </a:extLst>
          </p:cNvPr>
          <p:cNvSpPr>
            <a:spLocks/>
          </p:cNvSpPr>
          <p:nvPr/>
        </p:nvSpPr>
        <p:spPr>
          <a:xfrm>
            <a:off x="7117051" y="15515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B5167183-2FE2-482B-8693-0BD800968FF2}"/>
              </a:ext>
            </a:extLst>
          </p:cNvPr>
          <p:cNvSpPr>
            <a:spLocks/>
          </p:cNvSpPr>
          <p:nvPr/>
        </p:nvSpPr>
        <p:spPr>
          <a:xfrm>
            <a:off x="7048127" y="15418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F3A75A5B-2BAF-45C1-8B08-AC85FF027571}"/>
              </a:ext>
            </a:extLst>
          </p:cNvPr>
          <p:cNvSpPr>
            <a:spLocks/>
          </p:cNvSpPr>
          <p:nvPr/>
        </p:nvSpPr>
        <p:spPr>
          <a:xfrm>
            <a:off x="7168049" y="1728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8C06465A-122A-4696-94ED-E74E9D82781F}"/>
              </a:ext>
            </a:extLst>
          </p:cNvPr>
          <p:cNvSpPr>
            <a:spLocks/>
          </p:cNvSpPr>
          <p:nvPr/>
        </p:nvSpPr>
        <p:spPr>
          <a:xfrm>
            <a:off x="6900031" y="15009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BBAC7CD8-E257-4468-BB10-D560DB2C7278}"/>
              </a:ext>
            </a:extLst>
          </p:cNvPr>
          <p:cNvSpPr>
            <a:spLocks/>
          </p:cNvSpPr>
          <p:nvPr/>
        </p:nvSpPr>
        <p:spPr>
          <a:xfrm>
            <a:off x="6794177" y="13244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EEE58D17-C5E7-449B-AC35-0BD2BCAE4F8D}"/>
              </a:ext>
            </a:extLst>
          </p:cNvPr>
          <p:cNvSpPr>
            <a:spLocks/>
          </p:cNvSpPr>
          <p:nvPr/>
        </p:nvSpPr>
        <p:spPr>
          <a:xfrm>
            <a:off x="6748691" y="1143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8264C497-9438-4B6A-90C4-CFDE2EBB44B1}"/>
              </a:ext>
            </a:extLst>
          </p:cNvPr>
          <p:cNvSpPr>
            <a:spLocks/>
          </p:cNvSpPr>
          <p:nvPr/>
        </p:nvSpPr>
        <p:spPr>
          <a:xfrm>
            <a:off x="6878942" y="1306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5115065B-8C20-4C64-A527-A32984C6AF8F}"/>
              </a:ext>
            </a:extLst>
          </p:cNvPr>
          <p:cNvSpPr>
            <a:spLocks/>
          </p:cNvSpPr>
          <p:nvPr/>
        </p:nvSpPr>
        <p:spPr>
          <a:xfrm>
            <a:off x="6583150" y="1421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54A3B720-AD4F-47E7-AE55-AC6C64DFA0FE}"/>
              </a:ext>
            </a:extLst>
          </p:cNvPr>
          <p:cNvSpPr>
            <a:spLocks/>
          </p:cNvSpPr>
          <p:nvPr/>
        </p:nvSpPr>
        <p:spPr>
          <a:xfrm>
            <a:off x="6501050" y="15378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B7CED0C2-D7C6-4A62-8D42-1D1E20D36AE3}"/>
              </a:ext>
            </a:extLst>
          </p:cNvPr>
          <p:cNvSpPr>
            <a:spLocks/>
          </p:cNvSpPr>
          <p:nvPr/>
        </p:nvSpPr>
        <p:spPr>
          <a:xfrm>
            <a:off x="6432198" y="17049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2B5999D0-50B3-4BCB-A21D-F980BB61126F}"/>
              </a:ext>
            </a:extLst>
          </p:cNvPr>
          <p:cNvSpPr>
            <a:spLocks/>
          </p:cNvSpPr>
          <p:nvPr/>
        </p:nvSpPr>
        <p:spPr>
          <a:xfrm>
            <a:off x="6361214" y="14045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62123686-6E78-471A-B431-31D9FE2C721D}"/>
              </a:ext>
            </a:extLst>
          </p:cNvPr>
          <p:cNvSpPr>
            <a:spLocks/>
          </p:cNvSpPr>
          <p:nvPr/>
        </p:nvSpPr>
        <p:spPr>
          <a:xfrm>
            <a:off x="6634693" y="16170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1D78A9EE-DF6D-4E5B-BFB9-67543F2B815B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2959" y="1215061"/>
                </a:moveTo>
                <a:lnTo>
                  <a:pt x="2494785" y="13199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8601C348-5E4F-4AEC-A4D4-39FC08CF844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326" y="1235659"/>
                </a:moveTo>
                <a:lnTo>
                  <a:pt x="2494785" y="13199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es_2">
            <a:extLst>
              <a:ext uri="{FF2B5EF4-FFF2-40B4-BE49-F238E27FC236}">
                <a16:creationId xmlns:a16="http://schemas.microsoft.com/office/drawing/2014/main" id="{2DBD1876-2371-4228-9CBB-B861ADBBBEA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2683" y="368756"/>
                </a:moveTo>
                <a:lnTo>
                  <a:pt x="341689" y="19626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9" name="9q16_0_build_ClashingReceptorAtoms_0">
            <a:extLst>
              <a:ext uri="{FF2B5EF4-FFF2-40B4-BE49-F238E27FC236}">
                <a16:creationId xmlns:a16="http://schemas.microsoft.com/office/drawing/2014/main" id="{EF5C113E-F2B7-4C56-97FB-24FE9055A775}"/>
              </a:ext>
            </a:extLst>
          </p:cNvPr>
          <p:cNvSpPr>
            <a:spLocks/>
          </p:cNvSpPr>
          <p:nvPr/>
        </p:nvSpPr>
        <p:spPr>
          <a:xfrm>
            <a:off x="6490077" y="9630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main_11">
            <a:extLst>
              <a:ext uri="{FF2B5EF4-FFF2-40B4-BE49-F238E27FC236}">
                <a16:creationId xmlns:a16="http://schemas.microsoft.com/office/drawing/2014/main" id="{4A0CC98D-E5CC-41DA-9039-2E97608DA730}"/>
              </a:ext>
            </a:extLst>
          </p:cNvPr>
          <p:cNvSpPr>
            <a:spLocks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1.34 Å   D 90%   Clash 3</a:t>
            </a:r>
          </a:p>
        </p:txBody>
      </p:sp>
      <p:sp>
        <p:nvSpPr>
          <p:cNvPr id="311" name="stage3-cases-main_12">
            <a:extLst>
              <a:ext uri="{FF2B5EF4-FFF2-40B4-BE49-F238E27FC236}">
                <a16:creationId xmlns:a16="http://schemas.microsoft.com/office/drawing/2014/main" id="{0C1934B9-8F74-4A2A-8F55-86145C321E5B}"/>
              </a:ext>
            </a:extLst>
          </p:cNvPr>
          <p:cNvSpPr>
            <a:spLocks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main_13">
            <a:extLst>
              <a:ext uri="{FF2B5EF4-FFF2-40B4-BE49-F238E27FC236}">
                <a16:creationId xmlns:a16="http://schemas.microsoft.com/office/drawing/2014/main" id="{F21A0CF4-0AC2-4010-89CD-D13660CAB5E3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4623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main_14">
            <a:extLst>
              <a:ext uri="{FF2B5EF4-FFF2-40B4-BE49-F238E27FC236}">
                <a16:creationId xmlns:a16="http://schemas.microsoft.com/office/drawing/2014/main" id="{FEB3A9E8-A781-4D36-9709-904818116A5B}"/>
              </a:ext>
            </a:extLst>
          </p:cNvPr>
          <p:cNvSpPr>
            <a:spLocks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CBFBCFEA-FB5A-4F2F-ACB1-7D411ED5781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5751" y="933497"/>
                </a:moveTo>
                <a:lnTo>
                  <a:pt x="1033142" y="797960"/>
                </a:lnTo>
                <a:moveTo>
                  <a:pt x="943533" y="710364"/>
                </a:moveTo>
                <a:lnTo>
                  <a:pt x="1033142" y="797960"/>
                </a:lnTo>
                <a:moveTo>
                  <a:pt x="908345" y="981255"/>
                </a:moveTo>
                <a:lnTo>
                  <a:pt x="1015751" y="933497"/>
                </a:lnTo>
                <a:moveTo>
                  <a:pt x="836505" y="758577"/>
                </a:moveTo>
                <a:lnTo>
                  <a:pt x="943533" y="710364"/>
                </a:lnTo>
                <a:moveTo>
                  <a:pt x="817014" y="894450"/>
                </a:moveTo>
                <a:lnTo>
                  <a:pt x="908345" y="981255"/>
                </a:lnTo>
                <a:moveTo>
                  <a:pt x="817014" y="894450"/>
                </a:moveTo>
                <a:lnTo>
                  <a:pt x="836505" y="758577"/>
                </a:lnTo>
                <a:moveTo>
                  <a:pt x="625039" y="1124587"/>
                </a:moveTo>
                <a:lnTo>
                  <a:pt x="674516" y="1094922"/>
                </a:lnTo>
                <a:moveTo>
                  <a:pt x="701198" y="945615"/>
                </a:moveTo>
                <a:lnTo>
                  <a:pt x="817014" y="894450"/>
                </a:lnTo>
                <a:moveTo>
                  <a:pt x="674516" y="1094922"/>
                </a:moveTo>
                <a:lnTo>
                  <a:pt x="701198" y="945615"/>
                </a:lnTo>
                <a:moveTo>
                  <a:pt x="674516" y="1094922"/>
                </a:moveTo>
                <a:lnTo>
                  <a:pt x="580293" y="1140741"/>
                </a:lnTo>
                <a:moveTo>
                  <a:pt x="580293" y="1140741"/>
                </a:moveTo>
                <a:lnTo>
                  <a:pt x="624253" y="1157490"/>
                </a:lnTo>
                <a:moveTo>
                  <a:pt x="922074" y="506850"/>
                </a:moveTo>
                <a:lnTo>
                  <a:pt x="1027915" y="607685"/>
                </a:lnTo>
                <a:moveTo>
                  <a:pt x="1027915" y="607685"/>
                </a:moveTo>
                <a:lnTo>
                  <a:pt x="995977" y="741490"/>
                </a:lnTo>
                <a:moveTo>
                  <a:pt x="1027915" y="607685"/>
                </a:moveTo>
                <a:lnTo>
                  <a:pt x="1159549" y="569049"/>
                </a:lnTo>
                <a:moveTo>
                  <a:pt x="785926" y="308119"/>
                </a:moveTo>
                <a:lnTo>
                  <a:pt x="683930" y="345547"/>
                </a:lnTo>
                <a:moveTo>
                  <a:pt x="894637" y="407721"/>
                </a:moveTo>
                <a:lnTo>
                  <a:pt x="922074" y="506850"/>
                </a:lnTo>
                <a:moveTo>
                  <a:pt x="995977" y="741490"/>
                </a:moveTo>
                <a:lnTo>
                  <a:pt x="1092977" y="834680"/>
                </a:lnTo>
                <a:moveTo>
                  <a:pt x="1159549" y="569049"/>
                </a:moveTo>
                <a:lnTo>
                  <a:pt x="1257082" y="661863"/>
                </a:lnTo>
                <a:moveTo>
                  <a:pt x="1092977" y="834680"/>
                </a:moveTo>
                <a:lnTo>
                  <a:pt x="1223699" y="794851"/>
                </a:lnTo>
                <a:moveTo>
                  <a:pt x="1257082" y="661863"/>
                </a:moveTo>
                <a:lnTo>
                  <a:pt x="1223699" y="794851"/>
                </a:lnTo>
                <a:moveTo>
                  <a:pt x="894637" y="407721"/>
                </a:moveTo>
                <a:lnTo>
                  <a:pt x="785926" y="308119"/>
                </a:lnTo>
                <a:moveTo>
                  <a:pt x="850743" y="477462"/>
                </a:moveTo>
                <a:lnTo>
                  <a:pt x="894637" y="40772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D8247C3E-E8F3-4E4A-BA5E-D883F703C65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4106" y="676688"/>
                </a:moveTo>
                <a:lnTo>
                  <a:pt x="1412150" y="681455"/>
                </a:lnTo>
                <a:moveTo>
                  <a:pt x="1343270" y="757724"/>
                </a:moveTo>
                <a:lnTo>
                  <a:pt x="1412150" y="681455"/>
                </a:lnTo>
                <a:moveTo>
                  <a:pt x="1413313" y="671908"/>
                </a:moveTo>
                <a:lnTo>
                  <a:pt x="1412150" y="681455"/>
                </a:lnTo>
                <a:moveTo>
                  <a:pt x="1343270" y="757724"/>
                </a:moveTo>
                <a:lnTo>
                  <a:pt x="1404106" y="676688"/>
                </a:lnTo>
                <a:moveTo>
                  <a:pt x="1412150" y="681455"/>
                </a:moveTo>
                <a:lnTo>
                  <a:pt x="1513907" y="738542"/>
                </a:lnTo>
                <a:moveTo>
                  <a:pt x="1404106" y="676688"/>
                </a:moveTo>
                <a:lnTo>
                  <a:pt x="1413313" y="671908"/>
                </a:lnTo>
                <a:moveTo>
                  <a:pt x="1413313" y="671908"/>
                </a:moveTo>
                <a:lnTo>
                  <a:pt x="1513907" y="738542"/>
                </a:lnTo>
                <a:moveTo>
                  <a:pt x="1325380" y="826986"/>
                </a:moveTo>
                <a:lnTo>
                  <a:pt x="1343270" y="757724"/>
                </a:lnTo>
                <a:moveTo>
                  <a:pt x="1246482" y="699510"/>
                </a:moveTo>
                <a:lnTo>
                  <a:pt x="1343270" y="757724"/>
                </a:lnTo>
                <a:moveTo>
                  <a:pt x="1264250" y="653333"/>
                </a:moveTo>
                <a:lnTo>
                  <a:pt x="1343270" y="757724"/>
                </a:lnTo>
                <a:moveTo>
                  <a:pt x="1308924" y="617510"/>
                </a:moveTo>
                <a:lnTo>
                  <a:pt x="1404106" y="676688"/>
                </a:lnTo>
                <a:moveTo>
                  <a:pt x="1308924" y="617510"/>
                </a:moveTo>
                <a:lnTo>
                  <a:pt x="1343270" y="757724"/>
                </a:lnTo>
                <a:moveTo>
                  <a:pt x="1517041" y="854880"/>
                </a:moveTo>
                <a:lnTo>
                  <a:pt x="1557565" y="875316"/>
                </a:lnTo>
                <a:moveTo>
                  <a:pt x="1513907" y="738542"/>
                </a:moveTo>
                <a:lnTo>
                  <a:pt x="1596185" y="780401"/>
                </a:lnTo>
                <a:moveTo>
                  <a:pt x="1246482" y="699510"/>
                </a:moveTo>
                <a:lnTo>
                  <a:pt x="1325380" y="826986"/>
                </a:lnTo>
                <a:moveTo>
                  <a:pt x="1306969" y="849440"/>
                </a:moveTo>
                <a:lnTo>
                  <a:pt x="1325380" y="826986"/>
                </a:lnTo>
                <a:moveTo>
                  <a:pt x="1517041" y="854880"/>
                </a:moveTo>
                <a:lnTo>
                  <a:pt x="1565965" y="853222"/>
                </a:lnTo>
                <a:moveTo>
                  <a:pt x="1325380" y="826986"/>
                </a:moveTo>
                <a:lnTo>
                  <a:pt x="1322655" y="858195"/>
                </a:lnTo>
                <a:moveTo>
                  <a:pt x="1413313" y="671908"/>
                </a:moveTo>
                <a:lnTo>
                  <a:pt x="1518309" y="655807"/>
                </a:lnTo>
                <a:moveTo>
                  <a:pt x="1518309" y="655807"/>
                </a:moveTo>
                <a:lnTo>
                  <a:pt x="1513907" y="738542"/>
                </a:lnTo>
                <a:moveTo>
                  <a:pt x="1544908" y="890359"/>
                </a:moveTo>
                <a:lnTo>
                  <a:pt x="1517041" y="854880"/>
                </a:lnTo>
                <a:moveTo>
                  <a:pt x="1517041" y="854880"/>
                </a:moveTo>
                <a:lnTo>
                  <a:pt x="1596185" y="780401"/>
                </a:lnTo>
                <a:moveTo>
                  <a:pt x="1322655" y="858195"/>
                </a:moveTo>
                <a:lnTo>
                  <a:pt x="1412876" y="909772"/>
                </a:lnTo>
                <a:moveTo>
                  <a:pt x="1246482" y="699510"/>
                </a:moveTo>
                <a:lnTo>
                  <a:pt x="1306969" y="849440"/>
                </a:lnTo>
                <a:moveTo>
                  <a:pt x="1306969" y="849440"/>
                </a:moveTo>
                <a:lnTo>
                  <a:pt x="1322655" y="858195"/>
                </a:lnTo>
                <a:moveTo>
                  <a:pt x="1231091" y="690332"/>
                </a:moveTo>
                <a:lnTo>
                  <a:pt x="1246482" y="699510"/>
                </a:lnTo>
                <a:moveTo>
                  <a:pt x="1264250" y="653333"/>
                </a:moveTo>
                <a:lnTo>
                  <a:pt x="1246482" y="699510"/>
                </a:lnTo>
                <a:moveTo>
                  <a:pt x="1198387" y="787017"/>
                </a:moveTo>
                <a:lnTo>
                  <a:pt x="1246482" y="699510"/>
                </a:lnTo>
                <a:moveTo>
                  <a:pt x="1198387" y="787017"/>
                </a:moveTo>
                <a:lnTo>
                  <a:pt x="1306969" y="849440"/>
                </a:lnTo>
                <a:moveTo>
                  <a:pt x="1231091" y="690332"/>
                </a:moveTo>
                <a:lnTo>
                  <a:pt x="1264250" y="653333"/>
                </a:lnTo>
                <a:moveTo>
                  <a:pt x="1178142" y="775178"/>
                </a:moveTo>
                <a:lnTo>
                  <a:pt x="1246482" y="699510"/>
                </a:lnTo>
                <a:moveTo>
                  <a:pt x="1565965" y="853222"/>
                </a:moveTo>
                <a:lnTo>
                  <a:pt x="1557565" y="875316"/>
                </a:lnTo>
                <a:moveTo>
                  <a:pt x="1178142" y="775178"/>
                </a:moveTo>
                <a:lnTo>
                  <a:pt x="1231091" y="690332"/>
                </a:lnTo>
                <a:moveTo>
                  <a:pt x="1544908" y="890359"/>
                </a:moveTo>
                <a:lnTo>
                  <a:pt x="1557565" y="875316"/>
                </a:lnTo>
                <a:moveTo>
                  <a:pt x="1178142" y="775178"/>
                </a:moveTo>
                <a:lnTo>
                  <a:pt x="1198387" y="787017"/>
                </a:lnTo>
                <a:moveTo>
                  <a:pt x="1388430" y="603399"/>
                </a:moveTo>
                <a:lnTo>
                  <a:pt x="1404106" y="676688"/>
                </a:lnTo>
                <a:moveTo>
                  <a:pt x="1264250" y="653333"/>
                </a:moveTo>
                <a:lnTo>
                  <a:pt x="1308924" y="617510"/>
                </a:lnTo>
                <a:moveTo>
                  <a:pt x="1565965" y="853222"/>
                </a:moveTo>
                <a:lnTo>
                  <a:pt x="1596185" y="780401"/>
                </a:lnTo>
                <a:moveTo>
                  <a:pt x="1388430" y="603399"/>
                </a:moveTo>
                <a:lnTo>
                  <a:pt x="1413313" y="671908"/>
                </a:lnTo>
                <a:moveTo>
                  <a:pt x="1165204" y="828012"/>
                </a:moveTo>
                <a:lnTo>
                  <a:pt x="1198387" y="787017"/>
                </a:lnTo>
                <a:moveTo>
                  <a:pt x="1085340" y="721103"/>
                </a:moveTo>
                <a:lnTo>
                  <a:pt x="1178142" y="775178"/>
                </a:lnTo>
                <a:moveTo>
                  <a:pt x="1165204" y="828012"/>
                </a:moveTo>
                <a:lnTo>
                  <a:pt x="1178142" y="775178"/>
                </a:lnTo>
                <a:moveTo>
                  <a:pt x="1513907" y="738542"/>
                </a:moveTo>
                <a:lnTo>
                  <a:pt x="1612674" y="668185"/>
                </a:lnTo>
                <a:moveTo>
                  <a:pt x="1412876" y="909772"/>
                </a:moveTo>
                <a:lnTo>
                  <a:pt x="1492335" y="949427"/>
                </a:lnTo>
                <a:moveTo>
                  <a:pt x="1124471" y="625626"/>
                </a:moveTo>
                <a:lnTo>
                  <a:pt x="1231091" y="690332"/>
                </a:lnTo>
                <a:moveTo>
                  <a:pt x="1085340" y="721103"/>
                </a:moveTo>
                <a:lnTo>
                  <a:pt x="1165204" y="828012"/>
                </a:lnTo>
                <a:moveTo>
                  <a:pt x="1116298" y="632799"/>
                </a:moveTo>
                <a:lnTo>
                  <a:pt x="1178142" y="775178"/>
                </a:lnTo>
                <a:moveTo>
                  <a:pt x="1359604" y="935701"/>
                </a:moveTo>
                <a:lnTo>
                  <a:pt x="1412876" y="909772"/>
                </a:lnTo>
                <a:moveTo>
                  <a:pt x="1124471" y="625626"/>
                </a:moveTo>
                <a:lnTo>
                  <a:pt x="1178142" y="775178"/>
                </a:lnTo>
                <a:moveTo>
                  <a:pt x="1045111" y="697709"/>
                </a:moveTo>
                <a:lnTo>
                  <a:pt x="1085340" y="721103"/>
                </a:lnTo>
                <a:moveTo>
                  <a:pt x="1606288" y="898007"/>
                </a:moveTo>
                <a:lnTo>
                  <a:pt x="1557565" y="875316"/>
                </a:lnTo>
                <a:moveTo>
                  <a:pt x="1322655" y="858195"/>
                </a:moveTo>
                <a:lnTo>
                  <a:pt x="1359604" y="935701"/>
                </a:lnTo>
                <a:moveTo>
                  <a:pt x="1565965" y="853222"/>
                </a:moveTo>
                <a:lnTo>
                  <a:pt x="1606288" y="898007"/>
                </a:lnTo>
                <a:moveTo>
                  <a:pt x="1492335" y="949427"/>
                </a:moveTo>
                <a:lnTo>
                  <a:pt x="1544908" y="890359"/>
                </a:lnTo>
                <a:moveTo>
                  <a:pt x="1231091" y="690332"/>
                </a:moveTo>
                <a:lnTo>
                  <a:pt x="1261593" y="586216"/>
                </a:lnTo>
                <a:moveTo>
                  <a:pt x="1261593" y="586216"/>
                </a:moveTo>
                <a:lnTo>
                  <a:pt x="1264250" y="653333"/>
                </a:lnTo>
                <a:moveTo>
                  <a:pt x="1034537" y="806494"/>
                </a:moveTo>
                <a:lnTo>
                  <a:pt x="1085340" y="721103"/>
                </a:lnTo>
                <a:moveTo>
                  <a:pt x="1544908" y="890359"/>
                </a:moveTo>
                <a:lnTo>
                  <a:pt x="1606288" y="898007"/>
                </a:lnTo>
                <a:moveTo>
                  <a:pt x="1174001" y="883610"/>
                </a:moveTo>
                <a:lnTo>
                  <a:pt x="1198387" y="787017"/>
                </a:lnTo>
                <a:moveTo>
                  <a:pt x="1116298" y="632799"/>
                </a:moveTo>
                <a:lnTo>
                  <a:pt x="1085340" y="721103"/>
                </a:lnTo>
                <a:moveTo>
                  <a:pt x="1085340" y="721103"/>
                </a:moveTo>
                <a:lnTo>
                  <a:pt x="1137038" y="864162"/>
                </a:lnTo>
                <a:moveTo>
                  <a:pt x="999559" y="786131"/>
                </a:moveTo>
                <a:lnTo>
                  <a:pt x="1085340" y="721103"/>
                </a:lnTo>
                <a:moveTo>
                  <a:pt x="1596185" y="780401"/>
                </a:moveTo>
                <a:lnTo>
                  <a:pt x="1671716" y="819191"/>
                </a:lnTo>
                <a:moveTo>
                  <a:pt x="1228212" y="912976"/>
                </a:moveTo>
                <a:lnTo>
                  <a:pt x="1306969" y="849440"/>
                </a:lnTo>
                <a:moveTo>
                  <a:pt x="1308924" y="617510"/>
                </a:moveTo>
                <a:lnTo>
                  <a:pt x="1388430" y="603399"/>
                </a:lnTo>
                <a:moveTo>
                  <a:pt x="1137038" y="864162"/>
                </a:moveTo>
                <a:lnTo>
                  <a:pt x="1165204" y="828012"/>
                </a:lnTo>
                <a:moveTo>
                  <a:pt x="1228212" y="912976"/>
                </a:moveTo>
                <a:lnTo>
                  <a:pt x="1322655" y="858195"/>
                </a:lnTo>
                <a:moveTo>
                  <a:pt x="1045111" y="697709"/>
                </a:moveTo>
                <a:lnTo>
                  <a:pt x="1116298" y="632799"/>
                </a:lnTo>
                <a:moveTo>
                  <a:pt x="1261593" y="586216"/>
                </a:moveTo>
                <a:lnTo>
                  <a:pt x="1308924" y="617510"/>
                </a:lnTo>
                <a:moveTo>
                  <a:pt x="999559" y="786131"/>
                </a:moveTo>
                <a:lnTo>
                  <a:pt x="1045111" y="697709"/>
                </a:lnTo>
                <a:moveTo>
                  <a:pt x="1198387" y="787017"/>
                </a:moveTo>
                <a:lnTo>
                  <a:pt x="1228212" y="912976"/>
                </a:lnTo>
                <a:moveTo>
                  <a:pt x="1483300" y="605155"/>
                </a:moveTo>
                <a:lnTo>
                  <a:pt x="1413313" y="671908"/>
                </a:lnTo>
                <a:moveTo>
                  <a:pt x="1565965" y="853222"/>
                </a:moveTo>
                <a:lnTo>
                  <a:pt x="1628620" y="908401"/>
                </a:lnTo>
                <a:moveTo>
                  <a:pt x="1231337" y="566834"/>
                </a:moveTo>
                <a:lnTo>
                  <a:pt x="1231091" y="690332"/>
                </a:lnTo>
                <a:moveTo>
                  <a:pt x="1034537" y="806494"/>
                </a:moveTo>
                <a:lnTo>
                  <a:pt x="1137038" y="864162"/>
                </a:lnTo>
                <a:moveTo>
                  <a:pt x="999559" y="786131"/>
                </a:moveTo>
                <a:lnTo>
                  <a:pt x="1034537" y="806494"/>
                </a:lnTo>
                <a:moveTo>
                  <a:pt x="1165204" y="828012"/>
                </a:moveTo>
                <a:lnTo>
                  <a:pt x="1174001" y="883610"/>
                </a:lnTo>
                <a:moveTo>
                  <a:pt x="570419" y="658619"/>
                </a:moveTo>
                <a:lnTo>
                  <a:pt x="620723" y="687130"/>
                </a:lnTo>
                <a:moveTo>
                  <a:pt x="1116298" y="632799"/>
                </a:moveTo>
                <a:lnTo>
                  <a:pt x="1124471" y="625626"/>
                </a:lnTo>
                <a:moveTo>
                  <a:pt x="1596185" y="780401"/>
                </a:moveTo>
                <a:lnTo>
                  <a:pt x="1612674" y="668185"/>
                </a:lnTo>
                <a:moveTo>
                  <a:pt x="1596185" y="780401"/>
                </a:moveTo>
                <a:lnTo>
                  <a:pt x="1628620" y="908401"/>
                </a:lnTo>
                <a:moveTo>
                  <a:pt x="1518309" y="655807"/>
                </a:moveTo>
                <a:lnTo>
                  <a:pt x="1594442" y="658233"/>
                </a:lnTo>
                <a:moveTo>
                  <a:pt x="1518309" y="655807"/>
                </a:moveTo>
                <a:lnTo>
                  <a:pt x="1612674" y="668185"/>
                </a:lnTo>
                <a:moveTo>
                  <a:pt x="479382" y="605646"/>
                </a:moveTo>
                <a:lnTo>
                  <a:pt x="570419" y="658619"/>
                </a:lnTo>
                <a:moveTo>
                  <a:pt x="1492335" y="949427"/>
                </a:moveTo>
                <a:lnTo>
                  <a:pt x="1606288" y="898007"/>
                </a:lnTo>
                <a:moveTo>
                  <a:pt x="2232462" y="674797"/>
                </a:moveTo>
                <a:lnTo>
                  <a:pt x="2321538" y="609612"/>
                </a:lnTo>
                <a:moveTo>
                  <a:pt x="1137038" y="864162"/>
                </a:moveTo>
                <a:lnTo>
                  <a:pt x="1174001" y="883610"/>
                </a:lnTo>
                <a:moveTo>
                  <a:pt x="1596185" y="780401"/>
                </a:moveTo>
                <a:lnTo>
                  <a:pt x="1709681" y="721559"/>
                </a:lnTo>
                <a:moveTo>
                  <a:pt x="620723" y="687130"/>
                </a:moveTo>
                <a:lnTo>
                  <a:pt x="666836" y="711531"/>
                </a:lnTo>
                <a:moveTo>
                  <a:pt x="1252469" y="561718"/>
                </a:moveTo>
                <a:lnTo>
                  <a:pt x="1308924" y="617510"/>
                </a:lnTo>
                <a:moveTo>
                  <a:pt x="1004683" y="829645"/>
                </a:moveTo>
                <a:lnTo>
                  <a:pt x="1034537" y="806494"/>
                </a:lnTo>
                <a:moveTo>
                  <a:pt x="2232462" y="674797"/>
                </a:moveTo>
                <a:lnTo>
                  <a:pt x="2302449" y="598184"/>
                </a:lnTo>
                <a:moveTo>
                  <a:pt x="2302449" y="598184"/>
                </a:moveTo>
                <a:lnTo>
                  <a:pt x="2321538" y="609612"/>
                </a:lnTo>
                <a:moveTo>
                  <a:pt x="917794" y="737690"/>
                </a:moveTo>
                <a:lnTo>
                  <a:pt x="999559" y="786131"/>
                </a:lnTo>
                <a:moveTo>
                  <a:pt x="620723" y="687130"/>
                </a:moveTo>
                <a:lnTo>
                  <a:pt x="696299" y="641517"/>
                </a:lnTo>
                <a:moveTo>
                  <a:pt x="430051" y="692241"/>
                </a:moveTo>
                <a:lnTo>
                  <a:pt x="570419" y="658619"/>
                </a:lnTo>
                <a:moveTo>
                  <a:pt x="514449" y="739969"/>
                </a:moveTo>
                <a:lnTo>
                  <a:pt x="570419" y="658619"/>
                </a:lnTo>
                <a:moveTo>
                  <a:pt x="1004683" y="829645"/>
                </a:moveTo>
                <a:lnTo>
                  <a:pt x="999559" y="786131"/>
                </a:lnTo>
                <a:moveTo>
                  <a:pt x="1671716" y="819191"/>
                </a:moveTo>
                <a:lnTo>
                  <a:pt x="1680211" y="823627"/>
                </a:lnTo>
                <a:moveTo>
                  <a:pt x="2331418" y="573401"/>
                </a:moveTo>
                <a:lnTo>
                  <a:pt x="2321538" y="609612"/>
                </a:lnTo>
                <a:moveTo>
                  <a:pt x="1671716" y="819191"/>
                </a:moveTo>
                <a:lnTo>
                  <a:pt x="1682394" y="816958"/>
                </a:lnTo>
                <a:moveTo>
                  <a:pt x="1045111" y="697709"/>
                </a:moveTo>
                <a:lnTo>
                  <a:pt x="1100701" y="608005"/>
                </a:lnTo>
                <a:moveTo>
                  <a:pt x="953950" y="640474"/>
                </a:moveTo>
                <a:lnTo>
                  <a:pt x="1045111" y="697709"/>
                </a:lnTo>
                <a:moveTo>
                  <a:pt x="1433295" y="974807"/>
                </a:moveTo>
                <a:lnTo>
                  <a:pt x="1412876" y="909772"/>
                </a:lnTo>
                <a:moveTo>
                  <a:pt x="1682394" y="816958"/>
                </a:moveTo>
                <a:lnTo>
                  <a:pt x="1680211" y="823627"/>
                </a:lnTo>
                <a:moveTo>
                  <a:pt x="2302449" y="598184"/>
                </a:moveTo>
                <a:lnTo>
                  <a:pt x="2331418" y="573401"/>
                </a:lnTo>
                <a:moveTo>
                  <a:pt x="1657282" y="861246"/>
                </a:moveTo>
                <a:lnTo>
                  <a:pt x="1671716" y="819191"/>
                </a:lnTo>
                <a:moveTo>
                  <a:pt x="1837975" y="912716"/>
                </a:moveTo>
                <a:lnTo>
                  <a:pt x="1897681" y="831135"/>
                </a:lnTo>
                <a:moveTo>
                  <a:pt x="1680211" y="823627"/>
                </a:moveTo>
                <a:lnTo>
                  <a:pt x="1782177" y="880878"/>
                </a:lnTo>
                <a:moveTo>
                  <a:pt x="570419" y="658619"/>
                </a:moveTo>
                <a:lnTo>
                  <a:pt x="639811" y="741140"/>
                </a:lnTo>
                <a:moveTo>
                  <a:pt x="639811" y="741140"/>
                </a:moveTo>
                <a:lnTo>
                  <a:pt x="620723" y="687130"/>
                </a:lnTo>
                <a:moveTo>
                  <a:pt x="1492335" y="949427"/>
                </a:moveTo>
                <a:lnTo>
                  <a:pt x="1628620" y="908401"/>
                </a:lnTo>
                <a:moveTo>
                  <a:pt x="1657282" y="861246"/>
                </a:moveTo>
                <a:lnTo>
                  <a:pt x="1680211" y="823627"/>
                </a:lnTo>
                <a:moveTo>
                  <a:pt x="430051" y="692241"/>
                </a:moveTo>
                <a:lnTo>
                  <a:pt x="479382" y="605646"/>
                </a:lnTo>
                <a:moveTo>
                  <a:pt x="1680211" y="823627"/>
                </a:moveTo>
                <a:lnTo>
                  <a:pt x="1824965" y="789221"/>
                </a:lnTo>
                <a:moveTo>
                  <a:pt x="1124471" y="625626"/>
                </a:moveTo>
                <a:lnTo>
                  <a:pt x="1231337" y="566834"/>
                </a:lnTo>
                <a:moveTo>
                  <a:pt x="1824965" y="789221"/>
                </a:moveTo>
                <a:lnTo>
                  <a:pt x="1897681" y="831135"/>
                </a:lnTo>
                <a:moveTo>
                  <a:pt x="1782177" y="880878"/>
                </a:moveTo>
                <a:lnTo>
                  <a:pt x="1837975" y="912716"/>
                </a:lnTo>
                <a:moveTo>
                  <a:pt x="1897681" y="831135"/>
                </a:moveTo>
                <a:lnTo>
                  <a:pt x="1929399" y="848401"/>
                </a:lnTo>
                <a:moveTo>
                  <a:pt x="1682394" y="816958"/>
                </a:moveTo>
                <a:lnTo>
                  <a:pt x="1824965" y="789221"/>
                </a:lnTo>
                <a:moveTo>
                  <a:pt x="1606288" y="898007"/>
                </a:moveTo>
                <a:lnTo>
                  <a:pt x="1628620" y="908401"/>
                </a:lnTo>
                <a:moveTo>
                  <a:pt x="1100701" y="608005"/>
                </a:moveTo>
                <a:lnTo>
                  <a:pt x="1116298" y="632799"/>
                </a:lnTo>
                <a:moveTo>
                  <a:pt x="696299" y="641517"/>
                </a:moveTo>
                <a:lnTo>
                  <a:pt x="666836" y="711531"/>
                </a:lnTo>
                <a:moveTo>
                  <a:pt x="1824965" y="789221"/>
                </a:moveTo>
                <a:lnTo>
                  <a:pt x="1837975" y="912716"/>
                </a:lnTo>
                <a:moveTo>
                  <a:pt x="1837975" y="912716"/>
                </a:moveTo>
                <a:lnTo>
                  <a:pt x="1929399" y="848401"/>
                </a:lnTo>
                <a:moveTo>
                  <a:pt x="950152" y="644353"/>
                </a:moveTo>
                <a:lnTo>
                  <a:pt x="999559" y="786131"/>
                </a:lnTo>
                <a:moveTo>
                  <a:pt x="1628620" y="908401"/>
                </a:moveTo>
                <a:lnTo>
                  <a:pt x="1671716" y="819191"/>
                </a:lnTo>
                <a:moveTo>
                  <a:pt x="1100701" y="608005"/>
                </a:moveTo>
                <a:lnTo>
                  <a:pt x="1124471" y="625626"/>
                </a:lnTo>
                <a:moveTo>
                  <a:pt x="866290" y="708547"/>
                </a:moveTo>
                <a:lnTo>
                  <a:pt x="917794" y="737690"/>
                </a:lnTo>
                <a:moveTo>
                  <a:pt x="953950" y="640474"/>
                </a:moveTo>
                <a:lnTo>
                  <a:pt x="999559" y="786131"/>
                </a:lnTo>
                <a:moveTo>
                  <a:pt x="1782177" y="880878"/>
                </a:moveTo>
                <a:lnTo>
                  <a:pt x="1824965" y="789221"/>
                </a:lnTo>
                <a:moveTo>
                  <a:pt x="1174001" y="883610"/>
                </a:moveTo>
                <a:lnTo>
                  <a:pt x="1228212" y="912976"/>
                </a:lnTo>
                <a:moveTo>
                  <a:pt x="620723" y="687130"/>
                </a:moveTo>
                <a:lnTo>
                  <a:pt x="697606" y="610479"/>
                </a:lnTo>
                <a:moveTo>
                  <a:pt x="1837975" y="912716"/>
                </a:moveTo>
                <a:lnTo>
                  <a:pt x="1883908" y="937944"/>
                </a:lnTo>
                <a:moveTo>
                  <a:pt x="2208598" y="773698"/>
                </a:moveTo>
                <a:lnTo>
                  <a:pt x="2232462" y="674797"/>
                </a:lnTo>
                <a:moveTo>
                  <a:pt x="1897681" y="831135"/>
                </a:moveTo>
                <a:lnTo>
                  <a:pt x="1947555" y="799851"/>
                </a:lnTo>
                <a:moveTo>
                  <a:pt x="1483300" y="605155"/>
                </a:moveTo>
                <a:lnTo>
                  <a:pt x="1518309" y="655807"/>
                </a:lnTo>
                <a:moveTo>
                  <a:pt x="430051" y="692241"/>
                </a:moveTo>
                <a:lnTo>
                  <a:pt x="514449" y="739969"/>
                </a:lnTo>
                <a:moveTo>
                  <a:pt x="1883908" y="937944"/>
                </a:moveTo>
                <a:lnTo>
                  <a:pt x="1929399" y="848401"/>
                </a:lnTo>
                <a:moveTo>
                  <a:pt x="1231337" y="566834"/>
                </a:moveTo>
                <a:lnTo>
                  <a:pt x="1261593" y="586216"/>
                </a:lnTo>
                <a:moveTo>
                  <a:pt x="1628620" y="908401"/>
                </a:moveTo>
                <a:lnTo>
                  <a:pt x="1657282" y="861246"/>
                </a:lnTo>
                <a:moveTo>
                  <a:pt x="639811" y="741140"/>
                </a:moveTo>
                <a:lnTo>
                  <a:pt x="666836" y="711531"/>
                </a:lnTo>
                <a:moveTo>
                  <a:pt x="696299" y="641517"/>
                </a:moveTo>
                <a:lnTo>
                  <a:pt x="720235" y="624785"/>
                </a:lnTo>
                <a:moveTo>
                  <a:pt x="1947555" y="799851"/>
                </a:moveTo>
                <a:lnTo>
                  <a:pt x="1929399" y="848401"/>
                </a:lnTo>
                <a:moveTo>
                  <a:pt x="1594442" y="658233"/>
                </a:moveTo>
                <a:lnTo>
                  <a:pt x="1612674" y="668185"/>
                </a:lnTo>
                <a:moveTo>
                  <a:pt x="1682394" y="816958"/>
                </a:moveTo>
                <a:lnTo>
                  <a:pt x="1767670" y="755126"/>
                </a:lnTo>
                <a:moveTo>
                  <a:pt x="1671716" y="819191"/>
                </a:moveTo>
                <a:lnTo>
                  <a:pt x="1709681" y="721559"/>
                </a:lnTo>
                <a:moveTo>
                  <a:pt x="567206" y="587724"/>
                </a:moveTo>
                <a:lnTo>
                  <a:pt x="570419" y="658619"/>
                </a:lnTo>
                <a:moveTo>
                  <a:pt x="666836" y="711531"/>
                </a:moveTo>
                <a:lnTo>
                  <a:pt x="804120" y="671286"/>
                </a:lnTo>
                <a:moveTo>
                  <a:pt x="2348732" y="620550"/>
                </a:moveTo>
                <a:lnTo>
                  <a:pt x="2321538" y="609612"/>
                </a:lnTo>
                <a:moveTo>
                  <a:pt x="1252469" y="561718"/>
                </a:moveTo>
                <a:lnTo>
                  <a:pt x="1388430" y="603399"/>
                </a:lnTo>
                <a:moveTo>
                  <a:pt x="868516" y="788327"/>
                </a:moveTo>
                <a:lnTo>
                  <a:pt x="999559" y="786131"/>
                </a:lnTo>
                <a:moveTo>
                  <a:pt x="1767670" y="755126"/>
                </a:moveTo>
                <a:lnTo>
                  <a:pt x="1824965" y="789221"/>
                </a:lnTo>
                <a:moveTo>
                  <a:pt x="804120" y="671286"/>
                </a:moveTo>
                <a:lnTo>
                  <a:pt x="866290" y="708547"/>
                </a:lnTo>
                <a:moveTo>
                  <a:pt x="1682394" y="816958"/>
                </a:moveTo>
                <a:lnTo>
                  <a:pt x="1709681" y="721559"/>
                </a:lnTo>
                <a:moveTo>
                  <a:pt x="1594442" y="658233"/>
                </a:moveTo>
                <a:lnTo>
                  <a:pt x="1613304" y="657342"/>
                </a:lnTo>
                <a:moveTo>
                  <a:pt x="866290" y="708547"/>
                </a:moveTo>
                <a:lnTo>
                  <a:pt x="950152" y="644353"/>
                </a:lnTo>
                <a:moveTo>
                  <a:pt x="950152" y="644353"/>
                </a:moveTo>
                <a:lnTo>
                  <a:pt x="917794" y="737690"/>
                </a:lnTo>
                <a:moveTo>
                  <a:pt x="1252469" y="561718"/>
                </a:moveTo>
                <a:lnTo>
                  <a:pt x="1261593" y="586216"/>
                </a:lnTo>
                <a:moveTo>
                  <a:pt x="696299" y="641517"/>
                </a:moveTo>
                <a:lnTo>
                  <a:pt x="804120" y="671286"/>
                </a:lnTo>
                <a:moveTo>
                  <a:pt x="2208598" y="773698"/>
                </a:moveTo>
                <a:lnTo>
                  <a:pt x="2225337" y="784618"/>
                </a:lnTo>
                <a:moveTo>
                  <a:pt x="1656159" y="922107"/>
                </a:moveTo>
                <a:lnTo>
                  <a:pt x="1680211" y="823627"/>
                </a:lnTo>
                <a:moveTo>
                  <a:pt x="1613304" y="657342"/>
                </a:moveTo>
                <a:lnTo>
                  <a:pt x="1612674" y="668185"/>
                </a:lnTo>
                <a:moveTo>
                  <a:pt x="697606" y="610479"/>
                </a:moveTo>
                <a:lnTo>
                  <a:pt x="696299" y="641517"/>
                </a:lnTo>
                <a:moveTo>
                  <a:pt x="570419" y="658619"/>
                </a:moveTo>
                <a:lnTo>
                  <a:pt x="598299" y="783057"/>
                </a:lnTo>
                <a:moveTo>
                  <a:pt x="1174001" y="883610"/>
                </a:moveTo>
                <a:lnTo>
                  <a:pt x="1205583" y="925870"/>
                </a:lnTo>
                <a:moveTo>
                  <a:pt x="1292991" y="940786"/>
                </a:moveTo>
                <a:lnTo>
                  <a:pt x="1322655" y="858195"/>
                </a:lnTo>
                <a:moveTo>
                  <a:pt x="2146963" y="620704"/>
                </a:moveTo>
                <a:lnTo>
                  <a:pt x="2232462" y="674797"/>
                </a:lnTo>
                <a:moveTo>
                  <a:pt x="479382" y="605646"/>
                </a:moveTo>
                <a:lnTo>
                  <a:pt x="567206" y="587724"/>
                </a:lnTo>
                <a:moveTo>
                  <a:pt x="1897681" y="831135"/>
                </a:moveTo>
                <a:lnTo>
                  <a:pt x="1958399" y="745966"/>
                </a:lnTo>
                <a:moveTo>
                  <a:pt x="2331418" y="573401"/>
                </a:moveTo>
                <a:lnTo>
                  <a:pt x="2348732" y="620550"/>
                </a:lnTo>
                <a:moveTo>
                  <a:pt x="720235" y="624785"/>
                </a:moveTo>
                <a:lnTo>
                  <a:pt x="804120" y="671286"/>
                </a:lnTo>
                <a:moveTo>
                  <a:pt x="2211728" y="784487"/>
                </a:moveTo>
                <a:lnTo>
                  <a:pt x="2225337" y="784618"/>
                </a:lnTo>
                <a:moveTo>
                  <a:pt x="1657282" y="861246"/>
                </a:moveTo>
                <a:lnTo>
                  <a:pt x="1656159" y="922107"/>
                </a:lnTo>
                <a:moveTo>
                  <a:pt x="2148023" y="615375"/>
                </a:moveTo>
                <a:lnTo>
                  <a:pt x="2232462" y="674797"/>
                </a:lnTo>
                <a:moveTo>
                  <a:pt x="1846801" y="977542"/>
                </a:moveTo>
                <a:lnTo>
                  <a:pt x="1837975" y="912716"/>
                </a:lnTo>
                <a:moveTo>
                  <a:pt x="666836" y="711531"/>
                </a:moveTo>
                <a:lnTo>
                  <a:pt x="753050" y="756467"/>
                </a:lnTo>
                <a:moveTo>
                  <a:pt x="1071542" y="586866"/>
                </a:moveTo>
                <a:lnTo>
                  <a:pt x="1045111" y="697709"/>
                </a:lnTo>
                <a:moveTo>
                  <a:pt x="1782177" y="880878"/>
                </a:moveTo>
                <a:lnTo>
                  <a:pt x="1846801" y="977542"/>
                </a:lnTo>
                <a:moveTo>
                  <a:pt x="1612674" y="668185"/>
                </a:moveTo>
                <a:lnTo>
                  <a:pt x="1709681" y="721559"/>
                </a:lnTo>
                <a:moveTo>
                  <a:pt x="697606" y="610479"/>
                </a:moveTo>
                <a:lnTo>
                  <a:pt x="720235" y="624785"/>
                </a:lnTo>
                <a:moveTo>
                  <a:pt x="2225295" y="781767"/>
                </a:moveTo>
                <a:lnTo>
                  <a:pt x="2225337" y="784618"/>
                </a:lnTo>
                <a:moveTo>
                  <a:pt x="1100701" y="608005"/>
                </a:moveTo>
                <a:lnTo>
                  <a:pt x="1231337" y="566834"/>
                </a:lnTo>
                <a:moveTo>
                  <a:pt x="1846801" y="977542"/>
                </a:moveTo>
                <a:lnTo>
                  <a:pt x="1883908" y="937944"/>
                </a:lnTo>
                <a:moveTo>
                  <a:pt x="1947555" y="799851"/>
                </a:moveTo>
                <a:lnTo>
                  <a:pt x="2000770" y="770518"/>
                </a:lnTo>
                <a:moveTo>
                  <a:pt x="868516" y="788327"/>
                </a:moveTo>
                <a:lnTo>
                  <a:pt x="866290" y="708547"/>
                </a:lnTo>
                <a:moveTo>
                  <a:pt x="1628620" y="908401"/>
                </a:moveTo>
                <a:lnTo>
                  <a:pt x="1656159" y="922107"/>
                </a:lnTo>
                <a:moveTo>
                  <a:pt x="868516" y="788327"/>
                </a:moveTo>
                <a:lnTo>
                  <a:pt x="917794" y="737690"/>
                </a:lnTo>
                <a:moveTo>
                  <a:pt x="1613304" y="657342"/>
                </a:moveTo>
                <a:lnTo>
                  <a:pt x="1709681" y="721559"/>
                </a:lnTo>
                <a:moveTo>
                  <a:pt x="1388430" y="603399"/>
                </a:moveTo>
                <a:lnTo>
                  <a:pt x="1483300" y="605155"/>
                </a:lnTo>
                <a:moveTo>
                  <a:pt x="1433295" y="974807"/>
                </a:moveTo>
                <a:lnTo>
                  <a:pt x="1492335" y="949427"/>
                </a:lnTo>
                <a:moveTo>
                  <a:pt x="1205583" y="925870"/>
                </a:moveTo>
                <a:lnTo>
                  <a:pt x="1228212" y="912976"/>
                </a:lnTo>
                <a:moveTo>
                  <a:pt x="950152" y="644353"/>
                </a:moveTo>
                <a:lnTo>
                  <a:pt x="953950" y="640474"/>
                </a:lnTo>
                <a:moveTo>
                  <a:pt x="1837193" y="713024"/>
                </a:moveTo>
                <a:lnTo>
                  <a:pt x="1824965" y="789221"/>
                </a:lnTo>
                <a:moveTo>
                  <a:pt x="1041834" y="916993"/>
                </a:moveTo>
                <a:lnTo>
                  <a:pt x="1034537" y="806494"/>
                </a:lnTo>
                <a:moveTo>
                  <a:pt x="1034537" y="806494"/>
                </a:moveTo>
                <a:lnTo>
                  <a:pt x="1051819" y="922646"/>
                </a:lnTo>
                <a:moveTo>
                  <a:pt x="2221506" y="545886"/>
                </a:moveTo>
                <a:lnTo>
                  <a:pt x="2232462" y="674797"/>
                </a:lnTo>
                <a:moveTo>
                  <a:pt x="1709681" y="721559"/>
                </a:moveTo>
                <a:lnTo>
                  <a:pt x="1767670" y="755126"/>
                </a:lnTo>
                <a:moveTo>
                  <a:pt x="868516" y="788327"/>
                </a:moveTo>
                <a:lnTo>
                  <a:pt x="1004683" y="829645"/>
                </a:lnTo>
                <a:moveTo>
                  <a:pt x="1231337" y="566834"/>
                </a:moveTo>
                <a:lnTo>
                  <a:pt x="1252469" y="561718"/>
                </a:lnTo>
                <a:moveTo>
                  <a:pt x="2211728" y="784487"/>
                </a:moveTo>
                <a:lnTo>
                  <a:pt x="2208598" y="773698"/>
                </a:lnTo>
                <a:moveTo>
                  <a:pt x="1958399" y="745966"/>
                </a:moveTo>
                <a:lnTo>
                  <a:pt x="1947555" y="799851"/>
                </a:lnTo>
                <a:moveTo>
                  <a:pt x="1051819" y="922646"/>
                </a:moveTo>
                <a:lnTo>
                  <a:pt x="1137038" y="864162"/>
                </a:lnTo>
                <a:moveTo>
                  <a:pt x="1929399" y="848401"/>
                </a:moveTo>
                <a:lnTo>
                  <a:pt x="2057873" y="801269"/>
                </a:lnTo>
                <a:moveTo>
                  <a:pt x="2302449" y="598184"/>
                </a:moveTo>
                <a:lnTo>
                  <a:pt x="2333329" y="493722"/>
                </a:lnTo>
                <a:moveTo>
                  <a:pt x="2221506" y="545886"/>
                </a:moveTo>
                <a:lnTo>
                  <a:pt x="2302449" y="598184"/>
                </a:lnTo>
                <a:moveTo>
                  <a:pt x="1873677" y="695919"/>
                </a:moveTo>
                <a:lnTo>
                  <a:pt x="1897681" y="831135"/>
                </a:lnTo>
                <a:moveTo>
                  <a:pt x="636240" y="571013"/>
                </a:moveTo>
                <a:lnTo>
                  <a:pt x="570419" y="658619"/>
                </a:lnTo>
                <a:moveTo>
                  <a:pt x="636240" y="571013"/>
                </a:moveTo>
                <a:lnTo>
                  <a:pt x="620723" y="687130"/>
                </a:lnTo>
                <a:moveTo>
                  <a:pt x="1359604" y="935701"/>
                </a:moveTo>
                <a:lnTo>
                  <a:pt x="1433295" y="974807"/>
                </a:lnTo>
                <a:moveTo>
                  <a:pt x="2107724" y="715134"/>
                </a:moveTo>
                <a:lnTo>
                  <a:pt x="2208598" y="773698"/>
                </a:lnTo>
                <a:moveTo>
                  <a:pt x="2333329" y="493722"/>
                </a:moveTo>
                <a:lnTo>
                  <a:pt x="2331418" y="573401"/>
                </a:lnTo>
                <a:moveTo>
                  <a:pt x="514449" y="739969"/>
                </a:moveTo>
                <a:lnTo>
                  <a:pt x="598299" y="783057"/>
                </a:lnTo>
                <a:moveTo>
                  <a:pt x="1483300" y="605155"/>
                </a:moveTo>
                <a:lnTo>
                  <a:pt x="1594442" y="658233"/>
                </a:lnTo>
                <a:moveTo>
                  <a:pt x="1947555" y="799851"/>
                </a:moveTo>
                <a:lnTo>
                  <a:pt x="2057873" y="801269"/>
                </a:lnTo>
                <a:moveTo>
                  <a:pt x="753050" y="756467"/>
                </a:moveTo>
                <a:lnTo>
                  <a:pt x="804120" y="671286"/>
                </a:lnTo>
                <a:moveTo>
                  <a:pt x="1680211" y="823627"/>
                </a:moveTo>
                <a:lnTo>
                  <a:pt x="1709127" y="948875"/>
                </a:lnTo>
                <a:moveTo>
                  <a:pt x="1873677" y="695919"/>
                </a:moveTo>
                <a:lnTo>
                  <a:pt x="1824965" y="789221"/>
                </a:lnTo>
                <a:moveTo>
                  <a:pt x="809991" y="610079"/>
                </a:moveTo>
                <a:lnTo>
                  <a:pt x="866290" y="708547"/>
                </a:lnTo>
                <a:moveTo>
                  <a:pt x="2107724" y="715134"/>
                </a:moveTo>
                <a:lnTo>
                  <a:pt x="2211728" y="784487"/>
                </a:lnTo>
                <a:moveTo>
                  <a:pt x="1767670" y="755126"/>
                </a:moveTo>
                <a:lnTo>
                  <a:pt x="1837193" y="713024"/>
                </a:lnTo>
                <a:moveTo>
                  <a:pt x="1929399" y="848401"/>
                </a:moveTo>
                <a:lnTo>
                  <a:pt x="2008904" y="888093"/>
                </a:lnTo>
                <a:moveTo>
                  <a:pt x="2211728" y="784487"/>
                </a:moveTo>
                <a:lnTo>
                  <a:pt x="2225295" y="781767"/>
                </a:lnTo>
                <a:moveTo>
                  <a:pt x="869805" y="820679"/>
                </a:moveTo>
                <a:lnTo>
                  <a:pt x="1004683" y="829645"/>
                </a:lnTo>
                <a:moveTo>
                  <a:pt x="804120" y="671286"/>
                </a:moveTo>
                <a:lnTo>
                  <a:pt x="868516" y="788327"/>
                </a:lnTo>
                <a:moveTo>
                  <a:pt x="2146963" y="620704"/>
                </a:moveTo>
                <a:lnTo>
                  <a:pt x="2208598" y="773698"/>
                </a:lnTo>
                <a:moveTo>
                  <a:pt x="1492335" y="949427"/>
                </a:moveTo>
                <a:lnTo>
                  <a:pt x="1553793" y="975009"/>
                </a:lnTo>
                <a:moveTo>
                  <a:pt x="2000770" y="770518"/>
                </a:moveTo>
                <a:lnTo>
                  <a:pt x="2107724" y="715134"/>
                </a:lnTo>
                <a:moveTo>
                  <a:pt x="1709127" y="948875"/>
                </a:moveTo>
                <a:lnTo>
                  <a:pt x="1782177" y="880878"/>
                </a:lnTo>
                <a:moveTo>
                  <a:pt x="1883908" y="937944"/>
                </a:moveTo>
                <a:lnTo>
                  <a:pt x="2008904" y="888093"/>
                </a:lnTo>
                <a:moveTo>
                  <a:pt x="1051819" y="922646"/>
                </a:moveTo>
                <a:lnTo>
                  <a:pt x="1174001" y="883610"/>
                </a:lnTo>
                <a:moveTo>
                  <a:pt x="951473" y="866662"/>
                </a:moveTo>
                <a:lnTo>
                  <a:pt x="1004683" y="829645"/>
                </a:lnTo>
                <a:moveTo>
                  <a:pt x="1958399" y="745966"/>
                </a:moveTo>
                <a:lnTo>
                  <a:pt x="2000770" y="770518"/>
                </a:lnTo>
                <a:moveTo>
                  <a:pt x="598299" y="783057"/>
                </a:moveTo>
                <a:lnTo>
                  <a:pt x="639811" y="741140"/>
                </a:lnTo>
                <a:moveTo>
                  <a:pt x="458233" y="779910"/>
                </a:moveTo>
                <a:lnTo>
                  <a:pt x="430051" y="692241"/>
                </a:lnTo>
                <a:moveTo>
                  <a:pt x="1231337" y="566834"/>
                </a:moveTo>
                <a:lnTo>
                  <a:pt x="1236142" y="566319"/>
                </a:lnTo>
                <a:moveTo>
                  <a:pt x="2000770" y="770518"/>
                </a:moveTo>
                <a:lnTo>
                  <a:pt x="2073829" y="695390"/>
                </a:lnTo>
                <a:moveTo>
                  <a:pt x="458233" y="779910"/>
                </a:moveTo>
                <a:lnTo>
                  <a:pt x="514449" y="739969"/>
                </a:lnTo>
                <a:moveTo>
                  <a:pt x="720235" y="624785"/>
                </a:moveTo>
                <a:lnTo>
                  <a:pt x="809991" y="610079"/>
                </a:lnTo>
                <a:moveTo>
                  <a:pt x="1508439" y="603490"/>
                </a:moveTo>
                <a:lnTo>
                  <a:pt x="1594442" y="658233"/>
                </a:lnTo>
                <a:moveTo>
                  <a:pt x="2308802" y="477637"/>
                </a:moveTo>
                <a:lnTo>
                  <a:pt x="2302449" y="598184"/>
                </a:lnTo>
                <a:moveTo>
                  <a:pt x="2073829" y="695390"/>
                </a:moveTo>
                <a:lnTo>
                  <a:pt x="2107724" y="715134"/>
                </a:lnTo>
                <a:moveTo>
                  <a:pt x="1004683" y="829645"/>
                </a:moveTo>
                <a:lnTo>
                  <a:pt x="1041834" y="916993"/>
                </a:lnTo>
                <a:moveTo>
                  <a:pt x="2000770" y="770518"/>
                </a:moveTo>
                <a:lnTo>
                  <a:pt x="2057873" y="801269"/>
                </a:lnTo>
                <a:moveTo>
                  <a:pt x="2107724" y="715134"/>
                </a:moveTo>
                <a:lnTo>
                  <a:pt x="2146963" y="620704"/>
                </a:lnTo>
                <a:moveTo>
                  <a:pt x="1236142" y="566319"/>
                </a:moveTo>
                <a:lnTo>
                  <a:pt x="1252469" y="561718"/>
                </a:lnTo>
                <a:moveTo>
                  <a:pt x="1883908" y="937944"/>
                </a:moveTo>
                <a:lnTo>
                  <a:pt x="1958393" y="973711"/>
                </a:lnTo>
                <a:moveTo>
                  <a:pt x="809991" y="610079"/>
                </a:moveTo>
                <a:lnTo>
                  <a:pt x="804120" y="671286"/>
                </a:lnTo>
                <a:moveTo>
                  <a:pt x="704557" y="796023"/>
                </a:moveTo>
                <a:lnTo>
                  <a:pt x="666836" y="711531"/>
                </a:lnTo>
                <a:moveTo>
                  <a:pt x="2057873" y="801269"/>
                </a:moveTo>
                <a:lnTo>
                  <a:pt x="2107724" y="715134"/>
                </a:lnTo>
                <a:moveTo>
                  <a:pt x="809991" y="610079"/>
                </a:moveTo>
                <a:lnTo>
                  <a:pt x="950152" y="644353"/>
                </a:lnTo>
                <a:moveTo>
                  <a:pt x="2331418" y="573401"/>
                </a:moveTo>
                <a:lnTo>
                  <a:pt x="2382719" y="634978"/>
                </a:lnTo>
                <a:moveTo>
                  <a:pt x="1782177" y="880878"/>
                </a:moveTo>
                <a:lnTo>
                  <a:pt x="1805360" y="1001644"/>
                </a:lnTo>
                <a:moveTo>
                  <a:pt x="2073829" y="695390"/>
                </a:moveTo>
                <a:lnTo>
                  <a:pt x="2146963" y="620704"/>
                </a:lnTo>
                <a:moveTo>
                  <a:pt x="1332996" y="588770"/>
                </a:moveTo>
                <a:lnTo>
                  <a:pt x="1388430" y="603399"/>
                </a:lnTo>
                <a:moveTo>
                  <a:pt x="2339418" y="726482"/>
                </a:moveTo>
                <a:lnTo>
                  <a:pt x="2225337" y="784618"/>
                </a:lnTo>
                <a:moveTo>
                  <a:pt x="804120" y="671286"/>
                </a:moveTo>
                <a:lnTo>
                  <a:pt x="845738" y="806465"/>
                </a:lnTo>
                <a:moveTo>
                  <a:pt x="2073829" y="695390"/>
                </a:moveTo>
                <a:lnTo>
                  <a:pt x="2143839" y="618788"/>
                </a:lnTo>
                <a:moveTo>
                  <a:pt x="379948" y="654846"/>
                </a:moveTo>
                <a:lnTo>
                  <a:pt x="479382" y="605646"/>
                </a:lnTo>
                <a:moveTo>
                  <a:pt x="2143839" y="618788"/>
                </a:moveTo>
                <a:lnTo>
                  <a:pt x="2146963" y="620704"/>
                </a:lnTo>
                <a:moveTo>
                  <a:pt x="2148023" y="615375"/>
                </a:moveTo>
                <a:lnTo>
                  <a:pt x="2146963" y="620704"/>
                </a:lnTo>
                <a:moveTo>
                  <a:pt x="1553793" y="975009"/>
                </a:moveTo>
                <a:lnTo>
                  <a:pt x="1628620" y="908401"/>
                </a:lnTo>
                <a:moveTo>
                  <a:pt x="1292991" y="940786"/>
                </a:moveTo>
                <a:lnTo>
                  <a:pt x="1359604" y="935701"/>
                </a:lnTo>
                <a:moveTo>
                  <a:pt x="1071542" y="586866"/>
                </a:moveTo>
                <a:lnTo>
                  <a:pt x="1100701" y="608005"/>
                </a:lnTo>
                <a:moveTo>
                  <a:pt x="953950" y="640474"/>
                </a:moveTo>
                <a:lnTo>
                  <a:pt x="1071542" y="586866"/>
                </a:lnTo>
                <a:moveTo>
                  <a:pt x="1873677" y="695919"/>
                </a:moveTo>
                <a:lnTo>
                  <a:pt x="1958399" y="745966"/>
                </a:lnTo>
                <a:moveTo>
                  <a:pt x="2143839" y="618788"/>
                </a:moveTo>
                <a:lnTo>
                  <a:pt x="2148023" y="615375"/>
                </a:lnTo>
                <a:moveTo>
                  <a:pt x="1613304" y="657342"/>
                </a:moveTo>
                <a:lnTo>
                  <a:pt x="1712866" y="650825"/>
                </a:lnTo>
                <a:moveTo>
                  <a:pt x="1656159" y="922107"/>
                </a:moveTo>
                <a:lnTo>
                  <a:pt x="1709127" y="948875"/>
                </a:lnTo>
                <a:moveTo>
                  <a:pt x="1080909" y="582819"/>
                </a:moveTo>
                <a:lnTo>
                  <a:pt x="1100701" y="608005"/>
                </a:lnTo>
                <a:moveTo>
                  <a:pt x="1837193" y="713024"/>
                </a:moveTo>
                <a:lnTo>
                  <a:pt x="1873677" y="695919"/>
                </a:lnTo>
                <a:moveTo>
                  <a:pt x="868516" y="788327"/>
                </a:moveTo>
                <a:lnTo>
                  <a:pt x="869805" y="820679"/>
                </a:lnTo>
                <a:moveTo>
                  <a:pt x="636240" y="571013"/>
                </a:moveTo>
                <a:lnTo>
                  <a:pt x="697606" y="610479"/>
                </a:lnTo>
                <a:moveTo>
                  <a:pt x="379948" y="654846"/>
                </a:moveTo>
                <a:lnTo>
                  <a:pt x="430051" y="692241"/>
                </a:lnTo>
                <a:moveTo>
                  <a:pt x="455945" y="581138"/>
                </a:moveTo>
                <a:lnTo>
                  <a:pt x="479382" y="605646"/>
                </a:lnTo>
                <a:moveTo>
                  <a:pt x="753050" y="756467"/>
                </a:moveTo>
                <a:lnTo>
                  <a:pt x="845738" y="806465"/>
                </a:lnTo>
                <a:moveTo>
                  <a:pt x="639811" y="741140"/>
                </a:moveTo>
                <a:lnTo>
                  <a:pt x="704557" y="796023"/>
                </a:lnTo>
                <a:moveTo>
                  <a:pt x="1712866" y="650825"/>
                </a:moveTo>
                <a:lnTo>
                  <a:pt x="1709681" y="721559"/>
                </a:lnTo>
                <a:moveTo>
                  <a:pt x="2143839" y="618788"/>
                </a:moveTo>
                <a:lnTo>
                  <a:pt x="2141060" y="616088"/>
                </a:lnTo>
                <a:moveTo>
                  <a:pt x="687005" y="545515"/>
                </a:moveTo>
                <a:lnTo>
                  <a:pt x="720235" y="624785"/>
                </a:lnTo>
                <a:moveTo>
                  <a:pt x="2141060" y="616088"/>
                </a:moveTo>
                <a:lnTo>
                  <a:pt x="2148023" y="615375"/>
                </a:lnTo>
                <a:moveTo>
                  <a:pt x="845738" y="806465"/>
                </a:moveTo>
                <a:lnTo>
                  <a:pt x="868516" y="788327"/>
                </a:lnTo>
                <a:moveTo>
                  <a:pt x="1291792" y="940532"/>
                </a:moveTo>
                <a:lnTo>
                  <a:pt x="1228212" y="912976"/>
                </a:lnTo>
                <a:moveTo>
                  <a:pt x="2148023" y="615375"/>
                </a:moveTo>
                <a:lnTo>
                  <a:pt x="2221506" y="545886"/>
                </a:lnTo>
                <a:moveTo>
                  <a:pt x="1656159" y="922107"/>
                </a:moveTo>
                <a:lnTo>
                  <a:pt x="1700166" y="954686"/>
                </a:lnTo>
                <a:moveTo>
                  <a:pt x="2008904" y="888093"/>
                </a:moveTo>
                <a:lnTo>
                  <a:pt x="2057873" y="801269"/>
                </a:lnTo>
                <a:moveTo>
                  <a:pt x="1292991" y="940786"/>
                </a:moveTo>
                <a:lnTo>
                  <a:pt x="1228212" y="912976"/>
                </a:lnTo>
                <a:moveTo>
                  <a:pt x="1516028" y="997971"/>
                </a:moveTo>
                <a:lnTo>
                  <a:pt x="1492335" y="949427"/>
                </a:lnTo>
                <a:moveTo>
                  <a:pt x="1917084" y="1022660"/>
                </a:moveTo>
                <a:lnTo>
                  <a:pt x="1883908" y="937944"/>
                </a:lnTo>
                <a:moveTo>
                  <a:pt x="1553793" y="975009"/>
                </a:moveTo>
                <a:lnTo>
                  <a:pt x="1656159" y="922107"/>
                </a:lnTo>
                <a:moveTo>
                  <a:pt x="2339418" y="726482"/>
                </a:moveTo>
                <a:lnTo>
                  <a:pt x="2348732" y="620550"/>
                </a:lnTo>
                <a:moveTo>
                  <a:pt x="567206" y="587724"/>
                </a:moveTo>
                <a:lnTo>
                  <a:pt x="636240" y="571013"/>
                </a:lnTo>
                <a:moveTo>
                  <a:pt x="2340028" y="726709"/>
                </a:moveTo>
                <a:lnTo>
                  <a:pt x="2348732" y="620550"/>
                </a:lnTo>
                <a:moveTo>
                  <a:pt x="2225295" y="781767"/>
                </a:moveTo>
                <a:lnTo>
                  <a:pt x="2339418" y="726482"/>
                </a:lnTo>
                <a:moveTo>
                  <a:pt x="1593447" y="579970"/>
                </a:moveTo>
                <a:lnTo>
                  <a:pt x="1594442" y="658233"/>
                </a:lnTo>
                <a:moveTo>
                  <a:pt x="2382719" y="634978"/>
                </a:moveTo>
                <a:lnTo>
                  <a:pt x="2348732" y="620550"/>
                </a:lnTo>
                <a:moveTo>
                  <a:pt x="2141060" y="616088"/>
                </a:moveTo>
                <a:lnTo>
                  <a:pt x="2221506" y="545886"/>
                </a:lnTo>
                <a:moveTo>
                  <a:pt x="1805360" y="1001644"/>
                </a:moveTo>
                <a:lnTo>
                  <a:pt x="1846801" y="977542"/>
                </a:lnTo>
                <a:moveTo>
                  <a:pt x="687005" y="545515"/>
                </a:moveTo>
                <a:lnTo>
                  <a:pt x="697606" y="610479"/>
                </a:lnTo>
                <a:moveTo>
                  <a:pt x="869805" y="820679"/>
                </a:moveTo>
                <a:lnTo>
                  <a:pt x="951473" y="866662"/>
                </a:lnTo>
                <a:moveTo>
                  <a:pt x="1483300" y="605155"/>
                </a:moveTo>
                <a:lnTo>
                  <a:pt x="1508439" y="603490"/>
                </a:lnTo>
                <a:moveTo>
                  <a:pt x="1252469" y="561718"/>
                </a:moveTo>
                <a:lnTo>
                  <a:pt x="1332996" y="588770"/>
                </a:lnTo>
                <a:moveTo>
                  <a:pt x="845738" y="806465"/>
                </a:moveTo>
                <a:lnTo>
                  <a:pt x="869805" y="820679"/>
                </a:lnTo>
                <a:moveTo>
                  <a:pt x="704557" y="796023"/>
                </a:moveTo>
                <a:lnTo>
                  <a:pt x="753050" y="756467"/>
                </a:lnTo>
                <a:moveTo>
                  <a:pt x="2140906" y="843718"/>
                </a:moveTo>
                <a:lnTo>
                  <a:pt x="2211728" y="784487"/>
                </a:lnTo>
                <a:moveTo>
                  <a:pt x="1593447" y="579970"/>
                </a:moveTo>
                <a:lnTo>
                  <a:pt x="1613304" y="657342"/>
                </a:lnTo>
                <a:moveTo>
                  <a:pt x="346933" y="749326"/>
                </a:moveTo>
                <a:lnTo>
                  <a:pt x="430051" y="692241"/>
                </a:lnTo>
                <a:moveTo>
                  <a:pt x="1959724" y="665998"/>
                </a:moveTo>
                <a:lnTo>
                  <a:pt x="2000770" y="770518"/>
                </a:lnTo>
                <a:moveTo>
                  <a:pt x="2107724" y="715134"/>
                </a:moveTo>
                <a:lnTo>
                  <a:pt x="2140906" y="843718"/>
                </a:lnTo>
                <a:moveTo>
                  <a:pt x="513163" y="570640"/>
                </a:moveTo>
                <a:lnTo>
                  <a:pt x="479382" y="605646"/>
                </a:lnTo>
                <a:moveTo>
                  <a:pt x="1205583" y="925870"/>
                </a:moveTo>
                <a:lnTo>
                  <a:pt x="1291792" y="940532"/>
                </a:lnTo>
                <a:moveTo>
                  <a:pt x="1958393" y="973711"/>
                </a:moveTo>
                <a:lnTo>
                  <a:pt x="2008904" y="888093"/>
                </a:lnTo>
                <a:moveTo>
                  <a:pt x="1959724" y="665998"/>
                </a:moveTo>
                <a:lnTo>
                  <a:pt x="1958399" y="745966"/>
                </a:lnTo>
                <a:moveTo>
                  <a:pt x="951473" y="866662"/>
                </a:moveTo>
                <a:lnTo>
                  <a:pt x="1041834" y="916993"/>
                </a:lnTo>
                <a:moveTo>
                  <a:pt x="529708" y="822925"/>
                </a:moveTo>
                <a:lnTo>
                  <a:pt x="514449" y="739969"/>
                </a:lnTo>
                <a:moveTo>
                  <a:pt x="598299" y="783057"/>
                </a:moveTo>
                <a:lnTo>
                  <a:pt x="704557" y="796023"/>
                </a:lnTo>
                <a:moveTo>
                  <a:pt x="1126721" y="952557"/>
                </a:moveTo>
                <a:lnTo>
                  <a:pt x="1174001" y="883610"/>
                </a:lnTo>
                <a:moveTo>
                  <a:pt x="1767670" y="755126"/>
                </a:moveTo>
                <a:lnTo>
                  <a:pt x="1817042" y="657920"/>
                </a:lnTo>
                <a:moveTo>
                  <a:pt x="1846801" y="977542"/>
                </a:moveTo>
                <a:lnTo>
                  <a:pt x="1917084" y="1022660"/>
                </a:lnTo>
                <a:moveTo>
                  <a:pt x="2308802" y="477637"/>
                </a:moveTo>
                <a:lnTo>
                  <a:pt x="2333329" y="493722"/>
                </a:lnTo>
                <a:moveTo>
                  <a:pt x="951473" y="866662"/>
                </a:moveTo>
                <a:lnTo>
                  <a:pt x="1046683" y="924643"/>
                </a:lnTo>
                <a:moveTo>
                  <a:pt x="2221506" y="545886"/>
                </a:moveTo>
                <a:lnTo>
                  <a:pt x="2308802" y="477637"/>
                </a:lnTo>
                <a:moveTo>
                  <a:pt x="1700166" y="954686"/>
                </a:moveTo>
                <a:lnTo>
                  <a:pt x="1709127" y="948875"/>
                </a:lnTo>
                <a:moveTo>
                  <a:pt x="2333329" y="493722"/>
                </a:moveTo>
                <a:lnTo>
                  <a:pt x="2382719" y="634978"/>
                </a:lnTo>
                <a:moveTo>
                  <a:pt x="1041834" y="916993"/>
                </a:moveTo>
                <a:lnTo>
                  <a:pt x="1051819" y="922646"/>
                </a:lnTo>
                <a:moveTo>
                  <a:pt x="2057873" y="801269"/>
                </a:moveTo>
                <a:lnTo>
                  <a:pt x="2140906" y="843718"/>
                </a:lnTo>
                <a:moveTo>
                  <a:pt x="2332906" y="458383"/>
                </a:moveTo>
                <a:lnTo>
                  <a:pt x="2333329" y="493722"/>
                </a:lnTo>
                <a:moveTo>
                  <a:pt x="1236142" y="566319"/>
                </a:moveTo>
                <a:lnTo>
                  <a:pt x="1332996" y="588770"/>
                </a:lnTo>
                <a:moveTo>
                  <a:pt x="1071542" y="586866"/>
                </a:moveTo>
                <a:lnTo>
                  <a:pt x="1080909" y="582819"/>
                </a:lnTo>
                <a:moveTo>
                  <a:pt x="896037" y="627398"/>
                </a:moveTo>
                <a:lnTo>
                  <a:pt x="950152" y="644353"/>
                </a:lnTo>
                <a:moveTo>
                  <a:pt x="896037" y="627398"/>
                </a:moveTo>
                <a:lnTo>
                  <a:pt x="953950" y="640474"/>
                </a:lnTo>
                <a:moveTo>
                  <a:pt x="2005790" y="649328"/>
                </a:moveTo>
                <a:lnTo>
                  <a:pt x="2000770" y="770518"/>
                </a:lnTo>
                <a:moveTo>
                  <a:pt x="1046683" y="924643"/>
                </a:moveTo>
                <a:lnTo>
                  <a:pt x="1041834" y="916993"/>
                </a:lnTo>
                <a:moveTo>
                  <a:pt x="1046683" y="924643"/>
                </a:moveTo>
                <a:lnTo>
                  <a:pt x="1051819" y="922646"/>
                </a:lnTo>
                <a:moveTo>
                  <a:pt x="1709127" y="948875"/>
                </a:moveTo>
                <a:lnTo>
                  <a:pt x="1805360" y="1001644"/>
                </a:lnTo>
                <a:moveTo>
                  <a:pt x="1186936" y="564899"/>
                </a:moveTo>
                <a:lnTo>
                  <a:pt x="1231337" y="566834"/>
                </a:lnTo>
                <a:moveTo>
                  <a:pt x="1801498" y="647857"/>
                </a:moveTo>
                <a:lnTo>
                  <a:pt x="1767670" y="755126"/>
                </a:lnTo>
                <a:moveTo>
                  <a:pt x="1071542" y="586866"/>
                </a:moveTo>
                <a:lnTo>
                  <a:pt x="1074678" y="587660"/>
                </a:lnTo>
                <a:moveTo>
                  <a:pt x="1405376" y="630191"/>
                </a:moveTo>
                <a:lnTo>
                  <a:pt x="1388430" y="603399"/>
                </a:lnTo>
                <a:moveTo>
                  <a:pt x="1385856" y="946079"/>
                </a:moveTo>
                <a:lnTo>
                  <a:pt x="1359604" y="935701"/>
                </a:lnTo>
                <a:moveTo>
                  <a:pt x="1873677" y="695919"/>
                </a:moveTo>
                <a:lnTo>
                  <a:pt x="1959724" y="665998"/>
                </a:lnTo>
                <a:moveTo>
                  <a:pt x="687005" y="545515"/>
                </a:moveTo>
                <a:lnTo>
                  <a:pt x="809991" y="610079"/>
                </a:lnTo>
                <a:moveTo>
                  <a:pt x="2008904" y="888093"/>
                </a:moveTo>
                <a:lnTo>
                  <a:pt x="2140906" y="843718"/>
                </a:lnTo>
                <a:moveTo>
                  <a:pt x="1074678" y="587660"/>
                </a:moveTo>
                <a:lnTo>
                  <a:pt x="1080909" y="582819"/>
                </a:lnTo>
                <a:moveTo>
                  <a:pt x="1186936" y="564899"/>
                </a:moveTo>
                <a:lnTo>
                  <a:pt x="1100701" y="608005"/>
                </a:lnTo>
                <a:moveTo>
                  <a:pt x="2005790" y="649328"/>
                </a:moveTo>
                <a:lnTo>
                  <a:pt x="2073829" y="695390"/>
                </a:lnTo>
                <a:moveTo>
                  <a:pt x="1801498" y="647857"/>
                </a:moveTo>
                <a:lnTo>
                  <a:pt x="1709681" y="721559"/>
                </a:lnTo>
                <a:moveTo>
                  <a:pt x="2340028" y="726709"/>
                </a:moveTo>
                <a:lnTo>
                  <a:pt x="2339418" y="726482"/>
                </a:lnTo>
                <a:moveTo>
                  <a:pt x="1817042" y="657920"/>
                </a:moveTo>
                <a:lnTo>
                  <a:pt x="1837193" y="713024"/>
                </a:lnTo>
                <a:moveTo>
                  <a:pt x="2005790" y="649328"/>
                </a:moveTo>
                <a:lnTo>
                  <a:pt x="2143839" y="618788"/>
                </a:lnTo>
                <a:moveTo>
                  <a:pt x="2340028" y="726709"/>
                </a:moveTo>
                <a:lnTo>
                  <a:pt x="2382719" y="634978"/>
                </a:lnTo>
                <a:moveTo>
                  <a:pt x="428037" y="797521"/>
                </a:moveTo>
                <a:lnTo>
                  <a:pt x="458233" y="779910"/>
                </a:lnTo>
                <a:moveTo>
                  <a:pt x="2308802" y="477637"/>
                </a:moveTo>
                <a:lnTo>
                  <a:pt x="2332906" y="458383"/>
                </a:lnTo>
                <a:moveTo>
                  <a:pt x="636240" y="571013"/>
                </a:moveTo>
                <a:lnTo>
                  <a:pt x="687005" y="545515"/>
                </a:lnTo>
                <a:moveTo>
                  <a:pt x="2333329" y="493722"/>
                </a:moveTo>
                <a:lnTo>
                  <a:pt x="2414029" y="534348"/>
                </a:lnTo>
                <a:moveTo>
                  <a:pt x="909210" y="885630"/>
                </a:moveTo>
                <a:lnTo>
                  <a:pt x="869805" y="820679"/>
                </a:lnTo>
                <a:moveTo>
                  <a:pt x="2269971" y="797047"/>
                </a:moveTo>
                <a:lnTo>
                  <a:pt x="2225295" y="781767"/>
                </a:lnTo>
                <a:moveTo>
                  <a:pt x="946133" y="623514"/>
                </a:moveTo>
                <a:lnTo>
                  <a:pt x="953950" y="640474"/>
                </a:lnTo>
                <a:moveTo>
                  <a:pt x="1817042" y="657920"/>
                </a:moveTo>
                <a:lnTo>
                  <a:pt x="1873677" y="695919"/>
                </a:lnTo>
                <a:moveTo>
                  <a:pt x="1917084" y="1022660"/>
                </a:moveTo>
                <a:lnTo>
                  <a:pt x="1958393" y="973711"/>
                </a:lnTo>
                <a:moveTo>
                  <a:pt x="598299" y="783057"/>
                </a:moveTo>
                <a:lnTo>
                  <a:pt x="670044" y="816682"/>
                </a:lnTo>
                <a:moveTo>
                  <a:pt x="909210" y="885630"/>
                </a:moveTo>
                <a:lnTo>
                  <a:pt x="951473" y="866662"/>
                </a:lnTo>
                <a:moveTo>
                  <a:pt x="1508439" y="603490"/>
                </a:moveTo>
                <a:lnTo>
                  <a:pt x="1593447" y="579970"/>
                </a:lnTo>
                <a:moveTo>
                  <a:pt x="1126721" y="952557"/>
                </a:moveTo>
                <a:lnTo>
                  <a:pt x="1205583" y="925870"/>
                </a:lnTo>
                <a:moveTo>
                  <a:pt x="1236142" y="566319"/>
                </a:moveTo>
                <a:lnTo>
                  <a:pt x="1306759" y="599061"/>
                </a:lnTo>
                <a:moveTo>
                  <a:pt x="513163" y="570640"/>
                </a:moveTo>
                <a:lnTo>
                  <a:pt x="567206" y="587724"/>
                </a:lnTo>
                <a:moveTo>
                  <a:pt x="845738" y="806465"/>
                </a:moveTo>
                <a:lnTo>
                  <a:pt x="909210" y="885630"/>
                </a:lnTo>
                <a:moveTo>
                  <a:pt x="1085672" y="938177"/>
                </a:moveTo>
                <a:lnTo>
                  <a:pt x="1051819" y="922646"/>
                </a:lnTo>
                <a:moveTo>
                  <a:pt x="809991" y="610079"/>
                </a:moveTo>
                <a:lnTo>
                  <a:pt x="896037" y="627398"/>
                </a:lnTo>
                <a:moveTo>
                  <a:pt x="529708" y="822925"/>
                </a:moveTo>
                <a:lnTo>
                  <a:pt x="598299" y="783057"/>
                </a:lnTo>
                <a:moveTo>
                  <a:pt x="1433295" y="974807"/>
                </a:moveTo>
                <a:lnTo>
                  <a:pt x="1516028" y="997971"/>
                </a:lnTo>
                <a:moveTo>
                  <a:pt x="1186936" y="564899"/>
                </a:moveTo>
                <a:lnTo>
                  <a:pt x="1236142" y="566319"/>
                </a:lnTo>
                <a:moveTo>
                  <a:pt x="1805360" y="1001644"/>
                </a:moveTo>
                <a:lnTo>
                  <a:pt x="1917084" y="1022660"/>
                </a:lnTo>
                <a:moveTo>
                  <a:pt x="1593447" y="579970"/>
                </a:moveTo>
                <a:lnTo>
                  <a:pt x="1712866" y="650825"/>
                </a:lnTo>
                <a:moveTo>
                  <a:pt x="1046683" y="924643"/>
                </a:moveTo>
                <a:lnTo>
                  <a:pt x="1085672" y="938177"/>
                </a:lnTo>
                <a:moveTo>
                  <a:pt x="346933" y="749326"/>
                </a:moveTo>
                <a:lnTo>
                  <a:pt x="458233" y="779910"/>
                </a:lnTo>
                <a:moveTo>
                  <a:pt x="777226" y="836935"/>
                </a:moveTo>
                <a:lnTo>
                  <a:pt x="753050" y="756467"/>
                </a:lnTo>
                <a:moveTo>
                  <a:pt x="2308802" y="477637"/>
                </a:moveTo>
                <a:lnTo>
                  <a:pt x="2309267" y="474911"/>
                </a:lnTo>
                <a:moveTo>
                  <a:pt x="909210" y="885630"/>
                </a:moveTo>
                <a:lnTo>
                  <a:pt x="1046683" y="924643"/>
                </a:lnTo>
                <a:moveTo>
                  <a:pt x="1810897" y="647006"/>
                </a:moveTo>
                <a:lnTo>
                  <a:pt x="1873677" y="695919"/>
                </a:lnTo>
                <a:moveTo>
                  <a:pt x="2382719" y="634978"/>
                </a:moveTo>
                <a:lnTo>
                  <a:pt x="2414029" y="534348"/>
                </a:lnTo>
                <a:moveTo>
                  <a:pt x="1291792" y="940532"/>
                </a:moveTo>
                <a:lnTo>
                  <a:pt x="1292991" y="940786"/>
                </a:lnTo>
                <a:moveTo>
                  <a:pt x="2088638" y="607713"/>
                </a:moveTo>
                <a:lnTo>
                  <a:pt x="2143839" y="618788"/>
                </a:lnTo>
                <a:moveTo>
                  <a:pt x="458233" y="779910"/>
                </a:moveTo>
                <a:lnTo>
                  <a:pt x="529708" y="822925"/>
                </a:lnTo>
                <a:moveTo>
                  <a:pt x="2008904" y="888093"/>
                </a:moveTo>
                <a:lnTo>
                  <a:pt x="2077987" y="919636"/>
                </a:lnTo>
                <a:moveTo>
                  <a:pt x="2332906" y="458383"/>
                </a:moveTo>
                <a:lnTo>
                  <a:pt x="2414029" y="534348"/>
                </a:lnTo>
                <a:moveTo>
                  <a:pt x="2309267" y="474911"/>
                </a:moveTo>
                <a:lnTo>
                  <a:pt x="2332906" y="458383"/>
                </a:lnTo>
                <a:moveTo>
                  <a:pt x="1516028" y="997971"/>
                </a:moveTo>
                <a:lnTo>
                  <a:pt x="1553793" y="975009"/>
                </a:lnTo>
                <a:moveTo>
                  <a:pt x="379948" y="654846"/>
                </a:moveTo>
                <a:lnTo>
                  <a:pt x="455945" y="581138"/>
                </a:lnTo>
                <a:moveTo>
                  <a:pt x="1080909" y="582819"/>
                </a:moveTo>
                <a:lnTo>
                  <a:pt x="1186936" y="564899"/>
                </a:lnTo>
                <a:moveTo>
                  <a:pt x="2088638" y="607713"/>
                </a:moveTo>
                <a:lnTo>
                  <a:pt x="2141060" y="616088"/>
                </a:lnTo>
                <a:moveTo>
                  <a:pt x="1712866" y="650825"/>
                </a:moveTo>
                <a:lnTo>
                  <a:pt x="1801498" y="647857"/>
                </a:lnTo>
                <a:moveTo>
                  <a:pt x="1761803" y="1015052"/>
                </a:moveTo>
                <a:lnTo>
                  <a:pt x="1709127" y="948875"/>
                </a:lnTo>
                <a:moveTo>
                  <a:pt x="670044" y="816682"/>
                </a:moveTo>
                <a:lnTo>
                  <a:pt x="704557" y="796023"/>
                </a:lnTo>
                <a:moveTo>
                  <a:pt x="1996921" y="989526"/>
                </a:moveTo>
                <a:lnTo>
                  <a:pt x="1958393" y="973711"/>
                </a:lnTo>
                <a:moveTo>
                  <a:pt x="1405376" y="630191"/>
                </a:moveTo>
                <a:lnTo>
                  <a:pt x="1483300" y="605155"/>
                </a:lnTo>
                <a:moveTo>
                  <a:pt x="1958393" y="973711"/>
                </a:moveTo>
                <a:lnTo>
                  <a:pt x="2077987" y="919636"/>
                </a:lnTo>
                <a:moveTo>
                  <a:pt x="1074678" y="587660"/>
                </a:moveTo>
                <a:lnTo>
                  <a:pt x="1186936" y="564899"/>
                </a:lnTo>
                <a:moveTo>
                  <a:pt x="1126721" y="952557"/>
                </a:moveTo>
                <a:lnTo>
                  <a:pt x="1051819" y="922646"/>
                </a:lnTo>
                <a:moveTo>
                  <a:pt x="1959724" y="665998"/>
                </a:moveTo>
                <a:lnTo>
                  <a:pt x="2005790" y="649328"/>
                </a:lnTo>
                <a:moveTo>
                  <a:pt x="1612187" y="997452"/>
                </a:moveTo>
                <a:lnTo>
                  <a:pt x="1656159" y="922107"/>
                </a:lnTo>
                <a:moveTo>
                  <a:pt x="777226" y="836935"/>
                </a:moveTo>
                <a:lnTo>
                  <a:pt x="845738" y="806465"/>
                </a:lnTo>
                <a:moveTo>
                  <a:pt x="2116050" y="592177"/>
                </a:moveTo>
                <a:lnTo>
                  <a:pt x="2141060" y="616088"/>
                </a:lnTo>
                <a:moveTo>
                  <a:pt x="2116050" y="592177"/>
                </a:moveTo>
                <a:lnTo>
                  <a:pt x="2221506" y="545886"/>
                </a:lnTo>
                <a:moveTo>
                  <a:pt x="2269971" y="797047"/>
                </a:moveTo>
                <a:lnTo>
                  <a:pt x="2339418" y="726482"/>
                </a:lnTo>
                <a:moveTo>
                  <a:pt x="1700166" y="954686"/>
                </a:moveTo>
                <a:lnTo>
                  <a:pt x="1761803" y="1015052"/>
                </a:lnTo>
                <a:moveTo>
                  <a:pt x="1385856" y="946079"/>
                </a:moveTo>
                <a:lnTo>
                  <a:pt x="1433295" y="974807"/>
                </a:lnTo>
                <a:moveTo>
                  <a:pt x="2269971" y="797047"/>
                </a:moveTo>
                <a:lnTo>
                  <a:pt x="2340028" y="726709"/>
                </a:lnTo>
                <a:moveTo>
                  <a:pt x="759167" y="587320"/>
                </a:moveTo>
                <a:lnTo>
                  <a:pt x="809991" y="610079"/>
                </a:lnTo>
                <a:moveTo>
                  <a:pt x="1306759" y="599061"/>
                </a:moveTo>
                <a:lnTo>
                  <a:pt x="1332996" y="588770"/>
                </a:lnTo>
                <a:moveTo>
                  <a:pt x="346933" y="749326"/>
                </a:moveTo>
                <a:lnTo>
                  <a:pt x="379948" y="654846"/>
                </a:lnTo>
                <a:moveTo>
                  <a:pt x="946133" y="623514"/>
                </a:moveTo>
                <a:lnTo>
                  <a:pt x="1071542" y="586866"/>
                </a:lnTo>
                <a:moveTo>
                  <a:pt x="346933" y="749326"/>
                </a:moveTo>
                <a:lnTo>
                  <a:pt x="428037" y="797521"/>
                </a:lnTo>
                <a:moveTo>
                  <a:pt x="2191172" y="862528"/>
                </a:moveTo>
                <a:lnTo>
                  <a:pt x="2211728" y="784487"/>
                </a:lnTo>
                <a:moveTo>
                  <a:pt x="636240" y="571013"/>
                </a:moveTo>
                <a:lnTo>
                  <a:pt x="642133" y="567111"/>
                </a:lnTo>
                <a:moveTo>
                  <a:pt x="2050584" y="956290"/>
                </a:moveTo>
                <a:lnTo>
                  <a:pt x="1958393" y="973711"/>
                </a:lnTo>
                <a:moveTo>
                  <a:pt x="1761803" y="1015052"/>
                </a:moveTo>
                <a:lnTo>
                  <a:pt x="1805360" y="1001644"/>
                </a:lnTo>
                <a:moveTo>
                  <a:pt x="2191172" y="862528"/>
                </a:moveTo>
                <a:lnTo>
                  <a:pt x="2225295" y="781767"/>
                </a:lnTo>
                <a:moveTo>
                  <a:pt x="428037" y="797521"/>
                </a:moveTo>
                <a:lnTo>
                  <a:pt x="529708" y="822925"/>
                </a:lnTo>
                <a:moveTo>
                  <a:pt x="2332906" y="458383"/>
                </a:moveTo>
                <a:lnTo>
                  <a:pt x="2434579" y="448142"/>
                </a:lnTo>
                <a:moveTo>
                  <a:pt x="1810897" y="647006"/>
                </a:moveTo>
                <a:lnTo>
                  <a:pt x="1959724" y="665998"/>
                </a:lnTo>
                <a:moveTo>
                  <a:pt x="2077987" y="919636"/>
                </a:moveTo>
                <a:lnTo>
                  <a:pt x="2140906" y="843718"/>
                </a:lnTo>
                <a:moveTo>
                  <a:pt x="1694893" y="584890"/>
                </a:moveTo>
                <a:lnTo>
                  <a:pt x="1712866" y="650825"/>
                </a:lnTo>
                <a:moveTo>
                  <a:pt x="2202212" y="857947"/>
                </a:moveTo>
                <a:lnTo>
                  <a:pt x="2225295" y="781767"/>
                </a:lnTo>
                <a:moveTo>
                  <a:pt x="704557" y="796023"/>
                </a:moveTo>
                <a:lnTo>
                  <a:pt x="777226" y="836935"/>
                </a:lnTo>
                <a:moveTo>
                  <a:pt x="1917084" y="1022660"/>
                </a:moveTo>
                <a:lnTo>
                  <a:pt x="1996921" y="989526"/>
                </a:lnTo>
                <a:moveTo>
                  <a:pt x="1126721" y="952557"/>
                </a:moveTo>
                <a:lnTo>
                  <a:pt x="1291792" y="940532"/>
                </a:lnTo>
                <a:moveTo>
                  <a:pt x="606664" y="574813"/>
                </a:moveTo>
                <a:lnTo>
                  <a:pt x="567206" y="587724"/>
                </a:lnTo>
                <a:moveTo>
                  <a:pt x="2207886" y="526122"/>
                </a:moveTo>
                <a:lnTo>
                  <a:pt x="2221506" y="545886"/>
                </a:lnTo>
                <a:moveTo>
                  <a:pt x="642133" y="567111"/>
                </a:moveTo>
                <a:lnTo>
                  <a:pt x="687005" y="545515"/>
                </a:lnTo>
                <a:moveTo>
                  <a:pt x="309206" y="841528"/>
                </a:moveTo>
                <a:lnTo>
                  <a:pt x="428037" y="797521"/>
                </a:lnTo>
                <a:moveTo>
                  <a:pt x="616670" y="838630"/>
                </a:moveTo>
                <a:lnTo>
                  <a:pt x="598299" y="783057"/>
                </a:lnTo>
                <a:moveTo>
                  <a:pt x="455945" y="581138"/>
                </a:moveTo>
                <a:lnTo>
                  <a:pt x="513163" y="570640"/>
                </a:lnTo>
                <a:moveTo>
                  <a:pt x="1801498" y="647857"/>
                </a:moveTo>
                <a:lnTo>
                  <a:pt x="1817042" y="657920"/>
                </a:lnTo>
                <a:moveTo>
                  <a:pt x="1085672" y="938177"/>
                </a:moveTo>
                <a:lnTo>
                  <a:pt x="1126721" y="952557"/>
                </a:lnTo>
                <a:moveTo>
                  <a:pt x="1252720" y="617952"/>
                </a:moveTo>
                <a:lnTo>
                  <a:pt x="1236142" y="566319"/>
                </a:lnTo>
                <a:moveTo>
                  <a:pt x="1332996" y="588770"/>
                </a:moveTo>
                <a:lnTo>
                  <a:pt x="1405376" y="630191"/>
                </a:lnTo>
                <a:moveTo>
                  <a:pt x="992763" y="625881"/>
                </a:moveTo>
                <a:lnTo>
                  <a:pt x="1071542" y="586866"/>
                </a:lnTo>
                <a:moveTo>
                  <a:pt x="687005" y="545515"/>
                </a:moveTo>
                <a:lnTo>
                  <a:pt x="759167" y="587320"/>
                </a:lnTo>
                <a:moveTo>
                  <a:pt x="1810897" y="647006"/>
                </a:moveTo>
                <a:lnTo>
                  <a:pt x="1817042" y="657920"/>
                </a:lnTo>
                <a:moveTo>
                  <a:pt x="1508439" y="603490"/>
                </a:moveTo>
                <a:lnTo>
                  <a:pt x="1532823" y="605758"/>
                </a:lnTo>
                <a:moveTo>
                  <a:pt x="2434579" y="448142"/>
                </a:moveTo>
                <a:lnTo>
                  <a:pt x="2414029" y="534348"/>
                </a:lnTo>
                <a:moveTo>
                  <a:pt x="1292991" y="940786"/>
                </a:moveTo>
                <a:lnTo>
                  <a:pt x="1385856" y="946079"/>
                </a:lnTo>
                <a:moveTo>
                  <a:pt x="1612187" y="997452"/>
                </a:moveTo>
                <a:lnTo>
                  <a:pt x="1700166" y="954686"/>
                </a:lnTo>
                <a:moveTo>
                  <a:pt x="974142" y="940186"/>
                </a:moveTo>
                <a:lnTo>
                  <a:pt x="1046683" y="924643"/>
                </a:lnTo>
                <a:moveTo>
                  <a:pt x="428037" y="797521"/>
                </a:moveTo>
                <a:lnTo>
                  <a:pt x="504478" y="834816"/>
                </a:lnTo>
                <a:moveTo>
                  <a:pt x="992763" y="625881"/>
                </a:moveTo>
                <a:lnTo>
                  <a:pt x="1074678" y="587660"/>
                </a:lnTo>
                <a:moveTo>
                  <a:pt x="1611155" y="997610"/>
                </a:moveTo>
                <a:lnTo>
                  <a:pt x="1553793" y="975009"/>
                </a:lnTo>
                <a:moveTo>
                  <a:pt x="355398" y="865839"/>
                </a:moveTo>
                <a:lnTo>
                  <a:pt x="428037" y="797521"/>
                </a:lnTo>
                <a:moveTo>
                  <a:pt x="1612187" y="997452"/>
                </a:moveTo>
                <a:lnTo>
                  <a:pt x="1553793" y="975009"/>
                </a:lnTo>
                <a:moveTo>
                  <a:pt x="2207886" y="526122"/>
                </a:moveTo>
                <a:lnTo>
                  <a:pt x="2308802" y="477637"/>
                </a:lnTo>
                <a:moveTo>
                  <a:pt x="777226" y="836935"/>
                </a:moveTo>
                <a:lnTo>
                  <a:pt x="909210" y="885630"/>
                </a:lnTo>
                <a:moveTo>
                  <a:pt x="2005790" y="649328"/>
                </a:moveTo>
                <a:lnTo>
                  <a:pt x="2088638" y="607713"/>
                </a:lnTo>
                <a:moveTo>
                  <a:pt x="1593447" y="579970"/>
                </a:moveTo>
                <a:lnTo>
                  <a:pt x="1694893" y="584890"/>
                </a:lnTo>
                <a:moveTo>
                  <a:pt x="1801498" y="647857"/>
                </a:moveTo>
                <a:lnTo>
                  <a:pt x="1810897" y="647006"/>
                </a:lnTo>
                <a:moveTo>
                  <a:pt x="309206" y="841528"/>
                </a:moveTo>
                <a:lnTo>
                  <a:pt x="346933" y="749326"/>
                </a:lnTo>
                <a:moveTo>
                  <a:pt x="1085672" y="938177"/>
                </a:moveTo>
                <a:lnTo>
                  <a:pt x="1116808" y="950989"/>
                </a:lnTo>
                <a:moveTo>
                  <a:pt x="1593447" y="579970"/>
                </a:moveTo>
                <a:lnTo>
                  <a:pt x="1678100" y="575043"/>
                </a:lnTo>
                <a:moveTo>
                  <a:pt x="606664" y="574813"/>
                </a:moveTo>
                <a:lnTo>
                  <a:pt x="636240" y="571013"/>
                </a:lnTo>
                <a:moveTo>
                  <a:pt x="896037" y="627398"/>
                </a:moveTo>
                <a:lnTo>
                  <a:pt x="946133" y="623514"/>
                </a:lnTo>
                <a:moveTo>
                  <a:pt x="670044" y="816682"/>
                </a:moveTo>
                <a:lnTo>
                  <a:pt x="777226" y="836935"/>
                </a:lnTo>
                <a:moveTo>
                  <a:pt x="1483482" y="661513"/>
                </a:moveTo>
                <a:lnTo>
                  <a:pt x="1483300" y="605155"/>
                </a:lnTo>
                <a:moveTo>
                  <a:pt x="2242925" y="504682"/>
                </a:moveTo>
                <a:lnTo>
                  <a:pt x="2308802" y="477637"/>
                </a:lnTo>
                <a:moveTo>
                  <a:pt x="1475664" y="956764"/>
                </a:moveTo>
                <a:lnTo>
                  <a:pt x="1433295" y="974807"/>
                </a:lnTo>
                <a:moveTo>
                  <a:pt x="1074678" y="587660"/>
                </a:moveTo>
                <a:lnTo>
                  <a:pt x="1124961" y="604506"/>
                </a:lnTo>
                <a:moveTo>
                  <a:pt x="759167" y="587320"/>
                </a:moveTo>
                <a:lnTo>
                  <a:pt x="896037" y="627398"/>
                </a:lnTo>
                <a:moveTo>
                  <a:pt x="2449445" y="545602"/>
                </a:moveTo>
                <a:lnTo>
                  <a:pt x="2382719" y="634978"/>
                </a:lnTo>
                <a:moveTo>
                  <a:pt x="1306759" y="599061"/>
                </a:moveTo>
                <a:lnTo>
                  <a:pt x="1405376" y="630191"/>
                </a:lnTo>
                <a:moveTo>
                  <a:pt x="1694893" y="584890"/>
                </a:moveTo>
                <a:lnTo>
                  <a:pt x="1801498" y="647857"/>
                </a:lnTo>
                <a:moveTo>
                  <a:pt x="1996921" y="989526"/>
                </a:moveTo>
                <a:lnTo>
                  <a:pt x="2050584" y="956290"/>
                </a:lnTo>
                <a:moveTo>
                  <a:pt x="1483482" y="661513"/>
                </a:moveTo>
                <a:lnTo>
                  <a:pt x="1508439" y="603490"/>
                </a:lnTo>
                <a:moveTo>
                  <a:pt x="1843830" y="1039460"/>
                </a:moveTo>
                <a:lnTo>
                  <a:pt x="1805360" y="1001644"/>
                </a:lnTo>
                <a:moveTo>
                  <a:pt x="2050584" y="956290"/>
                </a:moveTo>
                <a:lnTo>
                  <a:pt x="2077987" y="919636"/>
                </a:lnTo>
                <a:moveTo>
                  <a:pt x="2191172" y="862528"/>
                </a:moveTo>
                <a:lnTo>
                  <a:pt x="2140906" y="843718"/>
                </a:lnTo>
                <a:moveTo>
                  <a:pt x="1246898" y="905655"/>
                </a:moveTo>
                <a:lnTo>
                  <a:pt x="1291792" y="940532"/>
                </a:lnTo>
                <a:moveTo>
                  <a:pt x="1250695" y="902988"/>
                </a:moveTo>
                <a:lnTo>
                  <a:pt x="1291792" y="940532"/>
                </a:lnTo>
                <a:moveTo>
                  <a:pt x="1250695" y="902988"/>
                </a:moveTo>
                <a:lnTo>
                  <a:pt x="1292991" y="940786"/>
                </a:lnTo>
                <a:moveTo>
                  <a:pt x="504478" y="834816"/>
                </a:moveTo>
                <a:lnTo>
                  <a:pt x="529708" y="822925"/>
                </a:lnTo>
                <a:moveTo>
                  <a:pt x="1902144" y="655152"/>
                </a:moveTo>
                <a:lnTo>
                  <a:pt x="1959724" y="665998"/>
                </a:lnTo>
                <a:moveTo>
                  <a:pt x="1532823" y="605758"/>
                </a:moveTo>
                <a:lnTo>
                  <a:pt x="1593447" y="579970"/>
                </a:lnTo>
                <a:moveTo>
                  <a:pt x="909210" y="885630"/>
                </a:moveTo>
                <a:lnTo>
                  <a:pt x="974142" y="940186"/>
                </a:lnTo>
                <a:moveTo>
                  <a:pt x="1693850" y="571969"/>
                </a:moveTo>
                <a:lnTo>
                  <a:pt x="1801498" y="647857"/>
                </a:lnTo>
                <a:moveTo>
                  <a:pt x="2089181" y="923676"/>
                </a:moveTo>
                <a:lnTo>
                  <a:pt x="2077987" y="919636"/>
                </a:lnTo>
                <a:moveTo>
                  <a:pt x="1306759" y="599061"/>
                </a:moveTo>
                <a:lnTo>
                  <a:pt x="1390760" y="642267"/>
                </a:lnTo>
                <a:moveTo>
                  <a:pt x="1116808" y="950989"/>
                </a:moveTo>
                <a:lnTo>
                  <a:pt x="1126721" y="952557"/>
                </a:lnTo>
                <a:moveTo>
                  <a:pt x="1693850" y="571969"/>
                </a:moveTo>
                <a:lnTo>
                  <a:pt x="1810897" y="647006"/>
                </a:lnTo>
                <a:moveTo>
                  <a:pt x="2412874" y="638363"/>
                </a:moveTo>
                <a:lnTo>
                  <a:pt x="2340028" y="726709"/>
                </a:lnTo>
                <a:moveTo>
                  <a:pt x="1516028" y="997971"/>
                </a:moveTo>
                <a:lnTo>
                  <a:pt x="1611155" y="997610"/>
                </a:lnTo>
                <a:moveTo>
                  <a:pt x="2242925" y="504682"/>
                </a:moveTo>
                <a:lnTo>
                  <a:pt x="2309267" y="474911"/>
                </a:lnTo>
                <a:moveTo>
                  <a:pt x="2088638" y="607713"/>
                </a:moveTo>
                <a:lnTo>
                  <a:pt x="2116050" y="592177"/>
                </a:lnTo>
                <a:moveTo>
                  <a:pt x="2412874" y="638363"/>
                </a:moveTo>
                <a:lnTo>
                  <a:pt x="2382719" y="634978"/>
                </a:lnTo>
                <a:moveTo>
                  <a:pt x="309206" y="841528"/>
                </a:moveTo>
                <a:lnTo>
                  <a:pt x="355398" y="865839"/>
                </a:lnTo>
                <a:moveTo>
                  <a:pt x="2353890" y="720293"/>
                </a:moveTo>
                <a:lnTo>
                  <a:pt x="2340028" y="726709"/>
                </a:lnTo>
                <a:moveTo>
                  <a:pt x="642133" y="567111"/>
                </a:moveTo>
                <a:lnTo>
                  <a:pt x="759167" y="587320"/>
                </a:lnTo>
                <a:moveTo>
                  <a:pt x="455945" y="581138"/>
                </a:moveTo>
                <a:lnTo>
                  <a:pt x="469659" y="579845"/>
                </a:lnTo>
                <a:moveTo>
                  <a:pt x="2449445" y="545602"/>
                </a:moveTo>
                <a:lnTo>
                  <a:pt x="2414029" y="534348"/>
                </a:lnTo>
                <a:moveTo>
                  <a:pt x="360836" y="632428"/>
                </a:moveTo>
                <a:lnTo>
                  <a:pt x="379948" y="654846"/>
                </a:lnTo>
                <a:moveTo>
                  <a:pt x="2050584" y="956290"/>
                </a:moveTo>
                <a:lnTo>
                  <a:pt x="2089181" y="923676"/>
                </a:lnTo>
                <a:moveTo>
                  <a:pt x="1720852" y="974882"/>
                </a:moveTo>
                <a:lnTo>
                  <a:pt x="1700166" y="954686"/>
                </a:lnTo>
                <a:moveTo>
                  <a:pt x="1678100" y="575043"/>
                </a:moveTo>
                <a:lnTo>
                  <a:pt x="1694893" y="584890"/>
                </a:lnTo>
                <a:moveTo>
                  <a:pt x="616670" y="838630"/>
                </a:moveTo>
                <a:lnTo>
                  <a:pt x="670044" y="816682"/>
                </a:lnTo>
                <a:moveTo>
                  <a:pt x="1064089" y="950625"/>
                </a:moveTo>
                <a:lnTo>
                  <a:pt x="1046683" y="924643"/>
                </a:lnTo>
                <a:moveTo>
                  <a:pt x="1086819" y="629073"/>
                </a:moveTo>
                <a:lnTo>
                  <a:pt x="1074678" y="587660"/>
                </a:lnTo>
                <a:moveTo>
                  <a:pt x="310065" y="718327"/>
                </a:moveTo>
                <a:lnTo>
                  <a:pt x="379948" y="654846"/>
                </a:lnTo>
                <a:moveTo>
                  <a:pt x="529708" y="822925"/>
                </a:moveTo>
                <a:lnTo>
                  <a:pt x="616670" y="838630"/>
                </a:lnTo>
                <a:moveTo>
                  <a:pt x="1693850" y="571969"/>
                </a:moveTo>
                <a:lnTo>
                  <a:pt x="1694893" y="584890"/>
                </a:lnTo>
                <a:moveTo>
                  <a:pt x="360836" y="632428"/>
                </a:moveTo>
                <a:lnTo>
                  <a:pt x="455945" y="581138"/>
                </a:lnTo>
                <a:moveTo>
                  <a:pt x="2010665" y="992112"/>
                </a:moveTo>
                <a:lnTo>
                  <a:pt x="1996921" y="989526"/>
                </a:lnTo>
                <a:moveTo>
                  <a:pt x="1252720" y="617952"/>
                </a:moveTo>
                <a:lnTo>
                  <a:pt x="1306759" y="599061"/>
                </a:lnTo>
                <a:moveTo>
                  <a:pt x="355398" y="865839"/>
                </a:moveTo>
                <a:lnTo>
                  <a:pt x="504478" y="834816"/>
                </a:lnTo>
                <a:moveTo>
                  <a:pt x="788327" y="644507"/>
                </a:moveTo>
                <a:lnTo>
                  <a:pt x="896037" y="627398"/>
                </a:lnTo>
                <a:moveTo>
                  <a:pt x="309206" y="841528"/>
                </a:moveTo>
                <a:lnTo>
                  <a:pt x="325503" y="901599"/>
                </a:lnTo>
                <a:moveTo>
                  <a:pt x="1678100" y="575043"/>
                </a:moveTo>
                <a:lnTo>
                  <a:pt x="1693850" y="571969"/>
                </a:lnTo>
                <a:moveTo>
                  <a:pt x="1186936" y="564899"/>
                </a:moveTo>
                <a:lnTo>
                  <a:pt x="1252720" y="617952"/>
                </a:lnTo>
                <a:moveTo>
                  <a:pt x="1390760" y="642267"/>
                </a:moveTo>
                <a:lnTo>
                  <a:pt x="1405376" y="630191"/>
                </a:lnTo>
                <a:moveTo>
                  <a:pt x="849563" y="878429"/>
                </a:moveTo>
                <a:lnTo>
                  <a:pt x="909210" y="885630"/>
                </a:lnTo>
                <a:moveTo>
                  <a:pt x="1124961" y="604506"/>
                </a:moveTo>
                <a:lnTo>
                  <a:pt x="1186936" y="564899"/>
                </a:lnTo>
                <a:moveTo>
                  <a:pt x="2191172" y="862528"/>
                </a:moveTo>
                <a:lnTo>
                  <a:pt x="2077987" y="919636"/>
                </a:lnTo>
                <a:moveTo>
                  <a:pt x="1810897" y="647006"/>
                </a:moveTo>
                <a:lnTo>
                  <a:pt x="1902144" y="655152"/>
                </a:lnTo>
                <a:moveTo>
                  <a:pt x="946133" y="623514"/>
                </a:moveTo>
                <a:lnTo>
                  <a:pt x="992763" y="625881"/>
                </a:lnTo>
                <a:moveTo>
                  <a:pt x="2366459" y="455886"/>
                </a:moveTo>
                <a:lnTo>
                  <a:pt x="2332906" y="458383"/>
                </a:lnTo>
                <a:moveTo>
                  <a:pt x="2005790" y="649328"/>
                </a:moveTo>
                <a:lnTo>
                  <a:pt x="2024662" y="650197"/>
                </a:lnTo>
                <a:moveTo>
                  <a:pt x="1126721" y="952557"/>
                </a:moveTo>
                <a:lnTo>
                  <a:pt x="1246898" y="905655"/>
                </a:lnTo>
                <a:moveTo>
                  <a:pt x="822290" y="663026"/>
                </a:moveTo>
                <a:lnTo>
                  <a:pt x="896037" y="627398"/>
                </a:lnTo>
                <a:moveTo>
                  <a:pt x="2202212" y="857947"/>
                </a:moveTo>
                <a:lnTo>
                  <a:pt x="2269971" y="797047"/>
                </a:lnTo>
                <a:moveTo>
                  <a:pt x="2322240" y="470949"/>
                </a:moveTo>
                <a:lnTo>
                  <a:pt x="2309267" y="474911"/>
                </a:lnTo>
                <a:moveTo>
                  <a:pt x="513163" y="570640"/>
                </a:moveTo>
                <a:lnTo>
                  <a:pt x="606664" y="574813"/>
                </a:lnTo>
                <a:moveTo>
                  <a:pt x="469659" y="579845"/>
                </a:moveTo>
                <a:lnTo>
                  <a:pt x="513163" y="570640"/>
                </a:lnTo>
                <a:moveTo>
                  <a:pt x="2116050" y="592177"/>
                </a:moveTo>
                <a:lnTo>
                  <a:pt x="2207886" y="526122"/>
                </a:lnTo>
                <a:moveTo>
                  <a:pt x="2010665" y="992112"/>
                </a:moveTo>
                <a:lnTo>
                  <a:pt x="2050584" y="956290"/>
                </a:lnTo>
                <a:moveTo>
                  <a:pt x="1475664" y="956764"/>
                </a:moveTo>
                <a:lnTo>
                  <a:pt x="1516028" y="997971"/>
                </a:lnTo>
                <a:moveTo>
                  <a:pt x="2434579" y="448142"/>
                </a:moveTo>
                <a:lnTo>
                  <a:pt x="2449445" y="545602"/>
                </a:lnTo>
                <a:moveTo>
                  <a:pt x="325503" y="901599"/>
                </a:moveTo>
                <a:lnTo>
                  <a:pt x="355398" y="865839"/>
                </a:lnTo>
                <a:moveTo>
                  <a:pt x="245946" y="797776"/>
                </a:moveTo>
                <a:lnTo>
                  <a:pt x="346933" y="749326"/>
                </a:lnTo>
                <a:moveTo>
                  <a:pt x="606664" y="574813"/>
                </a:moveTo>
                <a:lnTo>
                  <a:pt x="642133" y="567111"/>
                </a:lnTo>
                <a:moveTo>
                  <a:pt x="310065" y="718327"/>
                </a:moveTo>
                <a:lnTo>
                  <a:pt x="346933" y="749326"/>
                </a:lnTo>
                <a:moveTo>
                  <a:pt x="1761803" y="1015052"/>
                </a:moveTo>
                <a:lnTo>
                  <a:pt x="1843830" y="1039460"/>
                </a:lnTo>
                <a:moveTo>
                  <a:pt x="670044" y="816682"/>
                </a:moveTo>
                <a:lnTo>
                  <a:pt x="728731" y="840097"/>
                </a:lnTo>
                <a:moveTo>
                  <a:pt x="946133" y="623514"/>
                </a:moveTo>
                <a:lnTo>
                  <a:pt x="977069" y="636458"/>
                </a:lnTo>
                <a:moveTo>
                  <a:pt x="1064089" y="950625"/>
                </a:moveTo>
                <a:lnTo>
                  <a:pt x="1085672" y="938177"/>
                </a:lnTo>
                <a:moveTo>
                  <a:pt x="1116808" y="950989"/>
                </a:moveTo>
                <a:lnTo>
                  <a:pt x="1246898" y="905655"/>
                </a:lnTo>
                <a:moveTo>
                  <a:pt x="642133" y="567111"/>
                </a:moveTo>
                <a:lnTo>
                  <a:pt x="721867" y="606982"/>
                </a:lnTo>
                <a:moveTo>
                  <a:pt x="1250695" y="902988"/>
                </a:moveTo>
                <a:lnTo>
                  <a:pt x="1385856" y="946079"/>
                </a:lnTo>
                <a:moveTo>
                  <a:pt x="433148" y="599364"/>
                </a:moveTo>
                <a:lnTo>
                  <a:pt x="455945" y="581138"/>
                </a:lnTo>
                <a:moveTo>
                  <a:pt x="1306759" y="599061"/>
                </a:moveTo>
                <a:lnTo>
                  <a:pt x="1321652" y="713346"/>
                </a:lnTo>
                <a:moveTo>
                  <a:pt x="504478" y="834816"/>
                </a:moveTo>
                <a:lnTo>
                  <a:pt x="616670" y="838630"/>
                </a:lnTo>
                <a:moveTo>
                  <a:pt x="1989865" y="669517"/>
                </a:moveTo>
                <a:lnTo>
                  <a:pt x="1959724" y="665998"/>
                </a:lnTo>
                <a:moveTo>
                  <a:pt x="2089181" y="923676"/>
                </a:moveTo>
                <a:lnTo>
                  <a:pt x="2191172" y="862528"/>
                </a:lnTo>
                <a:moveTo>
                  <a:pt x="2281739" y="795860"/>
                </a:moveTo>
                <a:lnTo>
                  <a:pt x="2269971" y="797047"/>
                </a:lnTo>
                <a:moveTo>
                  <a:pt x="2366459" y="455886"/>
                </a:moveTo>
                <a:lnTo>
                  <a:pt x="2309267" y="474911"/>
                </a:lnTo>
                <a:moveTo>
                  <a:pt x="1263263" y="679513"/>
                </a:moveTo>
                <a:lnTo>
                  <a:pt x="1306759" y="599061"/>
                </a:lnTo>
                <a:moveTo>
                  <a:pt x="721867" y="606982"/>
                </a:moveTo>
                <a:lnTo>
                  <a:pt x="759167" y="587320"/>
                </a:lnTo>
                <a:moveTo>
                  <a:pt x="1392356" y="871265"/>
                </a:moveTo>
                <a:lnTo>
                  <a:pt x="1385856" y="946079"/>
                </a:lnTo>
                <a:moveTo>
                  <a:pt x="759167" y="587320"/>
                </a:moveTo>
                <a:lnTo>
                  <a:pt x="788327" y="644507"/>
                </a:lnTo>
                <a:moveTo>
                  <a:pt x="822290" y="663026"/>
                </a:moveTo>
                <a:lnTo>
                  <a:pt x="946133" y="623514"/>
                </a:lnTo>
                <a:moveTo>
                  <a:pt x="1611155" y="997610"/>
                </a:moveTo>
                <a:lnTo>
                  <a:pt x="1612187" y="997452"/>
                </a:lnTo>
                <a:moveTo>
                  <a:pt x="2353890" y="720293"/>
                </a:moveTo>
                <a:lnTo>
                  <a:pt x="2269971" y="797047"/>
                </a:lnTo>
                <a:moveTo>
                  <a:pt x="180862" y="875227"/>
                </a:moveTo>
                <a:lnTo>
                  <a:pt x="309206" y="841528"/>
                </a:lnTo>
                <a:moveTo>
                  <a:pt x="777226" y="836935"/>
                </a:moveTo>
                <a:lnTo>
                  <a:pt x="849563" y="878429"/>
                </a:lnTo>
                <a:moveTo>
                  <a:pt x="2024662" y="650197"/>
                </a:moveTo>
                <a:lnTo>
                  <a:pt x="2088638" y="607713"/>
                </a:lnTo>
                <a:moveTo>
                  <a:pt x="1678100" y="575043"/>
                </a:moveTo>
                <a:lnTo>
                  <a:pt x="1671693" y="566752"/>
                </a:lnTo>
                <a:moveTo>
                  <a:pt x="1770652" y="605590"/>
                </a:moveTo>
                <a:lnTo>
                  <a:pt x="1810897" y="647006"/>
                </a:lnTo>
                <a:moveTo>
                  <a:pt x="245946" y="797776"/>
                </a:moveTo>
                <a:lnTo>
                  <a:pt x="309206" y="841528"/>
                </a:lnTo>
                <a:moveTo>
                  <a:pt x="1671693" y="566752"/>
                </a:moveTo>
                <a:lnTo>
                  <a:pt x="1693850" y="571969"/>
                </a:lnTo>
                <a:moveTo>
                  <a:pt x="1989865" y="669517"/>
                </a:moveTo>
                <a:lnTo>
                  <a:pt x="2005790" y="649328"/>
                </a:lnTo>
                <a:moveTo>
                  <a:pt x="2024662" y="650197"/>
                </a:moveTo>
                <a:lnTo>
                  <a:pt x="2116050" y="592177"/>
                </a:lnTo>
                <a:moveTo>
                  <a:pt x="728731" y="840097"/>
                </a:moveTo>
                <a:lnTo>
                  <a:pt x="777226" y="836935"/>
                </a:lnTo>
                <a:moveTo>
                  <a:pt x="2207886" y="526122"/>
                </a:moveTo>
                <a:lnTo>
                  <a:pt x="2242925" y="504682"/>
                </a:lnTo>
                <a:moveTo>
                  <a:pt x="708989" y="844885"/>
                </a:moveTo>
                <a:lnTo>
                  <a:pt x="670044" y="816682"/>
                </a:lnTo>
                <a:moveTo>
                  <a:pt x="1385856" y="946079"/>
                </a:moveTo>
                <a:lnTo>
                  <a:pt x="1475664" y="956764"/>
                </a:lnTo>
                <a:moveTo>
                  <a:pt x="1585546" y="627569"/>
                </a:moveTo>
                <a:lnTo>
                  <a:pt x="1593447" y="579970"/>
                </a:lnTo>
                <a:moveTo>
                  <a:pt x="1405376" y="630191"/>
                </a:moveTo>
                <a:lnTo>
                  <a:pt x="1483482" y="661513"/>
                </a:lnTo>
                <a:moveTo>
                  <a:pt x="977069" y="636458"/>
                </a:moveTo>
                <a:lnTo>
                  <a:pt x="992763" y="625881"/>
                </a:lnTo>
                <a:moveTo>
                  <a:pt x="1720852" y="974882"/>
                </a:moveTo>
                <a:lnTo>
                  <a:pt x="1761803" y="1015052"/>
                </a:lnTo>
                <a:moveTo>
                  <a:pt x="1246898" y="905655"/>
                </a:moveTo>
                <a:lnTo>
                  <a:pt x="1250695" y="902988"/>
                </a:lnTo>
                <a:moveTo>
                  <a:pt x="403433" y="887062"/>
                </a:moveTo>
                <a:lnTo>
                  <a:pt x="355398" y="865839"/>
                </a:lnTo>
                <a:moveTo>
                  <a:pt x="1385856" y="946079"/>
                </a:moveTo>
                <a:lnTo>
                  <a:pt x="1485150" y="921345"/>
                </a:lnTo>
                <a:moveTo>
                  <a:pt x="2434579" y="448142"/>
                </a:moveTo>
                <a:lnTo>
                  <a:pt x="2457492" y="545861"/>
                </a:lnTo>
                <a:moveTo>
                  <a:pt x="2366459" y="455886"/>
                </a:moveTo>
                <a:lnTo>
                  <a:pt x="2434579" y="448142"/>
                </a:lnTo>
                <a:moveTo>
                  <a:pt x="272442" y="926093"/>
                </a:moveTo>
                <a:lnTo>
                  <a:pt x="309206" y="841528"/>
                </a:lnTo>
                <a:moveTo>
                  <a:pt x="930836" y="904168"/>
                </a:moveTo>
                <a:lnTo>
                  <a:pt x="909210" y="885630"/>
                </a:lnTo>
                <a:moveTo>
                  <a:pt x="1390760" y="642267"/>
                </a:moveTo>
                <a:lnTo>
                  <a:pt x="1483482" y="661513"/>
                </a:lnTo>
                <a:moveTo>
                  <a:pt x="2191172" y="862528"/>
                </a:moveTo>
                <a:lnTo>
                  <a:pt x="2202212" y="857947"/>
                </a:lnTo>
                <a:moveTo>
                  <a:pt x="2207886" y="526122"/>
                </a:moveTo>
                <a:lnTo>
                  <a:pt x="2218549" y="529096"/>
                </a:lnTo>
                <a:moveTo>
                  <a:pt x="1124961" y="604506"/>
                </a:moveTo>
                <a:lnTo>
                  <a:pt x="1252720" y="617952"/>
                </a:lnTo>
                <a:moveTo>
                  <a:pt x="1321652" y="713346"/>
                </a:moveTo>
                <a:lnTo>
                  <a:pt x="1390760" y="642267"/>
                </a:lnTo>
                <a:moveTo>
                  <a:pt x="1693850" y="571969"/>
                </a:moveTo>
                <a:lnTo>
                  <a:pt x="1770652" y="605590"/>
                </a:lnTo>
                <a:moveTo>
                  <a:pt x="1250695" y="902988"/>
                </a:moveTo>
                <a:lnTo>
                  <a:pt x="1392356" y="871265"/>
                </a:lnTo>
                <a:moveTo>
                  <a:pt x="469659" y="579845"/>
                </a:moveTo>
                <a:lnTo>
                  <a:pt x="606664" y="574813"/>
                </a:lnTo>
                <a:moveTo>
                  <a:pt x="1390760" y="642267"/>
                </a:moveTo>
                <a:lnTo>
                  <a:pt x="1469311" y="681212"/>
                </a:lnTo>
                <a:moveTo>
                  <a:pt x="1064089" y="950625"/>
                </a:moveTo>
                <a:lnTo>
                  <a:pt x="1116808" y="950989"/>
                </a:lnTo>
                <a:moveTo>
                  <a:pt x="1475664" y="956764"/>
                </a:moveTo>
                <a:lnTo>
                  <a:pt x="1611155" y="997610"/>
                </a:lnTo>
                <a:moveTo>
                  <a:pt x="2194563" y="863201"/>
                </a:moveTo>
                <a:lnTo>
                  <a:pt x="2191172" y="862528"/>
                </a:lnTo>
                <a:moveTo>
                  <a:pt x="428057" y="889805"/>
                </a:moveTo>
                <a:lnTo>
                  <a:pt x="504478" y="834816"/>
                </a:lnTo>
                <a:moveTo>
                  <a:pt x="428057" y="889805"/>
                </a:moveTo>
                <a:lnTo>
                  <a:pt x="355398" y="865839"/>
                </a:lnTo>
                <a:moveTo>
                  <a:pt x="2194563" y="863201"/>
                </a:moveTo>
                <a:lnTo>
                  <a:pt x="2202212" y="857947"/>
                </a:lnTo>
                <a:moveTo>
                  <a:pt x="1483482" y="661513"/>
                </a:moveTo>
                <a:lnTo>
                  <a:pt x="1532823" y="605758"/>
                </a:lnTo>
                <a:moveTo>
                  <a:pt x="325503" y="901599"/>
                </a:moveTo>
                <a:lnTo>
                  <a:pt x="403433" y="887062"/>
                </a:lnTo>
                <a:moveTo>
                  <a:pt x="721867" y="606982"/>
                </a:moveTo>
                <a:lnTo>
                  <a:pt x="788327" y="644507"/>
                </a:lnTo>
                <a:moveTo>
                  <a:pt x="2218549" y="529096"/>
                </a:moveTo>
                <a:lnTo>
                  <a:pt x="2242925" y="504682"/>
                </a:lnTo>
                <a:moveTo>
                  <a:pt x="822290" y="663026"/>
                </a:moveTo>
                <a:lnTo>
                  <a:pt x="977069" y="636458"/>
                </a:lnTo>
                <a:moveTo>
                  <a:pt x="1250695" y="902988"/>
                </a:moveTo>
                <a:lnTo>
                  <a:pt x="1339813" y="840122"/>
                </a:lnTo>
                <a:moveTo>
                  <a:pt x="1101566" y="932675"/>
                </a:moveTo>
                <a:lnTo>
                  <a:pt x="1116808" y="950989"/>
                </a:lnTo>
                <a:moveTo>
                  <a:pt x="663459" y="643719"/>
                </a:moveTo>
                <a:lnTo>
                  <a:pt x="642133" y="567111"/>
                </a:lnTo>
                <a:moveTo>
                  <a:pt x="788327" y="644507"/>
                </a:moveTo>
                <a:lnTo>
                  <a:pt x="822290" y="663026"/>
                </a:lnTo>
                <a:moveTo>
                  <a:pt x="2116050" y="592177"/>
                </a:moveTo>
                <a:lnTo>
                  <a:pt x="2153854" y="603626"/>
                </a:lnTo>
                <a:moveTo>
                  <a:pt x="2202212" y="857947"/>
                </a:moveTo>
                <a:lnTo>
                  <a:pt x="2281739" y="795860"/>
                </a:lnTo>
                <a:moveTo>
                  <a:pt x="2242925" y="504682"/>
                </a:moveTo>
                <a:lnTo>
                  <a:pt x="2322240" y="470949"/>
                </a:lnTo>
                <a:moveTo>
                  <a:pt x="1612187" y="997452"/>
                </a:moveTo>
                <a:lnTo>
                  <a:pt x="1720852" y="974882"/>
                </a:lnTo>
                <a:moveTo>
                  <a:pt x="504478" y="834816"/>
                </a:moveTo>
                <a:lnTo>
                  <a:pt x="564235" y="859068"/>
                </a:lnTo>
                <a:moveTo>
                  <a:pt x="992763" y="625881"/>
                </a:moveTo>
                <a:lnTo>
                  <a:pt x="1086819" y="629073"/>
                </a:lnTo>
                <a:moveTo>
                  <a:pt x="974142" y="940186"/>
                </a:moveTo>
                <a:lnTo>
                  <a:pt x="1064089" y="950625"/>
                </a:lnTo>
                <a:moveTo>
                  <a:pt x="1339813" y="840122"/>
                </a:moveTo>
                <a:lnTo>
                  <a:pt x="1392356" y="871265"/>
                </a:lnTo>
                <a:moveTo>
                  <a:pt x="2412874" y="638363"/>
                </a:moveTo>
                <a:lnTo>
                  <a:pt x="2449445" y="545602"/>
                </a:lnTo>
                <a:moveTo>
                  <a:pt x="1585546" y="627569"/>
                </a:moveTo>
                <a:lnTo>
                  <a:pt x="1678100" y="575043"/>
                </a:lnTo>
                <a:moveTo>
                  <a:pt x="1770652" y="605590"/>
                </a:moveTo>
                <a:lnTo>
                  <a:pt x="1902144" y="655152"/>
                </a:lnTo>
                <a:moveTo>
                  <a:pt x="272442" y="926093"/>
                </a:moveTo>
                <a:lnTo>
                  <a:pt x="325503" y="901599"/>
                </a:lnTo>
                <a:moveTo>
                  <a:pt x="1252720" y="617952"/>
                </a:moveTo>
                <a:lnTo>
                  <a:pt x="1263263" y="679513"/>
                </a:lnTo>
                <a:moveTo>
                  <a:pt x="1607852" y="611243"/>
                </a:moveTo>
                <a:lnTo>
                  <a:pt x="1678100" y="575043"/>
                </a:lnTo>
                <a:moveTo>
                  <a:pt x="1536143" y="948179"/>
                </a:moveTo>
                <a:lnTo>
                  <a:pt x="1611155" y="997610"/>
                </a:lnTo>
                <a:moveTo>
                  <a:pt x="802320" y="680286"/>
                </a:moveTo>
                <a:lnTo>
                  <a:pt x="788327" y="644507"/>
                </a:lnTo>
                <a:moveTo>
                  <a:pt x="2012482" y="983863"/>
                </a:moveTo>
                <a:lnTo>
                  <a:pt x="2050584" y="956290"/>
                </a:lnTo>
                <a:moveTo>
                  <a:pt x="1392356" y="871265"/>
                </a:moveTo>
                <a:lnTo>
                  <a:pt x="1485150" y="921345"/>
                </a:lnTo>
                <a:moveTo>
                  <a:pt x="1671693" y="566752"/>
                </a:moveTo>
                <a:lnTo>
                  <a:pt x="1770652" y="605590"/>
                </a:lnTo>
                <a:moveTo>
                  <a:pt x="1392356" y="871265"/>
                </a:moveTo>
                <a:lnTo>
                  <a:pt x="1423118" y="770206"/>
                </a:lnTo>
                <a:moveTo>
                  <a:pt x="1246898" y="905655"/>
                </a:moveTo>
                <a:lnTo>
                  <a:pt x="1268873" y="797192"/>
                </a:lnTo>
                <a:moveTo>
                  <a:pt x="977069" y="636458"/>
                </a:moveTo>
                <a:lnTo>
                  <a:pt x="1086819" y="629073"/>
                </a:lnTo>
                <a:moveTo>
                  <a:pt x="728731" y="840097"/>
                </a:moveTo>
                <a:lnTo>
                  <a:pt x="849563" y="878429"/>
                </a:lnTo>
                <a:moveTo>
                  <a:pt x="2218549" y="529096"/>
                </a:moveTo>
                <a:lnTo>
                  <a:pt x="2322240" y="470949"/>
                </a:lnTo>
                <a:moveTo>
                  <a:pt x="1268873" y="797192"/>
                </a:moveTo>
                <a:lnTo>
                  <a:pt x="1250695" y="902988"/>
                </a:lnTo>
                <a:moveTo>
                  <a:pt x="179616" y="876156"/>
                </a:moveTo>
                <a:lnTo>
                  <a:pt x="181081" y="877133"/>
                </a:lnTo>
                <a:moveTo>
                  <a:pt x="310065" y="718327"/>
                </a:moveTo>
                <a:lnTo>
                  <a:pt x="360836" y="632428"/>
                </a:lnTo>
                <a:moveTo>
                  <a:pt x="180862" y="875227"/>
                </a:moveTo>
                <a:lnTo>
                  <a:pt x="181081" y="877133"/>
                </a:lnTo>
                <a:moveTo>
                  <a:pt x="1086819" y="629073"/>
                </a:moveTo>
                <a:lnTo>
                  <a:pt x="1124961" y="604506"/>
                </a:lnTo>
                <a:moveTo>
                  <a:pt x="180025" y="876703"/>
                </a:moveTo>
                <a:lnTo>
                  <a:pt x="181081" y="877133"/>
                </a:lnTo>
                <a:moveTo>
                  <a:pt x="2153854" y="603626"/>
                </a:moveTo>
                <a:lnTo>
                  <a:pt x="2207886" y="526122"/>
                </a:lnTo>
                <a:moveTo>
                  <a:pt x="179616" y="876156"/>
                </a:moveTo>
                <a:lnTo>
                  <a:pt x="180862" y="875227"/>
                </a:lnTo>
                <a:moveTo>
                  <a:pt x="180025" y="876703"/>
                </a:moveTo>
                <a:lnTo>
                  <a:pt x="179616" y="876156"/>
                </a:lnTo>
                <a:moveTo>
                  <a:pt x="802320" y="680286"/>
                </a:moveTo>
                <a:lnTo>
                  <a:pt x="822290" y="663026"/>
                </a:lnTo>
                <a:moveTo>
                  <a:pt x="180076" y="876347"/>
                </a:moveTo>
                <a:lnTo>
                  <a:pt x="179616" y="876156"/>
                </a:lnTo>
                <a:moveTo>
                  <a:pt x="180076" y="876347"/>
                </a:moveTo>
                <a:lnTo>
                  <a:pt x="180862" y="875227"/>
                </a:lnTo>
                <a:moveTo>
                  <a:pt x="180076" y="876347"/>
                </a:moveTo>
                <a:lnTo>
                  <a:pt x="180025" y="876703"/>
                </a:lnTo>
                <a:moveTo>
                  <a:pt x="2414435" y="637307"/>
                </a:moveTo>
                <a:lnTo>
                  <a:pt x="2449445" y="545602"/>
                </a:lnTo>
                <a:moveTo>
                  <a:pt x="2012482" y="983863"/>
                </a:moveTo>
                <a:lnTo>
                  <a:pt x="2089181" y="923676"/>
                </a:lnTo>
                <a:moveTo>
                  <a:pt x="1720852" y="974882"/>
                </a:moveTo>
                <a:lnTo>
                  <a:pt x="1843830" y="1039460"/>
                </a:lnTo>
                <a:moveTo>
                  <a:pt x="2281739" y="795860"/>
                </a:moveTo>
                <a:lnTo>
                  <a:pt x="2353890" y="720293"/>
                </a:lnTo>
                <a:moveTo>
                  <a:pt x="616670" y="838630"/>
                </a:moveTo>
                <a:lnTo>
                  <a:pt x="708989" y="844885"/>
                </a:lnTo>
                <a:moveTo>
                  <a:pt x="433148" y="599364"/>
                </a:moveTo>
                <a:lnTo>
                  <a:pt x="469659" y="579845"/>
                </a:lnTo>
                <a:moveTo>
                  <a:pt x="180862" y="875227"/>
                </a:moveTo>
                <a:lnTo>
                  <a:pt x="245946" y="797776"/>
                </a:lnTo>
                <a:moveTo>
                  <a:pt x="2457492" y="545861"/>
                </a:moveTo>
                <a:lnTo>
                  <a:pt x="2449445" y="545602"/>
                </a:lnTo>
                <a:moveTo>
                  <a:pt x="2115144" y="926220"/>
                </a:moveTo>
                <a:lnTo>
                  <a:pt x="2089181" y="923676"/>
                </a:lnTo>
                <a:moveTo>
                  <a:pt x="1321652" y="713346"/>
                </a:moveTo>
                <a:lnTo>
                  <a:pt x="1339813" y="840122"/>
                </a:lnTo>
                <a:moveTo>
                  <a:pt x="180076" y="876347"/>
                </a:moveTo>
                <a:lnTo>
                  <a:pt x="245946" y="797776"/>
                </a:lnTo>
                <a:moveTo>
                  <a:pt x="2470628" y="441245"/>
                </a:moveTo>
                <a:lnTo>
                  <a:pt x="2434579" y="448142"/>
                </a:lnTo>
                <a:moveTo>
                  <a:pt x="2353890" y="720293"/>
                </a:moveTo>
                <a:lnTo>
                  <a:pt x="2412874" y="638363"/>
                </a:lnTo>
                <a:moveTo>
                  <a:pt x="245946" y="797776"/>
                </a:moveTo>
                <a:lnTo>
                  <a:pt x="310065" y="718327"/>
                </a:lnTo>
                <a:moveTo>
                  <a:pt x="1485150" y="921345"/>
                </a:moveTo>
                <a:lnTo>
                  <a:pt x="1475664" y="956764"/>
                </a:lnTo>
                <a:moveTo>
                  <a:pt x="1101566" y="932675"/>
                </a:moveTo>
                <a:lnTo>
                  <a:pt x="1246898" y="905655"/>
                </a:lnTo>
                <a:moveTo>
                  <a:pt x="1469311" y="681212"/>
                </a:moveTo>
                <a:lnTo>
                  <a:pt x="1483482" y="661513"/>
                </a:lnTo>
                <a:moveTo>
                  <a:pt x="1790075" y="629154"/>
                </a:moveTo>
                <a:lnTo>
                  <a:pt x="1902144" y="655152"/>
                </a:lnTo>
                <a:moveTo>
                  <a:pt x="564235" y="859068"/>
                </a:moveTo>
                <a:lnTo>
                  <a:pt x="616670" y="838630"/>
                </a:lnTo>
                <a:moveTo>
                  <a:pt x="1339813" y="840122"/>
                </a:moveTo>
                <a:lnTo>
                  <a:pt x="1419390" y="768143"/>
                </a:lnTo>
                <a:moveTo>
                  <a:pt x="1339813" y="840122"/>
                </a:moveTo>
                <a:lnTo>
                  <a:pt x="1423118" y="770206"/>
                </a:lnTo>
                <a:moveTo>
                  <a:pt x="1902144" y="655152"/>
                </a:moveTo>
                <a:lnTo>
                  <a:pt x="1989865" y="669517"/>
                </a:lnTo>
                <a:moveTo>
                  <a:pt x="1203830" y="643700"/>
                </a:moveTo>
                <a:lnTo>
                  <a:pt x="1252720" y="617952"/>
                </a:lnTo>
                <a:moveTo>
                  <a:pt x="1585546" y="627569"/>
                </a:moveTo>
                <a:lnTo>
                  <a:pt x="1532823" y="605758"/>
                </a:lnTo>
                <a:moveTo>
                  <a:pt x="1596381" y="912936"/>
                </a:moveTo>
                <a:lnTo>
                  <a:pt x="1611155" y="997610"/>
                </a:lnTo>
                <a:moveTo>
                  <a:pt x="1596381" y="912936"/>
                </a:moveTo>
                <a:lnTo>
                  <a:pt x="1612187" y="997452"/>
                </a:lnTo>
                <a:moveTo>
                  <a:pt x="1124961" y="604506"/>
                </a:moveTo>
                <a:lnTo>
                  <a:pt x="1203830" y="643700"/>
                </a:lnTo>
                <a:moveTo>
                  <a:pt x="1321652" y="713346"/>
                </a:moveTo>
                <a:lnTo>
                  <a:pt x="1469311" y="681212"/>
                </a:lnTo>
                <a:moveTo>
                  <a:pt x="547942" y="618581"/>
                </a:moveTo>
                <a:lnTo>
                  <a:pt x="606664" y="574813"/>
                </a:lnTo>
                <a:moveTo>
                  <a:pt x="1237736" y="777611"/>
                </a:moveTo>
                <a:lnTo>
                  <a:pt x="1246898" y="905655"/>
                </a:lnTo>
                <a:moveTo>
                  <a:pt x="360836" y="632428"/>
                </a:moveTo>
                <a:lnTo>
                  <a:pt x="433148" y="599364"/>
                </a:lnTo>
                <a:moveTo>
                  <a:pt x="930836" y="904168"/>
                </a:moveTo>
                <a:lnTo>
                  <a:pt x="974142" y="940186"/>
                </a:lnTo>
                <a:moveTo>
                  <a:pt x="1855142" y="665241"/>
                </a:moveTo>
                <a:lnTo>
                  <a:pt x="1902144" y="655152"/>
                </a:lnTo>
                <a:moveTo>
                  <a:pt x="1832286" y="1000230"/>
                </a:moveTo>
                <a:lnTo>
                  <a:pt x="1843830" y="1039460"/>
                </a:lnTo>
                <a:moveTo>
                  <a:pt x="469659" y="579845"/>
                </a:moveTo>
                <a:lnTo>
                  <a:pt x="547942" y="618581"/>
                </a:lnTo>
                <a:moveTo>
                  <a:pt x="1321652" y="713346"/>
                </a:moveTo>
                <a:lnTo>
                  <a:pt x="1419390" y="768143"/>
                </a:lnTo>
                <a:moveTo>
                  <a:pt x="1469311" y="681212"/>
                </a:moveTo>
                <a:lnTo>
                  <a:pt x="1439823" y="738509"/>
                </a:lnTo>
                <a:moveTo>
                  <a:pt x="1263263" y="679513"/>
                </a:moveTo>
                <a:lnTo>
                  <a:pt x="1321652" y="713346"/>
                </a:lnTo>
                <a:moveTo>
                  <a:pt x="526120" y="885931"/>
                </a:moveTo>
                <a:lnTo>
                  <a:pt x="504478" y="834816"/>
                </a:lnTo>
                <a:moveTo>
                  <a:pt x="1419390" y="768143"/>
                </a:moveTo>
                <a:lnTo>
                  <a:pt x="1469311" y="681212"/>
                </a:lnTo>
                <a:moveTo>
                  <a:pt x="903007" y="703664"/>
                </a:moveTo>
                <a:lnTo>
                  <a:pt x="977069" y="636458"/>
                </a:lnTo>
                <a:moveTo>
                  <a:pt x="1532823" y="605758"/>
                </a:moveTo>
                <a:lnTo>
                  <a:pt x="1551025" y="722630"/>
                </a:lnTo>
                <a:moveTo>
                  <a:pt x="1671693" y="566752"/>
                </a:moveTo>
                <a:lnTo>
                  <a:pt x="1752965" y="607825"/>
                </a:lnTo>
                <a:moveTo>
                  <a:pt x="1419390" y="768143"/>
                </a:moveTo>
                <a:lnTo>
                  <a:pt x="1439823" y="738509"/>
                </a:lnTo>
                <a:moveTo>
                  <a:pt x="403433" y="887062"/>
                </a:moveTo>
                <a:lnTo>
                  <a:pt x="428057" y="889805"/>
                </a:lnTo>
                <a:moveTo>
                  <a:pt x="1182294" y="861253"/>
                </a:moveTo>
                <a:lnTo>
                  <a:pt x="1246898" y="905655"/>
                </a:lnTo>
                <a:moveTo>
                  <a:pt x="1268873" y="797192"/>
                </a:moveTo>
                <a:lnTo>
                  <a:pt x="1339813" y="840122"/>
                </a:lnTo>
                <a:moveTo>
                  <a:pt x="1439823" y="738509"/>
                </a:moveTo>
                <a:lnTo>
                  <a:pt x="1423118" y="770206"/>
                </a:lnTo>
                <a:moveTo>
                  <a:pt x="1483482" y="661513"/>
                </a:moveTo>
                <a:lnTo>
                  <a:pt x="1494979" y="694237"/>
                </a:lnTo>
                <a:moveTo>
                  <a:pt x="2414435" y="637307"/>
                </a:moveTo>
                <a:lnTo>
                  <a:pt x="2412874" y="638363"/>
                </a:lnTo>
                <a:moveTo>
                  <a:pt x="606664" y="574813"/>
                </a:moveTo>
                <a:lnTo>
                  <a:pt x="663459" y="643719"/>
                </a:lnTo>
                <a:moveTo>
                  <a:pt x="1419390" y="768143"/>
                </a:moveTo>
                <a:lnTo>
                  <a:pt x="1423118" y="770206"/>
                </a:lnTo>
                <a:moveTo>
                  <a:pt x="1392356" y="871265"/>
                </a:moveTo>
                <a:lnTo>
                  <a:pt x="1514612" y="819271"/>
                </a:lnTo>
                <a:moveTo>
                  <a:pt x="181081" y="877133"/>
                </a:moveTo>
                <a:lnTo>
                  <a:pt x="272442" y="926093"/>
                </a:lnTo>
                <a:moveTo>
                  <a:pt x="180862" y="875227"/>
                </a:moveTo>
                <a:lnTo>
                  <a:pt x="272442" y="926093"/>
                </a:lnTo>
                <a:moveTo>
                  <a:pt x="663459" y="643719"/>
                </a:moveTo>
                <a:lnTo>
                  <a:pt x="721867" y="606982"/>
                </a:lnTo>
                <a:moveTo>
                  <a:pt x="1475664" y="956764"/>
                </a:moveTo>
                <a:lnTo>
                  <a:pt x="1536143" y="948179"/>
                </a:lnTo>
                <a:moveTo>
                  <a:pt x="2012482" y="983863"/>
                </a:moveTo>
                <a:lnTo>
                  <a:pt x="2010665" y="992112"/>
                </a:lnTo>
                <a:moveTo>
                  <a:pt x="2091789" y="940297"/>
                </a:moveTo>
                <a:lnTo>
                  <a:pt x="2089181" y="923676"/>
                </a:lnTo>
                <a:moveTo>
                  <a:pt x="663459" y="643719"/>
                </a:moveTo>
                <a:lnTo>
                  <a:pt x="788327" y="644507"/>
                </a:lnTo>
                <a:moveTo>
                  <a:pt x="272442" y="926093"/>
                </a:moveTo>
                <a:lnTo>
                  <a:pt x="403433" y="887062"/>
                </a:lnTo>
                <a:moveTo>
                  <a:pt x="1469311" y="681212"/>
                </a:moveTo>
                <a:lnTo>
                  <a:pt x="1494979" y="694237"/>
                </a:lnTo>
                <a:moveTo>
                  <a:pt x="2153854" y="603626"/>
                </a:moveTo>
                <a:lnTo>
                  <a:pt x="2218549" y="529096"/>
                </a:lnTo>
                <a:moveTo>
                  <a:pt x="2322240" y="470949"/>
                </a:moveTo>
                <a:lnTo>
                  <a:pt x="2366459" y="455886"/>
                </a:lnTo>
                <a:moveTo>
                  <a:pt x="1268873" y="797192"/>
                </a:moveTo>
                <a:lnTo>
                  <a:pt x="1321652" y="713346"/>
                </a:lnTo>
                <a:moveTo>
                  <a:pt x="1989865" y="669517"/>
                </a:moveTo>
                <a:lnTo>
                  <a:pt x="2024662" y="650197"/>
                </a:lnTo>
                <a:moveTo>
                  <a:pt x="1439823" y="738509"/>
                </a:moveTo>
                <a:lnTo>
                  <a:pt x="1494979" y="694237"/>
                </a:lnTo>
                <a:moveTo>
                  <a:pt x="822290" y="663026"/>
                </a:moveTo>
                <a:lnTo>
                  <a:pt x="903007" y="703664"/>
                </a:lnTo>
                <a:moveTo>
                  <a:pt x="2024662" y="650197"/>
                </a:moveTo>
                <a:lnTo>
                  <a:pt x="2153854" y="603626"/>
                </a:lnTo>
                <a:moveTo>
                  <a:pt x="708989" y="844885"/>
                </a:moveTo>
                <a:lnTo>
                  <a:pt x="728731" y="840097"/>
                </a:lnTo>
                <a:moveTo>
                  <a:pt x="2115144" y="926220"/>
                </a:moveTo>
                <a:lnTo>
                  <a:pt x="2191172" y="862528"/>
                </a:lnTo>
                <a:moveTo>
                  <a:pt x="403433" y="887062"/>
                </a:moveTo>
                <a:lnTo>
                  <a:pt x="417723" y="892099"/>
                </a:lnTo>
                <a:moveTo>
                  <a:pt x="1607852" y="611243"/>
                </a:moveTo>
                <a:lnTo>
                  <a:pt x="1671693" y="566752"/>
                </a:lnTo>
                <a:moveTo>
                  <a:pt x="2218549" y="529096"/>
                </a:moveTo>
                <a:lnTo>
                  <a:pt x="2341844" y="477914"/>
                </a:lnTo>
                <a:moveTo>
                  <a:pt x="1485150" y="921345"/>
                </a:moveTo>
                <a:lnTo>
                  <a:pt x="1536143" y="948179"/>
                </a:lnTo>
                <a:moveTo>
                  <a:pt x="1770652" y="605590"/>
                </a:moveTo>
                <a:lnTo>
                  <a:pt x="1790075" y="629154"/>
                </a:lnTo>
                <a:moveTo>
                  <a:pt x="2414435" y="637307"/>
                </a:moveTo>
                <a:lnTo>
                  <a:pt x="2457492" y="545861"/>
                </a:lnTo>
                <a:moveTo>
                  <a:pt x="977069" y="636458"/>
                </a:moveTo>
                <a:lnTo>
                  <a:pt x="1040042" y="663224"/>
                </a:lnTo>
                <a:moveTo>
                  <a:pt x="1601979" y="635510"/>
                </a:moveTo>
                <a:lnTo>
                  <a:pt x="1671693" y="566752"/>
                </a:lnTo>
                <a:moveTo>
                  <a:pt x="1752965" y="607825"/>
                </a:moveTo>
                <a:lnTo>
                  <a:pt x="1770652" y="605590"/>
                </a:lnTo>
                <a:moveTo>
                  <a:pt x="1203830" y="643700"/>
                </a:moveTo>
                <a:lnTo>
                  <a:pt x="1263263" y="679513"/>
                </a:lnTo>
                <a:moveTo>
                  <a:pt x="2115144" y="926220"/>
                </a:moveTo>
                <a:lnTo>
                  <a:pt x="2194563" y="863201"/>
                </a:lnTo>
                <a:moveTo>
                  <a:pt x="736480" y="840320"/>
                </a:moveTo>
                <a:lnTo>
                  <a:pt x="728731" y="840097"/>
                </a:lnTo>
                <a:moveTo>
                  <a:pt x="1727731" y="940954"/>
                </a:moveTo>
                <a:lnTo>
                  <a:pt x="1720852" y="974882"/>
                </a:lnTo>
                <a:moveTo>
                  <a:pt x="1720852" y="974882"/>
                </a:moveTo>
                <a:lnTo>
                  <a:pt x="1832286" y="1000230"/>
                </a:lnTo>
                <a:moveTo>
                  <a:pt x="849563" y="878429"/>
                </a:moveTo>
                <a:lnTo>
                  <a:pt x="930836" y="904168"/>
                </a:lnTo>
                <a:moveTo>
                  <a:pt x="1237736" y="777611"/>
                </a:moveTo>
                <a:lnTo>
                  <a:pt x="1321652" y="713346"/>
                </a:lnTo>
                <a:moveTo>
                  <a:pt x="1485150" y="921345"/>
                </a:moveTo>
                <a:lnTo>
                  <a:pt x="1514612" y="819271"/>
                </a:lnTo>
                <a:moveTo>
                  <a:pt x="2322240" y="470949"/>
                </a:moveTo>
                <a:lnTo>
                  <a:pt x="2341844" y="477914"/>
                </a:lnTo>
                <a:moveTo>
                  <a:pt x="1423118" y="770206"/>
                </a:moveTo>
                <a:lnTo>
                  <a:pt x="1514612" y="819271"/>
                </a:lnTo>
                <a:moveTo>
                  <a:pt x="417723" y="892099"/>
                </a:moveTo>
                <a:lnTo>
                  <a:pt x="428057" y="889805"/>
                </a:lnTo>
                <a:moveTo>
                  <a:pt x="663459" y="643719"/>
                </a:moveTo>
                <a:lnTo>
                  <a:pt x="802320" y="680286"/>
                </a:lnTo>
                <a:moveTo>
                  <a:pt x="1064089" y="950625"/>
                </a:moveTo>
                <a:lnTo>
                  <a:pt x="1101566" y="932675"/>
                </a:lnTo>
                <a:moveTo>
                  <a:pt x="823069" y="771730"/>
                </a:moveTo>
                <a:lnTo>
                  <a:pt x="822290" y="663026"/>
                </a:lnTo>
                <a:moveTo>
                  <a:pt x="1483482" y="661513"/>
                </a:moveTo>
                <a:lnTo>
                  <a:pt x="1551025" y="722630"/>
                </a:lnTo>
                <a:moveTo>
                  <a:pt x="1237736" y="777611"/>
                </a:moveTo>
                <a:lnTo>
                  <a:pt x="1263263" y="679513"/>
                </a:lnTo>
                <a:moveTo>
                  <a:pt x="2354658" y="715682"/>
                </a:moveTo>
                <a:lnTo>
                  <a:pt x="2412874" y="638363"/>
                </a:lnTo>
                <a:moveTo>
                  <a:pt x="823069" y="771730"/>
                </a:moveTo>
                <a:lnTo>
                  <a:pt x="849563" y="878429"/>
                </a:lnTo>
                <a:moveTo>
                  <a:pt x="822290" y="663026"/>
                </a:moveTo>
                <a:lnTo>
                  <a:pt x="847044" y="785021"/>
                </a:lnTo>
                <a:moveTo>
                  <a:pt x="1720852" y="974882"/>
                </a:moveTo>
                <a:lnTo>
                  <a:pt x="1770142" y="964005"/>
                </a:lnTo>
                <a:moveTo>
                  <a:pt x="272442" y="926093"/>
                </a:moveTo>
                <a:lnTo>
                  <a:pt x="417723" y="892099"/>
                </a:lnTo>
                <a:moveTo>
                  <a:pt x="2354658" y="715682"/>
                </a:moveTo>
                <a:lnTo>
                  <a:pt x="2353890" y="720293"/>
                </a:lnTo>
                <a:moveTo>
                  <a:pt x="849563" y="878429"/>
                </a:moveTo>
                <a:lnTo>
                  <a:pt x="847044" y="785021"/>
                </a:lnTo>
                <a:moveTo>
                  <a:pt x="1154451" y="678868"/>
                </a:moveTo>
                <a:lnTo>
                  <a:pt x="1124961" y="604506"/>
                </a:lnTo>
                <a:moveTo>
                  <a:pt x="1671693" y="566752"/>
                </a:moveTo>
                <a:lnTo>
                  <a:pt x="1689521" y="683332"/>
                </a:lnTo>
                <a:moveTo>
                  <a:pt x="244649" y="931802"/>
                </a:moveTo>
                <a:lnTo>
                  <a:pt x="181081" y="877133"/>
                </a:lnTo>
                <a:moveTo>
                  <a:pt x="1485150" y="921345"/>
                </a:moveTo>
                <a:lnTo>
                  <a:pt x="1612429" y="873277"/>
                </a:lnTo>
                <a:moveTo>
                  <a:pt x="180025" y="876703"/>
                </a:moveTo>
                <a:lnTo>
                  <a:pt x="244649" y="931802"/>
                </a:lnTo>
                <a:moveTo>
                  <a:pt x="1439823" y="738509"/>
                </a:moveTo>
                <a:lnTo>
                  <a:pt x="1551025" y="722630"/>
                </a:lnTo>
                <a:moveTo>
                  <a:pt x="1596381" y="912936"/>
                </a:moveTo>
                <a:lnTo>
                  <a:pt x="1720852" y="974882"/>
                </a:lnTo>
                <a:moveTo>
                  <a:pt x="495411" y="658626"/>
                </a:moveTo>
                <a:lnTo>
                  <a:pt x="469659" y="579845"/>
                </a:lnTo>
                <a:moveTo>
                  <a:pt x="823069" y="771730"/>
                </a:moveTo>
                <a:lnTo>
                  <a:pt x="728731" y="840097"/>
                </a:lnTo>
                <a:moveTo>
                  <a:pt x="1237736" y="777611"/>
                </a:moveTo>
                <a:lnTo>
                  <a:pt x="1268873" y="797192"/>
                </a:lnTo>
                <a:moveTo>
                  <a:pt x="1423118" y="770206"/>
                </a:moveTo>
                <a:lnTo>
                  <a:pt x="1551025" y="722630"/>
                </a:lnTo>
                <a:moveTo>
                  <a:pt x="1752965" y="607825"/>
                </a:moveTo>
                <a:lnTo>
                  <a:pt x="1790075" y="629154"/>
                </a:lnTo>
                <a:moveTo>
                  <a:pt x="2341844" y="477914"/>
                </a:moveTo>
                <a:lnTo>
                  <a:pt x="2366459" y="455886"/>
                </a:lnTo>
                <a:moveTo>
                  <a:pt x="744400" y="727239"/>
                </a:moveTo>
                <a:lnTo>
                  <a:pt x="802320" y="680286"/>
                </a:lnTo>
                <a:moveTo>
                  <a:pt x="1727731" y="940954"/>
                </a:moveTo>
                <a:lnTo>
                  <a:pt x="1770142" y="964005"/>
                </a:lnTo>
                <a:moveTo>
                  <a:pt x="1770142" y="964005"/>
                </a:moveTo>
                <a:lnTo>
                  <a:pt x="1832286" y="1000230"/>
                </a:lnTo>
                <a:moveTo>
                  <a:pt x="1790075" y="629154"/>
                </a:moveTo>
                <a:lnTo>
                  <a:pt x="1855142" y="665241"/>
                </a:lnTo>
                <a:moveTo>
                  <a:pt x="802320" y="680286"/>
                </a:moveTo>
                <a:lnTo>
                  <a:pt x="823069" y="771730"/>
                </a:lnTo>
                <a:moveTo>
                  <a:pt x="708989" y="844885"/>
                </a:moveTo>
                <a:lnTo>
                  <a:pt x="736480" y="840320"/>
                </a:lnTo>
                <a:moveTo>
                  <a:pt x="930836" y="904168"/>
                </a:moveTo>
                <a:lnTo>
                  <a:pt x="1064089" y="950625"/>
                </a:lnTo>
                <a:moveTo>
                  <a:pt x="2354658" y="715682"/>
                </a:moveTo>
                <a:lnTo>
                  <a:pt x="2414435" y="637307"/>
                </a:lnTo>
                <a:moveTo>
                  <a:pt x="1855142" y="665241"/>
                </a:moveTo>
                <a:lnTo>
                  <a:pt x="1989865" y="669517"/>
                </a:lnTo>
                <a:moveTo>
                  <a:pt x="670395" y="684769"/>
                </a:moveTo>
                <a:lnTo>
                  <a:pt x="802320" y="680286"/>
                </a:lnTo>
                <a:moveTo>
                  <a:pt x="1494979" y="694237"/>
                </a:moveTo>
                <a:lnTo>
                  <a:pt x="1551025" y="722630"/>
                </a:lnTo>
                <a:moveTo>
                  <a:pt x="1536143" y="948179"/>
                </a:moveTo>
                <a:lnTo>
                  <a:pt x="1596381" y="912936"/>
                </a:lnTo>
                <a:moveTo>
                  <a:pt x="547942" y="618581"/>
                </a:moveTo>
                <a:lnTo>
                  <a:pt x="663459" y="643719"/>
                </a:lnTo>
                <a:moveTo>
                  <a:pt x="1596381" y="912936"/>
                </a:moveTo>
                <a:lnTo>
                  <a:pt x="1727731" y="940954"/>
                </a:lnTo>
                <a:moveTo>
                  <a:pt x="1101566" y="932675"/>
                </a:moveTo>
                <a:lnTo>
                  <a:pt x="1182294" y="861253"/>
                </a:lnTo>
                <a:moveTo>
                  <a:pt x="1536143" y="948179"/>
                </a:moveTo>
                <a:lnTo>
                  <a:pt x="1612429" y="873277"/>
                </a:lnTo>
                <a:moveTo>
                  <a:pt x="2024662" y="650197"/>
                </a:moveTo>
                <a:lnTo>
                  <a:pt x="2085546" y="675330"/>
                </a:lnTo>
                <a:moveTo>
                  <a:pt x="360836" y="632428"/>
                </a:moveTo>
                <a:lnTo>
                  <a:pt x="373666" y="629907"/>
                </a:lnTo>
                <a:moveTo>
                  <a:pt x="180025" y="876703"/>
                </a:moveTo>
                <a:lnTo>
                  <a:pt x="244817" y="904496"/>
                </a:lnTo>
                <a:moveTo>
                  <a:pt x="180076" y="876347"/>
                </a:moveTo>
                <a:lnTo>
                  <a:pt x="244817" y="904496"/>
                </a:lnTo>
                <a:moveTo>
                  <a:pt x="1040042" y="663224"/>
                </a:moveTo>
                <a:lnTo>
                  <a:pt x="1086819" y="629073"/>
                </a:lnTo>
                <a:moveTo>
                  <a:pt x="1629434" y="882827"/>
                </a:moveTo>
                <a:lnTo>
                  <a:pt x="1727731" y="940954"/>
                </a:lnTo>
                <a:moveTo>
                  <a:pt x="1727731" y="940954"/>
                </a:moveTo>
                <a:lnTo>
                  <a:pt x="1759308" y="840533"/>
                </a:lnTo>
                <a:moveTo>
                  <a:pt x="2078520" y="682235"/>
                </a:moveTo>
                <a:lnTo>
                  <a:pt x="2024662" y="650197"/>
                </a:lnTo>
                <a:moveTo>
                  <a:pt x="2218549" y="529096"/>
                </a:moveTo>
                <a:lnTo>
                  <a:pt x="2273371" y="549490"/>
                </a:lnTo>
                <a:moveTo>
                  <a:pt x="244649" y="931802"/>
                </a:moveTo>
                <a:lnTo>
                  <a:pt x="272442" y="926093"/>
                </a:lnTo>
                <a:moveTo>
                  <a:pt x="1182294" y="861253"/>
                </a:moveTo>
                <a:lnTo>
                  <a:pt x="1237736" y="777611"/>
                </a:lnTo>
                <a:moveTo>
                  <a:pt x="1514612" y="819271"/>
                </a:moveTo>
                <a:lnTo>
                  <a:pt x="1612429" y="873277"/>
                </a:lnTo>
                <a:moveTo>
                  <a:pt x="428057" y="889805"/>
                </a:moveTo>
                <a:lnTo>
                  <a:pt x="526120" y="885931"/>
                </a:lnTo>
                <a:moveTo>
                  <a:pt x="1514612" y="819271"/>
                </a:moveTo>
                <a:lnTo>
                  <a:pt x="1551025" y="722630"/>
                </a:lnTo>
                <a:moveTo>
                  <a:pt x="849563" y="878429"/>
                </a:moveTo>
                <a:lnTo>
                  <a:pt x="935349" y="831591"/>
                </a:lnTo>
                <a:moveTo>
                  <a:pt x="1585546" y="627569"/>
                </a:moveTo>
                <a:lnTo>
                  <a:pt x="1607852" y="611243"/>
                </a:lnTo>
                <a:moveTo>
                  <a:pt x="2212506" y="859655"/>
                </a:moveTo>
                <a:lnTo>
                  <a:pt x="2202212" y="857947"/>
                </a:lnTo>
                <a:moveTo>
                  <a:pt x="2287514" y="788297"/>
                </a:moveTo>
                <a:lnTo>
                  <a:pt x="2281739" y="795860"/>
                </a:lnTo>
                <a:moveTo>
                  <a:pt x="1585546" y="627569"/>
                </a:moveTo>
                <a:lnTo>
                  <a:pt x="1551025" y="722630"/>
                </a:lnTo>
                <a:moveTo>
                  <a:pt x="1585546" y="627569"/>
                </a:moveTo>
                <a:lnTo>
                  <a:pt x="1586908" y="648180"/>
                </a:lnTo>
                <a:moveTo>
                  <a:pt x="1086819" y="629073"/>
                </a:moveTo>
                <a:lnTo>
                  <a:pt x="1154451" y="678868"/>
                </a:lnTo>
                <a:moveTo>
                  <a:pt x="2470628" y="441245"/>
                </a:moveTo>
                <a:lnTo>
                  <a:pt x="2457492" y="545861"/>
                </a:lnTo>
                <a:moveTo>
                  <a:pt x="1585546" y="627569"/>
                </a:moveTo>
                <a:lnTo>
                  <a:pt x="1594016" y="631133"/>
                </a:lnTo>
                <a:moveTo>
                  <a:pt x="547942" y="618581"/>
                </a:moveTo>
                <a:lnTo>
                  <a:pt x="637869" y="666420"/>
                </a:lnTo>
                <a:moveTo>
                  <a:pt x="1773877" y="731761"/>
                </a:moveTo>
                <a:lnTo>
                  <a:pt x="1790075" y="629154"/>
                </a:lnTo>
                <a:moveTo>
                  <a:pt x="1827962" y="955051"/>
                </a:moveTo>
                <a:lnTo>
                  <a:pt x="1832286" y="1000230"/>
                </a:lnTo>
                <a:moveTo>
                  <a:pt x="1612429" y="873277"/>
                </a:moveTo>
                <a:lnTo>
                  <a:pt x="1596381" y="912936"/>
                </a:lnTo>
                <a:moveTo>
                  <a:pt x="1596381" y="912936"/>
                </a:moveTo>
                <a:lnTo>
                  <a:pt x="1629434" y="882827"/>
                </a:lnTo>
                <a:moveTo>
                  <a:pt x="2366459" y="455886"/>
                </a:moveTo>
                <a:lnTo>
                  <a:pt x="2470628" y="441245"/>
                </a:lnTo>
                <a:moveTo>
                  <a:pt x="1752965" y="607825"/>
                </a:moveTo>
                <a:lnTo>
                  <a:pt x="1773877" y="731761"/>
                </a:lnTo>
                <a:moveTo>
                  <a:pt x="903007" y="703664"/>
                </a:moveTo>
                <a:lnTo>
                  <a:pt x="1040042" y="663224"/>
                </a:lnTo>
                <a:moveTo>
                  <a:pt x="2212506" y="859655"/>
                </a:moveTo>
                <a:lnTo>
                  <a:pt x="2194563" y="863201"/>
                </a:lnTo>
                <a:moveTo>
                  <a:pt x="1514612" y="819271"/>
                </a:moveTo>
                <a:lnTo>
                  <a:pt x="1649630" y="777254"/>
                </a:lnTo>
                <a:moveTo>
                  <a:pt x="1594016" y="631133"/>
                </a:moveTo>
                <a:lnTo>
                  <a:pt x="1607852" y="611243"/>
                </a:lnTo>
                <a:moveTo>
                  <a:pt x="2287514" y="788297"/>
                </a:moveTo>
                <a:lnTo>
                  <a:pt x="2353890" y="720293"/>
                </a:lnTo>
                <a:moveTo>
                  <a:pt x="736480" y="840320"/>
                </a:moveTo>
                <a:lnTo>
                  <a:pt x="823069" y="771730"/>
                </a:lnTo>
                <a:moveTo>
                  <a:pt x="847044" y="785021"/>
                </a:moveTo>
                <a:lnTo>
                  <a:pt x="903007" y="703664"/>
                </a:lnTo>
                <a:moveTo>
                  <a:pt x="417723" y="892099"/>
                </a:moveTo>
                <a:lnTo>
                  <a:pt x="526120" y="885931"/>
                </a:lnTo>
                <a:moveTo>
                  <a:pt x="433148" y="599364"/>
                </a:moveTo>
                <a:lnTo>
                  <a:pt x="495411" y="658626"/>
                </a:lnTo>
                <a:moveTo>
                  <a:pt x="1612429" y="873277"/>
                </a:moveTo>
                <a:lnTo>
                  <a:pt x="1629434" y="882827"/>
                </a:lnTo>
                <a:moveTo>
                  <a:pt x="1607852" y="611243"/>
                </a:moveTo>
                <a:lnTo>
                  <a:pt x="1601979" y="635510"/>
                </a:lnTo>
                <a:moveTo>
                  <a:pt x="1797356" y="745171"/>
                </a:moveTo>
                <a:lnTo>
                  <a:pt x="1855142" y="665241"/>
                </a:lnTo>
                <a:moveTo>
                  <a:pt x="1773877" y="731761"/>
                </a:moveTo>
                <a:lnTo>
                  <a:pt x="1855142" y="665241"/>
                </a:lnTo>
                <a:moveTo>
                  <a:pt x="1586908" y="648180"/>
                </a:moveTo>
                <a:lnTo>
                  <a:pt x="1551025" y="722630"/>
                </a:lnTo>
                <a:moveTo>
                  <a:pt x="637869" y="666420"/>
                </a:moveTo>
                <a:lnTo>
                  <a:pt x="663459" y="643719"/>
                </a:lnTo>
                <a:moveTo>
                  <a:pt x="1689521" y="683332"/>
                </a:moveTo>
                <a:lnTo>
                  <a:pt x="1752965" y="607825"/>
                </a:lnTo>
                <a:moveTo>
                  <a:pt x="373666" y="629907"/>
                </a:moveTo>
                <a:lnTo>
                  <a:pt x="433148" y="599364"/>
                </a:lnTo>
                <a:moveTo>
                  <a:pt x="1629434" y="882827"/>
                </a:moveTo>
                <a:lnTo>
                  <a:pt x="1759308" y="840533"/>
                </a:lnTo>
                <a:moveTo>
                  <a:pt x="663459" y="643719"/>
                </a:moveTo>
                <a:lnTo>
                  <a:pt x="670395" y="684769"/>
                </a:lnTo>
                <a:moveTo>
                  <a:pt x="526120" y="885931"/>
                </a:moveTo>
                <a:lnTo>
                  <a:pt x="564235" y="859068"/>
                </a:lnTo>
                <a:moveTo>
                  <a:pt x="1770142" y="964005"/>
                </a:moveTo>
                <a:lnTo>
                  <a:pt x="1827962" y="955051"/>
                </a:lnTo>
                <a:moveTo>
                  <a:pt x="1594016" y="631133"/>
                </a:moveTo>
                <a:lnTo>
                  <a:pt x="1586908" y="648180"/>
                </a:lnTo>
                <a:moveTo>
                  <a:pt x="1586908" y="648180"/>
                </a:moveTo>
                <a:lnTo>
                  <a:pt x="1601979" y="635510"/>
                </a:lnTo>
                <a:moveTo>
                  <a:pt x="1043128" y="893387"/>
                </a:moveTo>
                <a:lnTo>
                  <a:pt x="1064089" y="950625"/>
                </a:lnTo>
                <a:moveTo>
                  <a:pt x="315234" y="709332"/>
                </a:moveTo>
                <a:lnTo>
                  <a:pt x="360836" y="632428"/>
                </a:lnTo>
                <a:moveTo>
                  <a:pt x="1594016" y="631133"/>
                </a:moveTo>
                <a:lnTo>
                  <a:pt x="1601979" y="635510"/>
                </a:lnTo>
                <a:moveTo>
                  <a:pt x="1154451" y="678868"/>
                </a:moveTo>
                <a:lnTo>
                  <a:pt x="1203830" y="643700"/>
                </a:lnTo>
                <a:moveTo>
                  <a:pt x="2212506" y="859655"/>
                </a:moveTo>
                <a:lnTo>
                  <a:pt x="2281739" y="795860"/>
                </a:lnTo>
                <a:moveTo>
                  <a:pt x="1629434" y="882827"/>
                </a:moveTo>
                <a:lnTo>
                  <a:pt x="1704379" y="808610"/>
                </a:lnTo>
                <a:moveTo>
                  <a:pt x="1158957" y="726359"/>
                </a:moveTo>
                <a:lnTo>
                  <a:pt x="1263263" y="679513"/>
                </a:lnTo>
                <a:moveTo>
                  <a:pt x="180076" y="876347"/>
                </a:moveTo>
                <a:lnTo>
                  <a:pt x="271305" y="800096"/>
                </a:lnTo>
                <a:moveTo>
                  <a:pt x="1937703" y="707321"/>
                </a:moveTo>
                <a:lnTo>
                  <a:pt x="1989865" y="669517"/>
                </a:lnTo>
                <a:moveTo>
                  <a:pt x="1612429" y="873277"/>
                </a:moveTo>
                <a:lnTo>
                  <a:pt x="1649630" y="777254"/>
                </a:lnTo>
                <a:moveTo>
                  <a:pt x="1704379" y="808610"/>
                </a:moveTo>
                <a:lnTo>
                  <a:pt x="1759308" y="840533"/>
                </a:lnTo>
                <a:moveTo>
                  <a:pt x="495411" y="658626"/>
                </a:moveTo>
                <a:lnTo>
                  <a:pt x="547942" y="618581"/>
                </a:lnTo>
                <a:moveTo>
                  <a:pt x="1649630" y="777254"/>
                </a:moveTo>
                <a:lnTo>
                  <a:pt x="1629434" y="882827"/>
                </a:lnTo>
                <a:moveTo>
                  <a:pt x="1551025" y="722630"/>
                </a:moveTo>
                <a:lnTo>
                  <a:pt x="1649630" y="777254"/>
                </a:lnTo>
                <a:moveTo>
                  <a:pt x="245946" y="797776"/>
                </a:moveTo>
                <a:lnTo>
                  <a:pt x="271305" y="800096"/>
                </a:lnTo>
                <a:moveTo>
                  <a:pt x="2085546" y="675330"/>
                </a:moveTo>
                <a:lnTo>
                  <a:pt x="2153854" y="603626"/>
                </a:lnTo>
                <a:moveTo>
                  <a:pt x="310065" y="718327"/>
                </a:moveTo>
                <a:lnTo>
                  <a:pt x="315234" y="709332"/>
                </a:lnTo>
                <a:moveTo>
                  <a:pt x="271305" y="800096"/>
                </a:moveTo>
                <a:lnTo>
                  <a:pt x="310065" y="718327"/>
                </a:lnTo>
                <a:moveTo>
                  <a:pt x="2254561" y="822301"/>
                </a:moveTo>
                <a:lnTo>
                  <a:pt x="2281739" y="795860"/>
                </a:lnTo>
                <a:moveTo>
                  <a:pt x="2341844" y="477914"/>
                </a:moveTo>
                <a:lnTo>
                  <a:pt x="2470628" y="441245"/>
                </a:lnTo>
                <a:moveTo>
                  <a:pt x="1727731" y="940954"/>
                </a:moveTo>
                <a:lnTo>
                  <a:pt x="1846238" y="886029"/>
                </a:lnTo>
                <a:moveTo>
                  <a:pt x="744400" y="727239"/>
                </a:moveTo>
                <a:lnTo>
                  <a:pt x="823069" y="771730"/>
                </a:lnTo>
                <a:moveTo>
                  <a:pt x="1759308" y="840533"/>
                </a:moveTo>
                <a:lnTo>
                  <a:pt x="1797356" y="745171"/>
                </a:lnTo>
                <a:moveTo>
                  <a:pt x="1855142" y="665241"/>
                </a:moveTo>
                <a:lnTo>
                  <a:pt x="1937703" y="707321"/>
                </a:lnTo>
                <a:moveTo>
                  <a:pt x="1989865" y="669517"/>
                </a:moveTo>
                <a:lnTo>
                  <a:pt x="2078520" y="682235"/>
                </a:lnTo>
                <a:moveTo>
                  <a:pt x="1043128" y="893387"/>
                </a:moveTo>
                <a:lnTo>
                  <a:pt x="1101566" y="932675"/>
                </a:lnTo>
                <a:moveTo>
                  <a:pt x="670395" y="684769"/>
                </a:moveTo>
                <a:lnTo>
                  <a:pt x="744400" y="727239"/>
                </a:lnTo>
                <a:moveTo>
                  <a:pt x="823069" y="771730"/>
                </a:moveTo>
                <a:lnTo>
                  <a:pt x="847044" y="785021"/>
                </a:lnTo>
                <a:moveTo>
                  <a:pt x="1551025" y="722630"/>
                </a:moveTo>
                <a:lnTo>
                  <a:pt x="1689521" y="683332"/>
                </a:lnTo>
                <a:moveTo>
                  <a:pt x="1586908" y="648180"/>
                </a:moveTo>
                <a:lnTo>
                  <a:pt x="1689521" y="683332"/>
                </a:lnTo>
                <a:moveTo>
                  <a:pt x="1649630" y="777254"/>
                </a:moveTo>
                <a:lnTo>
                  <a:pt x="1704379" y="808610"/>
                </a:lnTo>
                <a:moveTo>
                  <a:pt x="2153854" y="603626"/>
                </a:moveTo>
                <a:lnTo>
                  <a:pt x="2273371" y="549490"/>
                </a:lnTo>
                <a:moveTo>
                  <a:pt x="1704379" y="808610"/>
                </a:moveTo>
                <a:lnTo>
                  <a:pt x="1797356" y="745171"/>
                </a:lnTo>
                <a:moveTo>
                  <a:pt x="637869" y="666420"/>
                </a:moveTo>
                <a:lnTo>
                  <a:pt x="670395" y="684769"/>
                </a:lnTo>
                <a:moveTo>
                  <a:pt x="1601979" y="635510"/>
                </a:moveTo>
                <a:lnTo>
                  <a:pt x="1689521" y="683332"/>
                </a:lnTo>
                <a:moveTo>
                  <a:pt x="1704379" y="808610"/>
                </a:moveTo>
                <a:lnTo>
                  <a:pt x="1773877" y="731761"/>
                </a:lnTo>
                <a:moveTo>
                  <a:pt x="1770142" y="964005"/>
                </a:moveTo>
                <a:lnTo>
                  <a:pt x="1846238" y="886029"/>
                </a:lnTo>
                <a:moveTo>
                  <a:pt x="1773877" y="731761"/>
                </a:moveTo>
                <a:lnTo>
                  <a:pt x="1797356" y="745171"/>
                </a:lnTo>
                <a:moveTo>
                  <a:pt x="272442" y="926093"/>
                </a:moveTo>
                <a:lnTo>
                  <a:pt x="335255" y="952734"/>
                </a:lnTo>
                <a:moveTo>
                  <a:pt x="1158957" y="726359"/>
                </a:moveTo>
                <a:lnTo>
                  <a:pt x="1203830" y="643700"/>
                </a:lnTo>
                <a:moveTo>
                  <a:pt x="1689521" y="683332"/>
                </a:moveTo>
                <a:lnTo>
                  <a:pt x="1704379" y="808610"/>
                </a:lnTo>
                <a:moveTo>
                  <a:pt x="1041368" y="878302"/>
                </a:moveTo>
                <a:lnTo>
                  <a:pt x="1101566" y="932675"/>
                </a:lnTo>
                <a:moveTo>
                  <a:pt x="2464344" y="539620"/>
                </a:moveTo>
                <a:lnTo>
                  <a:pt x="2414435" y="637307"/>
                </a:lnTo>
                <a:moveTo>
                  <a:pt x="2273371" y="549490"/>
                </a:moveTo>
                <a:lnTo>
                  <a:pt x="2341844" y="477914"/>
                </a:lnTo>
                <a:moveTo>
                  <a:pt x="1649630" y="777254"/>
                </a:moveTo>
                <a:lnTo>
                  <a:pt x="1689521" y="683332"/>
                </a:lnTo>
                <a:moveTo>
                  <a:pt x="2464344" y="539620"/>
                </a:moveTo>
                <a:lnTo>
                  <a:pt x="2457492" y="545861"/>
                </a:lnTo>
                <a:moveTo>
                  <a:pt x="2012482" y="983863"/>
                </a:moveTo>
                <a:lnTo>
                  <a:pt x="2091789" y="940297"/>
                </a:lnTo>
                <a:moveTo>
                  <a:pt x="1689521" y="683332"/>
                </a:moveTo>
                <a:lnTo>
                  <a:pt x="1773877" y="731761"/>
                </a:lnTo>
                <a:moveTo>
                  <a:pt x="335255" y="952734"/>
                </a:moveTo>
                <a:lnTo>
                  <a:pt x="417723" y="892099"/>
                </a:lnTo>
                <a:moveTo>
                  <a:pt x="2091789" y="940297"/>
                </a:moveTo>
                <a:lnTo>
                  <a:pt x="2115144" y="926220"/>
                </a:lnTo>
                <a:moveTo>
                  <a:pt x="1040042" y="663224"/>
                </a:moveTo>
                <a:lnTo>
                  <a:pt x="1154451" y="678868"/>
                </a:lnTo>
                <a:moveTo>
                  <a:pt x="903007" y="703664"/>
                </a:moveTo>
                <a:lnTo>
                  <a:pt x="976513" y="738666"/>
                </a:lnTo>
                <a:moveTo>
                  <a:pt x="244817" y="904496"/>
                </a:moveTo>
                <a:lnTo>
                  <a:pt x="244649" y="931802"/>
                </a:lnTo>
                <a:moveTo>
                  <a:pt x="930836" y="904168"/>
                </a:moveTo>
                <a:lnTo>
                  <a:pt x="1043128" y="893387"/>
                </a:lnTo>
                <a:moveTo>
                  <a:pt x="1158957" y="726359"/>
                </a:moveTo>
                <a:lnTo>
                  <a:pt x="1237736" y="777611"/>
                </a:lnTo>
                <a:moveTo>
                  <a:pt x="1759308" y="840533"/>
                </a:moveTo>
                <a:lnTo>
                  <a:pt x="1846238" y="886029"/>
                </a:lnTo>
                <a:moveTo>
                  <a:pt x="321175" y="965910"/>
                </a:moveTo>
                <a:lnTo>
                  <a:pt x="272442" y="926093"/>
                </a:lnTo>
                <a:moveTo>
                  <a:pt x="2416626" y="626994"/>
                </a:moveTo>
                <a:lnTo>
                  <a:pt x="2414435" y="637307"/>
                </a:lnTo>
                <a:moveTo>
                  <a:pt x="935349" y="831591"/>
                </a:moveTo>
                <a:lnTo>
                  <a:pt x="930836" y="904168"/>
                </a:lnTo>
                <a:moveTo>
                  <a:pt x="1797356" y="745171"/>
                </a:moveTo>
                <a:lnTo>
                  <a:pt x="1937703" y="707321"/>
                </a:lnTo>
                <a:moveTo>
                  <a:pt x="2119928" y="925352"/>
                </a:moveTo>
                <a:lnTo>
                  <a:pt x="2115144" y="926220"/>
                </a:lnTo>
                <a:moveTo>
                  <a:pt x="2287514" y="788297"/>
                </a:moveTo>
                <a:lnTo>
                  <a:pt x="2354658" y="715682"/>
                </a:lnTo>
                <a:moveTo>
                  <a:pt x="930836" y="904168"/>
                </a:moveTo>
                <a:lnTo>
                  <a:pt x="1028884" y="884370"/>
                </a:lnTo>
                <a:moveTo>
                  <a:pt x="1116567" y="816309"/>
                </a:moveTo>
                <a:lnTo>
                  <a:pt x="1101566" y="932675"/>
                </a:lnTo>
                <a:moveTo>
                  <a:pt x="1759308" y="840533"/>
                </a:moveTo>
                <a:lnTo>
                  <a:pt x="1884651" y="790953"/>
                </a:lnTo>
                <a:moveTo>
                  <a:pt x="1846238" y="886029"/>
                </a:moveTo>
                <a:lnTo>
                  <a:pt x="1827962" y="955051"/>
                </a:lnTo>
                <a:moveTo>
                  <a:pt x="526700" y="712580"/>
                </a:moveTo>
                <a:lnTo>
                  <a:pt x="547942" y="618581"/>
                </a:lnTo>
                <a:moveTo>
                  <a:pt x="1116567" y="816309"/>
                </a:moveTo>
                <a:lnTo>
                  <a:pt x="1237736" y="777611"/>
                </a:lnTo>
                <a:moveTo>
                  <a:pt x="847044" y="785021"/>
                </a:moveTo>
                <a:lnTo>
                  <a:pt x="935349" y="831591"/>
                </a:lnTo>
                <a:moveTo>
                  <a:pt x="2153854" y="603626"/>
                </a:moveTo>
                <a:lnTo>
                  <a:pt x="2212027" y="626640"/>
                </a:lnTo>
                <a:moveTo>
                  <a:pt x="976513" y="738666"/>
                </a:moveTo>
                <a:lnTo>
                  <a:pt x="1040042" y="663224"/>
                </a:lnTo>
                <a:moveTo>
                  <a:pt x="547942" y="618581"/>
                </a:moveTo>
                <a:lnTo>
                  <a:pt x="560648" y="731157"/>
                </a:lnTo>
                <a:moveTo>
                  <a:pt x="1116567" y="816309"/>
                </a:moveTo>
                <a:lnTo>
                  <a:pt x="1182294" y="861253"/>
                </a:lnTo>
                <a:moveTo>
                  <a:pt x="847044" y="785021"/>
                </a:moveTo>
                <a:lnTo>
                  <a:pt x="976513" y="738666"/>
                </a:lnTo>
                <a:moveTo>
                  <a:pt x="1797356" y="745171"/>
                </a:moveTo>
                <a:lnTo>
                  <a:pt x="1884651" y="790953"/>
                </a:lnTo>
                <a:moveTo>
                  <a:pt x="373666" y="629907"/>
                </a:moveTo>
                <a:lnTo>
                  <a:pt x="495411" y="658626"/>
                </a:lnTo>
                <a:moveTo>
                  <a:pt x="1937703" y="707321"/>
                </a:moveTo>
                <a:lnTo>
                  <a:pt x="2078520" y="682235"/>
                </a:lnTo>
                <a:moveTo>
                  <a:pt x="2078520" y="682235"/>
                </a:moveTo>
                <a:lnTo>
                  <a:pt x="2085546" y="675330"/>
                </a:lnTo>
                <a:moveTo>
                  <a:pt x="2212506" y="859655"/>
                </a:moveTo>
                <a:lnTo>
                  <a:pt x="2115144" y="926220"/>
                </a:lnTo>
                <a:moveTo>
                  <a:pt x="678605" y="786077"/>
                </a:moveTo>
                <a:lnTo>
                  <a:pt x="744400" y="727239"/>
                </a:lnTo>
                <a:moveTo>
                  <a:pt x="2091789" y="940297"/>
                </a:moveTo>
                <a:lnTo>
                  <a:pt x="2119928" y="925352"/>
                </a:lnTo>
                <a:moveTo>
                  <a:pt x="2341844" y="477914"/>
                </a:moveTo>
                <a:lnTo>
                  <a:pt x="2402776" y="503085"/>
                </a:lnTo>
                <a:moveTo>
                  <a:pt x="637869" y="666420"/>
                </a:moveTo>
                <a:lnTo>
                  <a:pt x="678605" y="786077"/>
                </a:lnTo>
                <a:moveTo>
                  <a:pt x="678605" y="786077"/>
                </a:moveTo>
                <a:lnTo>
                  <a:pt x="670395" y="684769"/>
                </a:lnTo>
                <a:moveTo>
                  <a:pt x="2416626" y="626994"/>
                </a:moveTo>
                <a:lnTo>
                  <a:pt x="2354658" y="715682"/>
                </a:lnTo>
                <a:moveTo>
                  <a:pt x="2355873" y="708069"/>
                </a:moveTo>
                <a:lnTo>
                  <a:pt x="2354658" y="715682"/>
                </a:lnTo>
                <a:moveTo>
                  <a:pt x="1154451" y="678868"/>
                </a:moveTo>
                <a:lnTo>
                  <a:pt x="1158957" y="726359"/>
                </a:lnTo>
                <a:moveTo>
                  <a:pt x="244649" y="931802"/>
                </a:moveTo>
                <a:lnTo>
                  <a:pt x="321175" y="965910"/>
                </a:lnTo>
                <a:moveTo>
                  <a:pt x="1884651" y="790953"/>
                </a:moveTo>
                <a:lnTo>
                  <a:pt x="1937703" y="707321"/>
                </a:lnTo>
                <a:moveTo>
                  <a:pt x="417723" y="892099"/>
                </a:moveTo>
                <a:lnTo>
                  <a:pt x="461701" y="904015"/>
                </a:lnTo>
                <a:moveTo>
                  <a:pt x="2099510" y="681435"/>
                </a:moveTo>
                <a:lnTo>
                  <a:pt x="2085546" y="675330"/>
                </a:lnTo>
                <a:moveTo>
                  <a:pt x="1028884" y="884370"/>
                </a:moveTo>
                <a:lnTo>
                  <a:pt x="1043128" y="893387"/>
                </a:lnTo>
                <a:moveTo>
                  <a:pt x="2078520" y="682235"/>
                </a:moveTo>
                <a:lnTo>
                  <a:pt x="2099510" y="681435"/>
                </a:lnTo>
                <a:moveTo>
                  <a:pt x="1846238" y="886029"/>
                </a:moveTo>
                <a:lnTo>
                  <a:pt x="1884651" y="790953"/>
                </a:lnTo>
                <a:moveTo>
                  <a:pt x="2470628" y="441245"/>
                </a:moveTo>
                <a:lnTo>
                  <a:pt x="2464344" y="539620"/>
                </a:lnTo>
                <a:moveTo>
                  <a:pt x="1041368" y="878302"/>
                </a:moveTo>
                <a:lnTo>
                  <a:pt x="1043128" y="893387"/>
                </a:lnTo>
                <a:moveTo>
                  <a:pt x="1040042" y="663224"/>
                </a:moveTo>
                <a:lnTo>
                  <a:pt x="1110292" y="695680"/>
                </a:lnTo>
                <a:moveTo>
                  <a:pt x="560648" y="731157"/>
                </a:moveTo>
                <a:lnTo>
                  <a:pt x="637869" y="666420"/>
                </a:lnTo>
                <a:moveTo>
                  <a:pt x="465385" y="679146"/>
                </a:moveTo>
                <a:lnTo>
                  <a:pt x="495411" y="658626"/>
                </a:lnTo>
                <a:moveTo>
                  <a:pt x="935349" y="831591"/>
                </a:moveTo>
                <a:lnTo>
                  <a:pt x="1028884" y="884370"/>
                </a:lnTo>
                <a:moveTo>
                  <a:pt x="244817" y="904496"/>
                </a:moveTo>
                <a:lnTo>
                  <a:pt x="271305" y="800096"/>
                </a:lnTo>
                <a:moveTo>
                  <a:pt x="373666" y="629907"/>
                </a:moveTo>
                <a:lnTo>
                  <a:pt x="465385" y="679146"/>
                </a:lnTo>
                <a:moveTo>
                  <a:pt x="935349" y="831591"/>
                </a:moveTo>
                <a:lnTo>
                  <a:pt x="976513" y="738666"/>
                </a:lnTo>
                <a:moveTo>
                  <a:pt x="315234" y="709332"/>
                </a:moveTo>
                <a:lnTo>
                  <a:pt x="373666" y="629907"/>
                </a:lnTo>
                <a:moveTo>
                  <a:pt x="1028884" y="884370"/>
                </a:moveTo>
                <a:lnTo>
                  <a:pt x="1041368" y="878302"/>
                </a:lnTo>
                <a:moveTo>
                  <a:pt x="495411" y="658626"/>
                </a:moveTo>
                <a:lnTo>
                  <a:pt x="526700" y="712580"/>
                </a:lnTo>
                <a:moveTo>
                  <a:pt x="2119928" y="925352"/>
                </a:moveTo>
                <a:lnTo>
                  <a:pt x="2212506" y="859655"/>
                </a:lnTo>
                <a:moveTo>
                  <a:pt x="2402776" y="503085"/>
                </a:moveTo>
                <a:lnTo>
                  <a:pt x="2470628" y="441245"/>
                </a:lnTo>
                <a:moveTo>
                  <a:pt x="1110292" y="695680"/>
                </a:moveTo>
                <a:lnTo>
                  <a:pt x="1154451" y="678868"/>
                </a:lnTo>
                <a:moveTo>
                  <a:pt x="2085546" y="675330"/>
                </a:moveTo>
                <a:lnTo>
                  <a:pt x="2212027" y="626640"/>
                </a:lnTo>
                <a:moveTo>
                  <a:pt x="244649" y="931802"/>
                </a:moveTo>
                <a:lnTo>
                  <a:pt x="313644" y="935839"/>
                </a:lnTo>
                <a:moveTo>
                  <a:pt x="1937703" y="707321"/>
                </a:moveTo>
                <a:lnTo>
                  <a:pt x="2015501" y="745678"/>
                </a:lnTo>
                <a:moveTo>
                  <a:pt x="2254561" y="822301"/>
                </a:moveTo>
                <a:lnTo>
                  <a:pt x="2287514" y="788297"/>
                </a:lnTo>
                <a:moveTo>
                  <a:pt x="1116567" y="816309"/>
                </a:moveTo>
                <a:lnTo>
                  <a:pt x="1158957" y="726359"/>
                </a:lnTo>
                <a:moveTo>
                  <a:pt x="2212027" y="626640"/>
                </a:moveTo>
                <a:lnTo>
                  <a:pt x="2273371" y="549490"/>
                </a:lnTo>
                <a:moveTo>
                  <a:pt x="1041368" y="878302"/>
                </a:moveTo>
                <a:lnTo>
                  <a:pt x="1116567" y="816309"/>
                </a:lnTo>
                <a:moveTo>
                  <a:pt x="2190661" y="653533"/>
                </a:moveTo>
                <a:lnTo>
                  <a:pt x="2085546" y="675330"/>
                </a:lnTo>
                <a:moveTo>
                  <a:pt x="2273371" y="549490"/>
                </a:moveTo>
                <a:lnTo>
                  <a:pt x="2402776" y="503085"/>
                </a:lnTo>
                <a:moveTo>
                  <a:pt x="461701" y="904015"/>
                </a:moveTo>
                <a:lnTo>
                  <a:pt x="526120" y="885931"/>
                </a:lnTo>
                <a:moveTo>
                  <a:pt x="2015501" y="745678"/>
                </a:moveTo>
                <a:lnTo>
                  <a:pt x="2078520" y="682235"/>
                </a:lnTo>
                <a:moveTo>
                  <a:pt x="2290667" y="786993"/>
                </a:moveTo>
                <a:lnTo>
                  <a:pt x="2287514" y="788297"/>
                </a:lnTo>
                <a:moveTo>
                  <a:pt x="315234" y="709332"/>
                </a:moveTo>
                <a:lnTo>
                  <a:pt x="465385" y="679146"/>
                </a:lnTo>
                <a:moveTo>
                  <a:pt x="2355873" y="708069"/>
                </a:moveTo>
                <a:lnTo>
                  <a:pt x="2287514" y="788297"/>
                </a:lnTo>
                <a:moveTo>
                  <a:pt x="2042729" y="914427"/>
                </a:moveTo>
                <a:lnTo>
                  <a:pt x="2012482" y="983863"/>
                </a:lnTo>
                <a:moveTo>
                  <a:pt x="321175" y="965910"/>
                </a:moveTo>
                <a:lnTo>
                  <a:pt x="335255" y="952734"/>
                </a:lnTo>
                <a:moveTo>
                  <a:pt x="271305" y="800096"/>
                </a:moveTo>
                <a:lnTo>
                  <a:pt x="315234" y="709332"/>
                </a:lnTo>
                <a:moveTo>
                  <a:pt x="244817" y="904496"/>
                </a:moveTo>
                <a:lnTo>
                  <a:pt x="313644" y="935839"/>
                </a:lnTo>
                <a:moveTo>
                  <a:pt x="976513" y="738666"/>
                </a:moveTo>
                <a:lnTo>
                  <a:pt x="1110292" y="695680"/>
                </a:lnTo>
                <a:moveTo>
                  <a:pt x="1110292" y="695680"/>
                </a:moveTo>
                <a:lnTo>
                  <a:pt x="1158957" y="726359"/>
                </a:lnTo>
                <a:moveTo>
                  <a:pt x="465385" y="679146"/>
                </a:moveTo>
                <a:lnTo>
                  <a:pt x="526700" y="712580"/>
                </a:lnTo>
                <a:moveTo>
                  <a:pt x="2015501" y="745678"/>
                </a:moveTo>
                <a:lnTo>
                  <a:pt x="2099510" y="681435"/>
                </a:lnTo>
                <a:moveTo>
                  <a:pt x="1884651" y="790953"/>
                </a:moveTo>
                <a:lnTo>
                  <a:pt x="2015501" y="745678"/>
                </a:lnTo>
                <a:moveTo>
                  <a:pt x="2212506" y="859655"/>
                </a:moveTo>
                <a:lnTo>
                  <a:pt x="2254561" y="822301"/>
                </a:lnTo>
                <a:moveTo>
                  <a:pt x="2099510" y="681435"/>
                </a:moveTo>
                <a:lnTo>
                  <a:pt x="2190661" y="653533"/>
                </a:lnTo>
                <a:moveTo>
                  <a:pt x="2416626" y="626994"/>
                </a:moveTo>
                <a:lnTo>
                  <a:pt x="2464344" y="539620"/>
                </a:lnTo>
                <a:moveTo>
                  <a:pt x="1846238" y="886029"/>
                </a:moveTo>
                <a:lnTo>
                  <a:pt x="1961755" y="828767"/>
                </a:lnTo>
                <a:moveTo>
                  <a:pt x="2402776" y="503085"/>
                </a:moveTo>
                <a:lnTo>
                  <a:pt x="2464344" y="539620"/>
                </a:lnTo>
                <a:moveTo>
                  <a:pt x="359272" y="962973"/>
                </a:moveTo>
                <a:lnTo>
                  <a:pt x="335255" y="952734"/>
                </a:lnTo>
                <a:moveTo>
                  <a:pt x="2254561" y="822301"/>
                </a:moveTo>
                <a:lnTo>
                  <a:pt x="2290667" y="786993"/>
                </a:lnTo>
                <a:moveTo>
                  <a:pt x="935349" y="831591"/>
                </a:moveTo>
                <a:lnTo>
                  <a:pt x="1053228" y="776175"/>
                </a:lnTo>
                <a:moveTo>
                  <a:pt x="2042729" y="914427"/>
                </a:moveTo>
                <a:lnTo>
                  <a:pt x="2091789" y="940297"/>
                </a:lnTo>
                <a:moveTo>
                  <a:pt x="526700" y="712580"/>
                </a:moveTo>
                <a:lnTo>
                  <a:pt x="560648" y="731157"/>
                </a:lnTo>
                <a:moveTo>
                  <a:pt x="2290667" y="786993"/>
                </a:moveTo>
                <a:lnTo>
                  <a:pt x="2355873" y="708069"/>
                </a:lnTo>
                <a:moveTo>
                  <a:pt x="1028884" y="884370"/>
                </a:moveTo>
                <a:lnTo>
                  <a:pt x="1053228" y="776175"/>
                </a:lnTo>
                <a:moveTo>
                  <a:pt x="2355873" y="708069"/>
                </a:moveTo>
                <a:lnTo>
                  <a:pt x="2416626" y="626994"/>
                </a:lnTo>
                <a:moveTo>
                  <a:pt x="1884651" y="790953"/>
                </a:moveTo>
                <a:lnTo>
                  <a:pt x="1961755" y="828767"/>
                </a:lnTo>
                <a:moveTo>
                  <a:pt x="976513" y="738666"/>
                </a:moveTo>
                <a:lnTo>
                  <a:pt x="1053228" y="776175"/>
                </a:lnTo>
                <a:moveTo>
                  <a:pt x="1053228" y="776175"/>
                </a:moveTo>
                <a:lnTo>
                  <a:pt x="1158957" y="726359"/>
                </a:lnTo>
                <a:moveTo>
                  <a:pt x="321175" y="965910"/>
                </a:moveTo>
                <a:lnTo>
                  <a:pt x="359272" y="962973"/>
                </a:lnTo>
                <a:moveTo>
                  <a:pt x="465385" y="679146"/>
                </a:moveTo>
                <a:lnTo>
                  <a:pt x="535134" y="757641"/>
                </a:lnTo>
                <a:moveTo>
                  <a:pt x="244817" y="904496"/>
                </a:moveTo>
                <a:lnTo>
                  <a:pt x="343366" y="833968"/>
                </a:lnTo>
                <a:moveTo>
                  <a:pt x="1053228" y="776175"/>
                </a:moveTo>
                <a:lnTo>
                  <a:pt x="1041368" y="878302"/>
                </a:lnTo>
                <a:moveTo>
                  <a:pt x="335255" y="952734"/>
                </a:moveTo>
                <a:lnTo>
                  <a:pt x="461701" y="904015"/>
                </a:lnTo>
                <a:moveTo>
                  <a:pt x="2042729" y="914427"/>
                </a:moveTo>
                <a:lnTo>
                  <a:pt x="2119928" y="925352"/>
                </a:lnTo>
                <a:moveTo>
                  <a:pt x="2099510" y="681435"/>
                </a:moveTo>
                <a:lnTo>
                  <a:pt x="2150674" y="703782"/>
                </a:lnTo>
                <a:moveTo>
                  <a:pt x="2190661" y="653533"/>
                </a:moveTo>
                <a:lnTo>
                  <a:pt x="2212027" y="626640"/>
                </a:lnTo>
                <a:moveTo>
                  <a:pt x="2321214" y="567704"/>
                </a:moveTo>
                <a:lnTo>
                  <a:pt x="2273371" y="549490"/>
                </a:lnTo>
                <a:moveTo>
                  <a:pt x="313644" y="935839"/>
                </a:moveTo>
                <a:lnTo>
                  <a:pt x="321175" y="965910"/>
                </a:lnTo>
                <a:moveTo>
                  <a:pt x="535134" y="757641"/>
                </a:moveTo>
                <a:lnTo>
                  <a:pt x="526700" y="712580"/>
                </a:lnTo>
                <a:moveTo>
                  <a:pt x="396499" y="750399"/>
                </a:moveTo>
                <a:lnTo>
                  <a:pt x="465385" y="679146"/>
                </a:lnTo>
                <a:moveTo>
                  <a:pt x="2340961" y="557533"/>
                </a:moveTo>
                <a:lnTo>
                  <a:pt x="2273371" y="549490"/>
                </a:lnTo>
                <a:moveTo>
                  <a:pt x="1053228" y="776175"/>
                </a:moveTo>
                <a:lnTo>
                  <a:pt x="1116567" y="816309"/>
                </a:lnTo>
                <a:moveTo>
                  <a:pt x="2081612" y="893653"/>
                </a:moveTo>
                <a:lnTo>
                  <a:pt x="2119928" y="925352"/>
                </a:lnTo>
                <a:moveTo>
                  <a:pt x="315234" y="709332"/>
                </a:moveTo>
                <a:lnTo>
                  <a:pt x="396499" y="750399"/>
                </a:lnTo>
                <a:moveTo>
                  <a:pt x="271305" y="800096"/>
                </a:moveTo>
                <a:lnTo>
                  <a:pt x="396499" y="750399"/>
                </a:lnTo>
                <a:moveTo>
                  <a:pt x="535134" y="757641"/>
                </a:moveTo>
                <a:lnTo>
                  <a:pt x="560648" y="731157"/>
                </a:lnTo>
                <a:moveTo>
                  <a:pt x="2230029" y="634074"/>
                </a:moveTo>
                <a:lnTo>
                  <a:pt x="2212027" y="626640"/>
                </a:lnTo>
                <a:moveTo>
                  <a:pt x="1053228" y="776175"/>
                </a:moveTo>
                <a:lnTo>
                  <a:pt x="1110292" y="695680"/>
                </a:lnTo>
                <a:moveTo>
                  <a:pt x="313644" y="935839"/>
                </a:moveTo>
                <a:lnTo>
                  <a:pt x="359272" y="962973"/>
                </a:lnTo>
                <a:moveTo>
                  <a:pt x="1961755" y="828767"/>
                </a:moveTo>
                <a:lnTo>
                  <a:pt x="2015501" y="745678"/>
                </a:lnTo>
                <a:moveTo>
                  <a:pt x="2190661" y="653533"/>
                </a:moveTo>
                <a:lnTo>
                  <a:pt x="2230029" y="634074"/>
                </a:lnTo>
                <a:moveTo>
                  <a:pt x="465385" y="679146"/>
                </a:moveTo>
                <a:lnTo>
                  <a:pt x="490710" y="801587"/>
                </a:lnTo>
                <a:moveTo>
                  <a:pt x="271305" y="800096"/>
                </a:moveTo>
                <a:lnTo>
                  <a:pt x="343366" y="833968"/>
                </a:lnTo>
                <a:moveTo>
                  <a:pt x="2015501" y="745678"/>
                </a:moveTo>
                <a:lnTo>
                  <a:pt x="2150674" y="703782"/>
                </a:lnTo>
                <a:moveTo>
                  <a:pt x="2081612" y="893653"/>
                </a:moveTo>
                <a:lnTo>
                  <a:pt x="2212506" y="859655"/>
                </a:lnTo>
                <a:moveTo>
                  <a:pt x="2150674" y="703782"/>
                </a:moveTo>
                <a:lnTo>
                  <a:pt x="2190661" y="653533"/>
                </a:lnTo>
                <a:moveTo>
                  <a:pt x="2321214" y="567704"/>
                </a:moveTo>
                <a:lnTo>
                  <a:pt x="2212027" y="626640"/>
                </a:lnTo>
                <a:moveTo>
                  <a:pt x="2340961" y="557533"/>
                </a:moveTo>
                <a:lnTo>
                  <a:pt x="2402776" y="503085"/>
                </a:lnTo>
                <a:moveTo>
                  <a:pt x="2349538" y="581392"/>
                </a:moveTo>
                <a:lnTo>
                  <a:pt x="2464344" y="539620"/>
                </a:lnTo>
                <a:moveTo>
                  <a:pt x="2150674" y="703782"/>
                </a:moveTo>
                <a:lnTo>
                  <a:pt x="2230029" y="634074"/>
                </a:lnTo>
                <a:moveTo>
                  <a:pt x="359272" y="962973"/>
                </a:moveTo>
                <a:lnTo>
                  <a:pt x="447321" y="892773"/>
                </a:lnTo>
                <a:moveTo>
                  <a:pt x="2349538" y="581392"/>
                </a:moveTo>
                <a:lnTo>
                  <a:pt x="2416626" y="626994"/>
                </a:lnTo>
                <a:moveTo>
                  <a:pt x="2349538" y="581392"/>
                </a:moveTo>
                <a:lnTo>
                  <a:pt x="2402776" y="503085"/>
                </a:lnTo>
                <a:moveTo>
                  <a:pt x="2015501" y="745678"/>
                </a:moveTo>
                <a:lnTo>
                  <a:pt x="2091543" y="782661"/>
                </a:lnTo>
                <a:moveTo>
                  <a:pt x="2230029" y="634074"/>
                </a:moveTo>
                <a:lnTo>
                  <a:pt x="2321214" y="567704"/>
                </a:lnTo>
                <a:moveTo>
                  <a:pt x="490710" y="801587"/>
                </a:moveTo>
                <a:lnTo>
                  <a:pt x="535134" y="757641"/>
                </a:lnTo>
                <a:moveTo>
                  <a:pt x="313644" y="935839"/>
                </a:moveTo>
                <a:lnTo>
                  <a:pt x="343366" y="833968"/>
                </a:lnTo>
                <a:moveTo>
                  <a:pt x="313644" y="935839"/>
                </a:moveTo>
                <a:lnTo>
                  <a:pt x="447321" y="892773"/>
                </a:lnTo>
                <a:moveTo>
                  <a:pt x="343366" y="833968"/>
                </a:moveTo>
                <a:lnTo>
                  <a:pt x="396499" y="750399"/>
                </a:lnTo>
                <a:moveTo>
                  <a:pt x="396499" y="750399"/>
                </a:moveTo>
                <a:lnTo>
                  <a:pt x="490710" y="801587"/>
                </a:lnTo>
                <a:moveTo>
                  <a:pt x="1961755" y="828767"/>
                </a:moveTo>
                <a:lnTo>
                  <a:pt x="2091543" y="782661"/>
                </a:lnTo>
                <a:moveTo>
                  <a:pt x="2318852" y="676996"/>
                </a:moveTo>
                <a:lnTo>
                  <a:pt x="2416626" y="626994"/>
                </a:lnTo>
                <a:moveTo>
                  <a:pt x="2258564" y="758296"/>
                </a:moveTo>
                <a:lnTo>
                  <a:pt x="2290667" y="786993"/>
                </a:lnTo>
                <a:moveTo>
                  <a:pt x="2318852" y="676996"/>
                </a:moveTo>
                <a:lnTo>
                  <a:pt x="2355873" y="708069"/>
                </a:lnTo>
                <a:moveTo>
                  <a:pt x="2258564" y="758296"/>
                </a:moveTo>
                <a:lnTo>
                  <a:pt x="2355873" y="708069"/>
                </a:lnTo>
                <a:moveTo>
                  <a:pt x="2091543" y="782661"/>
                </a:moveTo>
                <a:lnTo>
                  <a:pt x="2150674" y="703782"/>
                </a:lnTo>
                <a:moveTo>
                  <a:pt x="2042729" y="914427"/>
                </a:moveTo>
                <a:lnTo>
                  <a:pt x="2081612" y="893653"/>
                </a:lnTo>
                <a:moveTo>
                  <a:pt x="1961755" y="828767"/>
                </a:moveTo>
                <a:lnTo>
                  <a:pt x="2044017" y="870613"/>
                </a:lnTo>
                <a:moveTo>
                  <a:pt x="2321214" y="567704"/>
                </a:moveTo>
                <a:lnTo>
                  <a:pt x="2340961" y="557533"/>
                </a:lnTo>
                <a:moveTo>
                  <a:pt x="447321" y="892773"/>
                </a:moveTo>
                <a:lnTo>
                  <a:pt x="471894" y="906963"/>
                </a:lnTo>
                <a:moveTo>
                  <a:pt x="490710" y="801587"/>
                </a:moveTo>
                <a:lnTo>
                  <a:pt x="471894" y="906963"/>
                </a:lnTo>
                <a:moveTo>
                  <a:pt x="343366" y="833968"/>
                </a:moveTo>
                <a:lnTo>
                  <a:pt x="447321" y="892773"/>
                </a:lnTo>
                <a:moveTo>
                  <a:pt x="343366" y="833968"/>
                </a:moveTo>
                <a:lnTo>
                  <a:pt x="490710" y="801587"/>
                </a:lnTo>
                <a:moveTo>
                  <a:pt x="447321" y="892773"/>
                </a:moveTo>
                <a:lnTo>
                  <a:pt x="490710" y="801587"/>
                </a:lnTo>
                <a:moveTo>
                  <a:pt x="2321214" y="567704"/>
                </a:moveTo>
                <a:lnTo>
                  <a:pt x="2329226" y="570692"/>
                </a:lnTo>
                <a:moveTo>
                  <a:pt x="2044017" y="870613"/>
                </a:moveTo>
                <a:lnTo>
                  <a:pt x="2042729" y="914427"/>
                </a:lnTo>
                <a:moveTo>
                  <a:pt x="2329226" y="570692"/>
                </a:moveTo>
                <a:lnTo>
                  <a:pt x="2340961" y="557533"/>
                </a:lnTo>
                <a:moveTo>
                  <a:pt x="2230029" y="634074"/>
                </a:moveTo>
                <a:lnTo>
                  <a:pt x="2270268" y="649707"/>
                </a:lnTo>
                <a:moveTo>
                  <a:pt x="2091543" y="782661"/>
                </a:moveTo>
                <a:lnTo>
                  <a:pt x="2081612" y="893653"/>
                </a:lnTo>
                <a:moveTo>
                  <a:pt x="2340961" y="557533"/>
                </a:moveTo>
                <a:lnTo>
                  <a:pt x="2349538" y="581392"/>
                </a:lnTo>
                <a:moveTo>
                  <a:pt x="2150674" y="703782"/>
                </a:moveTo>
                <a:lnTo>
                  <a:pt x="2270268" y="649707"/>
                </a:lnTo>
                <a:moveTo>
                  <a:pt x="2044017" y="870613"/>
                </a:moveTo>
                <a:lnTo>
                  <a:pt x="2081612" y="893653"/>
                </a:lnTo>
                <a:moveTo>
                  <a:pt x="2329226" y="570692"/>
                </a:moveTo>
                <a:lnTo>
                  <a:pt x="2349538" y="581392"/>
                </a:lnTo>
                <a:moveTo>
                  <a:pt x="2044017" y="870613"/>
                </a:moveTo>
                <a:lnTo>
                  <a:pt x="2091543" y="782661"/>
                </a:lnTo>
                <a:moveTo>
                  <a:pt x="2270268" y="649707"/>
                </a:moveTo>
                <a:lnTo>
                  <a:pt x="2321214" y="567704"/>
                </a:lnTo>
                <a:moveTo>
                  <a:pt x="2150674" y="703782"/>
                </a:moveTo>
                <a:lnTo>
                  <a:pt x="2219357" y="735012"/>
                </a:lnTo>
                <a:moveTo>
                  <a:pt x="2270268" y="649707"/>
                </a:moveTo>
                <a:lnTo>
                  <a:pt x="2329226" y="570692"/>
                </a:lnTo>
                <a:moveTo>
                  <a:pt x="2329226" y="570692"/>
                </a:moveTo>
                <a:lnTo>
                  <a:pt x="2318852" y="676996"/>
                </a:lnTo>
                <a:moveTo>
                  <a:pt x="2318852" y="676996"/>
                </a:moveTo>
                <a:lnTo>
                  <a:pt x="2349538" y="581392"/>
                </a:lnTo>
                <a:moveTo>
                  <a:pt x="2091543" y="782661"/>
                </a:moveTo>
                <a:lnTo>
                  <a:pt x="2219357" y="735012"/>
                </a:lnTo>
                <a:moveTo>
                  <a:pt x="1146399" y="707108"/>
                </a:moveTo>
                <a:lnTo>
                  <a:pt x="1170740" y="720472"/>
                </a:lnTo>
                <a:moveTo>
                  <a:pt x="1146399" y="707108"/>
                </a:moveTo>
                <a:lnTo>
                  <a:pt x="1181016" y="688695"/>
                </a:lnTo>
                <a:moveTo>
                  <a:pt x="2270268" y="649707"/>
                </a:moveTo>
                <a:lnTo>
                  <a:pt x="2318852" y="676996"/>
                </a:lnTo>
                <a:moveTo>
                  <a:pt x="2270268" y="649707"/>
                </a:moveTo>
                <a:lnTo>
                  <a:pt x="2258564" y="758296"/>
                </a:lnTo>
                <a:moveTo>
                  <a:pt x="1181016" y="688695"/>
                </a:moveTo>
                <a:lnTo>
                  <a:pt x="1170740" y="720472"/>
                </a:lnTo>
                <a:moveTo>
                  <a:pt x="2258564" y="758296"/>
                </a:moveTo>
                <a:lnTo>
                  <a:pt x="2318852" y="676996"/>
                </a:lnTo>
                <a:moveTo>
                  <a:pt x="1144974" y="752259"/>
                </a:moveTo>
                <a:lnTo>
                  <a:pt x="1146399" y="707108"/>
                </a:lnTo>
                <a:moveTo>
                  <a:pt x="1144974" y="752259"/>
                </a:moveTo>
                <a:lnTo>
                  <a:pt x="1170740" y="720472"/>
                </a:lnTo>
                <a:moveTo>
                  <a:pt x="2219357" y="735012"/>
                </a:moveTo>
                <a:lnTo>
                  <a:pt x="2270268" y="649707"/>
                </a:lnTo>
                <a:moveTo>
                  <a:pt x="2219357" y="735012"/>
                </a:moveTo>
                <a:lnTo>
                  <a:pt x="2258564" y="758296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35D1E74F-3F0E-4922-A20A-92E4919B29D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6936" y="685416"/>
                </a:moveTo>
                <a:lnTo>
                  <a:pt x="610107" y="6405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9D977ED1-99A1-4FFB-8DA2-A37BE8B6D4F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4651" y="646336"/>
                </a:moveTo>
                <a:lnTo>
                  <a:pt x="886978" y="6272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9D2180D8-9EDB-4BE7-BC1A-EC755B722996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6978" y="627283"/>
                </a:moveTo>
                <a:lnTo>
                  <a:pt x="816632" y="7596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5EAC5547-46A3-489A-A6CA-CACF0BBFAEF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764" y="634719"/>
                </a:moveTo>
                <a:lnTo>
                  <a:pt x="1490815" y="6626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3D06DDBA-4D82-4CF1-ABCA-F63358733403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1442" y="688388"/>
                </a:moveTo>
                <a:lnTo>
                  <a:pt x="586936" y="685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64A6D051-59E4-4AD0-A2AA-51C889E999F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689" y="729986"/>
                </a:moveTo>
                <a:lnTo>
                  <a:pt x="1034651" y="6463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F1AC1F20-8E0F-4B53-8F6D-9FA21480603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6936" y="685416"/>
                </a:moveTo>
                <a:lnTo>
                  <a:pt x="679184" y="743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003D19D5-DA60-4E74-8AC8-990738B1C9D5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4518" y="759346"/>
                </a:moveTo>
                <a:lnTo>
                  <a:pt x="1343764" y="6347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B1B56645-7EE1-41E9-8AA4-DB4BBBF50AC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9184" y="743927"/>
                </a:moveTo>
                <a:lnTo>
                  <a:pt x="816632" y="7596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940AB30E-48A9-46B5-9756-A2CC731200A3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0815" y="662669"/>
                </a:moveTo>
                <a:lnTo>
                  <a:pt x="1547764" y="7704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19BB16B2-AF03-4092-ABBE-E4BEE7CDB9C6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4518" y="759346"/>
                </a:moveTo>
                <a:lnTo>
                  <a:pt x="1109689" y="7299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CBE24753-0FD9-4320-A547-4DF29D180FA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4394" y="877283"/>
                </a:moveTo>
                <a:lnTo>
                  <a:pt x="1254518" y="7593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8469BA92-26C0-41A0-A5E7-E909BCF1A7AC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6632" y="759654"/>
                </a:moveTo>
                <a:lnTo>
                  <a:pt x="885685" y="8446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66227F8C-C208-4127-B45F-B09F146028FE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077" y="979171"/>
                </a:moveTo>
                <a:lnTo>
                  <a:pt x="1235076" y="10036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55B942AD-7C52-49C2-9623-19CDD751FC6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64" y="770436"/>
                </a:moveTo>
                <a:lnTo>
                  <a:pt x="1688744" y="8267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428F7173-83D1-450E-8A6B-6581DCEB6789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073" y="753521"/>
                </a:moveTo>
                <a:lnTo>
                  <a:pt x="1827598" y="6113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AE4D949F-A738-448D-A905-29A9D83FCCA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689" y="729986"/>
                </a:moveTo>
                <a:lnTo>
                  <a:pt x="1032744" y="859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03676F0D-C9FB-46D6-882E-F0B607B905B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05" y="895532"/>
                </a:moveTo>
                <a:lnTo>
                  <a:pt x="1547764" y="7704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D272A9A1-1B9A-4CAE-9FD4-033F742A8C5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744" y="826752"/>
                </a:moveTo>
                <a:lnTo>
                  <a:pt x="1815073" y="7535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538FD846-5325-403C-B853-7A0DDF2D495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2744" y="859859"/>
                </a:moveTo>
                <a:lnTo>
                  <a:pt x="1088077" y="979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553E1978-F99F-46C5-A116-CDD9C18FE8D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744" y="826752"/>
                </a:moveTo>
                <a:lnTo>
                  <a:pt x="1684196" y="9737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848FE7E3-897B-4CBE-80F4-C53D306F60C6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05" y="895532"/>
                </a:moveTo>
                <a:lnTo>
                  <a:pt x="1314394" y="8772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DF38E066-A466-4BF3-BA2F-A72F15468103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076" y="1003698"/>
                </a:moveTo>
                <a:lnTo>
                  <a:pt x="1314394" y="8772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E0720EFD-55C6-4DAB-96E0-B95A1403E1A9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073" y="753521"/>
                </a:moveTo>
                <a:lnTo>
                  <a:pt x="1940424" y="8366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DF5E8B38-0206-4F94-9EB9-B9881782236A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5685" y="844651"/>
                </a:moveTo>
                <a:lnTo>
                  <a:pt x="1032744" y="859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51E7658C-B06C-4A17-B10F-C260D0D084B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685" y="1004792"/>
                </a:moveTo>
                <a:lnTo>
                  <a:pt x="1461505" y="8955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2E45A1D0-F2FD-44D8-8CDD-0030AD487B5F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0424" y="836669"/>
                </a:moveTo>
                <a:lnTo>
                  <a:pt x="2066264" y="8029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5175FF59-FBEC-4090-AF6C-22CB14F19B4F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0086" y="764153"/>
                </a:moveTo>
                <a:lnTo>
                  <a:pt x="451442" y="6883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BB27AD89-A46A-4044-9FA8-DD5F8388009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264" y="802976"/>
                </a:moveTo>
                <a:lnTo>
                  <a:pt x="2151490" y="691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3B1A2D0A-D6B8-4C0B-B505-200DE24D068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196" y="973781"/>
                </a:moveTo>
                <a:lnTo>
                  <a:pt x="1537685" y="1004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C0AB32FC-2B17-4149-9853-CCCC5101F65E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490" y="691594"/>
                </a:moveTo>
                <a:lnTo>
                  <a:pt x="2272755" y="6520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11EC1667-C12A-47AE-85B0-2D247C5EF117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2755" y="652054"/>
                </a:moveTo>
                <a:lnTo>
                  <a:pt x="2352987" y="5460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21F8565B-A84F-4AB5-B47B-7F46013FEA9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689" y="729986"/>
                </a:moveTo>
                <a:lnTo>
                  <a:pt x="1108753" y="655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EB95C0CE-0859-4E43-9CA6-B285FFA6AC1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64" y="770436"/>
                </a:moveTo>
                <a:lnTo>
                  <a:pt x="1543975" y="725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F6E9C443-DAD3-4DFC-A17A-ABC2493B836A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13400" y="780774"/>
                </a:moveTo>
                <a:lnTo>
                  <a:pt x="226167" y="8412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E0D77754-D38A-4E6D-BFB2-82935A40AE7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13400" y="780774"/>
                </a:moveTo>
                <a:lnTo>
                  <a:pt x="450086" y="7641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21623D74-566A-41EE-A7F8-B26B71896F7F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2755" y="652054"/>
                </a:moveTo>
                <a:lnTo>
                  <a:pt x="2235218" y="6046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6F5DD793-35CB-424F-BDE6-BFD2768E8926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3757" y="733592"/>
                </a:moveTo>
                <a:lnTo>
                  <a:pt x="313400" y="7807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6710D9C8-A4F1-4703-9D04-60E1A9F592AC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9321" y="749305"/>
                </a:moveTo>
                <a:lnTo>
                  <a:pt x="1385720" y="7055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E0855AB2-939B-4866-A706-84AE72732E9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16" y="752861"/>
                </a:moveTo>
                <a:lnTo>
                  <a:pt x="1249321" y="7493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300E1E40-784F-497A-9D90-896E532E5493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3642" y="742531"/>
                </a:moveTo>
                <a:lnTo>
                  <a:pt x="1681557" y="6722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FC641C8D-19EF-4E48-AA25-FF7065660D7A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720" y="705563"/>
                </a:moveTo>
                <a:lnTo>
                  <a:pt x="1453381" y="7065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5AE8B0D4-7F48-4AA1-A945-91EB0A364F4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557" y="672208"/>
                </a:moveTo>
                <a:lnTo>
                  <a:pt x="1593992" y="6780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92988499-5553-4F7B-83E0-66E2673CF62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1633" y="753260"/>
                </a:moveTo>
                <a:lnTo>
                  <a:pt x="1173516" y="7528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9967EE94-D79C-49CA-B8DD-4E7C1707E647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301" y="786686"/>
                </a:moveTo>
                <a:lnTo>
                  <a:pt x="1803642" y="7425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616D744E-76D5-4B9C-A3C8-7AC9F7C4B7D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992" y="678069"/>
                </a:moveTo>
                <a:lnTo>
                  <a:pt x="1453381" y="7065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DD65C7B6-6B95-4895-9BE5-B802A87E61C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0274" y="673311"/>
                </a:moveTo>
                <a:lnTo>
                  <a:pt x="732959" y="665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84F0DFC8-1A22-4568-B886-6C5E7F495E6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254" y="828163"/>
                </a:moveTo>
                <a:lnTo>
                  <a:pt x="1031633" y="7532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387F08C2-2D8F-4D6A-844D-9187ED5C0E9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851" y="749145"/>
                </a:moveTo>
                <a:lnTo>
                  <a:pt x="1173516" y="7528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6167D18A-5C11-4910-909B-D2003495CC53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016" y="1219644"/>
                </a:moveTo>
                <a:lnTo>
                  <a:pt x="1394540" y="11096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F4028C41-00A4-483E-88FD-54B238C7396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016" y="1219644"/>
                </a:moveTo>
                <a:lnTo>
                  <a:pt x="1437429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52171597-8954-4CBB-A210-BD0BE173BA75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3381" y="706589"/>
                </a:moveTo>
                <a:lnTo>
                  <a:pt x="1376451" y="7403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652320B3-0640-46AC-9353-21285B9F7D13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992" y="678069"/>
                </a:moveTo>
                <a:lnTo>
                  <a:pt x="1677679" y="7131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CA93D615-57F1-4120-BB64-8A49FE17623A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6588" y="1187089"/>
                </a:moveTo>
                <a:lnTo>
                  <a:pt x="1488016" y="12196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AD2F0643-81F3-4320-B56C-4D9A2ABB69A6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0274" y="673311"/>
                </a:moveTo>
                <a:lnTo>
                  <a:pt x="852844" y="7613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61AE6B14-CED9-4139-A7FF-D7940746DEE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301" y="786686"/>
                </a:moveTo>
                <a:lnTo>
                  <a:pt x="1856535" y="8983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65C03788-4E8E-4892-9E4E-76EBD6CAC771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2844" y="761317"/>
                </a:moveTo>
                <a:lnTo>
                  <a:pt x="966254" y="8281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DF081CB2-8F51-4BA9-9D8A-8A99A832B225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679" y="713147"/>
                </a:moveTo>
                <a:lnTo>
                  <a:pt x="1791301" y="7866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C173BDA1-E197-4190-BD44-0B24DCBBA645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6451" y="740378"/>
                </a:moveTo>
                <a:lnTo>
                  <a:pt x="1230851" y="7491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AEA24467-C1A1-4F1A-AD16-D38FD798A4E7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6535" y="898306"/>
                </a:moveTo>
                <a:lnTo>
                  <a:pt x="1997486" y="936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518294C0-1EB5-4780-9CB5-2200AB019AC9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404" y="353608"/>
                </a:moveTo>
                <a:lnTo>
                  <a:pt x="639416" y="4584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978267BE-8846-4705-BCC2-49D69855897C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422" y="586362"/>
                </a:moveTo>
                <a:lnTo>
                  <a:pt x="760274" y="6733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8608E2F5-0472-418B-9A0A-F944AB5DD44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5764" y="1048735"/>
                </a:moveTo>
                <a:lnTo>
                  <a:pt x="1606588" y="11870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24DCD194-C484-46A1-AB68-E4A3BFCA441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3284" y="892657"/>
                </a:moveTo>
                <a:lnTo>
                  <a:pt x="966254" y="8281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2F6B262B-8E9D-435B-BEE9-24BC6D7D95B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056" y="231104"/>
                </a:moveTo>
                <a:lnTo>
                  <a:pt x="741404" y="3536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6C639C03-C6CD-47E1-BBF2-E0B71926A3F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404" y="353608"/>
                </a:moveTo>
                <a:lnTo>
                  <a:pt x="858534" y="383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51ED8AE0-0D64-48FB-979C-A65944E5A083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9416" y="458476"/>
                </a:moveTo>
                <a:lnTo>
                  <a:pt x="689422" y="58636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A7871365-8BC6-4621-AEC8-602FC92799B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851" y="749145"/>
                </a:moveTo>
                <a:lnTo>
                  <a:pt x="1185848" y="629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CDE289D0-A8AA-495E-9666-85005B2A46EE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327" y="1009731"/>
                </a:moveTo>
                <a:lnTo>
                  <a:pt x="1655764" y="10487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2F618E0D-DB29-4A1B-846A-CA8C492CFC03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851" y="749145"/>
                </a:moveTo>
                <a:lnTo>
                  <a:pt x="1182198" y="8603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B0B62410-1D07-4CA6-B439-8600EA88D36C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6535" y="898306"/>
                </a:moveTo>
                <a:lnTo>
                  <a:pt x="1777327" y="10097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AFB3BBBA-CD94-4DF5-85C7-D894D8BDADC1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679" y="713147"/>
                </a:moveTo>
                <a:lnTo>
                  <a:pt x="1742920" y="6040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660B1291-DBE6-4B7C-B946-8415719D9555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6451" y="740378"/>
                </a:moveTo>
                <a:lnTo>
                  <a:pt x="1450697" y="7282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E0FE9B02-652F-49F8-94CE-15C22B0A126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198" y="860307"/>
                </a:moveTo>
                <a:lnTo>
                  <a:pt x="1043284" y="8926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4E0CA66E-BF53-4C49-A022-78D9FE21DAC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689" y="764523"/>
                </a:moveTo>
                <a:lnTo>
                  <a:pt x="1677679" y="7131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916F0375-9C47-4558-B6A3-3EFD2933CB0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0697" y="728220"/>
                </a:moveTo>
                <a:lnTo>
                  <a:pt x="1586689" y="764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401117E1-6C08-49EC-86D4-5D057DFCB387}"/>
              </a:ext>
            </a:extLst>
          </p:cNvPr>
          <p:cNvSpPr>
            <a:spLocks/>
          </p:cNvSpPr>
          <p:nvPr/>
        </p:nvSpPr>
        <p:spPr>
          <a:xfrm>
            <a:off x="910463" y="27961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3D33C131-F16D-4EF8-94A5-A2E71A01A765}"/>
              </a:ext>
            </a:extLst>
          </p:cNvPr>
          <p:cNvSpPr>
            <a:spLocks/>
          </p:cNvSpPr>
          <p:nvPr/>
        </p:nvSpPr>
        <p:spPr>
          <a:xfrm>
            <a:off x="953812" y="29186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5670A96E-FB46-4328-A122-D6BE644F66F0}"/>
              </a:ext>
            </a:extLst>
          </p:cNvPr>
          <p:cNvSpPr>
            <a:spLocks/>
          </p:cNvSpPr>
          <p:nvPr/>
        </p:nvSpPr>
        <p:spPr>
          <a:xfrm>
            <a:off x="1070941" y="29486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A6058FC0-CCC7-4758-8A83-FCED3A593D64}"/>
              </a:ext>
            </a:extLst>
          </p:cNvPr>
          <p:cNvSpPr>
            <a:spLocks/>
          </p:cNvSpPr>
          <p:nvPr/>
        </p:nvSpPr>
        <p:spPr>
          <a:xfrm>
            <a:off x="851823" y="30235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41A78896-B801-4D11-ADB9-DEDB96A62B5E}"/>
              </a:ext>
            </a:extLst>
          </p:cNvPr>
          <p:cNvSpPr>
            <a:spLocks/>
          </p:cNvSpPr>
          <p:nvPr/>
        </p:nvSpPr>
        <p:spPr>
          <a:xfrm>
            <a:off x="901830" y="31514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3DE9B41C-CB54-4EEC-9609-EDEA22431465}"/>
              </a:ext>
            </a:extLst>
          </p:cNvPr>
          <p:cNvSpPr>
            <a:spLocks/>
          </p:cNvSpPr>
          <p:nvPr/>
        </p:nvSpPr>
        <p:spPr>
          <a:xfrm>
            <a:off x="972681" y="32383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866C7A3B-19DF-43B1-9D1D-F777F290684E}"/>
              </a:ext>
            </a:extLst>
          </p:cNvPr>
          <p:cNvSpPr>
            <a:spLocks/>
          </p:cNvSpPr>
          <p:nvPr/>
        </p:nvSpPr>
        <p:spPr>
          <a:xfrm>
            <a:off x="945367" y="32302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65459796-D668-4926-AC9B-65726D08B426}"/>
              </a:ext>
            </a:extLst>
          </p:cNvPr>
          <p:cNvSpPr>
            <a:spLocks/>
          </p:cNvSpPr>
          <p:nvPr/>
        </p:nvSpPr>
        <p:spPr>
          <a:xfrm>
            <a:off x="1065252" y="33263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16B6E356-A1DD-4151-9264-A55440A6597B}"/>
              </a:ext>
            </a:extLst>
          </p:cNvPr>
          <p:cNvSpPr>
            <a:spLocks/>
          </p:cNvSpPr>
          <p:nvPr/>
        </p:nvSpPr>
        <p:spPr>
          <a:xfrm>
            <a:off x="1178661" y="33932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A1BCABAE-A4DA-406E-A2F9-8F740E2A712D}"/>
              </a:ext>
            </a:extLst>
          </p:cNvPr>
          <p:cNvSpPr>
            <a:spLocks/>
          </p:cNvSpPr>
          <p:nvPr/>
        </p:nvSpPr>
        <p:spPr>
          <a:xfrm>
            <a:off x="1244040" y="33183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378DC205-4E73-499B-98E5-C9D375547216}"/>
              </a:ext>
            </a:extLst>
          </p:cNvPr>
          <p:cNvSpPr>
            <a:spLocks/>
          </p:cNvSpPr>
          <p:nvPr/>
        </p:nvSpPr>
        <p:spPr>
          <a:xfrm>
            <a:off x="1385923" y="33179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9FE56247-715A-4273-BADD-362D741D6B02}"/>
              </a:ext>
            </a:extLst>
          </p:cNvPr>
          <p:cNvSpPr>
            <a:spLocks/>
          </p:cNvSpPr>
          <p:nvPr/>
        </p:nvSpPr>
        <p:spPr>
          <a:xfrm>
            <a:off x="1461729" y="33143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57ED7857-5585-451D-BC7F-FD9A7D63ED52}"/>
              </a:ext>
            </a:extLst>
          </p:cNvPr>
          <p:cNvSpPr>
            <a:spLocks/>
          </p:cNvSpPr>
          <p:nvPr/>
        </p:nvSpPr>
        <p:spPr>
          <a:xfrm>
            <a:off x="1598127" y="3270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A04DFFDB-DC64-40C8-B557-E0301DFCDD4F}"/>
              </a:ext>
            </a:extLst>
          </p:cNvPr>
          <p:cNvSpPr>
            <a:spLocks/>
          </p:cNvSpPr>
          <p:nvPr/>
        </p:nvSpPr>
        <p:spPr>
          <a:xfrm>
            <a:off x="1665788" y="32716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644FC663-85DC-4479-8DDA-B58C07294C8D}"/>
              </a:ext>
            </a:extLst>
          </p:cNvPr>
          <p:cNvSpPr>
            <a:spLocks/>
          </p:cNvSpPr>
          <p:nvPr/>
        </p:nvSpPr>
        <p:spPr>
          <a:xfrm>
            <a:off x="1588859" y="33054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F36DD9CC-B615-4281-A0F8-C0827D6A9A01}"/>
              </a:ext>
            </a:extLst>
          </p:cNvPr>
          <p:cNvSpPr>
            <a:spLocks/>
          </p:cNvSpPr>
          <p:nvPr/>
        </p:nvSpPr>
        <p:spPr>
          <a:xfrm>
            <a:off x="1663104" y="32933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DE96E347-9035-401A-AAA1-16DFACEB08E3}"/>
              </a:ext>
            </a:extLst>
          </p:cNvPr>
          <p:cNvSpPr>
            <a:spLocks/>
          </p:cNvSpPr>
          <p:nvPr/>
        </p:nvSpPr>
        <p:spPr>
          <a:xfrm>
            <a:off x="1799097" y="3329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0A2F6CC4-7179-4741-A867-438685444BBA}"/>
              </a:ext>
            </a:extLst>
          </p:cNvPr>
          <p:cNvSpPr>
            <a:spLocks/>
          </p:cNvSpPr>
          <p:nvPr/>
        </p:nvSpPr>
        <p:spPr>
          <a:xfrm>
            <a:off x="1890086" y="32782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5459AF82-0D22-4B59-846F-46CE10F467B5}"/>
              </a:ext>
            </a:extLst>
          </p:cNvPr>
          <p:cNvSpPr>
            <a:spLocks/>
          </p:cNvSpPr>
          <p:nvPr/>
        </p:nvSpPr>
        <p:spPr>
          <a:xfrm>
            <a:off x="1955328" y="31691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9F35976A-9056-460D-AEBC-EA83F4AB081F}"/>
              </a:ext>
            </a:extLst>
          </p:cNvPr>
          <p:cNvSpPr>
            <a:spLocks/>
          </p:cNvSpPr>
          <p:nvPr/>
        </p:nvSpPr>
        <p:spPr>
          <a:xfrm>
            <a:off x="2003708" y="33517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91D6A9CC-91E1-4A49-9730-6DFC824D63B5}"/>
              </a:ext>
            </a:extLst>
          </p:cNvPr>
          <p:cNvSpPr>
            <a:spLocks/>
          </p:cNvSpPr>
          <p:nvPr/>
        </p:nvSpPr>
        <p:spPr>
          <a:xfrm>
            <a:off x="2068943" y="34633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F9F1F879-1FE0-4953-9B6E-731280525A84}"/>
              </a:ext>
            </a:extLst>
          </p:cNvPr>
          <p:cNvSpPr>
            <a:spLocks/>
          </p:cNvSpPr>
          <p:nvPr/>
        </p:nvSpPr>
        <p:spPr>
          <a:xfrm>
            <a:off x="2209893" y="3501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C50E0CBA-905D-4242-B2A8-404F6DC6B3C0}"/>
              </a:ext>
            </a:extLst>
          </p:cNvPr>
          <p:cNvSpPr>
            <a:spLocks/>
          </p:cNvSpPr>
          <p:nvPr/>
        </p:nvSpPr>
        <p:spPr>
          <a:xfrm>
            <a:off x="1989734" y="35748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5CF7D856-0C81-4954-9AAD-E8B536CDF2E2}"/>
              </a:ext>
            </a:extLst>
          </p:cNvPr>
          <p:cNvSpPr>
            <a:spLocks/>
          </p:cNvSpPr>
          <p:nvPr/>
        </p:nvSpPr>
        <p:spPr>
          <a:xfrm>
            <a:off x="1868172" y="36138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056ED2C2-8344-4EF2-8A83-D697C9013883}"/>
              </a:ext>
            </a:extLst>
          </p:cNvPr>
          <p:cNvSpPr>
            <a:spLocks/>
          </p:cNvSpPr>
          <p:nvPr/>
        </p:nvSpPr>
        <p:spPr>
          <a:xfrm>
            <a:off x="1818995" y="37521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1CF22B40-1557-4F30-BBBE-5E16D2184322}"/>
              </a:ext>
            </a:extLst>
          </p:cNvPr>
          <p:cNvSpPr>
            <a:spLocks/>
          </p:cNvSpPr>
          <p:nvPr/>
        </p:nvSpPr>
        <p:spPr>
          <a:xfrm>
            <a:off x="1700424" y="37847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9D2D4722-0C3C-4869-AE09-78FA3B6D7A25}"/>
              </a:ext>
            </a:extLst>
          </p:cNvPr>
          <p:cNvSpPr>
            <a:spLocks/>
          </p:cNvSpPr>
          <p:nvPr/>
        </p:nvSpPr>
        <p:spPr>
          <a:xfrm>
            <a:off x="1606947" y="36746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F8A93CFD-1011-4ACE-B3AC-C4CD679D882E}"/>
              </a:ext>
            </a:extLst>
          </p:cNvPr>
          <p:cNvSpPr>
            <a:spLocks/>
          </p:cNvSpPr>
          <p:nvPr/>
        </p:nvSpPr>
        <p:spPr>
          <a:xfrm>
            <a:off x="2016049" y="33076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59AC4C6D-4A25-4778-8CC3-55B4564E1FAD}"/>
              </a:ext>
            </a:extLst>
          </p:cNvPr>
          <p:cNvSpPr>
            <a:spLocks/>
          </p:cNvSpPr>
          <p:nvPr/>
        </p:nvSpPr>
        <p:spPr>
          <a:xfrm>
            <a:off x="1893965" y="32372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C8B3A7F8-4B3E-4F0E-8047-AD25C96A70CE}"/>
              </a:ext>
            </a:extLst>
          </p:cNvPr>
          <p:cNvSpPr>
            <a:spLocks/>
          </p:cNvSpPr>
          <p:nvPr/>
        </p:nvSpPr>
        <p:spPr>
          <a:xfrm>
            <a:off x="1806399" y="32431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6580264E-944B-4031-A945-8463907E2EAA}"/>
              </a:ext>
            </a:extLst>
          </p:cNvPr>
          <p:cNvSpPr>
            <a:spLocks/>
          </p:cNvSpPr>
          <p:nvPr/>
        </p:nvSpPr>
        <p:spPr>
          <a:xfrm>
            <a:off x="1443258" y="33142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F7EE209A-68BA-47C6-B1B9-05B128A66FE4}"/>
              </a:ext>
            </a:extLst>
          </p:cNvPr>
          <p:cNvSpPr>
            <a:spLocks/>
          </p:cNvSpPr>
          <p:nvPr/>
        </p:nvSpPr>
        <p:spPr>
          <a:xfrm>
            <a:off x="1398256" y="31944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6D4325FC-8958-4471-A613-DA01797FF151}"/>
              </a:ext>
            </a:extLst>
          </p:cNvPr>
          <p:cNvSpPr>
            <a:spLocks/>
          </p:cNvSpPr>
          <p:nvPr/>
        </p:nvSpPr>
        <p:spPr>
          <a:xfrm>
            <a:off x="1394605" y="34253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002CA24F-F1E6-4B35-ACCE-22D821073E43}"/>
              </a:ext>
            </a:extLst>
          </p:cNvPr>
          <p:cNvSpPr>
            <a:spLocks/>
          </p:cNvSpPr>
          <p:nvPr/>
        </p:nvSpPr>
        <p:spPr>
          <a:xfrm>
            <a:off x="1255692" y="34577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main_16">
            <a:extLst>
              <a:ext uri="{FF2B5EF4-FFF2-40B4-BE49-F238E27FC236}">
                <a16:creationId xmlns:a16="http://schemas.microsoft.com/office/drawing/2014/main" id="{612BA2ED-64C4-4555-8744-9782787E4077}"/>
              </a:ext>
            </a:extLst>
          </p:cNvPr>
          <p:cNvSpPr>
            <a:spLocks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16CAF4B5-6676-466C-BA7A-2898A165CB8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5751" y="933497"/>
                </a:moveTo>
                <a:lnTo>
                  <a:pt x="1033142" y="797960"/>
                </a:lnTo>
                <a:moveTo>
                  <a:pt x="943533" y="710364"/>
                </a:moveTo>
                <a:lnTo>
                  <a:pt x="1033142" y="797960"/>
                </a:lnTo>
                <a:moveTo>
                  <a:pt x="908345" y="981255"/>
                </a:moveTo>
                <a:lnTo>
                  <a:pt x="1015751" y="933497"/>
                </a:lnTo>
                <a:moveTo>
                  <a:pt x="836505" y="758577"/>
                </a:moveTo>
                <a:lnTo>
                  <a:pt x="943533" y="710364"/>
                </a:lnTo>
                <a:moveTo>
                  <a:pt x="817014" y="894450"/>
                </a:moveTo>
                <a:lnTo>
                  <a:pt x="908345" y="981255"/>
                </a:lnTo>
                <a:moveTo>
                  <a:pt x="817014" y="894450"/>
                </a:moveTo>
                <a:lnTo>
                  <a:pt x="836505" y="758577"/>
                </a:lnTo>
                <a:moveTo>
                  <a:pt x="625039" y="1124587"/>
                </a:moveTo>
                <a:lnTo>
                  <a:pt x="674516" y="1094922"/>
                </a:lnTo>
                <a:moveTo>
                  <a:pt x="701198" y="945615"/>
                </a:moveTo>
                <a:lnTo>
                  <a:pt x="817014" y="894450"/>
                </a:lnTo>
                <a:moveTo>
                  <a:pt x="674516" y="1094922"/>
                </a:moveTo>
                <a:lnTo>
                  <a:pt x="701198" y="945615"/>
                </a:lnTo>
                <a:moveTo>
                  <a:pt x="674516" y="1094922"/>
                </a:moveTo>
                <a:lnTo>
                  <a:pt x="580293" y="1140741"/>
                </a:lnTo>
                <a:moveTo>
                  <a:pt x="580293" y="1140741"/>
                </a:moveTo>
                <a:lnTo>
                  <a:pt x="624253" y="1157490"/>
                </a:lnTo>
                <a:moveTo>
                  <a:pt x="922074" y="506850"/>
                </a:moveTo>
                <a:lnTo>
                  <a:pt x="1027915" y="607685"/>
                </a:lnTo>
                <a:moveTo>
                  <a:pt x="1027915" y="607685"/>
                </a:moveTo>
                <a:lnTo>
                  <a:pt x="995977" y="741490"/>
                </a:lnTo>
                <a:moveTo>
                  <a:pt x="1027915" y="607685"/>
                </a:moveTo>
                <a:lnTo>
                  <a:pt x="1159549" y="569049"/>
                </a:lnTo>
                <a:moveTo>
                  <a:pt x="785926" y="308119"/>
                </a:moveTo>
                <a:lnTo>
                  <a:pt x="683930" y="345547"/>
                </a:lnTo>
                <a:moveTo>
                  <a:pt x="894637" y="407721"/>
                </a:moveTo>
                <a:lnTo>
                  <a:pt x="922074" y="506850"/>
                </a:lnTo>
                <a:moveTo>
                  <a:pt x="995977" y="741490"/>
                </a:moveTo>
                <a:lnTo>
                  <a:pt x="1092977" y="834680"/>
                </a:lnTo>
                <a:moveTo>
                  <a:pt x="1159549" y="569049"/>
                </a:moveTo>
                <a:lnTo>
                  <a:pt x="1257082" y="661863"/>
                </a:lnTo>
                <a:moveTo>
                  <a:pt x="1092977" y="834680"/>
                </a:moveTo>
                <a:lnTo>
                  <a:pt x="1223699" y="794851"/>
                </a:lnTo>
                <a:moveTo>
                  <a:pt x="1257082" y="661863"/>
                </a:moveTo>
                <a:lnTo>
                  <a:pt x="1223699" y="794851"/>
                </a:lnTo>
                <a:moveTo>
                  <a:pt x="894637" y="407721"/>
                </a:moveTo>
                <a:lnTo>
                  <a:pt x="785926" y="308119"/>
                </a:lnTo>
                <a:moveTo>
                  <a:pt x="850743" y="477462"/>
                </a:moveTo>
                <a:lnTo>
                  <a:pt x="894637" y="40772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64DBBBE9-35AF-4FD8-A1AF-1DB18AA0ED6A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4106" y="676688"/>
                </a:moveTo>
                <a:lnTo>
                  <a:pt x="1412150" y="681455"/>
                </a:lnTo>
                <a:moveTo>
                  <a:pt x="1343270" y="757724"/>
                </a:moveTo>
                <a:lnTo>
                  <a:pt x="1412150" y="681455"/>
                </a:lnTo>
                <a:moveTo>
                  <a:pt x="1413313" y="671908"/>
                </a:moveTo>
                <a:lnTo>
                  <a:pt x="1412150" y="681455"/>
                </a:lnTo>
                <a:moveTo>
                  <a:pt x="1343270" y="757724"/>
                </a:moveTo>
                <a:lnTo>
                  <a:pt x="1404106" y="676688"/>
                </a:lnTo>
                <a:moveTo>
                  <a:pt x="1412150" y="681455"/>
                </a:moveTo>
                <a:lnTo>
                  <a:pt x="1513907" y="738542"/>
                </a:lnTo>
                <a:moveTo>
                  <a:pt x="1404106" y="676688"/>
                </a:moveTo>
                <a:lnTo>
                  <a:pt x="1413313" y="671908"/>
                </a:lnTo>
                <a:moveTo>
                  <a:pt x="1413313" y="671908"/>
                </a:moveTo>
                <a:lnTo>
                  <a:pt x="1513907" y="738542"/>
                </a:lnTo>
                <a:moveTo>
                  <a:pt x="1325380" y="826986"/>
                </a:moveTo>
                <a:lnTo>
                  <a:pt x="1343270" y="757724"/>
                </a:lnTo>
                <a:moveTo>
                  <a:pt x="1246482" y="699510"/>
                </a:moveTo>
                <a:lnTo>
                  <a:pt x="1343270" y="757724"/>
                </a:lnTo>
                <a:moveTo>
                  <a:pt x="1264250" y="653333"/>
                </a:moveTo>
                <a:lnTo>
                  <a:pt x="1343270" y="757724"/>
                </a:lnTo>
                <a:moveTo>
                  <a:pt x="1308924" y="617510"/>
                </a:moveTo>
                <a:lnTo>
                  <a:pt x="1404106" y="676688"/>
                </a:lnTo>
                <a:moveTo>
                  <a:pt x="1308924" y="617510"/>
                </a:moveTo>
                <a:lnTo>
                  <a:pt x="1343270" y="757724"/>
                </a:lnTo>
                <a:moveTo>
                  <a:pt x="1517041" y="854880"/>
                </a:moveTo>
                <a:lnTo>
                  <a:pt x="1557565" y="875316"/>
                </a:lnTo>
                <a:moveTo>
                  <a:pt x="1513907" y="738542"/>
                </a:moveTo>
                <a:lnTo>
                  <a:pt x="1596185" y="780401"/>
                </a:lnTo>
                <a:moveTo>
                  <a:pt x="1246482" y="699510"/>
                </a:moveTo>
                <a:lnTo>
                  <a:pt x="1325380" y="826986"/>
                </a:lnTo>
                <a:moveTo>
                  <a:pt x="1306969" y="849440"/>
                </a:moveTo>
                <a:lnTo>
                  <a:pt x="1325380" y="826986"/>
                </a:lnTo>
                <a:moveTo>
                  <a:pt x="1517041" y="854880"/>
                </a:moveTo>
                <a:lnTo>
                  <a:pt x="1565965" y="853222"/>
                </a:lnTo>
                <a:moveTo>
                  <a:pt x="1325380" y="826986"/>
                </a:moveTo>
                <a:lnTo>
                  <a:pt x="1322655" y="858195"/>
                </a:lnTo>
                <a:moveTo>
                  <a:pt x="1413313" y="671908"/>
                </a:moveTo>
                <a:lnTo>
                  <a:pt x="1518309" y="655807"/>
                </a:lnTo>
                <a:moveTo>
                  <a:pt x="1518309" y="655807"/>
                </a:moveTo>
                <a:lnTo>
                  <a:pt x="1513907" y="738542"/>
                </a:lnTo>
                <a:moveTo>
                  <a:pt x="1544908" y="890359"/>
                </a:moveTo>
                <a:lnTo>
                  <a:pt x="1517041" y="854880"/>
                </a:lnTo>
                <a:moveTo>
                  <a:pt x="1517041" y="854880"/>
                </a:moveTo>
                <a:lnTo>
                  <a:pt x="1596185" y="780401"/>
                </a:lnTo>
                <a:moveTo>
                  <a:pt x="1322655" y="858195"/>
                </a:moveTo>
                <a:lnTo>
                  <a:pt x="1412876" y="909772"/>
                </a:lnTo>
                <a:moveTo>
                  <a:pt x="1246482" y="699510"/>
                </a:moveTo>
                <a:lnTo>
                  <a:pt x="1306969" y="849440"/>
                </a:lnTo>
                <a:moveTo>
                  <a:pt x="1306969" y="849440"/>
                </a:moveTo>
                <a:lnTo>
                  <a:pt x="1322655" y="858195"/>
                </a:lnTo>
                <a:moveTo>
                  <a:pt x="1231091" y="690332"/>
                </a:moveTo>
                <a:lnTo>
                  <a:pt x="1246482" y="699510"/>
                </a:lnTo>
                <a:moveTo>
                  <a:pt x="1264250" y="653333"/>
                </a:moveTo>
                <a:lnTo>
                  <a:pt x="1246482" y="699510"/>
                </a:lnTo>
                <a:moveTo>
                  <a:pt x="1198387" y="787017"/>
                </a:moveTo>
                <a:lnTo>
                  <a:pt x="1246482" y="699510"/>
                </a:lnTo>
                <a:moveTo>
                  <a:pt x="1198387" y="787017"/>
                </a:moveTo>
                <a:lnTo>
                  <a:pt x="1306969" y="849440"/>
                </a:lnTo>
                <a:moveTo>
                  <a:pt x="1231091" y="690332"/>
                </a:moveTo>
                <a:lnTo>
                  <a:pt x="1264250" y="653333"/>
                </a:lnTo>
                <a:moveTo>
                  <a:pt x="1178142" y="775178"/>
                </a:moveTo>
                <a:lnTo>
                  <a:pt x="1246482" y="699510"/>
                </a:lnTo>
                <a:moveTo>
                  <a:pt x="1565965" y="853222"/>
                </a:moveTo>
                <a:lnTo>
                  <a:pt x="1557565" y="875316"/>
                </a:lnTo>
                <a:moveTo>
                  <a:pt x="1178142" y="775178"/>
                </a:moveTo>
                <a:lnTo>
                  <a:pt x="1231091" y="690332"/>
                </a:lnTo>
                <a:moveTo>
                  <a:pt x="1544908" y="890359"/>
                </a:moveTo>
                <a:lnTo>
                  <a:pt x="1557565" y="875316"/>
                </a:lnTo>
                <a:moveTo>
                  <a:pt x="1178142" y="775178"/>
                </a:moveTo>
                <a:lnTo>
                  <a:pt x="1198387" y="787017"/>
                </a:lnTo>
                <a:moveTo>
                  <a:pt x="1388430" y="603399"/>
                </a:moveTo>
                <a:lnTo>
                  <a:pt x="1404106" y="676688"/>
                </a:lnTo>
                <a:moveTo>
                  <a:pt x="1264250" y="653333"/>
                </a:moveTo>
                <a:lnTo>
                  <a:pt x="1308924" y="617510"/>
                </a:lnTo>
                <a:moveTo>
                  <a:pt x="1565965" y="853222"/>
                </a:moveTo>
                <a:lnTo>
                  <a:pt x="1596185" y="780401"/>
                </a:lnTo>
                <a:moveTo>
                  <a:pt x="1388430" y="603399"/>
                </a:moveTo>
                <a:lnTo>
                  <a:pt x="1413313" y="671908"/>
                </a:lnTo>
                <a:moveTo>
                  <a:pt x="1165204" y="828012"/>
                </a:moveTo>
                <a:lnTo>
                  <a:pt x="1198387" y="787017"/>
                </a:lnTo>
                <a:moveTo>
                  <a:pt x="1085340" y="721103"/>
                </a:moveTo>
                <a:lnTo>
                  <a:pt x="1178142" y="775178"/>
                </a:lnTo>
                <a:moveTo>
                  <a:pt x="1165204" y="828012"/>
                </a:moveTo>
                <a:lnTo>
                  <a:pt x="1178142" y="775178"/>
                </a:lnTo>
                <a:moveTo>
                  <a:pt x="1513907" y="738542"/>
                </a:moveTo>
                <a:lnTo>
                  <a:pt x="1612674" y="668185"/>
                </a:lnTo>
                <a:moveTo>
                  <a:pt x="1412876" y="909772"/>
                </a:moveTo>
                <a:lnTo>
                  <a:pt x="1492335" y="949427"/>
                </a:lnTo>
                <a:moveTo>
                  <a:pt x="1124471" y="625626"/>
                </a:moveTo>
                <a:lnTo>
                  <a:pt x="1231091" y="690332"/>
                </a:lnTo>
                <a:moveTo>
                  <a:pt x="1085340" y="721103"/>
                </a:moveTo>
                <a:lnTo>
                  <a:pt x="1165204" y="828012"/>
                </a:lnTo>
                <a:moveTo>
                  <a:pt x="1116298" y="632799"/>
                </a:moveTo>
                <a:lnTo>
                  <a:pt x="1178142" y="775178"/>
                </a:lnTo>
                <a:moveTo>
                  <a:pt x="1359604" y="935701"/>
                </a:moveTo>
                <a:lnTo>
                  <a:pt x="1412876" y="909772"/>
                </a:lnTo>
                <a:moveTo>
                  <a:pt x="1124471" y="625626"/>
                </a:moveTo>
                <a:lnTo>
                  <a:pt x="1178142" y="775178"/>
                </a:lnTo>
                <a:moveTo>
                  <a:pt x="1045111" y="697709"/>
                </a:moveTo>
                <a:lnTo>
                  <a:pt x="1085340" y="721103"/>
                </a:lnTo>
                <a:moveTo>
                  <a:pt x="1606288" y="898007"/>
                </a:moveTo>
                <a:lnTo>
                  <a:pt x="1557565" y="875316"/>
                </a:lnTo>
                <a:moveTo>
                  <a:pt x="1322655" y="858195"/>
                </a:moveTo>
                <a:lnTo>
                  <a:pt x="1359604" y="935701"/>
                </a:lnTo>
                <a:moveTo>
                  <a:pt x="1565965" y="853222"/>
                </a:moveTo>
                <a:lnTo>
                  <a:pt x="1606288" y="898007"/>
                </a:lnTo>
                <a:moveTo>
                  <a:pt x="1492335" y="949427"/>
                </a:moveTo>
                <a:lnTo>
                  <a:pt x="1544908" y="890359"/>
                </a:lnTo>
                <a:moveTo>
                  <a:pt x="1231091" y="690332"/>
                </a:moveTo>
                <a:lnTo>
                  <a:pt x="1261593" y="586216"/>
                </a:lnTo>
                <a:moveTo>
                  <a:pt x="1261593" y="586216"/>
                </a:moveTo>
                <a:lnTo>
                  <a:pt x="1264250" y="653333"/>
                </a:lnTo>
                <a:moveTo>
                  <a:pt x="1034537" y="806494"/>
                </a:moveTo>
                <a:lnTo>
                  <a:pt x="1085340" y="721103"/>
                </a:lnTo>
                <a:moveTo>
                  <a:pt x="1544908" y="890359"/>
                </a:moveTo>
                <a:lnTo>
                  <a:pt x="1606288" y="898007"/>
                </a:lnTo>
                <a:moveTo>
                  <a:pt x="1174001" y="883610"/>
                </a:moveTo>
                <a:lnTo>
                  <a:pt x="1198387" y="787017"/>
                </a:lnTo>
                <a:moveTo>
                  <a:pt x="1116298" y="632799"/>
                </a:moveTo>
                <a:lnTo>
                  <a:pt x="1085340" y="721103"/>
                </a:lnTo>
                <a:moveTo>
                  <a:pt x="1085340" y="721103"/>
                </a:moveTo>
                <a:lnTo>
                  <a:pt x="1137038" y="864162"/>
                </a:lnTo>
                <a:moveTo>
                  <a:pt x="999559" y="786131"/>
                </a:moveTo>
                <a:lnTo>
                  <a:pt x="1085340" y="721103"/>
                </a:lnTo>
                <a:moveTo>
                  <a:pt x="1596185" y="780401"/>
                </a:moveTo>
                <a:lnTo>
                  <a:pt x="1671716" y="819191"/>
                </a:lnTo>
                <a:moveTo>
                  <a:pt x="1228212" y="912976"/>
                </a:moveTo>
                <a:lnTo>
                  <a:pt x="1306969" y="849440"/>
                </a:lnTo>
                <a:moveTo>
                  <a:pt x="1308924" y="617510"/>
                </a:moveTo>
                <a:lnTo>
                  <a:pt x="1388430" y="603399"/>
                </a:lnTo>
                <a:moveTo>
                  <a:pt x="1137038" y="864162"/>
                </a:moveTo>
                <a:lnTo>
                  <a:pt x="1165204" y="828012"/>
                </a:lnTo>
                <a:moveTo>
                  <a:pt x="1228212" y="912976"/>
                </a:moveTo>
                <a:lnTo>
                  <a:pt x="1322655" y="858195"/>
                </a:lnTo>
                <a:moveTo>
                  <a:pt x="1045111" y="697709"/>
                </a:moveTo>
                <a:lnTo>
                  <a:pt x="1116298" y="632799"/>
                </a:lnTo>
                <a:moveTo>
                  <a:pt x="1261593" y="586216"/>
                </a:moveTo>
                <a:lnTo>
                  <a:pt x="1308924" y="617510"/>
                </a:lnTo>
                <a:moveTo>
                  <a:pt x="999559" y="786131"/>
                </a:moveTo>
                <a:lnTo>
                  <a:pt x="1045111" y="697709"/>
                </a:lnTo>
                <a:moveTo>
                  <a:pt x="1198387" y="787017"/>
                </a:moveTo>
                <a:lnTo>
                  <a:pt x="1228212" y="912976"/>
                </a:lnTo>
                <a:moveTo>
                  <a:pt x="1483300" y="605155"/>
                </a:moveTo>
                <a:lnTo>
                  <a:pt x="1413313" y="671908"/>
                </a:lnTo>
                <a:moveTo>
                  <a:pt x="1565965" y="853222"/>
                </a:moveTo>
                <a:lnTo>
                  <a:pt x="1628620" y="908401"/>
                </a:lnTo>
                <a:moveTo>
                  <a:pt x="1231337" y="566834"/>
                </a:moveTo>
                <a:lnTo>
                  <a:pt x="1231091" y="690332"/>
                </a:lnTo>
                <a:moveTo>
                  <a:pt x="1034537" y="806494"/>
                </a:moveTo>
                <a:lnTo>
                  <a:pt x="1137038" y="864162"/>
                </a:lnTo>
                <a:moveTo>
                  <a:pt x="999559" y="786131"/>
                </a:moveTo>
                <a:lnTo>
                  <a:pt x="1034537" y="806494"/>
                </a:lnTo>
                <a:moveTo>
                  <a:pt x="1165204" y="828012"/>
                </a:moveTo>
                <a:lnTo>
                  <a:pt x="1174001" y="883610"/>
                </a:lnTo>
                <a:moveTo>
                  <a:pt x="570419" y="658619"/>
                </a:moveTo>
                <a:lnTo>
                  <a:pt x="620723" y="687130"/>
                </a:lnTo>
                <a:moveTo>
                  <a:pt x="1116298" y="632799"/>
                </a:moveTo>
                <a:lnTo>
                  <a:pt x="1124471" y="625626"/>
                </a:lnTo>
                <a:moveTo>
                  <a:pt x="1596185" y="780401"/>
                </a:moveTo>
                <a:lnTo>
                  <a:pt x="1612674" y="668185"/>
                </a:lnTo>
                <a:moveTo>
                  <a:pt x="1596185" y="780401"/>
                </a:moveTo>
                <a:lnTo>
                  <a:pt x="1628620" y="908401"/>
                </a:lnTo>
                <a:moveTo>
                  <a:pt x="1518309" y="655807"/>
                </a:moveTo>
                <a:lnTo>
                  <a:pt x="1594442" y="658233"/>
                </a:lnTo>
                <a:moveTo>
                  <a:pt x="1518309" y="655807"/>
                </a:moveTo>
                <a:lnTo>
                  <a:pt x="1612674" y="668185"/>
                </a:lnTo>
                <a:moveTo>
                  <a:pt x="479382" y="605646"/>
                </a:moveTo>
                <a:lnTo>
                  <a:pt x="570419" y="658619"/>
                </a:lnTo>
                <a:moveTo>
                  <a:pt x="1492335" y="949427"/>
                </a:moveTo>
                <a:lnTo>
                  <a:pt x="1606288" y="898007"/>
                </a:lnTo>
                <a:moveTo>
                  <a:pt x="2232462" y="674797"/>
                </a:moveTo>
                <a:lnTo>
                  <a:pt x="2321538" y="609612"/>
                </a:lnTo>
                <a:moveTo>
                  <a:pt x="1137038" y="864162"/>
                </a:moveTo>
                <a:lnTo>
                  <a:pt x="1174001" y="883610"/>
                </a:lnTo>
                <a:moveTo>
                  <a:pt x="1596185" y="780401"/>
                </a:moveTo>
                <a:lnTo>
                  <a:pt x="1709681" y="721559"/>
                </a:lnTo>
                <a:moveTo>
                  <a:pt x="620723" y="687130"/>
                </a:moveTo>
                <a:lnTo>
                  <a:pt x="666836" y="711531"/>
                </a:lnTo>
                <a:moveTo>
                  <a:pt x="1252469" y="561718"/>
                </a:moveTo>
                <a:lnTo>
                  <a:pt x="1308924" y="617510"/>
                </a:lnTo>
                <a:moveTo>
                  <a:pt x="1004683" y="829645"/>
                </a:moveTo>
                <a:lnTo>
                  <a:pt x="1034537" y="806494"/>
                </a:lnTo>
                <a:moveTo>
                  <a:pt x="2232462" y="674797"/>
                </a:moveTo>
                <a:lnTo>
                  <a:pt x="2302449" y="598184"/>
                </a:lnTo>
                <a:moveTo>
                  <a:pt x="2302449" y="598184"/>
                </a:moveTo>
                <a:lnTo>
                  <a:pt x="2321538" y="609612"/>
                </a:lnTo>
                <a:moveTo>
                  <a:pt x="917794" y="737690"/>
                </a:moveTo>
                <a:lnTo>
                  <a:pt x="999559" y="786131"/>
                </a:lnTo>
                <a:moveTo>
                  <a:pt x="620723" y="687130"/>
                </a:moveTo>
                <a:lnTo>
                  <a:pt x="696299" y="641517"/>
                </a:lnTo>
                <a:moveTo>
                  <a:pt x="430051" y="692241"/>
                </a:moveTo>
                <a:lnTo>
                  <a:pt x="570419" y="658619"/>
                </a:lnTo>
                <a:moveTo>
                  <a:pt x="514449" y="739969"/>
                </a:moveTo>
                <a:lnTo>
                  <a:pt x="570419" y="658619"/>
                </a:lnTo>
                <a:moveTo>
                  <a:pt x="1004683" y="829645"/>
                </a:moveTo>
                <a:lnTo>
                  <a:pt x="999559" y="786131"/>
                </a:lnTo>
                <a:moveTo>
                  <a:pt x="1671716" y="819191"/>
                </a:moveTo>
                <a:lnTo>
                  <a:pt x="1680211" y="823627"/>
                </a:lnTo>
                <a:moveTo>
                  <a:pt x="2331418" y="573401"/>
                </a:moveTo>
                <a:lnTo>
                  <a:pt x="2321538" y="609612"/>
                </a:lnTo>
                <a:moveTo>
                  <a:pt x="1671716" y="819191"/>
                </a:moveTo>
                <a:lnTo>
                  <a:pt x="1682394" y="816958"/>
                </a:lnTo>
                <a:moveTo>
                  <a:pt x="1045111" y="697709"/>
                </a:moveTo>
                <a:lnTo>
                  <a:pt x="1100701" y="608005"/>
                </a:lnTo>
                <a:moveTo>
                  <a:pt x="953950" y="640474"/>
                </a:moveTo>
                <a:lnTo>
                  <a:pt x="1045111" y="697709"/>
                </a:lnTo>
                <a:moveTo>
                  <a:pt x="1433295" y="974807"/>
                </a:moveTo>
                <a:lnTo>
                  <a:pt x="1412876" y="909772"/>
                </a:lnTo>
                <a:moveTo>
                  <a:pt x="1682394" y="816958"/>
                </a:moveTo>
                <a:lnTo>
                  <a:pt x="1680211" y="823627"/>
                </a:lnTo>
                <a:moveTo>
                  <a:pt x="2302449" y="598184"/>
                </a:moveTo>
                <a:lnTo>
                  <a:pt x="2331418" y="573401"/>
                </a:lnTo>
                <a:moveTo>
                  <a:pt x="1657282" y="861246"/>
                </a:moveTo>
                <a:lnTo>
                  <a:pt x="1671716" y="819191"/>
                </a:lnTo>
                <a:moveTo>
                  <a:pt x="1837975" y="912716"/>
                </a:moveTo>
                <a:lnTo>
                  <a:pt x="1897681" y="831135"/>
                </a:lnTo>
                <a:moveTo>
                  <a:pt x="1680211" y="823627"/>
                </a:moveTo>
                <a:lnTo>
                  <a:pt x="1782177" y="880878"/>
                </a:lnTo>
                <a:moveTo>
                  <a:pt x="570419" y="658619"/>
                </a:moveTo>
                <a:lnTo>
                  <a:pt x="639811" y="741140"/>
                </a:lnTo>
                <a:moveTo>
                  <a:pt x="639811" y="741140"/>
                </a:moveTo>
                <a:lnTo>
                  <a:pt x="620723" y="687130"/>
                </a:lnTo>
                <a:moveTo>
                  <a:pt x="1492335" y="949427"/>
                </a:moveTo>
                <a:lnTo>
                  <a:pt x="1628620" y="908401"/>
                </a:lnTo>
                <a:moveTo>
                  <a:pt x="1657282" y="861246"/>
                </a:moveTo>
                <a:lnTo>
                  <a:pt x="1680211" y="823627"/>
                </a:lnTo>
                <a:moveTo>
                  <a:pt x="430051" y="692241"/>
                </a:moveTo>
                <a:lnTo>
                  <a:pt x="479382" y="605646"/>
                </a:lnTo>
                <a:moveTo>
                  <a:pt x="1680211" y="823627"/>
                </a:moveTo>
                <a:lnTo>
                  <a:pt x="1824965" y="789221"/>
                </a:lnTo>
                <a:moveTo>
                  <a:pt x="1124471" y="625626"/>
                </a:moveTo>
                <a:lnTo>
                  <a:pt x="1231337" y="566834"/>
                </a:lnTo>
                <a:moveTo>
                  <a:pt x="1824965" y="789221"/>
                </a:moveTo>
                <a:lnTo>
                  <a:pt x="1897681" y="831135"/>
                </a:lnTo>
                <a:moveTo>
                  <a:pt x="1782177" y="880878"/>
                </a:moveTo>
                <a:lnTo>
                  <a:pt x="1837975" y="912716"/>
                </a:lnTo>
                <a:moveTo>
                  <a:pt x="1897681" y="831135"/>
                </a:moveTo>
                <a:lnTo>
                  <a:pt x="1929399" y="848401"/>
                </a:lnTo>
                <a:moveTo>
                  <a:pt x="1682394" y="816958"/>
                </a:moveTo>
                <a:lnTo>
                  <a:pt x="1824965" y="789221"/>
                </a:lnTo>
                <a:moveTo>
                  <a:pt x="1606288" y="898007"/>
                </a:moveTo>
                <a:lnTo>
                  <a:pt x="1628620" y="908401"/>
                </a:lnTo>
                <a:moveTo>
                  <a:pt x="1100701" y="608005"/>
                </a:moveTo>
                <a:lnTo>
                  <a:pt x="1116298" y="632799"/>
                </a:lnTo>
                <a:moveTo>
                  <a:pt x="696299" y="641517"/>
                </a:moveTo>
                <a:lnTo>
                  <a:pt x="666836" y="711531"/>
                </a:lnTo>
                <a:moveTo>
                  <a:pt x="1824965" y="789221"/>
                </a:moveTo>
                <a:lnTo>
                  <a:pt x="1837975" y="912716"/>
                </a:lnTo>
                <a:moveTo>
                  <a:pt x="1837975" y="912716"/>
                </a:moveTo>
                <a:lnTo>
                  <a:pt x="1929399" y="848401"/>
                </a:lnTo>
                <a:moveTo>
                  <a:pt x="950152" y="644353"/>
                </a:moveTo>
                <a:lnTo>
                  <a:pt x="999559" y="786131"/>
                </a:lnTo>
                <a:moveTo>
                  <a:pt x="1628620" y="908401"/>
                </a:moveTo>
                <a:lnTo>
                  <a:pt x="1671716" y="819191"/>
                </a:lnTo>
                <a:moveTo>
                  <a:pt x="1100701" y="608005"/>
                </a:moveTo>
                <a:lnTo>
                  <a:pt x="1124471" y="625626"/>
                </a:lnTo>
                <a:moveTo>
                  <a:pt x="866290" y="708547"/>
                </a:moveTo>
                <a:lnTo>
                  <a:pt x="917794" y="737690"/>
                </a:lnTo>
                <a:moveTo>
                  <a:pt x="953950" y="640474"/>
                </a:moveTo>
                <a:lnTo>
                  <a:pt x="999559" y="786131"/>
                </a:lnTo>
                <a:moveTo>
                  <a:pt x="1782177" y="880878"/>
                </a:moveTo>
                <a:lnTo>
                  <a:pt x="1824965" y="789221"/>
                </a:lnTo>
                <a:moveTo>
                  <a:pt x="1174001" y="883610"/>
                </a:moveTo>
                <a:lnTo>
                  <a:pt x="1228212" y="912976"/>
                </a:lnTo>
                <a:moveTo>
                  <a:pt x="620723" y="687130"/>
                </a:moveTo>
                <a:lnTo>
                  <a:pt x="697606" y="610479"/>
                </a:lnTo>
                <a:moveTo>
                  <a:pt x="1837975" y="912716"/>
                </a:moveTo>
                <a:lnTo>
                  <a:pt x="1883908" y="937944"/>
                </a:lnTo>
                <a:moveTo>
                  <a:pt x="2208598" y="773698"/>
                </a:moveTo>
                <a:lnTo>
                  <a:pt x="2232462" y="674797"/>
                </a:lnTo>
                <a:moveTo>
                  <a:pt x="1897681" y="831135"/>
                </a:moveTo>
                <a:lnTo>
                  <a:pt x="1947555" y="799851"/>
                </a:lnTo>
                <a:moveTo>
                  <a:pt x="1483300" y="605155"/>
                </a:moveTo>
                <a:lnTo>
                  <a:pt x="1518309" y="655807"/>
                </a:lnTo>
                <a:moveTo>
                  <a:pt x="430051" y="692241"/>
                </a:moveTo>
                <a:lnTo>
                  <a:pt x="514449" y="739969"/>
                </a:lnTo>
                <a:moveTo>
                  <a:pt x="1883908" y="937944"/>
                </a:moveTo>
                <a:lnTo>
                  <a:pt x="1929399" y="848401"/>
                </a:lnTo>
                <a:moveTo>
                  <a:pt x="1231337" y="566834"/>
                </a:moveTo>
                <a:lnTo>
                  <a:pt x="1261593" y="586216"/>
                </a:lnTo>
                <a:moveTo>
                  <a:pt x="1628620" y="908401"/>
                </a:moveTo>
                <a:lnTo>
                  <a:pt x="1657282" y="861246"/>
                </a:lnTo>
                <a:moveTo>
                  <a:pt x="639811" y="741140"/>
                </a:moveTo>
                <a:lnTo>
                  <a:pt x="666836" y="711531"/>
                </a:lnTo>
                <a:moveTo>
                  <a:pt x="696299" y="641517"/>
                </a:moveTo>
                <a:lnTo>
                  <a:pt x="720235" y="624785"/>
                </a:lnTo>
                <a:moveTo>
                  <a:pt x="1947555" y="799851"/>
                </a:moveTo>
                <a:lnTo>
                  <a:pt x="1929399" y="848401"/>
                </a:lnTo>
                <a:moveTo>
                  <a:pt x="1594442" y="658233"/>
                </a:moveTo>
                <a:lnTo>
                  <a:pt x="1612674" y="668185"/>
                </a:lnTo>
                <a:moveTo>
                  <a:pt x="1682394" y="816958"/>
                </a:moveTo>
                <a:lnTo>
                  <a:pt x="1767670" y="755126"/>
                </a:lnTo>
                <a:moveTo>
                  <a:pt x="1671716" y="819191"/>
                </a:moveTo>
                <a:lnTo>
                  <a:pt x="1709681" y="721559"/>
                </a:lnTo>
                <a:moveTo>
                  <a:pt x="567206" y="587724"/>
                </a:moveTo>
                <a:lnTo>
                  <a:pt x="570419" y="658619"/>
                </a:lnTo>
                <a:moveTo>
                  <a:pt x="666836" y="711531"/>
                </a:moveTo>
                <a:lnTo>
                  <a:pt x="804120" y="671286"/>
                </a:lnTo>
                <a:moveTo>
                  <a:pt x="2348732" y="620550"/>
                </a:moveTo>
                <a:lnTo>
                  <a:pt x="2321538" y="609612"/>
                </a:lnTo>
                <a:moveTo>
                  <a:pt x="1252469" y="561718"/>
                </a:moveTo>
                <a:lnTo>
                  <a:pt x="1388430" y="603399"/>
                </a:lnTo>
                <a:moveTo>
                  <a:pt x="868516" y="788327"/>
                </a:moveTo>
                <a:lnTo>
                  <a:pt x="999559" y="786131"/>
                </a:lnTo>
                <a:moveTo>
                  <a:pt x="1767670" y="755126"/>
                </a:moveTo>
                <a:lnTo>
                  <a:pt x="1824965" y="789221"/>
                </a:lnTo>
                <a:moveTo>
                  <a:pt x="804120" y="671286"/>
                </a:moveTo>
                <a:lnTo>
                  <a:pt x="866290" y="708547"/>
                </a:lnTo>
                <a:moveTo>
                  <a:pt x="1682394" y="816958"/>
                </a:moveTo>
                <a:lnTo>
                  <a:pt x="1709681" y="721559"/>
                </a:lnTo>
                <a:moveTo>
                  <a:pt x="1594442" y="658233"/>
                </a:moveTo>
                <a:lnTo>
                  <a:pt x="1613304" y="657342"/>
                </a:lnTo>
                <a:moveTo>
                  <a:pt x="866290" y="708547"/>
                </a:moveTo>
                <a:lnTo>
                  <a:pt x="950152" y="644353"/>
                </a:lnTo>
                <a:moveTo>
                  <a:pt x="950152" y="644353"/>
                </a:moveTo>
                <a:lnTo>
                  <a:pt x="917794" y="737690"/>
                </a:lnTo>
                <a:moveTo>
                  <a:pt x="1252469" y="561718"/>
                </a:moveTo>
                <a:lnTo>
                  <a:pt x="1261593" y="586216"/>
                </a:lnTo>
                <a:moveTo>
                  <a:pt x="696299" y="641517"/>
                </a:moveTo>
                <a:lnTo>
                  <a:pt x="804120" y="671286"/>
                </a:lnTo>
                <a:moveTo>
                  <a:pt x="2208598" y="773698"/>
                </a:moveTo>
                <a:lnTo>
                  <a:pt x="2225337" y="784618"/>
                </a:lnTo>
                <a:moveTo>
                  <a:pt x="1656159" y="922107"/>
                </a:moveTo>
                <a:lnTo>
                  <a:pt x="1680211" y="823627"/>
                </a:lnTo>
                <a:moveTo>
                  <a:pt x="1613304" y="657342"/>
                </a:moveTo>
                <a:lnTo>
                  <a:pt x="1612674" y="668185"/>
                </a:lnTo>
                <a:moveTo>
                  <a:pt x="697606" y="610479"/>
                </a:moveTo>
                <a:lnTo>
                  <a:pt x="696299" y="641517"/>
                </a:lnTo>
                <a:moveTo>
                  <a:pt x="570419" y="658619"/>
                </a:moveTo>
                <a:lnTo>
                  <a:pt x="598299" y="783057"/>
                </a:lnTo>
                <a:moveTo>
                  <a:pt x="1174001" y="883610"/>
                </a:moveTo>
                <a:lnTo>
                  <a:pt x="1205583" y="925870"/>
                </a:lnTo>
                <a:moveTo>
                  <a:pt x="1292991" y="940786"/>
                </a:moveTo>
                <a:lnTo>
                  <a:pt x="1322655" y="858195"/>
                </a:lnTo>
                <a:moveTo>
                  <a:pt x="2146963" y="620704"/>
                </a:moveTo>
                <a:lnTo>
                  <a:pt x="2232462" y="674797"/>
                </a:lnTo>
                <a:moveTo>
                  <a:pt x="479382" y="605646"/>
                </a:moveTo>
                <a:lnTo>
                  <a:pt x="567206" y="587724"/>
                </a:lnTo>
                <a:moveTo>
                  <a:pt x="1897681" y="831135"/>
                </a:moveTo>
                <a:lnTo>
                  <a:pt x="1958399" y="745966"/>
                </a:lnTo>
                <a:moveTo>
                  <a:pt x="2331418" y="573401"/>
                </a:moveTo>
                <a:lnTo>
                  <a:pt x="2348732" y="620550"/>
                </a:lnTo>
                <a:moveTo>
                  <a:pt x="720235" y="624785"/>
                </a:moveTo>
                <a:lnTo>
                  <a:pt x="804120" y="671286"/>
                </a:lnTo>
                <a:moveTo>
                  <a:pt x="2211728" y="784487"/>
                </a:moveTo>
                <a:lnTo>
                  <a:pt x="2225337" y="784618"/>
                </a:lnTo>
                <a:moveTo>
                  <a:pt x="1657282" y="861246"/>
                </a:moveTo>
                <a:lnTo>
                  <a:pt x="1656159" y="922107"/>
                </a:lnTo>
                <a:moveTo>
                  <a:pt x="2148023" y="615375"/>
                </a:moveTo>
                <a:lnTo>
                  <a:pt x="2232462" y="674797"/>
                </a:lnTo>
                <a:moveTo>
                  <a:pt x="1846801" y="977542"/>
                </a:moveTo>
                <a:lnTo>
                  <a:pt x="1837975" y="912716"/>
                </a:lnTo>
                <a:moveTo>
                  <a:pt x="666836" y="711531"/>
                </a:moveTo>
                <a:lnTo>
                  <a:pt x="753050" y="756467"/>
                </a:lnTo>
                <a:moveTo>
                  <a:pt x="1071542" y="586866"/>
                </a:moveTo>
                <a:lnTo>
                  <a:pt x="1045111" y="697709"/>
                </a:lnTo>
                <a:moveTo>
                  <a:pt x="1782177" y="880878"/>
                </a:moveTo>
                <a:lnTo>
                  <a:pt x="1846801" y="977542"/>
                </a:lnTo>
                <a:moveTo>
                  <a:pt x="1612674" y="668185"/>
                </a:moveTo>
                <a:lnTo>
                  <a:pt x="1709681" y="721559"/>
                </a:lnTo>
                <a:moveTo>
                  <a:pt x="697606" y="610479"/>
                </a:moveTo>
                <a:lnTo>
                  <a:pt x="720235" y="624785"/>
                </a:lnTo>
                <a:moveTo>
                  <a:pt x="2225295" y="781767"/>
                </a:moveTo>
                <a:lnTo>
                  <a:pt x="2225337" y="784618"/>
                </a:lnTo>
                <a:moveTo>
                  <a:pt x="1100701" y="608005"/>
                </a:moveTo>
                <a:lnTo>
                  <a:pt x="1231337" y="566834"/>
                </a:lnTo>
                <a:moveTo>
                  <a:pt x="1846801" y="977542"/>
                </a:moveTo>
                <a:lnTo>
                  <a:pt x="1883908" y="937944"/>
                </a:lnTo>
                <a:moveTo>
                  <a:pt x="1947555" y="799851"/>
                </a:moveTo>
                <a:lnTo>
                  <a:pt x="2000770" y="770518"/>
                </a:lnTo>
                <a:moveTo>
                  <a:pt x="868516" y="788327"/>
                </a:moveTo>
                <a:lnTo>
                  <a:pt x="866290" y="708547"/>
                </a:lnTo>
                <a:moveTo>
                  <a:pt x="1628620" y="908401"/>
                </a:moveTo>
                <a:lnTo>
                  <a:pt x="1656159" y="922107"/>
                </a:lnTo>
                <a:moveTo>
                  <a:pt x="868516" y="788327"/>
                </a:moveTo>
                <a:lnTo>
                  <a:pt x="917794" y="737690"/>
                </a:lnTo>
                <a:moveTo>
                  <a:pt x="1613304" y="657342"/>
                </a:moveTo>
                <a:lnTo>
                  <a:pt x="1709681" y="721559"/>
                </a:lnTo>
                <a:moveTo>
                  <a:pt x="1388430" y="603399"/>
                </a:moveTo>
                <a:lnTo>
                  <a:pt x="1483300" y="605155"/>
                </a:lnTo>
                <a:moveTo>
                  <a:pt x="1433295" y="974807"/>
                </a:moveTo>
                <a:lnTo>
                  <a:pt x="1492335" y="949427"/>
                </a:lnTo>
                <a:moveTo>
                  <a:pt x="1205583" y="925870"/>
                </a:moveTo>
                <a:lnTo>
                  <a:pt x="1228212" y="912976"/>
                </a:lnTo>
                <a:moveTo>
                  <a:pt x="950152" y="644353"/>
                </a:moveTo>
                <a:lnTo>
                  <a:pt x="953950" y="640474"/>
                </a:lnTo>
                <a:moveTo>
                  <a:pt x="1837193" y="713024"/>
                </a:moveTo>
                <a:lnTo>
                  <a:pt x="1824965" y="789221"/>
                </a:lnTo>
                <a:moveTo>
                  <a:pt x="1041834" y="916993"/>
                </a:moveTo>
                <a:lnTo>
                  <a:pt x="1034537" y="806494"/>
                </a:lnTo>
                <a:moveTo>
                  <a:pt x="1034537" y="806494"/>
                </a:moveTo>
                <a:lnTo>
                  <a:pt x="1051819" y="922646"/>
                </a:lnTo>
                <a:moveTo>
                  <a:pt x="2221506" y="545886"/>
                </a:moveTo>
                <a:lnTo>
                  <a:pt x="2232462" y="674797"/>
                </a:lnTo>
                <a:moveTo>
                  <a:pt x="1709681" y="721559"/>
                </a:moveTo>
                <a:lnTo>
                  <a:pt x="1767670" y="755126"/>
                </a:lnTo>
                <a:moveTo>
                  <a:pt x="868516" y="788327"/>
                </a:moveTo>
                <a:lnTo>
                  <a:pt x="1004683" y="829645"/>
                </a:lnTo>
                <a:moveTo>
                  <a:pt x="1231337" y="566834"/>
                </a:moveTo>
                <a:lnTo>
                  <a:pt x="1252469" y="561718"/>
                </a:lnTo>
                <a:moveTo>
                  <a:pt x="2211728" y="784487"/>
                </a:moveTo>
                <a:lnTo>
                  <a:pt x="2208598" y="773698"/>
                </a:lnTo>
                <a:moveTo>
                  <a:pt x="1958399" y="745966"/>
                </a:moveTo>
                <a:lnTo>
                  <a:pt x="1947555" y="799851"/>
                </a:lnTo>
                <a:moveTo>
                  <a:pt x="1051819" y="922646"/>
                </a:moveTo>
                <a:lnTo>
                  <a:pt x="1137038" y="864162"/>
                </a:lnTo>
                <a:moveTo>
                  <a:pt x="1929399" y="848401"/>
                </a:moveTo>
                <a:lnTo>
                  <a:pt x="2057873" y="801269"/>
                </a:lnTo>
                <a:moveTo>
                  <a:pt x="2302449" y="598184"/>
                </a:moveTo>
                <a:lnTo>
                  <a:pt x="2333329" y="493722"/>
                </a:lnTo>
                <a:moveTo>
                  <a:pt x="2221506" y="545886"/>
                </a:moveTo>
                <a:lnTo>
                  <a:pt x="2302449" y="598184"/>
                </a:lnTo>
                <a:moveTo>
                  <a:pt x="1873677" y="695919"/>
                </a:moveTo>
                <a:lnTo>
                  <a:pt x="1897681" y="831135"/>
                </a:lnTo>
                <a:moveTo>
                  <a:pt x="636240" y="571013"/>
                </a:moveTo>
                <a:lnTo>
                  <a:pt x="570419" y="658619"/>
                </a:lnTo>
                <a:moveTo>
                  <a:pt x="636240" y="571013"/>
                </a:moveTo>
                <a:lnTo>
                  <a:pt x="620723" y="687130"/>
                </a:lnTo>
                <a:moveTo>
                  <a:pt x="1359604" y="935701"/>
                </a:moveTo>
                <a:lnTo>
                  <a:pt x="1433295" y="974807"/>
                </a:lnTo>
                <a:moveTo>
                  <a:pt x="2107724" y="715134"/>
                </a:moveTo>
                <a:lnTo>
                  <a:pt x="2208598" y="773698"/>
                </a:lnTo>
                <a:moveTo>
                  <a:pt x="2333329" y="493722"/>
                </a:moveTo>
                <a:lnTo>
                  <a:pt x="2331418" y="573401"/>
                </a:lnTo>
                <a:moveTo>
                  <a:pt x="514449" y="739969"/>
                </a:moveTo>
                <a:lnTo>
                  <a:pt x="598299" y="783057"/>
                </a:lnTo>
                <a:moveTo>
                  <a:pt x="1483300" y="605155"/>
                </a:moveTo>
                <a:lnTo>
                  <a:pt x="1594442" y="658233"/>
                </a:lnTo>
                <a:moveTo>
                  <a:pt x="1947555" y="799851"/>
                </a:moveTo>
                <a:lnTo>
                  <a:pt x="2057873" y="801269"/>
                </a:lnTo>
                <a:moveTo>
                  <a:pt x="753050" y="756467"/>
                </a:moveTo>
                <a:lnTo>
                  <a:pt x="804120" y="671286"/>
                </a:lnTo>
                <a:moveTo>
                  <a:pt x="1680211" y="823627"/>
                </a:moveTo>
                <a:lnTo>
                  <a:pt x="1709127" y="948875"/>
                </a:lnTo>
                <a:moveTo>
                  <a:pt x="1873677" y="695919"/>
                </a:moveTo>
                <a:lnTo>
                  <a:pt x="1824965" y="789221"/>
                </a:lnTo>
                <a:moveTo>
                  <a:pt x="809991" y="610079"/>
                </a:moveTo>
                <a:lnTo>
                  <a:pt x="866290" y="708547"/>
                </a:lnTo>
                <a:moveTo>
                  <a:pt x="2107724" y="715134"/>
                </a:moveTo>
                <a:lnTo>
                  <a:pt x="2211728" y="784487"/>
                </a:lnTo>
                <a:moveTo>
                  <a:pt x="1767670" y="755126"/>
                </a:moveTo>
                <a:lnTo>
                  <a:pt x="1837193" y="713024"/>
                </a:lnTo>
                <a:moveTo>
                  <a:pt x="1929399" y="848401"/>
                </a:moveTo>
                <a:lnTo>
                  <a:pt x="2008904" y="888093"/>
                </a:lnTo>
                <a:moveTo>
                  <a:pt x="2211728" y="784487"/>
                </a:moveTo>
                <a:lnTo>
                  <a:pt x="2225295" y="781767"/>
                </a:lnTo>
                <a:moveTo>
                  <a:pt x="869805" y="820679"/>
                </a:moveTo>
                <a:lnTo>
                  <a:pt x="1004683" y="829645"/>
                </a:lnTo>
                <a:moveTo>
                  <a:pt x="804120" y="671286"/>
                </a:moveTo>
                <a:lnTo>
                  <a:pt x="868516" y="788327"/>
                </a:lnTo>
                <a:moveTo>
                  <a:pt x="2146963" y="620704"/>
                </a:moveTo>
                <a:lnTo>
                  <a:pt x="2208598" y="773698"/>
                </a:lnTo>
                <a:moveTo>
                  <a:pt x="1492335" y="949427"/>
                </a:moveTo>
                <a:lnTo>
                  <a:pt x="1553793" y="975009"/>
                </a:lnTo>
                <a:moveTo>
                  <a:pt x="2000770" y="770518"/>
                </a:moveTo>
                <a:lnTo>
                  <a:pt x="2107724" y="715134"/>
                </a:lnTo>
                <a:moveTo>
                  <a:pt x="1709127" y="948875"/>
                </a:moveTo>
                <a:lnTo>
                  <a:pt x="1782177" y="880878"/>
                </a:lnTo>
                <a:moveTo>
                  <a:pt x="1883908" y="937944"/>
                </a:moveTo>
                <a:lnTo>
                  <a:pt x="2008904" y="888093"/>
                </a:lnTo>
                <a:moveTo>
                  <a:pt x="1051819" y="922646"/>
                </a:moveTo>
                <a:lnTo>
                  <a:pt x="1174001" y="883610"/>
                </a:lnTo>
                <a:moveTo>
                  <a:pt x="951473" y="866662"/>
                </a:moveTo>
                <a:lnTo>
                  <a:pt x="1004683" y="829645"/>
                </a:lnTo>
                <a:moveTo>
                  <a:pt x="1958399" y="745966"/>
                </a:moveTo>
                <a:lnTo>
                  <a:pt x="2000770" y="770518"/>
                </a:lnTo>
                <a:moveTo>
                  <a:pt x="598299" y="783057"/>
                </a:moveTo>
                <a:lnTo>
                  <a:pt x="639811" y="741140"/>
                </a:lnTo>
                <a:moveTo>
                  <a:pt x="458233" y="779910"/>
                </a:moveTo>
                <a:lnTo>
                  <a:pt x="430051" y="692241"/>
                </a:lnTo>
                <a:moveTo>
                  <a:pt x="1231337" y="566834"/>
                </a:moveTo>
                <a:lnTo>
                  <a:pt x="1236142" y="566319"/>
                </a:lnTo>
                <a:moveTo>
                  <a:pt x="2000770" y="770518"/>
                </a:moveTo>
                <a:lnTo>
                  <a:pt x="2073829" y="695390"/>
                </a:lnTo>
                <a:moveTo>
                  <a:pt x="458233" y="779910"/>
                </a:moveTo>
                <a:lnTo>
                  <a:pt x="514449" y="739969"/>
                </a:lnTo>
                <a:moveTo>
                  <a:pt x="720235" y="624785"/>
                </a:moveTo>
                <a:lnTo>
                  <a:pt x="809991" y="610079"/>
                </a:lnTo>
                <a:moveTo>
                  <a:pt x="1508439" y="603490"/>
                </a:moveTo>
                <a:lnTo>
                  <a:pt x="1594442" y="658233"/>
                </a:lnTo>
                <a:moveTo>
                  <a:pt x="2308802" y="477637"/>
                </a:moveTo>
                <a:lnTo>
                  <a:pt x="2302449" y="598184"/>
                </a:lnTo>
                <a:moveTo>
                  <a:pt x="2073829" y="695390"/>
                </a:moveTo>
                <a:lnTo>
                  <a:pt x="2107724" y="715134"/>
                </a:lnTo>
                <a:moveTo>
                  <a:pt x="1004683" y="829645"/>
                </a:moveTo>
                <a:lnTo>
                  <a:pt x="1041834" y="916993"/>
                </a:lnTo>
                <a:moveTo>
                  <a:pt x="2000770" y="770518"/>
                </a:moveTo>
                <a:lnTo>
                  <a:pt x="2057873" y="801269"/>
                </a:lnTo>
                <a:moveTo>
                  <a:pt x="2107724" y="715134"/>
                </a:moveTo>
                <a:lnTo>
                  <a:pt x="2146963" y="620704"/>
                </a:lnTo>
                <a:moveTo>
                  <a:pt x="1236142" y="566319"/>
                </a:moveTo>
                <a:lnTo>
                  <a:pt x="1252469" y="561718"/>
                </a:lnTo>
                <a:moveTo>
                  <a:pt x="1883908" y="937944"/>
                </a:moveTo>
                <a:lnTo>
                  <a:pt x="1958393" y="973711"/>
                </a:lnTo>
                <a:moveTo>
                  <a:pt x="809991" y="610079"/>
                </a:moveTo>
                <a:lnTo>
                  <a:pt x="804120" y="671286"/>
                </a:lnTo>
                <a:moveTo>
                  <a:pt x="704557" y="796023"/>
                </a:moveTo>
                <a:lnTo>
                  <a:pt x="666836" y="711531"/>
                </a:lnTo>
                <a:moveTo>
                  <a:pt x="2057873" y="801269"/>
                </a:moveTo>
                <a:lnTo>
                  <a:pt x="2107724" y="715134"/>
                </a:lnTo>
                <a:moveTo>
                  <a:pt x="809991" y="610079"/>
                </a:moveTo>
                <a:lnTo>
                  <a:pt x="950152" y="644353"/>
                </a:lnTo>
                <a:moveTo>
                  <a:pt x="2331418" y="573401"/>
                </a:moveTo>
                <a:lnTo>
                  <a:pt x="2382719" y="634978"/>
                </a:lnTo>
                <a:moveTo>
                  <a:pt x="1782177" y="880878"/>
                </a:moveTo>
                <a:lnTo>
                  <a:pt x="1805360" y="1001644"/>
                </a:lnTo>
                <a:moveTo>
                  <a:pt x="2073829" y="695390"/>
                </a:moveTo>
                <a:lnTo>
                  <a:pt x="2146963" y="620704"/>
                </a:lnTo>
                <a:moveTo>
                  <a:pt x="1332996" y="588770"/>
                </a:moveTo>
                <a:lnTo>
                  <a:pt x="1388430" y="603399"/>
                </a:lnTo>
                <a:moveTo>
                  <a:pt x="2339418" y="726482"/>
                </a:moveTo>
                <a:lnTo>
                  <a:pt x="2225337" y="784618"/>
                </a:lnTo>
                <a:moveTo>
                  <a:pt x="804120" y="671286"/>
                </a:moveTo>
                <a:lnTo>
                  <a:pt x="845738" y="806465"/>
                </a:lnTo>
                <a:moveTo>
                  <a:pt x="2073829" y="695390"/>
                </a:moveTo>
                <a:lnTo>
                  <a:pt x="2143839" y="618788"/>
                </a:lnTo>
                <a:moveTo>
                  <a:pt x="379948" y="654846"/>
                </a:moveTo>
                <a:lnTo>
                  <a:pt x="479382" y="605646"/>
                </a:lnTo>
                <a:moveTo>
                  <a:pt x="2143839" y="618788"/>
                </a:moveTo>
                <a:lnTo>
                  <a:pt x="2146963" y="620704"/>
                </a:lnTo>
                <a:moveTo>
                  <a:pt x="2148023" y="615375"/>
                </a:moveTo>
                <a:lnTo>
                  <a:pt x="2146963" y="620704"/>
                </a:lnTo>
                <a:moveTo>
                  <a:pt x="1553793" y="975009"/>
                </a:moveTo>
                <a:lnTo>
                  <a:pt x="1628620" y="908401"/>
                </a:lnTo>
                <a:moveTo>
                  <a:pt x="1292991" y="940786"/>
                </a:moveTo>
                <a:lnTo>
                  <a:pt x="1359604" y="935701"/>
                </a:lnTo>
                <a:moveTo>
                  <a:pt x="1071542" y="586866"/>
                </a:moveTo>
                <a:lnTo>
                  <a:pt x="1100701" y="608005"/>
                </a:lnTo>
                <a:moveTo>
                  <a:pt x="953950" y="640474"/>
                </a:moveTo>
                <a:lnTo>
                  <a:pt x="1071542" y="586866"/>
                </a:lnTo>
                <a:moveTo>
                  <a:pt x="1873677" y="695919"/>
                </a:moveTo>
                <a:lnTo>
                  <a:pt x="1958399" y="745966"/>
                </a:lnTo>
                <a:moveTo>
                  <a:pt x="2143839" y="618788"/>
                </a:moveTo>
                <a:lnTo>
                  <a:pt x="2148023" y="615375"/>
                </a:lnTo>
                <a:moveTo>
                  <a:pt x="1613304" y="657342"/>
                </a:moveTo>
                <a:lnTo>
                  <a:pt x="1712866" y="650825"/>
                </a:lnTo>
                <a:moveTo>
                  <a:pt x="1656159" y="922107"/>
                </a:moveTo>
                <a:lnTo>
                  <a:pt x="1709127" y="948875"/>
                </a:lnTo>
                <a:moveTo>
                  <a:pt x="1080909" y="582819"/>
                </a:moveTo>
                <a:lnTo>
                  <a:pt x="1100701" y="608005"/>
                </a:lnTo>
                <a:moveTo>
                  <a:pt x="1837193" y="713024"/>
                </a:moveTo>
                <a:lnTo>
                  <a:pt x="1873677" y="695919"/>
                </a:lnTo>
                <a:moveTo>
                  <a:pt x="868516" y="788327"/>
                </a:moveTo>
                <a:lnTo>
                  <a:pt x="869805" y="820679"/>
                </a:lnTo>
                <a:moveTo>
                  <a:pt x="636240" y="571013"/>
                </a:moveTo>
                <a:lnTo>
                  <a:pt x="697606" y="610479"/>
                </a:lnTo>
                <a:moveTo>
                  <a:pt x="379948" y="654846"/>
                </a:moveTo>
                <a:lnTo>
                  <a:pt x="430051" y="692241"/>
                </a:lnTo>
                <a:moveTo>
                  <a:pt x="455945" y="581138"/>
                </a:moveTo>
                <a:lnTo>
                  <a:pt x="479382" y="605646"/>
                </a:lnTo>
                <a:moveTo>
                  <a:pt x="753050" y="756467"/>
                </a:moveTo>
                <a:lnTo>
                  <a:pt x="845738" y="806465"/>
                </a:lnTo>
                <a:moveTo>
                  <a:pt x="639811" y="741140"/>
                </a:moveTo>
                <a:lnTo>
                  <a:pt x="704557" y="796023"/>
                </a:lnTo>
                <a:moveTo>
                  <a:pt x="1712866" y="650825"/>
                </a:moveTo>
                <a:lnTo>
                  <a:pt x="1709681" y="721559"/>
                </a:lnTo>
                <a:moveTo>
                  <a:pt x="2143839" y="618788"/>
                </a:moveTo>
                <a:lnTo>
                  <a:pt x="2141060" y="616088"/>
                </a:lnTo>
                <a:moveTo>
                  <a:pt x="687005" y="545515"/>
                </a:moveTo>
                <a:lnTo>
                  <a:pt x="720235" y="624785"/>
                </a:lnTo>
                <a:moveTo>
                  <a:pt x="2141060" y="616088"/>
                </a:moveTo>
                <a:lnTo>
                  <a:pt x="2148023" y="615375"/>
                </a:lnTo>
                <a:moveTo>
                  <a:pt x="845738" y="806465"/>
                </a:moveTo>
                <a:lnTo>
                  <a:pt x="868516" y="788327"/>
                </a:lnTo>
                <a:moveTo>
                  <a:pt x="1291792" y="940532"/>
                </a:moveTo>
                <a:lnTo>
                  <a:pt x="1228212" y="912976"/>
                </a:lnTo>
                <a:moveTo>
                  <a:pt x="2148023" y="615375"/>
                </a:moveTo>
                <a:lnTo>
                  <a:pt x="2221506" y="545886"/>
                </a:lnTo>
                <a:moveTo>
                  <a:pt x="1656159" y="922107"/>
                </a:moveTo>
                <a:lnTo>
                  <a:pt x="1700166" y="954686"/>
                </a:lnTo>
                <a:moveTo>
                  <a:pt x="2008904" y="888093"/>
                </a:moveTo>
                <a:lnTo>
                  <a:pt x="2057873" y="801269"/>
                </a:lnTo>
                <a:moveTo>
                  <a:pt x="1292991" y="940786"/>
                </a:moveTo>
                <a:lnTo>
                  <a:pt x="1228212" y="912976"/>
                </a:lnTo>
                <a:moveTo>
                  <a:pt x="1516028" y="997971"/>
                </a:moveTo>
                <a:lnTo>
                  <a:pt x="1492335" y="949427"/>
                </a:lnTo>
                <a:moveTo>
                  <a:pt x="1917084" y="1022660"/>
                </a:moveTo>
                <a:lnTo>
                  <a:pt x="1883908" y="937944"/>
                </a:lnTo>
                <a:moveTo>
                  <a:pt x="1553793" y="975009"/>
                </a:moveTo>
                <a:lnTo>
                  <a:pt x="1656159" y="922107"/>
                </a:lnTo>
                <a:moveTo>
                  <a:pt x="2339418" y="726482"/>
                </a:moveTo>
                <a:lnTo>
                  <a:pt x="2348732" y="620550"/>
                </a:lnTo>
                <a:moveTo>
                  <a:pt x="567206" y="587724"/>
                </a:moveTo>
                <a:lnTo>
                  <a:pt x="636240" y="571013"/>
                </a:lnTo>
                <a:moveTo>
                  <a:pt x="2340028" y="726709"/>
                </a:moveTo>
                <a:lnTo>
                  <a:pt x="2348732" y="620550"/>
                </a:lnTo>
                <a:moveTo>
                  <a:pt x="2225295" y="781767"/>
                </a:moveTo>
                <a:lnTo>
                  <a:pt x="2339418" y="726482"/>
                </a:lnTo>
                <a:moveTo>
                  <a:pt x="1593447" y="579970"/>
                </a:moveTo>
                <a:lnTo>
                  <a:pt x="1594442" y="658233"/>
                </a:lnTo>
                <a:moveTo>
                  <a:pt x="2382719" y="634978"/>
                </a:moveTo>
                <a:lnTo>
                  <a:pt x="2348732" y="620550"/>
                </a:lnTo>
                <a:moveTo>
                  <a:pt x="2141060" y="616088"/>
                </a:moveTo>
                <a:lnTo>
                  <a:pt x="2221506" y="545886"/>
                </a:lnTo>
                <a:moveTo>
                  <a:pt x="1805360" y="1001644"/>
                </a:moveTo>
                <a:lnTo>
                  <a:pt x="1846801" y="977542"/>
                </a:lnTo>
                <a:moveTo>
                  <a:pt x="687005" y="545515"/>
                </a:moveTo>
                <a:lnTo>
                  <a:pt x="697606" y="610479"/>
                </a:lnTo>
                <a:moveTo>
                  <a:pt x="869805" y="820679"/>
                </a:moveTo>
                <a:lnTo>
                  <a:pt x="951473" y="866662"/>
                </a:lnTo>
                <a:moveTo>
                  <a:pt x="1483300" y="605155"/>
                </a:moveTo>
                <a:lnTo>
                  <a:pt x="1508439" y="603490"/>
                </a:lnTo>
                <a:moveTo>
                  <a:pt x="1252469" y="561718"/>
                </a:moveTo>
                <a:lnTo>
                  <a:pt x="1332996" y="588770"/>
                </a:lnTo>
                <a:moveTo>
                  <a:pt x="845738" y="806465"/>
                </a:moveTo>
                <a:lnTo>
                  <a:pt x="869805" y="820679"/>
                </a:lnTo>
                <a:moveTo>
                  <a:pt x="704557" y="796023"/>
                </a:moveTo>
                <a:lnTo>
                  <a:pt x="753050" y="756467"/>
                </a:lnTo>
                <a:moveTo>
                  <a:pt x="2140906" y="843718"/>
                </a:moveTo>
                <a:lnTo>
                  <a:pt x="2211728" y="784487"/>
                </a:lnTo>
                <a:moveTo>
                  <a:pt x="1593447" y="579970"/>
                </a:moveTo>
                <a:lnTo>
                  <a:pt x="1613304" y="657342"/>
                </a:lnTo>
                <a:moveTo>
                  <a:pt x="346933" y="749326"/>
                </a:moveTo>
                <a:lnTo>
                  <a:pt x="430051" y="692241"/>
                </a:lnTo>
                <a:moveTo>
                  <a:pt x="1959724" y="665998"/>
                </a:moveTo>
                <a:lnTo>
                  <a:pt x="2000770" y="770518"/>
                </a:lnTo>
                <a:moveTo>
                  <a:pt x="2107724" y="715134"/>
                </a:moveTo>
                <a:lnTo>
                  <a:pt x="2140906" y="843718"/>
                </a:lnTo>
                <a:moveTo>
                  <a:pt x="513163" y="570640"/>
                </a:moveTo>
                <a:lnTo>
                  <a:pt x="479382" y="605646"/>
                </a:lnTo>
                <a:moveTo>
                  <a:pt x="1205583" y="925870"/>
                </a:moveTo>
                <a:lnTo>
                  <a:pt x="1291792" y="940532"/>
                </a:lnTo>
                <a:moveTo>
                  <a:pt x="1958393" y="973711"/>
                </a:moveTo>
                <a:lnTo>
                  <a:pt x="2008904" y="888093"/>
                </a:lnTo>
                <a:moveTo>
                  <a:pt x="1959724" y="665998"/>
                </a:moveTo>
                <a:lnTo>
                  <a:pt x="1958399" y="745966"/>
                </a:lnTo>
                <a:moveTo>
                  <a:pt x="951473" y="866662"/>
                </a:moveTo>
                <a:lnTo>
                  <a:pt x="1041834" y="916993"/>
                </a:lnTo>
                <a:moveTo>
                  <a:pt x="529708" y="822925"/>
                </a:moveTo>
                <a:lnTo>
                  <a:pt x="514449" y="739969"/>
                </a:lnTo>
                <a:moveTo>
                  <a:pt x="598299" y="783057"/>
                </a:moveTo>
                <a:lnTo>
                  <a:pt x="704557" y="796023"/>
                </a:lnTo>
                <a:moveTo>
                  <a:pt x="1126721" y="952557"/>
                </a:moveTo>
                <a:lnTo>
                  <a:pt x="1174001" y="883610"/>
                </a:lnTo>
                <a:moveTo>
                  <a:pt x="1767670" y="755126"/>
                </a:moveTo>
                <a:lnTo>
                  <a:pt x="1817042" y="657920"/>
                </a:lnTo>
                <a:moveTo>
                  <a:pt x="1846801" y="977542"/>
                </a:moveTo>
                <a:lnTo>
                  <a:pt x="1917084" y="1022660"/>
                </a:lnTo>
                <a:moveTo>
                  <a:pt x="2308802" y="477637"/>
                </a:moveTo>
                <a:lnTo>
                  <a:pt x="2333329" y="493722"/>
                </a:lnTo>
                <a:moveTo>
                  <a:pt x="951473" y="866662"/>
                </a:moveTo>
                <a:lnTo>
                  <a:pt x="1046683" y="924643"/>
                </a:lnTo>
                <a:moveTo>
                  <a:pt x="2221506" y="545886"/>
                </a:moveTo>
                <a:lnTo>
                  <a:pt x="2308802" y="477637"/>
                </a:lnTo>
                <a:moveTo>
                  <a:pt x="1700166" y="954686"/>
                </a:moveTo>
                <a:lnTo>
                  <a:pt x="1709127" y="948875"/>
                </a:lnTo>
                <a:moveTo>
                  <a:pt x="2333329" y="493722"/>
                </a:moveTo>
                <a:lnTo>
                  <a:pt x="2382719" y="634978"/>
                </a:lnTo>
                <a:moveTo>
                  <a:pt x="1041834" y="916993"/>
                </a:moveTo>
                <a:lnTo>
                  <a:pt x="1051819" y="922646"/>
                </a:lnTo>
                <a:moveTo>
                  <a:pt x="2057873" y="801269"/>
                </a:moveTo>
                <a:lnTo>
                  <a:pt x="2140906" y="843718"/>
                </a:lnTo>
                <a:moveTo>
                  <a:pt x="2332906" y="458383"/>
                </a:moveTo>
                <a:lnTo>
                  <a:pt x="2333329" y="493722"/>
                </a:lnTo>
                <a:moveTo>
                  <a:pt x="1236142" y="566319"/>
                </a:moveTo>
                <a:lnTo>
                  <a:pt x="1332996" y="588770"/>
                </a:lnTo>
                <a:moveTo>
                  <a:pt x="1071542" y="586866"/>
                </a:moveTo>
                <a:lnTo>
                  <a:pt x="1080909" y="582819"/>
                </a:lnTo>
                <a:moveTo>
                  <a:pt x="896037" y="627398"/>
                </a:moveTo>
                <a:lnTo>
                  <a:pt x="950152" y="644353"/>
                </a:lnTo>
                <a:moveTo>
                  <a:pt x="896037" y="627398"/>
                </a:moveTo>
                <a:lnTo>
                  <a:pt x="953950" y="640474"/>
                </a:lnTo>
                <a:moveTo>
                  <a:pt x="2005790" y="649328"/>
                </a:moveTo>
                <a:lnTo>
                  <a:pt x="2000770" y="770518"/>
                </a:lnTo>
                <a:moveTo>
                  <a:pt x="1046683" y="924643"/>
                </a:moveTo>
                <a:lnTo>
                  <a:pt x="1041834" y="916993"/>
                </a:lnTo>
                <a:moveTo>
                  <a:pt x="1046683" y="924643"/>
                </a:moveTo>
                <a:lnTo>
                  <a:pt x="1051819" y="922646"/>
                </a:lnTo>
                <a:moveTo>
                  <a:pt x="1709127" y="948875"/>
                </a:moveTo>
                <a:lnTo>
                  <a:pt x="1805360" y="1001644"/>
                </a:lnTo>
                <a:moveTo>
                  <a:pt x="1186936" y="564899"/>
                </a:moveTo>
                <a:lnTo>
                  <a:pt x="1231337" y="566834"/>
                </a:lnTo>
                <a:moveTo>
                  <a:pt x="1801498" y="647857"/>
                </a:moveTo>
                <a:lnTo>
                  <a:pt x="1767670" y="755126"/>
                </a:lnTo>
                <a:moveTo>
                  <a:pt x="1071542" y="586866"/>
                </a:moveTo>
                <a:lnTo>
                  <a:pt x="1074678" y="587660"/>
                </a:lnTo>
                <a:moveTo>
                  <a:pt x="1405376" y="630191"/>
                </a:moveTo>
                <a:lnTo>
                  <a:pt x="1388430" y="603399"/>
                </a:lnTo>
                <a:moveTo>
                  <a:pt x="1385856" y="946079"/>
                </a:moveTo>
                <a:lnTo>
                  <a:pt x="1359604" y="935701"/>
                </a:lnTo>
                <a:moveTo>
                  <a:pt x="1873677" y="695919"/>
                </a:moveTo>
                <a:lnTo>
                  <a:pt x="1959724" y="665998"/>
                </a:lnTo>
                <a:moveTo>
                  <a:pt x="687005" y="545515"/>
                </a:moveTo>
                <a:lnTo>
                  <a:pt x="809991" y="610079"/>
                </a:lnTo>
                <a:moveTo>
                  <a:pt x="2008904" y="888093"/>
                </a:moveTo>
                <a:lnTo>
                  <a:pt x="2140906" y="843718"/>
                </a:lnTo>
                <a:moveTo>
                  <a:pt x="1074678" y="587660"/>
                </a:moveTo>
                <a:lnTo>
                  <a:pt x="1080909" y="582819"/>
                </a:lnTo>
                <a:moveTo>
                  <a:pt x="1186936" y="564899"/>
                </a:moveTo>
                <a:lnTo>
                  <a:pt x="1100701" y="608005"/>
                </a:lnTo>
                <a:moveTo>
                  <a:pt x="2005790" y="649328"/>
                </a:moveTo>
                <a:lnTo>
                  <a:pt x="2073829" y="695390"/>
                </a:lnTo>
                <a:moveTo>
                  <a:pt x="1801498" y="647857"/>
                </a:moveTo>
                <a:lnTo>
                  <a:pt x="1709681" y="721559"/>
                </a:lnTo>
                <a:moveTo>
                  <a:pt x="2340028" y="726709"/>
                </a:moveTo>
                <a:lnTo>
                  <a:pt x="2339418" y="726482"/>
                </a:lnTo>
                <a:moveTo>
                  <a:pt x="1817042" y="657920"/>
                </a:moveTo>
                <a:lnTo>
                  <a:pt x="1837193" y="713024"/>
                </a:lnTo>
                <a:moveTo>
                  <a:pt x="2005790" y="649328"/>
                </a:moveTo>
                <a:lnTo>
                  <a:pt x="2143839" y="618788"/>
                </a:lnTo>
                <a:moveTo>
                  <a:pt x="2340028" y="726709"/>
                </a:moveTo>
                <a:lnTo>
                  <a:pt x="2382719" y="634978"/>
                </a:lnTo>
                <a:moveTo>
                  <a:pt x="428037" y="797521"/>
                </a:moveTo>
                <a:lnTo>
                  <a:pt x="458233" y="779910"/>
                </a:lnTo>
                <a:moveTo>
                  <a:pt x="2308802" y="477637"/>
                </a:moveTo>
                <a:lnTo>
                  <a:pt x="2332906" y="458383"/>
                </a:lnTo>
                <a:moveTo>
                  <a:pt x="636240" y="571013"/>
                </a:moveTo>
                <a:lnTo>
                  <a:pt x="687005" y="545515"/>
                </a:lnTo>
                <a:moveTo>
                  <a:pt x="2333329" y="493722"/>
                </a:moveTo>
                <a:lnTo>
                  <a:pt x="2414029" y="534348"/>
                </a:lnTo>
                <a:moveTo>
                  <a:pt x="909210" y="885630"/>
                </a:moveTo>
                <a:lnTo>
                  <a:pt x="869805" y="820679"/>
                </a:lnTo>
                <a:moveTo>
                  <a:pt x="2269971" y="797047"/>
                </a:moveTo>
                <a:lnTo>
                  <a:pt x="2225295" y="781767"/>
                </a:lnTo>
                <a:moveTo>
                  <a:pt x="946133" y="623514"/>
                </a:moveTo>
                <a:lnTo>
                  <a:pt x="953950" y="640474"/>
                </a:lnTo>
                <a:moveTo>
                  <a:pt x="1817042" y="657920"/>
                </a:moveTo>
                <a:lnTo>
                  <a:pt x="1873677" y="695919"/>
                </a:lnTo>
                <a:moveTo>
                  <a:pt x="1917084" y="1022660"/>
                </a:moveTo>
                <a:lnTo>
                  <a:pt x="1958393" y="973711"/>
                </a:lnTo>
                <a:moveTo>
                  <a:pt x="598299" y="783057"/>
                </a:moveTo>
                <a:lnTo>
                  <a:pt x="670044" y="816682"/>
                </a:lnTo>
                <a:moveTo>
                  <a:pt x="909210" y="885630"/>
                </a:moveTo>
                <a:lnTo>
                  <a:pt x="951473" y="866662"/>
                </a:lnTo>
                <a:moveTo>
                  <a:pt x="1508439" y="603490"/>
                </a:moveTo>
                <a:lnTo>
                  <a:pt x="1593447" y="579970"/>
                </a:lnTo>
                <a:moveTo>
                  <a:pt x="1126721" y="952557"/>
                </a:moveTo>
                <a:lnTo>
                  <a:pt x="1205583" y="925870"/>
                </a:lnTo>
                <a:moveTo>
                  <a:pt x="1236142" y="566319"/>
                </a:moveTo>
                <a:lnTo>
                  <a:pt x="1306759" y="599061"/>
                </a:lnTo>
                <a:moveTo>
                  <a:pt x="513163" y="570640"/>
                </a:moveTo>
                <a:lnTo>
                  <a:pt x="567206" y="587724"/>
                </a:lnTo>
                <a:moveTo>
                  <a:pt x="845738" y="806465"/>
                </a:moveTo>
                <a:lnTo>
                  <a:pt x="909210" y="885630"/>
                </a:lnTo>
                <a:moveTo>
                  <a:pt x="1085672" y="938177"/>
                </a:moveTo>
                <a:lnTo>
                  <a:pt x="1051819" y="922646"/>
                </a:lnTo>
                <a:moveTo>
                  <a:pt x="809991" y="610079"/>
                </a:moveTo>
                <a:lnTo>
                  <a:pt x="896037" y="627398"/>
                </a:lnTo>
                <a:moveTo>
                  <a:pt x="529708" y="822925"/>
                </a:moveTo>
                <a:lnTo>
                  <a:pt x="598299" y="783057"/>
                </a:lnTo>
                <a:moveTo>
                  <a:pt x="1433295" y="974807"/>
                </a:moveTo>
                <a:lnTo>
                  <a:pt x="1516028" y="997971"/>
                </a:lnTo>
                <a:moveTo>
                  <a:pt x="1186936" y="564899"/>
                </a:moveTo>
                <a:lnTo>
                  <a:pt x="1236142" y="566319"/>
                </a:lnTo>
                <a:moveTo>
                  <a:pt x="1805360" y="1001644"/>
                </a:moveTo>
                <a:lnTo>
                  <a:pt x="1917084" y="1022660"/>
                </a:lnTo>
                <a:moveTo>
                  <a:pt x="1593447" y="579970"/>
                </a:moveTo>
                <a:lnTo>
                  <a:pt x="1712866" y="650825"/>
                </a:lnTo>
                <a:moveTo>
                  <a:pt x="1046683" y="924643"/>
                </a:moveTo>
                <a:lnTo>
                  <a:pt x="1085672" y="938177"/>
                </a:lnTo>
                <a:moveTo>
                  <a:pt x="346933" y="749326"/>
                </a:moveTo>
                <a:lnTo>
                  <a:pt x="458233" y="779910"/>
                </a:lnTo>
                <a:moveTo>
                  <a:pt x="777226" y="836935"/>
                </a:moveTo>
                <a:lnTo>
                  <a:pt x="753050" y="756467"/>
                </a:lnTo>
                <a:moveTo>
                  <a:pt x="2308802" y="477637"/>
                </a:moveTo>
                <a:lnTo>
                  <a:pt x="2309267" y="474911"/>
                </a:lnTo>
                <a:moveTo>
                  <a:pt x="909210" y="885630"/>
                </a:moveTo>
                <a:lnTo>
                  <a:pt x="1046683" y="924643"/>
                </a:lnTo>
                <a:moveTo>
                  <a:pt x="1810897" y="647006"/>
                </a:moveTo>
                <a:lnTo>
                  <a:pt x="1873677" y="695919"/>
                </a:lnTo>
                <a:moveTo>
                  <a:pt x="2382719" y="634978"/>
                </a:moveTo>
                <a:lnTo>
                  <a:pt x="2414029" y="534348"/>
                </a:lnTo>
                <a:moveTo>
                  <a:pt x="1291792" y="940532"/>
                </a:moveTo>
                <a:lnTo>
                  <a:pt x="1292991" y="940786"/>
                </a:lnTo>
                <a:moveTo>
                  <a:pt x="2088638" y="607713"/>
                </a:moveTo>
                <a:lnTo>
                  <a:pt x="2143839" y="618788"/>
                </a:lnTo>
                <a:moveTo>
                  <a:pt x="458233" y="779910"/>
                </a:moveTo>
                <a:lnTo>
                  <a:pt x="529708" y="822925"/>
                </a:lnTo>
                <a:moveTo>
                  <a:pt x="2008904" y="888093"/>
                </a:moveTo>
                <a:lnTo>
                  <a:pt x="2077987" y="919636"/>
                </a:lnTo>
                <a:moveTo>
                  <a:pt x="2332906" y="458383"/>
                </a:moveTo>
                <a:lnTo>
                  <a:pt x="2414029" y="534348"/>
                </a:lnTo>
                <a:moveTo>
                  <a:pt x="2309267" y="474911"/>
                </a:moveTo>
                <a:lnTo>
                  <a:pt x="2332906" y="458383"/>
                </a:lnTo>
                <a:moveTo>
                  <a:pt x="1516028" y="997971"/>
                </a:moveTo>
                <a:lnTo>
                  <a:pt x="1553793" y="975009"/>
                </a:lnTo>
                <a:moveTo>
                  <a:pt x="379948" y="654846"/>
                </a:moveTo>
                <a:lnTo>
                  <a:pt x="455945" y="581138"/>
                </a:lnTo>
                <a:moveTo>
                  <a:pt x="1080909" y="582819"/>
                </a:moveTo>
                <a:lnTo>
                  <a:pt x="1186936" y="564899"/>
                </a:lnTo>
                <a:moveTo>
                  <a:pt x="2088638" y="607713"/>
                </a:moveTo>
                <a:lnTo>
                  <a:pt x="2141060" y="616088"/>
                </a:lnTo>
                <a:moveTo>
                  <a:pt x="1712866" y="650825"/>
                </a:moveTo>
                <a:lnTo>
                  <a:pt x="1801498" y="647857"/>
                </a:lnTo>
                <a:moveTo>
                  <a:pt x="1761803" y="1015052"/>
                </a:moveTo>
                <a:lnTo>
                  <a:pt x="1709127" y="948875"/>
                </a:lnTo>
                <a:moveTo>
                  <a:pt x="670044" y="816682"/>
                </a:moveTo>
                <a:lnTo>
                  <a:pt x="704557" y="796023"/>
                </a:lnTo>
                <a:moveTo>
                  <a:pt x="1996921" y="989526"/>
                </a:moveTo>
                <a:lnTo>
                  <a:pt x="1958393" y="973711"/>
                </a:lnTo>
                <a:moveTo>
                  <a:pt x="1405376" y="630191"/>
                </a:moveTo>
                <a:lnTo>
                  <a:pt x="1483300" y="605155"/>
                </a:lnTo>
                <a:moveTo>
                  <a:pt x="1958393" y="973711"/>
                </a:moveTo>
                <a:lnTo>
                  <a:pt x="2077987" y="919636"/>
                </a:lnTo>
                <a:moveTo>
                  <a:pt x="1074678" y="587660"/>
                </a:moveTo>
                <a:lnTo>
                  <a:pt x="1186936" y="564899"/>
                </a:lnTo>
                <a:moveTo>
                  <a:pt x="1126721" y="952557"/>
                </a:moveTo>
                <a:lnTo>
                  <a:pt x="1051819" y="922646"/>
                </a:lnTo>
                <a:moveTo>
                  <a:pt x="1959724" y="665998"/>
                </a:moveTo>
                <a:lnTo>
                  <a:pt x="2005790" y="649328"/>
                </a:lnTo>
                <a:moveTo>
                  <a:pt x="1612187" y="997452"/>
                </a:moveTo>
                <a:lnTo>
                  <a:pt x="1656159" y="922107"/>
                </a:lnTo>
                <a:moveTo>
                  <a:pt x="777226" y="836935"/>
                </a:moveTo>
                <a:lnTo>
                  <a:pt x="845738" y="806465"/>
                </a:lnTo>
                <a:moveTo>
                  <a:pt x="2116050" y="592177"/>
                </a:moveTo>
                <a:lnTo>
                  <a:pt x="2141060" y="616088"/>
                </a:lnTo>
                <a:moveTo>
                  <a:pt x="2116050" y="592177"/>
                </a:moveTo>
                <a:lnTo>
                  <a:pt x="2221506" y="545886"/>
                </a:lnTo>
                <a:moveTo>
                  <a:pt x="2269971" y="797047"/>
                </a:moveTo>
                <a:lnTo>
                  <a:pt x="2339418" y="726482"/>
                </a:lnTo>
                <a:moveTo>
                  <a:pt x="1700166" y="954686"/>
                </a:moveTo>
                <a:lnTo>
                  <a:pt x="1761803" y="1015052"/>
                </a:lnTo>
                <a:moveTo>
                  <a:pt x="1385856" y="946079"/>
                </a:moveTo>
                <a:lnTo>
                  <a:pt x="1433295" y="974807"/>
                </a:lnTo>
                <a:moveTo>
                  <a:pt x="2269971" y="797047"/>
                </a:moveTo>
                <a:lnTo>
                  <a:pt x="2340028" y="726709"/>
                </a:lnTo>
                <a:moveTo>
                  <a:pt x="759167" y="587320"/>
                </a:moveTo>
                <a:lnTo>
                  <a:pt x="809991" y="610079"/>
                </a:lnTo>
                <a:moveTo>
                  <a:pt x="1306759" y="599061"/>
                </a:moveTo>
                <a:lnTo>
                  <a:pt x="1332996" y="588770"/>
                </a:lnTo>
                <a:moveTo>
                  <a:pt x="346933" y="749326"/>
                </a:moveTo>
                <a:lnTo>
                  <a:pt x="379948" y="654846"/>
                </a:lnTo>
                <a:moveTo>
                  <a:pt x="946133" y="623514"/>
                </a:moveTo>
                <a:lnTo>
                  <a:pt x="1071542" y="586866"/>
                </a:lnTo>
                <a:moveTo>
                  <a:pt x="346933" y="749326"/>
                </a:moveTo>
                <a:lnTo>
                  <a:pt x="428037" y="797521"/>
                </a:lnTo>
                <a:moveTo>
                  <a:pt x="2191172" y="862528"/>
                </a:moveTo>
                <a:lnTo>
                  <a:pt x="2211728" y="784487"/>
                </a:lnTo>
                <a:moveTo>
                  <a:pt x="636240" y="571013"/>
                </a:moveTo>
                <a:lnTo>
                  <a:pt x="642133" y="567111"/>
                </a:lnTo>
                <a:moveTo>
                  <a:pt x="2050584" y="956290"/>
                </a:moveTo>
                <a:lnTo>
                  <a:pt x="1958393" y="973711"/>
                </a:lnTo>
                <a:moveTo>
                  <a:pt x="1761803" y="1015052"/>
                </a:moveTo>
                <a:lnTo>
                  <a:pt x="1805360" y="1001644"/>
                </a:lnTo>
                <a:moveTo>
                  <a:pt x="2191172" y="862528"/>
                </a:moveTo>
                <a:lnTo>
                  <a:pt x="2225295" y="781767"/>
                </a:lnTo>
                <a:moveTo>
                  <a:pt x="428037" y="797521"/>
                </a:moveTo>
                <a:lnTo>
                  <a:pt x="529708" y="822925"/>
                </a:lnTo>
                <a:moveTo>
                  <a:pt x="2332906" y="458383"/>
                </a:moveTo>
                <a:lnTo>
                  <a:pt x="2434579" y="448142"/>
                </a:lnTo>
                <a:moveTo>
                  <a:pt x="1810897" y="647006"/>
                </a:moveTo>
                <a:lnTo>
                  <a:pt x="1959724" y="665998"/>
                </a:lnTo>
                <a:moveTo>
                  <a:pt x="2077987" y="919636"/>
                </a:moveTo>
                <a:lnTo>
                  <a:pt x="2140906" y="843718"/>
                </a:lnTo>
                <a:moveTo>
                  <a:pt x="1694893" y="584890"/>
                </a:moveTo>
                <a:lnTo>
                  <a:pt x="1712866" y="650825"/>
                </a:lnTo>
                <a:moveTo>
                  <a:pt x="2202212" y="857947"/>
                </a:moveTo>
                <a:lnTo>
                  <a:pt x="2225295" y="781767"/>
                </a:lnTo>
                <a:moveTo>
                  <a:pt x="704557" y="796023"/>
                </a:moveTo>
                <a:lnTo>
                  <a:pt x="777226" y="836935"/>
                </a:lnTo>
                <a:moveTo>
                  <a:pt x="1917084" y="1022660"/>
                </a:moveTo>
                <a:lnTo>
                  <a:pt x="1996921" y="989526"/>
                </a:lnTo>
                <a:moveTo>
                  <a:pt x="1126721" y="952557"/>
                </a:moveTo>
                <a:lnTo>
                  <a:pt x="1291792" y="940532"/>
                </a:lnTo>
                <a:moveTo>
                  <a:pt x="606664" y="574813"/>
                </a:moveTo>
                <a:lnTo>
                  <a:pt x="567206" y="587724"/>
                </a:lnTo>
                <a:moveTo>
                  <a:pt x="2207886" y="526122"/>
                </a:moveTo>
                <a:lnTo>
                  <a:pt x="2221506" y="545886"/>
                </a:lnTo>
                <a:moveTo>
                  <a:pt x="642133" y="567111"/>
                </a:moveTo>
                <a:lnTo>
                  <a:pt x="687005" y="545515"/>
                </a:lnTo>
                <a:moveTo>
                  <a:pt x="309206" y="841528"/>
                </a:moveTo>
                <a:lnTo>
                  <a:pt x="428037" y="797521"/>
                </a:lnTo>
                <a:moveTo>
                  <a:pt x="616670" y="838630"/>
                </a:moveTo>
                <a:lnTo>
                  <a:pt x="598299" y="783057"/>
                </a:lnTo>
                <a:moveTo>
                  <a:pt x="455945" y="581138"/>
                </a:moveTo>
                <a:lnTo>
                  <a:pt x="513163" y="570640"/>
                </a:lnTo>
                <a:moveTo>
                  <a:pt x="1801498" y="647857"/>
                </a:moveTo>
                <a:lnTo>
                  <a:pt x="1817042" y="657920"/>
                </a:lnTo>
                <a:moveTo>
                  <a:pt x="1085672" y="938177"/>
                </a:moveTo>
                <a:lnTo>
                  <a:pt x="1126721" y="952557"/>
                </a:lnTo>
                <a:moveTo>
                  <a:pt x="1252720" y="617952"/>
                </a:moveTo>
                <a:lnTo>
                  <a:pt x="1236142" y="566319"/>
                </a:lnTo>
                <a:moveTo>
                  <a:pt x="1332996" y="588770"/>
                </a:moveTo>
                <a:lnTo>
                  <a:pt x="1405376" y="630191"/>
                </a:lnTo>
                <a:moveTo>
                  <a:pt x="992763" y="625881"/>
                </a:moveTo>
                <a:lnTo>
                  <a:pt x="1071542" y="586866"/>
                </a:lnTo>
                <a:moveTo>
                  <a:pt x="687005" y="545515"/>
                </a:moveTo>
                <a:lnTo>
                  <a:pt x="759167" y="587320"/>
                </a:lnTo>
                <a:moveTo>
                  <a:pt x="1810897" y="647006"/>
                </a:moveTo>
                <a:lnTo>
                  <a:pt x="1817042" y="657920"/>
                </a:lnTo>
                <a:moveTo>
                  <a:pt x="1508439" y="603490"/>
                </a:moveTo>
                <a:lnTo>
                  <a:pt x="1532823" y="605758"/>
                </a:lnTo>
                <a:moveTo>
                  <a:pt x="2434579" y="448142"/>
                </a:moveTo>
                <a:lnTo>
                  <a:pt x="2414029" y="534348"/>
                </a:lnTo>
                <a:moveTo>
                  <a:pt x="1292991" y="940786"/>
                </a:moveTo>
                <a:lnTo>
                  <a:pt x="1385856" y="946079"/>
                </a:lnTo>
                <a:moveTo>
                  <a:pt x="1612187" y="997452"/>
                </a:moveTo>
                <a:lnTo>
                  <a:pt x="1700166" y="954686"/>
                </a:lnTo>
                <a:moveTo>
                  <a:pt x="974142" y="940186"/>
                </a:moveTo>
                <a:lnTo>
                  <a:pt x="1046683" y="924643"/>
                </a:lnTo>
                <a:moveTo>
                  <a:pt x="428037" y="797521"/>
                </a:moveTo>
                <a:lnTo>
                  <a:pt x="504478" y="834816"/>
                </a:lnTo>
                <a:moveTo>
                  <a:pt x="992763" y="625881"/>
                </a:moveTo>
                <a:lnTo>
                  <a:pt x="1074678" y="587660"/>
                </a:lnTo>
                <a:moveTo>
                  <a:pt x="1611155" y="997610"/>
                </a:moveTo>
                <a:lnTo>
                  <a:pt x="1553793" y="975009"/>
                </a:lnTo>
                <a:moveTo>
                  <a:pt x="355398" y="865839"/>
                </a:moveTo>
                <a:lnTo>
                  <a:pt x="428037" y="797521"/>
                </a:lnTo>
                <a:moveTo>
                  <a:pt x="1612187" y="997452"/>
                </a:moveTo>
                <a:lnTo>
                  <a:pt x="1553793" y="975009"/>
                </a:lnTo>
                <a:moveTo>
                  <a:pt x="2207886" y="526122"/>
                </a:moveTo>
                <a:lnTo>
                  <a:pt x="2308802" y="477637"/>
                </a:lnTo>
                <a:moveTo>
                  <a:pt x="777226" y="836935"/>
                </a:moveTo>
                <a:lnTo>
                  <a:pt x="909210" y="885630"/>
                </a:lnTo>
                <a:moveTo>
                  <a:pt x="2005790" y="649328"/>
                </a:moveTo>
                <a:lnTo>
                  <a:pt x="2088638" y="607713"/>
                </a:lnTo>
                <a:moveTo>
                  <a:pt x="1593447" y="579970"/>
                </a:moveTo>
                <a:lnTo>
                  <a:pt x="1694893" y="584890"/>
                </a:lnTo>
                <a:moveTo>
                  <a:pt x="1801498" y="647857"/>
                </a:moveTo>
                <a:lnTo>
                  <a:pt x="1810897" y="647006"/>
                </a:lnTo>
                <a:moveTo>
                  <a:pt x="309206" y="841528"/>
                </a:moveTo>
                <a:lnTo>
                  <a:pt x="346933" y="749326"/>
                </a:lnTo>
                <a:moveTo>
                  <a:pt x="1085672" y="938177"/>
                </a:moveTo>
                <a:lnTo>
                  <a:pt x="1116808" y="950989"/>
                </a:lnTo>
                <a:moveTo>
                  <a:pt x="1593447" y="579970"/>
                </a:moveTo>
                <a:lnTo>
                  <a:pt x="1678100" y="575043"/>
                </a:lnTo>
                <a:moveTo>
                  <a:pt x="606664" y="574813"/>
                </a:moveTo>
                <a:lnTo>
                  <a:pt x="636240" y="571013"/>
                </a:lnTo>
                <a:moveTo>
                  <a:pt x="896037" y="627398"/>
                </a:moveTo>
                <a:lnTo>
                  <a:pt x="946133" y="623514"/>
                </a:lnTo>
                <a:moveTo>
                  <a:pt x="670044" y="816682"/>
                </a:moveTo>
                <a:lnTo>
                  <a:pt x="777226" y="836935"/>
                </a:lnTo>
                <a:moveTo>
                  <a:pt x="1483482" y="661513"/>
                </a:moveTo>
                <a:lnTo>
                  <a:pt x="1483300" y="605155"/>
                </a:lnTo>
                <a:moveTo>
                  <a:pt x="2242925" y="504682"/>
                </a:moveTo>
                <a:lnTo>
                  <a:pt x="2308802" y="477637"/>
                </a:lnTo>
                <a:moveTo>
                  <a:pt x="1475664" y="956764"/>
                </a:moveTo>
                <a:lnTo>
                  <a:pt x="1433295" y="974807"/>
                </a:lnTo>
                <a:moveTo>
                  <a:pt x="1074678" y="587660"/>
                </a:moveTo>
                <a:lnTo>
                  <a:pt x="1124961" y="604506"/>
                </a:lnTo>
                <a:moveTo>
                  <a:pt x="759167" y="587320"/>
                </a:moveTo>
                <a:lnTo>
                  <a:pt x="896037" y="627398"/>
                </a:lnTo>
                <a:moveTo>
                  <a:pt x="2449445" y="545602"/>
                </a:moveTo>
                <a:lnTo>
                  <a:pt x="2382719" y="634978"/>
                </a:lnTo>
                <a:moveTo>
                  <a:pt x="1306759" y="599061"/>
                </a:moveTo>
                <a:lnTo>
                  <a:pt x="1405376" y="630191"/>
                </a:lnTo>
                <a:moveTo>
                  <a:pt x="1694893" y="584890"/>
                </a:moveTo>
                <a:lnTo>
                  <a:pt x="1801498" y="647857"/>
                </a:lnTo>
                <a:moveTo>
                  <a:pt x="1996921" y="989526"/>
                </a:moveTo>
                <a:lnTo>
                  <a:pt x="2050584" y="956290"/>
                </a:lnTo>
                <a:moveTo>
                  <a:pt x="1483482" y="661513"/>
                </a:moveTo>
                <a:lnTo>
                  <a:pt x="1508439" y="603490"/>
                </a:lnTo>
                <a:moveTo>
                  <a:pt x="1843830" y="1039460"/>
                </a:moveTo>
                <a:lnTo>
                  <a:pt x="1805360" y="1001644"/>
                </a:lnTo>
                <a:moveTo>
                  <a:pt x="2050584" y="956290"/>
                </a:moveTo>
                <a:lnTo>
                  <a:pt x="2077987" y="919636"/>
                </a:lnTo>
                <a:moveTo>
                  <a:pt x="2191172" y="862528"/>
                </a:moveTo>
                <a:lnTo>
                  <a:pt x="2140906" y="843718"/>
                </a:lnTo>
                <a:moveTo>
                  <a:pt x="1246898" y="905655"/>
                </a:moveTo>
                <a:lnTo>
                  <a:pt x="1291792" y="940532"/>
                </a:lnTo>
                <a:moveTo>
                  <a:pt x="1250695" y="902988"/>
                </a:moveTo>
                <a:lnTo>
                  <a:pt x="1291792" y="940532"/>
                </a:lnTo>
                <a:moveTo>
                  <a:pt x="1250695" y="902988"/>
                </a:moveTo>
                <a:lnTo>
                  <a:pt x="1292991" y="940786"/>
                </a:lnTo>
                <a:moveTo>
                  <a:pt x="504478" y="834816"/>
                </a:moveTo>
                <a:lnTo>
                  <a:pt x="529708" y="822925"/>
                </a:lnTo>
                <a:moveTo>
                  <a:pt x="1902144" y="655152"/>
                </a:moveTo>
                <a:lnTo>
                  <a:pt x="1959724" y="665998"/>
                </a:lnTo>
                <a:moveTo>
                  <a:pt x="1532823" y="605758"/>
                </a:moveTo>
                <a:lnTo>
                  <a:pt x="1593447" y="579970"/>
                </a:lnTo>
                <a:moveTo>
                  <a:pt x="909210" y="885630"/>
                </a:moveTo>
                <a:lnTo>
                  <a:pt x="974142" y="940186"/>
                </a:lnTo>
                <a:moveTo>
                  <a:pt x="1693850" y="571969"/>
                </a:moveTo>
                <a:lnTo>
                  <a:pt x="1801498" y="647857"/>
                </a:lnTo>
                <a:moveTo>
                  <a:pt x="2089181" y="923676"/>
                </a:moveTo>
                <a:lnTo>
                  <a:pt x="2077987" y="919636"/>
                </a:lnTo>
                <a:moveTo>
                  <a:pt x="1306759" y="599061"/>
                </a:moveTo>
                <a:lnTo>
                  <a:pt x="1390760" y="642267"/>
                </a:lnTo>
                <a:moveTo>
                  <a:pt x="1116808" y="950989"/>
                </a:moveTo>
                <a:lnTo>
                  <a:pt x="1126721" y="952557"/>
                </a:lnTo>
                <a:moveTo>
                  <a:pt x="1693850" y="571969"/>
                </a:moveTo>
                <a:lnTo>
                  <a:pt x="1810897" y="647006"/>
                </a:lnTo>
                <a:moveTo>
                  <a:pt x="2412874" y="638363"/>
                </a:moveTo>
                <a:lnTo>
                  <a:pt x="2340028" y="726709"/>
                </a:lnTo>
                <a:moveTo>
                  <a:pt x="1516028" y="997971"/>
                </a:moveTo>
                <a:lnTo>
                  <a:pt x="1611155" y="997610"/>
                </a:lnTo>
                <a:moveTo>
                  <a:pt x="2242925" y="504682"/>
                </a:moveTo>
                <a:lnTo>
                  <a:pt x="2309267" y="474911"/>
                </a:lnTo>
                <a:moveTo>
                  <a:pt x="2088638" y="607713"/>
                </a:moveTo>
                <a:lnTo>
                  <a:pt x="2116050" y="592177"/>
                </a:lnTo>
                <a:moveTo>
                  <a:pt x="2412874" y="638363"/>
                </a:moveTo>
                <a:lnTo>
                  <a:pt x="2382719" y="634978"/>
                </a:lnTo>
                <a:moveTo>
                  <a:pt x="309206" y="841528"/>
                </a:moveTo>
                <a:lnTo>
                  <a:pt x="355398" y="865839"/>
                </a:lnTo>
                <a:moveTo>
                  <a:pt x="2353890" y="720293"/>
                </a:moveTo>
                <a:lnTo>
                  <a:pt x="2340028" y="726709"/>
                </a:lnTo>
                <a:moveTo>
                  <a:pt x="642133" y="567111"/>
                </a:moveTo>
                <a:lnTo>
                  <a:pt x="759167" y="587320"/>
                </a:lnTo>
                <a:moveTo>
                  <a:pt x="455945" y="581138"/>
                </a:moveTo>
                <a:lnTo>
                  <a:pt x="469659" y="579845"/>
                </a:lnTo>
                <a:moveTo>
                  <a:pt x="2449445" y="545602"/>
                </a:moveTo>
                <a:lnTo>
                  <a:pt x="2414029" y="534348"/>
                </a:lnTo>
                <a:moveTo>
                  <a:pt x="360836" y="632428"/>
                </a:moveTo>
                <a:lnTo>
                  <a:pt x="379948" y="654846"/>
                </a:lnTo>
                <a:moveTo>
                  <a:pt x="2050584" y="956290"/>
                </a:moveTo>
                <a:lnTo>
                  <a:pt x="2089181" y="923676"/>
                </a:lnTo>
                <a:moveTo>
                  <a:pt x="1720852" y="974882"/>
                </a:moveTo>
                <a:lnTo>
                  <a:pt x="1700166" y="954686"/>
                </a:lnTo>
                <a:moveTo>
                  <a:pt x="1678100" y="575043"/>
                </a:moveTo>
                <a:lnTo>
                  <a:pt x="1694893" y="584890"/>
                </a:lnTo>
                <a:moveTo>
                  <a:pt x="616670" y="838630"/>
                </a:moveTo>
                <a:lnTo>
                  <a:pt x="670044" y="816682"/>
                </a:lnTo>
                <a:moveTo>
                  <a:pt x="1064089" y="950625"/>
                </a:moveTo>
                <a:lnTo>
                  <a:pt x="1046683" y="924643"/>
                </a:lnTo>
                <a:moveTo>
                  <a:pt x="1086819" y="629073"/>
                </a:moveTo>
                <a:lnTo>
                  <a:pt x="1074678" y="587660"/>
                </a:lnTo>
                <a:moveTo>
                  <a:pt x="310065" y="718327"/>
                </a:moveTo>
                <a:lnTo>
                  <a:pt x="379948" y="654846"/>
                </a:lnTo>
                <a:moveTo>
                  <a:pt x="529708" y="822925"/>
                </a:moveTo>
                <a:lnTo>
                  <a:pt x="616670" y="838630"/>
                </a:lnTo>
                <a:moveTo>
                  <a:pt x="1693850" y="571969"/>
                </a:moveTo>
                <a:lnTo>
                  <a:pt x="1694893" y="584890"/>
                </a:lnTo>
                <a:moveTo>
                  <a:pt x="360836" y="632428"/>
                </a:moveTo>
                <a:lnTo>
                  <a:pt x="455945" y="581138"/>
                </a:lnTo>
                <a:moveTo>
                  <a:pt x="2010665" y="992112"/>
                </a:moveTo>
                <a:lnTo>
                  <a:pt x="1996921" y="989526"/>
                </a:lnTo>
                <a:moveTo>
                  <a:pt x="1252720" y="617952"/>
                </a:moveTo>
                <a:lnTo>
                  <a:pt x="1306759" y="599061"/>
                </a:lnTo>
                <a:moveTo>
                  <a:pt x="355398" y="865839"/>
                </a:moveTo>
                <a:lnTo>
                  <a:pt x="504478" y="834816"/>
                </a:lnTo>
                <a:moveTo>
                  <a:pt x="788327" y="644507"/>
                </a:moveTo>
                <a:lnTo>
                  <a:pt x="896037" y="627398"/>
                </a:lnTo>
                <a:moveTo>
                  <a:pt x="309206" y="841528"/>
                </a:moveTo>
                <a:lnTo>
                  <a:pt x="325503" y="901599"/>
                </a:lnTo>
                <a:moveTo>
                  <a:pt x="1678100" y="575043"/>
                </a:moveTo>
                <a:lnTo>
                  <a:pt x="1693850" y="571969"/>
                </a:lnTo>
                <a:moveTo>
                  <a:pt x="1186936" y="564899"/>
                </a:moveTo>
                <a:lnTo>
                  <a:pt x="1252720" y="617952"/>
                </a:lnTo>
                <a:moveTo>
                  <a:pt x="1390760" y="642267"/>
                </a:moveTo>
                <a:lnTo>
                  <a:pt x="1405376" y="630191"/>
                </a:lnTo>
                <a:moveTo>
                  <a:pt x="849563" y="878429"/>
                </a:moveTo>
                <a:lnTo>
                  <a:pt x="909210" y="885630"/>
                </a:lnTo>
                <a:moveTo>
                  <a:pt x="1124961" y="604506"/>
                </a:moveTo>
                <a:lnTo>
                  <a:pt x="1186936" y="564899"/>
                </a:lnTo>
                <a:moveTo>
                  <a:pt x="2191172" y="862528"/>
                </a:moveTo>
                <a:lnTo>
                  <a:pt x="2077987" y="919636"/>
                </a:lnTo>
                <a:moveTo>
                  <a:pt x="1810897" y="647006"/>
                </a:moveTo>
                <a:lnTo>
                  <a:pt x="1902144" y="655152"/>
                </a:lnTo>
                <a:moveTo>
                  <a:pt x="946133" y="623514"/>
                </a:moveTo>
                <a:lnTo>
                  <a:pt x="992763" y="625881"/>
                </a:lnTo>
                <a:moveTo>
                  <a:pt x="2366459" y="455886"/>
                </a:moveTo>
                <a:lnTo>
                  <a:pt x="2332906" y="458383"/>
                </a:lnTo>
                <a:moveTo>
                  <a:pt x="2005790" y="649328"/>
                </a:moveTo>
                <a:lnTo>
                  <a:pt x="2024662" y="650197"/>
                </a:lnTo>
                <a:moveTo>
                  <a:pt x="1126721" y="952557"/>
                </a:moveTo>
                <a:lnTo>
                  <a:pt x="1246898" y="905655"/>
                </a:lnTo>
                <a:moveTo>
                  <a:pt x="822290" y="663026"/>
                </a:moveTo>
                <a:lnTo>
                  <a:pt x="896037" y="627398"/>
                </a:lnTo>
                <a:moveTo>
                  <a:pt x="2202212" y="857947"/>
                </a:moveTo>
                <a:lnTo>
                  <a:pt x="2269971" y="797047"/>
                </a:lnTo>
                <a:moveTo>
                  <a:pt x="2322240" y="470949"/>
                </a:moveTo>
                <a:lnTo>
                  <a:pt x="2309267" y="474911"/>
                </a:lnTo>
                <a:moveTo>
                  <a:pt x="513163" y="570640"/>
                </a:moveTo>
                <a:lnTo>
                  <a:pt x="606664" y="574813"/>
                </a:lnTo>
                <a:moveTo>
                  <a:pt x="469659" y="579845"/>
                </a:moveTo>
                <a:lnTo>
                  <a:pt x="513163" y="570640"/>
                </a:lnTo>
                <a:moveTo>
                  <a:pt x="2116050" y="592177"/>
                </a:moveTo>
                <a:lnTo>
                  <a:pt x="2207886" y="526122"/>
                </a:lnTo>
                <a:moveTo>
                  <a:pt x="2010665" y="992112"/>
                </a:moveTo>
                <a:lnTo>
                  <a:pt x="2050584" y="956290"/>
                </a:lnTo>
                <a:moveTo>
                  <a:pt x="1475664" y="956764"/>
                </a:moveTo>
                <a:lnTo>
                  <a:pt x="1516028" y="997971"/>
                </a:lnTo>
                <a:moveTo>
                  <a:pt x="2434579" y="448142"/>
                </a:moveTo>
                <a:lnTo>
                  <a:pt x="2449445" y="545602"/>
                </a:lnTo>
                <a:moveTo>
                  <a:pt x="325503" y="901599"/>
                </a:moveTo>
                <a:lnTo>
                  <a:pt x="355398" y="865839"/>
                </a:lnTo>
                <a:moveTo>
                  <a:pt x="245946" y="797776"/>
                </a:moveTo>
                <a:lnTo>
                  <a:pt x="346933" y="749326"/>
                </a:lnTo>
                <a:moveTo>
                  <a:pt x="606664" y="574813"/>
                </a:moveTo>
                <a:lnTo>
                  <a:pt x="642133" y="567111"/>
                </a:lnTo>
                <a:moveTo>
                  <a:pt x="310065" y="718327"/>
                </a:moveTo>
                <a:lnTo>
                  <a:pt x="346933" y="749326"/>
                </a:lnTo>
                <a:moveTo>
                  <a:pt x="1761803" y="1015052"/>
                </a:moveTo>
                <a:lnTo>
                  <a:pt x="1843830" y="1039460"/>
                </a:lnTo>
                <a:moveTo>
                  <a:pt x="670044" y="816682"/>
                </a:moveTo>
                <a:lnTo>
                  <a:pt x="728731" y="840097"/>
                </a:lnTo>
                <a:moveTo>
                  <a:pt x="946133" y="623514"/>
                </a:moveTo>
                <a:lnTo>
                  <a:pt x="977069" y="636458"/>
                </a:lnTo>
                <a:moveTo>
                  <a:pt x="1064089" y="950625"/>
                </a:moveTo>
                <a:lnTo>
                  <a:pt x="1085672" y="938177"/>
                </a:lnTo>
                <a:moveTo>
                  <a:pt x="1116808" y="950989"/>
                </a:moveTo>
                <a:lnTo>
                  <a:pt x="1246898" y="905655"/>
                </a:lnTo>
                <a:moveTo>
                  <a:pt x="642133" y="567111"/>
                </a:moveTo>
                <a:lnTo>
                  <a:pt x="721867" y="606982"/>
                </a:lnTo>
                <a:moveTo>
                  <a:pt x="1250695" y="902988"/>
                </a:moveTo>
                <a:lnTo>
                  <a:pt x="1385856" y="946079"/>
                </a:lnTo>
                <a:moveTo>
                  <a:pt x="433148" y="599364"/>
                </a:moveTo>
                <a:lnTo>
                  <a:pt x="455945" y="581138"/>
                </a:lnTo>
                <a:moveTo>
                  <a:pt x="1306759" y="599061"/>
                </a:moveTo>
                <a:lnTo>
                  <a:pt x="1321652" y="713346"/>
                </a:lnTo>
                <a:moveTo>
                  <a:pt x="504478" y="834816"/>
                </a:moveTo>
                <a:lnTo>
                  <a:pt x="616670" y="838630"/>
                </a:lnTo>
                <a:moveTo>
                  <a:pt x="1989865" y="669517"/>
                </a:moveTo>
                <a:lnTo>
                  <a:pt x="1959724" y="665998"/>
                </a:lnTo>
                <a:moveTo>
                  <a:pt x="2089181" y="923676"/>
                </a:moveTo>
                <a:lnTo>
                  <a:pt x="2191172" y="862528"/>
                </a:lnTo>
                <a:moveTo>
                  <a:pt x="2281739" y="795860"/>
                </a:moveTo>
                <a:lnTo>
                  <a:pt x="2269971" y="797047"/>
                </a:lnTo>
                <a:moveTo>
                  <a:pt x="2366459" y="455886"/>
                </a:moveTo>
                <a:lnTo>
                  <a:pt x="2309267" y="474911"/>
                </a:lnTo>
                <a:moveTo>
                  <a:pt x="1263263" y="679513"/>
                </a:moveTo>
                <a:lnTo>
                  <a:pt x="1306759" y="599061"/>
                </a:lnTo>
                <a:moveTo>
                  <a:pt x="721867" y="606982"/>
                </a:moveTo>
                <a:lnTo>
                  <a:pt x="759167" y="587320"/>
                </a:lnTo>
                <a:moveTo>
                  <a:pt x="1392356" y="871265"/>
                </a:moveTo>
                <a:lnTo>
                  <a:pt x="1385856" y="946079"/>
                </a:lnTo>
                <a:moveTo>
                  <a:pt x="759167" y="587320"/>
                </a:moveTo>
                <a:lnTo>
                  <a:pt x="788327" y="644507"/>
                </a:lnTo>
                <a:moveTo>
                  <a:pt x="822290" y="663026"/>
                </a:moveTo>
                <a:lnTo>
                  <a:pt x="946133" y="623514"/>
                </a:lnTo>
                <a:moveTo>
                  <a:pt x="1611155" y="997610"/>
                </a:moveTo>
                <a:lnTo>
                  <a:pt x="1612187" y="997452"/>
                </a:lnTo>
                <a:moveTo>
                  <a:pt x="2353890" y="720293"/>
                </a:moveTo>
                <a:lnTo>
                  <a:pt x="2269971" y="797047"/>
                </a:lnTo>
                <a:moveTo>
                  <a:pt x="180862" y="875227"/>
                </a:moveTo>
                <a:lnTo>
                  <a:pt x="309206" y="841528"/>
                </a:lnTo>
                <a:moveTo>
                  <a:pt x="777226" y="836935"/>
                </a:moveTo>
                <a:lnTo>
                  <a:pt x="849563" y="878429"/>
                </a:lnTo>
                <a:moveTo>
                  <a:pt x="2024662" y="650197"/>
                </a:moveTo>
                <a:lnTo>
                  <a:pt x="2088638" y="607713"/>
                </a:lnTo>
                <a:moveTo>
                  <a:pt x="1678100" y="575043"/>
                </a:moveTo>
                <a:lnTo>
                  <a:pt x="1671693" y="566752"/>
                </a:lnTo>
                <a:moveTo>
                  <a:pt x="1770652" y="605590"/>
                </a:moveTo>
                <a:lnTo>
                  <a:pt x="1810897" y="647006"/>
                </a:lnTo>
                <a:moveTo>
                  <a:pt x="245946" y="797776"/>
                </a:moveTo>
                <a:lnTo>
                  <a:pt x="309206" y="841528"/>
                </a:lnTo>
                <a:moveTo>
                  <a:pt x="1671693" y="566752"/>
                </a:moveTo>
                <a:lnTo>
                  <a:pt x="1693850" y="571969"/>
                </a:lnTo>
                <a:moveTo>
                  <a:pt x="1989865" y="669517"/>
                </a:moveTo>
                <a:lnTo>
                  <a:pt x="2005790" y="649328"/>
                </a:lnTo>
                <a:moveTo>
                  <a:pt x="2024662" y="650197"/>
                </a:moveTo>
                <a:lnTo>
                  <a:pt x="2116050" y="592177"/>
                </a:lnTo>
                <a:moveTo>
                  <a:pt x="728731" y="840097"/>
                </a:moveTo>
                <a:lnTo>
                  <a:pt x="777226" y="836935"/>
                </a:lnTo>
                <a:moveTo>
                  <a:pt x="2207886" y="526122"/>
                </a:moveTo>
                <a:lnTo>
                  <a:pt x="2242925" y="504682"/>
                </a:lnTo>
                <a:moveTo>
                  <a:pt x="708989" y="844885"/>
                </a:moveTo>
                <a:lnTo>
                  <a:pt x="670044" y="816682"/>
                </a:lnTo>
                <a:moveTo>
                  <a:pt x="1385856" y="946079"/>
                </a:moveTo>
                <a:lnTo>
                  <a:pt x="1475664" y="956764"/>
                </a:lnTo>
                <a:moveTo>
                  <a:pt x="1585546" y="627569"/>
                </a:moveTo>
                <a:lnTo>
                  <a:pt x="1593447" y="579970"/>
                </a:lnTo>
                <a:moveTo>
                  <a:pt x="1405376" y="630191"/>
                </a:moveTo>
                <a:lnTo>
                  <a:pt x="1483482" y="661513"/>
                </a:lnTo>
                <a:moveTo>
                  <a:pt x="977069" y="636458"/>
                </a:moveTo>
                <a:lnTo>
                  <a:pt x="992763" y="625881"/>
                </a:lnTo>
                <a:moveTo>
                  <a:pt x="1720852" y="974882"/>
                </a:moveTo>
                <a:lnTo>
                  <a:pt x="1761803" y="1015052"/>
                </a:lnTo>
                <a:moveTo>
                  <a:pt x="1246898" y="905655"/>
                </a:moveTo>
                <a:lnTo>
                  <a:pt x="1250695" y="902988"/>
                </a:lnTo>
                <a:moveTo>
                  <a:pt x="403433" y="887062"/>
                </a:moveTo>
                <a:lnTo>
                  <a:pt x="355398" y="865839"/>
                </a:lnTo>
                <a:moveTo>
                  <a:pt x="1385856" y="946079"/>
                </a:moveTo>
                <a:lnTo>
                  <a:pt x="1485150" y="921345"/>
                </a:lnTo>
                <a:moveTo>
                  <a:pt x="2434579" y="448142"/>
                </a:moveTo>
                <a:lnTo>
                  <a:pt x="2457492" y="545861"/>
                </a:lnTo>
                <a:moveTo>
                  <a:pt x="2366459" y="455886"/>
                </a:moveTo>
                <a:lnTo>
                  <a:pt x="2434579" y="448142"/>
                </a:lnTo>
                <a:moveTo>
                  <a:pt x="272442" y="926093"/>
                </a:moveTo>
                <a:lnTo>
                  <a:pt x="309206" y="841528"/>
                </a:lnTo>
                <a:moveTo>
                  <a:pt x="930836" y="904168"/>
                </a:moveTo>
                <a:lnTo>
                  <a:pt x="909210" y="885630"/>
                </a:lnTo>
                <a:moveTo>
                  <a:pt x="1390760" y="642267"/>
                </a:moveTo>
                <a:lnTo>
                  <a:pt x="1483482" y="661513"/>
                </a:lnTo>
                <a:moveTo>
                  <a:pt x="2191172" y="862528"/>
                </a:moveTo>
                <a:lnTo>
                  <a:pt x="2202212" y="857947"/>
                </a:lnTo>
                <a:moveTo>
                  <a:pt x="2207886" y="526122"/>
                </a:moveTo>
                <a:lnTo>
                  <a:pt x="2218549" y="529096"/>
                </a:lnTo>
                <a:moveTo>
                  <a:pt x="1124961" y="604506"/>
                </a:moveTo>
                <a:lnTo>
                  <a:pt x="1252720" y="617952"/>
                </a:lnTo>
                <a:moveTo>
                  <a:pt x="1321652" y="713346"/>
                </a:moveTo>
                <a:lnTo>
                  <a:pt x="1390760" y="642267"/>
                </a:lnTo>
                <a:moveTo>
                  <a:pt x="1693850" y="571969"/>
                </a:moveTo>
                <a:lnTo>
                  <a:pt x="1770652" y="605590"/>
                </a:lnTo>
                <a:moveTo>
                  <a:pt x="1250695" y="902988"/>
                </a:moveTo>
                <a:lnTo>
                  <a:pt x="1392356" y="871265"/>
                </a:lnTo>
                <a:moveTo>
                  <a:pt x="469659" y="579845"/>
                </a:moveTo>
                <a:lnTo>
                  <a:pt x="606664" y="574813"/>
                </a:lnTo>
                <a:moveTo>
                  <a:pt x="1390760" y="642267"/>
                </a:moveTo>
                <a:lnTo>
                  <a:pt x="1469311" y="681212"/>
                </a:lnTo>
                <a:moveTo>
                  <a:pt x="1064089" y="950625"/>
                </a:moveTo>
                <a:lnTo>
                  <a:pt x="1116808" y="950989"/>
                </a:lnTo>
                <a:moveTo>
                  <a:pt x="1475664" y="956764"/>
                </a:moveTo>
                <a:lnTo>
                  <a:pt x="1611155" y="997610"/>
                </a:lnTo>
                <a:moveTo>
                  <a:pt x="2194563" y="863201"/>
                </a:moveTo>
                <a:lnTo>
                  <a:pt x="2191172" y="862528"/>
                </a:lnTo>
                <a:moveTo>
                  <a:pt x="428057" y="889805"/>
                </a:moveTo>
                <a:lnTo>
                  <a:pt x="504478" y="834816"/>
                </a:lnTo>
                <a:moveTo>
                  <a:pt x="428057" y="889805"/>
                </a:moveTo>
                <a:lnTo>
                  <a:pt x="355398" y="865839"/>
                </a:lnTo>
                <a:moveTo>
                  <a:pt x="2194563" y="863201"/>
                </a:moveTo>
                <a:lnTo>
                  <a:pt x="2202212" y="857947"/>
                </a:lnTo>
                <a:moveTo>
                  <a:pt x="1483482" y="661513"/>
                </a:moveTo>
                <a:lnTo>
                  <a:pt x="1532823" y="605758"/>
                </a:lnTo>
                <a:moveTo>
                  <a:pt x="325503" y="901599"/>
                </a:moveTo>
                <a:lnTo>
                  <a:pt x="403433" y="887062"/>
                </a:lnTo>
                <a:moveTo>
                  <a:pt x="721867" y="606982"/>
                </a:moveTo>
                <a:lnTo>
                  <a:pt x="788327" y="644507"/>
                </a:lnTo>
                <a:moveTo>
                  <a:pt x="2218549" y="529096"/>
                </a:moveTo>
                <a:lnTo>
                  <a:pt x="2242925" y="504682"/>
                </a:lnTo>
                <a:moveTo>
                  <a:pt x="822290" y="663026"/>
                </a:moveTo>
                <a:lnTo>
                  <a:pt x="977069" y="636458"/>
                </a:lnTo>
                <a:moveTo>
                  <a:pt x="1250695" y="902988"/>
                </a:moveTo>
                <a:lnTo>
                  <a:pt x="1339813" y="840122"/>
                </a:lnTo>
                <a:moveTo>
                  <a:pt x="1101566" y="932675"/>
                </a:moveTo>
                <a:lnTo>
                  <a:pt x="1116808" y="950989"/>
                </a:lnTo>
                <a:moveTo>
                  <a:pt x="663459" y="643719"/>
                </a:moveTo>
                <a:lnTo>
                  <a:pt x="642133" y="567111"/>
                </a:lnTo>
                <a:moveTo>
                  <a:pt x="788327" y="644507"/>
                </a:moveTo>
                <a:lnTo>
                  <a:pt x="822290" y="663026"/>
                </a:lnTo>
                <a:moveTo>
                  <a:pt x="2116050" y="592177"/>
                </a:moveTo>
                <a:lnTo>
                  <a:pt x="2153854" y="603626"/>
                </a:lnTo>
                <a:moveTo>
                  <a:pt x="2202212" y="857947"/>
                </a:moveTo>
                <a:lnTo>
                  <a:pt x="2281739" y="795860"/>
                </a:lnTo>
                <a:moveTo>
                  <a:pt x="2242925" y="504682"/>
                </a:moveTo>
                <a:lnTo>
                  <a:pt x="2322240" y="470949"/>
                </a:lnTo>
                <a:moveTo>
                  <a:pt x="1612187" y="997452"/>
                </a:moveTo>
                <a:lnTo>
                  <a:pt x="1720852" y="974882"/>
                </a:lnTo>
                <a:moveTo>
                  <a:pt x="504478" y="834816"/>
                </a:moveTo>
                <a:lnTo>
                  <a:pt x="564235" y="859068"/>
                </a:lnTo>
                <a:moveTo>
                  <a:pt x="992763" y="625881"/>
                </a:moveTo>
                <a:lnTo>
                  <a:pt x="1086819" y="629073"/>
                </a:lnTo>
                <a:moveTo>
                  <a:pt x="974142" y="940186"/>
                </a:moveTo>
                <a:lnTo>
                  <a:pt x="1064089" y="950625"/>
                </a:lnTo>
                <a:moveTo>
                  <a:pt x="1339813" y="840122"/>
                </a:moveTo>
                <a:lnTo>
                  <a:pt x="1392356" y="871265"/>
                </a:lnTo>
                <a:moveTo>
                  <a:pt x="2412874" y="638363"/>
                </a:moveTo>
                <a:lnTo>
                  <a:pt x="2449445" y="545602"/>
                </a:lnTo>
                <a:moveTo>
                  <a:pt x="1585546" y="627569"/>
                </a:moveTo>
                <a:lnTo>
                  <a:pt x="1678100" y="575043"/>
                </a:lnTo>
                <a:moveTo>
                  <a:pt x="1770652" y="605590"/>
                </a:moveTo>
                <a:lnTo>
                  <a:pt x="1902144" y="655152"/>
                </a:lnTo>
                <a:moveTo>
                  <a:pt x="272442" y="926093"/>
                </a:moveTo>
                <a:lnTo>
                  <a:pt x="325503" y="901599"/>
                </a:lnTo>
                <a:moveTo>
                  <a:pt x="1252720" y="617952"/>
                </a:moveTo>
                <a:lnTo>
                  <a:pt x="1263263" y="679513"/>
                </a:lnTo>
                <a:moveTo>
                  <a:pt x="1607852" y="611243"/>
                </a:moveTo>
                <a:lnTo>
                  <a:pt x="1678100" y="575043"/>
                </a:lnTo>
                <a:moveTo>
                  <a:pt x="1536143" y="948179"/>
                </a:moveTo>
                <a:lnTo>
                  <a:pt x="1611155" y="997610"/>
                </a:lnTo>
                <a:moveTo>
                  <a:pt x="802320" y="680286"/>
                </a:moveTo>
                <a:lnTo>
                  <a:pt x="788327" y="644507"/>
                </a:lnTo>
                <a:moveTo>
                  <a:pt x="2012482" y="983863"/>
                </a:moveTo>
                <a:lnTo>
                  <a:pt x="2050584" y="956290"/>
                </a:lnTo>
                <a:moveTo>
                  <a:pt x="1392356" y="871265"/>
                </a:moveTo>
                <a:lnTo>
                  <a:pt x="1485150" y="921345"/>
                </a:lnTo>
                <a:moveTo>
                  <a:pt x="1671693" y="566752"/>
                </a:moveTo>
                <a:lnTo>
                  <a:pt x="1770652" y="605590"/>
                </a:lnTo>
                <a:moveTo>
                  <a:pt x="1392356" y="871265"/>
                </a:moveTo>
                <a:lnTo>
                  <a:pt x="1423118" y="770206"/>
                </a:lnTo>
                <a:moveTo>
                  <a:pt x="1246898" y="905655"/>
                </a:moveTo>
                <a:lnTo>
                  <a:pt x="1268873" y="797192"/>
                </a:lnTo>
                <a:moveTo>
                  <a:pt x="977069" y="636458"/>
                </a:moveTo>
                <a:lnTo>
                  <a:pt x="1086819" y="629073"/>
                </a:lnTo>
                <a:moveTo>
                  <a:pt x="728731" y="840097"/>
                </a:moveTo>
                <a:lnTo>
                  <a:pt x="849563" y="878429"/>
                </a:lnTo>
                <a:moveTo>
                  <a:pt x="2218549" y="529096"/>
                </a:moveTo>
                <a:lnTo>
                  <a:pt x="2322240" y="470949"/>
                </a:lnTo>
                <a:moveTo>
                  <a:pt x="1268873" y="797192"/>
                </a:moveTo>
                <a:lnTo>
                  <a:pt x="1250695" y="902988"/>
                </a:lnTo>
                <a:moveTo>
                  <a:pt x="179616" y="876156"/>
                </a:moveTo>
                <a:lnTo>
                  <a:pt x="181081" y="877133"/>
                </a:lnTo>
                <a:moveTo>
                  <a:pt x="310065" y="718327"/>
                </a:moveTo>
                <a:lnTo>
                  <a:pt x="360836" y="632428"/>
                </a:lnTo>
                <a:moveTo>
                  <a:pt x="180862" y="875227"/>
                </a:moveTo>
                <a:lnTo>
                  <a:pt x="181081" y="877133"/>
                </a:lnTo>
                <a:moveTo>
                  <a:pt x="1086819" y="629073"/>
                </a:moveTo>
                <a:lnTo>
                  <a:pt x="1124961" y="604506"/>
                </a:lnTo>
                <a:moveTo>
                  <a:pt x="180025" y="876703"/>
                </a:moveTo>
                <a:lnTo>
                  <a:pt x="181081" y="877133"/>
                </a:lnTo>
                <a:moveTo>
                  <a:pt x="2153854" y="603626"/>
                </a:moveTo>
                <a:lnTo>
                  <a:pt x="2207886" y="526122"/>
                </a:lnTo>
                <a:moveTo>
                  <a:pt x="179616" y="876156"/>
                </a:moveTo>
                <a:lnTo>
                  <a:pt x="180862" y="875227"/>
                </a:lnTo>
                <a:moveTo>
                  <a:pt x="180025" y="876703"/>
                </a:moveTo>
                <a:lnTo>
                  <a:pt x="179616" y="876156"/>
                </a:lnTo>
                <a:moveTo>
                  <a:pt x="802320" y="680286"/>
                </a:moveTo>
                <a:lnTo>
                  <a:pt x="822290" y="663026"/>
                </a:lnTo>
                <a:moveTo>
                  <a:pt x="180076" y="876347"/>
                </a:moveTo>
                <a:lnTo>
                  <a:pt x="179616" y="876156"/>
                </a:lnTo>
                <a:moveTo>
                  <a:pt x="180076" y="876347"/>
                </a:moveTo>
                <a:lnTo>
                  <a:pt x="180862" y="875227"/>
                </a:lnTo>
                <a:moveTo>
                  <a:pt x="180076" y="876347"/>
                </a:moveTo>
                <a:lnTo>
                  <a:pt x="180025" y="876703"/>
                </a:lnTo>
                <a:moveTo>
                  <a:pt x="2414435" y="637307"/>
                </a:moveTo>
                <a:lnTo>
                  <a:pt x="2449445" y="545602"/>
                </a:lnTo>
                <a:moveTo>
                  <a:pt x="2012482" y="983863"/>
                </a:moveTo>
                <a:lnTo>
                  <a:pt x="2089181" y="923676"/>
                </a:lnTo>
                <a:moveTo>
                  <a:pt x="1720852" y="974882"/>
                </a:moveTo>
                <a:lnTo>
                  <a:pt x="1843830" y="1039460"/>
                </a:lnTo>
                <a:moveTo>
                  <a:pt x="2281739" y="795860"/>
                </a:moveTo>
                <a:lnTo>
                  <a:pt x="2353890" y="720293"/>
                </a:lnTo>
                <a:moveTo>
                  <a:pt x="616670" y="838630"/>
                </a:moveTo>
                <a:lnTo>
                  <a:pt x="708989" y="844885"/>
                </a:lnTo>
                <a:moveTo>
                  <a:pt x="433148" y="599364"/>
                </a:moveTo>
                <a:lnTo>
                  <a:pt x="469659" y="579845"/>
                </a:lnTo>
                <a:moveTo>
                  <a:pt x="180862" y="875227"/>
                </a:moveTo>
                <a:lnTo>
                  <a:pt x="245946" y="797776"/>
                </a:lnTo>
                <a:moveTo>
                  <a:pt x="2457492" y="545861"/>
                </a:moveTo>
                <a:lnTo>
                  <a:pt x="2449445" y="545602"/>
                </a:lnTo>
                <a:moveTo>
                  <a:pt x="2115144" y="926220"/>
                </a:moveTo>
                <a:lnTo>
                  <a:pt x="2089181" y="923676"/>
                </a:lnTo>
                <a:moveTo>
                  <a:pt x="1321652" y="713346"/>
                </a:moveTo>
                <a:lnTo>
                  <a:pt x="1339813" y="840122"/>
                </a:lnTo>
                <a:moveTo>
                  <a:pt x="180076" y="876347"/>
                </a:moveTo>
                <a:lnTo>
                  <a:pt x="245946" y="797776"/>
                </a:lnTo>
                <a:moveTo>
                  <a:pt x="2470628" y="441245"/>
                </a:moveTo>
                <a:lnTo>
                  <a:pt x="2434579" y="448142"/>
                </a:lnTo>
                <a:moveTo>
                  <a:pt x="2353890" y="720293"/>
                </a:moveTo>
                <a:lnTo>
                  <a:pt x="2412874" y="638363"/>
                </a:lnTo>
                <a:moveTo>
                  <a:pt x="245946" y="797776"/>
                </a:moveTo>
                <a:lnTo>
                  <a:pt x="310065" y="718327"/>
                </a:lnTo>
                <a:moveTo>
                  <a:pt x="1485150" y="921345"/>
                </a:moveTo>
                <a:lnTo>
                  <a:pt x="1475664" y="956764"/>
                </a:lnTo>
                <a:moveTo>
                  <a:pt x="1101566" y="932675"/>
                </a:moveTo>
                <a:lnTo>
                  <a:pt x="1246898" y="905655"/>
                </a:lnTo>
                <a:moveTo>
                  <a:pt x="1469311" y="681212"/>
                </a:moveTo>
                <a:lnTo>
                  <a:pt x="1483482" y="661513"/>
                </a:lnTo>
                <a:moveTo>
                  <a:pt x="1790075" y="629154"/>
                </a:moveTo>
                <a:lnTo>
                  <a:pt x="1902144" y="655152"/>
                </a:lnTo>
                <a:moveTo>
                  <a:pt x="564235" y="859068"/>
                </a:moveTo>
                <a:lnTo>
                  <a:pt x="616670" y="838630"/>
                </a:lnTo>
                <a:moveTo>
                  <a:pt x="1339813" y="840122"/>
                </a:moveTo>
                <a:lnTo>
                  <a:pt x="1419390" y="768143"/>
                </a:lnTo>
                <a:moveTo>
                  <a:pt x="1339813" y="840122"/>
                </a:moveTo>
                <a:lnTo>
                  <a:pt x="1423118" y="770206"/>
                </a:lnTo>
                <a:moveTo>
                  <a:pt x="1902144" y="655152"/>
                </a:moveTo>
                <a:lnTo>
                  <a:pt x="1989865" y="669517"/>
                </a:lnTo>
                <a:moveTo>
                  <a:pt x="1203830" y="643700"/>
                </a:moveTo>
                <a:lnTo>
                  <a:pt x="1252720" y="617952"/>
                </a:lnTo>
                <a:moveTo>
                  <a:pt x="1585546" y="627569"/>
                </a:moveTo>
                <a:lnTo>
                  <a:pt x="1532823" y="605758"/>
                </a:lnTo>
                <a:moveTo>
                  <a:pt x="1596381" y="912936"/>
                </a:moveTo>
                <a:lnTo>
                  <a:pt x="1611155" y="997610"/>
                </a:lnTo>
                <a:moveTo>
                  <a:pt x="1596381" y="912936"/>
                </a:moveTo>
                <a:lnTo>
                  <a:pt x="1612187" y="997452"/>
                </a:lnTo>
                <a:moveTo>
                  <a:pt x="1124961" y="604506"/>
                </a:moveTo>
                <a:lnTo>
                  <a:pt x="1203830" y="643700"/>
                </a:lnTo>
                <a:moveTo>
                  <a:pt x="1321652" y="713346"/>
                </a:moveTo>
                <a:lnTo>
                  <a:pt x="1469311" y="681212"/>
                </a:lnTo>
                <a:moveTo>
                  <a:pt x="547942" y="618581"/>
                </a:moveTo>
                <a:lnTo>
                  <a:pt x="606664" y="574813"/>
                </a:lnTo>
                <a:moveTo>
                  <a:pt x="1237736" y="777611"/>
                </a:moveTo>
                <a:lnTo>
                  <a:pt x="1246898" y="905655"/>
                </a:lnTo>
                <a:moveTo>
                  <a:pt x="360836" y="632428"/>
                </a:moveTo>
                <a:lnTo>
                  <a:pt x="433148" y="599364"/>
                </a:lnTo>
                <a:moveTo>
                  <a:pt x="930836" y="904168"/>
                </a:moveTo>
                <a:lnTo>
                  <a:pt x="974142" y="940186"/>
                </a:lnTo>
                <a:moveTo>
                  <a:pt x="1855142" y="665241"/>
                </a:moveTo>
                <a:lnTo>
                  <a:pt x="1902144" y="655152"/>
                </a:lnTo>
                <a:moveTo>
                  <a:pt x="1832286" y="1000230"/>
                </a:moveTo>
                <a:lnTo>
                  <a:pt x="1843830" y="1039460"/>
                </a:lnTo>
                <a:moveTo>
                  <a:pt x="469659" y="579845"/>
                </a:moveTo>
                <a:lnTo>
                  <a:pt x="547942" y="618581"/>
                </a:lnTo>
                <a:moveTo>
                  <a:pt x="1321652" y="713346"/>
                </a:moveTo>
                <a:lnTo>
                  <a:pt x="1419390" y="768143"/>
                </a:lnTo>
                <a:moveTo>
                  <a:pt x="1469311" y="681212"/>
                </a:moveTo>
                <a:lnTo>
                  <a:pt x="1439823" y="738509"/>
                </a:lnTo>
                <a:moveTo>
                  <a:pt x="1263263" y="679513"/>
                </a:moveTo>
                <a:lnTo>
                  <a:pt x="1321652" y="713346"/>
                </a:lnTo>
                <a:moveTo>
                  <a:pt x="526120" y="885931"/>
                </a:moveTo>
                <a:lnTo>
                  <a:pt x="504478" y="834816"/>
                </a:lnTo>
                <a:moveTo>
                  <a:pt x="1419390" y="768143"/>
                </a:moveTo>
                <a:lnTo>
                  <a:pt x="1469311" y="681212"/>
                </a:lnTo>
                <a:moveTo>
                  <a:pt x="903007" y="703664"/>
                </a:moveTo>
                <a:lnTo>
                  <a:pt x="977069" y="636458"/>
                </a:lnTo>
                <a:moveTo>
                  <a:pt x="1532823" y="605758"/>
                </a:moveTo>
                <a:lnTo>
                  <a:pt x="1551025" y="722630"/>
                </a:lnTo>
                <a:moveTo>
                  <a:pt x="1671693" y="566752"/>
                </a:moveTo>
                <a:lnTo>
                  <a:pt x="1752965" y="607825"/>
                </a:lnTo>
                <a:moveTo>
                  <a:pt x="1419390" y="768143"/>
                </a:moveTo>
                <a:lnTo>
                  <a:pt x="1439823" y="738509"/>
                </a:lnTo>
                <a:moveTo>
                  <a:pt x="403433" y="887062"/>
                </a:moveTo>
                <a:lnTo>
                  <a:pt x="428057" y="889805"/>
                </a:lnTo>
                <a:moveTo>
                  <a:pt x="1182294" y="861253"/>
                </a:moveTo>
                <a:lnTo>
                  <a:pt x="1246898" y="905655"/>
                </a:lnTo>
                <a:moveTo>
                  <a:pt x="1268873" y="797192"/>
                </a:moveTo>
                <a:lnTo>
                  <a:pt x="1339813" y="840122"/>
                </a:lnTo>
                <a:moveTo>
                  <a:pt x="1439823" y="738509"/>
                </a:moveTo>
                <a:lnTo>
                  <a:pt x="1423118" y="770206"/>
                </a:lnTo>
                <a:moveTo>
                  <a:pt x="1483482" y="661513"/>
                </a:moveTo>
                <a:lnTo>
                  <a:pt x="1494979" y="694237"/>
                </a:lnTo>
                <a:moveTo>
                  <a:pt x="2414435" y="637307"/>
                </a:moveTo>
                <a:lnTo>
                  <a:pt x="2412874" y="638363"/>
                </a:lnTo>
                <a:moveTo>
                  <a:pt x="606664" y="574813"/>
                </a:moveTo>
                <a:lnTo>
                  <a:pt x="663459" y="643719"/>
                </a:lnTo>
                <a:moveTo>
                  <a:pt x="1419390" y="768143"/>
                </a:moveTo>
                <a:lnTo>
                  <a:pt x="1423118" y="770206"/>
                </a:lnTo>
                <a:moveTo>
                  <a:pt x="1392356" y="871265"/>
                </a:moveTo>
                <a:lnTo>
                  <a:pt x="1514612" y="819271"/>
                </a:lnTo>
                <a:moveTo>
                  <a:pt x="181081" y="877133"/>
                </a:moveTo>
                <a:lnTo>
                  <a:pt x="272442" y="926093"/>
                </a:lnTo>
                <a:moveTo>
                  <a:pt x="180862" y="875227"/>
                </a:moveTo>
                <a:lnTo>
                  <a:pt x="272442" y="926093"/>
                </a:lnTo>
                <a:moveTo>
                  <a:pt x="663459" y="643719"/>
                </a:moveTo>
                <a:lnTo>
                  <a:pt x="721867" y="606982"/>
                </a:lnTo>
                <a:moveTo>
                  <a:pt x="1475664" y="956764"/>
                </a:moveTo>
                <a:lnTo>
                  <a:pt x="1536143" y="948179"/>
                </a:lnTo>
                <a:moveTo>
                  <a:pt x="2012482" y="983863"/>
                </a:moveTo>
                <a:lnTo>
                  <a:pt x="2010665" y="992112"/>
                </a:lnTo>
                <a:moveTo>
                  <a:pt x="2091789" y="940297"/>
                </a:moveTo>
                <a:lnTo>
                  <a:pt x="2089181" y="923676"/>
                </a:lnTo>
                <a:moveTo>
                  <a:pt x="663459" y="643719"/>
                </a:moveTo>
                <a:lnTo>
                  <a:pt x="788327" y="644507"/>
                </a:lnTo>
                <a:moveTo>
                  <a:pt x="272442" y="926093"/>
                </a:moveTo>
                <a:lnTo>
                  <a:pt x="403433" y="887062"/>
                </a:lnTo>
                <a:moveTo>
                  <a:pt x="1469311" y="681212"/>
                </a:moveTo>
                <a:lnTo>
                  <a:pt x="1494979" y="694237"/>
                </a:lnTo>
                <a:moveTo>
                  <a:pt x="2153854" y="603626"/>
                </a:moveTo>
                <a:lnTo>
                  <a:pt x="2218549" y="529096"/>
                </a:lnTo>
                <a:moveTo>
                  <a:pt x="2322240" y="470949"/>
                </a:moveTo>
                <a:lnTo>
                  <a:pt x="2366459" y="455886"/>
                </a:lnTo>
                <a:moveTo>
                  <a:pt x="1268873" y="797192"/>
                </a:moveTo>
                <a:lnTo>
                  <a:pt x="1321652" y="713346"/>
                </a:lnTo>
                <a:moveTo>
                  <a:pt x="1989865" y="669517"/>
                </a:moveTo>
                <a:lnTo>
                  <a:pt x="2024662" y="650197"/>
                </a:lnTo>
                <a:moveTo>
                  <a:pt x="1439823" y="738509"/>
                </a:moveTo>
                <a:lnTo>
                  <a:pt x="1494979" y="694237"/>
                </a:lnTo>
                <a:moveTo>
                  <a:pt x="822290" y="663026"/>
                </a:moveTo>
                <a:lnTo>
                  <a:pt x="903007" y="703664"/>
                </a:lnTo>
                <a:moveTo>
                  <a:pt x="2024662" y="650197"/>
                </a:moveTo>
                <a:lnTo>
                  <a:pt x="2153854" y="603626"/>
                </a:lnTo>
                <a:moveTo>
                  <a:pt x="708989" y="844885"/>
                </a:moveTo>
                <a:lnTo>
                  <a:pt x="728731" y="840097"/>
                </a:lnTo>
                <a:moveTo>
                  <a:pt x="2115144" y="926220"/>
                </a:moveTo>
                <a:lnTo>
                  <a:pt x="2191172" y="862528"/>
                </a:lnTo>
                <a:moveTo>
                  <a:pt x="403433" y="887062"/>
                </a:moveTo>
                <a:lnTo>
                  <a:pt x="417723" y="892099"/>
                </a:lnTo>
                <a:moveTo>
                  <a:pt x="1607852" y="611243"/>
                </a:moveTo>
                <a:lnTo>
                  <a:pt x="1671693" y="566752"/>
                </a:lnTo>
                <a:moveTo>
                  <a:pt x="2218549" y="529096"/>
                </a:moveTo>
                <a:lnTo>
                  <a:pt x="2341844" y="477914"/>
                </a:lnTo>
                <a:moveTo>
                  <a:pt x="1485150" y="921345"/>
                </a:moveTo>
                <a:lnTo>
                  <a:pt x="1536143" y="948179"/>
                </a:lnTo>
                <a:moveTo>
                  <a:pt x="1770652" y="605590"/>
                </a:moveTo>
                <a:lnTo>
                  <a:pt x="1790075" y="629154"/>
                </a:lnTo>
                <a:moveTo>
                  <a:pt x="2414435" y="637307"/>
                </a:moveTo>
                <a:lnTo>
                  <a:pt x="2457492" y="545861"/>
                </a:lnTo>
                <a:moveTo>
                  <a:pt x="977069" y="636458"/>
                </a:moveTo>
                <a:lnTo>
                  <a:pt x="1040042" y="663224"/>
                </a:lnTo>
                <a:moveTo>
                  <a:pt x="1601979" y="635510"/>
                </a:moveTo>
                <a:lnTo>
                  <a:pt x="1671693" y="566752"/>
                </a:lnTo>
                <a:moveTo>
                  <a:pt x="1752965" y="607825"/>
                </a:moveTo>
                <a:lnTo>
                  <a:pt x="1770652" y="605590"/>
                </a:lnTo>
                <a:moveTo>
                  <a:pt x="1203830" y="643700"/>
                </a:moveTo>
                <a:lnTo>
                  <a:pt x="1263263" y="679513"/>
                </a:lnTo>
                <a:moveTo>
                  <a:pt x="2115144" y="926220"/>
                </a:moveTo>
                <a:lnTo>
                  <a:pt x="2194563" y="863201"/>
                </a:lnTo>
                <a:moveTo>
                  <a:pt x="736480" y="840320"/>
                </a:moveTo>
                <a:lnTo>
                  <a:pt x="728731" y="840097"/>
                </a:lnTo>
                <a:moveTo>
                  <a:pt x="1727731" y="940954"/>
                </a:moveTo>
                <a:lnTo>
                  <a:pt x="1720852" y="974882"/>
                </a:lnTo>
                <a:moveTo>
                  <a:pt x="1720852" y="974882"/>
                </a:moveTo>
                <a:lnTo>
                  <a:pt x="1832286" y="1000230"/>
                </a:lnTo>
                <a:moveTo>
                  <a:pt x="849563" y="878429"/>
                </a:moveTo>
                <a:lnTo>
                  <a:pt x="930836" y="904168"/>
                </a:lnTo>
                <a:moveTo>
                  <a:pt x="1237736" y="777611"/>
                </a:moveTo>
                <a:lnTo>
                  <a:pt x="1321652" y="713346"/>
                </a:lnTo>
                <a:moveTo>
                  <a:pt x="1485150" y="921345"/>
                </a:moveTo>
                <a:lnTo>
                  <a:pt x="1514612" y="819271"/>
                </a:lnTo>
                <a:moveTo>
                  <a:pt x="2322240" y="470949"/>
                </a:moveTo>
                <a:lnTo>
                  <a:pt x="2341844" y="477914"/>
                </a:lnTo>
                <a:moveTo>
                  <a:pt x="1423118" y="770206"/>
                </a:moveTo>
                <a:lnTo>
                  <a:pt x="1514612" y="819271"/>
                </a:lnTo>
                <a:moveTo>
                  <a:pt x="417723" y="892099"/>
                </a:moveTo>
                <a:lnTo>
                  <a:pt x="428057" y="889805"/>
                </a:lnTo>
                <a:moveTo>
                  <a:pt x="663459" y="643719"/>
                </a:moveTo>
                <a:lnTo>
                  <a:pt x="802320" y="680286"/>
                </a:lnTo>
                <a:moveTo>
                  <a:pt x="1064089" y="950625"/>
                </a:moveTo>
                <a:lnTo>
                  <a:pt x="1101566" y="932675"/>
                </a:lnTo>
                <a:moveTo>
                  <a:pt x="823069" y="771730"/>
                </a:moveTo>
                <a:lnTo>
                  <a:pt x="822290" y="663026"/>
                </a:lnTo>
                <a:moveTo>
                  <a:pt x="1483482" y="661513"/>
                </a:moveTo>
                <a:lnTo>
                  <a:pt x="1551025" y="722630"/>
                </a:lnTo>
                <a:moveTo>
                  <a:pt x="1237736" y="777611"/>
                </a:moveTo>
                <a:lnTo>
                  <a:pt x="1263263" y="679513"/>
                </a:lnTo>
                <a:moveTo>
                  <a:pt x="2354658" y="715682"/>
                </a:moveTo>
                <a:lnTo>
                  <a:pt x="2412874" y="638363"/>
                </a:lnTo>
                <a:moveTo>
                  <a:pt x="823069" y="771730"/>
                </a:moveTo>
                <a:lnTo>
                  <a:pt x="849563" y="878429"/>
                </a:lnTo>
                <a:moveTo>
                  <a:pt x="822290" y="663026"/>
                </a:moveTo>
                <a:lnTo>
                  <a:pt x="847044" y="785021"/>
                </a:lnTo>
                <a:moveTo>
                  <a:pt x="1720852" y="974882"/>
                </a:moveTo>
                <a:lnTo>
                  <a:pt x="1770142" y="964005"/>
                </a:lnTo>
                <a:moveTo>
                  <a:pt x="272442" y="926093"/>
                </a:moveTo>
                <a:lnTo>
                  <a:pt x="417723" y="892099"/>
                </a:lnTo>
                <a:moveTo>
                  <a:pt x="2354658" y="715682"/>
                </a:moveTo>
                <a:lnTo>
                  <a:pt x="2353890" y="720293"/>
                </a:lnTo>
                <a:moveTo>
                  <a:pt x="849563" y="878429"/>
                </a:moveTo>
                <a:lnTo>
                  <a:pt x="847044" y="785021"/>
                </a:lnTo>
                <a:moveTo>
                  <a:pt x="1154451" y="678868"/>
                </a:moveTo>
                <a:lnTo>
                  <a:pt x="1124961" y="604506"/>
                </a:lnTo>
                <a:moveTo>
                  <a:pt x="1671693" y="566752"/>
                </a:moveTo>
                <a:lnTo>
                  <a:pt x="1689521" y="683332"/>
                </a:lnTo>
                <a:moveTo>
                  <a:pt x="244649" y="931802"/>
                </a:moveTo>
                <a:lnTo>
                  <a:pt x="181081" y="877133"/>
                </a:lnTo>
                <a:moveTo>
                  <a:pt x="1485150" y="921345"/>
                </a:moveTo>
                <a:lnTo>
                  <a:pt x="1612429" y="873277"/>
                </a:lnTo>
                <a:moveTo>
                  <a:pt x="180025" y="876703"/>
                </a:moveTo>
                <a:lnTo>
                  <a:pt x="244649" y="931802"/>
                </a:lnTo>
                <a:moveTo>
                  <a:pt x="1439823" y="738509"/>
                </a:moveTo>
                <a:lnTo>
                  <a:pt x="1551025" y="722630"/>
                </a:lnTo>
                <a:moveTo>
                  <a:pt x="1596381" y="912936"/>
                </a:moveTo>
                <a:lnTo>
                  <a:pt x="1720852" y="974882"/>
                </a:lnTo>
                <a:moveTo>
                  <a:pt x="495411" y="658626"/>
                </a:moveTo>
                <a:lnTo>
                  <a:pt x="469659" y="579845"/>
                </a:lnTo>
                <a:moveTo>
                  <a:pt x="823069" y="771730"/>
                </a:moveTo>
                <a:lnTo>
                  <a:pt x="728731" y="840097"/>
                </a:lnTo>
                <a:moveTo>
                  <a:pt x="1237736" y="777611"/>
                </a:moveTo>
                <a:lnTo>
                  <a:pt x="1268873" y="797192"/>
                </a:lnTo>
                <a:moveTo>
                  <a:pt x="1423118" y="770206"/>
                </a:moveTo>
                <a:lnTo>
                  <a:pt x="1551025" y="722630"/>
                </a:lnTo>
                <a:moveTo>
                  <a:pt x="1752965" y="607825"/>
                </a:moveTo>
                <a:lnTo>
                  <a:pt x="1790075" y="629154"/>
                </a:lnTo>
                <a:moveTo>
                  <a:pt x="2341844" y="477914"/>
                </a:moveTo>
                <a:lnTo>
                  <a:pt x="2366459" y="455886"/>
                </a:lnTo>
                <a:moveTo>
                  <a:pt x="744400" y="727239"/>
                </a:moveTo>
                <a:lnTo>
                  <a:pt x="802320" y="680286"/>
                </a:lnTo>
                <a:moveTo>
                  <a:pt x="1727731" y="940954"/>
                </a:moveTo>
                <a:lnTo>
                  <a:pt x="1770142" y="964005"/>
                </a:lnTo>
                <a:moveTo>
                  <a:pt x="1770142" y="964005"/>
                </a:moveTo>
                <a:lnTo>
                  <a:pt x="1832286" y="1000230"/>
                </a:lnTo>
                <a:moveTo>
                  <a:pt x="1790075" y="629154"/>
                </a:moveTo>
                <a:lnTo>
                  <a:pt x="1855142" y="665241"/>
                </a:lnTo>
                <a:moveTo>
                  <a:pt x="802320" y="680286"/>
                </a:moveTo>
                <a:lnTo>
                  <a:pt x="823069" y="771730"/>
                </a:lnTo>
                <a:moveTo>
                  <a:pt x="708989" y="844885"/>
                </a:moveTo>
                <a:lnTo>
                  <a:pt x="736480" y="840320"/>
                </a:lnTo>
                <a:moveTo>
                  <a:pt x="930836" y="904168"/>
                </a:moveTo>
                <a:lnTo>
                  <a:pt x="1064089" y="950625"/>
                </a:lnTo>
                <a:moveTo>
                  <a:pt x="2354658" y="715682"/>
                </a:moveTo>
                <a:lnTo>
                  <a:pt x="2414435" y="637307"/>
                </a:lnTo>
                <a:moveTo>
                  <a:pt x="1855142" y="665241"/>
                </a:moveTo>
                <a:lnTo>
                  <a:pt x="1989865" y="669517"/>
                </a:lnTo>
                <a:moveTo>
                  <a:pt x="670395" y="684769"/>
                </a:moveTo>
                <a:lnTo>
                  <a:pt x="802320" y="680286"/>
                </a:lnTo>
                <a:moveTo>
                  <a:pt x="1494979" y="694237"/>
                </a:moveTo>
                <a:lnTo>
                  <a:pt x="1551025" y="722630"/>
                </a:lnTo>
                <a:moveTo>
                  <a:pt x="1536143" y="948179"/>
                </a:moveTo>
                <a:lnTo>
                  <a:pt x="1596381" y="912936"/>
                </a:lnTo>
                <a:moveTo>
                  <a:pt x="547942" y="618581"/>
                </a:moveTo>
                <a:lnTo>
                  <a:pt x="663459" y="643719"/>
                </a:lnTo>
                <a:moveTo>
                  <a:pt x="1596381" y="912936"/>
                </a:moveTo>
                <a:lnTo>
                  <a:pt x="1727731" y="940954"/>
                </a:lnTo>
                <a:moveTo>
                  <a:pt x="1101566" y="932675"/>
                </a:moveTo>
                <a:lnTo>
                  <a:pt x="1182294" y="861253"/>
                </a:lnTo>
                <a:moveTo>
                  <a:pt x="1536143" y="948179"/>
                </a:moveTo>
                <a:lnTo>
                  <a:pt x="1612429" y="873277"/>
                </a:lnTo>
                <a:moveTo>
                  <a:pt x="2024662" y="650197"/>
                </a:moveTo>
                <a:lnTo>
                  <a:pt x="2085546" y="675330"/>
                </a:lnTo>
                <a:moveTo>
                  <a:pt x="360836" y="632428"/>
                </a:moveTo>
                <a:lnTo>
                  <a:pt x="373666" y="629907"/>
                </a:lnTo>
                <a:moveTo>
                  <a:pt x="180025" y="876703"/>
                </a:moveTo>
                <a:lnTo>
                  <a:pt x="244817" y="904496"/>
                </a:lnTo>
                <a:moveTo>
                  <a:pt x="180076" y="876347"/>
                </a:moveTo>
                <a:lnTo>
                  <a:pt x="244817" y="904496"/>
                </a:lnTo>
                <a:moveTo>
                  <a:pt x="1040042" y="663224"/>
                </a:moveTo>
                <a:lnTo>
                  <a:pt x="1086819" y="629073"/>
                </a:lnTo>
                <a:moveTo>
                  <a:pt x="1629434" y="882827"/>
                </a:moveTo>
                <a:lnTo>
                  <a:pt x="1727731" y="940954"/>
                </a:lnTo>
                <a:moveTo>
                  <a:pt x="1727731" y="940954"/>
                </a:moveTo>
                <a:lnTo>
                  <a:pt x="1759308" y="840533"/>
                </a:lnTo>
                <a:moveTo>
                  <a:pt x="2078520" y="682235"/>
                </a:moveTo>
                <a:lnTo>
                  <a:pt x="2024662" y="650197"/>
                </a:lnTo>
                <a:moveTo>
                  <a:pt x="2218549" y="529096"/>
                </a:moveTo>
                <a:lnTo>
                  <a:pt x="2273371" y="549490"/>
                </a:lnTo>
                <a:moveTo>
                  <a:pt x="244649" y="931802"/>
                </a:moveTo>
                <a:lnTo>
                  <a:pt x="272442" y="926093"/>
                </a:lnTo>
                <a:moveTo>
                  <a:pt x="1182294" y="861253"/>
                </a:moveTo>
                <a:lnTo>
                  <a:pt x="1237736" y="777611"/>
                </a:lnTo>
                <a:moveTo>
                  <a:pt x="1514612" y="819271"/>
                </a:moveTo>
                <a:lnTo>
                  <a:pt x="1612429" y="873277"/>
                </a:lnTo>
                <a:moveTo>
                  <a:pt x="428057" y="889805"/>
                </a:moveTo>
                <a:lnTo>
                  <a:pt x="526120" y="885931"/>
                </a:lnTo>
                <a:moveTo>
                  <a:pt x="1514612" y="819271"/>
                </a:moveTo>
                <a:lnTo>
                  <a:pt x="1551025" y="722630"/>
                </a:lnTo>
                <a:moveTo>
                  <a:pt x="849563" y="878429"/>
                </a:moveTo>
                <a:lnTo>
                  <a:pt x="935349" y="831591"/>
                </a:lnTo>
                <a:moveTo>
                  <a:pt x="1585546" y="627569"/>
                </a:moveTo>
                <a:lnTo>
                  <a:pt x="1607852" y="611243"/>
                </a:lnTo>
                <a:moveTo>
                  <a:pt x="2212506" y="859655"/>
                </a:moveTo>
                <a:lnTo>
                  <a:pt x="2202212" y="857947"/>
                </a:lnTo>
                <a:moveTo>
                  <a:pt x="2287514" y="788297"/>
                </a:moveTo>
                <a:lnTo>
                  <a:pt x="2281739" y="795860"/>
                </a:lnTo>
                <a:moveTo>
                  <a:pt x="1585546" y="627569"/>
                </a:moveTo>
                <a:lnTo>
                  <a:pt x="1551025" y="722630"/>
                </a:lnTo>
                <a:moveTo>
                  <a:pt x="1585546" y="627569"/>
                </a:moveTo>
                <a:lnTo>
                  <a:pt x="1586908" y="648180"/>
                </a:lnTo>
                <a:moveTo>
                  <a:pt x="1086819" y="629073"/>
                </a:moveTo>
                <a:lnTo>
                  <a:pt x="1154451" y="678868"/>
                </a:lnTo>
                <a:moveTo>
                  <a:pt x="2470628" y="441245"/>
                </a:moveTo>
                <a:lnTo>
                  <a:pt x="2457492" y="545861"/>
                </a:lnTo>
                <a:moveTo>
                  <a:pt x="1585546" y="627569"/>
                </a:moveTo>
                <a:lnTo>
                  <a:pt x="1594016" y="631133"/>
                </a:lnTo>
                <a:moveTo>
                  <a:pt x="547942" y="618581"/>
                </a:moveTo>
                <a:lnTo>
                  <a:pt x="637869" y="666420"/>
                </a:lnTo>
                <a:moveTo>
                  <a:pt x="1773877" y="731761"/>
                </a:moveTo>
                <a:lnTo>
                  <a:pt x="1790075" y="629154"/>
                </a:lnTo>
                <a:moveTo>
                  <a:pt x="1827962" y="955051"/>
                </a:moveTo>
                <a:lnTo>
                  <a:pt x="1832286" y="1000230"/>
                </a:lnTo>
                <a:moveTo>
                  <a:pt x="1612429" y="873277"/>
                </a:moveTo>
                <a:lnTo>
                  <a:pt x="1596381" y="912936"/>
                </a:lnTo>
                <a:moveTo>
                  <a:pt x="1596381" y="912936"/>
                </a:moveTo>
                <a:lnTo>
                  <a:pt x="1629434" y="882827"/>
                </a:lnTo>
                <a:moveTo>
                  <a:pt x="2366459" y="455886"/>
                </a:moveTo>
                <a:lnTo>
                  <a:pt x="2470628" y="441245"/>
                </a:lnTo>
                <a:moveTo>
                  <a:pt x="1752965" y="607825"/>
                </a:moveTo>
                <a:lnTo>
                  <a:pt x="1773877" y="731761"/>
                </a:lnTo>
                <a:moveTo>
                  <a:pt x="903007" y="703664"/>
                </a:moveTo>
                <a:lnTo>
                  <a:pt x="1040042" y="663224"/>
                </a:lnTo>
                <a:moveTo>
                  <a:pt x="2212506" y="859655"/>
                </a:moveTo>
                <a:lnTo>
                  <a:pt x="2194563" y="863201"/>
                </a:lnTo>
                <a:moveTo>
                  <a:pt x="1514612" y="819271"/>
                </a:moveTo>
                <a:lnTo>
                  <a:pt x="1649630" y="777254"/>
                </a:lnTo>
                <a:moveTo>
                  <a:pt x="1594016" y="631133"/>
                </a:moveTo>
                <a:lnTo>
                  <a:pt x="1607852" y="611243"/>
                </a:lnTo>
                <a:moveTo>
                  <a:pt x="2287514" y="788297"/>
                </a:moveTo>
                <a:lnTo>
                  <a:pt x="2353890" y="720293"/>
                </a:lnTo>
                <a:moveTo>
                  <a:pt x="736480" y="840320"/>
                </a:moveTo>
                <a:lnTo>
                  <a:pt x="823069" y="771730"/>
                </a:lnTo>
                <a:moveTo>
                  <a:pt x="847044" y="785021"/>
                </a:moveTo>
                <a:lnTo>
                  <a:pt x="903007" y="703664"/>
                </a:lnTo>
                <a:moveTo>
                  <a:pt x="417723" y="892099"/>
                </a:moveTo>
                <a:lnTo>
                  <a:pt x="526120" y="885931"/>
                </a:lnTo>
                <a:moveTo>
                  <a:pt x="433148" y="599364"/>
                </a:moveTo>
                <a:lnTo>
                  <a:pt x="495411" y="658626"/>
                </a:lnTo>
                <a:moveTo>
                  <a:pt x="1612429" y="873277"/>
                </a:moveTo>
                <a:lnTo>
                  <a:pt x="1629434" y="882827"/>
                </a:lnTo>
                <a:moveTo>
                  <a:pt x="1607852" y="611243"/>
                </a:moveTo>
                <a:lnTo>
                  <a:pt x="1601979" y="635510"/>
                </a:lnTo>
                <a:moveTo>
                  <a:pt x="1797356" y="745171"/>
                </a:moveTo>
                <a:lnTo>
                  <a:pt x="1855142" y="665241"/>
                </a:lnTo>
                <a:moveTo>
                  <a:pt x="1773877" y="731761"/>
                </a:moveTo>
                <a:lnTo>
                  <a:pt x="1855142" y="665241"/>
                </a:lnTo>
                <a:moveTo>
                  <a:pt x="1586908" y="648180"/>
                </a:moveTo>
                <a:lnTo>
                  <a:pt x="1551025" y="722630"/>
                </a:lnTo>
                <a:moveTo>
                  <a:pt x="637869" y="666420"/>
                </a:moveTo>
                <a:lnTo>
                  <a:pt x="663459" y="643719"/>
                </a:lnTo>
                <a:moveTo>
                  <a:pt x="1689521" y="683332"/>
                </a:moveTo>
                <a:lnTo>
                  <a:pt x="1752965" y="607825"/>
                </a:lnTo>
                <a:moveTo>
                  <a:pt x="373666" y="629907"/>
                </a:moveTo>
                <a:lnTo>
                  <a:pt x="433148" y="599364"/>
                </a:lnTo>
                <a:moveTo>
                  <a:pt x="1629434" y="882827"/>
                </a:moveTo>
                <a:lnTo>
                  <a:pt x="1759308" y="840533"/>
                </a:lnTo>
                <a:moveTo>
                  <a:pt x="663459" y="643719"/>
                </a:moveTo>
                <a:lnTo>
                  <a:pt x="670395" y="684769"/>
                </a:lnTo>
                <a:moveTo>
                  <a:pt x="526120" y="885931"/>
                </a:moveTo>
                <a:lnTo>
                  <a:pt x="564235" y="859068"/>
                </a:lnTo>
                <a:moveTo>
                  <a:pt x="1770142" y="964005"/>
                </a:moveTo>
                <a:lnTo>
                  <a:pt x="1827962" y="955051"/>
                </a:lnTo>
                <a:moveTo>
                  <a:pt x="1594016" y="631133"/>
                </a:moveTo>
                <a:lnTo>
                  <a:pt x="1586908" y="648180"/>
                </a:lnTo>
                <a:moveTo>
                  <a:pt x="1586908" y="648180"/>
                </a:moveTo>
                <a:lnTo>
                  <a:pt x="1601979" y="635510"/>
                </a:lnTo>
                <a:moveTo>
                  <a:pt x="1043128" y="893387"/>
                </a:moveTo>
                <a:lnTo>
                  <a:pt x="1064089" y="950625"/>
                </a:lnTo>
                <a:moveTo>
                  <a:pt x="315234" y="709332"/>
                </a:moveTo>
                <a:lnTo>
                  <a:pt x="360836" y="632428"/>
                </a:lnTo>
                <a:moveTo>
                  <a:pt x="1594016" y="631133"/>
                </a:moveTo>
                <a:lnTo>
                  <a:pt x="1601979" y="635510"/>
                </a:lnTo>
                <a:moveTo>
                  <a:pt x="1154451" y="678868"/>
                </a:moveTo>
                <a:lnTo>
                  <a:pt x="1203830" y="643700"/>
                </a:lnTo>
                <a:moveTo>
                  <a:pt x="2212506" y="859655"/>
                </a:moveTo>
                <a:lnTo>
                  <a:pt x="2281739" y="795860"/>
                </a:lnTo>
                <a:moveTo>
                  <a:pt x="1629434" y="882827"/>
                </a:moveTo>
                <a:lnTo>
                  <a:pt x="1704379" y="808610"/>
                </a:lnTo>
                <a:moveTo>
                  <a:pt x="1158957" y="726359"/>
                </a:moveTo>
                <a:lnTo>
                  <a:pt x="1263263" y="679513"/>
                </a:lnTo>
                <a:moveTo>
                  <a:pt x="180076" y="876347"/>
                </a:moveTo>
                <a:lnTo>
                  <a:pt x="271305" y="800096"/>
                </a:lnTo>
                <a:moveTo>
                  <a:pt x="1937703" y="707321"/>
                </a:moveTo>
                <a:lnTo>
                  <a:pt x="1989865" y="669517"/>
                </a:lnTo>
                <a:moveTo>
                  <a:pt x="1612429" y="873277"/>
                </a:moveTo>
                <a:lnTo>
                  <a:pt x="1649630" y="777254"/>
                </a:lnTo>
                <a:moveTo>
                  <a:pt x="1704379" y="808610"/>
                </a:moveTo>
                <a:lnTo>
                  <a:pt x="1759308" y="840533"/>
                </a:lnTo>
                <a:moveTo>
                  <a:pt x="495411" y="658626"/>
                </a:moveTo>
                <a:lnTo>
                  <a:pt x="547942" y="618581"/>
                </a:lnTo>
                <a:moveTo>
                  <a:pt x="1649630" y="777254"/>
                </a:moveTo>
                <a:lnTo>
                  <a:pt x="1629434" y="882827"/>
                </a:lnTo>
                <a:moveTo>
                  <a:pt x="1551025" y="722630"/>
                </a:moveTo>
                <a:lnTo>
                  <a:pt x="1649630" y="777254"/>
                </a:lnTo>
                <a:moveTo>
                  <a:pt x="245946" y="797776"/>
                </a:moveTo>
                <a:lnTo>
                  <a:pt x="271305" y="800096"/>
                </a:lnTo>
                <a:moveTo>
                  <a:pt x="2085546" y="675330"/>
                </a:moveTo>
                <a:lnTo>
                  <a:pt x="2153854" y="603626"/>
                </a:lnTo>
                <a:moveTo>
                  <a:pt x="310065" y="718327"/>
                </a:moveTo>
                <a:lnTo>
                  <a:pt x="315234" y="709332"/>
                </a:lnTo>
                <a:moveTo>
                  <a:pt x="271305" y="800096"/>
                </a:moveTo>
                <a:lnTo>
                  <a:pt x="310065" y="718327"/>
                </a:lnTo>
                <a:moveTo>
                  <a:pt x="2254561" y="822301"/>
                </a:moveTo>
                <a:lnTo>
                  <a:pt x="2281739" y="795860"/>
                </a:lnTo>
                <a:moveTo>
                  <a:pt x="2341844" y="477914"/>
                </a:moveTo>
                <a:lnTo>
                  <a:pt x="2470628" y="441245"/>
                </a:lnTo>
                <a:moveTo>
                  <a:pt x="1727731" y="940954"/>
                </a:moveTo>
                <a:lnTo>
                  <a:pt x="1846238" y="886029"/>
                </a:lnTo>
                <a:moveTo>
                  <a:pt x="744400" y="727239"/>
                </a:moveTo>
                <a:lnTo>
                  <a:pt x="823069" y="771730"/>
                </a:lnTo>
                <a:moveTo>
                  <a:pt x="1759308" y="840533"/>
                </a:moveTo>
                <a:lnTo>
                  <a:pt x="1797356" y="745171"/>
                </a:lnTo>
                <a:moveTo>
                  <a:pt x="1855142" y="665241"/>
                </a:moveTo>
                <a:lnTo>
                  <a:pt x="1937703" y="707321"/>
                </a:lnTo>
                <a:moveTo>
                  <a:pt x="1989865" y="669517"/>
                </a:moveTo>
                <a:lnTo>
                  <a:pt x="2078520" y="682235"/>
                </a:lnTo>
                <a:moveTo>
                  <a:pt x="1043128" y="893387"/>
                </a:moveTo>
                <a:lnTo>
                  <a:pt x="1101566" y="932675"/>
                </a:lnTo>
                <a:moveTo>
                  <a:pt x="670395" y="684769"/>
                </a:moveTo>
                <a:lnTo>
                  <a:pt x="744400" y="727239"/>
                </a:lnTo>
                <a:moveTo>
                  <a:pt x="823069" y="771730"/>
                </a:moveTo>
                <a:lnTo>
                  <a:pt x="847044" y="785021"/>
                </a:lnTo>
                <a:moveTo>
                  <a:pt x="1551025" y="722630"/>
                </a:moveTo>
                <a:lnTo>
                  <a:pt x="1689521" y="683332"/>
                </a:lnTo>
                <a:moveTo>
                  <a:pt x="1586908" y="648180"/>
                </a:moveTo>
                <a:lnTo>
                  <a:pt x="1689521" y="683332"/>
                </a:lnTo>
                <a:moveTo>
                  <a:pt x="1649630" y="777254"/>
                </a:moveTo>
                <a:lnTo>
                  <a:pt x="1704379" y="808610"/>
                </a:lnTo>
                <a:moveTo>
                  <a:pt x="2153854" y="603626"/>
                </a:moveTo>
                <a:lnTo>
                  <a:pt x="2273371" y="549490"/>
                </a:lnTo>
                <a:moveTo>
                  <a:pt x="1704379" y="808610"/>
                </a:moveTo>
                <a:lnTo>
                  <a:pt x="1797356" y="745171"/>
                </a:lnTo>
                <a:moveTo>
                  <a:pt x="637869" y="666420"/>
                </a:moveTo>
                <a:lnTo>
                  <a:pt x="670395" y="684769"/>
                </a:lnTo>
                <a:moveTo>
                  <a:pt x="1601979" y="635510"/>
                </a:moveTo>
                <a:lnTo>
                  <a:pt x="1689521" y="683332"/>
                </a:lnTo>
                <a:moveTo>
                  <a:pt x="1704379" y="808610"/>
                </a:moveTo>
                <a:lnTo>
                  <a:pt x="1773877" y="731761"/>
                </a:lnTo>
                <a:moveTo>
                  <a:pt x="1770142" y="964005"/>
                </a:moveTo>
                <a:lnTo>
                  <a:pt x="1846238" y="886029"/>
                </a:lnTo>
                <a:moveTo>
                  <a:pt x="1773877" y="731761"/>
                </a:moveTo>
                <a:lnTo>
                  <a:pt x="1797356" y="745171"/>
                </a:lnTo>
                <a:moveTo>
                  <a:pt x="272442" y="926093"/>
                </a:moveTo>
                <a:lnTo>
                  <a:pt x="335255" y="952734"/>
                </a:lnTo>
                <a:moveTo>
                  <a:pt x="1158957" y="726359"/>
                </a:moveTo>
                <a:lnTo>
                  <a:pt x="1203830" y="643700"/>
                </a:lnTo>
                <a:moveTo>
                  <a:pt x="1689521" y="683332"/>
                </a:moveTo>
                <a:lnTo>
                  <a:pt x="1704379" y="808610"/>
                </a:lnTo>
                <a:moveTo>
                  <a:pt x="1041368" y="878302"/>
                </a:moveTo>
                <a:lnTo>
                  <a:pt x="1101566" y="932675"/>
                </a:lnTo>
                <a:moveTo>
                  <a:pt x="2464344" y="539620"/>
                </a:moveTo>
                <a:lnTo>
                  <a:pt x="2414435" y="637307"/>
                </a:lnTo>
                <a:moveTo>
                  <a:pt x="2273371" y="549490"/>
                </a:moveTo>
                <a:lnTo>
                  <a:pt x="2341844" y="477914"/>
                </a:lnTo>
                <a:moveTo>
                  <a:pt x="1649630" y="777254"/>
                </a:moveTo>
                <a:lnTo>
                  <a:pt x="1689521" y="683332"/>
                </a:lnTo>
                <a:moveTo>
                  <a:pt x="2464344" y="539620"/>
                </a:moveTo>
                <a:lnTo>
                  <a:pt x="2457492" y="545861"/>
                </a:lnTo>
                <a:moveTo>
                  <a:pt x="2012482" y="983863"/>
                </a:moveTo>
                <a:lnTo>
                  <a:pt x="2091789" y="940297"/>
                </a:lnTo>
                <a:moveTo>
                  <a:pt x="1689521" y="683332"/>
                </a:moveTo>
                <a:lnTo>
                  <a:pt x="1773877" y="731761"/>
                </a:lnTo>
                <a:moveTo>
                  <a:pt x="335255" y="952734"/>
                </a:moveTo>
                <a:lnTo>
                  <a:pt x="417723" y="892099"/>
                </a:lnTo>
                <a:moveTo>
                  <a:pt x="2091789" y="940297"/>
                </a:moveTo>
                <a:lnTo>
                  <a:pt x="2115144" y="926220"/>
                </a:lnTo>
                <a:moveTo>
                  <a:pt x="1040042" y="663224"/>
                </a:moveTo>
                <a:lnTo>
                  <a:pt x="1154451" y="678868"/>
                </a:lnTo>
                <a:moveTo>
                  <a:pt x="903007" y="703664"/>
                </a:moveTo>
                <a:lnTo>
                  <a:pt x="976513" y="738666"/>
                </a:lnTo>
                <a:moveTo>
                  <a:pt x="244817" y="904496"/>
                </a:moveTo>
                <a:lnTo>
                  <a:pt x="244649" y="931802"/>
                </a:lnTo>
                <a:moveTo>
                  <a:pt x="930836" y="904168"/>
                </a:moveTo>
                <a:lnTo>
                  <a:pt x="1043128" y="893387"/>
                </a:lnTo>
                <a:moveTo>
                  <a:pt x="1158957" y="726359"/>
                </a:moveTo>
                <a:lnTo>
                  <a:pt x="1237736" y="777611"/>
                </a:lnTo>
                <a:moveTo>
                  <a:pt x="1759308" y="840533"/>
                </a:moveTo>
                <a:lnTo>
                  <a:pt x="1846238" y="886029"/>
                </a:lnTo>
                <a:moveTo>
                  <a:pt x="321175" y="965910"/>
                </a:moveTo>
                <a:lnTo>
                  <a:pt x="272442" y="926093"/>
                </a:lnTo>
                <a:moveTo>
                  <a:pt x="2416626" y="626994"/>
                </a:moveTo>
                <a:lnTo>
                  <a:pt x="2414435" y="637307"/>
                </a:lnTo>
                <a:moveTo>
                  <a:pt x="935349" y="831591"/>
                </a:moveTo>
                <a:lnTo>
                  <a:pt x="930836" y="904168"/>
                </a:lnTo>
                <a:moveTo>
                  <a:pt x="1797356" y="745171"/>
                </a:moveTo>
                <a:lnTo>
                  <a:pt x="1937703" y="707321"/>
                </a:lnTo>
                <a:moveTo>
                  <a:pt x="2119928" y="925352"/>
                </a:moveTo>
                <a:lnTo>
                  <a:pt x="2115144" y="926220"/>
                </a:lnTo>
                <a:moveTo>
                  <a:pt x="2287514" y="788297"/>
                </a:moveTo>
                <a:lnTo>
                  <a:pt x="2354658" y="715682"/>
                </a:lnTo>
                <a:moveTo>
                  <a:pt x="930836" y="904168"/>
                </a:moveTo>
                <a:lnTo>
                  <a:pt x="1028884" y="884370"/>
                </a:lnTo>
                <a:moveTo>
                  <a:pt x="1116567" y="816309"/>
                </a:moveTo>
                <a:lnTo>
                  <a:pt x="1101566" y="932675"/>
                </a:lnTo>
                <a:moveTo>
                  <a:pt x="1759308" y="840533"/>
                </a:moveTo>
                <a:lnTo>
                  <a:pt x="1884651" y="790953"/>
                </a:lnTo>
                <a:moveTo>
                  <a:pt x="1846238" y="886029"/>
                </a:moveTo>
                <a:lnTo>
                  <a:pt x="1827962" y="955051"/>
                </a:lnTo>
                <a:moveTo>
                  <a:pt x="526700" y="712580"/>
                </a:moveTo>
                <a:lnTo>
                  <a:pt x="547942" y="618581"/>
                </a:lnTo>
                <a:moveTo>
                  <a:pt x="1116567" y="816309"/>
                </a:moveTo>
                <a:lnTo>
                  <a:pt x="1237736" y="777611"/>
                </a:lnTo>
                <a:moveTo>
                  <a:pt x="847044" y="785021"/>
                </a:moveTo>
                <a:lnTo>
                  <a:pt x="935349" y="831591"/>
                </a:lnTo>
                <a:moveTo>
                  <a:pt x="2153854" y="603626"/>
                </a:moveTo>
                <a:lnTo>
                  <a:pt x="2212027" y="626640"/>
                </a:lnTo>
                <a:moveTo>
                  <a:pt x="976513" y="738666"/>
                </a:moveTo>
                <a:lnTo>
                  <a:pt x="1040042" y="663224"/>
                </a:lnTo>
                <a:moveTo>
                  <a:pt x="547942" y="618581"/>
                </a:moveTo>
                <a:lnTo>
                  <a:pt x="560648" y="731157"/>
                </a:lnTo>
                <a:moveTo>
                  <a:pt x="1116567" y="816309"/>
                </a:moveTo>
                <a:lnTo>
                  <a:pt x="1182294" y="861253"/>
                </a:lnTo>
                <a:moveTo>
                  <a:pt x="847044" y="785021"/>
                </a:moveTo>
                <a:lnTo>
                  <a:pt x="976513" y="738666"/>
                </a:lnTo>
                <a:moveTo>
                  <a:pt x="1797356" y="745171"/>
                </a:moveTo>
                <a:lnTo>
                  <a:pt x="1884651" y="790953"/>
                </a:lnTo>
                <a:moveTo>
                  <a:pt x="373666" y="629907"/>
                </a:moveTo>
                <a:lnTo>
                  <a:pt x="495411" y="658626"/>
                </a:lnTo>
                <a:moveTo>
                  <a:pt x="1937703" y="707321"/>
                </a:moveTo>
                <a:lnTo>
                  <a:pt x="2078520" y="682235"/>
                </a:lnTo>
                <a:moveTo>
                  <a:pt x="2078520" y="682235"/>
                </a:moveTo>
                <a:lnTo>
                  <a:pt x="2085546" y="675330"/>
                </a:lnTo>
                <a:moveTo>
                  <a:pt x="2212506" y="859655"/>
                </a:moveTo>
                <a:lnTo>
                  <a:pt x="2115144" y="926220"/>
                </a:lnTo>
                <a:moveTo>
                  <a:pt x="678605" y="786077"/>
                </a:moveTo>
                <a:lnTo>
                  <a:pt x="744400" y="727239"/>
                </a:lnTo>
                <a:moveTo>
                  <a:pt x="2091789" y="940297"/>
                </a:moveTo>
                <a:lnTo>
                  <a:pt x="2119928" y="925352"/>
                </a:lnTo>
                <a:moveTo>
                  <a:pt x="2341844" y="477914"/>
                </a:moveTo>
                <a:lnTo>
                  <a:pt x="2402776" y="503085"/>
                </a:lnTo>
                <a:moveTo>
                  <a:pt x="637869" y="666420"/>
                </a:moveTo>
                <a:lnTo>
                  <a:pt x="678605" y="786077"/>
                </a:lnTo>
                <a:moveTo>
                  <a:pt x="678605" y="786077"/>
                </a:moveTo>
                <a:lnTo>
                  <a:pt x="670395" y="684769"/>
                </a:lnTo>
                <a:moveTo>
                  <a:pt x="2416626" y="626994"/>
                </a:moveTo>
                <a:lnTo>
                  <a:pt x="2354658" y="715682"/>
                </a:lnTo>
                <a:moveTo>
                  <a:pt x="2355873" y="708069"/>
                </a:moveTo>
                <a:lnTo>
                  <a:pt x="2354658" y="715682"/>
                </a:lnTo>
                <a:moveTo>
                  <a:pt x="1154451" y="678868"/>
                </a:moveTo>
                <a:lnTo>
                  <a:pt x="1158957" y="726359"/>
                </a:lnTo>
                <a:moveTo>
                  <a:pt x="244649" y="931802"/>
                </a:moveTo>
                <a:lnTo>
                  <a:pt x="321175" y="965910"/>
                </a:lnTo>
                <a:moveTo>
                  <a:pt x="1884651" y="790953"/>
                </a:moveTo>
                <a:lnTo>
                  <a:pt x="1937703" y="707321"/>
                </a:lnTo>
                <a:moveTo>
                  <a:pt x="417723" y="892099"/>
                </a:moveTo>
                <a:lnTo>
                  <a:pt x="461701" y="904015"/>
                </a:lnTo>
                <a:moveTo>
                  <a:pt x="2099510" y="681435"/>
                </a:moveTo>
                <a:lnTo>
                  <a:pt x="2085546" y="675330"/>
                </a:lnTo>
                <a:moveTo>
                  <a:pt x="1028884" y="884370"/>
                </a:moveTo>
                <a:lnTo>
                  <a:pt x="1043128" y="893387"/>
                </a:lnTo>
                <a:moveTo>
                  <a:pt x="2078520" y="682235"/>
                </a:moveTo>
                <a:lnTo>
                  <a:pt x="2099510" y="681435"/>
                </a:lnTo>
                <a:moveTo>
                  <a:pt x="1846238" y="886029"/>
                </a:moveTo>
                <a:lnTo>
                  <a:pt x="1884651" y="790953"/>
                </a:lnTo>
                <a:moveTo>
                  <a:pt x="2470628" y="441245"/>
                </a:moveTo>
                <a:lnTo>
                  <a:pt x="2464344" y="539620"/>
                </a:lnTo>
                <a:moveTo>
                  <a:pt x="1041368" y="878302"/>
                </a:moveTo>
                <a:lnTo>
                  <a:pt x="1043128" y="893387"/>
                </a:lnTo>
                <a:moveTo>
                  <a:pt x="1040042" y="663224"/>
                </a:moveTo>
                <a:lnTo>
                  <a:pt x="1110292" y="695680"/>
                </a:lnTo>
                <a:moveTo>
                  <a:pt x="560648" y="731157"/>
                </a:moveTo>
                <a:lnTo>
                  <a:pt x="637869" y="666420"/>
                </a:lnTo>
                <a:moveTo>
                  <a:pt x="465385" y="679146"/>
                </a:moveTo>
                <a:lnTo>
                  <a:pt x="495411" y="658626"/>
                </a:lnTo>
                <a:moveTo>
                  <a:pt x="935349" y="831591"/>
                </a:moveTo>
                <a:lnTo>
                  <a:pt x="1028884" y="884370"/>
                </a:lnTo>
                <a:moveTo>
                  <a:pt x="244817" y="904496"/>
                </a:moveTo>
                <a:lnTo>
                  <a:pt x="271305" y="800096"/>
                </a:lnTo>
                <a:moveTo>
                  <a:pt x="373666" y="629907"/>
                </a:moveTo>
                <a:lnTo>
                  <a:pt x="465385" y="679146"/>
                </a:lnTo>
                <a:moveTo>
                  <a:pt x="935349" y="831591"/>
                </a:moveTo>
                <a:lnTo>
                  <a:pt x="976513" y="738666"/>
                </a:lnTo>
                <a:moveTo>
                  <a:pt x="315234" y="709332"/>
                </a:moveTo>
                <a:lnTo>
                  <a:pt x="373666" y="629907"/>
                </a:lnTo>
                <a:moveTo>
                  <a:pt x="1028884" y="884370"/>
                </a:moveTo>
                <a:lnTo>
                  <a:pt x="1041368" y="878302"/>
                </a:lnTo>
                <a:moveTo>
                  <a:pt x="495411" y="658626"/>
                </a:moveTo>
                <a:lnTo>
                  <a:pt x="526700" y="712580"/>
                </a:lnTo>
                <a:moveTo>
                  <a:pt x="2119928" y="925352"/>
                </a:moveTo>
                <a:lnTo>
                  <a:pt x="2212506" y="859655"/>
                </a:lnTo>
                <a:moveTo>
                  <a:pt x="2402776" y="503085"/>
                </a:moveTo>
                <a:lnTo>
                  <a:pt x="2470628" y="441245"/>
                </a:lnTo>
                <a:moveTo>
                  <a:pt x="1110292" y="695680"/>
                </a:moveTo>
                <a:lnTo>
                  <a:pt x="1154451" y="678868"/>
                </a:lnTo>
                <a:moveTo>
                  <a:pt x="2085546" y="675330"/>
                </a:moveTo>
                <a:lnTo>
                  <a:pt x="2212027" y="626640"/>
                </a:lnTo>
                <a:moveTo>
                  <a:pt x="244649" y="931802"/>
                </a:moveTo>
                <a:lnTo>
                  <a:pt x="313644" y="935839"/>
                </a:lnTo>
                <a:moveTo>
                  <a:pt x="1937703" y="707321"/>
                </a:moveTo>
                <a:lnTo>
                  <a:pt x="2015501" y="745678"/>
                </a:lnTo>
                <a:moveTo>
                  <a:pt x="2254561" y="822301"/>
                </a:moveTo>
                <a:lnTo>
                  <a:pt x="2287514" y="788297"/>
                </a:lnTo>
                <a:moveTo>
                  <a:pt x="1116567" y="816309"/>
                </a:moveTo>
                <a:lnTo>
                  <a:pt x="1158957" y="726359"/>
                </a:lnTo>
                <a:moveTo>
                  <a:pt x="2212027" y="626640"/>
                </a:moveTo>
                <a:lnTo>
                  <a:pt x="2273371" y="549490"/>
                </a:lnTo>
                <a:moveTo>
                  <a:pt x="1041368" y="878302"/>
                </a:moveTo>
                <a:lnTo>
                  <a:pt x="1116567" y="816309"/>
                </a:lnTo>
                <a:moveTo>
                  <a:pt x="2190661" y="653533"/>
                </a:moveTo>
                <a:lnTo>
                  <a:pt x="2085546" y="675330"/>
                </a:lnTo>
                <a:moveTo>
                  <a:pt x="2273371" y="549490"/>
                </a:moveTo>
                <a:lnTo>
                  <a:pt x="2402776" y="503085"/>
                </a:lnTo>
                <a:moveTo>
                  <a:pt x="461701" y="904015"/>
                </a:moveTo>
                <a:lnTo>
                  <a:pt x="526120" y="885931"/>
                </a:lnTo>
                <a:moveTo>
                  <a:pt x="2015501" y="745678"/>
                </a:moveTo>
                <a:lnTo>
                  <a:pt x="2078520" y="682235"/>
                </a:lnTo>
                <a:moveTo>
                  <a:pt x="2290667" y="786993"/>
                </a:moveTo>
                <a:lnTo>
                  <a:pt x="2287514" y="788297"/>
                </a:lnTo>
                <a:moveTo>
                  <a:pt x="315234" y="709332"/>
                </a:moveTo>
                <a:lnTo>
                  <a:pt x="465385" y="679146"/>
                </a:lnTo>
                <a:moveTo>
                  <a:pt x="2355873" y="708069"/>
                </a:moveTo>
                <a:lnTo>
                  <a:pt x="2287514" y="788297"/>
                </a:lnTo>
                <a:moveTo>
                  <a:pt x="2042729" y="914427"/>
                </a:moveTo>
                <a:lnTo>
                  <a:pt x="2012482" y="983863"/>
                </a:lnTo>
                <a:moveTo>
                  <a:pt x="321175" y="965910"/>
                </a:moveTo>
                <a:lnTo>
                  <a:pt x="335255" y="952734"/>
                </a:lnTo>
                <a:moveTo>
                  <a:pt x="271305" y="800096"/>
                </a:moveTo>
                <a:lnTo>
                  <a:pt x="315234" y="709332"/>
                </a:lnTo>
                <a:moveTo>
                  <a:pt x="244817" y="904496"/>
                </a:moveTo>
                <a:lnTo>
                  <a:pt x="313644" y="935839"/>
                </a:lnTo>
                <a:moveTo>
                  <a:pt x="976513" y="738666"/>
                </a:moveTo>
                <a:lnTo>
                  <a:pt x="1110292" y="695680"/>
                </a:lnTo>
                <a:moveTo>
                  <a:pt x="1110292" y="695680"/>
                </a:moveTo>
                <a:lnTo>
                  <a:pt x="1158957" y="726359"/>
                </a:lnTo>
                <a:moveTo>
                  <a:pt x="465385" y="679146"/>
                </a:moveTo>
                <a:lnTo>
                  <a:pt x="526700" y="712580"/>
                </a:lnTo>
                <a:moveTo>
                  <a:pt x="2015501" y="745678"/>
                </a:moveTo>
                <a:lnTo>
                  <a:pt x="2099510" y="681435"/>
                </a:lnTo>
                <a:moveTo>
                  <a:pt x="1884651" y="790953"/>
                </a:moveTo>
                <a:lnTo>
                  <a:pt x="2015501" y="745678"/>
                </a:lnTo>
                <a:moveTo>
                  <a:pt x="2212506" y="859655"/>
                </a:moveTo>
                <a:lnTo>
                  <a:pt x="2254561" y="822301"/>
                </a:lnTo>
                <a:moveTo>
                  <a:pt x="2099510" y="681435"/>
                </a:moveTo>
                <a:lnTo>
                  <a:pt x="2190661" y="653533"/>
                </a:lnTo>
                <a:moveTo>
                  <a:pt x="2416626" y="626994"/>
                </a:moveTo>
                <a:lnTo>
                  <a:pt x="2464344" y="539620"/>
                </a:lnTo>
                <a:moveTo>
                  <a:pt x="1846238" y="886029"/>
                </a:moveTo>
                <a:lnTo>
                  <a:pt x="1961755" y="828767"/>
                </a:lnTo>
                <a:moveTo>
                  <a:pt x="2402776" y="503085"/>
                </a:moveTo>
                <a:lnTo>
                  <a:pt x="2464344" y="539620"/>
                </a:lnTo>
                <a:moveTo>
                  <a:pt x="359272" y="962973"/>
                </a:moveTo>
                <a:lnTo>
                  <a:pt x="335255" y="952734"/>
                </a:lnTo>
                <a:moveTo>
                  <a:pt x="2254561" y="822301"/>
                </a:moveTo>
                <a:lnTo>
                  <a:pt x="2290667" y="786993"/>
                </a:lnTo>
                <a:moveTo>
                  <a:pt x="935349" y="831591"/>
                </a:moveTo>
                <a:lnTo>
                  <a:pt x="1053228" y="776175"/>
                </a:lnTo>
                <a:moveTo>
                  <a:pt x="2042729" y="914427"/>
                </a:moveTo>
                <a:lnTo>
                  <a:pt x="2091789" y="940297"/>
                </a:lnTo>
                <a:moveTo>
                  <a:pt x="526700" y="712580"/>
                </a:moveTo>
                <a:lnTo>
                  <a:pt x="560648" y="731157"/>
                </a:lnTo>
                <a:moveTo>
                  <a:pt x="2290667" y="786993"/>
                </a:moveTo>
                <a:lnTo>
                  <a:pt x="2355873" y="708069"/>
                </a:lnTo>
                <a:moveTo>
                  <a:pt x="1028884" y="884370"/>
                </a:moveTo>
                <a:lnTo>
                  <a:pt x="1053228" y="776175"/>
                </a:lnTo>
                <a:moveTo>
                  <a:pt x="2355873" y="708069"/>
                </a:moveTo>
                <a:lnTo>
                  <a:pt x="2416626" y="626994"/>
                </a:lnTo>
                <a:moveTo>
                  <a:pt x="1884651" y="790953"/>
                </a:moveTo>
                <a:lnTo>
                  <a:pt x="1961755" y="828767"/>
                </a:lnTo>
                <a:moveTo>
                  <a:pt x="976513" y="738666"/>
                </a:moveTo>
                <a:lnTo>
                  <a:pt x="1053228" y="776175"/>
                </a:lnTo>
                <a:moveTo>
                  <a:pt x="1053228" y="776175"/>
                </a:moveTo>
                <a:lnTo>
                  <a:pt x="1158957" y="726359"/>
                </a:lnTo>
                <a:moveTo>
                  <a:pt x="321175" y="965910"/>
                </a:moveTo>
                <a:lnTo>
                  <a:pt x="359272" y="962973"/>
                </a:lnTo>
                <a:moveTo>
                  <a:pt x="465385" y="679146"/>
                </a:moveTo>
                <a:lnTo>
                  <a:pt x="535134" y="757641"/>
                </a:lnTo>
                <a:moveTo>
                  <a:pt x="244817" y="904496"/>
                </a:moveTo>
                <a:lnTo>
                  <a:pt x="343366" y="833968"/>
                </a:lnTo>
                <a:moveTo>
                  <a:pt x="1053228" y="776175"/>
                </a:moveTo>
                <a:lnTo>
                  <a:pt x="1041368" y="878302"/>
                </a:lnTo>
                <a:moveTo>
                  <a:pt x="335255" y="952734"/>
                </a:moveTo>
                <a:lnTo>
                  <a:pt x="461701" y="904015"/>
                </a:lnTo>
                <a:moveTo>
                  <a:pt x="2042729" y="914427"/>
                </a:moveTo>
                <a:lnTo>
                  <a:pt x="2119928" y="925352"/>
                </a:lnTo>
                <a:moveTo>
                  <a:pt x="2099510" y="681435"/>
                </a:moveTo>
                <a:lnTo>
                  <a:pt x="2150674" y="703782"/>
                </a:lnTo>
                <a:moveTo>
                  <a:pt x="2190661" y="653533"/>
                </a:moveTo>
                <a:lnTo>
                  <a:pt x="2212027" y="626640"/>
                </a:lnTo>
                <a:moveTo>
                  <a:pt x="2321214" y="567704"/>
                </a:moveTo>
                <a:lnTo>
                  <a:pt x="2273371" y="549490"/>
                </a:lnTo>
                <a:moveTo>
                  <a:pt x="313644" y="935839"/>
                </a:moveTo>
                <a:lnTo>
                  <a:pt x="321175" y="965910"/>
                </a:lnTo>
                <a:moveTo>
                  <a:pt x="535134" y="757641"/>
                </a:moveTo>
                <a:lnTo>
                  <a:pt x="526700" y="712580"/>
                </a:lnTo>
                <a:moveTo>
                  <a:pt x="396499" y="750399"/>
                </a:moveTo>
                <a:lnTo>
                  <a:pt x="465385" y="679146"/>
                </a:lnTo>
                <a:moveTo>
                  <a:pt x="2340961" y="557533"/>
                </a:moveTo>
                <a:lnTo>
                  <a:pt x="2273371" y="549490"/>
                </a:lnTo>
                <a:moveTo>
                  <a:pt x="1053228" y="776175"/>
                </a:moveTo>
                <a:lnTo>
                  <a:pt x="1116567" y="816309"/>
                </a:lnTo>
                <a:moveTo>
                  <a:pt x="2081612" y="893653"/>
                </a:moveTo>
                <a:lnTo>
                  <a:pt x="2119928" y="925352"/>
                </a:lnTo>
                <a:moveTo>
                  <a:pt x="315234" y="709332"/>
                </a:moveTo>
                <a:lnTo>
                  <a:pt x="396499" y="750399"/>
                </a:lnTo>
                <a:moveTo>
                  <a:pt x="271305" y="800096"/>
                </a:moveTo>
                <a:lnTo>
                  <a:pt x="396499" y="750399"/>
                </a:lnTo>
                <a:moveTo>
                  <a:pt x="535134" y="757641"/>
                </a:moveTo>
                <a:lnTo>
                  <a:pt x="560648" y="731157"/>
                </a:lnTo>
                <a:moveTo>
                  <a:pt x="2230029" y="634074"/>
                </a:moveTo>
                <a:lnTo>
                  <a:pt x="2212027" y="626640"/>
                </a:lnTo>
                <a:moveTo>
                  <a:pt x="1053228" y="776175"/>
                </a:moveTo>
                <a:lnTo>
                  <a:pt x="1110292" y="695680"/>
                </a:lnTo>
                <a:moveTo>
                  <a:pt x="313644" y="935839"/>
                </a:moveTo>
                <a:lnTo>
                  <a:pt x="359272" y="962973"/>
                </a:lnTo>
                <a:moveTo>
                  <a:pt x="1961755" y="828767"/>
                </a:moveTo>
                <a:lnTo>
                  <a:pt x="2015501" y="745678"/>
                </a:lnTo>
                <a:moveTo>
                  <a:pt x="2190661" y="653533"/>
                </a:moveTo>
                <a:lnTo>
                  <a:pt x="2230029" y="634074"/>
                </a:lnTo>
                <a:moveTo>
                  <a:pt x="465385" y="679146"/>
                </a:moveTo>
                <a:lnTo>
                  <a:pt x="490710" y="801587"/>
                </a:lnTo>
                <a:moveTo>
                  <a:pt x="271305" y="800096"/>
                </a:moveTo>
                <a:lnTo>
                  <a:pt x="343366" y="833968"/>
                </a:lnTo>
                <a:moveTo>
                  <a:pt x="2015501" y="745678"/>
                </a:moveTo>
                <a:lnTo>
                  <a:pt x="2150674" y="703782"/>
                </a:lnTo>
                <a:moveTo>
                  <a:pt x="2081612" y="893653"/>
                </a:moveTo>
                <a:lnTo>
                  <a:pt x="2212506" y="859655"/>
                </a:lnTo>
                <a:moveTo>
                  <a:pt x="2150674" y="703782"/>
                </a:moveTo>
                <a:lnTo>
                  <a:pt x="2190661" y="653533"/>
                </a:lnTo>
                <a:moveTo>
                  <a:pt x="2321214" y="567704"/>
                </a:moveTo>
                <a:lnTo>
                  <a:pt x="2212027" y="626640"/>
                </a:lnTo>
                <a:moveTo>
                  <a:pt x="2340961" y="557533"/>
                </a:moveTo>
                <a:lnTo>
                  <a:pt x="2402776" y="503085"/>
                </a:lnTo>
                <a:moveTo>
                  <a:pt x="2349538" y="581392"/>
                </a:moveTo>
                <a:lnTo>
                  <a:pt x="2464344" y="539620"/>
                </a:lnTo>
                <a:moveTo>
                  <a:pt x="2150674" y="703782"/>
                </a:moveTo>
                <a:lnTo>
                  <a:pt x="2230029" y="634074"/>
                </a:lnTo>
                <a:moveTo>
                  <a:pt x="359272" y="962973"/>
                </a:moveTo>
                <a:lnTo>
                  <a:pt x="447321" y="892773"/>
                </a:lnTo>
                <a:moveTo>
                  <a:pt x="2349538" y="581392"/>
                </a:moveTo>
                <a:lnTo>
                  <a:pt x="2416626" y="626994"/>
                </a:lnTo>
                <a:moveTo>
                  <a:pt x="2349538" y="581392"/>
                </a:moveTo>
                <a:lnTo>
                  <a:pt x="2402776" y="503085"/>
                </a:lnTo>
                <a:moveTo>
                  <a:pt x="2015501" y="745678"/>
                </a:moveTo>
                <a:lnTo>
                  <a:pt x="2091543" y="782661"/>
                </a:lnTo>
                <a:moveTo>
                  <a:pt x="2230029" y="634074"/>
                </a:moveTo>
                <a:lnTo>
                  <a:pt x="2321214" y="567704"/>
                </a:lnTo>
                <a:moveTo>
                  <a:pt x="490710" y="801587"/>
                </a:moveTo>
                <a:lnTo>
                  <a:pt x="535134" y="757641"/>
                </a:lnTo>
                <a:moveTo>
                  <a:pt x="313644" y="935839"/>
                </a:moveTo>
                <a:lnTo>
                  <a:pt x="343366" y="833968"/>
                </a:lnTo>
                <a:moveTo>
                  <a:pt x="313644" y="935839"/>
                </a:moveTo>
                <a:lnTo>
                  <a:pt x="447321" y="892773"/>
                </a:lnTo>
                <a:moveTo>
                  <a:pt x="343366" y="833968"/>
                </a:moveTo>
                <a:lnTo>
                  <a:pt x="396499" y="750399"/>
                </a:lnTo>
                <a:moveTo>
                  <a:pt x="396499" y="750399"/>
                </a:moveTo>
                <a:lnTo>
                  <a:pt x="490710" y="801587"/>
                </a:lnTo>
                <a:moveTo>
                  <a:pt x="1961755" y="828767"/>
                </a:moveTo>
                <a:lnTo>
                  <a:pt x="2091543" y="782661"/>
                </a:lnTo>
                <a:moveTo>
                  <a:pt x="2318852" y="676996"/>
                </a:moveTo>
                <a:lnTo>
                  <a:pt x="2416626" y="626994"/>
                </a:lnTo>
                <a:moveTo>
                  <a:pt x="2258564" y="758296"/>
                </a:moveTo>
                <a:lnTo>
                  <a:pt x="2290667" y="786993"/>
                </a:lnTo>
                <a:moveTo>
                  <a:pt x="2318852" y="676996"/>
                </a:moveTo>
                <a:lnTo>
                  <a:pt x="2355873" y="708069"/>
                </a:lnTo>
                <a:moveTo>
                  <a:pt x="2258564" y="758296"/>
                </a:moveTo>
                <a:lnTo>
                  <a:pt x="2355873" y="708069"/>
                </a:lnTo>
                <a:moveTo>
                  <a:pt x="2091543" y="782661"/>
                </a:moveTo>
                <a:lnTo>
                  <a:pt x="2150674" y="703782"/>
                </a:lnTo>
                <a:moveTo>
                  <a:pt x="2042729" y="914427"/>
                </a:moveTo>
                <a:lnTo>
                  <a:pt x="2081612" y="893653"/>
                </a:lnTo>
                <a:moveTo>
                  <a:pt x="1961755" y="828767"/>
                </a:moveTo>
                <a:lnTo>
                  <a:pt x="2044017" y="870613"/>
                </a:lnTo>
                <a:moveTo>
                  <a:pt x="2321214" y="567704"/>
                </a:moveTo>
                <a:lnTo>
                  <a:pt x="2340961" y="557533"/>
                </a:lnTo>
                <a:moveTo>
                  <a:pt x="447321" y="892773"/>
                </a:moveTo>
                <a:lnTo>
                  <a:pt x="471894" y="906963"/>
                </a:lnTo>
                <a:moveTo>
                  <a:pt x="490710" y="801587"/>
                </a:moveTo>
                <a:lnTo>
                  <a:pt x="471894" y="906963"/>
                </a:lnTo>
                <a:moveTo>
                  <a:pt x="343366" y="833968"/>
                </a:moveTo>
                <a:lnTo>
                  <a:pt x="447321" y="892773"/>
                </a:lnTo>
                <a:moveTo>
                  <a:pt x="343366" y="833968"/>
                </a:moveTo>
                <a:lnTo>
                  <a:pt x="490710" y="801587"/>
                </a:lnTo>
                <a:moveTo>
                  <a:pt x="447321" y="892773"/>
                </a:moveTo>
                <a:lnTo>
                  <a:pt x="490710" y="801587"/>
                </a:lnTo>
                <a:moveTo>
                  <a:pt x="2321214" y="567704"/>
                </a:moveTo>
                <a:lnTo>
                  <a:pt x="2329226" y="570692"/>
                </a:lnTo>
                <a:moveTo>
                  <a:pt x="2044017" y="870613"/>
                </a:moveTo>
                <a:lnTo>
                  <a:pt x="2042729" y="914427"/>
                </a:lnTo>
                <a:moveTo>
                  <a:pt x="2329226" y="570692"/>
                </a:moveTo>
                <a:lnTo>
                  <a:pt x="2340961" y="557533"/>
                </a:lnTo>
                <a:moveTo>
                  <a:pt x="2230029" y="634074"/>
                </a:moveTo>
                <a:lnTo>
                  <a:pt x="2270268" y="649707"/>
                </a:lnTo>
                <a:moveTo>
                  <a:pt x="2091543" y="782661"/>
                </a:moveTo>
                <a:lnTo>
                  <a:pt x="2081612" y="893653"/>
                </a:lnTo>
                <a:moveTo>
                  <a:pt x="2340961" y="557533"/>
                </a:moveTo>
                <a:lnTo>
                  <a:pt x="2349538" y="581392"/>
                </a:lnTo>
                <a:moveTo>
                  <a:pt x="2150674" y="703782"/>
                </a:moveTo>
                <a:lnTo>
                  <a:pt x="2270268" y="649707"/>
                </a:lnTo>
                <a:moveTo>
                  <a:pt x="2044017" y="870613"/>
                </a:moveTo>
                <a:lnTo>
                  <a:pt x="2081612" y="893653"/>
                </a:lnTo>
                <a:moveTo>
                  <a:pt x="2329226" y="570692"/>
                </a:moveTo>
                <a:lnTo>
                  <a:pt x="2349538" y="581392"/>
                </a:lnTo>
                <a:moveTo>
                  <a:pt x="2044017" y="870613"/>
                </a:moveTo>
                <a:lnTo>
                  <a:pt x="2091543" y="782661"/>
                </a:lnTo>
                <a:moveTo>
                  <a:pt x="2270268" y="649707"/>
                </a:moveTo>
                <a:lnTo>
                  <a:pt x="2321214" y="567704"/>
                </a:lnTo>
                <a:moveTo>
                  <a:pt x="2150674" y="703782"/>
                </a:moveTo>
                <a:lnTo>
                  <a:pt x="2219357" y="735012"/>
                </a:lnTo>
                <a:moveTo>
                  <a:pt x="2270268" y="649707"/>
                </a:moveTo>
                <a:lnTo>
                  <a:pt x="2329226" y="570692"/>
                </a:lnTo>
                <a:moveTo>
                  <a:pt x="2329226" y="570692"/>
                </a:moveTo>
                <a:lnTo>
                  <a:pt x="2318852" y="676996"/>
                </a:lnTo>
                <a:moveTo>
                  <a:pt x="2318852" y="676996"/>
                </a:moveTo>
                <a:lnTo>
                  <a:pt x="2349538" y="581392"/>
                </a:lnTo>
                <a:moveTo>
                  <a:pt x="2091543" y="782661"/>
                </a:moveTo>
                <a:lnTo>
                  <a:pt x="2219357" y="735012"/>
                </a:lnTo>
                <a:moveTo>
                  <a:pt x="1146399" y="707108"/>
                </a:moveTo>
                <a:lnTo>
                  <a:pt x="1170740" y="720472"/>
                </a:lnTo>
                <a:moveTo>
                  <a:pt x="1146399" y="707108"/>
                </a:moveTo>
                <a:lnTo>
                  <a:pt x="1181016" y="688695"/>
                </a:lnTo>
                <a:moveTo>
                  <a:pt x="2270268" y="649707"/>
                </a:moveTo>
                <a:lnTo>
                  <a:pt x="2318852" y="676996"/>
                </a:lnTo>
                <a:moveTo>
                  <a:pt x="2270268" y="649707"/>
                </a:moveTo>
                <a:lnTo>
                  <a:pt x="2258564" y="758296"/>
                </a:lnTo>
                <a:moveTo>
                  <a:pt x="1181016" y="688695"/>
                </a:moveTo>
                <a:lnTo>
                  <a:pt x="1170740" y="720472"/>
                </a:lnTo>
                <a:moveTo>
                  <a:pt x="2258564" y="758296"/>
                </a:moveTo>
                <a:lnTo>
                  <a:pt x="2318852" y="676996"/>
                </a:lnTo>
                <a:moveTo>
                  <a:pt x="1144974" y="752259"/>
                </a:moveTo>
                <a:lnTo>
                  <a:pt x="1146399" y="707108"/>
                </a:lnTo>
                <a:moveTo>
                  <a:pt x="1144974" y="752259"/>
                </a:moveTo>
                <a:lnTo>
                  <a:pt x="1170740" y="720472"/>
                </a:lnTo>
                <a:moveTo>
                  <a:pt x="2219357" y="735012"/>
                </a:moveTo>
                <a:lnTo>
                  <a:pt x="2270268" y="649707"/>
                </a:lnTo>
                <a:moveTo>
                  <a:pt x="2219357" y="735012"/>
                </a:moveTo>
                <a:lnTo>
                  <a:pt x="2258564" y="758296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1DE095CE-000F-4700-97AA-98BBD34BA2D6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6936" y="685416"/>
                </a:moveTo>
                <a:lnTo>
                  <a:pt x="610107" y="6405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4C7EFFA7-FDB8-47CA-9288-2761A4C0E1A7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4651" y="646336"/>
                </a:moveTo>
                <a:lnTo>
                  <a:pt x="886978" y="6272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B487645E-CC36-4FCD-8A89-BEB8289B9D57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6978" y="627283"/>
                </a:moveTo>
                <a:lnTo>
                  <a:pt x="816632" y="7596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2EFD0FAA-DF1E-4E17-86CA-29CDD91FE72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764" y="634719"/>
                </a:moveTo>
                <a:lnTo>
                  <a:pt x="1490815" y="6626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6375D469-DD51-4EBF-9194-476D2F74FC1B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1442" y="688388"/>
                </a:moveTo>
                <a:lnTo>
                  <a:pt x="586936" y="685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EE2BBDD0-4596-4B4A-9106-B1F9867EFF6B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689" y="729986"/>
                </a:moveTo>
                <a:lnTo>
                  <a:pt x="1034651" y="6463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3996DB52-41C5-4AFC-B99E-E8A49A7E8A3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6936" y="685416"/>
                </a:moveTo>
                <a:lnTo>
                  <a:pt x="679184" y="743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6E9C4084-E2B4-40B3-9995-8F695E868BB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4518" y="759346"/>
                </a:moveTo>
                <a:lnTo>
                  <a:pt x="1343764" y="6347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0E887C0A-D380-4242-83AF-2B77F90BD4E6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9184" y="743927"/>
                </a:moveTo>
                <a:lnTo>
                  <a:pt x="816632" y="7596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7831488E-B835-4462-92D7-62A34A9BDD5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0815" y="662669"/>
                </a:moveTo>
                <a:lnTo>
                  <a:pt x="1547764" y="7704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A622C680-367F-4B0F-B858-3549F980F1C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4518" y="759346"/>
                </a:moveTo>
                <a:lnTo>
                  <a:pt x="1109689" y="7299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2BD0E442-DE9C-4748-9A57-A71CA8552920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4394" y="877283"/>
                </a:moveTo>
                <a:lnTo>
                  <a:pt x="1254518" y="7593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8293C1EB-5B95-4D9E-99CF-1357315ECC51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6632" y="759654"/>
                </a:moveTo>
                <a:lnTo>
                  <a:pt x="885685" y="8446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6D5B04D7-33A6-4384-BD73-7FA4FEC40A9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077" y="979171"/>
                </a:moveTo>
                <a:lnTo>
                  <a:pt x="1235076" y="10036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F858057A-20BE-487A-885F-0A4E5115DF01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64" y="770436"/>
                </a:moveTo>
                <a:lnTo>
                  <a:pt x="1688744" y="8267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C945C8F1-D3B2-4C08-88FC-70366E561E4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073" y="753521"/>
                </a:moveTo>
                <a:lnTo>
                  <a:pt x="1827598" y="6113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B16F5A9F-0A8C-4942-B59D-A9B6B77F2A1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689" y="729986"/>
                </a:moveTo>
                <a:lnTo>
                  <a:pt x="1032744" y="859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1EE61B21-A5AE-47E1-A865-DBC547BB61C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05" y="895532"/>
                </a:moveTo>
                <a:lnTo>
                  <a:pt x="1547764" y="7704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64F4AF19-B0F3-4723-B636-FD6AAA32C420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744" y="826752"/>
                </a:moveTo>
                <a:lnTo>
                  <a:pt x="1815073" y="7535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6B23489B-1D39-429C-AB42-D4215AF626A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2744" y="859859"/>
                </a:moveTo>
                <a:lnTo>
                  <a:pt x="1088077" y="979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7CAE1CD3-B51D-4975-A922-DD9BF74601A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744" y="826752"/>
                </a:moveTo>
                <a:lnTo>
                  <a:pt x="1684196" y="9737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9B357B96-174A-4A02-9C65-13693809AD70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05" y="895532"/>
                </a:moveTo>
                <a:lnTo>
                  <a:pt x="1314394" y="8772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7F2C56F2-EE75-4D5D-A632-B3102EE9415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076" y="1003698"/>
                </a:moveTo>
                <a:lnTo>
                  <a:pt x="1314394" y="8772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59E098F4-996C-443F-ABCF-67A77A3ADEE1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073" y="753521"/>
                </a:moveTo>
                <a:lnTo>
                  <a:pt x="1940424" y="8366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DC9D6B80-5758-4E72-853B-931B6C162267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5685" y="844651"/>
                </a:moveTo>
                <a:lnTo>
                  <a:pt x="1032744" y="859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BAB71AFD-194E-4DA5-B7A3-5825CC4B3302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685" y="1004792"/>
                </a:moveTo>
                <a:lnTo>
                  <a:pt x="1461505" y="8955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5B62A464-05BB-48FB-87AF-D307B14E42D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0424" y="836669"/>
                </a:moveTo>
                <a:lnTo>
                  <a:pt x="2066264" y="8029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D7457FBC-5AD4-4B2D-9A0E-519B42C0CFB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0086" y="764153"/>
                </a:moveTo>
                <a:lnTo>
                  <a:pt x="451442" y="6883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D2D3BD3C-5916-4878-A4D6-3F7E19DEB60B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264" y="802976"/>
                </a:moveTo>
                <a:lnTo>
                  <a:pt x="2151490" y="691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6FA897B0-AB9D-486C-B8E9-C2220DA53502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196" y="973781"/>
                </a:moveTo>
                <a:lnTo>
                  <a:pt x="1537685" y="1004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91BBA0C6-C60A-42CB-82A3-FACD550A3117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490" y="691594"/>
                </a:moveTo>
                <a:lnTo>
                  <a:pt x="2272755" y="6520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6C20072-7600-4A81-93EC-BE545675ED51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2755" y="652054"/>
                </a:moveTo>
                <a:lnTo>
                  <a:pt x="2352987" y="5460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B9EFDAC3-2D95-4A65-85D6-18A1DB0D366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689" y="729986"/>
                </a:moveTo>
                <a:lnTo>
                  <a:pt x="1108753" y="655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709FBB2D-4C07-482E-B7EB-86F474153F5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64" y="770436"/>
                </a:moveTo>
                <a:lnTo>
                  <a:pt x="1543975" y="725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A524D5ED-FC7A-45AE-9D4B-E1009B57C553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13400" y="780774"/>
                </a:moveTo>
                <a:lnTo>
                  <a:pt x="226167" y="8412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25A60975-B044-46AB-82DD-6D36E7C7161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13400" y="780774"/>
                </a:moveTo>
                <a:lnTo>
                  <a:pt x="450086" y="7641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F048B2AD-9E82-4E61-8123-54C0BFB7D039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2755" y="652054"/>
                </a:moveTo>
                <a:lnTo>
                  <a:pt x="2235218" y="6046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EADE855E-6F08-4646-B651-2F76A6515D20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3757" y="733592"/>
                </a:moveTo>
                <a:lnTo>
                  <a:pt x="313400" y="7807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59E64D2C-8A5F-4733-A025-76D03DF54C7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9298" y="704386"/>
                </a:moveTo>
                <a:lnTo>
                  <a:pt x="1561657" y="7378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7E343060-14B3-4887-98B6-6D2424A963FA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7095" y="724000"/>
                </a:moveTo>
                <a:lnTo>
                  <a:pt x="950290" y="6967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876342B2-C2AB-4A14-96C8-91A14947753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2921" y="807490"/>
                </a:moveTo>
                <a:lnTo>
                  <a:pt x="1419298" y="7043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C498B093-A5D8-46D2-85DA-5628CB4CDB51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815" y="753036"/>
                </a:moveTo>
                <a:lnTo>
                  <a:pt x="660632" y="6806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66ED35F4-9048-4E2C-B3DF-7E03483B4547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0905" y="765853"/>
                </a:moveTo>
                <a:lnTo>
                  <a:pt x="1087095" y="7240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2F3E6B17-E5F6-41F7-9102-180C423A3A5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1657" y="737899"/>
                </a:moveTo>
                <a:lnTo>
                  <a:pt x="1613530" y="8061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7C377E48-685D-4B93-873F-EEBA8724C3EB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290" y="696783"/>
                </a:moveTo>
                <a:lnTo>
                  <a:pt x="876974" y="8200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E2C55788-4ED8-44A5-88CE-3261698E0D39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2921" y="807490"/>
                </a:moveTo>
                <a:lnTo>
                  <a:pt x="1180905" y="7658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3067723C-1F04-4FC2-9048-54ABEEE1A836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7314" y="779566"/>
                </a:moveTo>
                <a:lnTo>
                  <a:pt x="1913894" y="686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476827E1-0F3F-440F-A89E-8C73A4DCD96B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195" y="902295"/>
                </a:moveTo>
                <a:lnTo>
                  <a:pt x="1322921" y="8074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E3A2C8D5-B625-49AD-BC8E-06CA86467D7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3530" y="806191"/>
                </a:moveTo>
                <a:lnTo>
                  <a:pt x="1755111" y="8621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8C03FB1C-E2CD-426E-9771-8F7F21D31DA0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7330" y="783805"/>
                </a:moveTo>
                <a:lnTo>
                  <a:pt x="645815" y="7530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9CDF1D11-86AF-4ECE-AF3B-136FB3A6F69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7153" y="930370"/>
                </a:moveTo>
                <a:lnTo>
                  <a:pt x="1613530" y="8061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EB6657C7-9217-4B10-9812-A71EE5ADCF2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5111" y="862115"/>
                </a:moveTo>
                <a:lnTo>
                  <a:pt x="1877314" y="77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C32C2F28-D514-4130-BD64-0B0BF4135ECD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815" y="753036"/>
                </a:moveTo>
                <a:lnTo>
                  <a:pt x="747375" y="8047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C3387F91-758E-4467-BF57-4AA3C8C3615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375" y="804782"/>
                </a:moveTo>
                <a:lnTo>
                  <a:pt x="876974" y="8200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EB6DD531-60DF-461B-AC15-3FB4BDAAF4C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0905" y="765853"/>
                </a:moveTo>
                <a:lnTo>
                  <a:pt x="1109787" y="8890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192B5851-096E-4EC5-A65C-F12A6EDAAD4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7153" y="930370"/>
                </a:moveTo>
                <a:lnTo>
                  <a:pt x="1382195" y="9022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6E703BD7-37D8-4628-A29F-22D60931336A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5111" y="862115"/>
                </a:moveTo>
                <a:lnTo>
                  <a:pt x="1754746" y="98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3AEA8AB6-504C-4813-8241-DDE30C973B06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0905" y="765853"/>
                </a:moveTo>
                <a:lnTo>
                  <a:pt x="1205920" y="64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F61F0848-9C61-4999-B9A7-EFB32F854E6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974" y="820014"/>
                </a:moveTo>
                <a:lnTo>
                  <a:pt x="973273" y="871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694A35E7-1D81-4E74-AD71-26887965B6D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7314" y="779566"/>
                </a:moveTo>
                <a:lnTo>
                  <a:pt x="1994966" y="86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749B321B-3035-495F-855E-037BDDAE3D83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4856" y="1025654"/>
                </a:moveTo>
                <a:lnTo>
                  <a:pt x="1527153" y="930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7AE3BD1A-60B7-4438-8689-C240CFDE620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4966" y="865811"/>
                </a:moveTo>
                <a:lnTo>
                  <a:pt x="2126986" y="7952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FDAB2073-9C38-43D9-89DF-163F060D9D4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3530" y="806191"/>
                </a:moveTo>
                <a:lnTo>
                  <a:pt x="1613676" y="7152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169B901B-25B8-4FD3-9245-D5442EC4832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327" y="1027339"/>
                </a:moveTo>
                <a:lnTo>
                  <a:pt x="1382195" y="9022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0FAB44A7-3900-46C8-9460-4E0353035CF9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787" y="889007"/>
                </a:moveTo>
                <a:lnTo>
                  <a:pt x="1172136" y="1000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4C0F0858-EDB0-4FEE-9C41-D674B9AE57F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273" y="871424"/>
                </a:moveTo>
                <a:lnTo>
                  <a:pt x="1109787" y="8890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3138CCD4-46D3-4B0A-A70E-B7195C8326F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6986" y="795204"/>
                </a:moveTo>
                <a:lnTo>
                  <a:pt x="2142440" y="6564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5F85F69A-1022-49A6-9655-5E0591E01C3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4746" y="985665"/>
                </a:moveTo>
                <a:lnTo>
                  <a:pt x="1614856" y="10256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8645D807-9641-4252-97E9-47AC3581ADE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2136" y="1000102"/>
                </a:moveTo>
                <a:lnTo>
                  <a:pt x="1304327" y="10273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669B124A-431A-4E38-9B4D-8177D84E5999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2637" y="802864"/>
                </a:moveTo>
                <a:lnTo>
                  <a:pt x="507330" y="78380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557EE0F3-E412-4CA6-AC37-10503628C833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2440" y="656432"/>
                </a:moveTo>
                <a:lnTo>
                  <a:pt x="2268615" y="6439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7A720B75-B369-419A-A72E-0C7424674513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1502" y="825114"/>
                </a:moveTo>
                <a:lnTo>
                  <a:pt x="279255" y="9057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2FF9341A-F19B-4301-963D-9FCB2BED5BBD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1502" y="825114"/>
                </a:moveTo>
                <a:lnTo>
                  <a:pt x="492637" y="8028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4152B691-464C-415D-9423-5E58304DC826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8615" y="643935"/>
                </a:moveTo>
                <a:lnTo>
                  <a:pt x="2296171" y="498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6969C7A0-4500-4881-BD06-D98757A7A6D0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8615" y="643935"/>
                </a:moveTo>
                <a:lnTo>
                  <a:pt x="2258093" y="731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2895C5ED-BBDF-473B-BF44-2B23FFA85B3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3612" y="753881"/>
                </a:moveTo>
                <a:lnTo>
                  <a:pt x="351502" y="8251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17446F49-FC12-479E-9DD7-017342B3FE7A}"/>
              </a:ext>
            </a:extLst>
          </p:cNvPr>
          <p:cNvSpPr>
            <a:spLocks/>
          </p:cNvSpPr>
          <p:nvPr/>
        </p:nvSpPr>
        <p:spPr>
          <a:xfrm>
            <a:off x="3487820" y="3318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162C54AA-395B-4CAA-919E-BBD11CF9513A}"/>
              </a:ext>
            </a:extLst>
          </p:cNvPr>
          <p:cNvSpPr>
            <a:spLocks/>
          </p:cNvSpPr>
          <p:nvPr/>
        </p:nvSpPr>
        <p:spPr>
          <a:xfrm>
            <a:off x="3535710" y="33901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04C4DC12-595B-4D23-861F-96C6095DE3C1}"/>
              </a:ext>
            </a:extLst>
          </p:cNvPr>
          <p:cNvSpPr>
            <a:spLocks/>
          </p:cNvSpPr>
          <p:nvPr/>
        </p:nvSpPr>
        <p:spPr>
          <a:xfrm>
            <a:off x="3463463" y="34708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F170E54D-9AEE-4957-AAFC-3A5AD53B9E5A}"/>
              </a:ext>
            </a:extLst>
          </p:cNvPr>
          <p:cNvSpPr>
            <a:spLocks/>
          </p:cNvSpPr>
          <p:nvPr/>
        </p:nvSpPr>
        <p:spPr>
          <a:xfrm>
            <a:off x="3676844" y="33679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A1BD5076-0363-4B39-8043-3FEAA92495F0}"/>
              </a:ext>
            </a:extLst>
          </p:cNvPr>
          <p:cNvSpPr>
            <a:spLocks/>
          </p:cNvSpPr>
          <p:nvPr/>
        </p:nvSpPr>
        <p:spPr>
          <a:xfrm>
            <a:off x="3691538" y="33488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DC2C4036-0D9B-4740-81B4-75B72FA47BF1}"/>
              </a:ext>
            </a:extLst>
          </p:cNvPr>
          <p:cNvSpPr>
            <a:spLocks/>
          </p:cNvSpPr>
          <p:nvPr/>
        </p:nvSpPr>
        <p:spPr>
          <a:xfrm>
            <a:off x="3830022" y="33181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9BCB3B74-FB35-49FD-81FE-1433A8AEE98E}"/>
              </a:ext>
            </a:extLst>
          </p:cNvPr>
          <p:cNvSpPr>
            <a:spLocks/>
          </p:cNvSpPr>
          <p:nvPr/>
        </p:nvSpPr>
        <p:spPr>
          <a:xfrm>
            <a:off x="3844839" y="32457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10A6B9F8-1512-4E4B-A4CA-EF42D3AC1F78}"/>
              </a:ext>
            </a:extLst>
          </p:cNvPr>
          <p:cNvSpPr>
            <a:spLocks/>
          </p:cNvSpPr>
          <p:nvPr/>
        </p:nvSpPr>
        <p:spPr>
          <a:xfrm>
            <a:off x="3931583" y="3369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58E85175-030D-4216-AE3E-8AC498CFFE54}"/>
              </a:ext>
            </a:extLst>
          </p:cNvPr>
          <p:cNvSpPr>
            <a:spLocks/>
          </p:cNvSpPr>
          <p:nvPr/>
        </p:nvSpPr>
        <p:spPr>
          <a:xfrm>
            <a:off x="4061181" y="33850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9F6F3BF6-CEB3-40D8-A65F-3F7DFD0548B6}"/>
              </a:ext>
            </a:extLst>
          </p:cNvPr>
          <p:cNvSpPr>
            <a:spLocks/>
          </p:cNvSpPr>
          <p:nvPr/>
        </p:nvSpPr>
        <p:spPr>
          <a:xfrm>
            <a:off x="4157480" y="343650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CC55EEC5-A53A-4EED-B470-F3B332672988}"/>
              </a:ext>
            </a:extLst>
          </p:cNvPr>
          <p:cNvSpPr>
            <a:spLocks/>
          </p:cNvSpPr>
          <p:nvPr/>
        </p:nvSpPr>
        <p:spPr>
          <a:xfrm>
            <a:off x="4293994" y="34540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ABA397C4-75A8-4BBB-A7DE-11A475A5A0D3}"/>
              </a:ext>
            </a:extLst>
          </p:cNvPr>
          <p:cNvSpPr>
            <a:spLocks/>
          </p:cNvSpPr>
          <p:nvPr/>
        </p:nvSpPr>
        <p:spPr>
          <a:xfrm>
            <a:off x="4356344" y="35651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6FC8CB75-8BB3-4E2F-85C2-9B5354CCBAD9}"/>
              </a:ext>
            </a:extLst>
          </p:cNvPr>
          <p:cNvSpPr>
            <a:spLocks/>
          </p:cNvSpPr>
          <p:nvPr/>
        </p:nvSpPr>
        <p:spPr>
          <a:xfrm>
            <a:off x="4488534" y="35924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F12253C6-2162-4E25-B277-009695F0A62A}"/>
              </a:ext>
            </a:extLst>
          </p:cNvPr>
          <p:cNvSpPr>
            <a:spLocks/>
          </p:cNvSpPr>
          <p:nvPr/>
        </p:nvSpPr>
        <p:spPr>
          <a:xfrm>
            <a:off x="4566403" y="34673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D06B96B8-21EE-49DD-8559-5916CB4084C1}"/>
              </a:ext>
            </a:extLst>
          </p:cNvPr>
          <p:cNvSpPr>
            <a:spLocks/>
          </p:cNvSpPr>
          <p:nvPr/>
        </p:nvSpPr>
        <p:spPr>
          <a:xfrm>
            <a:off x="4507128" y="33725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203EB376-AC5A-43B0-AF99-500F99375234}"/>
              </a:ext>
            </a:extLst>
          </p:cNvPr>
          <p:cNvSpPr>
            <a:spLocks/>
          </p:cNvSpPr>
          <p:nvPr/>
        </p:nvSpPr>
        <p:spPr>
          <a:xfrm>
            <a:off x="4603505" y="32694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F42284E7-7DCC-41A8-BE25-1A325303D35F}"/>
              </a:ext>
            </a:extLst>
          </p:cNvPr>
          <p:cNvSpPr>
            <a:spLocks/>
          </p:cNvSpPr>
          <p:nvPr/>
        </p:nvSpPr>
        <p:spPr>
          <a:xfrm>
            <a:off x="4745864" y="33029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2543B003-C6CC-4AA7-884A-D57444A6E731}"/>
              </a:ext>
            </a:extLst>
          </p:cNvPr>
          <p:cNvSpPr>
            <a:spLocks/>
          </p:cNvSpPr>
          <p:nvPr/>
        </p:nvSpPr>
        <p:spPr>
          <a:xfrm>
            <a:off x="4797738" y="33712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8667588E-CC16-4988-88E2-E8C02EC2AB34}"/>
              </a:ext>
            </a:extLst>
          </p:cNvPr>
          <p:cNvSpPr>
            <a:spLocks/>
          </p:cNvSpPr>
          <p:nvPr/>
        </p:nvSpPr>
        <p:spPr>
          <a:xfrm>
            <a:off x="4797884" y="32803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8D6EC125-BCC8-47C5-83D5-60D2B78DC8CC}"/>
              </a:ext>
            </a:extLst>
          </p:cNvPr>
          <p:cNvSpPr>
            <a:spLocks/>
          </p:cNvSpPr>
          <p:nvPr/>
        </p:nvSpPr>
        <p:spPr>
          <a:xfrm>
            <a:off x="4939319" y="34271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EE08C918-C1CB-4F20-A229-A54730CD4B5F}"/>
              </a:ext>
            </a:extLst>
          </p:cNvPr>
          <p:cNvSpPr>
            <a:spLocks/>
          </p:cNvSpPr>
          <p:nvPr/>
        </p:nvSpPr>
        <p:spPr>
          <a:xfrm>
            <a:off x="5061522" y="33446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A4F3DEA0-3F02-4346-8AEE-54DB755B4FA9}"/>
              </a:ext>
            </a:extLst>
          </p:cNvPr>
          <p:cNvSpPr>
            <a:spLocks/>
          </p:cNvSpPr>
          <p:nvPr/>
        </p:nvSpPr>
        <p:spPr>
          <a:xfrm>
            <a:off x="5098102" y="32520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9BA22D6E-A8F6-49A5-A5B9-66E5A17E1858}"/>
              </a:ext>
            </a:extLst>
          </p:cNvPr>
          <p:cNvSpPr>
            <a:spLocks/>
          </p:cNvSpPr>
          <p:nvPr/>
        </p:nvSpPr>
        <p:spPr>
          <a:xfrm>
            <a:off x="5179174" y="34308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5FB1817B-2202-4610-A77C-B8BE854D3A50}"/>
              </a:ext>
            </a:extLst>
          </p:cNvPr>
          <p:cNvSpPr>
            <a:spLocks/>
          </p:cNvSpPr>
          <p:nvPr/>
        </p:nvSpPr>
        <p:spPr>
          <a:xfrm>
            <a:off x="5311193" y="33602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D544994E-F5D4-4D00-B875-EF209B40AF3F}"/>
              </a:ext>
            </a:extLst>
          </p:cNvPr>
          <p:cNvSpPr>
            <a:spLocks/>
          </p:cNvSpPr>
          <p:nvPr/>
        </p:nvSpPr>
        <p:spPr>
          <a:xfrm>
            <a:off x="5326647" y="32215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904A0F43-B562-4934-A0DA-73E6D718684A}"/>
              </a:ext>
            </a:extLst>
          </p:cNvPr>
          <p:cNvSpPr>
            <a:spLocks/>
          </p:cNvSpPr>
          <p:nvPr/>
        </p:nvSpPr>
        <p:spPr>
          <a:xfrm>
            <a:off x="5452822" y="32090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A39C47E2-7993-4A89-9ACC-3FEB6A2EEBEC}"/>
              </a:ext>
            </a:extLst>
          </p:cNvPr>
          <p:cNvSpPr>
            <a:spLocks/>
          </p:cNvSpPr>
          <p:nvPr/>
        </p:nvSpPr>
        <p:spPr>
          <a:xfrm>
            <a:off x="5480379" y="30632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205C8D9B-423C-483F-8A67-954689F69EB9}"/>
              </a:ext>
            </a:extLst>
          </p:cNvPr>
          <p:cNvSpPr>
            <a:spLocks/>
          </p:cNvSpPr>
          <p:nvPr/>
        </p:nvSpPr>
        <p:spPr>
          <a:xfrm>
            <a:off x="5442300" y="3296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F9E05FAC-C861-455B-8843-179D30DF84E0}"/>
              </a:ext>
            </a:extLst>
          </p:cNvPr>
          <p:cNvSpPr>
            <a:spLocks/>
          </p:cNvSpPr>
          <p:nvPr/>
        </p:nvSpPr>
        <p:spPr>
          <a:xfrm>
            <a:off x="4938954" y="355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DDDBA77A-3749-4F80-84FE-9C40CF36C10C}"/>
              </a:ext>
            </a:extLst>
          </p:cNvPr>
          <p:cNvSpPr>
            <a:spLocks/>
          </p:cNvSpPr>
          <p:nvPr/>
        </p:nvSpPr>
        <p:spPr>
          <a:xfrm>
            <a:off x="4799064" y="3590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AE388F8C-00C9-4BFC-9720-26FDA6682B2C}"/>
              </a:ext>
            </a:extLst>
          </p:cNvPr>
          <p:cNvSpPr>
            <a:spLocks/>
          </p:cNvSpPr>
          <p:nvPr/>
        </p:nvSpPr>
        <p:spPr>
          <a:xfrm>
            <a:off x="4711360" y="3495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78ADF27D-ED4A-44D1-8D1A-4EF776C5623A}"/>
              </a:ext>
            </a:extLst>
          </p:cNvPr>
          <p:cNvSpPr>
            <a:spLocks/>
          </p:cNvSpPr>
          <p:nvPr/>
        </p:nvSpPr>
        <p:spPr>
          <a:xfrm>
            <a:off x="4365112" y="3330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F142ECA0-EB49-4810-9170-AF0D222E716E}"/>
              </a:ext>
            </a:extLst>
          </p:cNvPr>
          <p:cNvSpPr>
            <a:spLocks/>
          </p:cNvSpPr>
          <p:nvPr/>
        </p:nvSpPr>
        <p:spPr>
          <a:xfrm>
            <a:off x="4390127" y="32099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CDEAFD54-226A-45A2-85DF-22DE1DDD8221}"/>
              </a:ext>
            </a:extLst>
          </p:cNvPr>
          <p:cNvSpPr>
            <a:spLocks/>
          </p:cNvSpPr>
          <p:nvPr/>
        </p:nvSpPr>
        <p:spPr>
          <a:xfrm>
            <a:off x="4271302" y="32890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748D5210-D577-45EE-ADE6-C9F05AE547F7}"/>
              </a:ext>
            </a:extLst>
          </p:cNvPr>
          <p:cNvSpPr>
            <a:spLocks/>
          </p:cNvSpPr>
          <p:nvPr/>
        </p:nvSpPr>
        <p:spPr>
          <a:xfrm>
            <a:off x="4134498" y="326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main_18">
            <a:extLst>
              <a:ext uri="{FF2B5EF4-FFF2-40B4-BE49-F238E27FC236}">
                <a16:creationId xmlns:a16="http://schemas.microsoft.com/office/drawing/2014/main" id="{F803235E-C1A3-4D8D-81F1-B16A74306C3C}"/>
              </a:ext>
            </a:extLst>
          </p:cNvPr>
          <p:cNvSpPr>
            <a:spLocks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87C9109D-D422-4EF4-A2C5-8A0992962C78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5751" y="933497"/>
                </a:moveTo>
                <a:lnTo>
                  <a:pt x="1033142" y="797960"/>
                </a:lnTo>
                <a:moveTo>
                  <a:pt x="943533" y="710364"/>
                </a:moveTo>
                <a:lnTo>
                  <a:pt x="1033142" y="797960"/>
                </a:lnTo>
                <a:moveTo>
                  <a:pt x="908345" y="981255"/>
                </a:moveTo>
                <a:lnTo>
                  <a:pt x="1015751" y="933497"/>
                </a:lnTo>
                <a:moveTo>
                  <a:pt x="836505" y="758577"/>
                </a:moveTo>
                <a:lnTo>
                  <a:pt x="943533" y="710364"/>
                </a:lnTo>
                <a:moveTo>
                  <a:pt x="817014" y="894450"/>
                </a:moveTo>
                <a:lnTo>
                  <a:pt x="908345" y="981255"/>
                </a:lnTo>
                <a:moveTo>
                  <a:pt x="817014" y="894450"/>
                </a:moveTo>
                <a:lnTo>
                  <a:pt x="836505" y="758577"/>
                </a:lnTo>
                <a:moveTo>
                  <a:pt x="625039" y="1124587"/>
                </a:moveTo>
                <a:lnTo>
                  <a:pt x="674516" y="1094922"/>
                </a:lnTo>
                <a:moveTo>
                  <a:pt x="701198" y="945615"/>
                </a:moveTo>
                <a:lnTo>
                  <a:pt x="817014" y="894450"/>
                </a:lnTo>
                <a:moveTo>
                  <a:pt x="674516" y="1094922"/>
                </a:moveTo>
                <a:lnTo>
                  <a:pt x="701198" y="945615"/>
                </a:lnTo>
                <a:moveTo>
                  <a:pt x="674516" y="1094922"/>
                </a:moveTo>
                <a:lnTo>
                  <a:pt x="580293" y="1140741"/>
                </a:lnTo>
                <a:moveTo>
                  <a:pt x="580293" y="1140741"/>
                </a:moveTo>
                <a:lnTo>
                  <a:pt x="624253" y="1157490"/>
                </a:lnTo>
                <a:moveTo>
                  <a:pt x="922074" y="506850"/>
                </a:moveTo>
                <a:lnTo>
                  <a:pt x="1027915" y="607685"/>
                </a:lnTo>
                <a:moveTo>
                  <a:pt x="1027915" y="607685"/>
                </a:moveTo>
                <a:lnTo>
                  <a:pt x="995977" y="741490"/>
                </a:lnTo>
                <a:moveTo>
                  <a:pt x="1027915" y="607685"/>
                </a:moveTo>
                <a:lnTo>
                  <a:pt x="1159549" y="569049"/>
                </a:lnTo>
                <a:moveTo>
                  <a:pt x="785926" y="308119"/>
                </a:moveTo>
                <a:lnTo>
                  <a:pt x="683930" y="345547"/>
                </a:lnTo>
                <a:moveTo>
                  <a:pt x="894637" y="407721"/>
                </a:moveTo>
                <a:lnTo>
                  <a:pt x="922074" y="506850"/>
                </a:lnTo>
                <a:moveTo>
                  <a:pt x="995977" y="741490"/>
                </a:moveTo>
                <a:lnTo>
                  <a:pt x="1092977" y="834680"/>
                </a:lnTo>
                <a:moveTo>
                  <a:pt x="1159549" y="569049"/>
                </a:moveTo>
                <a:lnTo>
                  <a:pt x="1257082" y="661863"/>
                </a:lnTo>
                <a:moveTo>
                  <a:pt x="1092977" y="834680"/>
                </a:moveTo>
                <a:lnTo>
                  <a:pt x="1223699" y="794851"/>
                </a:lnTo>
                <a:moveTo>
                  <a:pt x="1257082" y="661863"/>
                </a:moveTo>
                <a:lnTo>
                  <a:pt x="1223699" y="794851"/>
                </a:lnTo>
                <a:moveTo>
                  <a:pt x="894637" y="407721"/>
                </a:moveTo>
                <a:lnTo>
                  <a:pt x="785926" y="308119"/>
                </a:lnTo>
                <a:moveTo>
                  <a:pt x="850743" y="477462"/>
                </a:moveTo>
                <a:lnTo>
                  <a:pt x="894637" y="40772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F9B6ED00-808C-423A-B2DD-6120D0C4E6C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4106" y="676688"/>
                </a:moveTo>
                <a:lnTo>
                  <a:pt x="1412150" y="681455"/>
                </a:lnTo>
                <a:moveTo>
                  <a:pt x="1343270" y="757724"/>
                </a:moveTo>
                <a:lnTo>
                  <a:pt x="1412150" y="681455"/>
                </a:lnTo>
                <a:moveTo>
                  <a:pt x="1413313" y="671908"/>
                </a:moveTo>
                <a:lnTo>
                  <a:pt x="1412150" y="681455"/>
                </a:lnTo>
                <a:moveTo>
                  <a:pt x="1343270" y="757724"/>
                </a:moveTo>
                <a:lnTo>
                  <a:pt x="1404106" y="676688"/>
                </a:lnTo>
                <a:moveTo>
                  <a:pt x="1412150" y="681455"/>
                </a:moveTo>
                <a:lnTo>
                  <a:pt x="1513907" y="738542"/>
                </a:lnTo>
                <a:moveTo>
                  <a:pt x="1404106" y="676688"/>
                </a:moveTo>
                <a:lnTo>
                  <a:pt x="1413313" y="671908"/>
                </a:lnTo>
                <a:moveTo>
                  <a:pt x="1413313" y="671908"/>
                </a:moveTo>
                <a:lnTo>
                  <a:pt x="1513907" y="738542"/>
                </a:lnTo>
                <a:moveTo>
                  <a:pt x="1325380" y="826986"/>
                </a:moveTo>
                <a:lnTo>
                  <a:pt x="1343270" y="757724"/>
                </a:lnTo>
                <a:moveTo>
                  <a:pt x="1246482" y="699510"/>
                </a:moveTo>
                <a:lnTo>
                  <a:pt x="1343270" y="757724"/>
                </a:lnTo>
                <a:moveTo>
                  <a:pt x="1264250" y="653333"/>
                </a:moveTo>
                <a:lnTo>
                  <a:pt x="1343270" y="757724"/>
                </a:lnTo>
                <a:moveTo>
                  <a:pt x="1308924" y="617510"/>
                </a:moveTo>
                <a:lnTo>
                  <a:pt x="1404106" y="676688"/>
                </a:lnTo>
                <a:moveTo>
                  <a:pt x="1308924" y="617510"/>
                </a:moveTo>
                <a:lnTo>
                  <a:pt x="1343270" y="757724"/>
                </a:lnTo>
                <a:moveTo>
                  <a:pt x="1517041" y="854880"/>
                </a:moveTo>
                <a:lnTo>
                  <a:pt x="1557565" y="875316"/>
                </a:lnTo>
                <a:moveTo>
                  <a:pt x="1513907" y="738542"/>
                </a:moveTo>
                <a:lnTo>
                  <a:pt x="1596185" y="780401"/>
                </a:lnTo>
                <a:moveTo>
                  <a:pt x="1246482" y="699510"/>
                </a:moveTo>
                <a:lnTo>
                  <a:pt x="1325380" y="826986"/>
                </a:lnTo>
                <a:moveTo>
                  <a:pt x="1306969" y="849440"/>
                </a:moveTo>
                <a:lnTo>
                  <a:pt x="1325380" y="826986"/>
                </a:lnTo>
                <a:moveTo>
                  <a:pt x="1517041" y="854880"/>
                </a:moveTo>
                <a:lnTo>
                  <a:pt x="1565965" y="853222"/>
                </a:lnTo>
                <a:moveTo>
                  <a:pt x="1325380" y="826986"/>
                </a:moveTo>
                <a:lnTo>
                  <a:pt x="1322655" y="858195"/>
                </a:lnTo>
                <a:moveTo>
                  <a:pt x="1413313" y="671908"/>
                </a:moveTo>
                <a:lnTo>
                  <a:pt x="1518309" y="655807"/>
                </a:lnTo>
                <a:moveTo>
                  <a:pt x="1518309" y="655807"/>
                </a:moveTo>
                <a:lnTo>
                  <a:pt x="1513907" y="738542"/>
                </a:lnTo>
                <a:moveTo>
                  <a:pt x="1544908" y="890359"/>
                </a:moveTo>
                <a:lnTo>
                  <a:pt x="1517041" y="854880"/>
                </a:lnTo>
                <a:moveTo>
                  <a:pt x="1517041" y="854880"/>
                </a:moveTo>
                <a:lnTo>
                  <a:pt x="1596185" y="780401"/>
                </a:lnTo>
                <a:moveTo>
                  <a:pt x="1322655" y="858195"/>
                </a:moveTo>
                <a:lnTo>
                  <a:pt x="1412876" y="909772"/>
                </a:lnTo>
                <a:moveTo>
                  <a:pt x="1246482" y="699510"/>
                </a:moveTo>
                <a:lnTo>
                  <a:pt x="1306969" y="849440"/>
                </a:lnTo>
                <a:moveTo>
                  <a:pt x="1306969" y="849440"/>
                </a:moveTo>
                <a:lnTo>
                  <a:pt x="1322655" y="858195"/>
                </a:lnTo>
                <a:moveTo>
                  <a:pt x="1231091" y="690332"/>
                </a:moveTo>
                <a:lnTo>
                  <a:pt x="1246482" y="699510"/>
                </a:lnTo>
                <a:moveTo>
                  <a:pt x="1264250" y="653333"/>
                </a:moveTo>
                <a:lnTo>
                  <a:pt x="1246482" y="699510"/>
                </a:lnTo>
                <a:moveTo>
                  <a:pt x="1198387" y="787017"/>
                </a:moveTo>
                <a:lnTo>
                  <a:pt x="1246482" y="699510"/>
                </a:lnTo>
                <a:moveTo>
                  <a:pt x="1198387" y="787017"/>
                </a:moveTo>
                <a:lnTo>
                  <a:pt x="1306969" y="849440"/>
                </a:lnTo>
                <a:moveTo>
                  <a:pt x="1231091" y="690332"/>
                </a:moveTo>
                <a:lnTo>
                  <a:pt x="1264250" y="653333"/>
                </a:lnTo>
                <a:moveTo>
                  <a:pt x="1178142" y="775178"/>
                </a:moveTo>
                <a:lnTo>
                  <a:pt x="1246482" y="699510"/>
                </a:lnTo>
                <a:moveTo>
                  <a:pt x="1565965" y="853222"/>
                </a:moveTo>
                <a:lnTo>
                  <a:pt x="1557565" y="875316"/>
                </a:lnTo>
                <a:moveTo>
                  <a:pt x="1178142" y="775178"/>
                </a:moveTo>
                <a:lnTo>
                  <a:pt x="1231091" y="690332"/>
                </a:lnTo>
                <a:moveTo>
                  <a:pt x="1544908" y="890359"/>
                </a:moveTo>
                <a:lnTo>
                  <a:pt x="1557565" y="875316"/>
                </a:lnTo>
                <a:moveTo>
                  <a:pt x="1178142" y="775178"/>
                </a:moveTo>
                <a:lnTo>
                  <a:pt x="1198387" y="787017"/>
                </a:lnTo>
                <a:moveTo>
                  <a:pt x="1388430" y="603399"/>
                </a:moveTo>
                <a:lnTo>
                  <a:pt x="1404106" y="676688"/>
                </a:lnTo>
                <a:moveTo>
                  <a:pt x="1264250" y="653333"/>
                </a:moveTo>
                <a:lnTo>
                  <a:pt x="1308924" y="617510"/>
                </a:lnTo>
                <a:moveTo>
                  <a:pt x="1565965" y="853222"/>
                </a:moveTo>
                <a:lnTo>
                  <a:pt x="1596185" y="780401"/>
                </a:lnTo>
                <a:moveTo>
                  <a:pt x="1388430" y="603399"/>
                </a:moveTo>
                <a:lnTo>
                  <a:pt x="1413313" y="671908"/>
                </a:lnTo>
                <a:moveTo>
                  <a:pt x="1165204" y="828012"/>
                </a:moveTo>
                <a:lnTo>
                  <a:pt x="1198387" y="787017"/>
                </a:lnTo>
                <a:moveTo>
                  <a:pt x="1085340" y="721103"/>
                </a:moveTo>
                <a:lnTo>
                  <a:pt x="1178142" y="775178"/>
                </a:lnTo>
                <a:moveTo>
                  <a:pt x="1165204" y="828012"/>
                </a:moveTo>
                <a:lnTo>
                  <a:pt x="1178142" y="775178"/>
                </a:lnTo>
                <a:moveTo>
                  <a:pt x="1513907" y="738542"/>
                </a:moveTo>
                <a:lnTo>
                  <a:pt x="1612674" y="668185"/>
                </a:lnTo>
                <a:moveTo>
                  <a:pt x="1412876" y="909772"/>
                </a:moveTo>
                <a:lnTo>
                  <a:pt x="1492335" y="949427"/>
                </a:lnTo>
                <a:moveTo>
                  <a:pt x="1124471" y="625626"/>
                </a:moveTo>
                <a:lnTo>
                  <a:pt x="1231091" y="690332"/>
                </a:lnTo>
                <a:moveTo>
                  <a:pt x="1085340" y="721103"/>
                </a:moveTo>
                <a:lnTo>
                  <a:pt x="1165204" y="828012"/>
                </a:lnTo>
                <a:moveTo>
                  <a:pt x="1116298" y="632799"/>
                </a:moveTo>
                <a:lnTo>
                  <a:pt x="1178142" y="775178"/>
                </a:lnTo>
                <a:moveTo>
                  <a:pt x="1359604" y="935701"/>
                </a:moveTo>
                <a:lnTo>
                  <a:pt x="1412876" y="909772"/>
                </a:lnTo>
                <a:moveTo>
                  <a:pt x="1124471" y="625626"/>
                </a:moveTo>
                <a:lnTo>
                  <a:pt x="1178142" y="775178"/>
                </a:lnTo>
                <a:moveTo>
                  <a:pt x="1045111" y="697709"/>
                </a:moveTo>
                <a:lnTo>
                  <a:pt x="1085340" y="721103"/>
                </a:lnTo>
                <a:moveTo>
                  <a:pt x="1606288" y="898007"/>
                </a:moveTo>
                <a:lnTo>
                  <a:pt x="1557565" y="875316"/>
                </a:lnTo>
                <a:moveTo>
                  <a:pt x="1322655" y="858195"/>
                </a:moveTo>
                <a:lnTo>
                  <a:pt x="1359604" y="935701"/>
                </a:lnTo>
                <a:moveTo>
                  <a:pt x="1565965" y="853222"/>
                </a:moveTo>
                <a:lnTo>
                  <a:pt x="1606288" y="898007"/>
                </a:lnTo>
                <a:moveTo>
                  <a:pt x="1492335" y="949427"/>
                </a:moveTo>
                <a:lnTo>
                  <a:pt x="1544908" y="890359"/>
                </a:lnTo>
                <a:moveTo>
                  <a:pt x="1231091" y="690332"/>
                </a:moveTo>
                <a:lnTo>
                  <a:pt x="1261593" y="586216"/>
                </a:lnTo>
                <a:moveTo>
                  <a:pt x="1261593" y="586216"/>
                </a:moveTo>
                <a:lnTo>
                  <a:pt x="1264250" y="653333"/>
                </a:lnTo>
                <a:moveTo>
                  <a:pt x="1034537" y="806494"/>
                </a:moveTo>
                <a:lnTo>
                  <a:pt x="1085340" y="721103"/>
                </a:lnTo>
                <a:moveTo>
                  <a:pt x="1544908" y="890359"/>
                </a:moveTo>
                <a:lnTo>
                  <a:pt x="1606288" y="898007"/>
                </a:lnTo>
                <a:moveTo>
                  <a:pt x="1174001" y="883610"/>
                </a:moveTo>
                <a:lnTo>
                  <a:pt x="1198387" y="787017"/>
                </a:lnTo>
                <a:moveTo>
                  <a:pt x="1116298" y="632799"/>
                </a:moveTo>
                <a:lnTo>
                  <a:pt x="1085340" y="721103"/>
                </a:lnTo>
                <a:moveTo>
                  <a:pt x="1085340" y="721103"/>
                </a:moveTo>
                <a:lnTo>
                  <a:pt x="1137038" y="864162"/>
                </a:lnTo>
                <a:moveTo>
                  <a:pt x="999559" y="786131"/>
                </a:moveTo>
                <a:lnTo>
                  <a:pt x="1085340" y="721103"/>
                </a:lnTo>
                <a:moveTo>
                  <a:pt x="1596185" y="780401"/>
                </a:moveTo>
                <a:lnTo>
                  <a:pt x="1671716" y="819191"/>
                </a:lnTo>
                <a:moveTo>
                  <a:pt x="1228212" y="912976"/>
                </a:moveTo>
                <a:lnTo>
                  <a:pt x="1306969" y="849440"/>
                </a:lnTo>
                <a:moveTo>
                  <a:pt x="1308924" y="617510"/>
                </a:moveTo>
                <a:lnTo>
                  <a:pt x="1388430" y="603399"/>
                </a:lnTo>
                <a:moveTo>
                  <a:pt x="1137038" y="864162"/>
                </a:moveTo>
                <a:lnTo>
                  <a:pt x="1165204" y="828012"/>
                </a:lnTo>
                <a:moveTo>
                  <a:pt x="1228212" y="912976"/>
                </a:moveTo>
                <a:lnTo>
                  <a:pt x="1322655" y="858195"/>
                </a:lnTo>
                <a:moveTo>
                  <a:pt x="1045111" y="697709"/>
                </a:moveTo>
                <a:lnTo>
                  <a:pt x="1116298" y="632799"/>
                </a:lnTo>
                <a:moveTo>
                  <a:pt x="1261593" y="586216"/>
                </a:moveTo>
                <a:lnTo>
                  <a:pt x="1308924" y="617510"/>
                </a:lnTo>
                <a:moveTo>
                  <a:pt x="999559" y="786131"/>
                </a:moveTo>
                <a:lnTo>
                  <a:pt x="1045111" y="697709"/>
                </a:lnTo>
                <a:moveTo>
                  <a:pt x="1198387" y="787017"/>
                </a:moveTo>
                <a:lnTo>
                  <a:pt x="1228212" y="912976"/>
                </a:lnTo>
                <a:moveTo>
                  <a:pt x="1483300" y="605155"/>
                </a:moveTo>
                <a:lnTo>
                  <a:pt x="1413313" y="671908"/>
                </a:lnTo>
                <a:moveTo>
                  <a:pt x="1565965" y="853222"/>
                </a:moveTo>
                <a:lnTo>
                  <a:pt x="1628620" y="908401"/>
                </a:lnTo>
                <a:moveTo>
                  <a:pt x="1231337" y="566834"/>
                </a:moveTo>
                <a:lnTo>
                  <a:pt x="1231091" y="690332"/>
                </a:lnTo>
                <a:moveTo>
                  <a:pt x="1034537" y="806494"/>
                </a:moveTo>
                <a:lnTo>
                  <a:pt x="1137038" y="864162"/>
                </a:lnTo>
                <a:moveTo>
                  <a:pt x="999559" y="786131"/>
                </a:moveTo>
                <a:lnTo>
                  <a:pt x="1034537" y="806494"/>
                </a:lnTo>
                <a:moveTo>
                  <a:pt x="1165204" y="828012"/>
                </a:moveTo>
                <a:lnTo>
                  <a:pt x="1174001" y="883610"/>
                </a:lnTo>
                <a:moveTo>
                  <a:pt x="570419" y="658619"/>
                </a:moveTo>
                <a:lnTo>
                  <a:pt x="620723" y="687130"/>
                </a:lnTo>
                <a:moveTo>
                  <a:pt x="1116298" y="632799"/>
                </a:moveTo>
                <a:lnTo>
                  <a:pt x="1124471" y="625626"/>
                </a:lnTo>
                <a:moveTo>
                  <a:pt x="1596185" y="780401"/>
                </a:moveTo>
                <a:lnTo>
                  <a:pt x="1612674" y="668185"/>
                </a:lnTo>
                <a:moveTo>
                  <a:pt x="1596185" y="780401"/>
                </a:moveTo>
                <a:lnTo>
                  <a:pt x="1628620" y="908401"/>
                </a:lnTo>
                <a:moveTo>
                  <a:pt x="1518309" y="655807"/>
                </a:moveTo>
                <a:lnTo>
                  <a:pt x="1594442" y="658233"/>
                </a:lnTo>
                <a:moveTo>
                  <a:pt x="1518309" y="655807"/>
                </a:moveTo>
                <a:lnTo>
                  <a:pt x="1612674" y="668185"/>
                </a:lnTo>
                <a:moveTo>
                  <a:pt x="479382" y="605646"/>
                </a:moveTo>
                <a:lnTo>
                  <a:pt x="570419" y="658619"/>
                </a:lnTo>
                <a:moveTo>
                  <a:pt x="1492335" y="949427"/>
                </a:moveTo>
                <a:lnTo>
                  <a:pt x="1606288" y="898007"/>
                </a:lnTo>
                <a:moveTo>
                  <a:pt x="2232462" y="674797"/>
                </a:moveTo>
                <a:lnTo>
                  <a:pt x="2321538" y="609612"/>
                </a:lnTo>
                <a:moveTo>
                  <a:pt x="1137038" y="864162"/>
                </a:moveTo>
                <a:lnTo>
                  <a:pt x="1174001" y="883610"/>
                </a:lnTo>
                <a:moveTo>
                  <a:pt x="1596185" y="780401"/>
                </a:moveTo>
                <a:lnTo>
                  <a:pt x="1709681" y="721559"/>
                </a:lnTo>
                <a:moveTo>
                  <a:pt x="620723" y="687130"/>
                </a:moveTo>
                <a:lnTo>
                  <a:pt x="666836" y="711531"/>
                </a:lnTo>
                <a:moveTo>
                  <a:pt x="1252469" y="561718"/>
                </a:moveTo>
                <a:lnTo>
                  <a:pt x="1308924" y="617510"/>
                </a:lnTo>
                <a:moveTo>
                  <a:pt x="1004683" y="829645"/>
                </a:moveTo>
                <a:lnTo>
                  <a:pt x="1034537" y="806494"/>
                </a:lnTo>
                <a:moveTo>
                  <a:pt x="2232462" y="674797"/>
                </a:moveTo>
                <a:lnTo>
                  <a:pt x="2302449" y="598184"/>
                </a:lnTo>
                <a:moveTo>
                  <a:pt x="2302449" y="598184"/>
                </a:moveTo>
                <a:lnTo>
                  <a:pt x="2321538" y="609612"/>
                </a:lnTo>
                <a:moveTo>
                  <a:pt x="917794" y="737690"/>
                </a:moveTo>
                <a:lnTo>
                  <a:pt x="999559" y="786131"/>
                </a:lnTo>
                <a:moveTo>
                  <a:pt x="620723" y="687130"/>
                </a:moveTo>
                <a:lnTo>
                  <a:pt x="696299" y="641517"/>
                </a:lnTo>
                <a:moveTo>
                  <a:pt x="430051" y="692241"/>
                </a:moveTo>
                <a:lnTo>
                  <a:pt x="570419" y="658619"/>
                </a:lnTo>
                <a:moveTo>
                  <a:pt x="514449" y="739969"/>
                </a:moveTo>
                <a:lnTo>
                  <a:pt x="570419" y="658619"/>
                </a:lnTo>
                <a:moveTo>
                  <a:pt x="1004683" y="829645"/>
                </a:moveTo>
                <a:lnTo>
                  <a:pt x="999559" y="786131"/>
                </a:lnTo>
                <a:moveTo>
                  <a:pt x="1671716" y="819191"/>
                </a:moveTo>
                <a:lnTo>
                  <a:pt x="1680211" y="823627"/>
                </a:lnTo>
                <a:moveTo>
                  <a:pt x="2331418" y="573401"/>
                </a:moveTo>
                <a:lnTo>
                  <a:pt x="2321538" y="609612"/>
                </a:lnTo>
                <a:moveTo>
                  <a:pt x="1671716" y="819191"/>
                </a:moveTo>
                <a:lnTo>
                  <a:pt x="1682394" y="816958"/>
                </a:lnTo>
                <a:moveTo>
                  <a:pt x="1045111" y="697709"/>
                </a:moveTo>
                <a:lnTo>
                  <a:pt x="1100701" y="608005"/>
                </a:lnTo>
                <a:moveTo>
                  <a:pt x="953950" y="640474"/>
                </a:moveTo>
                <a:lnTo>
                  <a:pt x="1045111" y="697709"/>
                </a:lnTo>
                <a:moveTo>
                  <a:pt x="1433295" y="974807"/>
                </a:moveTo>
                <a:lnTo>
                  <a:pt x="1412876" y="909772"/>
                </a:lnTo>
                <a:moveTo>
                  <a:pt x="1682394" y="816958"/>
                </a:moveTo>
                <a:lnTo>
                  <a:pt x="1680211" y="823627"/>
                </a:lnTo>
                <a:moveTo>
                  <a:pt x="2302449" y="598184"/>
                </a:moveTo>
                <a:lnTo>
                  <a:pt x="2331418" y="573401"/>
                </a:lnTo>
                <a:moveTo>
                  <a:pt x="1657282" y="861246"/>
                </a:moveTo>
                <a:lnTo>
                  <a:pt x="1671716" y="819191"/>
                </a:lnTo>
                <a:moveTo>
                  <a:pt x="1837975" y="912716"/>
                </a:moveTo>
                <a:lnTo>
                  <a:pt x="1897681" y="831135"/>
                </a:lnTo>
                <a:moveTo>
                  <a:pt x="1680211" y="823627"/>
                </a:moveTo>
                <a:lnTo>
                  <a:pt x="1782177" y="880878"/>
                </a:lnTo>
                <a:moveTo>
                  <a:pt x="570419" y="658619"/>
                </a:moveTo>
                <a:lnTo>
                  <a:pt x="639811" y="741140"/>
                </a:lnTo>
                <a:moveTo>
                  <a:pt x="639811" y="741140"/>
                </a:moveTo>
                <a:lnTo>
                  <a:pt x="620723" y="687130"/>
                </a:lnTo>
                <a:moveTo>
                  <a:pt x="1492335" y="949427"/>
                </a:moveTo>
                <a:lnTo>
                  <a:pt x="1628620" y="908401"/>
                </a:lnTo>
                <a:moveTo>
                  <a:pt x="1657282" y="861246"/>
                </a:moveTo>
                <a:lnTo>
                  <a:pt x="1680211" y="823627"/>
                </a:lnTo>
                <a:moveTo>
                  <a:pt x="430051" y="692241"/>
                </a:moveTo>
                <a:lnTo>
                  <a:pt x="479382" y="605646"/>
                </a:lnTo>
                <a:moveTo>
                  <a:pt x="1680211" y="823627"/>
                </a:moveTo>
                <a:lnTo>
                  <a:pt x="1824965" y="789221"/>
                </a:lnTo>
                <a:moveTo>
                  <a:pt x="1124471" y="625626"/>
                </a:moveTo>
                <a:lnTo>
                  <a:pt x="1231337" y="566834"/>
                </a:lnTo>
                <a:moveTo>
                  <a:pt x="1824965" y="789221"/>
                </a:moveTo>
                <a:lnTo>
                  <a:pt x="1897681" y="831135"/>
                </a:lnTo>
                <a:moveTo>
                  <a:pt x="1782177" y="880878"/>
                </a:moveTo>
                <a:lnTo>
                  <a:pt x="1837975" y="912716"/>
                </a:lnTo>
                <a:moveTo>
                  <a:pt x="1897681" y="831135"/>
                </a:moveTo>
                <a:lnTo>
                  <a:pt x="1929399" y="848401"/>
                </a:lnTo>
                <a:moveTo>
                  <a:pt x="1682394" y="816958"/>
                </a:moveTo>
                <a:lnTo>
                  <a:pt x="1824965" y="789221"/>
                </a:lnTo>
                <a:moveTo>
                  <a:pt x="1606288" y="898007"/>
                </a:moveTo>
                <a:lnTo>
                  <a:pt x="1628620" y="908401"/>
                </a:lnTo>
                <a:moveTo>
                  <a:pt x="1100701" y="608005"/>
                </a:moveTo>
                <a:lnTo>
                  <a:pt x="1116298" y="632799"/>
                </a:lnTo>
                <a:moveTo>
                  <a:pt x="696299" y="641517"/>
                </a:moveTo>
                <a:lnTo>
                  <a:pt x="666836" y="711531"/>
                </a:lnTo>
                <a:moveTo>
                  <a:pt x="1824965" y="789221"/>
                </a:moveTo>
                <a:lnTo>
                  <a:pt x="1837975" y="912716"/>
                </a:lnTo>
                <a:moveTo>
                  <a:pt x="1837975" y="912716"/>
                </a:moveTo>
                <a:lnTo>
                  <a:pt x="1929399" y="848401"/>
                </a:lnTo>
                <a:moveTo>
                  <a:pt x="950152" y="644353"/>
                </a:moveTo>
                <a:lnTo>
                  <a:pt x="999559" y="786131"/>
                </a:lnTo>
                <a:moveTo>
                  <a:pt x="1628620" y="908401"/>
                </a:moveTo>
                <a:lnTo>
                  <a:pt x="1671716" y="819191"/>
                </a:lnTo>
                <a:moveTo>
                  <a:pt x="1100701" y="608005"/>
                </a:moveTo>
                <a:lnTo>
                  <a:pt x="1124471" y="625626"/>
                </a:lnTo>
                <a:moveTo>
                  <a:pt x="866290" y="708547"/>
                </a:moveTo>
                <a:lnTo>
                  <a:pt x="917794" y="737690"/>
                </a:lnTo>
                <a:moveTo>
                  <a:pt x="953950" y="640474"/>
                </a:moveTo>
                <a:lnTo>
                  <a:pt x="999559" y="786131"/>
                </a:lnTo>
                <a:moveTo>
                  <a:pt x="1782177" y="880878"/>
                </a:moveTo>
                <a:lnTo>
                  <a:pt x="1824965" y="789221"/>
                </a:lnTo>
                <a:moveTo>
                  <a:pt x="1174001" y="883610"/>
                </a:moveTo>
                <a:lnTo>
                  <a:pt x="1228212" y="912976"/>
                </a:lnTo>
                <a:moveTo>
                  <a:pt x="620723" y="687130"/>
                </a:moveTo>
                <a:lnTo>
                  <a:pt x="697606" y="610479"/>
                </a:lnTo>
                <a:moveTo>
                  <a:pt x="1837975" y="912716"/>
                </a:moveTo>
                <a:lnTo>
                  <a:pt x="1883908" y="937944"/>
                </a:lnTo>
                <a:moveTo>
                  <a:pt x="2208598" y="773698"/>
                </a:moveTo>
                <a:lnTo>
                  <a:pt x="2232462" y="674797"/>
                </a:lnTo>
                <a:moveTo>
                  <a:pt x="1897681" y="831135"/>
                </a:moveTo>
                <a:lnTo>
                  <a:pt x="1947555" y="799851"/>
                </a:lnTo>
                <a:moveTo>
                  <a:pt x="1483300" y="605155"/>
                </a:moveTo>
                <a:lnTo>
                  <a:pt x="1518309" y="655807"/>
                </a:lnTo>
                <a:moveTo>
                  <a:pt x="430051" y="692241"/>
                </a:moveTo>
                <a:lnTo>
                  <a:pt x="514449" y="739969"/>
                </a:lnTo>
                <a:moveTo>
                  <a:pt x="1883908" y="937944"/>
                </a:moveTo>
                <a:lnTo>
                  <a:pt x="1929399" y="848401"/>
                </a:lnTo>
                <a:moveTo>
                  <a:pt x="1231337" y="566834"/>
                </a:moveTo>
                <a:lnTo>
                  <a:pt x="1261593" y="586216"/>
                </a:lnTo>
                <a:moveTo>
                  <a:pt x="1628620" y="908401"/>
                </a:moveTo>
                <a:lnTo>
                  <a:pt x="1657282" y="861246"/>
                </a:lnTo>
                <a:moveTo>
                  <a:pt x="639811" y="741140"/>
                </a:moveTo>
                <a:lnTo>
                  <a:pt x="666836" y="711531"/>
                </a:lnTo>
                <a:moveTo>
                  <a:pt x="696299" y="641517"/>
                </a:moveTo>
                <a:lnTo>
                  <a:pt x="720235" y="624785"/>
                </a:lnTo>
                <a:moveTo>
                  <a:pt x="1947555" y="799851"/>
                </a:moveTo>
                <a:lnTo>
                  <a:pt x="1929399" y="848401"/>
                </a:lnTo>
                <a:moveTo>
                  <a:pt x="1594442" y="658233"/>
                </a:moveTo>
                <a:lnTo>
                  <a:pt x="1612674" y="668185"/>
                </a:lnTo>
                <a:moveTo>
                  <a:pt x="1682394" y="816958"/>
                </a:moveTo>
                <a:lnTo>
                  <a:pt x="1767670" y="755126"/>
                </a:lnTo>
                <a:moveTo>
                  <a:pt x="1671716" y="819191"/>
                </a:moveTo>
                <a:lnTo>
                  <a:pt x="1709681" y="721559"/>
                </a:lnTo>
                <a:moveTo>
                  <a:pt x="567206" y="587724"/>
                </a:moveTo>
                <a:lnTo>
                  <a:pt x="570419" y="658619"/>
                </a:lnTo>
                <a:moveTo>
                  <a:pt x="666836" y="711531"/>
                </a:moveTo>
                <a:lnTo>
                  <a:pt x="804120" y="671286"/>
                </a:lnTo>
                <a:moveTo>
                  <a:pt x="2348732" y="620550"/>
                </a:moveTo>
                <a:lnTo>
                  <a:pt x="2321538" y="609612"/>
                </a:lnTo>
                <a:moveTo>
                  <a:pt x="1252469" y="561718"/>
                </a:moveTo>
                <a:lnTo>
                  <a:pt x="1388430" y="603399"/>
                </a:lnTo>
                <a:moveTo>
                  <a:pt x="868516" y="788327"/>
                </a:moveTo>
                <a:lnTo>
                  <a:pt x="999559" y="786131"/>
                </a:lnTo>
                <a:moveTo>
                  <a:pt x="1767670" y="755126"/>
                </a:moveTo>
                <a:lnTo>
                  <a:pt x="1824965" y="789221"/>
                </a:lnTo>
                <a:moveTo>
                  <a:pt x="804120" y="671286"/>
                </a:moveTo>
                <a:lnTo>
                  <a:pt x="866290" y="708547"/>
                </a:lnTo>
                <a:moveTo>
                  <a:pt x="1682394" y="816958"/>
                </a:moveTo>
                <a:lnTo>
                  <a:pt x="1709681" y="721559"/>
                </a:lnTo>
                <a:moveTo>
                  <a:pt x="1594442" y="658233"/>
                </a:moveTo>
                <a:lnTo>
                  <a:pt x="1613304" y="657342"/>
                </a:lnTo>
                <a:moveTo>
                  <a:pt x="866290" y="708547"/>
                </a:moveTo>
                <a:lnTo>
                  <a:pt x="950152" y="644353"/>
                </a:lnTo>
                <a:moveTo>
                  <a:pt x="950152" y="644353"/>
                </a:moveTo>
                <a:lnTo>
                  <a:pt x="917794" y="737690"/>
                </a:lnTo>
                <a:moveTo>
                  <a:pt x="1252469" y="561718"/>
                </a:moveTo>
                <a:lnTo>
                  <a:pt x="1261593" y="586216"/>
                </a:lnTo>
                <a:moveTo>
                  <a:pt x="696299" y="641517"/>
                </a:moveTo>
                <a:lnTo>
                  <a:pt x="804120" y="671286"/>
                </a:lnTo>
                <a:moveTo>
                  <a:pt x="2208598" y="773698"/>
                </a:moveTo>
                <a:lnTo>
                  <a:pt x="2225337" y="784618"/>
                </a:lnTo>
                <a:moveTo>
                  <a:pt x="1656159" y="922107"/>
                </a:moveTo>
                <a:lnTo>
                  <a:pt x="1680211" y="823627"/>
                </a:lnTo>
                <a:moveTo>
                  <a:pt x="1613304" y="657342"/>
                </a:moveTo>
                <a:lnTo>
                  <a:pt x="1612674" y="668185"/>
                </a:lnTo>
                <a:moveTo>
                  <a:pt x="697606" y="610479"/>
                </a:moveTo>
                <a:lnTo>
                  <a:pt x="696299" y="641517"/>
                </a:lnTo>
                <a:moveTo>
                  <a:pt x="570419" y="658619"/>
                </a:moveTo>
                <a:lnTo>
                  <a:pt x="598299" y="783057"/>
                </a:lnTo>
                <a:moveTo>
                  <a:pt x="1174001" y="883610"/>
                </a:moveTo>
                <a:lnTo>
                  <a:pt x="1205583" y="925870"/>
                </a:lnTo>
                <a:moveTo>
                  <a:pt x="1292991" y="940786"/>
                </a:moveTo>
                <a:lnTo>
                  <a:pt x="1322655" y="858195"/>
                </a:lnTo>
                <a:moveTo>
                  <a:pt x="2146963" y="620704"/>
                </a:moveTo>
                <a:lnTo>
                  <a:pt x="2232462" y="674797"/>
                </a:lnTo>
                <a:moveTo>
                  <a:pt x="479382" y="605646"/>
                </a:moveTo>
                <a:lnTo>
                  <a:pt x="567206" y="587724"/>
                </a:lnTo>
                <a:moveTo>
                  <a:pt x="1897681" y="831135"/>
                </a:moveTo>
                <a:lnTo>
                  <a:pt x="1958399" y="745966"/>
                </a:lnTo>
                <a:moveTo>
                  <a:pt x="2331418" y="573401"/>
                </a:moveTo>
                <a:lnTo>
                  <a:pt x="2348732" y="620550"/>
                </a:lnTo>
                <a:moveTo>
                  <a:pt x="720235" y="624785"/>
                </a:moveTo>
                <a:lnTo>
                  <a:pt x="804120" y="671286"/>
                </a:lnTo>
                <a:moveTo>
                  <a:pt x="2211728" y="784487"/>
                </a:moveTo>
                <a:lnTo>
                  <a:pt x="2225337" y="784618"/>
                </a:lnTo>
                <a:moveTo>
                  <a:pt x="1657282" y="861246"/>
                </a:moveTo>
                <a:lnTo>
                  <a:pt x="1656159" y="922107"/>
                </a:lnTo>
                <a:moveTo>
                  <a:pt x="2148023" y="615375"/>
                </a:moveTo>
                <a:lnTo>
                  <a:pt x="2232462" y="674797"/>
                </a:lnTo>
                <a:moveTo>
                  <a:pt x="1846801" y="977542"/>
                </a:moveTo>
                <a:lnTo>
                  <a:pt x="1837975" y="912716"/>
                </a:lnTo>
                <a:moveTo>
                  <a:pt x="666836" y="711531"/>
                </a:moveTo>
                <a:lnTo>
                  <a:pt x="753050" y="756467"/>
                </a:lnTo>
                <a:moveTo>
                  <a:pt x="1071542" y="586866"/>
                </a:moveTo>
                <a:lnTo>
                  <a:pt x="1045111" y="697709"/>
                </a:lnTo>
                <a:moveTo>
                  <a:pt x="1782177" y="880878"/>
                </a:moveTo>
                <a:lnTo>
                  <a:pt x="1846801" y="977542"/>
                </a:lnTo>
                <a:moveTo>
                  <a:pt x="1612674" y="668185"/>
                </a:moveTo>
                <a:lnTo>
                  <a:pt x="1709681" y="721559"/>
                </a:lnTo>
                <a:moveTo>
                  <a:pt x="697606" y="610479"/>
                </a:moveTo>
                <a:lnTo>
                  <a:pt x="720235" y="624785"/>
                </a:lnTo>
                <a:moveTo>
                  <a:pt x="2225295" y="781767"/>
                </a:moveTo>
                <a:lnTo>
                  <a:pt x="2225337" y="784618"/>
                </a:lnTo>
                <a:moveTo>
                  <a:pt x="1100701" y="608005"/>
                </a:moveTo>
                <a:lnTo>
                  <a:pt x="1231337" y="566834"/>
                </a:lnTo>
                <a:moveTo>
                  <a:pt x="1846801" y="977542"/>
                </a:moveTo>
                <a:lnTo>
                  <a:pt x="1883908" y="937944"/>
                </a:lnTo>
                <a:moveTo>
                  <a:pt x="1947555" y="799851"/>
                </a:moveTo>
                <a:lnTo>
                  <a:pt x="2000770" y="770518"/>
                </a:lnTo>
                <a:moveTo>
                  <a:pt x="868516" y="788327"/>
                </a:moveTo>
                <a:lnTo>
                  <a:pt x="866290" y="708547"/>
                </a:lnTo>
                <a:moveTo>
                  <a:pt x="1628620" y="908401"/>
                </a:moveTo>
                <a:lnTo>
                  <a:pt x="1656159" y="922107"/>
                </a:lnTo>
                <a:moveTo>
                  <a:pt x="868516" y="788327"/>
                </a:moveTo>
                <a:lnTo>
                  <a:pt x="917794" y="737690"/>
                </a:lnTo>
                <a:moveTo>
                  <a:pt x="1613304" y="657342"/>
                </a:moveTo>
                <a:lnTo>
                  <a:pt x="1709681" y="721559"/>
                </a:lnTo>
                <a:moveTo>
                  <a:pt x="1388430" y="603399"/>
                </a:moveTo>
                <a:lnTo>
                  <a:pt x="1483300" y="605155"/>
                </a:lnTo>
                <a:moveTo>
                  <a:pt x="1433295" y="974807"/>
                </a:moveTo>
                <a:lnTo>
                  <a:pt x="1492335" y="949427"/>
                </a:lnTo>
                <a:moveTo>
                  <a:pt x="1205583" y="925870"/>
                </a:moveTo>
                <a:lnTo>
                  <a:pt x="1228212" y="912976"/>
                </a:lnTo>
                <a:moveTo>
                  <a:pt x="950152" y="644353"/>
                </a:moveTo>
                <a:lnTo>
                  <a:pt x="953950" y="640474"/>
                </a:lnTo>
                <a:moveTo>
                  <a:pt x="1837193" y="713024"/>
                </a:moveTo>
                <a:lnTo>
                  <a:pt x="1824965" y="789221"/>
                </a:lnTo>
                <a:moveTo>
                  <a:pt x="1041834" y="916993"/>
                </a:moveTo>
                <a:lnTo>
                  <a:pt x="1034537" y="806494"/>
                </a:lnTo>
                <a:moveTo>
                  <a:pt x="1034537" y="806494"/>
                </a:moveTo>
                <a:lnTo>
                  <a:pt x="1051819" y="922646"/>
                </a:lnTo>
                <a:moveTo>
                  <a:pt x="2221506" y="545886"/>
                </a:moveTo>
                <a:lnTo>
                  <a:pt x="2232462" y="674797"/>
                </a:lnTo>
                <a:moveTo>
                  <a:pt x="1709681" y="721559"/>
                </a:moveTo>
                <a:lnTo>
                  <a:pt x="1767670" y="755126"/>
                </a:lnTo>
                <a:moveTo>
                  <a:pt x="868516" y="788327"/>
                </a:moveTo>
                <a:lnTo>
                  <a:pt x="1004683" y="829645"/>
                </a:lnTo>
                <a:moveTo>
                  <a:pt x="1231337" y="566834"/>
                </a:moveTo>
                <a:lnTo>
                  <a:pt x="1252469" y="561718"/>
                </a:lnTo>
                <a:moveTo>
                  <a:pt x="2211728" y="784487"/>
                </a:moveTo>
                <a:lnTo>
                  <a:pt x="2208598" y="773698"/>
                </a:lnTo>
                <a:moveTo>
                  <a:pt x="1958399" y="745966"/>
                </a:moveTo>
                <a:lnTo>
                  <a:pt x="1947555" y="799851"/>
                </a:lnTo>
                <a:moveTo>
                  <a:pt x="1051819" y="922646"/>
                </a:moveTo>
                <a:lnTo>
                  <a:pt x="1137038" y="864162"/>
                </a:lnTo>
                <a:moveTo>
                  <a:pt x="1929399" y="848401"/>
                </a:moveTo>
                <a:lnTo>
                  <a:pt x="2057873" y="801269"/>
                </a:lnTo>
                <a:moveTo>
                  <a:pt x="2302449" y="598184"/>
                </a:moveTo>
                <a:lnTo>
                  <a:pt x="2333329" y="493722"/>
                </a:lnTo>
                <a:moveTo>
                  <a:pt x="2221506" y="545886"/>
                </a:moveTo>
                <a:lnTo>
                  <a:pt x="2302449" y="598184"/>
                </a:lnTo>
                <a:moveTo>
                  <a:pt x="1873677" y="695919"/>
                </a:moveTo>
                <a:lnTo>
                  <a:pt x="1897681" y="831135"/>
                </a:lnTo>
                <a:moveTo>
                  <a:pt x="636240" y="571013"/>
                </a:moveTo>
                <a:lnTo>
                  <a:pt x="570419" y="658619"/>
                </a:lnTo>
                <a:moveTo>
                  <a:pt x="636240" y="571013"/>
                </a:moveTo>
                <a:lnTo>
                  <a:pt x="620723" y="687130"/>
                </a:lnTo>
                <a:moveTo>
                  <a:pt x="1359604" y="935701"/>
                </a:moveTo>
                <a:lnTo>
                  <a:pt x="1433295" y="974807"/>
                </a:lnTo>
                <a:moveTo>
                  <a:pt x="2107724" y="715134"/>
                </a:moveTo>
                <a:lnTo>
                  <a:pt x="2208598" y="773698"/>
                </a:lnTo>
                <a:moveTo>
                  <a:pt x="2333329" y="493722"/>
                </a:moveTo>
                <a:lnTo>
                  <a:pt x="2331418" y="573401"/>
                </a:lnTo>
                <a:moveTo>
                  <a:pt x="514449" y="739969"/>
                </a:moveTo>
                <a:lnTo>
                  <a:pt x="598299" y="783057"/>
                </a:lnTo>
                <a:moveTo>
                  <a:pt x="1483300" y="605155"/>
                </a:moveTo>
                <a:lnTo>
                  <a:pt x="1594442" y="658233"/>
                </a:lnTo>
                <a:moveTo>
                  <a:pt x="1947555" y="799851"/>
                </a:moveTo>
                <a:lnTo>
                  <a:pt x="2057873" y="801269"/>
                </a:lnTo>
                <a:moveTo>
                  <a:pt x="753050" y="756467"/>
                </a:moveTo>
                <a:lnTo>
                  <a:pt x="804120" y="671286"/>
                </a:lnTo>
                <a:moveTo>
                  <a:pt x="1680211" y="823627"/>
                </a:moveTo>
                <a:lnTo>
                  <a:pt x="1709127" y="948875"/>
                </a:lnTo>
                <a:moveTo>
                  <a:pt x="1873677" y="695919"/>
                </a:moveTo>
                <a:lnTo>
                  <a:pt x="1824965" y="789221"/>
                </a:lnTo>
                <a:moveTo>
                  <a:pt x="809991" y="610079"/>
                </a:moveTo>
                <a:lnTo>
                  <a:pt x="866290" y="708547"/>
                </a:lnTo>
                <a:moveTo>
                  <a:pt x="2107724" y="715134"/>
                </a:moveTo>
                <a:lnTo>
                  <a:pt x="2211728" y="784487"/>
                </a:lnTo>
                <a:moveTo>
                  <a:pt x="1767670" y="755126"/>
                </a:moveTo>
                <a:lnTo>
                  <a:pt x="1837193" y="713024"/>
                </a:lnTo>
                <a:moveTo>
                  <a:pt x="1929399" y="848401"/>
                </a:moveTo>
                <a:lnTo>
                  <a:pt x="2008904" y="888093"/>
                </a:lnTo>
                <a:moveTo>
                  <a:pt x="2211728" y="784487"/>
                </a:moveTo>
                <a:lnTo>
                  <a:pt x="2225295" y="781767"/>
                </a:lnTo>
                <a:moveTo>
                  <a:pt x="869805" y="820679"/>
                </a:moveTo>
                <a:lnTo>
                  <a:pt x="1004683" y="829645"/>
                </a:lnTo>
                <a:moveTo>
                  <a:pt x="804120" y="671286"/>
                </a:moveTo>
                <a:lnTo>
                  <a:pt x="868516" y="788327"/>
                </a:lnTo>
                <a:moveTo>
                  <a:pt x="2146963" y="620704"/>
                </a:moveTo>
                <a:lnTo>
                  <a:pt x="2208598" y="773698"/>
                </a:lnTo>
                <a:moveTo>
                  <a:pt x="1492335" y="949427"/>
                </a:moveTo>
                <a:lnTo>
                  <a:pt x="1553793" y="975009"/>
                </a:lnTo>
                <a:moveTo>
                  <a:pt x="2000770" y="770518"/>
                </a:moveTo>
                <a:lnTo>
                  <a:pt x="2107724" y="715134"/>
                </a:lnTo>
                <a:moveTo>
                  <a:pt x="1709127" y="948875"/>
                </a:moveTo>
                <a:lnTo>
                  <a:pt x="1782177" y="880878"/>
                </a:lnTo>
                <a:moveTo>
                  <a:pt x="1883908" y="937944"/>
                </a:moveTo>
                <a:lnTo>
                  <a:pt x="2008904" y="888093"/>
                </a:lnTo>
                <a:moveTo>
                  <a:pt x="1051819" y="922646"/>
                </a:moveTo>
                <a:lnTo>
                  <a:pt x="1174001" y="883610"/>
                </a:lnTo>
                <a:moveTo>
                  <a:pt x="951473" y="866662"/>
                </a:moveTo>
                <a:lnTo>
                  <a:pt x="1004683" y="829645"/>
                </a:lnTo>
                <a:moveTo>
                  <a:pt x="1958399" y="745966"/>
                </a:moveTo>
                <a:lnTo>
                  <a:pt x="2000770" y="770518"/>
                </a:lnTo>
                <a:moveTo>
                  <a:pt x="598299" y="783057"/>
                </a:moveTo>
                <a:lnTo>
                  <a:pt x="639811" y="741140"/>
                </a:lnTo>
                <a:moveTo>
                  <a:pt x="458233" y="779910"/>
                </a:moveTo>
                <a:lnTo>
                  <a:pt x="430051" y="692241"/>
                </a:lnTo>
                <a:moveTo>
                  <a:pt x="1231337" y="566834"/>
                </a:moveTo>
                <a:lnTo>
                  <a:pt x="1236142" y="566319"/>
                </a:lnTo>
                <a:moveTo>
                  <a:pt x="2000770" y="770518"/>
                </a:moveTo>
                <a:lnTo>
                  <a:pt x="2073829" y="695390"/>
                </a:lnTo>
                <a:moveTo>
                  <a:pt x="458233" y="779910"/>
                </a:moveTo>
                <a:lnTo>
                  <a:pt x="514449" y="739969"/>
                </a:lnTo>
                <a:moveTo>
                  <a:pt x="720235" y="624785"/>
                </a:moveTo>
                <a:lnTo>
                  <a:pt x="809991" y="610079"/>
                </a:lnTo>
                <a:moveTo>
                  <a:pt x="1508439" y="603490"/>
                </a:moveTo>
                <a:lnTo>
                  <a:pt x="1594442" y="658233"/>
                </a:lnTo>
                <a:moveTo>
                  <a:pt x="2308802" y="477637"/>
                </a:moveTo>
                <a:lnTo>
                  <a:pt x="2302449" y="598184"/>
                </a:lnTo>
                <a:moveTo>
                  <a:pt x="2073829" y="695390"/>
                </a:moveTo>
                <a:lnTo>
                  <a:pt x="2107724" y="715134"/>
                </a:lnTo>
                <a:moveTo>
                  <a:pt x="1004683" y="829645"/>
                </a:moveTo>
                <a:lnTo>
                  <a:pt x="1041834" y="916993"/>
                </a:lnTo>
                <a:moveTo>
                  <a:pt x="2000770" y="770518"/>
                </a:moveTo>
                <a:lnTo>
                  <a:pt x="2057873" y="801269"/>
                </a:lnTo>
                <a:moveTo>
                  <a:pt x="2107724" y="715134"/>
                </a:moveTo>
                <a:lnTo>
                  <a:pt x="2146963" y="620704"/>
                </a:lnTo>
                <a:moveTo>
                  <a:pt x="1236142" y="566319"/>
                </a:moveTo>
                <a:lnTo>
                  <a:pt x="1252469" y="561718"/>
                </a:lnTo>
                <a:moveTo>
                  <a:pt x="1883908" y="937944"/>
                </a:moveTo>
                <a:lnTo>
                  <a:pt x="1958393" y="973711"/>
                </a:lnTo>
                <a:moveTo>
                  <a:pt x="809991" y="610079"/>
                </a:moveTo>
                <a:lnTo>
                  <a:pt x="804120" y="671286"/>
                </a:lnTo>
                <a:moveTo>
                  <a:pt x="704557" y="796023"/>
                </a:moveTo>
                <a:lnTo>
                  <a:pt x="666836" y="711531"/>
                </a:lnTo>
                <a:moveTo>
                  <a:pt x="2057873" y="801269"/>
                </a:moveTo>
                <a:lnTo>
                  <a:pt x="2107724" y="715134"/>
                </a:lnTo>
                <a:moveTo>
                  <a:pt x="809991" y="610079"/>
                </a:moveTo>
                <a:lnTo>
                  <a:pt x="950152" y="644353"/>
                </a:lnTo>
                <a:moveTo>
                  <a:pt x="2331418" y="573401"/>
                </a:moveTo>
                <a:lnTo>
                  <a:pt x="2382719" y="634978"/>
                </a:lnTo>
                <a:moveTo>
                  <a:pt x="1782177" y="880878"/>
                </a:moveTo>
                <a:lnTo>
                  <a:pt x="1805360" y="1001644"/>
                </a:lnTo>
                <a:moveTo>
                  <a:pt x="2073829" y="695390"/>
                </a:moveTo>
                <a:lnTo>
                  <a:pt x="2146963" y="620704"/>
                </a:lnTo>
                <a:moveTo>
                  <a:pt x="1332996" y="588770"/>
                </a:moveTo>
                <a:lnTo>
                  <a:pt x="1388430" y="603399"/>
                </a:lnTo>
                <a:moveTo>
                  <a:pt x="2339418" y="726482"/>
                </a:moveTo>
                <a:lnTo>
                  <a:pt x="2225337" y="784618"/>
                </a:lnTo>
                <a:moveTo>
                  <a:pt x="804120" y="671286"/>
                </a:moveTo>
                <a:lnTo>
                  <a:pt x="845738" y="806465"/>
                </a:lnTo>
                <a:moveTo>
                  <a:pt x="2073829" y="695390"/>
                </a:moveTo>
                <a:lnTo>
                  <a:pt x="2143839" y="618788"/>
                </a:lnTo>
                <a:moveTo>
                  <a:pt x="379948" y="654846"/>
                </a:moveTo>
                <a:lnTo>
                  <a:pt x="479382" y="605646"/>
                </a:lnTo>
                <a:moveTo>
                  <a:pt x="2143839" y="618788"/>
                </a:moveTo>
                <a:lnTo>
                  <a:pt x="2146963" y="620704"/>
                </a:lnTo>
                <a:moveTo>
                  <a:pt x="2148023" y="615375"/>
                </a:moveTo>
                <a:lnTo>
                  <a:pt x="2146963" y="620704"/>
                </a:lnTo>
                <a:moveTo>
                  <a:pt x="1553793" y="975009"/>
                </a:moveTo>
                <a:lnTo>
                  <a:pt x="1628620" y="908401"/>
                </a:lnTo>
                <a:moveTo>
                  <a:pt x="1292991" y="940786"/>
                </a:moveTo>
                <a:lnTo>
                  <a:pt x="1359604" y="935701"/>
                </a:lnTo>
                <a:moveTo>
                  <a:pt x="1071542" y="586866"/>
                </a:moveTo>
                <a:lnTo>
                  <a:pt x="1100701" y="608005"/>
                </a:lnTo>
                <a:moveTo>
                  <a:pt x="953950" y="640474"/>
                </a:moveTo>
                <a:lnTo>
                  <a:pt x="1071542" y="586866"/>
                </a:lnTo>
                <a:moveTo>
                  <a:pt x="1873677" y="695919"/>
                </a:moveTo>
                <a:lnTo>
                  <a:pt x="1958399" y="745966"/>
                </a:lnTo>
                <a:moveTo>
                  <a:pt x="2143839" y="618788"/>
                </a:moveTo>
                <a:lnTo>
                  <a:pt x="2148023" y="615375"/>
                </a:lnTo>
                <a:moveTo>
                  <a:pt x="1613304" y="657342"/>
                </a:moveTo>
                <a:lnTo>
                  <a:pt x="1712866" y="650825"/>
                </a:lnTo>
                <a:moveTo>
                  <a:pt x="1656159" y="922107"/>
                </a:moveTo>
                <a:lnTo>
                  <a:pt x="1709127" y="948875"/>
                </a:lnTo>
                <a:moveTo>
                  <a:pt x="1080909" y="582819"/>
                </a:moveTo>
                <a:lnTo>
                  <a:pt x="1100701" y="608005"/>
                </a:lnTo>
                <a:moveTo>
                  <a:pt x="1837193" y="713024"/>
                </a:moveTo>
                <a:lnTo>
                  <a:pt x="1873677" y="695919"/>
                </a:lnTo>
                <a:moveTo>
                  <a:pt x="868516" y="788327"/>
                </a:moveTo>
                <a:lnTo>
                  <a:pt x="869805" y="820679"/>
                </a:lnTo>
                <a:moveTo>
                  <a:pt x="636240" y="571013"/>
                </a:moveTo>
                <a:lnTo>
                  <a:pt x="697606" y="610479"/>
                </a:lnTo>
                <a:moveTo>
                  <a:pt x="379948" y="654846"/>
                </a:moveTo>
                <a:lnTo>
                  <a:pt x="430051" y="692241"/>
                </a:lnTo>
                <a:moveTo>
                  <a:pt x="455945" y="581138"/>
                </a:moveTo>
                <a:lnTo>
                  <a:pt x="479382" y="605646"/>
                </a:lnTo>
                <a:moveTo>
                  <a:pt x="753050" y="756467"/>
                </a:moveTo>
                <a:lnTo>
                  <a:pt x="845738" y="806465"/>
                </a:lnTo>
                <a:moveTo>
                  <a:pt x="639811" y="741140"/>
                </a:moveTo>
                <a:lnTo>
                  <a:pt x="704557" y="796023"/>
                </a:lnTo>
                <a:moveTo>
                  <a:pt x="1712866" y="650825"/>
                </a:moveTo>
                <a:lnTo>
                  <a:pt x="1709681" y="721559"/>
                </a:lnTo>
                <a:moveTo>
                  <a:pt x="2143839" y="618788"/>
                </a:moveTo>
                <a:lnTo>
                  <a:pt x="2141060" y="616088"/>
                </a:lnTo>
                <a:moveTo>
                  <a:pt x="687005" y="545515"/>
                </a:moveTo>
                <a:lnTo>
                  <a:pt x="720235" y="624785"/>
                </a:lnTo>
                <a:moveTo>
                  <a:pt x="2141060" y="616088"/>
                </a:moveTo>
                <a:lnTo>
                  <a:pt x="2148023" y="615375"/>
                </a:lnTo>
                <a:moveTo>
                  <a:pt x="845738" y="806465"/>
                </a:moveTo>
                <a:lnTo>
                  <a:pt x="868516" y="788327"/>
                </a:lnTo>
                <a:moveTo>
                  <a:pt x="1291792" y="940532"/>
                </a:moveTo>
                <a:lnTo>
                  <a:pt x="1228212" y="912976"/>
                </a:lnTo>
                <a:moveTo>
                  <a:pt x="2148023" y="615375"/>
                </a:moveTo>
                <a:lnTo>
                  <a:pt x="2221506" y="545886"/>
                </a:lnTo>
                <a:moveTo>
                  <a:pt x="1656159" y="922107"/>
                </a:moveTo>
                <a:lnTo>
                  <a:pt x="1700166" y="954686"/>
                </a:lnTo>
                <a:moveTo>
                  <a:pt x="2008904" y="888093"/>
                </a:moveTo>
                <a:lnTo>
                  <a:pt x="2057873" y="801269"/>
                </a:lnTo>
                <a:moveTo>
                  <a:pt x="1292991" y="940786"/>
                </a:moveTo>
                <a:lnTo>
                  <a:pt x="1228212" y="912976"/>
                </a:lnTo>
                <a:moveTo>
                  <a:pt x="1516028" y="997971"/>
                </a:moveTo>
                <a:lnTo>
                  <a:pt x="1492335" y="949427"/>
                </a:lnTo>
                <a:moveTo>
                  <a:pt x="1917084" y="1022660"/>
                </a:moveTo>
                <a:lnTo>
                  <a:pt x="1883908" y="937944"/>
                </a:lnTo>
                <a:moveTo>
                  <a:pt x="1553793" y="975009"/>
                </a:moveTo>
                <a:lnTo>
                  <a:pt x="1656159" y="922107"/>
                </a:lnTo>
                <a:moveTo>
                  <a:pt x="2339418" y="726482"/>
                </a:moveTo>
                <a:lnTo>
                  <a:pt x="2348732" y="620550"/>
                </a:lnTo>
                <a:moveTo>
                  <a:pt x="567206" y="587724"/>
                </a:moveTo>
                <a:lnTo>
                  <a:pt x="636240" y="571013"/>
                </a:lnTo>
                <a:moveTo>
                  <a:pt x="2340028" y="726709"/>
                </a:moveTo>
                <a:lnTo>
                  <a:pt x="2348732" y="620550"/>
                </a:lnTo>
                <a:moveTo>
                  <a:pt x="2225295" y="781767"/>
                </a:moveTo>
                <a:lnTo>
                  <a:pt x="2339418" y="726482"/>
                </a:lnTo>
                <a:moveTo>
                  <a:pt x="1593447" y="579970"/>
                </a:moveTo>
                <a:lnTo>
                  <a:pt x="1594442" y="658233"/>
                </a:lnTo>
                <a:moveTo>
                  <a:pt x="2382719" y="634978"/>
                </a:moveTo>
                <a:lnTo>
                  <a:pt x="2348732" y="620550"/>
                </a:lnTo>
                <a:moveTo>
                  <a:pt x="2141060" y="616088"/>
                </a:moveTo>
                <a:lnTo>
                  <a:pt x="2221506" y="545886"/>
                </a:lnTo>
                <a:moveTo>
                  <a:pt x="1805360" y="1001644"/>
                </a:moveTo>
                <a:lnTo>
                  <a:pt x="1846801" y="977542"/>
                </a:lnTo>
                <a:moveTo>
                  <a:pt x="687005" y="545515"/>
                </a:moveTo>
                <a:lnTo>
                  <a:pt x="697606" y="610479"/>
                </a:lnTo>
                <a:moveTo>
                  <a:pt x="869805" y="820679"/>
                </a:moveTo>
                <a:lnTo>
                  <a:pt x="951473" y="866662"/>
                </a:lnTo>
                <a:moveTo>
                  <a:pt x="1483300" y="605155"/>
                </a:moveTo>
                <a:lnTo>
                  <a:pt x="1508439" y="603490"/>
                </a:lnTo>
                <a:moveTo>
                  <a:pt x="1252469" y="561718"/>
                </a:moveTo>
                <a:lnTo>
                  <a:pt x="1332996" y="588770"/>
                </a:lnTo>
                <a:moveTo>
                  <a:pt x="845738" y="806465"/>
                </a:moveTo>
                <a:lnTo>
                  <a:pt x="869805" y="820679"/>
                </a:lnTo>
                <a:moveTo>
                  <a:pt x="704557" y="796023"/>
                </a:moveTo>
                <a:lnTo>
                  <a:pt x="753050" y="756467"/>
                </a:lnTo>
                <a:moveTo>
                  <a:pt x="2140906" y="843718"/>
                </a:moveTo>
                <a:lnTo>
                  <a:pt x="2211728" y="784487"/>
                </a:lnTo>
                <a:moveTo>
                  <a:pt x="1593447" y="579970"/>
                </a:moveTo>
                <a:lnTo>
                  <a:pt x="1613304" y="657342"/>
                </a:lnTo>
                <a:moveTo>
                  <a:pt x="346933" y="749326"/>
                </a:moveTo>
                <a:lnTo>
                  <a:pt x="430051" y="692241"/>
                </a:lnTo>
                <a:moveTo>
                  <a:pt x="1959724" y="665998"/>
                </a:moveTo>
                <a:lnTo>
                  <a:pt x="2000770" y="770518"/>
                </a:lnTo>
                <a:moveTo>
                  <a:pt x="2107724" y="715134"/>
                </a:moveTo>
                <a:lnTo>
                  <a:pt x="2140906" y="843718"/>
                </a:lnTo>
                <a:moveTo>
                  <a:pt x="513163" y="570640"/>
                </a:moveTo>
                <a:lnTo>
                  <a:pt x="479382" y="605646"/>
                </a:lnTo>
                <a:moveTo>
                  <a:pt x="1205583" y="925870"/>
                </a:moveTo>
                <a:lnTo>
                  <a:pt x="1291792" y="940532"/>
                </a:lnTo>
                <a:moveTo>
                  <a:pt x="1958393" y="973711"/>
                </a:moveTo>
                <a:lnTo>
                  <a:pt x="2008904" y="888093"/>
                </a:lnTo>
                <a:moveTo>
                  <a:pt x="1959724" y="665998"/>
                </a:moveTo>
                <a:lnTo>
                  <a:pt x="1958399" y="745966"/>
                </a:lnTo>
                <a:moveTo>
                  <a:pt x="951473" y="866662"/>
                </a:moveTo>
                <a:lnTo>
                  <a:pt x="1041834" y="916993"/>
                </a:lnTo>
                <a:moveTo>
                  <a:pt x="529708" y="822925"/>
                </a:moveTo>
                <a:lnTo>
                  <a:pt x="514449" y="739969"/>
                </a:lnTo>
                <a:moveTo>
                  <a:pt x="598299" y="783057"/>
                </a:moveTo>
                <a:lnTo>
                  <a:pt x="704557" y="796023"/>
                </a:lnTo>
                <a:moveTo>
                  <a:pt x="1126721" y="952557"/>
                </a:moveTo>
                <a:lnTo>
                  <a:pt x="1174001" y="883610"/>
                </a:lnTo>
                <a:moveTo>
                  <a:pt x="1767670" y="755126"/>
                </a:moveTo>
                <a:lnTo>
                  <a:pt x="1817042" y="657920"/>
                </a:lnTo>
                <a:moveTo>
                  <a:pt x="1846801" y="977542"/>
                </a:moveTo>
                <a:lnTo>
                  <a:pt x="1917084" y="1022660"/>
                </a:lnTo>
                <a:moveTo>
                  <a:pt x="2308802" y="477637"/>
                </a:moveTo>
                <a:lnTo>
                  <a:pt x="2333329" y="493722"/>
                </a:lnTo>
                <a:moveTo>
                  <a:pt x="951473" y="866662"/>
                </a:moveTo>
                <a:lnTo>
                  <a:pt x="1046683" y="924643"/>
                </a:lnTo>
                <a:moveTo>
                  <a:pt x="2221506" y="545886"/>
                </a:moveTo>
                <a:lnTo>
                  <a:pt x="2308802" y="477637"/>
                </a:lnTo>
                <a:moveTo>
                  <a:pt x="1700166" y="954686"/>
                </a:moveTo>
                <a:lnTo>
                  <a:pt x="1709127" y="948875"/>
                </a:lnTo>
                <a:moveTo>
                  <a:pt x="2333329" y="493722"/>
                </a:moveTo>
                <a:lnTo>
                  <a:pt x="2382719" y="634978"/>
                </a:lnTo>
                <a:moveTo>
                  <a:pt x="1041834" y="916993"/>
                </a:moveTo>
                <a:lnTo>
                  <a:pt x="1051819" y="922646"/>
                </a:lnTo>
                <a:moveTo>
                  <a:pt x="2057873" y="801269"/>
                </a:moveTo>
                <a:lnTo>
                  <a:pt x="2140906" y="843718"/>
                </a:lnTo>
                <a:moveTo>
                  <a:pt x="2332906" y="458383"/>
                </a:moveTo>
                <a:lnTo>
                  <a:pt x="2333329" y="493722"/>
                </a:lnTo>
                <a:moveTo>
                  <a:pt x="1236142" y="566319"/>
                </a:moveTo>
                <a:lnTo>
                  <a:pt x="1332996" y="588770"/>
                </a:lnTo>
                <a:moveTo>
                  <a:pt x="1071542" y="586866"/>
                </a:moveTo>
                <a:lnTo>
                  <a:pt x="1080909" y="582819"/>
                </a:lnTo>
                <a:moveTo>
                  <a:pt x="896037" y="627398"/>
                </a:moveTo>
                <a:lnTo>
                  <a:pt x="950152" y="644353"/>
                </a:lnTo>
                <a:moveTo>
                  <a:pt x="896037" y="627398"/>
                </a:moveTo>
                <a:lnTo>
                  <a:pt x="953950" y="640474"/>
                </a:lnTo>
                <a:moveTo>
                  <a:pt x="2005790" y="649328"/>
                </a:moveTo>
                <a:lnTo>
                  <a:pt x="2000770" y="770518"/>
                </a:lnTo>
                <a:moveTo>
                  <a:pt x="1046683" y="924643"/>
                </a:moveTo>
                <a:lnTo>
                  <a:pt x="1041834" y="916993"/>
                </a:lnTo>
                <a:moveTo>
                  <a:pt x="1046683" y="924643"/>
                </a:moveTo>
                <a:lnTo>
                  <a:pt x="1051819" y="922646"/>
                </a:lnTo>
                <a:moveTo>
                  <a:pt x="1709127" y="948875"/>
                </a:moveTo>
                <a:lnTo>
                  <a:pt x="1805360" y="1001644"/>
                </a:lnTo>
                <a:moveTo>
                  <a:pt x="1186936" y="564899"/>
                </a:moveTo>
                <a:lnTo>
                  <a:pt x="1231337" y="566834"/>
                </a:lnTo>
                <a:moveTo>
                  <a:pt x="1801498" y="647857"/>
                </a:moveTo>
                <a:lnTo>
                  <a:pt x="1767670" y="755126"/>
                </a:lnTo>
                <a:moveTo>
                  <a:pt x="1071542" y="586866"/>
                </a:moveTo>
                <a:lnTo>
                  <a:pt x="1074678" y="587660"/>
                </a:lnTo>
                <a:moveTo>
                  <a:pt x="1405376" y="630191"/>
                </a:moveTo>
                <a:lnTo>
                  <a:pt x="1388430" y="603399"/>
                </a:lnTo>
                <a:moveTo>
                  <a:pt x="1385856" y="946079"/>
                </a:moveTo>
                <a:lnTo>
                  <a:pt x="1359604" y="935701"/>
                </a:lnTo>
                <a:moveTo>
                  <a:pt x="1873677" y="695919"/>
                </a:moveTo>
                <a:lnTo>
                  <a:pt x="1959724" y="665998"/>
                </a:lnTo>
                <a:moveTo>
                  <a:pt x="687005" y="545515"/>
                </a:moveTo>
                <a:lnTo>
                  <a:pt x="809991" y="610079"/>
                </a:lnTo>
                <a:moveTo>
                  <a:pt x="2008904" y="888093"/>
                </a:moveTo>
                <a:lnTo>
                  <a:pt x="2140906" y="843718"/>
                </a:lnTo>
                <a:moveTo>
                  <a:pt x="1074678" y="587660"/>
                </a:moveTo>
                <a:lnTo>
                  <a:pt x="1080909" y="582819"/>
                </a:lnTo>
                <a:moveTo>
                  <a:pt x="1186936" y="564899"/>
                </a:moveTo>
                <a:lnTo>
                  <a:pt x="1100701" y="608005"/>
                </a:lnTo>
                <a:moveTo>
                  <a:pt x="2005790" y="649328"/>
                </a:moveTo>
                <a:lnTo>
                  <a:pt x="2073829" y="695390"/>
                </a:lnTo>
                <a:moveTo>
                  <a:pt x="1801498" y="647857"/>
                </a:moveTo>
                <a:lnTo>
                  <a:pt x="1709681" y="721559"/>
                </a:lnTo>
                <a:moveTo>
                  <a:pt x="2340028" y="726709"/>
                </a:moveTo>
                <a:lnTo>
                  <a:pt x="2339418" y="726482"/>
                </a:lnTo>
                <a:moveTo>
                  <a:pt x="1817042" y="657920"/>
                </a:moveTo>
                <a:lnTo>
                  <a:pt x="1837193" y="713024"/>
                </a:lnTo>
                <a:moveTo>
                  <a:pt x="2005790" y="649328"/>
                </a:moveTo>
                <a:lnTo>
                  <a:pt x="2143839" y="618788"/>
                </a:lnTo>
                <a:moveTo>
                  <a:pt x="2340028" y="726709"/>
                </a:moveTo>
                <a:lnTo>
                  <a:pt x="2382719" y="634978"/>
                </a:lnTo>
                <a:moveTo>
                  <a:pt x="428037" y="797521"/>
                </a:moveTo>
                <a:lnTo>
                  <a:pt x="458233" y="779910"/>
                </a:lnTo>
                <a:moveTo>
                  <a:pt x="2308802" y="477637"/>
                </a:moveTo>
                <a:lnTo>
                  <a:pt x="2332906" y="458383"/>
                </a:lnTo>
                <a:moveTo>
                  <a:pt x="636240" y="571013"/>
                </a:moveTo>
                <a:lnTo>
                  <a:pt x="687005" y="545515"/>
                </a:lnTo>
                <a:moveTo>
                  <a:pt x="2333329" y="493722"/>
                </a:moveTo>
                <a:lnTo>
                  <a:pt x="2414029" y="534348"/>
                </a:lnTo>
                <a:moveTo>
                  <a:pt x="909210" y="885630"/>
                </a:moveTo>
                <a:lnTo>
                  <a:pt x="869805" y="820679"/>
                </a:lnTo>
                <a:moveTo>
                  <a:pt x="2269971" y="797047"/>
                </a:moveTo>
                <a:lnTo>
                  <a:pt x="2225295" y="781767"/>
                </a:lnTo>
                <a:moveTo>
                  <a:pt x="946133" y="623514"/>
                </a:moveTo>
                <a:lnTo>
                  <a:pt x="953950" y="640474"/>
                </a:lnTo>
                <a:moveTo>
                  <a:pt x="1817042" y="657920"/>
                </a:moveTo>
                <a:lnTo>
                  <a:pt x="1873677" y="695919"/>
                </a:lnTo>
                <a:moveTo>
                  <a:pt x="1917084" y="1022660"/>
                </a:moveTo>
                <a:lnTo>
                  <a:pt x="1958393" y="973711"/>
                </a:lnTo>
                <a:moveTo>
                  <a:pt x="598299" y="783057"/>
                </a:moveTo>
                <a:lnTo>
                  <a:pt x="670044" y="816682"/>
                </a:lnTo>
                <a:moveTo>
                  <a:pt x="909210" y="885630"/>
                </a:moveTo>
                <a:lnTo>
                  <a:pt x="951473" y="866662"/>
                </a:lnTo>
                <a:moveTo>
                  <a:pt x="1508439" y="603490"/>
                </a:moveTo>
                <a:lnTo>
                  <a:pt x="1593447" y="579970"/>
                </a:lnTo>
                <a:moveTo>
                  <a:pt x="1126721" y="952557"/>
                </a:moveTo>
                <a:lnTo>
                  <a:pt x="1205583" y="925870"/>
                </a:lnTo>
                <a:moveTo>
                  <a:pt x="1236142" y="566319"/>
                </a:moveTo>
                <a:lnTo>
                  <a:pt x="1306759" y="599061"/>
                </a:lnTo>
                <a:moveTo>
                  <a:pt x="513163" y="570640"/>
                </a:moveTo>
                <a:lnTo>
                  <a:pt x="567206" y="587724"/>
                </a:lnTo>
                <a:moveTo>
                  <a:pt x="845738" y="806465"/>
                </a:moveTo>
                <a:lnTo>
                  <a:pt x="909210" y="885630"/>
                </a:lnTo>
                <a:moveTo>
                  <a:pt x="1085672" y="938177"/>
                </a:moveTo>
                <a:lnTo>
                  <a:pt x="1051819" y="922646"/>
                </a:lnTo>
                <a:moveTo>
                  <a:pt x="809991" y="610079"/>
                </a:moveTo>
                <a:lnTo>
                  <a:pt x="896037" y="627398"/>
                </a:lnTo>
                <a:moveTo>
                  <a:pt x="529708" y="822925"/>
                </a:moveTo>
                <a:lnTo>
                  <a:pt x="598299" y="783057"/>
                </a:lnTo>
                <a:moveTo>
                  <a:pt x="1433295" y="974807"/>
                </a:moveTo>
                <a:lnTo>
                  <a:pt x="1516028" y="997971"/>
                </a:lnTo>
                <a:moveTo>
                  <a:pt x="1186936" y="564899"/>
                </a:moveTo>
                <a:lnTo>
                  <a:pt x="1236142" y="566319"/>
                </a:lnTo>
                <a:moveTo>
                  <a:pt x="1805360" y="1001644"/>
                </a:moveTo>
                <a:lnTo>
                  <a:pt x="1917084" y="1022660"/>
                </a:lnTo>
                <a:moveTo>
                  <a:pt x="1593447" y="579970"/>
                </a:moveTo>
                <a:lnTo>
                  <a:pt x="1712866" y="650825"/>
                </a:lnTo>
                <a:moveTo>
                  <a:pt x="1046683" y="924643"/>
                </a:moveTo>
                <a:lnTo>
                  <a:pt x="1085672" y="938177"/>
                </a:lnTo>
                <a:moveTo>
                  <a:pt x="346933" y="749326"/>
                </a:moveTo>
                <a:lnTo>
                  <a:pt x="458233" y="779910"/>
                </a:lnTo>
                <a:moveTo>
                  <a:pt x="777226" y="836935"/>
                </a:moveTo>
                <a:lnTo>
                  <a:pt x="753050" y="756467"/>
                </a:lnTo>
                <a:moveTo>
                  <a:pt x="2308802" y="477637"/>
                </a:moveTo>
                <a:lnTo>
                  <a:pt x="2309267" y="474911"/>
                </a:lnTo>
                <a:moveTo>
                  <a:pt x="909210" y="885630"/>
                </a:moveTo>
                <a:lnTo>
                  <a:pt x="1046683" y="924643"/>
                </a:lnTo>
                <a:moveTo>
                  <a:pt x="1810897" y="647006"/>
                </a:moveTo>
                <a:lnTo>
                  <a:pt x="1873677" y="695919"/>
                </a:lnTo>
                <a:moveTo>
                  <a:pt x="2382719" y="634978"/>
                </a:moveTo>
                <a:lnTo>
                  <a:pt x="2414029" y="534348"/>
                </a:lnTo>
                <a:moveTo>
                  <a:pt x="1291792" y="940532"/>
                </a:moveTo>
                <a:lnTo>
                  <a:pt x="1292991" y="940786"/>
                </a:lnTo>
                <a:moveTo>
                  <a:pt x="2088638" y="607713"/>
                </a:moveTo>
                <a:lnTo>
                  <a:pt x="2143839" y="618788"/>
                </a:lnTo>
                <a:moveTo>
                  <a:pt x="458233" y="779910"/>
                </a:moveTo>
                <a:lnTo>
                  <a:pt x="529708" y="822925"/>
                </a:lnTo>
                <a:moveTo>
                  <a:pt x="2008904" y="888093"/>
                </a:moveTo>
                <a:lnTo>
                  <a:pt x="2077987" y="919636"/>
                </a:lnTo>
                <a:moveTo>
                  <a:pt x="2332906" y="458383"/>
                </a:moveTo>
                <a:lnTo>
                  <a:pt x="2414029" y="534348"/>
                </a:lnTo>
                <a:moveTo>
                  <a:pt x="2309267" y="474911"/>
                </a:moveTo>
                <a:lnTo>
                  <a:pt x="2332906" y="458383"/>
                </a:lnTo>
                <a:moveTo>
                  <a:pt x="1516028" y="997971"/>
                </a:moveTo>
                <a:lnTo>
                  <a:pt x="1553793" y="975009"/>
                </a:lnTo>
                <a:moveTo>
                  <a:pt x="379948" y="654846"/>
                </a:moveTo>
                <a:lnTo>
                  <a:pt x="455945" y="581138"/>
                </a:lnTo>
                <a:moveTo>
                  <a:pt x="1080909" y="582819"/>
                </a:moveTo>
                <a:lnTo>
                  <a:pt x="1186936" y="564899"/>
                </a:lnTo>
                <a:moveTo>
                  <a:pt x="2088638" y="607713"/>
                </a:moveTo>
                <a:lnTo>
                  <a:pt x="2141060" y="616088"/>
                </a:lnTo>
                <a:moveTo>
                  <a:pt x="1712866" y="650825"/>
                </a:moveTo>
                <a:lnTo>
                  <a:pt x="1801498" y="647857"/>
                </a:lnTo>
                <a:moveTo>
                  <a:pt x="1761803" y="1015052"/>
                </a:moveTo>
                <a:lnTo>
                  <a:pt x="1709127" y="948875"/>
                </a:lnTo>
                <a:moveTo>
                  <a:pt x="670044" y="816682"/>
                </a:moveTo>
                <a:lnTo>
                  <a:pt x="704557" y="796023"/>
                </a:lnTo>
                <a:moveTo>
                  <a:pt x="1996921" y="989526"/>
                </a:moveTo>
                <a:lnTo>
                  <a:pt x="1958393" y="973711"/>
                </a:lnTo>
                <a:moveTo>
                  <a:pt x="1405376" y="630191"/>
                </a:moveTo>
                <a:lnTo>
                  <a:pt x="1483300" y="605155"/>
                </a:lnTo>
                <a:moveTo>
                  <a:pt x="1958393" y="973711"/>
                </a:moveTo>
                <a:lnTo>
                  <a:pt x="2077987" y="919636"/>
                </a:lnTo>
                <a:moveTo>
                  <a:pt x="1074678" y="587660"/>
                </a:moveTo>
                <a:lnTo>
                  <a:pt x="1186936" y="564899"/>
                </a:lnTo>
                <a:moveTo>
                  <a:pt x="1126721" y="952557"/>
                </a:moveTo>
                <a:lnTo>
                  <a:pt x="1051819" y="922646"/>
                </a:lnTo>
                <a:moveTo>
                  <a:pt x="1959724" y="665998"/>
                </a:moveTo>
                <a:lnTo>
                  <a:pt x="2005790" y="649328"/>
                </a:lnTo>
                <a:moveTo>
                  <a:pt x="1612187" y="997452"/>
                </a:moveTo>
                <a:lnTo>
                  <a:pt x="1656159" y="922107"/>
                </a:lnTo>
                <a:moveTo>
                  <a:pt x="777226" y="836935"/>
                </a:moveTo>
                <a:lnTo>
                  <a:pt x="845738" y="806465"/>
                </a:lnTo>
                <a:moveTo>
                  <a:pt x="2116050" y="592177"/>
                </a:moveTo>
                <a:lnTo>
                  <a:pt x="2141060" y="616088"/>
                </a:lnTo>
                <a:moveTo>
                  <a:pt x="2116050" y="592177"/>
                </a:moveTo>
                <a:lnTo>
                  <a:pt x="2221506" y="545886"/>
                </a:lnTo>
                <a:moveTo>
                  <a:pt x="2269971" y="797047"/>
                </a:moveTo>
                <a:lnTo>
                  <a:pt x="2339418" y="726482"/>
                </a:lnTo>
                <a:moveTo>
                  <a:pt x="1700166" y="954686"/>
                </a:moveTo>
                <a:lnTo>
                  <a:pt x="1761803" y="1015052"/>
                </a:lnTo>
                <a:moveTo>
                  <a:pt x="1385856" y="946079"/>
                </a:moveTo>
                <a:lnTo>
                  <a:pt x="1433295" y="974807"/>
                </a:lnTo>
                <a:moveTo>
                  <a:pt x="2269971" y="797047"/>
                </a:moveTo>
                <a:lnTo>
                  <a:pt x="2340028" y="726709"/>
                </a:lnTo>
                <a:moveTo>
                  <a:pt x="759167" y="587320"/>
                </a:moveTo>
                <a:lnTo>
                  <a:pt x="809991" y="610079"/>
                </a:lnTo>
                <a:moveTo>
                  <a:pt x="1306759" y="599061"/>
                </a:moveTo>
                <a:lnTo>
                  <a:pt x="1332996" y="588770"/>
                </a:lnTo>
                <a:moveTo>
                  <a:pt x="346933" y="749326"/>
                </a:moveTo>
                <a:lnTo>
                  <a:pt x="379948" y="654846"/>
                </a:lnTo>
                <a:moveTo>
                  <a:pt x="946133" y="623514"/>
                </a:moveTo>
                <a:lnTo>
                  <a:pt x="1071542" y="586866"/>
                </a:lnTo>
                <a:moveTo>
                  <a:pt x="346933" y="749326"/>
                </a:moveTo>
                <a:lnTo>
                  <a:pt x="428037" y="797521"/>
                </a:lnTo>
                <a:moveTo>
                  <a:pt x="2191172" y="862528"/>
                </a:moveTo>
                <a:lnTo>
                  <a:pt x="2211728" y="784487"/>
                </a:lnTo>
                <a:moveTo>
                  <a:pt x="636240" y="571013"/>
                </a:moveTo>
                <a:lnTo>
                  <a:pt x="642133" y="567111"/>
                </a:lnTo>
                <a:moveTo>
                  <a:pt x="2050584" y="956290"/>
                </a:moveTo>
                <a:lnTo>
                  <a:pt x="1958393" y="973711"/>
                </a:lnTo>
                <a:moveTo>
                  <a:pt x="1761803" y="1015052"/>
                </a:moveTo>
                <a:lnTo>
                  <a:pt x="1805360" y="1001644"/>
                </a:lnTo>
                <a:moveTo>
                  <a:pt x="2191172" y="862528"/>
                </a:moveTo>
                <a:lnTo>
                  <a:pt x="2225295" y="781767"/>
                </a:lnTo>
                <a:moveTo>
                  <a:pt x="428037" y="797521"/>
                </a:moveTo>
                <a:lnTo>
                  <a:pt x="529708" y="822925"/>
                </a:lnTo>
                <a:moveTo>
                  <a:pt x="2332906" y="458383"/>
                </a:moveTo>
                <a:lnTo>
                  <a:pt x="2434579" y="448142"/>
                </a:lnTo>
                <a:moveTo>
                  <a:pt x="1810897" y="647006"/>
                </a:moveTo>
                <a:lnTo>
                  <a:pt x="1959724" y="665998"/>
                </a:lnTo>
                <a:moveTo>
                  <a:pt x="2077987" y="919636"/>
                </a:moveTo>
                <a:lnTo>
                  <a:pt x="2140906" y="843718"/>
                </a:lnTo>
                <a:moveTo>
                  <a:pt x="1694893" y="584890"/>
                </a:moveTo>
                <a:lnTo>
                  <a:pt x="1712866" y="650825"/>
                </a:lnTo>
                <a:moveTo>
                  <a:pt x="2202212" y="857947"/>
                </a:moveTo>
                <a:lnTo>
                  <a:pt x="2225295" y="781767"/>
                </a:lnTo>
                <a:moveTo>
                  <a:pt x="704557" y="796023"/>
                </a:moveTo>
                <a:lnTo>
                  <a:pt x="777226" y="836935"/>
                </a:lnTo>
                <a:moveTo>
                  <a:pt x="1917084" y="1022660"/>
                </a:moveTo>
                <a:lnTo>
                  <a:pt x="1996921" y="989526"/>
                </a:lnTo>
                <a:moveTo>
                  <a:pt x="1126721" y="952557"/>
                </a:moveTo>
                <a:lnTo>
                  <a:pt x="1291792" y="940532"/>
                </a:lnTo>
                <a:moveTo>
                  <a:pt x="606664" y="574813"/>
                </a:moveTo>
                <a:lnTo>
                  <a:pt x="567206" y="587724"/>
                </a:lnTo>
                <a:moveTo>
                  <a:pt x="2207886" y="526122"/>
                </a:moveTo>
                <a:lnTo>
                  <a:pt x="2221506" y="545886"/>
                </a:lnTo>
                <a:moveTo>
                  <a:pt x="642133" y="567111"/>
                </a:moveTo>
                <a:lnTo>
                  <a:pt x="687005" y="545515"/>
                </a:lnTo>
                <a:moveTo>
                  <a:pt x="309206" y="841528"/>
                </a:moveTo>
                <a:lnTo>
                  <a:pt x="428037" y="797521"/>
                </a:lnTo>
                <a:moveTo>
                  <a:pt x="616670" y="838630"/>
                </a:moveTo>
                <a:lnTo>
                  <a:pt x="598299" y="783057"/>
                </a:lnTo>
                <a:moveTo>
                  <a:pt x="455945" y="581138"/>
                </a:moveTo>
                <a:lnTo>
                  <a:pt x="513163" y="570640"/>
                </a:lnTo>
                <a:moveTo>
                  <a:pt x="1801498" y="647857"/>
                </a:moveTo>
                <a:lnTo>
                  <a:pt x="1817042" y="657920"/>
                </a:lnTo>
                <a:moveTo>
                  <a:pt x="1085672" y="938177"/>
                </a:moveTo>
                <a:lnTo>
                  <a:pt x="1126721" y="952557"/>
                </a:lnTo>
                <a:moveTo>
                  <a:pt x="1252720" y="617952"/>
                </a:moveTo>
                <a:lnTo>
                  <a:pt x="1236142" y="566319"/>
                </a:lnTo>
                <a:moveTo>
                  <a:pt x="1332996" y="588770"/>
                </a:moveTo>
                <a:lnTo>
                  <a:pt x="1405376" y="630191"/>
                </a:lnTo>
                <a:moveTo>
                  <a:pt x="992763" y="625881"/>
                </a:moveTo>
                <a:lnTo>
                  <a:pt x="1071542" y="586866"/>
                </a:lnTo>
                <a:moveTo>
                  <a:pt x="687005" y="545515"/>
                </a:moveTo>
                <a:lnTo>
                  <a:pt x="759167" y="587320"/>
                </a:lnTo>
                <a:moveTo>
                  <a:pt x="1810897" y="647006"/>
                </a:moveTo>
                <a:lnTo>
                  <a:pt x="1817042" y="657920"/>
                </a:lnTo>
                <a:moveTo>
                  <a:pt x="1508439" y="603490"/>
                </a:moveTo>
                <a:lnTo>
                  <a:pt x="1532823" y="605758"/>
                </a:lnTo>
                <a:moveTo>
                  <a:pt x="2434579" y="448142"/>
                </a:moveTo>
                <a:lnTo>
                  <a:pt x="2414029" y="534348"/>
                </a:lnTo>
                <a:moveTo>
                  <a:pt x="1292991" y="940786"/>
                </a:moveTo>
                <a:lnTo>
                  <a:pt x="1385856" y="946079"/>
                </a:lnTo>
                <a:moveTo>
                  <a:pt x="1612187" y="997452"/>
                </a:moveTo>
                <a:lnTo>
                  <a:pt x="1700166" y="954686"/>
                </a:lnTo>
                <a:moveTo>
                  <a:pt x="974142" y="940186"/>
                </a:moveTo>
                <a:lnTo>
                  <a:pt x="1046683" y="924643"/>
                </a:lnTo>
                <a:moveTo>
                  <a:pt x="428037" y="797521"/>
                </a:moveTo>
                <a:lnTo>
                  <a:pt x="504478" y="834816"/>
                </a:lnTo>
                <a:moveTo>
                  <a:pt x="992763" y="625881"/>
                </a:moveTo>
                <a:lnTo>
                  <a:pt x="1074678" y="587660"/>
                </a:lnTo>
                <a:moveTo>
                  <a:pt x="1611155" y="997610"/>
                </a:moveTo>
                <a:lnTo>
                  <a:pt x="1553793" y="975009"/>
                </a:lnTo>
                <a:moveTo>
                  <a:pt x="355398" y="865839"/>
                </a:moveTo>
                <a:lnTo>
                  <a:pt x="428037" y="797521"/>
                </a:lnTo>
                <a:moveTo>
                  <a:pt x="1612187" y="997452"/>
                </a:moveTo>
                <a:lnTo>
                  <a:pt x="1553793" y="975009"/>
                </a:lnTo>
                <a:moveTo>
                  <a:pt x="2207886" y="526122"/>
                </a:moveTo>
                <a:lnTo>
                  <a:pt x="2308802" y="477637"/>
                </a:lnTo>
                <a:moveTo>
                  <a:pt x="777226" y="836935"/>
                </a:moveTo>
                <a:lnTo>
                  <a:pt x="909210" y="885630"/>
                </a:lnTo>
                <a:moveTo>
                  <a:pt x="2005790" y="649328"/>
                </a:moveTo>
                <a:lnTo>
                  <a:pt x="2088638" y="607713"/>
                </a:lnTo>
                <a:moveTo>
                  <a:pt x="1593447" y="579970"/>
                </a:moveTo>
                <a:lnTo>
                  <a:pt x="1694893" y="584890"/>
                </a:lnTo>
                <a:moveTo>
                  <a:pt x="1801498" y="647857"/>
                </a:moveTo>
                <a:lnTo>
                  <a:pt x="1810897" y="647006"/>
                </a:lnTo>
                <a:moveTo>
                  <a:pt x="309206" y="841528"/>
                </a:moveTo>
                <a:lnTo>
                  <a:pt x="346933" y="749326"/>
                </a:lnTo>
                <a:moveTo>
                  <a:pt x="1085672" y="938177"/>
                </a:moveTo>
                <a:lnTo>
                  <a:pt x="1116808" y="950989"/>
                </a:lnTo>
                <a:moveTo>
                  <a:pt x="1593447" y="579970"/>
                </a:moveTo>
                <a:lnTo>
                  <a:pt x="1678100" y="575043"/>
                </a:lnTo>
                <a:moveTo>
                  <a:pt x="606664" y="574813"/>
                </a:moveTo>
                <a:lnTo>
                  <a:pt x="636240" y="571013"/>
                </a:lnTo>
                <a:moveTo>
                  <a:pt x="896037" y="627398"/>
                </a:moveTo>
                <a:lnTo>
                  <a:pt x="946133" y="623514"/>
                </a:lnTo>
                <a:moveTo>
                  <a:pt x="670044" y="816682"/>
                </a:moveTo>
                <a:lnTo>
                  <a:pt x="777226" y="836935"/>
                </a:lnTo>
                <a:moveTo>
                  <a:pt x="1483482" y="661513"/>
                </a:moveTo>
                <a:lnTo>
                  <a:pt x="1483300" y="605155"/>
                </a:lnTo>
                <a:moveTo>
                  <a:pt x="2242925" y="504682"/>
                </a:moveTo>
                <a:lnTo>
                  <a:pt x="2308802" y="477637"/>
                </a:lnTo>
                <a:moveTo>
                  <a:pt x="1475664" y="956764"/>
                </a:moveTo>
                <a:lnTo>
                  <a:pt x="1433295" y="974807"/>
                </a:lnTo>
                <a:moveTo>
                  <a:pt x="1074678" y="587660"/>
                </a:moveTo>
                <a:lnTo>
                  <a:pt x="1124961" y="604506"/>
                </a:lnTo>
                <a:moveTo>
                  <a:pt x="759167" y="587320"/>
                </a:moveTo>
                <a:lnTo>
                  <a:pt x="896037" y="627398"/>
                </a:lnTo>
                <a:moveTo>
                  <a:pt x="2449445" y="545602"/>
                </a:moveTo>
                <a:lnTo>
                  <a:pt x="2382719" y="634978"/>
                </a:lnTo>
                <a:moveTo>
                  <a:pt x="1306759" y="599061"/>
                </a:moveTo>
                <a:lnTo>
                  <a:pt x="1405376" y="630191"/>
                </a:lnTo>
                <a:moveTo>
                  <a:pt x="1694893" y="584890"/>
                </a:moveTo>
                <a:lnTo>
                  <a:pt x="1801498" y="647857"/>
                </a:lnTo>
                <a:moveTo>
                  <a:pt x="1996921" y="989526"/>
                </a:moveTo>
                <a:lnTo>
                  <a:pt x="2050584" y="956290"/>
                </a:lnTo>
                <a:moveTo>
                  <a:pt x="1483482" y="661513"/>
                </a:moveTo>
                <a:lnTo>
                  <a:pt x="1508439" y="603490"/>
                </a:lnTo>
                <a:moveTo>
                  <a:pt x="1843830" y="1039460"/>
                </a:moveTo>
                <a:lnTo>
                  <a:pt x="1805360" y="1001644"/>
                </a:lnTo>
                <a:moveTo>
                  <a:pt x="2050584" y="956290"/>
                </a:moveTo>
                <a:lnTo>
                  <a:pt x="2077987" y="919636"/>
                </a:lnTo>
                <a:moveTo>
                  <a:pt x="2191172" y="862528"/>
                </a:moveTo>
                <a:lnTo>
                  <a:pt x="2140906" y="843718"/>
                </a:lnTo>
                <a:moveTo>
                  <a:pt x="1246898" y="905655"/>
                </a:moveTo>
                <a:lnTo>
                  <a:pt x="1291792" y="940532"/>
                </a:lnTo>
                <a:moveTo>
                  <a:pt x="1250695" y="902988"/>
                </a:moveTo>
                <a:lnTo>
                  <a:pt x="1291792" y="940532"/>
                </a:lnTo>
                <a:moveTo>
                  <a:pt x="1250695" y="902988"/>
                </a:moveTo>
                <a:lnTo>
                  <a:pt x="1292991" y="940786"/>
                </a:lnTo>
                <a:moveTo>
                  <a:pt x="504478" y="834816"/>
                </a:moveTo>
                <a:lnTo>
                  <a:pt x="529708" y="822925"/>
                </a:lnTo>
                <a:moveTo>
                  <a:pt x="1902144" y="655152"/>
                </a:moveTo>
                <a:lnTo>
                  <a:pt x="1959724" y="665998"/>
                </a:lnTo>
                <a:moveTo>
                  <a:pt x="1532823" y="605758"/>
                </a:moveTo>
                <a:lnTo>
                  <a:pt x="1593447" y="579970"/>
                </a:lnTo>
                <a:moveTo>
                  <a:pt x="909210" y="885630"/>
                </a:moveTo>
                <a:lnTo>
                  <a:pt x="974142" y="940186"/>
                </a:lnTo>
                <a:moveTo>
                  <a:pt x="1693850" y="571969"/>
                </a:moveTo>
                <a:lnTo>
                  <a:pt x="1801498" y="647857"/>
                </a:lnTo>
                <a:moveTo>
                  <a:pt x="2089181" y="923676"/>
                </a:moveTo>
                <a:lnTo>
                  <a:pt x="2077987" y="919636"/>
                </a:lnTo>
                <a:moveTo>
                  <a:pt x="1306759" y="599061"/>
                </a:moveTo>
                <a:lnTo>
                  <a:pt x="1390760" y="642267"/>
                </a:lnTo>
                <a:moveTo>
                  <a:pt x="1116808" y="950989"/>
                </a:moveTo>
                <a:lnTo>
                  <a:pt x="1126721" y="952557"/>
                </a:lnTo>
                <a:moveTo>
                  <a:pt x="1693850" y="571969"/>
                </a:moveTo>
                <a:lnTo>
                  <a:pt x="1810897" y="647006"/>
                </a:lnTo>
                <a:moveTo>
                  <a:pt x="2412874" y="638363"/>
                </a:moveTo>
                <a:lnTo>
                  <a:pt x="2340028" y="726709"/>
                </a:lnTo>
                <a:moveTo>
                  <a:pt x="1516028" y="997971"/>
                </a:moveTo>
                <a:lnTo>
                  <a:pt x="1611155" y="997610"/>
                </a:lnTo>
                <a:moveTo>
                  <a:pt x="2242925" y="504682"/>
                </a:moveTo>
                <a:lnTo>
                  <a:pt x="2309267" y="474911"/>
                </a:lnTo>
                <a:moveTo>
                  <a:pt x="2088638" y="607713"/>
                </a:moveTo>
                <a:lnTo>
                  <a:pt x="2116050" y="592177"/>
                </a:lnTo>
                <a:moveTo>
                  <a:pt x="2412874" y="638363"/>
                </a:moveTo>
                <a:lnTo>
                  <a:pt x="2382719" y="634978"/>
                </a:lnTo>
                <a:moveTo>
                  <a:pt x="309206" y="841528"/>
                </a:moveTo>
                <a:lnTo>
                  <a:pt x="355398" y="865839"/>
                </a:lnTo>
                <a:moveTo>
                  <a:pt x="2353890" y="720293"/>
                </a:moveTo>
                <a:lnTo>
                  <a:pt x="2340028" y="726709"/>
                </a:lnTo>
                <a:moveTo>
                  <a:pt x="642133" y="567111"/>
                </a:moveTo>
                <a:lnTo>
                  <a:pt x="759167" y="587320"/>
                </a:lnTo>
                <a:moveTo>
                  <a:pt x="455945" y="581138"/>
                </a:moveTo>
                <a:lnTo>
                  <a:pt x="469659" y="579845"/>
                </a:lnTo>
                <a:moveTo>
                  <a:pt x="2449445" y="545602"/>
                </a:moveTo>
                <a:lnTo>
                  <a:pt x="2414029" y="534348"/>
                </a:lnTo>
                <a:moveTo>
                  <a:pt x="360836" y="632428"/>
                </a:moveTo>
                <a:lnTo>
                  <a:pt x="379948" y="654846"/>
                </a:lnTo>
                <a:moveTo>
                  <a:pt x="2050584" y="956290"/>
                </a:moveTo>
                <a:lnTo>
                  <a:pt x="2089181" y="923676"/>
                </a:lnTo>
                <a:moveTo>
                  <a:pt x="1720852" y="974882"/>
                </a:moveTo>
                <a:lnTo>
                  <a:pt x="1700166" y="954686"/>
                </a:lnTo>
                <a:moveTo>
                  <a:pt x="1678100" y="575043"/>
                </a:moveTo>
                <a:lnTo>
                  <a:pt x="1694893" y="584890"/>
                </a:lnTo>
                <a:moveTo>
                  <a:pt x="616670" y="838630"/>
                </a:moveTo>
                <a:lnTo>
                  <a:pt x="670044" y="816682"/>
                </a:lnTo>
                <a:moveTo>
                  <a:pt x="1064089" y="950625"/>
                </a:moveTo>
                <a:lnTo>
                  <a:pt x="1046683" y="924643"/>
                </a:lnTo>
                <a:moveTo>
                  <a:pt x="1086819" y="629073"/>
                </a:moveTo>
                <a:lnTo>
                  <a:pt x="1074678" y="587660"/>
                </a:lnTo>
                <a:moveTo>
                  <a:pt x="310065" y="718327"/>
                </a:moveTo>
                <a:lnTo>
                  <a:pt x="379948" y="654846"/>
                </a:lnTo>
                <a:moveTo>
                  <a:pt x="529708" y="822925"/>
                </a:moveTo>
                <a:lnTo>
                  <a:pt x="616670" y="838630"/>
                </a:lnTo>
                <a:moveTo>
                  <a:pt x="1693850" y="571969"/>
                </a:moveTo>
                <a:lnTo>
                  <a:pt x="1694893" y="584890"/>
                </a:lnTo>
                <a:moveTo>
                  <a:pt x="360836" y="632428"/>
                </a:moveTo>
                <a:lnTo>
                  <a:pt x="455945" y="581138"/>
                </a:lnTo>
                <a:moveTo>
                  <a:pt x="2010665" y="992112"/>
                </a:moveTo>
                <a:lnTo>
                  <a:pt x="1996921" y="989526"/>
                </a:lnTo>
                <a:moveTo>
                  <a:pt x="1252720" y="617952"/>
                </a:moveTo>
                <a:lnTo>
                  <a:pt x="1306759" y="599061"/>
                </a:lnTo>
                <a:moveTo>
                  <a:pt x="355398" y="865839"/>
                </a:moveTo>
                <a:lnTo>
                  <a:pt x="504478" y="834816"/>
                </a:lnTo>
                <a:moveTo>
                  <a:pt x="788327" y="644507"/>
                </a:moveTo>
                <a:lnTo>
                  <a:pt x="896037" y="627398"/>
                </a:lnTo>
                <a:moveTo>
                  <a:pt x="309206" y="841528"/>
                </a:moveTo>
                <a:lnTo>
                  <a:pt x="325503" y="901599"/>
                </a:lnTo>
                <a:moveTo>
                  <a:pt x="1678100" y="575043"/>
                </a:moveTo>
                <a:lnTo>
                  <a:pt x="1693850" y="571969"/>
                </a:lnTo>
                <a:moveTo>
                  <a:pt x="1186936" y="564899"/>
                </a:moveTo>
                <a:lnTo>
                  <a:pt x="1252720" y="617952"/>
                </a:lnTo>
                <a:moveTo>
                  <a:pt x="1390760" y="642267"/>
                </a:moveTo>
                <a:lnTo>
                  <a:pt x="1405376" y="630191"/>
                </a:lnTo>
                <a:moveTo>
                  <a:pt x="849563" y="878429"/>
                </a:moveTo>
                <a:lnTo>
                  <a:pt x="909210" y="885630"/>
                </a:lnTo>
                <a:moveTo>
                  <a:pt x="1124961" y="604506"/>
                </a:moveTo>
                <a:lnTo>
                  <a:pt x="1186936" y="564899"/>
                </a:lnTo>
                <a:moveTo>
                  <a:pt x="2191172" y="862528"/>
                </a:moveTo>
                <a:lnTo>
                  <a:pt x="2077987" y="919636"/>
                </a:lnTo>
                <a:moveTo>
                  <a:pt x="1810897" y="647006"/>
                </a:moveTo>
                <a:lnTo>
                  <a:pt x="1902144" y="655152"/>
                </a:lnTo>
                <a:moveTo>
                  <a:pt x="946133" y="623514"/>
                </a:moveTo>
                <a:lnTo>
                  <a:pt x="992763" y="625881"/>
                </a:lnTo>
                <a:moveTo>
                  <a:pt x="2366459" y="455886"/>
                </a:moveTo>
                <a:lnTo>
                  <a:pt x="2332906" y="458383"/>
                </a:lnTo>
                <a:moveTo>
                  <a:pt x="2005790" y="649328"/>
                </a:moveTo>
                <a:lnTo>
                  <a:pt x="2024662" y="650197"/>
                </a:lnTo>
                <a:moveTo>
                  <a:pt x="1126721" y="952557"/>
                </a:moveTo>
                <a:lnTo>
                  <a:pt x="1246898" y="905655"/>
                </a:lnTo>
                <a:moveTo>
                  <a:pt x="822290" y="663026"/>
                </a:moveTo>
                <a:lnTo>
                  <a:pt x="896037" y="627398"/>
                </a:lnTo>
                <a:moveTo>
                  <a:pt x="2202212" y="857947"/>
                </a:moveTo>
                <a:lnTo>
                  <a:pt x="2269971" y="797047"/>
                </a:lnTo>
                <a:moveTo>
                  <a:pt x="2322240" y="470949"/>
                </a:moveTo>
                <a:lnTo>
                  <a:pt x="2309267" y="474911"/>
                </a:lnTo>
                <a:moveTo>
                  <a:pt x="513163" y="570640"/>
                </a:moveTo>
                <a:lnTo>
                  <a:pt x="606664" y="574813"/>
                </a:lnTo>
                <a:moveTo>
                  <a:pt x="469659" y="579845"/>
                </a:moveTo>
                <a:lnTo>
                  <a:pt x="513163" y="570640"/>
                </a:lnTo>
                <a:moveTo>
                  <a:pt x="2116050" y="592177"/>
                </a:moveTo>
                <a:lnTo>
                  <a:pt x="2207886" y="526122"/>
                </a:lnTo>
                <a:moveTo>
                  <a:pt x="2010665" y="992112"/>
                </a:moveTo>
                <a:lnTo>
                  <a:pt x="2050584" y="956290"/>
                </a:lnTo>
                <a:moveTo>
                  <a:pt x="1475664" y="956764"/>
                </a:moveTo>
                <a:lnTo>
                  <a:pt x="1516028" y="997971"/>
                </a:lnTo>
                <a:moveTo>
                  <a:pt x="2434579" y="448142"/>
                </a:moveTo>
                <a:lnTo>
                  <a:pt x="2449445" y="545602"/>
                </a:lnTo>
                <a:moveTo>
                  <a:pt x="325503" y="901599"/>
                </a:moveTo>
                <a:lnTo>
                  <a:pt x="355398" y="865839"/>
                </a:lnTo>
                <a:moveTo>
                  <a:pt x="245946" y="797776"/>
                </a:moveTo>
                <a:lnTo>
                  <a:pt x="346933" y="749326"/>
                </a:lnTo>
                <a:moveTo>
                  <a:pt x="606664" y="574813"/>
                </a:moveTo>
                <a:lnTo>
                  <a:pt x="642133" y="567111"/>
                </a:lnTo>
                <a:moveTo>
                  <a:pt x="310065" y="718327"/>
                </a:moveTo>
                <a:lnTo>
                  <a:pt x="346933" y="749326"/>
                </a:lnTo>
                <a:moveTo>
                  <a:pt x="1761803" y="1015052"/>
                </a:moveTo>
                <a:lnTo>
                  <a:pt x="1843830" y="1039460"/>
                </a:lnTo>
                <a:moveTo>
                  <a:pt x="670044" y="816682"/>
                </a:moveTo>
                <a:lnTo>
                  <a:pt x="728731" y="840097"/>
                </a:lnTo>
                <a:moveTo>
                  <a:pt x="946133" y="623514"/>
                </a:moveTo>
                <a:lnTo>
                  <a:pt x="977069" y="636458"/>
                </a:lnTo>
                <a:moveTo>
                  <a:pt x="1064089" y="950625"/>
                </a:moveTo>
                <a:lnTo>
                  <a:pt x="1085672" y="938177"/>
                </a:lnTo>
                <a:moveTo>
                  <a:pt x="1116808" y="950989"/>
                </a:moveTo>
                <a:lnTo>
                  <a:pt x="1246898" y="905655"/>
                </a:lnTo>
                <a:moveTo>
                  <a:pt x="642133" y="567111"/>
                </a:moveTo>
                <a:lnTo>
                  <a:pt x="721867" y="606982"/>
                </a:lnTo>
                <a:moveTo>
                  <a:pt x="1250695" y="902988"/>
                </a:moveTo>
                <a:lnTo>
                  <a:pt x="1385856" y="946079"/>
                </a:lnTo>
                <a:moveTo>
                  <a:pt x="433148" y="599364"/>
                </a:moveTo>
                <a:lnTo>
                  <a:pt x="455945" y="581138"/>
                </a:lnTo>
                <a:moveTo>
                  <a:pt x="1306759" y="599061"/>
                </a:moveTo>
                <a:lnTo>
                  <a:pt x="1321652" y="713346"/>
                </a:lnTo>
                <a:moveTo>
                  <a:pt x="504478" y="834816"/>
                </a:moveTo>
                <a:lnTo>
                  <a:pt x="616670" y="838630"/>
                </a:lnTo>
                <a:moveTo>
                  <a:pt x="1989865" y="669517"/>
                </a:moveTo>
                <a:lnTo>
                  <a:pt x="1959724" y="665998"/>
                </a:lnTo>
                <a:moveTo>
                  <a:pt x="2089181" y="923676"/>
                </a:moveTo>
                <a:lnTo>
                  <a:pt x="2191172" y="862528"/>
                </a:lnTo>
                <a:moveTo>
                  <a:pt x="2281739" y="795860"/>
                </a:moveTo>
                <a:lnTo>
                  <a:pt x="2269971" y="797047"/>
                </a:lnTo>
                <a:moveTo>
                  <a:pt x="2366459" y="455886"/>
                </a:moveTo>
                <a:lnTo>
                  <a:pt x="2309267" y="474911"/>
                </a:lnTo>
                <a:moveTo>
                  <a:pt x="1263263" y="679513"/>
                </a:moveTo>
                <a:lnTo>
                  <a:pt x="1306759" y="599061"/>
                </a:lnTo>
                <a:moveTo>
                  <a:pt x="721867" y="606982"/>
                </a:moveTo>
                <a:lnTo>
                  <a:pt x="759167" y="587320"/>
                </a:lnTo>
                <a:moveTo>
                  <a:pt x="1392356" y="871265"/>
                </a:moveTo>
                <a:lnTo>
                  <a:pt x="1385856" y="946079"/>
                </a:lnTo>
                <a:moveTo>
                  <a:pt x="759167" y="587320"/>
                </a:moveTo>
                <a:lnTo>
                  <a:pt x="788327" y="644507"/>
                </a:lnTo>
                <a:moveTo>
                  <a:pt x="822290" y="663026"/>
                </a:moveTo>
                <a:lnTo>
                  <a:pt x="946133" y="623514"/>
                </a:lnTo>
                <a:moveTo>
                  <a:pt x="1611155" y="997610"/>
                </a:moveTo>
                <a:lnTo>
                  <a:pt x="1612187" y="997452"/>
                </a:lnTo>
                <a:moveTo>
                  <a:pt x="2353890" y="720293"/>
                </a:moveTo>
                <a:lnTo>
                  <a:pt x="2269971" y="797047"/>
                </a:lnTo>
                <a:moveTo>
                  <a:pt x="180862" y="875227"/>
                </a:moveTo>
                <a:lnTo>
                  <a:pt x="309206" y="841528"/>
                </a:lnTo>
                <a:moveTo>
                  <a:pt x="777226" y="836935"/>
                </a:moveTo>
                <a:lnTo>
                  <a:pt x="849563" y="878429"/>
                </a:lnTo>
                <a:moveTo>
                  <a:pt x="2024662" y="650197"/>
                </a:moveTo>
                <a:lnTo>
                  <a:pt x="2088638" y="607713"/>
                </a:lnTo>
                <a:moveTo>
                  <a:pt x="1678100" y="575043"/>
                </a:moveTo>
                <a:lnTo>
                  <a:pt x="1671693" y="566752"/>
                </a:lnTo>
                <a:moveTo>
                  <a:pt x="1770652" y="605590"/>
                </a:moveTo>
                <a:lnTo>
                  <a:pt x="1810897" y="647006"/>
                </a:lnTo>
                <a:moveTo>
                  <a:pt x="245946" y="797776"/>
                </a:moveTo>
                <a:lnTo>
                  <a:pt x="309206" y="841528"/>
                </a:lnTo>
                <a:moveTo>
                  <a:pt x="1671693" y="566752"/>
                </a:moveTo>
                <a:lnTo>
                  <a:pt x="1693850" y="571969"/>
                </a:lnTo>
                <a:moveTo>
                  <a:pt x="1989865" y="669517"/>
                </a:moveTo>
                <a:lnTo>
                  <a:pt x="2005790" y="649328"/>
                </a:lnTo>
                <a:moveTo>
                  <a:pt x="2024662" y="650197"/>
                </a:moveTo>
                <a:lnTo>
                  <a:pt x="2116050" y="592177"/>
                </a:lnTo>
                <a:moveTo>
                  <a:pt x="728731" y="840097"/>
                </a:moveTo>
                <a:lnTo>
                  <a:pt x="777226" y="836935"/>
                </a:lnTo>
                <a:moveTo>
                  <a:pt x="2207886" y="526122"/>
                </a:moveTo>
                <a:lnTo>
                  <a:pt x="2242925" y="504682"/>
                </a:lnTo>
                <a:moveTo>
                  <a:pt x="708989" y="844885"/>
                </a:moveTo>
                <a:lnTo>
                  <a:pt x="670044" y="816682"/>
                </a:lnTo>
                <a:moveTo>
                  <a:pt x="1385856" y="946079"/>
                </a:moveTo>
                <a:lnTo>
                  <a:pt x="1475664" y="956764"/>
                </a:lnTo>
                <a:moveTo>
                  <a:pt x="1585546" y="627569"/>
                </a:moveTo>
                <a:lnTo>
                  <a:pt x="1593447" y="579970"/>
                </a:lnTo>
                <a:moveTo>
                  <a:pt x="1405376" y="630191"/>
                </a:moveTo>
                <a:lnTo>
                  <a:pt x="1483482" y="661513"/>
                </a:lnTo>
                <a:moveTo>
                  <a:pt x="977069" y="636458"/>
                </a:moveTo>
                <a:lnTo>
                  <a:pt x="992763" y="625881"/>
                </a:lnTo>
                <a:moveTo>
                  <a:pt x="1720852" y="974882"/>
                </a:moveTo>
                <a:lnTo>
                  <a:pt x="1761803" y="1015052"/>
                </a:lnTo>
                <a:moveTo>
                  <a:pt x="1246898" y="905655"/>
                </a:moveTo>
                <a:lnTo>
                  <a:pt x="1250695" y="902988"/>
                </a:lnTo>
                <a:moveTo>
                  <a:pt x="403433" y="887062"/>
                </a:moveTo>
                <a:lnTo>
                  <a:pt x="355398" y="865839"/>
                </a:lnTo>
                <a:moveTo>
                  <a:pt x="1385856" y="946079"/>
                </a:moveTo>
                <a:lnTo>
                  <a:pt x="1485150" y="921345"/>
                </a:lnTo>
                <a:moveTo>
                  <a:pt x="2434579" y="448142"/>
                </a:moveTo>
                <a:lnTo>
                  <a:pt x="2457492" y="545861"/>
                </a:lnTo>
                <a:moveTo>
                  <a:pt x="2366459" y="455886"/>
                </a:moveTo>
                <a:lnTo>
                  <a:pt x="2434579" y="448142"/>
                </a:lnTo>
                <a:moveTo>
                  <a:pt x="272442" y="926093"/>
                </a:moveTo>
                <a:lnTo>
                  <a:pt x="309206" y="841528"/>
                </a:lnTo>
                <a:moveTo>
                  <a:pt x="930836" y="904168"/>
                </a:moveTo>
                <a:lnTo>
                  <a:pt x="909210" y="885630"/>
                </a:lnTo>
                <a:moveTo>
                  <a:pt x="1390760" y="642267"/>
                </a:moveTo>
                <a:lnTo>
                  <a:pt x="1483482" y="661513"/>
                </a:lnTo>
                <a:moveTo>
                  <a:pt x="2191172" y="862528"/>
                </a:moveTo>
                <a:lnTo>
                  <a:pt x="2202212" y="857947"/>
                </a:lnTo>
                <a:moveTo>
                  <a:pt x="2207886" y="526122"/>
                </a:moveTo>
                <a:lnTo>
                  <a:pt x="2218549" y="529096"/>
                </a:lnTo>
                <a:moveTo>
                  <a:pt x="1124961" y="604506"/>
                </a:moveTo>
                <a:lnTo>
                  <a:pt x="1252720" y="617952"/>
                </a:lnTo>
                <a:moveTo>
                  <a:pt x="1321652" y="713346"/>
                </a:moveTo>
                <a:lnTo>
                  <a:pt x="1390760" y="642267"/>
                </a:lnTo>
                <a:moveTo>
                  <a:pt x="1693850" y="571969"/>
                </a:moveTo>
                <a:lnTo>
                  <a:pt x="1770652" y="605590"/>
                </a:lnTo>
                <a:moveTo>
                  <a:pt x="1250695" y="902988"/>
                </a:moveTo>
                <a:lnTo>
                  <a:pt x="1392356" y="871265"/>
                </a:lnTo>
                <a:moveTo>
                  <a:pt x="469659" y="579845"/>
                </a:moveTo>
                <a:lnTo>
                  <a:pt x="606664" y="574813"/>
                </a:lnTo>
                <a:moveTo>
                  <a:pt x="1390760" y="642267"/>
                </a:moveTo>
                <a:lnTo>
                  <a:pt x="1469311" y="681212"/>
                </a:lnTo>
                <a:moveTo>
                  <a:pt x="1064089" y="950625"/>
                </a:moveTo>
                <a:lnTo>
                  <a:pt x="1116808" y="950989"/>
                </a:lnTo>
                <a:moveTo>
                  <a:pt x="1475664" y="956764"/>
                </a:moveTo>
                <a:lnTo>
                  <a:pt x="1611155" y="997610"/>
                </a:lnTo>
                <a:moveTo>
                  <a:pt x="2194563" y="863201"/>
                </a:moveTo>
                <a:lnTo>
                  <a:pt x="2191172" y="862528"/>
                </a:lnTo>
                <a:moveTo>
                  <a:pt x="428057" y="889805"/>
                </a:moveTo>
                <a:lnTo>
                  <a:pt x="504478" y="834816"/>
                </a:lnTo>
                <a:moveTo>
                  <a:pt x="428057" y="889805"/>
                </a:moveTo>
                <a:lnTo>
                  <a:pt x="355398" y="865839"/>
                </a:lnTo>
                <a:moveTo>
                  <a:pt x="2194563" y="863201"/>
                </a:moveTo>
                <a:lnTo>
                  <a:pt x="2202212" y="857947"/>
                </a:lnTo>
                <a:moveTo>
                  <a:pt x="1483482" y="661513"/>
                </a:moveTo>
                <a:lnTo>
                  <a:pt x="1532823" y="605758"/>
                </a:lnTo>
                <a:moveTo>
                  <a:pt x="325503" y="901599"/>
                </a:moveTo>
                <a:lnTo>
                  <a:pt x="403433" y="887062"/>
                </a:lnTo>
                <a:moveTo>
                  <a:pt x="721867" y="606982"/>
                </a:moveTo>
                <a:lnTo>
                  <a:pt x="788327" y="644507"/>
                </a:lnTo>
                <a:moveTo>
                  <a:pt x="2218549" y="529096"/>
                </a:moveTo>
                <a:lnTo>
                  <a:pt x="2242925" y="504682"/>
                </a:lnTo>
                <a:moveTo>
                  <a:pt x="822290" y="663026"/>
                </a:moveTo>
                <a:lnTo>
                  <a:pt x="977069" y="636458"/>
                </a:lnTo>
                <a:moveTo>
                  <a:pt x="1250695" y="902988"/>
                </a:moveTo>
                <a:lnTo>
                  <a:pt x="1339813" y="840122"/>
                </a:lnTo>
                <a:moveTo>
                  <a:pt x="1101566" y="932675"/>
                </a:moveTo>
                <a:lnTo>
                  <a:pt x="1116808" y="950989"/>
                </a:lnTo>
                <a:moveTo>
                  <a:pt x="663459" y="643719"/>
                </a:moveTo>
                <a:lnTo>
                  <a:pt x="642133" y="567111"/>
                </a:lnTo>
                <a:moveTo>
                  <a:pt x="788327" y="644507"/>
                </a:moveTo>
                <a:lnTo>
                  <a:pt x="822290" y="663026"/>
                </a:lnTo>
                <a:moveTo>
                  <a:pt x="2116050" y="592177"/>
                </a:moveTo>
                <a:lnTo>
                  <a:pt x="2153854" y="603626"/>
                </a:lnTo>
                <a:moveTo>
                  <a:pt x="2202212" y="857947"/>
                </a:moveTo>
                <a:lnTo>
                  <a:pt x="2281739" y="795860"/>
                </a:lnTo>
                <a:moveTo>
                  <a:pt x="2242925" y="504682"/>
                </a:moveTo>
                <a:lnTo>
                  <a:pt x="2322240" y="470949"/>
                </a:lnTo>
                <a:moveTo>
                  <a:pt x="1612187" y="997452"/>
                </a:moveTo>
                <a:lnTo>
                  <a:pt x="1720852" y="974882"/>
                </a:lnTo>
                <a:moveTo>
                  <a:pt x="504478" y="834816"/>
                </a:moveTo>
                <a:lnTo>
                  <a:pt x="564235" y="859068"/>
                </a:lnTo>
                <a:moveTo>
                  <a:pt x="992763" y="625881"/>
                </a:moveTo>
                <a:lnTo>
                  <a:pt x="1086819" y="629073"/>
                </a:lnTo>
                <a:moveTo>
                  <a:pt x="974142" y="940186"/>
                </a:moveTo>
                <a:lnTo>
                  <a:pt x="1064089" y="950625"/>
                </a:lnTo>
                <a:moveTo>
                  <a:pt x="1339813" y="840122"/>
                </a:moveTo>
                <a:lnTo>
                  <a:pt x="1392356" y="871265"/>
                </a:lnTo>
                <a:moveTo>
                  <a:pt x="2412874" y="638363"/>
                </a:moveTo>
                <a:lnTo>
                  <a:pt x="2449445" y="545602"/>
                </a:lnTo>
                <a:moveTo>
                  <a:pt x="1585546" y="627569"/>
                </a:moveTo>
                <a:lnTo>
                  <a:pt x="1678100" y="575043"/>
                </a:lnTo>
                <a:moveTo>
                  <a:pt x="1770652" y="605590"/>
                </a:moveTo>
                <a:lnTo>
                  <a:pt x="1902144" y="655152"/>
                </a:lnTo>
                <a:moveTo>
                  <a:pt x="272442" y="926093"/>
                </a:moveTo>
                <a:lnTo>
                  <a:pt x="325503" y="901599"/>
                </a:lnTo>
                <a:moveTo>
                  <a:pt x="1252720" y="617952"/>
                </a:moveTo>
                <a:lnTo>
                  <a:pt x="1263263" y="679513"/>
                </a:lnTo>
                <a:moveTo>
                  <a:pt x="1607852" y="611243"/>
                </a:moveTo>
                <a:lnTo>
                  <a:pt x="1678100" y="575043"/>
                </a:lnTo>
                <a:moveTo>
                  <a:pt x="1536143" y="948179"/>
                </a:moveTo>
                <a:lnTo>
                  <a:pt x="1611155" y="997610"/>
                </a:lnTo>
                <a:moveTo>
                  <a:pt x="802320" y="680286"/>
                </a:moveTo>
                <a:lnTo>
                  <a:pt x="788327" y="644507"/>
                </a:lnTo>
                <a:moveTo>
                  <a:pt x="2012482" y="983863"/>
                </a:moveTo>
                <a:lnTo>
                  <a:pt x="2050584" y="956290"/>
                </a:lnTo>
                <a:moveTo>
                  <a:pt x="1392356" y="871265"/>
                </a:moveTo>
                <a:lnTo>
                  <a:pt x="1485150" y="921345"/>
                </a:lnTo>
                <a:moveTo>
                  <a:pt x="1671693" y="566752"/>
                </a:moveTo>
                <a:lnTo>
                  <a:pt x="1770652" y="605590"/>
                </a:lnTo>
                <a:moveTo>
                  <a:pt x="1392356" y="871265"/>
                </a:moveTo>
                <a:lnTo>
                  <a:pt x="1423118" y="770206"/>
                </a:lnTo>
                <a:moveTo>
                  <a:pt x="1246898" y="905655"/>
                </a:moveTo>
                <a:lnTo>
                  <a:pt x="1268873" y="797192"/>
                </a:lnTo>
                <a:moveTo>
                  <a:pt x="977069" y="636458"/>
                </a:moveTo>
                <a:lnTo>
                  <a:pt x="1086819" y="629073"/>
                </a:lnTo>
                <a:moveTo>
                  <a:pt x="728731" y="840097"/>
                </a:moveTo>
                <a:lnTo>
                  <a:pt x="849563" y="878429"/>
                </a:lnTo>
                <a:moveTo>
                  <a:pt x="2218549" y="529096"/>
                </a:moveTo>
                <a:lnTo>
                  <a:pt x="2322240" y="470949"/>
                </a:lnTo>
                <a:moveTo>
                  <a:pt x="1268873" y="797192"/>
                </a:moveTo>
                <a:lnTo>
                  <a:pt x="1250695" y="902988"/>
                </a:lnTo>
                <a:moveTo>
                  <a:pt x="179616" y="876156"/>
                </a:moveTo>
                <a:lnTo>
                  <a:pt x="181081" y="877133"/>
                </a:lnTo>
                <a:moveTo>
                  <a:pt x="310065" y="718327"/>
                </a:moveTo>
                <a:lnTo>
                  <a:pt x="360836" y="632428"/>
                </a:lnTo>
                <a:moveTo>
                  <a:pt x="180862" y="875227"/>
                </a:moveTo>
                <a:lnTo>
                  <a:pt x="181081" y="877133"/>
                </a:lnTo>
                <a:moveTo>
                  <a:pt x="1086819" y="629073"/>
                </a:moveTo>
                <a:lnTo>
                  <a:pt x="1124961" y="604506"/>
                </a:lnTo>
                <a:moveTo>
                  <a:pt x="180025" y="876703"/>
                </a:moveTo>
                <a:lnTo>
                  <a:pt x="181081" y="877133"/>
                </a:lnTo>
                <a:moveTo>
                  <a:pt x="2153854" y="603626"/>
                </a:moveTo>
                <a:lnTo>
                  <a:pt x="2207886" y="526122"/>
                </a:lnTo>
                <a:moveTo>
                  <a:pt x="179616" y="876156"/>
                </a:moveTo>
                <a:lnTo>
                  <a:pt x="180862" y="875227"/>
                </a:lnTo>
                <a:moveTo>
                  <a:pt x="180025" y="876703"/>
                </a:moveTo>
                <a:lnTo>
                  <a:pt x="179616" y="876156"/>
                </a:lnTo>
                <a:moveTo>
                  <a:pt x="802320" y="680286"/>
                </a:moveTo>
                <a:lnTo>
                  <a:pt x="822290" y="663026"/>
                </a:lnTo>
                <a:moveTo>
                  <a:pt x="180076" y="876347"/>
                </a:moveTo>
                <a:lnTo>
                  <a:pt x="179616" y="876156"/>
                </a:lnTo>
                <a:moveTo>
                  <a:pt x="180076" y="876347"/>
                </a:moveTo>
                <a:lnTo>
                  <a:pt x="180862" y="875227"/>
                </a:lnTo>
                <a:moveTo>
                  <a:pt x="180076" y="876347"/>
                </a:moveTo>
                <a:lnTo>
                  <a:pt x="180025" y="876703"/>
                </a:lnTo>
                <a:moveTo>
                  <a:pt x="2414435" y="637307"/>
                </a:moveTo>
                <a:lnTo>
                  <a:pt x="2449445" y="545602"/>
                </a:lnTo>
                <a:moveTo>
                  <a:pt x="2012482" y="983863"/>
                </a:moveTo>
                <a:lnTo>
                  <a:pt x="2089181" y="923676"/>
                </a:lnTo>
                <a:moveTo>
                  <a:pt x="1720852" y="974882"/>
                </a:moveTo>
                <a:lnTo>
                  <a:pt x="1843830" y="1039460"/>
                </a:lnTo>
                <a:moveTo>
                  <a:pt x="2281739" y="795860"/>
                </a:moveTo>
                <a:lnTo>
                  <a:pt x="2353890" y="720293"/>
                </a:lnTo>
                <a:moveTo>
                  <a:pt x="616670" y="838630"/>
                </a:moveTo>
                <a:lnTo>
                  <a:pt x="708989" y="844885"/>
                </a:lnTo>
                <a:moveTo>
                  <a:pt x="433148" y="599364"/>
                </a:moveTo>
                <a:lnTo>
                  <a:pt x="469659" y="579845"/>
                </a:lnTo>
                <a:moveTo>
                  <a:pt x="180862" y="875227"/>
                </a:moveTo>
                <a:lnTo>
                  <a:pt x="245946" y="797776"/>
                </a:lnTo>
                <a:moveTo>
                  <a:pt x="2457492" y="545861"/>
                </a:moveTo>
                <a:lnTo>
                  <a:pt x="2449445" y="545602"/>
                </a:lnTo>
                <a:moveTo>
                  <a:pt x="2115144" y="926220"/>
                </a:moveTo>
                <a:lnTo>
                  <a:pt x="2089181" y="923676"/>
                </a:lnTo>
                <a:moveTo>
                  <a:pt x="1321652" y="713346"/>
                </a:moveTo>
                <a:lnTo>
                  <a:pt x="1339813" y="840122"/>
                </a:lnTo>
                <a:moveTo>
                  <a:pt x="180076" y="876347"/>
                </a:moveTo>
                <a:lnTo>
                  <a:pt x="245946" y="797776"/>
                </a:lnTo>
                <a:moveTo>
                  <a:pt x="2470628" y="441245"/>
                </a:moveTo>
                <a:lnTo>
                  <a:pt x="2434579" y="448142"/>
                </a:lnTo>
                <a:moveTo>
                  <a:pt x="2353890" y="720293"/>
                </a:moveTo>
                <a:lnTo>
                  <a:pt x="2412874" y="638363"/>
                </a:lnTo>
                <a:moveTo>
                  <a:pt x="245946" y="797776"/>
                </a:moveTo>
                <a:lnTo>
                  <a:pt x="310065" y="718327"/>
                </a:lnTo>
                <a:moveTo>
                  <a:pt x="1485150" y="921345"/>
                </a:moveTo>
                <a:lnTo>
                  <a:pt x="1475664" y="956764"/>
                </a:lnTo>
                <a:moveTo>
                  <a:pt x="1101566" y="932675"/>
                </a:moveTo>
                <a:lnTo>
                  <a:pt x="1246898" y="905655"/>
                </a:lnTo>
                <a:moveTo>
                  <a:pt x="1469311" y="681212"/>
                </a:moveTo>
                <a:lnTo>
                  <a:pt x="1483482" y="661513"/>
                </a:lnTo>
                <a:moveTo>
                  <a:pt x="1790075" y="629154"/>
                </a:moveTo>
                <a:lnTo>
                  <a:pt x="1902144" y="655152"/>
                </a:lnTo>
                <a:moveTo>
                  <a:pt x="564235" y="859068"/>
                </a:moveTo>
                <a:lnTo>
                  <a:pt x="616670" y="838630"/>
                </a:lnTo>
                <a:moveTo>
                  <a:pt x="1339813" y="840122"/>
                </a:moveTo>
                <a:lnTo>
                  <a:pt x="1419390" y="768143"/>
                </a:lnTo>
                <a:moveTo>
                  <a:pt x="1339813" y="840122"/>
                </a:moveTo>
                <a:lnTo>
                  <a:pt x="1423118" y="770206"/>
                </a:lnTo>
                <a:moveTo>
                  <a:pt x="1902144" y="655152"/>
                </a:moveTo>
                <a:lnTo>
                  <a:pt x="1989865" y="669517"/>
                </a:lnTo>
                <a:moveTo>
                  <a:pt x="1203830" y="643700"/>
                </a:moveTo>
                <a:lnTo>
                  <a:pt x="1252720" y="617952"/>
                </a:lnTo>
                <a:moveTo>
                  <a:pt x="1585546" y="627569"/>
                </a:moveTo>
                <a:lnTo>
                  <a:pt x="1532823" y="605758"/>
                </a:lnTo>
                <a:moveTo>
                  <a:pt x="1596381" y="912936"/>
                </a:moveTo>
                <a:lnTo>
                  <a:pt x="1611155" y="997610"/>
                </a:lnTo>
                <a:moveTo>
                  <a:pt x="1596381" y="912936"/>
                </a:moveTo>
                <a:lnTo>
                  <a:pt x="1612187" y="997452"/>
                </a:lnTo>
                <a:moveTo>
                  <a:pt x="1124961" y="604506"/>
                </a:moveTo>
                <a:lnTo>
                  <a:pt x="1203830" y="643700"/>
                </a:lnTo>
                <a:moveTo>
                  <a:pt x="1321652" y="713346"/>
                </a:moveTo>
                <a:lnTo>
                  <a:pt x="1469311" y="681212"/>
                </a:lnTo>
                <a:moveTo>
                  <a:pt x="547942" y="618581"/>
                </a:moveTo>
                <a:lnTo>
                  <a:pt x="606664" y="574813"/>
                </a:lnTo>
                <a:moveTo>
                  <a:pt x="1237736" y="777611"/>
                </a:moveTo>
                <a:lnTo>
                  <a:pt x="1246898" y="905655"/>
                </a:lnTo>
                <a:moveTo>
                  <a:pt x="360836" y="632428"/>
                </a:moveTo>
                <a:lnTo>
                  <a:pt x="433148" y="599364"/>
                </a:lnTo>
                <a:moveTo>
                  <a:pt x="930836" y="904168"/>
                </a:moveTo>
                <a:lnTo>
                  <a:pt x="974142" y="940186"/>
                </a:lnTo>
                <a:moveTo>
                  <a:pt x="1855142" y="665241"/>
                </a:moveTo>
                <a:lnTo>
                  <a:pt x="1902144" y="655152"/>
                </a:lnTo>
                <a:moveTo>
                  <a:pt x="1832286" y="1000230"/>
                </a:moveTo>
                <a:lnTo>
                  <a:pt x="1843830" y="1039460"/>
                </a:lnTo>
                <a:moveTo>
                  <a:pt x="469659" y="579845"/>
                </a:moveTo>
                <a:lnTo>
                  <a:pt x="547942" y="618581"/>
                </a:lnTo>
                <a:moveTo>
                  <a:pt x="1321652" y="713346"/>
                </a:moveTo>
                <a:lnTo>
                  <a:pt x="1419390" y="768143"/>
                </a:lnTo>
                <a:moveTo>
                  <a:pt x="1469311" y="681212"/>
                </a:moveTo>
                <a:lnTo>
                  <a:pt x="1439823" y="738509"/>
                </a:lnTo>
                <a:moveTo>
                  <a:pt x="1263263" y="679513"/>
                </a:moveTo>
                <a:lnTo>
                  <a:pt x="1321652" y="713346"/>
                </a:lnTo>
                <a:moveTo>
                  <a:pt x="526120" y="885931"/>
                </a:moveTo>
                <a:lnTo>
                  <a:pt x="504478" y="834816"/>
                </a:lnTo>
                <a:moveTo>
                  <a:pt x="1419390" y="768143"/>
                </a:moveTo>
                <a:lnTo>
                  <a:pt x="1469311" y="681212"/>
                </a:lnTo>
                <a:moveTo>
                  <a:pt x="903007" y="703664"/>
                </a:moveTo>
                <a:lnTo>
                  <a:pt x="977069" y="636458"/>
                </a:lnTo>
                <a:moveTo>
                  <a:pt x="1532823" y="605758"/>
                </a:moveTo>
                <a:lnTo>
                  <a:pt x="1551025" y="722630"/>
                </a:lnTo>
                <a:moveTo>
                  <a:pt x="1671693" y="566752"/>
                </a:moveTo>
                <a:lnTo>
                  <a:pt x="1752965" y="607825"/>
                </a:lnTo>
                <a:moveTo>
                  <a:pt x="1419390" y="768143"/>
                </a:moveTo>
                <a:lnTo>
                  <a:pt x="1439823" y="738509"/>
                </a:lnTo>
                <a:moveTo>
                  <a:pt x="403433" y="887062"/>
                </a:moveTo>
                <a:lnTo>
                  <a:pt x="428057" y="889805"/>
                </a:lnTo>
                <a:moveTo>
                  <a:pt x="1182294" y="861253"/>
                </a:moveTo>
                <a:lnTo>
                  <a:pt x="1246898" y="905655"/>
                </a:lnTo>
                <a:moveTo>
                  <a:pt x="1268873" y="797192"/>
                </a:moveTo>
                <a:lnTo>
                  <a:pt x="1339813" y="840122"/>
                </a:lnTo>
                <a:moveTo>
                  <a:pt x="1439823" y="738509"/>
                </a:moveTo>
                <a:lnTo>
                  <a:pt x="1423118" y="770206"/>
                </a:lnTo>
                <a:moveTo>
                  <a:pt x="1483482" y="661513"/>
                </a:moveTo>
                <a:lnTo>
                  <a:pt x="1494979" y="694237"/>
                </a:lnTo>
                <a:moveTo>
                  <a:pt x="2414435" y="637307"/>
                </a:moveTo>
                <a:lnTo>
                  <a:pt x="2412874" y="638363"/>
                </a:lnTo>
                <a:moveTo>
                  <a:pt x="606664" y="574813"/>
                </a:moveTo>
                <a:lnTo>
                  <a:pt x="663459" y="643719"/>
                </a:lnTo>
                <a:moveTo>
                  <a:pt x="1419390" y="768143"/>
                </a:moveTo>
                <a:lnTo>
                  <a:pt x="1423118" y="770206"/>
                </a:lnTo>
                <a:moveTo>
                  <a:pt x="1392356" y="871265"/>
                </a:moveTo>
                <a:lnTo>
                  <a:pt x="1514612" y="819271"/>
                </a:lnTo>
                <a:moveTo>
                  <a:pt x="181081" y="877133"/>
                </a:moveTo>
                <a:lnTo>
                  <a:pt x="272442" y="926093"/>
                </a:lnTo>
                <a:moveTo>
                  <a:pt x="180862" y="875227"/>
                </a:moveTo>
                <a:lnTo>
                  <a:pt x="272442" y="926093"/>
                </a:lnTo>
                <a:moveTo>
                  <a:pt x="663459" y="643719"/>
                </a:moveTo>
                <a:lnTo>
                  <a:pt x="721867" y="606982"/>
                </a:lnTo>
                <a:moveTo>
                  <a:pt x="1475664" y="956764"/>
                </a:moveTo>
                <a:lnTo>
                  <a:pt x="1536143" y="948179"/>
                </a:lnTo>
                <a:moveTo>
                  <a:pt x="2012482" y="983863"/>
                </a:moveTo>
                <a:lnTo>
                  <a:pt x="2010665" y="992112"/>
                </a:lnTo>
                <a:moveTo>
                  <a:pt x="2091789" y="940297"/>
                </a:moveTo>
                <a:lnTo>
                  <a:pt x="2089181" y="923676"/>
                </a:lnTo>
                <a:moveTo>
                  <a:pt x="663459" y="643719"/>
                </a:moveTo>
                <a:lnTo>
                  <a:pt x="788327" y="644507"/>
                </a:lnTo>
                <a:moveTo>
                  <a:pt x="272442" y="926093"/>
                </a:moveTo>
                <a:lnTo>
                  <a:pt x="403433" y="887062"/>
                </a:lnTo>
                <a:moveTo>
                  <a:pt x="1469311" y="681212"/>
                </a:moveTo>
                <a:lnTo>
                  <a:pt x="1494979" y="694237"/>
                </a:lnTo>
                <a:moveTo>
                  <a:pt x="2153854" y="603626"/>
                </a:moveTo>
                <a:lnTo>
                  <a:pt x="2218549" y="529096"/>
                </a:lnTo>
                <a:moveTo>
                  <a:pt x="2322240" y="470949"/>
                </a:moveTo>
                <a:lnTo>
                  <a:pt x="2366459" y="455886"/>
                </a:lnTo>
                <a:moveTo>
                  <a:pt x="1268873" y="797192"/>
                </a:moveTo>
                <a:lnTo>
                  <a:pt x="1321652" y="713346"/>
                </a:lnTo>
                <a:moveTo>
                  <a:pt x="1989865" y="669517"/>
                </a:moveTo>
                <a:lnTo>
                  <a:pt x="2024662" y="650197"/>
                </a:lnTo>
                <a:moveTo>
                  <a:pt x="1439823" y="738509"/>
                </a:moveTo>
                <a:lnTo>
                  <a:pt x="1494979" y="694237"/>
                </a:lnTo>
                <a:moveTo>
                  <a:pt x="822290" y="663026"/>
                </a:moveTo>
                <a:lnTo>
                  <a:pt x="903007" y="703664"/>
                </a:lnTo>
                <a:moveTo>
                  <a:pt x="2024662" y="650197"/>
                </a:moveTo>
                <a:lnTo>
                  <a:pt x="2153854" y="603626"/>
                </a:lnTo>
                <a:moveTo>
                  <a:pt x="708989" y="844885"/>
                </a:moveTo>
                <a:lnTo>
                  <a:pt x="728731" y="840097"/>
                </a:lnTo>
                <a:moveTo>
                  <a:pt x="2115144" y="926220"/>
                </a:moveTo>
                <a:lnTo>
                  <a:pt x="2191172" y="862528"/>
                </a:lnTo>
                <a:moveTo>
                  <a:pt x="403433" y="887062"/>
                </a:moveTo>
                <a:lnTo>
                  <a:pt x="417723" y="892099"/>
                </a:lnTo>
                <a:moveTo>
                  <a:pt x="1607852" y="611243"/>
                </a:moveTo>
                <a:lnTo>
                  <a:pt x="1671693" y="566752"/>
                </a:lnTo>
                <a:moveTo>
                  <a:pt x="2218549" y="529096"/>
                </a:moveTo>
                <a:lnTo>
                  <a:pt x="2341844" y="477914"/>
                </a:lnTo>
                <a:moveTo>
                  <a:pt x="1485150" y="921345"/>
                </a:moveTo>
                <a:lnTo>
                  <a:pt x="1536143" y="948179"/>
                </a:lnTo>
                <a:moveTo>
                  <a:pt x="1770652" y="605590"/>
                </a:moveTo>
                <a:lnTo>
                  <a:pt x="1790075" y="629154"/>
                </a:lnTo>
                <a:moveTo>
                  <a:pt x="2414435" y="637307"/>
                </a:moveTo>
                <a:lnTo>
                  <a:pt x="2457492" y="545861"/>
                </a:lnTo>
                <a:moveTo>
                  <a:pt x="977069" y="636458"/>
                </a:moveTo>
                <a:lnTo>
                  <a:pt x="1040042" y="663224"/>
                </a:lnTo>
                <a:moveTo>
                  <a:pt x="1601979" y="635510"/>
                </a:moveTo>
                <a:lnTo>
                  <a:pt x="1671693" y="566752"/>
                </a:lnTo>
                <a:moveTo>
                  <a:pt x="1752965" y="607825"/>
                </a:moveTo>
                <a:lnTo>
                  <a:pt x="1770652" y="605590"/>
                </a:lnTo>
                <a:moveTo>
                  <a:pt x="1203830" y="643700"/>
                </a:moveTo>
                <a:lnTo>
                  <a:pt x="1263263" y="679513"/>
                </a:lnTo>
                <a:moveTo>
                  <a:pt x="2115144" y="926220"/>
                </a:moveTo>
                <a:lnTo>
                  <a:pt x="2194563" y="863201"/>
                </a:lnTo>
                <a:moveTo>
                  <a:pt x="736480" y="840320"/>
                </a:moveTo>
                <a:lnTo>
                  <a:pt x="728731" y="840097"/>
                </a:lnTo>
                <a:moveTo>
                  <a:pt x="1727731" y="940954"/>
                </a:moveTo>
                <a:lnTo>
                  <a:pt x="1720852" y="974882"/>
                </a:lnTo>
                <a:moveTo>
                  <a:pt x="1720852" y="974882"/>
                </a:moveTo>
                <a:lnTo>
                  <a:pt x="1832286" y="1000230"/>
                </a:lnTo>
                <a:moveTo>
                  <a:pt x="849563" y="878429"/>
                </a:moveTo>
                <a:lnTo>
                  <a:pt x="930836" y="904168"/>
                </a:lnTo>
                <a:moveTo>
                  <a:pt x="1237736" y="777611"/>
                </a:moveTo>
                <a:lnTo>
                  <a:pt x="1321652" y="713346"/>
                </a:lnTo>
                <a:moveTo>
                  <a:pt x="1485150" y="921345"/>
                </a:moveTo>
                <a:lnTo>
                  <a:pt x="1514612" y="819271"/>
                </a:lnTo>
                <a:moveTo>
                  <a:pt x="2322240" y="470949"/>
                </a:moveTo>
                <a:lnTo>
                  <a:pt x="2341844" y="477914"/>
                </a:lnTo>
                <a:moveTo>
                  <a:pt x="1423118" y="770206"/>
                </a:moveTo>
                <a:lnTo>
                  <a:pt x="1514612" y="819271"/>
                </a:lnTo>
                <a:moveTo>
                  <a:pt x="417723" y="892099"/>
                </a:moveTo>
                <a:lnTo>
                  <a:pt x="428057" y="889805"/>
                </a:lnTo>
                <a:moveTo>
                  <a:pt x="663459" y="643719"/>
                </a:moveTo>
                <a:lnTo>
                  <a:pt x="802320" y="680286"/>
                </a:lnTo>
                <a:moveTo>
                  <a:pt x="1064089" y="950625"/>
                </a:moveTo>
                <a:lnTo>
                  <a:pt x="1101566" y="932675"/>
                </a:lnTo>
                <a:moveTo>
                  <a:pt x="823069" y="771730"/>
                </a:moveTo>
                <a:lnTo>
                  <a:pt x="822290" y="663026"/>
                </a:lnTo>
                <a:moveTo>
                  <a:pt x="1483482" y="661513"/>
                </a:moveTo>
                <a:lnTo>
                  <a:pt x="1551025" y="722630"/>
                </a:lnTo>
                <a:moveTo>
                  <a:pt x="1237736" y="777611"/>
                </a:moveTo>
                <a:lnTo>
                  <a:pt x="1263263" y="679513"/>
                </a:lnTo>
                <a:moveTo>
                  <a:pt x="2354658" y="715682"/>
                </a:moveTo>
                <a:lnTo>
                  <a:pt x="2412874" y="638363"/>
                </a:lnTo>
                <a:moveTo>
                  <a:pt x="823069" y="771730"/>
                </a:moveTo>
                <a:lnTo>
                  <a:pt x="849563" y="878429"/>
                </a:lnTo>
                <a:moveTo>
                  <a:pt x="822290" y="663026"/>
                </a:moveTo>
                <a:lnTo>
                  <a:pt x="847044" y="785021"/>
                </a:lnTo>
                <a:moveTo>
                  <a:pt x="1720852" y="974882"/>
                </a:moveTo>
                <a:lnTo>
                  <a:pt x="1770142" y="964005"/>
                </a:lnTo>
                <a:moveTo>
                  <a:pt x="272442" y="926093"/>
                </a:moveTo>
                <a:lnTo>
                  <a:pt x="417723" y="892099"/>
                </a:lnTo>
                <a:moveTo>
                  <a:pt x="2354658" y="715682"/>
                </a:moveTo>
                <a:lnTo>
                  <a:pt x="2353890" y="720293"/>
                </a:lnTo>
                <a:moveTo>
                  <a:pt x="849563" y="878429"/>
                </a:moveTo>
                <a:lnTo>
                  <a:pt x="847044" y="785021"/>
                </a:lnTo>
                <a:moveTo>
                  <a:pt x="1154451" y="678868"/>
                </a:moveTo>
                <a:lnTo>
                  <a:pt x="1124961" y="604506"/>
                </a:lnTo>
                <a:moveTo>
                  <a:pt x="1671693" y="566752"/>
                </a:moveTo>
                <a:lnTo>
                  <a:pt x="1689521" y="683332"/>
                </a:lnTo>
                <a:moveTo>
                  <a:pt x="244649" y="931802"/>
                </a:moveTo>
                <a:lnTo>
                  <a:pt x="181081" y="877133"/>
                </a:lnTo>
                <a:moveTo>
                  <a:pt x="1485150" y="921345"/>
                </a:moveTo>
                <a:lnTo>
                  <a:pt x="1612429" y="873277"/>
                </a:lnTo>
                <a:moveTo>
                  <a:pt x="180025" y="876703"/>
                </a:moveTo>
                <a:lnTo>
                  <a:pt x="244649" y="931802"/>
                </a:lnTo>
                <a:moveTo>
                  <a:pt x="1439823" y="738509"/>
                </a:moveTo>
                <a:lnTo>
                  <a:pt x="1551025" y="722630"/>
                </a:lnTo>
                <a:moveTo>
                  <a:pt x="1596381" y="912936"/>
                </a:moveTo>
                <a:lnTo>
                  <a:pt x="1720852" y="974882"/>
                </a:lnTo>
                <a:moveTo>
                  <a:pt x="495411" y="658626"/>
                </a:moveTo>
                <a:lnTo>
                  <a:pt x="469659" y="579845"/>
                </a:lnTo>
                <a:moveTo>
                  <a:pt x="823069" y="771730"/>
                </a:moveTo>
                <a:lnTo>
                  <a:pt x="728731" y="840097"/>
                </a:lnTo>
                <a:moveTo>
                  <a:pt x="1237736" y="777611"/>
                </a:moveTo>
                <a:lnTo>
                  <a:pt x="1268873" y="797192"/>
                </a:lnTo>
                <a:moveTo>
                  <a:pt x="1423118" y="770206"/>
                </a:moveTo>
                <a:lnTo>
                  <a:pt x="1551025" y="722630"/>
                </a:lnTo>
                <a:moveTo>
                  <a:pt x="1752965" y="607825"/>
                </a:moveTo>
                <a:lnTo>
                  <a:pt x="1790075" y="629154"/>
                </a:lnTo>
                <a:moveTo>
                  <a:pt x="2341844" y="477914"/>
                </a:moveTo>
                <a:lnTo>
                  <a:pt x="2366459" y="455886"/>
                </a:lnTo>
                <a:moveTo>
                  <a:pt x="744400" y="727239"/>
                </a:moveTo>
                <a:lnTo>
                  <a:pt x="802320" y="680286"/>
                </a:lnTo>
                <a:moveTo>
                  <a:pt x="1727731" y="940954"/>
                </a:moveTo>
                <a:lnTo>
                  <a:pt x="1770142" y="964005"/>
                </a:lnTo>
                <a:moveTo>
                  <a:pt x="1770142" y="964005"/>
                </a:moveTo>
                <a:lnTo>
                  <a:pt x="1832286" y="1000230"/>
                </a:lnTo>
                <a:moveTo>
                  <a:pt x="1790075" y="629154"/>
                </a:moveTo>
                <a:lnTo>
                  <a:pt x="1855142" y="665241"/>
                </a:lnTo>
                <a:moveTo>
                  <a:pt x="802320" y="680286"/>
                </a:moveTo>
                <a:lnTo>
                  <a:pt x="823069" y="771730"/>
                </a:lnTo>
                <a:moveTo>
                  <a:pt x="708989" y="844885"/>
                </a:moveTo>
                <a:lnTo>
                  <a:pt x="736480" y="840320"/>
                </a:lnTo>
                <a:moveTo>
                  <a:pt x="930836" y="904168"/>
                </a:moveTo>
                <a:lnTo>
                  <a:pt x="1064089" y="950625"/>
                </a:lnTo>
                <a:moveTo>
                  <a:pt x="2354658" y="715682"/>
                </a:moveTo>
                <a:lnTo>
                  <a:pt x="2414435" y="637307"/>
                </a:lnTo>
                <a:moveTo>
                  <a:pt x="1855142" y="665241"/>
                </a:moveTo>
                <a:lnTo>
                  <a:pt x="1989865" y="669517"/>
                </a:lnTo>
                <a:moveTo>
                  <a:pt x="670395" y="684769"/>
                </a:moveTo>
                <a:lnTo>
                  <a:pt x="802320" y="680286"/>
                </a:lnTo>
                <a:moveTo>
                  <a:pt x="1494979" y="694237"/>
                </a:moveTo>
                <a:lnTo>
                  <a:pt x="1551025" y="722630"/>
                </a:lnTo>
                <a:moveTo>
                  <a:pt x="1536143" y="948179"/>
                </a:moveTo>
                <a:lnTo>
                  <a:pt x="1596381" y="912936"/>
                </a:lnTo>
                <a:moveTo>
                  <a:pt x="547942" y="618581"/>
                </a:moveTo>
                <a:lnTo>
                  <a:pt x="663459" y="643719"/>
                </a:lnTo>
                <a:moveTo>
                  <a:pt x="1596381" y="912936"/>
                </a:moveTo>
                <a:lnTo>
                  <a:pt x="1727731" y="940954"/>
                </a:lnTo>
                <a:moveTo>
                  <a:pt x="1101566" y="932675"/>
                </a:moveTo>
                <a:lnTo>
                  <a:pt x="1182294" y="861253"/>
                </a:lnTo>
                <a:moveTo>
                  <a:pt x="1536143" y="948179"/>
                </a:moveTo>
                <a:lnTo>
                  <a:pt x="1612429" y="873277"/>
                </a:lnTo>
                <a:moveTo>
                  <a:pt x="2024662" y="650197"/>
                </a:moveTo>
                <a:lnTo>
                  <a:pt x="2085546" y="675330"/>
                </a:lnTo>
                <a:moveTo>
                  <a:pt x="360836" y="632428"/>
                </a:moveTo>
                <a:lnTo>
                  <a:pt x="373666" y="629907"/>
                </a:lnTo>
                <a:moveTo>
                  <a:pt x="180025" y="876703"/>
                </a:moveTo>
                <a:lnTo>
                  <a:pt x="244817" y="904496"/>
                </a:lnTo>
                <a:moveTo>
                  <a:pt x="180076" y="876347"/>
                </a:moveTo>
                <a:lnTo>
                  <a:pt x="244817" y="904496"/>
                </a:lnTo>
                <a:moveTo>
                  <a:pt x="1040042" y="663224"/>
                </a:moveTo>
                <a:lnTo>
                  <a:pt x="1086819" y="629073"/>
                </a:lnTo>
                <a:moveTo>
                  <a:pt x="1629434" y="882827"/>
                </a:moveTo>
                <a:lnTo>
                  <a:pt x="1727731" y="940954"/>
                </a:lnTo>
                <a:moveTo>
                  <a:pt x="1727731" y="940954"/>
                </a:moveTo>
                <a:lnTo>
                  <a:pt x="1759308" y="840533"/>
                </a:lnTo>
                <a:moveTo>
                  <a:pt x="2078520" y="682235"/>
                </a:moveTo>
                <a:lnTo>
                  <a:pt x="2024662" y="650197"/>
                </a:lnTo>
                <a:moveTo>
                  <a:pt x="2218549" y="529096"/>
                </a:moveTo>
                <a:lnTo>
                  <a:pt x="2273371" y="549490"/>
                </a:lnTo>
                <a:moveTo>
                  <a:pt x="244649" y="931802"/>
                </a:moveTo>
                <a:lnTo>
                  <a:pt x="272442" y="926093"/>
                </a:lnTo>
                <a:moveTo>
                  <a:pt x="1182294" y="861253"/>
                </a:moveTo>
                <a:lnTo>
                  <a:pt x="1237736" y="777611"/>
                </a:lnTo>
                <a:moveTo>
                  <a:pt x="1514612" y="819271"/>
                </a:moveTo>
                <a:lnTo>
                  <a:pt x="1612429" y="873277"/>
                </a:lnTo>
                <a:moveTo>
                  <a:pt x="428057" y="889805"/>
                </a:moveTo>
                <a:lnTo>
                  <a:pt x="526120" y="885931"/>
                </a:lnTo>
                <a:moveTo>
                  <a:pt x="1514612" y="819271"/>
                </a:moveTo>
                <a:lnTo>
                  <a:pt x="1551025" y="722630"/>
                </a:lnTo>
                <a:moveTo>
                  <a:pt x="849563" y="878429"/>
                </a:moveTo>
                <a:lnTo>
                  <a:pt x="935349" y="831591"/>
                </a:lnTo>
                <a:moveTo>
                  <a:pt x="1585546" y="627569"/>
                </a:moveTo>
                <a:lnTo>
                  <a:pt x="1607852" y="611243"/>
                </a:lnTo>
                <a:moveTo>
                  <a:pt x="2212506" y="859655"/>
                </a:moveTo>
                <a:lnTo>
                  <a:pt x="2202212" y="857947"/>
                </a:lnTo>
                <a:moveTo>
                  <a:pt x="2287514" y="788297"/>
                </a:moveTo>
                <a:lnTo>
                  <a:pt x="2281739" y="795860"/>
                </a:lnTo>
                <a:moveTo>
                  <a:pt x="1585546" y="627569"/>
                </a:moveTo>
                <a:lnTo>
                  <a:pt x="1551025" y="722630"/>
                </a:lnTo>
                <a:moveTo>
                  <a:pt x="1585546" y="627569"/>
                </a:moveTo>
                <a:lnTo>
                  <a:pt x="1586908" y="648180"/>
                </a:lnTo>
                <a:moveTo>
                  <a:pt x="1086819" y="629073"/>
                </a:moveTo>
                <a:lnTo>
                  <a:pt x="1154451" y="678868"/>
                </a:lnTo>
                <a:moveTo>
                  <a:pt x="2470628" y="441245"/>
                </a:moveTo>
                <a:lnTo>
                  <a:pt x="2457492" y="545861"/>
                </a:lnTo>
                <a:moveTo>
                  <a:pt x="1585546" y="627569"/>
                </a:moveTo>
                <a:lnTo>
                  <a:pt x="1594016" y="631133"/>
                </a:lnTo>
                <a:moveTo>
                  <a:pt x="547942" y="618581"/>
                </a:moveTo>
                <a:lnTo>
                  <a:pt x="637869" y="666420"/>
                </a:lnTo>
                <a:moveTo>
                  <a:pt x="1773877" y="731761"/>
                </a:moveTo>
                <a:lnTo>
                  <a:pt x="1790075" y="629154"/>
                </a:lnTo>
                <a:moveTo>
                  <a:pt x="1827962" y="955051"/>
                </a:moveTo>
                <a:lnTo>
                  <a:pt x="1832286" y="1000230"/>
                </a:lnTo>
                <a:moveTo>
                  <a:pt x="1612429" y="873277"/>
                </a:moveTo>
                <a:lnTo>
                  <a:pt x="1596381" y="912936"/>
                </a:lnTo>
                <a:moveTo>
                  <a:pt x="1596381" y="912936"/>
                </a:moveTo>
                <a:lnTo>
                  <a:pt x="1629434" y="882827"/>
                </a:lnTo>
                <a:moveTo>
                  <a:pt x="2366459" y="455886"/>
                </a:moveTo>
                <a:lnTo>
                  <a:pt x="2470628" y="441245"/>
                </a:lnTo>
                <a:moveTo>
                  <a:pt x="1752965" y="607825"/>
                </a:moveTo>
                <a:lnTo>
                  <a:pt x="1773877" y="731761"/>
                </a:lnTo>
                <a:moveTo>
                  <a:pt x="903007" y="703664"/>
                </a:moveTo>
                <a:lnTo>
                  <a:pt x="1040042" y="663224"/>
                </a:lnTo>
                <a:moveTo>
                  <a:pt x="2212506" y="859655"/>
                </a:moveTo>
                <a:lnTo>
                  <a:pt x="2194563" y="863201"/>
                </a:lnTo>
                <a:moveTo>
                  <a:pt x="1514612" y="819271"/>
                </a:moveTo>
                <a:lnTo>
                  <a:pt x="1649630" y="777254"/>
                </a:lnTo>
                <a:moveTo>
                  <a:pt x="1594016" y="631133"/>
                </a:moveTo>
                <a:lnTo>
                  <a:pt x="1607852" y="611243"/>
                </a:lnTo>
                <a:moveTo>
                  <a:pt x="2287514" y="788297"/>
                </a:moveTo>
                <a:lnTo>
                  <a:pt x="2353890" y="720293"/>
                </a:lnTo>
                <a:moveTo>
                  <a:pt x="736480" y="840320"/>
                </a:moveTo>
                <a:lnTo>
                  <a:pt x="823069" y="771730"/>
                </a:lnTo>
                <a:moveTo>
                  <a:pt x="847044" y="785021"/>
                </a:moveTo>
                <a:lnTo>
                  <a:pt x="903007" y="703664"/>
                </a:lnTo>
                <a:moveTo>
                  <a:pt x="417723" y="892099"/>
                </a:moveTo>
                <a:lnTo>
                  <a:pt x="526120" y="885931"/>
                </a:lnTo>
                <a:moveTo>
                  <a:pt x="433148" y="599364"/>
                </a:moveTo>
                <a:lnTo>
                  <a:pt x="495411" y="658626"/>
                </a:lnTo>
                <a:moveTo>
                  <a:pt x="1612429" y="873277"/>
                </a:moveTo>
                <a:lnTo>
                  <a:pt x="1629434" y="882827"/>
                </a:lnTo>
                <a:moveTo>
                  <a:pt x="1607852" y="611243"/>
                </a:moveTo>
                <a:lnTo>
                  <a:pt x="1601979" y="635510"/>
                </a:lnTo>
                <a:moveTo>
                  <a:pt x="1797356" y="745171"/>
                </a:moveTo>
                <a:lnTo>
                  <a:pt x="1855142" y="665241"/>
                </a:lnTo>
                <a:moveTo>
                  <a:pt x="1773877" y="731761"/>
                </a:moveTo>
                <a:lnTo>
                  <a:pt x="1855142" y="665241"/>
                </a:lnTo>
                <a:moveTo>
                  <a:pt x="1586908" y="648180"/>
                </a:moveTo>
                <a:lnTo>
                  <a:pt x="1551025" y="722630"/>
                </a:lnTo>
                <a:moveTo>
                  <a:pt x="637869" y="666420"/>
                </a:moveTo>
                <a:lnTo>
                  <a:pt x="663459" y="643719"/>
                </a:lnTo>
                <a:moveTo>
                  <a:pt x="1689521" y="683332"/>
                </a:moveTo>
                <a:lnTo>
                  <a:pt x="1752965" y="607825"/>
                </a:lnTo>
                <a:moveTo>
                  <a:pt x="373666" y="629907"/>
                </a:moveTo>
                <a:lnTo>
                  <a:pt x="433148" y="599364"/>
                </a:lnTo>
                <a:moveTo>
                  <a:pt x="1629434" y="882827"/>
                </a:moveTo>
                <a:lnTo>
                  <a:pt x="1759308" y="840533"/>
                </a:lnTo>
                <a:moveTo>
                  <a:pt x="663459" y="643719"/>
                </a:moveTo>
                <a:lnTo>
                  <a:pt x="670395" y="684769"/>
                </a:lnTo>
                <a:moveTo>
                  <a:pt x="526120" y="885931"/>
                </a:moveTo>
                <a:lnTo>
                  <a:pt x="564235" y="859068"/>
                </a:lnTo>
                <a:moveTo>
                  <a:pt x="1770142" y="964005"/>
                </a:moveTo>
                <a:lnTo>
                  <a:pt x="1827962" y="955051"/>
                </a:lnTo>
                <a:moveTo>
                  <a:pt x="1594016" y="631133"/>
                </a:moveTo>
                <a:lnTo>
                  <a:pt x="1586908" y="648180"/>
                </a:lnTo>
                <a:moveTo>
                  <a:pt x="1586908" y="648180"/>
                </a:moveTo>
                <a:lnTo>
                  <a:pt x="1601979" y="635510"/>
                </a:lnTo>
                <a:moveTo>
                  <a:pt x="1043128" y="893387"/>
                </a:moveTo>
                <a:lnTo>
                  <a:pt x="1064089" y="950625"/>
                </a:lnTo>
                <a:moveTo>
                  <a:pt x="315234" y="709332"/>
                </a:moveTo>
                <a:lnTo>
                  <a:pt x="360836" y="632428"/>
                </a:lnTo>
                <a:moveTo>
                  <a:pt x="1594016" y="631133"/>
                </a:moveTo>
                <a:lnTo>
                  <a:pt x="1601979" y="635510"/>
                </a:lnTo>
                <a:moveTo>
                  <a:pt x="1154451" y="678868"/>
                </a:moveTo>
                <a:lnTo>
                  <a:pt x="1203830" y="643700"/>
                </a:lnTo>
                <a:moveTo>
                  <a:pt x="2212506" y="859655"/>
                </a:moveTo>
                <a:lnTo>
                  <a:pt x="2281739" y="795860"/>
                </a:lnTo>
                <a:moveTo>
                  <a:pt x="1629434" y="882827"/>
                </a:moveTo>
                <a:lnTo>
                  <a:pt x="1704379" y="808610"/>
                </a:lnTo>
                <a:moveTo>
                  <a:pt x="1158957" y="726359"/>
                </a:moveTo>
                <a:lnTo>
                  <a:pt x="1263263" y="679513"/>
                </a:lnTo>
                <a:moveTo>
                  <a:pt x="180076" y="876347"/>
                </a:moveTo>
                <a:lnTo>
                  <a:pt x="271305" y="800096"/>
                </a:lnTo>
                <a:moveTo>
                  <a:pt x="1937703" y="707321"/>
                </a:moveTo>
                <a:lnTo>
                  <a:pt x="1989865" y="669517"/>
                </a:lnTo>
                <a:moveTo>
                  <a:pt x="1612429" y="873277"/>
                </a:moveTo>
                <a:lnTo>
                  <a:pt x="1649630" y="777254"/>
                </a:lnTo>
                <a:moveTo>
                  <a:pt x="1704379" y="808610"/>
                </a:moveTo>
                <a:lnTo>
                  <a:pt x="1759308" y="840533"/>
                </a:lnTo>
                <a:moveTo>
                  <a:pt x="495411" y="658626"/>
                </a:moveTo>
                <a:lnTo>
                  <a:pt x="547942" y="618581"/>
                </a:lnTo>
                <a:moveTo>
                  <a:pt x="1649630" y="777254"/>
                </a:moveTo>
                <a:lnTo>
                  <a:pt x="1629434" y="882827"/>
                </a:lnTo>
                <a:moveTo>
                  <a:pt x="1551025" y="722630"/>
                </a:moveTo>
                <a:lnTo>
                  <a:pt x="1649630" y="777254"/>
                </a:lnTo>
                <a:moveTo>
                  <a:pt x="245946" y="797776"/>
                </a:moveTo>
                <a:lnTo>
                  <a:pt x="271305" y="800096"/>
                </a:lnTo>
                <a:moveTo>
                  <a:pt x="2085546" y="675330"/>
                </a:moveTo>
                <a:lnTo>
                  <a:pt x="2153854" y="603626"/>
                </a:lnTo>
                <a:moveTo>
                  <a:pt x="310065" y="718327"/>
                </a:moveTo>
                <a:lnTo>
                  <a:pt x="315234" y="709332"/>
                </a:lnTo>
                <a:moveTo>
                  <a:pt x="271305" y="800096"/>
                </a:moveTo>
                <a:lnTo>
                  <a:pt x="310065" y="718327"/>
                </a:lnTo>
                <a:moveTo>
                  <a:pt x="2254561" y="822301"/>
                </a:moveTo>
                <a:lnTo>
                  <a:pt x="2281739" y="795860"/>
                </a:lnTo>
                <a:moveTo>
                  <a:pt x="2341844" y="477914"/>
                </a:moveTo>
                <a:lnTo>
                  <a:pt x="2470628" y="441245"/>
                </a:lnTo>
                <a:moveTo>
                  <a:pt x="1727731" y="940954"/>
                </a:moveTo>
                <a:lnTo>
                  <a:pt x="1846238" y="886029"/>
                </a:lnTo>
                <a:moveTo>
                  <a:pt x="744400" y="727239"/>
                </a:moveTo>
                <a:lnTo>
                  <a:pt x="823069" y="771730"/>
                </a:lnTo>
                <a:moveTo>
                  <a:pt x="1759308" y="840533"/>
                </a:moveTo>
                <a:lnTo>
                  <a:pt x="1797356" y="745171"/>
                </a:lnTo>
                <a:moveTo>
                  <a:pt x="1855142" y="665241"/>
                </a:moveTo>
                <a:lnTo>
                  <a:pt x="1937703" y="707321"/>
                </a:lnTo>
                <a:moveTo>
                  <a:pt x="1989865" y="669517"/>
                </a:moveTo>
                <a:lnTo>
                  <a:pt x="2078520" y="682235"/>
                </a:lnTo>
                <a:moveTo>
                  <a:pt x="1043128" y="893387"/>
                </a:moveTo>
                <a:lnTo>
                  <a:pt x="1101566" y="932675"/>
                </a:lnTo>
                <a:moveTo>
                  <a:pt x="670395" y="684769"/>
                </a:moveTo>
                <a:lnTo>
                  <a:pt x="744400" y="727239"/>
                </a:lnTo>
                <a:moveTo>
                  <a:pt x="823069" y="771730"/>
                </a:moveTo>
                <a:lnTo>
                  <a:pt x="847044" y="785021"/>
                </a:lnTo>
                <a:moveTo>
                  <a:pt x="1551025" y="722630"/>
                </a:moveTo>
                <a:lnTo>
                  <a:pt x="1689521" y="683332"/>
                </a:lnTo>
                <a:moveTo>
                  <a:pt x="1586908" y="648180"/>
                </a:moveTo>
                <a:lnTo>
                  <a:pt x="1689521" y="683332"/>
                </a:lnTo>
                <a:moveTo>
                  <a:pt x="1649630" y="777254"/>
                </a:moveTo>
                <a:lnTo>
                  <a:pt x="1704379" y="808610"/>
                </a:lnTo>
                <a:moveTo>
                  <a:pt x="2153854" y="603626"/>
                </a:moveTo>
                <a:lnTo>
                  <a:pt x="2273371" y="549490"/>
                </a:lnTo>
                <a:moveTo>
                  <a:pt x="1704379" y="808610"/>
                </a:moveTo>
                <a:lnTo>
                  <a:pt x="1797356" y="745171"/>
                </a:lnTo>
                <a:moveTo>
                  <a:pt x="637869" y="666420"/>
                </a:moveTo>
                <a:lnTo>
                  <a:pt x="670395" y="684769"/>
                </a:lnTo>
                <a:moveTo>
                  <a:pt x="1601979" y="635510"/>
                </a:moveTo>
                <a:lnTo>
                  <a:pt x="1689521" y="683332"/>
                </a:lnTo>
                <a:moveTo>
                  <a:pt x="1704379" y="808610"/>
                </a:moveTo>
                <a:lnTo>
                  <a:pt x="1773877" y="731761"/>
                </a:lnTo>
                <a:moveTo>
                  <a:pt x="1770142" y="964005"/>
                </a:moveTo>
                <a:lnTo>
                  <a:pt x="1846238" y="886029"/>
                </a:lnTo>
                <a:moveTo>
                  <a:pt x="1773877" y="731761"/>
                </a:moveTo>
                <a:lnTo>
                  <a:pt x="1797356" y="745171"/>
                </a:lnTo>
                <a:moveTo>
                  <a:pt x="272442" y="926093"/>
                </a:moveTo>
                <a:lnTo>
                  <a:pt x="335255" y="952734"/>
                </a:lnTo>
                <a:moveTo>
                  <a:pt x="1158957" y="726359"/>
                </a:moveTo>
                <a:lnTo>
                  <a:pt x="1203830" y="643700"/>
                </a:lnTo>
                <a:moveTo>
                  <a:pt x="1689521" y="683332"/>
                </a:moveTo>
                <a:lnTo>
                  <a:pt x="1704379" y="808610"/>
                </a:lnTo>
                <a:moveTo>
                  <a:pt x="1041368" y="878302"/>
                </a:moveTo>
                <a:lnTo>
                  <a:pt x="1101566" y="932675"/>
                </a:lnTo>
                <a:moveTo>
                  <a:pt x="2464344" y="539620"/>
                </a:moveTo>
                <a:lnTo>
                  <a:pt x="2414435" y="637307"/>
                </a:lnTo>
                <a:moveTo>
                  <a:pt x="2273371" y="549490"/>
                </a:moveTo>
                <a:lnTo>
                  <a:pt x="2341844" y="477914"/>
                </a:lnTo>
                <a:moveTo>
                  <a:pt x="1649630" y="777254"/>
                </a:moveTo>
                <a:lnTo>
                  <a:pt x="1689521" y="683332"/>
                </a:lnTo>
                <a:moveTo>
                  <a:pt x="2464344" y="539620"/>
                </a:moveTo>
                <a:lnTo>
                  <a:pt x="2457492" y="545861"/>
                </a:lnTo>
                <a:moveTo>
                  <a:pt x="2012482" y="983863"/>
                </a:moveTo>
                <a:lnTo>
                  <a:pt x="2091789" y="940297"/>
                </a:lnTo>
                <a:moveTo>
                  <a:pt x="1689521" y="683332"/>
                </a:moveTo>
                <a:lnTo>
                  <a:pt x="1773877" y="731761"/>
                </a:lnTo>
                <a:moveTo>
                  <a:pt x="335255" y="952734"/>
                </a:moveTo>
                <a:lnTo>
                  <a:pt x="417723" y="892099"/>
                </a:lnTo>
                <a:moveTo>
                  <a:pt x="2091789" y="940297"/>
                </a:moveTo>
                <a:lnTo>
                  <a:pt x="2115144" y="926220"/>
                </a:lnTo>
                <a:moveTo>
                  <a:pt x="1040042" y="663224"/>
                </a:moveTo>
                <a:lnTo>
                  <a:pt x="1154451" y="678868"/>
                </a:lnTo>
                <a:moveTo>
                  <a:pt x="903007" y="703664"/>
                </a:moveTo>
                <a:lnTo>
                  <a:pt x="976513" y="738666"/>
                </a:lnTo>
                <a:moveTo>
                  <a:pt x="244817" y="904496"/>
                </a:moveTo>
                <a:lnTo>
                  <a:pt x="244649" y="931802"/>
                </a:lnTo>
                <a:moveTo>
                  <a:pt x="930836" y="904168"/>
                </a:moveTo>
                <a:lnTo>
                  <a:pt x="1043128" y="893387"/>
                </a:lnTo>
                <a:moveTo>
                  <a:pt x="1158957" y="726359"/>
                </a:moveTo>
                <a:lnTo>
                  <a:pt x="1237736" y="777611"/>
                </a:lnTo>
                <a:moveTo>
                  <a:pt x="1759308" y="840533"/>
                </a:moveTo>
                <a:lnTo>
                  <a:pt x="1846238" y="886029"/>
                </a:lnTo>
                <a:moveTo>
                  <a:pt x="321175" y="965910"/>
                </a:moveTo>
                <a:lnTo>
                  <a:pt x="272442" y="926093"/>
                </a:lnTo>
                <a:moveTo>
                  <a:pt x="2416626" y="626994"/>
                </a:moveTo>
                <a:lnTo>
                  <a:pt x="2414435" y="637307"/>
                </a:lnTo>
                <a:moveTo>
                  <a:pt x="935349" y="831591"/>
                </a:moveTo>
                <a:lnTo>
                  <a:pt x="930836" y="904168"/>
                </a:lnTo>
                <a:moveTo>
                  <a:pt x="1797356" y="745171"/>
                </a:moveTo>
                <a:lnTo>
                  <a:pt x="1937703" y="707321"/>
                </a:lnTo>
                <a:moveTo>
                  <a:pt x="2119928" y="925352"/>
                </a:moveTo>
                <a:lnTo>
                  <a:pt x="2115144" y="926220"/>
                </a:lnTo>
                <a:moveTo>
                  <a:pt x="2287514" y="788297"/>
                </a:moveTo>
                <a:lnTo>
                  <a:pt x="2354658" y="715682"/>
                </a:lnTo>
                <a:moveTo>
                  <a:pt x="930836" y="904168"/>
                </a:moveTo>
                <a:lnTo>
                  <a:pt x="1028884" y="884370"/>
                </a:lnTo>
                <a:moveTo>
                  <a:pt x="1116567" y="816309"/>
                </a:moveTo>
                <a:lnTo>
                  <a:pt x="1101566" y="932675"/>
                </a:lnTo>
                <a:moveTo>
                  <a:pt x="1759308" y="840533"/>
                </a:moveTo>
                <a:lnTo>
                  <a:pt x="1884651" y="790953"/>
                </a:lnTo>
                <a:moveTo>
                  <a:pt x="1846238" y="886029"/>
                </a:moveTo>
                <a:lnTo>
                  <a:pt x="1827962" y="955051"/>
                </a:lnTo>
                <a:moveTo>
                  <a:pt x="526700" y="712580"/>
                </a:moveTo>
                <a:lnTo>
                  <a:pt x="547942" y="618581"/>
                </a:lnTo>
                <a:moveTo>
                  <a:pt x="1116567" y="816309"/>
                </a:moveTo>
                <a:lnTo>
                  <a:pt x="1237736" y="777611"/>
                </a:lnTo>
                <a:moveTo>
                  <a:pt x="847044" y="785021"/>
                </a:moveTo>
                <a:lnTo>
                  <a:pt x="935349" y="831591"/>
                </a:lnTo>
                <a:moveTo>
                  <a:pt x="2153854" y="603626"/>
                </a:moveTo>
                <a:lnTo>
                  <a:pt x="2212027" y="626640"/>
                </a:lnTo>
                <a:moveTo>
                  <a:pt x="976513" y="738666"/>
                </a:moveTo>
                <a:lnTo>
                  <a:pt x="1040042" y="663224"/>
                </a:lnTo>
                <a:moveTo>
                  <a:pt x="547942" y="618581"/>
                </a:moveTo>
                <a:lnTo>
                  <a:pt x="560648" y="731157"/>
                </a:lnTo>
                <a:moveTo>
                  <a:pt x="1116567" y="816309"/>
                </a:moveTo>
                <a:lnTo>
                  <a:pt x="1182294" y="861253"/>
                </a:lnTo>
                <a:moveTo>
                  <a:pt x="847044" y="785021"/>
                </a:moveTo>
                <a:lnTo>
                  <a:pt x="976513" y="738666"/>
                </a:lnTo>
                <a:moveTo>
                  <a:pt x="1797356" y="745171"/>
                </a:moveTo>
                <a:lnTo>
                  <a:pt x="1884651" y="790953"/>
                </a:lnTo>
                <a:moveTo>
                  <a:pt x="373666" y="629907"/>
                </a:moveTo>
                <a:lnTo>
                  <a:pt x="495411" y="658626"/>
                </a:lnTo>
                <a:moveTo>
                  <a:pt x="1937703" y="707321"/>
                </a:moveTo>
                <a:lnTo>
                  <a:pt x="2078520" y="682235"/>
                </a:lnTo>
                <a:moveTo>
                  <a:pt x="2078520" y="682235"/>
                </a:moveTo>
                <a:lnTo>
                  <a:pt x="2085546" y="675330"/>
                </a:lnTo>
                <a:moveTo>
                  <a:pt x="2212506" y="859655"/>
                </a:moveTo>
                <a:lnTo>
                  <a:pt x="2115144" y="926220"/>
                </a:lnTo>
                <a:moveTo>
                  <a:pt x="678605" y="786077"/>
                </a:moveTo>
                <a:lnTo>
                  <a:pt x="744400" y="727239"/>
                </a:lnTo>
                <a:moveTo>
                  <a:pt x="2091789" y="940297"/>
                </a:moveTo>
                <a:lnTo>
                  <a:pt x="2119928" y="925352"/>
                </a:lnTo>
                <a:moveTo>
                  <a:pt x="2341844" y="477914"/>
                </a:moveTo>
                <a:lnTo>
                  <a:pt x="2402776" y="503085"/>
                </a:lnTo>
                <a:moveTo>
                  <a:pt x="637869" y="666420"/>
                </a:moveTo>
                <a:lnTo>
                  <a:pt x="678605" y="786077"/>
                </a:lnTo>
                <a:moveTo>
                  <a:pt x="678605" y="786077"/>
                </a:moveTo>
                <a:lnTo>
                  <a:pt x="670395" y="684769"/>
                </a:lnTo>
                <a:moveTo>
                  <a:pt x="2416626" y="626994"/>
                </a:moveTo>
                <a:lnTo>
                  <a:pt x="2354658" y="715682"/>
                </a:lnTo>
                <a:moveTo>
                  <a:pt x="2355873" y="708069"/>
                </a:moveTo>
                <a:lnTo>
                  <a:pt x="2354658" y="715682"/>
                </a:lnTo>
                <a:moveTo>
                  <a:pt x="1154451" y="678868"/>
                </a:moveTo>
                <a:lnTo>
                  <a:pt x="1158957" y="726359"/>
                </a:lnTo>
                <a:moveTo>
                  <a:pt x="244649" y="931802"/>
                </a:moveTo>
                <a:lnTo>
                  <a:pt x="321175" y="965910"/>
                </a:lnTo>
                <a:moveTo>
                  <a:pt x="1884651" y="790953"/>
                </a:moveTo>
                <a:lnTo>
                  <a:pt x="1937703" y="707321"/>
                </a:lnTo>
                <a:moveTo>
                  <a:pt x="417723" y="892099"/>
                </a:moveTo>
                <a:lnTo>
                  <a:pt x="461701" y="904015"/>
                </a:lnTo>
                <a:moveTo>
                  <a:pt x="2099510" y="681435"/>
                </a:moveTo>
                <a:lnTo>
                  <a:pt x="2085546" y="675330"/>
                </a:lnTo>
                <a:moveTo>
                  <a:pt x="1028884" y="884370"/>
                </a:moveTo>
                <a:lnTo>
                  <a:pt x="1043128" y="893387"/>
                </a:lnTo>
                <a:moveTo>
                  <a:pt x="2078520" y="682235"/>
                </a:moveTo>
                <a:lnTo>
                  <a:pt x="2099510" y="681435"/>
                </a:lnTo>
                <a:moveTo>
                  <a:pt x="1846238" y="886029"/>
                </a:moveTo>
                <a:lnTo>
                  <a:pt x="1884651" y="790953"/>
                </a:lnTo>
                <a:moveTo>
                  <a:pt x="2470628" y="441245"/>
                </a:moveTo>
                <a:lnTo>
                  <a:pt x="2464344" y="539620"/>
                </a:lnTo>
                <a:moveTo>
                  <a:pt x="1041368" y="878302"/>
                </a:moveTo>
                <a:lnTo>
                  <a:pt x="1043128" y="893387"/>
                </a:lnTo>
                <a:moveTo>
                  <a:pt x="1040042" y="663224"/>
                </a:moveTo>
                <a:lnTo>
                  <a:pt x="1110292" y="695680"/>
                </a:lnTo>
                <a:moveTo>
                  <a:pt x="560648" y="731157"/>
                </a:moveTo>
                <a:lnTo>
                  <a:pt x="637869" y="666420"/>
                </a:lnTo>
                <a:moveTo>
                  <a:pt x="465385" y="679146"/>
                </a:moveTo>
                <a:lnTo>
                  <a:pt x="495411" y="658626"/>
                </a:lnTo>
                <a:moveTo>
                  <a:pt x="935349" y="831591"/>
                </a:moveTo>
                <a:lnTo>
                  <a:pt x="1028884" y="884370"/>
                </a:lnTo>
                <a:moveTo>
                  <a:pt x="244817" y="904496"/>
                </a:moveTo>
                <a:lnTo>
                  <a:pt x="271305" y="800096"/>
                </a:lnTo>
                <a:moveTo>
                  <a:pt x="373666" y="629907"/>
                </a:moveTo>
                <a:lnTo>
                  <a:pt x="465385" y="679146"/>
                </a:lnTo>
                <a:moveTo>
                  <a:pt x="935349" y="831591"/>
                </a:moveTo>
                <a:lnTo>
                  <a:pt x="976513" y="738666"/>
                </a:lnTo>
                <a:moveTo>
                  <a:pt x="315234" y="709332"/>
                </a:moveTo>
                <a:lnTo>
                  <a:pt x="373666" y="629907"/>
                </a:lnTo>
                <a:moveTo>
                  <a:pt x="1028884" y="884370"/>
                </a:moveTo>
                <a:lnTo>
                  <a:pt x="1041368" y="878302"/>
                </a:lnTo>
                <a:moveTo>
                  <a:pt x="495411" y="658626"/>
                </a:moveTo>
                <a:lnTo>
                  <a:pt x="526700" y="712580"/>
                </a:lnTo>
                <a:moveTo>
                  <a:pt x="2119928" y="925352"/>
                </a:moveTo>
                <a:lnTo>
                  <a:pt x="2212506" y="859655"/>
                </a:lnTo>
                <a:moveTo>
                  <a:pt x="2402776" y="503085"/>
                </a:moveTo>
                <a:lnTo>
                  <a:pt x="2470628" y="441245"/>
                </a:lnTo>
                <a:moveTo>
                  <a:pt x="1110292" y="695680"/>
                </a:moveTo>
                <a:lnTo>
                  <a:pt x="1154451" y="678868"/>
                </a:lnTo>
                <a:moveTo>
                  <a:pt x="2085546" y="675330"/>
                </a:moveTo>
                <a:lnTo>
                  <a:pt x="2212027" y="626640"/>
                </a:lnTo>
                <a:moveTo>
                  <a:pt x="244649" y="931802"/>
                </a:moveTo>
                <a:lnTo>
                  <a:pt x="313644" y="935839"/>
                </a:lnTo>
                <a:moveTo>
                  <a:pt x="1937703" y="707321"/>
                </a:moveTo>
                <a:lnTo>
                  <a:pt x="2015501" y="745678"/>
                </a:lnTo>
                <a:moveTo>
                  <a:pt x="2254561" y="822301"/>
                </a:moveTo>
                <a:lnTo>
                  <a:pt x="2287514" y="788297"/>
                </a:lnTo>
                <a:moveTo>
                  <a:pt x="1116567" y="816309"/>
                </a:moveTo>
                <a:lnTo>
                  <a:pt x="1158957" y="726359"/>
                </a:lnTo>
                <a:moveTo>
                  <a:pt x="2212027" y="626640"/>
                </a:moveTo>
                <a:lnTo>
                  <a:pt x="2273371" y="549490"/>
                </a:lnTo>
                <a:moveTo>
                  <a:pt x="1041368" y="878302"/>
                </a:moveTo>
                <a:lnTo>
                  <a:pt x="1116567" y="816309"/>
                </a:lnTo>
                <a:moveTo>
                  <a:pt x="2190661" y="653533"/>
                </a:moveTo>
                <a:lnTo>
                  <a:pt x="2085546" y="675330"/>
                </a:lnTo>
                <a:moveTo>
                  <a:pt x="2273371" y="549490"/>
                </a:moveTo>
                <a:lnTo>
                  <a:pt x="2402776" y="503085"/>
                </a:lnTo>
                <a:moveTo>
                  <a:pt x="461701" y="904015"/>
                </a:moveTo>
                <a:lnTo>
                  <a:pt x="526120" y="885931"/>
                </a:lnTo>
                <a:moveTo>
                  <a:pt x="2015501" y="745678"/>
                </a:moveTo>
                <a:lnTo>
                  <a:pt x="2078520" y="682235"/>
                </a:lnTo>
                <a:moveTo>
                  <a:pt x="2290667" y="786993"/>
                </a:moveTo>
                <a:lnTo>
                  <a:pt x="2287514" y="788297"/>
                </a:lnTo>
                <a:moveTo>
                  <a:pt x="315234" y="709332"/>
                </a:moveTo>
                <a:lnTo>
                  <a:pt x="465385" y="679146"/>
                </a:lnTo>
                <a:moveTo>
                  <a:pt x="2355873" y="708069"/>
                </a:moveTo>
                <a:lnTo>
                  <a:pt x="2287514" y="788297"/>
                </a:lnTo>
                <a:moveTo>
                  <a:pt x="2042729" y="914427"/>
                </a:moveTo>
                <a:lnTo>
                  <a:pt x="2012482" y="983863"/>
                </a:lnTo>
                <a:moveTo>
                  <a:pt x="321175" y="965910"/>
                </a:moveTo>
                <a:lnTo>
                  <a:pt x="335255" y="952734"/>
                </a:lnTo>
                <a:moveTo>
                  <a:pt x="271305" y="800096"/>
                </a:moveTo>
                <a:lnTo>
                  <a:pt x="315234" y="709332"/>
                </a:lnTo>
                <a:moveTo>
                  <a:pt x="244817" y="904496"/>
                </a:moveTo>
                <a:lnTo>
                  <a:pt x="313644" y="935839"/>
                </a:lnTo>
                <a:moveTo>
                  <a:pt x="976513" y="738666"/>
                </a:moveTo>
                <a:lnTo>
                  <a:pt x="1110292" y="695680"/>
                </a:lnTo>
                <a:moveTo>
                  <a:pt x="1110292" y="695680"/>
                </a:moveTo>
                <a:lnTo>
                  <a:pt x="1158957" y="726359"/>
                </a:lnTo>
                <a:moveTo>
                  <a:pt x="465385" y="679146"/>
                </a:moveTo>
                <a:lnTo>
                  <a:pt x="526700" y="712580"/>
                </a:lnTo>
                <a:moveTo>
                  <a:pt x="2015501" y="745678"/>
                </a:moveTo>
                <a:lnTo>
                  <a:pt x="2099510" y="681435"/>
                </a:lnTo>
                <a:moveTo>
                  <a:pt x="1884651" y="790953"/>
                </a:moveTo>
                <a:lnTo>
                  <a:pt x="2015501" y="745678"/>
                </a:lnTo>
                <a:moveTo>
                  <a:pt x="2212506" y="859655"/>
                </a:moveTo>
                <a:lnTo>
                  <a:pt x="2254561" y="822301"/>
                </a:lnTo>
                <a:moveTo>
                  <a:pt x="2099510" y="681435"/>
                </a:moveTo>
                <a:lnTo>
                  <a:pt x="2190661" y="653533"/>
                </a:lnTo>
                <a:moveTo>
                  <a:pt x="2416626" y="626994"/>
                </a:moveTo>
                <a:lnTo>
                  <a:pt x="2464344" y="539620"/>
                </a:lnTo>
                <a:moveTo>
                  <a:pt x="1846238" y="886029"/>
                </a:moveTo>
                <a:lnTo>
                  <a:pt x="1961755" y="828767"/>
                </a:lnTo>
                <a:moveTo>
                  <a:pt x="2402776" y="503085"/>
                </a:moveTo>
                <a:lnTo>
                  <a:pt x="2464344" y="539620"/>
                </a:lnTo>
                <a:moveTo>
                  <a:pt x="359272" y="962973"/>
                </a:moveTo>
                <a:lnTo>
                  <a:pt x="335255" y="952734"/>
                </a:lnTo>
                <a:moveTo>
                  <a:pt x="2254561" y="822301"/>
                </a:moveTo>
                <a:lnTo>
                  <a:pt x="2290667" y="786993"/>
                </a:lnTo>
                <a:moveTo>
                  <a:pt x="935349" y="831591"/>
                </a:moveTo>
                <a:lnTo>
                  <a:pt x="1053228" y="776175"/>
                </a:lnTo>
                <a:moveTo>
                  <a:pt x="2042729" y="914427"/>
                </a:moveTo>
                <a:lnTo>
                  <a:pt x="2091789" y="940297"/>
                </a:lnTo>
                <a:moveTo>
                  <a:pt x="526700" y="712580"/>
                </a:moveTo>
                <a:lnTo>
                  <a:pt x="560648" y="731157"/>
                </a:lnTo>
                <a:moveTo>
                  <a:pt x="2290667" y="786993"/>
                </a:moveTo>
                <a:lnTo>
                  <a:pt x="2355873" y="708069"/>
                </a:lnTo>
                <a:moveTo>
                  <a:pt x="1028884" y="884370"/>
                </a:moveTo>
                <a:lnTo>
                  <a:pt x="1053228" y="776175"/>
                </a:lnTo>
                <a:moveTo>
                  <a:pt x="2355873" y="708069"/>
                </a:moveTo>
                <a:lnTo>
                  <a:pt x="2416626" y="626994"/>
                </a:lnTo>
                <a:moveTo>
                  <a:pt x="1884651" y="790953"/>
                </a:moveTo>
                <a:lnTo>
                  <a:pt x="1961755" y="828767"/>
                </a:lnTo>
                <a:moveTo>
                  <a:pt x="976513" y="738666"/>
                </a:moveTo>
                <a:lnTo>
                  <a:pt x="1053228" y="776175"/>
                </a:lnTo>
                <a:moveTo>
                  <a:pt x="1053228" y="776175"/>
                </a:moveTo>
                <a:lnTo>
                  <a:pt x="1158957" y="726359"/>
                </a:lnTo>
                <a:moveTo>
                  <a:pt x="321175" y="965910"/>
                </a:moveTo>
                <a:lnTo>
                  <a:pt x="359272" y="962973"/>
                </a:lnTo>
                <a:moveTo>
                  <a:pt x="465385" y="679146"/>
                </a:moveTo>
                <a:lnTo>
                  <a:pt x="535134" y="757641"/>
                </a:lnTo>
                <a:moveTo>
                  <a:pt x="244817" y="904496"/>
                </a:moveTo>
                <a:lnTo>
                  <a:pt x="343366" y="833968"/>
                </a:lnTo>
                <a:moveTo>
                  <a:pt x="1053228" y="776175"/>
                </a:moveTo>
                <a:lnTo>
                  <a:pt x="1041368" y="878302"/>
                </a:lnTo>
                <a:moveTo>
                  <a:pt x="335255" y="952734"/>
                </a:moveTo>
                <a:lnTo>
                  <a:pt x="461701" y="904015"/>
                </a:lnTo>
                <a:moveTo>
                  <a:pt x="2042729" y="914427"/>
                </a:moveTo>
                <a:lnTo>
                  <a:pt x="2119928" y="925352"/>
                </a:lnTo>
                <a:moveTo>
                  <a:pt x="2099510" y="681435"/>
                </a:moveTo>
                <a:lnTo>
                  <a:pt x="2150674" y="703782"/>
                </a:lnTo>
                <a:moveTo>
                  <a:pt x="2190661" y="653533"/>
                </a:moveTo>
                <a:lnTo>
                  <a:pt x="2212027" y="626640"/>
                </a:lnTo>
                <a:moveTo>
                  <a:pt x="2321214" y="567704"/>
                </a:moveTo>
                <a:lnTo>
                  <a:pt x="2273371" y="549490"/>
                </a:lnTo>
                <a:moveTo>
                  <a:pt x="313644" y="935839"/>
                </a:moveTo>
                <a:lnTo>
                  <a:pt x="321175" y="965910"/>
                </a:lnTo>
                <a:moveTo>
                  <a:pt x="535134" y="757641"/>
                </a:moveTo>
                <a:lnTo>
                  <a:pt x="526700" y="712580"/>
                </a:lnTo>
                <a:moveTo>
                  <a:pt x="396499" y="750399"/>
                </a:moveTo>
                <a:lnTo>
                  <a:pt x="465385" y="679146"/>
                </a:lnTo>
                <a:moveTo>
                  <a:pt x="2340961" y="557533"/>
                </a:moveTo>
                <a:lnTo>
                  <a:pt x="2273371" y="549490"/>
                </a:lnTo>
                <a:moveTo>
                  <a:pt x="1053228" y="776175"/>
                </a:moveTo>
                <a:lnTo>
                  <a:pt x="1116567" y="816309"/>
                </a:lnTo>
                <a:moveTo>
                  <a:pt x="2081612" y="893653"/>
                </a:moveTo>
                <a:lnTo>
                  <a:pt x="2119928" y="925352"/>
                </a:lnTo>
                <a:moveTo>
                  <a:pt x="315234" y="709332"/>
                </a:moveTo>
                <a:lnTo>
                  <a:pt x="396499" y="750399"/>
                </a:lnTo>
                <a:moveTo>
                  <a:pt x="271305" y="800096"/>
                </a:moveTo>
                <a:lnTo>
                  <a:pt x="396499" y="750399"/>
                </a:lnTo>
                <a:moveTo>
                  <a:pt x="535134" y="757641"/>
                </a:moveTo>
                <a:lnTo>
                  <a:pt x="560648" y="731157"/>
                </a:lnTo>
                <a:moveTo>
                  <a:pt x="2230029" y="634074"/>
                </a:moveTo>
                <a:lnTo>
                  <a:pt x="2212027" y="626640"/>
                </a:lnTo>
                <a:moveTo>
                  <a:pt x="1053228" y="776175"/>
                </a:moveTo>
                <a:lnTo>
                  <a:pt x="1110292" y="695680"/>
                </a:lnTo>
                <a:moveTo>
                  <a:pt x="313644" y="935839"/>
                </a:moveTo>
                <a:lnTo>
                  <a:pt x="359272" y="962973"/>
                </a:lnTo>
                <a:moveTo>
                  <a:pt x="1961755" y="828767"/>
                </a:moveTo>
                <a:lnTo>
                  <a:pt x="2015501" y="745678"/>
                </a:lnTo>
                <a:moveTo>
                  <a:pt x="2190661" y="653533"/>
                </a:moveTo>
                <a:lnTo>
                  <a:pt x="2230029" y="634074"/>
                </a:lnTo>
                <a:moveTo>
                  <a:pt x="465385" y="679146"/>
                </a:moveTo>
                <a:lnTo>
                  <a:pt x="490710" y="801587"/>
                </a:lnTo>
                <a:moveTo>
                  <a:pt x="271305" y="800096"/>
                </a:moveTo>
                <a:lnTo>
                  <a:pt x="343366" y="833968"/>
                </a:lnTo>
                <a:moveTo>
                  <a:pt x="2015501" y="745678"/>
                </a:moveTo>
                <a:lnTo>
                  <a:pt x="2150674" y="703782"/>
                </a:lnTo>
                <a:moveTo>
                  <a:pt x="2081612" y="893653"/>
                </a:moveTo>
                <a:lnTo>
                  <a:pt x="2212506" y="859655"/>
                </a:lnTo>
                <a:moveTo>
                  <a:pt x="2150674" y="703782"/>
                </a:moveTo>
                <a:lnTo>
                  <a:pt x="2190661" y="653533"/>
                </a:lnTo>
                <a:moveTo>
                  <a:pt x="2321214" y="567704"/>
                </a:moveTo>
                <a:lnTo>
                  <a:pt x="2212027" y="626640"/>
                </a:lnTo>
                <a:moveTo>
                  <a:pt x="2340961" y="557533"/>
                </a:moveTo>
                <a:lnTo>
                  <a:pt x="2402776" y="503085"/>
                </a:lnTo>
                <a:moveTo>
                  <a:pt x="2349538" y="581392"/>
                </a:moveTo>
                <a:lnTo>
                  <a:pt x="2464344" y="539620"/>
                </a:lnTo>
                <a:moveTo>
                  <a:pt x="2150674" y="703782"/>
                </a:moveTo>
                <a:lnTo>
                  <a:pt x="2230029" y="634074"/>
                </a:lnTo>
                <a:moveTo>
                  <a:pt x="359272" y="962973"/>
                </a:moveTo>
                <a:lnTo>
                  <a:pt x="447321" y="892773"/>
                </a:lnTo>
                <a:moveTo>
                  <a:pt x="2349538" y="581392"/>
                </a:moveTo>
                <a:lnTo>
                  <a:pt x="2416626" y="626994"/>
                </a:lnTo>
                <a:moveTo>
                  <a:pt x="2349538" y="581392"/>
                </a:moveTo>
                <a:lnTo>
                  <a:pt x="2402776" y="503085"/>
                </a:lnTo>
                <a:moveTo>
                  <a:pt x="2015501" y="745678"/>
                </a:moveTo>
                <a:lnTo>
                  <a:pt x="2091543" y="782661"/>
                </a:lnTo>
                <a:moveTo>
                  <a:pt x="2230029" y="634074"/>
                </a:moveTo>
                <a:lnTo>
                  <a:pt x="2321214" y="567704"/>
                </a:lnTo>
                <a:moveTo>
                  <a:pt x="490710" y="801587"/>
                </a:moveTo>
                <a:lnTo>
                  <a:pt x="535134" y="757641"/>
                </a:lnTo>
                <a:moveTo>
                  <a:pt x="313644" y="935839"/>
                </a:moveTo>
                <a:lnTo>
                  <a:pt x="343366" y="833968"/>
                </a:lnTo>
                <a:moveTo>
                  <a:pt x="313644" y="935839"/>
                </a:moveTo>
                <a:lnTo>
                  <a:pt x="447321" y="892773"/>
                </a:lnTo>
                <a:moveTo>
                  <a:pt x="343366" y="833968"/>
                </a:moveTo>
                <a:lnTo>
                  <a:pt x="396499" y="750399"/>
                </a:lnTo>
                <a:moveTo>
                  <a:pt x="396499" y="750399"/>
                </a:moveTo>
                <a:lnTo>
                  <a:pt x="490710" y="801587"/>
                </a:lnTo>
                <a:moveTo>
                  <a:pt x="1961755" y="828767"/>
                </a:moveTo>
                <a:lnTo>
                  <a:pt x="2091543" y="782661"/>
                </a:lnTo>
                <a:moveTo>
                  <a:pt x="2318852" y="676996"/>
                </a:moveTo>
                <a:lnTo>
                  <a:pt x="2416626" y="626994"/>
                </a:lnTo>
                <a:moveTo>
                  <a:pt x="2258564" y="758296"/>
                </a:moveTo>
                <a:lnTo>
                  <a:pt x="2290667" y="786993"/>
                </a:lnTo>
                <a:moveTo>
                  <a:pt x="2318852" y="676996"/>
                </a:moveTo>
                <a:lnTo>
                  <a:pt x="2355873" y="708069"/>
                </a:lnTo>
                <a:moveTo>
                  <a:pt x="2258564" y="758296"/>
                </a:moveTo>
                <a:lnTo>
                  <a:pt x="2355873" y="708069"/>
                </a:lnTo>
                <a:moveTo>
                  <a:pt x="2091543" y="782661"/>
                </a:moveTo>
                <a:lnTo>
                  <a:pt x="2150674" y="703782"/>
                </a:lnTo>
                <a:moveTo>
                  <a:pt x="2042729" y="914427"/>
                </a:moveTo>
                <a:lnTo>
                  <a:pt x="2081612" y="893653"/>
                </a:lnTo>
                <a:moveTo>
                  <a:pt x="1961755" y="828767"/>
                </a:moveTo>
                <a:lnTo>
                  <a:pt x="2044017" y="870613"/>
                </a:lnTo>
                <a:moveTo>
                  <a:pt x="2321214" y="567704"/>
                </a:moveTo>
                <a:lnTo>
                  <a:pt x="2340961" y="557533"/>
                </a:lnTo>
                <a:moveTo>
                  <a:pt x="447321" y="892773"/>
                </a:moveTo>
                <a:lnTo>
                  <a:pt x="471894" y="906963"/>
                </a:lnTo>
                <a:moveTo>
                  <a:pt x="490710" y="801587"/>
                </a:moveTo>
                <a:lnTo>
                  <a:pt x="471894" y="906963"/>
                </a:lnTo>
                <a:moveTo>
                  <a:pt x="343366" y="833968"/>
                </a:moveTo>
                <a:lnTo>
                  <a:pt x="447321" y="892773"/>
                </a:lnTo>
                <a:moveTo>
                  <a:pt x="343366" y="833968"/>
                </a:moveTo>
                <a:lnTo>
                  <a:pt x="490710" y="801587"/>
                </a:lnTo>
                <a:moveTo>
                  <a:pt x="447321" y="892773"/>
                </a:moveTo>
                <a:lnTo>
                  <a:pt x="490710" y="801587"/>
                </a:lnTo>
                <a:moveTo>
                  <a:pt x="2321214" y="567704"/>
                </a:moveTo>
                <a:lnTo>
                  <a:pt x="2329226" y="570692"/>
                </a:lnTo>
                <a:moveTo>
                  <a:pt x="2044017" y="870613"/>
                </a:moveTo>
                <a:lnTo>
                  <a:pt x="2042729" y="914427"/>
                </a:lnTo>
                <a:moveTo>
                  <a:pt x="2329226" y="570692"/>
                </a:moveTo>
                <a:lnTo>
                  <a:pt x="2340961" y="557533"/>
                </a:lnTo>
                <a:moveTo>
                  <a:pt x="2230029" y="634074"/>
                </a:moveTo>
                <a:lnTo>
                  <a:pt x="2270268" y="649707"/>
                </a:lnTo>
                <a:moveTo>
                  <a:pt x="2091543" y="782661"/>
                </a:moveTo>
                <a:lnTo>
                  <a:pt x="2081612" y="893653"/>
                </a:lnTo>
                <a:moveTo>
                  <a:pt x="2340961" y="557533"/>
                </a:moveTo>
                <a:lnTo>
                  <a:pt x="2349538" y="581392"/>
                </a:lnTo>
                <a:moveTo>
                  <a:pt x="2150674" y="703782"/>
                </a:moveTo>
                <a:lnTo>
                  <a:pt x="2270268" y="649707"/>
                </a:lnTo>
                <a:moveTo>
                  <a:pt x="2044017" y="870613"/>
                </a:moveTo>
                <a:lnTo>
                  <a:pt x="2081612" y="893653"/>
                </a:lnTo>
                <a:moveTo>
                  <a:pt x="2329226" y="570692"/>
                </a:moveTo>
                <a:lnTo>
                  <a:pt x="2349538" y="581392"/>
                </a:lnTo>
                <a:moveTo>
                  <a:pt x="2044017" y="870613"/>
                </a:moveTo>
                <a:lnTo>
                  <a:pt x="2091543" y="782661"/>
                </a:lnTo>
                <a:moveTo>
                  <a:pt x="2270268" y="649707"/>
                </a:moveTo>
                <a:lnTo>
                  <a:pt x="2321214" y="567704"/>
                </a:lnTo>
                <a:moveTo>
                  <a:pt x="2150674" y="703782"/>
                </a:moveTo>
                <a:lnTo>
                  <a:pt x="2219357" y="735012"/>
                </a:lnTo>
                <a:moveTo>
                  <a:pt x="2270268" y="649707"/>
                </a:moveTo>
                <a:lnTo>
                  <a:pt x="2329226" y="570692"/>
                </a:lnTo>
                <a:moveTo>
                  <a:pt x="2329226" y="570692"/>
                </a:moveTo>
                <a:lnTo>
                  <a:pt x="2318852" y="676996"/>
                </a:lnTo>
                <a:moveTo>
                  <a:pt x="2318852" y="676996"/>
                </a:moveTo>
                <a:lnTo>
                  <a:pt x="2349538" y="581392"/>
                </a:lnTo>
                <a:moveTo>
                  <a:pt x="2091543" y="782661"/>
                </a:moveTo>
                <a:lnTo>
                  <a:pt x="2219357" y="735012"/>
                </a:lnTo>
                <a:moveTo>
                  <a:pt x="1146399" y="707108"/>
                </a:moveTo>
                <a:lnTo>
                  <a:pt x="1170740" y="720472"/>
                </a:lnTo>
                <a:moveTo>
                  <a:pt x="1146399" y="707108"/>
                </a:moveTo>
                <a:lnTo>
                  <a:pt x="1181016" y="688695"/>
                </a:lnTo>
                <a:moveTo>
                  <a:pt x="2270268" y="649707"/>
                </a:moveTo>
                <a:lnTo>
                  <a:pt x="2318852" y="676996"/>
                </a:lnTo>
                <a:moveTo>
                  <a:pt x="2270268" y="649707"/>
                </a:moveTo>
                <a:lnTo>
                  <a:pt x="2258564" y="758296"/>
                </a:lnTo>
                <a:moveTo>
                  <a:pt x="1181016" y="688695"/>
                </a:moveTo>
                <a:lnTo>
                  <a:pt x="1170740" y="720472"/>
                </a:lnTo>
                <a:moveTo>
                  <a:pt x="2258564" y="758296"/>
                </a:moveTo>
                <a:lnTo>
                  <a:pt x="2318852" y="676996"/>
                </a:lnTo>
                <a:moveTo>
                  <a:pt x="1144974" y="752259"/>
                </a:moveTo>
                <a:lnTo>
                  <a:pt x="1146399" y="707108"/>
                </a:lnTo>
                <a:moveTo>
                  <a:pt x="1144974" y="752259"/>
                </a:moveTo>
                <a:lnTo>
                  <a:pt x="1170740" y="720472"/>
                </a:lnTo>
                <a:moveTo>
                  <a:pt x="2219357" y="735012"/>
                </a:moveTo>
                <a:lnTo>
                  <a:pt x="2270268" y="649707"/>
                </a:lnTo>
                <a:moveTo>
                  <a:pt x="2219357" y="735012"/>
                </a:moveTo>
                <a:lnTo>
                  <a:pt x="2258564" y="758296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4F0C1CF0-32AB-4833-8889-C341A3D4932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6936" y="685416"/>
                </a:moveTo>
                <a:lnTo>
                  <a:pt x="610107" y="6405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A398AB26-92CB-45CE-BADE-B079EA31753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4651" y="646336"/>
                </a:moveTo>
                <a:lnTo>
                  <a:pt x="886978" y="6272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5DF5EDB2-9C93-4A69-86BD-682FB47965DA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6978" y="627283"/>
                </a:moveTo>
                <a:lnTo>
                  <a:pt x="816632" y="7596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01FC1660-8AF0-48ED-A77F-A99059D81238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764" y="634719"/>
                </a:moveTo>
                <a:lnTo>
                  <a:pt x="1490815" y="6626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B6A922D3-0900-4829-B610-C2910DAC0CE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1442" y="688388"/>
                </a:moveTo>
                <a:lnTo>
                  <a:pt x="586936" y="685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235B12C7-E14A-4394-BF05-22492035A04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689" y="729986"/>
                </a:moveTo>
                <a:lnTo>
                  <a:pt x="1034651" y="6463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AC2BBA82-1CF2-496E-853A-6E351095E8E6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6936" y="685416"/>
                </a:moveTo>
                <a:lnTo>
                  <a:pt x="679184" y="743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5BE608E2-7FCF-4563-B06E-41B01C7B29A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4518" y="759346"/>
                </a:moveTo>
                <a:lnTo>
                  <a:pt x="1343764" y="6347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F9F382F3-2A08-483A-979D-5DBC1DD4FD38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9184" y="743927"/>
                </a:moveTo>
                <a:lnTo>
                  <a:pt x="816632" y="7596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DE3175C9-75F9-4835-AE2A-7BC7821BCC4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0815" y="662669"/>
                </a:moveTo>
                <a:lnTo>
                  <a:pt x="1547764" y="7704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2F677E9D-E2FF-461D-B4B8-6F93D6B6145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4518" y="759346"/>
                </a:moveTo>
                <a:lnTo>
                  <a:pt x="1109689" y="7299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BDEC42E6-1757-4A79-ADFC-97831B265E5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4394" y="877283"/>
                </a:moveTo>
                <a:lnTo>
                  <a:pt x="1254518" y="7593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D4E8F075-E15D-4984-AE7D-EC5FC51080C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6632" y="759654"/>
                </a:moveTo>
                <a:lnTo>
                  <a:pt x="885685" y="8446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D01807ED-5E35-4A38-93D0-C3EBF550924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077" y="979171"/>
                </a:moveTo>
                <a:lnTo>
                  <a:pt x="1235076" y="10036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D5E4A5FF-D324-45E7-A36D-FA116274E47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64" y="770436"/>
                </a:moveTo>
                <a:lnTo>
                  <a:pt x="1688744" y="8267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94BF5985-3014-4E33-B37C-8CF2E0A13EAC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073" y="753521"/>
                </a:moveTo>
                <a:lnTo>
                  <a:pt x="1827598" y="6113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F867A361-974D-435E-ABD8-6E0F794AECB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689" y="729986"/>
                </a:moveTo>
                <a:lnTo>
                  <a:pt x="1032744" y="859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0BA4F465-3B2E-4E6D-B1E7-75DE23E0595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05" y="895532"/>
                </a:moveTo>
                <a:lnTo>
                  <a:pt x="1547764" y="7704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C57B183C-331C-4C82-81E0-43356799FC6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744" y="826752"/>
                </a:moveTo>
                <a:lnTo>
                  <a:pt x="1815073" y="7535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75E6022A-61F3-401D-8ED0-1D0D6D4EA5F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2744" y="859859"/>
                </a:moveTo>
                <a:lnTo>
                  <a:pt x="1088077" y="979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87A0D72A-4B01-4EC4-8095-C065874CBC9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744" y="826752"/>
                </a:moveTo>
                <a:lnTo>
                  <a:pt x="1684196" y="9737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6D8119C1-3616-45E2-8819-18592A8F060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05" y="895532"/>
                </a:moveTo>
                <a:lnTo>
                  <a:pt x="1314394" y="8772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D4DEECB2-A2C5-4811-B18C-7BBD76D87E7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076" y="1003698"/>
                </a:moveTo>
                <a:lnTo>
                  <a:pt x="1314394" y="8772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7280094A-CDA6-40C8-82C8-43F61753D76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073" y="753521"/>
                </a:moveTo>
                <a:lnTo>
                  <a:pt x="1940424" y="8366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79EB1C4B-63EB-4F2F-B708-3AA89D3D0A3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5685" y="844651"/>
                </a:moveTo>
                <a:lnTo>
                  <a:pt x="1032744" y="859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FD2C78B8-24EC-473B-AA62-8A9B543A1C0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685" y="1004792"/>
                </a:moveTo>
                <a:lnTo>
                  <a:pt x="1461505" y="8955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0D00F5EE-C11B-46C9-B7B7-A3BC86E98C8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0424" y="836669"/>
                </a:moveTo>
                <a:lnTo>
                  <a:pt x="2066264" y="8029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DE31CF38-E58E-4A95-8274-9C324603A3C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0086" y="764153"/>
                </a:moveTo>
                <a:lnTo>
                  <a:pt x="451442" y="6883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F05D3D45-17F7-455F-89B5-C8F4570F6BE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264" y="802976"/>
                </a:moveTo>
                <a:lnTo>
                  <a:pt x="2151490" y="691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29231793-FC9D-4B89-8B0C-F785577AC66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196" y="973781"/>
                </a:moveTo>
                <a:lnTo>
                  <a:pt x="1537685" y="1004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9BAD1652-57A7-43EE-95DD-7B644D41276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490" y="691594"/>
                </a:moveTo>
                <a:lnTo>
                  <a:pt x="2272755" y="6520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C6025741-AB2B-411C-8E8A-0101AB586048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2755" y="652054"/>
                </a:moveTo>
                <a:lnTo>
                  <a:pt x="2352987" y="5460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F28C968C-FF16-4BDF-A230-FE1AC2A91AF2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689" y="729986"/>
                </a:moveTo>
                <a:lnTo>
                  <a:pt x="1108753" y="655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B42E3ACE-AC54-4F98-8FBD-6B7A9288396E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64" y="770436"/>
                </a:moveTo>
                <a:lnTo>
                  <a:pt x="1543975" y="725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37E9FC9A-9873-408F-A6FF-F349D9654524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13400" y="780774"/>
                </a:moveTo>
                <a:lnTo>
                  <a:pt x="226167" y="8412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AE14BB57-537C-4D8E-80BC-8B5315ABA29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13400" y="780774"/>
                </a:moveTo>
                <a:lnTo>
                  <a:pt x="450086" y="7641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03900DA3-F2C3-4450-980C-E4E5539E6B51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2755" y="652054"/>
                </a:moveTo>
                <a:lnTo>
                  <a:pt x="2235218" y="6046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8669E48B-67CC-41BC-8BB4-7DA8837A119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3757" y="733592"/>
                </a:moveTo>
                <a:lnTo>
                  <a:pt x="313400" y="7807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133B4832-E7EE-4D1D-A116-9B3E373F2C7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2171" y="730712"/>
                </a:moveTo>
                <a:lnTo>
                  <a:pt x="1260516" y="7302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0BFF0CD6-9D56-451E-8C79-92A726CB897C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413" y="784366"/>
                </a:moveTo>
                <a:lnTo>
                  <a:pt x="1693804" y="784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5EDE1433-2641-44A2-9762-1B3EF15CA991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9879" y="780345"/>
                </a:moveTo>
                <a:lnTo>
                  <a:pt x="1947664" y="6662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5B73DF7C-8E05-46FD-8693-6F3713985556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497" y="857892"/>
                </a:moveTo>
                <a:lnTo>
                  <a:pt x="1173129" y="858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13B564DC-21DC-4A1E-9B28-EB193C6F29A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2171" y="730712"/>
                </a:moveTo>
                <a:lnTo>
                  <a:pt x="1173129" y="858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4693D7B6-B189-4EA6-AE14-1E682F2FCF2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0875" y="757644"/>
                </a:moveTo>
                <a:lnTo>
                  <a:pt x="942833" y="7429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4D6C992B-D336-4ED3-8A46-0B9C3263E8B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2171" y="730712"/>
                </a:moveTo>
                <a:lnTo>
                  <a:pt x="1164236" y="6100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32091D0D-FB60-4308-8F1D-93018146C102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2833" y="742960"/>
                </a:moveTo>
                <a:lnTo>
                  <a:pt x="1028497" y="8578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9FD43D43-3AD8-4F53-BC6C-0066B520A30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4236" y="610077"/>
                </a:moveTo>
                <a:lnTo>
                  <a:pt x="1021033" y="6144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3BADEBD6-B44A-4C59-A65F-A9935FCD95F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9989" y="737380"/>
                </a:moveTo>
                <a:lnTo>
                  <a:pt x="1483759" y="6313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C8C16905-4F82-4461-8B02-1235C7DC0C4C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9989" y="737380"/>
                </a:moveTo>
                <a:lnTo>
                  <a:pt x="1252171" y="7307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08B5B73D-8710-403A-B7E2-EC34AAEE54C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1033" y="614439"/>
                </a:moveTo>
                <a:lnTo>
                  <a:pt x="942833" y="7429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BC7AF8CC-651B-4019-AF74-819B2B4A36E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3759" y="631339"/>
                </a:moveTo>
                <a:lnTo>
                  <a:pt x="1620271" y="6440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93C344C3-A7A9-405E-BC23-FDB0AA60D9A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5868" y="751931"/>
                </a:moveTo>
                <a:lnTo>
                  <a:pt x="820875" y="7576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47C7EAB3-87E9-42F9-BE01-DFD722A18E2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4251" y="878337"/>
                </a:moveTo>
                <a:lnTo>
                  <a:pt x="1389989" y="7373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5229299F-377E-4A90-95CF-961A48D04CF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271" y="644003"/>
                </a:moveTo>
                <a:lnTo>
                  <a:pt x="1681413" y="7843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EF633DBF-D7FE-4DFD-B96B-5D361DA41516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969" y="876794"/>
                </a:moveTo>
                <a:lnTo>
                  <a:pt x="1681413" y="7843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0792BCA8-CE2C-4E9C-BFE3-BB0126E0435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969" y="876794"/>
                </a:moveTo>
                <a:lnTo>
                  <a:pt x="1454251" y="878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B2BAC2E1-B2E0-491E-AE7E-AC0BB6A187E2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129" y="858431"/>
                </a:moveTo>
                <a:lnTo>
                  <a:pt x="1238907" y="9686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82F9D44A-387D-4236-BDC1-CF9C94859A64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715" y="485526"/>
                </a:moveTo>
                <a:lnTo>
                  <a:pt x="2344793" y="5021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60E4FB16-006A-4C79-ADE7-FED19A27146E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1280" y="983712"/>
                </a:moveTo>
                <a:lnTo>
                  <a:pt x="1454251" y="878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5AD20D30-DAAF-4EF7-AFF0-230B5A9A532C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413" y="784366"/>
                </a:moveTo>
                <a:lnTo>
                  <a:pt x="1822149" y="8290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E4B27155-AC1A-4C3D-A596-311DA306A3C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8642" y="768446"/>
                </a:moveTo>
                <a:lnTo>
                  <a:pt x="715868" y="7519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F82C8263-DBB7-4A43-8FF6-8CC2F0307CC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49" y="829054"/>
                </a:moveTo>
                <a:lnTo>
                  <a:pt x="1949879" y="7803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03781964-4CD7-4D6C-80A8-077330ECBFFD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907" y="968621"/>
                </a:moveTo>
                <a:lnTo>
                  <a:pt x="1381280" y="9837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4A4105B0-D5A5-40F9-B2AA-612FD7FA60A2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8624" y="995546"/>
                </a:moveTo>
                <a:lnTo>
                  <a:pt x="1597969" y="876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722F886B-FE9F-455F-87AC-08A95CE8FA8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49" y="829054"/>
                </a:moveTo>
                <a:lnTo>
                  <a:pt x="1810298" y="9718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13D20BC5-68C9-402D-BEBF-AD8F66B2BA4C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298" y="971821"/>
                </a:moveTo>
                <a:lnTo>
                  <a:pt x="1668624" y="9955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09F8DC20-B9E5-4577-8AA2-A9EBF225125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9879" y="780345"/>
                </a:moveTo>
                <a:lnTo>
                  <a:pt x="2044517" y="7592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2ECA53F3-B9EF-4A2C-AE3B-4D86DAE1CD4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4320" y="846611"/>
                </a:moveTo>
                <a:lnTo>
                  <a:pt x="578642" y="7684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8DBAA368-09AC-4193-8D53-AB42854CC23C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4517" y="759271"/>
                </a:moveTo>
                <a:lnTo>
                  <a:pt x="2185814" y="737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FA64DBA9-9B80-4A7B-AB5A-3D97B9EDFA6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5814" y="737374"/>
                </a:moveTo>
                <a:lnTo>
                  <a:pt x="2253280" y="6184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89338A5C-85E8-45BF-88A8-BDAB71DED87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5868" y="751931"/>
                </a:moveTo>
                <a:lnTo>
                  <a:pt x="738317" y="7204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F07AA89C-048B-47BA-9D98-A9CF9C4C8E4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3280" y="618449"/>
                </a:moveTo>
                <a:lnTo>
                  <a:pt x="2265715" y="4855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C3B03398-84BB-402D-9CF3-A8B614A49D41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715" y="485526"/>
                </a:moveTo>
                <a:lnTo>
                  <a:pt x="2372555" y="4163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F42178E2-83B5-42DE-B87D-6D901BE3711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5802" y="785530"/>
                </a:moveTo>
                <a:lnTo>
                  <a:pt x="494320" y="8466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209302C0-C299-45EB-ACC0-C24BE80FC9ED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5802" y="785530"/>
                </a:moveTo>
                <a:lnTo>
                  <a:pt x="336541" y="6660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9384369F-7429-4F26-973B-ECB8397FEE1D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8568" y="861798"/>
                </a:moveTo>
                <a:lnTo>
                  <a:pt x="355802" y="7855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184FDE20-3C05-4E2F-87DD-1707E2D6561F}"/>
              </a:ext>
            </a:extLst>
          </p:cNvPr>
          <p:cNvSpPr>
            <a:spLocks/>
          </p:cNvSpPr>
          <p:nvPr/>
        </p:nvSpPr>
        <p:spPr>
          <a:xfrm>
            <a:off x="6434575" y="34268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55F99DB5-3845-4895-A8FC-FF79474BEDB2}"/>
              </a:ext>
            </a:extLst>
          </p:cNvPr>
          <p:cNvSpPr>
            <a:spLocks/>
          </p:cNvSpPr>
          <p:nvPr/>
        </p:nvSpPr>
        <p:spPr>
          <a:xfrm>
            <a:off x="6511809" y="335061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189FF4DD-186C-473B-A024-9BF7676EE0E2}"/>
              </a:ext>
            </a:extLst>
          </p:cNvPr>
          <p:cNvSpPr>
            <a:spLocks/>
          </p:cNvSpPr>
          <p:nvPr/>
        </p:nvSpPr>
        <p:spPr>
          <a:xfrm>
            <a:off x="6492548" y="32311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9B2C9B96-6D0E-4000-A164-A447B7959531}"/>
              </a:ext>
            </a:extLst>
          </p:cNvPr>
          <p:cNvSpPr>
            <a:spLocks/>
          </p:cNvSpPr>
          <p:nvPr/>
        </p:nvSpPr>
        <p:spPr>
          <a:xfrm>
            <a:off x="6650328" y="34116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08AAD121-B0E0-4269-AE24-094DE31616AE}"/>
              </a:ext>
            </a:extLst>
          </p:cNvPr>
          <p:cNvSpPr>
            <a:spLocks/>
          </p:cNvSpPr>
          <p:nvPr/>
        </p:nvSpPr>
        <p:spPr>
          <a:xfrm>
            <a:off x="6734649" y="33335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08483604-3CB4-4F2E-AC7F-BAD8874394A3}"/>
              </a:ext>
            </a:extLst>
          </p:cNvPr>
          <p:cNvSpPr>
            <a:spLocks/>
          </p:cNvSpPr>
          <p:nvPr/>
        </p:nvSpPr>
        <p:spPr>
          <a:xfrm>
            <a:off x="6871875" y="33170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9D6E6FE8-6A9A-4DA9-B4C5-5825A217A657}"/>
              </a:ext>
            </a:extLst>
          </p:cNvPr>
          <p:cNvSpPr>
            <a:spLocks/>
          </p:cNvSpPr>
          <p:nvPr/>
        </p:nvSpPr>
        <p:spPr>
          <a:xfrm>
            <a:off x="6894324" y="32855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E71F431B-7FE3-4BBB-AD94-28AA29261D45}"/>
              </a:ext>
            </a:extLst>
          </p:cNvPr>
          <p:cNvSpPr>
            <a:spLocks/>
          </p:cNvSpPr>
          <p:nvPr/>
        </p:nvSpPr>
        <p:spPr>
          <a:xfrm>
            <a:off x="6976883" y="33227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F39550C8-9B96-4A7E-A4A7-28B9DA2F2F55}"/>
              </a:ext>
            </a:extLst>
          </p:cNvPr>
          <p:cNvSpPr>
            <a:spLocks/>
          </p:cNvSpPr>
          <p:nvPr/>
        </p:nvSpPr>
        <p:spPr>
          <a:xfrm>
            <a:off x="7098841" y="33080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DEBE306D-0464-4801-B189-161254D008B2}"/>
              </a:ext>
            </a:extLst>
          </p:cNvPr>
          <p:cNvSpPr>
            <a:spLocks/>
          </p:cNvSpPr>
          <p:nvPr/>
        </p:nvSpPr>
        <p:spPr>
          <a:xfrm>
            <a:off x="7184504" y="34229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1357B3AE-0D59-4883-B521-DD7F37A105F7}"/>
              </a:ext>
            </a:extLst>
          </p:cNvPr>
          <p:cNvSpPr>
            <a:spLocks/>
          </p:cNvSpPr>
          <p:nvPr/>
        </p:nvSpPr>
        <p:spPr>
          <a:xfrm>
            <a:off x="7329136" y="34235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2C003D2F-17AD-4371-BB0C-6E1CF4AC931B}"/>
              </a:ext>
            </a:extLst>
          </p:cNvPr>
          <p:cNvSpPr>
            <a:spLocks/>
          </p:cNvSpPr>
          <p:nvPr/>
        </p:nvSpPr>
        <p:spPr>
          <a:xfrm>
            <a:off x="7394914" y="35337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8380DF23-3E68-466D-8CB8-842118B9CA7E}"/>
              </a:ext>
            </a:extLst>
          </p:cNvPr>
          <p:cNvSpPr>
            <a:spLocks/>
          </p:cNvSpPr>
          <p:nvPr/>
        </p:nvSpPr>
        <p:spPr>
          <a:xfrm>
            <a:off x="7537287" y="3548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D11D1883-F50E-4064-A6F4-A4C9A6D76A98}"/>
              </a:ext>
            </a:extLst>
          </p:cNvPr>
          <p:cNvSpPr>
            <a:spLocks/>
          </p:cNvSpPr>
          <p:nvPr/>
        </p:nvSpPr>
        <p:spPr>
          <a:xfrm>
            <a:off x="7610259" y="3443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BEEE2B71-7DA8-46C2-8A1C-0BAA6DDC5E4B}"/>
              </a:ext>
            </a:extLst>
          </p:cNvPr>
          <p:cNvSpPr>
            <a:spLocks/>
          </p:cNvSpPr>
          <p:nvPr/>
        </p:nvSpPr>
        <p:spPr>
          <a:xfrm>
            <a:off x="7545997" y="330246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92B8D9BB-F545-4F6D-9D91-19631C366C03}"/>
              </a:ext>
            </a:extLst>
          </p:cNvPr>
          <p:cNvSpPr>
            <a:spLocks/>
          </p:cNvSpPr>
          <p:nvPr/>
        </p:nvSpPr>
        <p:spPr>
          <a:xfrm>
            <a:off x="7639767" y="31964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D7A145B1-F1F5-42FC-83D2-9B5273C394F3}"/>
              </a:ext>
            </a:extLst>
          </p:cNvPr>
          <p:cNvSpPr>
            <a:spLocks/>
          </p:cNvSpPr>
          <p:nvPr/>
        </p:nvSpPr>
        <p:spPr>
          <a:xfrm>
            <a:off x="7776278" y="32090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26C34C61-7CF6-45BB-9659-16BA84207235}"/>
              </a:ext>
            </a:extLst>
          </p:cNvPr>
          <p:cNvSpPr>
            <a:spLocks/>
          </p:cNvSpPr>
          <p:nvPr/>
        </p:nvSpPr>
        <p:spPr>
          <a:xfrm>
            <a:off x="7837421" y="33494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8E6EEA9E-79F0-4D88-9EF9-78456623D169}"/>
              </a:ext>
            </a:extLst>
          </p:cNvPr>
          <p:cNvSpPr>
            <a:spLocks/>
          </p:cNvSpPr>
          <p:nvPr/>
        </p:nvSpPr>
        <p:spPr>
          <a:xfrm>
            <a:off x="7849811" y="33499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0972575A-67E4-471A-B2E3-D630CEEBFE8D}"/>
              </a:ext>
            </a:extLst>
          </p:cNvPr>
          <p:cNvSpPr>
            <a:spLocks/>
          </p:cNvSpPr>
          <p:nvPr/>
        </p:nvSpPr>
        <p:spPr>
          <a:xfrm>
            <a:off x="7978156" y="33941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224493D6-BEC8-4CA9-8481-ACF3BAE46965}"/>
              </a:ext>
            </a:extLst>
          </p:cNvPr>
          <p:cNvSpPr>
            <a:spLocks/>
          </p:cNvSpPr>
          <p:nvPr/>
        </p:nvSpPr>
        <p:spPr>
          <a:xfrm>
            <a:off x="8105887" y="33454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305A13BD-6AFD-4322-AFC6-741B04F1E179}"/>
              </a:ext>
            </a:extLst>
          </p:cNvPr>
          <p:cNvSpPr>
            <a:spLocks/>
          </p:cNvSpPr>
          <p:nvPr/>
        </p:nvSpPr>
        <p:spPr>
          <a:xfrm>
            <a:off x="8103672" y="32313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54843E63-1F5B-4F95-B570-856D467EB3B4}"/>
              </a:ext>
            </a:extLst>
          </p:cNvPr>
          <p:cNvSpPr>
            <a:spLocks/>
          </p:cNvSpPr>
          <p:nvPr/>
        </p:nvSpPr>
        <p:spPr>
          <a:xfrm>
            <a:off x="8200524" y="33243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D42836A7-F49F-4734-A679-0C6ED0B78E20}"/>
              </a:ext>
            </a:extLst>
          </p:cNvPr>
          <p:cNvSpPr>
            <a:spLocks/>
          </p:cNvSpPr>
          <p:nvPr/>
        </p:nvSpPr>
        <p:spPr>
          <a:xfrm>
            <a:off x="8341822" y="33024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177F040A-9495-48D0-BD7F-FDB5916EDB52}"/>
              </a:ext>
            </a:extLst>
          </p:cNvPr>
          <p:cNvSpPr>
            <a:spLocks/>
          </p:cNvSpPr>
          <p:nvPr/>
        </p:nvSpPr>
        <p:spPr>
          <a:xfrm>
            <a:off x="8409287" y="31835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16A2BCB1-A01D-49B9-852F-868838862F83}"/>
              </a:ext>
            </a:extLst>
          </p:cNvPr>
          <p:cNvSpPr>
            <a:spLocks/>
          </p:cNvSpPr>
          <p:nvPr/>
        </p:nvSpPr>
        <p:spPr>
          <a:xfrm>
            <a:off x="8421722" y="30506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61E5F26E-C8E6-42E2-BE02-95CC33987349}"/>
              </a:ext>
            </a:extLst>
          </p:cNvPr>
          <p:cNvSpPr>
            <a:spLocks/>
          </p:cNvSpPr>
          <p:nvPr/>
        </p:nvSpPr>
        <p:spPr>
          <a:xfrm>
            <a:off x="8500801" y="30672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D92608D9-DC42-4CBC-B7EF-AD85DD758604}"/>
              </a:ext>
            </a:extLst>
          </p:cNvPr>
          <p:cNvSpPr>
            <a:spLocks/>
          </p:cNvSpPr>
          <p:nvPr/>
        </p:nvSpPr>
        <p:spPr>
          <a:xfrm>
            <a:off x="8528562" y="29814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7A664715-6AC3-4938-B653-D3C85CA86711}"/>
              </a:ext>
            </a:extLst>
          </p:cNvPr>
          <p:cNvSpPr>
            <a:spLocks/>
          </p:cNvSpPr>
          <p:nvPr/>
        </p:nvSpPr>
        <p:spPr>
          <a:xfrm>
            <a:off x="7966306" y="35369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B0D80BBB-7875-4F7F-ABDF-3C123E5EEBA0}"/>
              </a:ext>
            </a:extLst>
          </p:cNvPr>
          <p:cNvSpPr>
            <a:spLocks/>
          </p:cNvSpPr>
          <p:nvPr/>
        </p:nvSpPr>
        <p:spPr>
          <a:xfrm>
            <a:off x="7824632" y="35606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4DE53846-62D9-4763-9AFD-650FD59F986C}"/>
              </a:ext>
            </a:extLst>
          </p:cNvPr>
          <p:cNvSpPr>
            <a:spLocks/>
          </p:cNvSpPr>
          <p:nvPr/>
        </p:nvSpPr>
        <p:spPr>
          <a:xfrm>
            <a:off x="7753977" y="34418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AB2B446F-1528-42E7-ADAF-4A1120CF4E4E}"/>
              </a:ext>
            </a:extLst>
          </p:cNvPr>
          <p:cNvSpPr>
            <a:spLocks/>
          </p:cNvSpPr>
          <p:nvPr/>
        </p:nvSpPr>
        <p:spPr>
          <a:xfrm>
            <a:off x="7408178" y="3295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00B6F2E0-6682-4B38-91BC-4018E309E532}"/>
              </a:ext>
            </a:extLst>
          </p:cNvPr>
          <p:cNvSpPr>
            <a:spLocks/>
          </p:cNvSpPr>
          <p:nvPr/>
        </p:nvSpPr>
        <p:spPr>
          <a:xfrm>
            <a:off x="7416524" y="32953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E4366644-209A-4426-A2ED-6F21E13ACE31}"/>
              </a:ext>
            </a:extLst>
          </p:cNvPr>
          <p:cNvSpPr>
            <a:spLocks/>
          </p:cNvSpPr>
          <p:nvPr/>
        </p:nvSpPr>
        <p:spPr>
          <a:xfrm>
            <a:off x="7320244" y="31751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11C33C66-82BF-4F75-8632-4B77C9E38919}"/>
              </a:ext>
            </a:extLst>
          </p:cNvPr>
          <p:cNvSpPr>
            <a:spLocks/>
          </p:cNvSpPr>
          <p:nvPr/>
        </p:nvSpPr>
        <p:spPr>
          <a:xfrm>
            <a:off x="7177040" y="31795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main_20">
            <a:extLst>
              <a:ext uri="{FF2B5EF4-FFF2-40B4-BE49-F238E27FC236}">
                <a16:creationId xmlns:a16="http://schemas.microsoft.com/office/drawing/2014/main" id="{3468F8E9-2FCB-4CC5-9B02-6160D5EE9FEA}"/>
              </a:ext>
            </a:extLst>
          </p:cNvPr>
          <p:cNvSpPr>
            <a:spLocks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1.82 Å   D 71%   Clash 0</a:t>
            </a:r>
          </a:p>
        </p:txBody>
      </p:sp>
      <p:sp>
        <p:nvSpPr>
          <p:cNvPr id="655" name="stage3-cases-main_21">
            <a:extLst>
              <a:ext uri="{FF2B5EF4-FFF2-40B4-BE49-F238E27FC236}">
                <a16:creationId xmlns:a16="http://schemas.microsoft.com/office/drawing/2014/main" id="{5AE0F10F-4614-4423-90CC-A72AB79F1FD0}"/>
              </a:ext>
            </a:extLst>
          </p:cNvPr>
          <p:cNvSpPr>
            <a:spLocks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main_22">
            <a:extLst>
              <a:ext uri="{FF2B5EF4-FFF2-40B4-BE49-F238E27FC236}">
                <a16:creationId xmlns:a16="http://schemas.microsoft.com/office/drawing/2014/main" id="{4F1DAB3B-0F8D-4627-BABE-447CF307CEB8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6156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main_23">
            <a:extLst>
              <a:ext uri="{FF2B5EF4-FFF2-40B4-BE49-F238E27FC236}">
                <a16:creationId xmlns:a16="http://schemas.microsoft.com/office/drawing/2014/main" id="{A592618B-3E0C-43D0-8231-7840799AB01F}"/>
              </a:ext>
            </a:extLst>
          </p:cNvPr>
          <p:cNvSpPr>
            <a:spLocks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3BBB0439-7819-48C6-8AE6-5D73078D7B7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123" y="870605"/>
                </a:moveTo>
                <a:lnTo>
                  <a:pt x="1437389" y="919243"/>
                </a:lnTo>
                <a:moveTo>
                  <a:pt x="1102011" y="592371"/>
                </a:moveTo>
                <a:lnTo>
                  <a:pt x="977447" y="600420"/>
                </a:lnTo>
                <a:moveTo>
                  <a:pt x="472159" y="695578"/>
                </a:moveTo>
                <a:lnTo>
                  <a:pt x="347457" y="651374"/>
                </a:lnTo>
                <a:moveTo>
                  <a:pt x="1228525" y="573336"/>
                </a:moveTo>
                <a:lnTo>
                  <a:pt x="1102011" y="592371"/>
                </a:lnTo>
                <a:moveTo>
                  <a:pt x="1437389" y="919243"/>
                </a:moveTo>
                <a:lnTo>
                  <a:pt x="1315398" y="817916"/>
                </a:lnTo>
                <a:moveTo>
                  <a:pt x="583247" y="650840"/>
                </a:moveTo>
                <a:lnTo>
                  <a:pt x="472159" y="695578"/>
                </a:lnTo>
                <a:moveTo>
                  <a:pt x="1315398" y="817916"/>
                </a:moveTo>
                <a:lnTo>
                  <a:pt x="1342068" y="677191"/>
                </a:lnTo>
                <a:moveTo>
                  <a:pt x="1342068" y="677191"/>
                </a:moveTo>
                <a:lnTo>
                  <a:pt x="1228525" y="573336"/>
                </a:lnTo>
                <a:moveTo>
                  <a:pt x="1315398" y="817916"/>
                </a:moveTo>
                <a:lnTo>
                  <a:pt x="1197368" y="865998"/>
                </a:lnTo>
                <a:moveTo>
                  <a:pt x="1228525" y="573336"/>
                </a:moveTo>
                <a:lnTo>
                  <a:pt x="1287373" y="420242"/>
                </a:lnTo>
                <a:moveTo>
                  <a:pt x="1437389" y="919243"/>
                </a:moveTo>
                <a:lnTo>
                  <a:pt x="1543533" y="931933"/>
                </a:lnTo>
                <a:moveTo>
                  <a:pt x="583247" y="650840"/>
                </a:moveTo>
                <a:lnTo>
                  <a:pt x="629373" y="494841"/>
                </a:lnTo>
                <a:moveTo>
                  <a:pt x="708734" y="744128"/>
                </a:moveTo>
                <a:lnTo>
                  <a:pt x="583247" y="650840"/>
                </a:lnTo>
                <a:moveTo>
                  <a:pt x="911108" y="961581"/>
                </a:moveTo>
                <a:lnTo>
                  <a:pt x="835979" y="962970"/>
                </a:lnTo>
                <a:moveTo>
                  <a:pt x="1287373" y="420242"/>
                </a:moveTo>
                <a:lnTo>
                  <a:pt x="1378200" y="376770"/>
                </a:lnTo>
                <a:moveTo>
                  <a:pt x="699774" y="872786"/>
                </a:moveTo>
                <a:lnTo>
                  <a:pt x="708734" y="744128"/>
                </a:lnTo>
                <a:moveTo>
                  <a:pt x="629373" y="494841"/>
                </a:moveTo>
                <a:lnTo>
                  <a:pt x="674865" y="424046"/>
                </a:lnTo>
                <a:moveTo>
                  <a:pt x="835979" y="962970"/>
                </a:moveTo>
                <a:lnTo>
                  <a:pt x="699774" y="872786"/>
                </a:lnTo>
                <a:moveTo>
                  <a:pt x="699774" y="872786"/>
                </a:moveTo>
                <a:lnTo>
                  <a:pt x="585990" y="918270"/>
                </a:lnTo>
                <a:moveTo>
                  <a:pt x="1378200" y="376770"/>
                </a:moveTo>
                <a:lnTo>
                  <a:pt x="1519807" y="417383"/>
                </a:lnTo>
                <a:moveTo>
                  <a:pt x="1543533" y="931933"/>
                </a:moveTo>
                <a:lnTo>
                  <a:pt x="1476035" y="984238"/>
                </a:lnTo>
                <a:moveTo>
                  <a:pt x="835979" y="962970"/>
                </a:moveTo>
                <a:lnTo>
                  <a:pt x="935524" y="908975"/>
                </a:lnTo>
                <a:moveTo>
                  <a:pt x="1378200" y="376770"/>
                </a:moveTo>
                <a:lnTo>
                  <a:pt x="1347594" y="295450"/>
                </a:lnTo>
                <a:moveTo>
                  <a:pt x="674865" y="424046"/>
                </a:moveTo>
                <a:lnTo>
                  <a:pt x="805149" y="458147"/>
                </a:lnTo>
                <a:moveTo>
                  <a:pt x="674865" y="424046"/>
                </a:moveTo>
                <a:lnTo>
                  <a:pt x="586275" y="325763"/>
                </a:lnTo>
                <a:moveTo>
                  <a:pt x="1519807" y="417383"/>
                </a:moveTo>
                <a:lnTo>
                  <a:pt x="1572544" y="363311"/>
                </a:lnTo>
                <a:moveTo>
                  <a:pt x="1062020" y="1148291"/>
                </a:moveTo>
                <a:lnTo>
                  <a:pt x="1146338" y="1254304"/>
                </a:lnTo>
                <a:moveTo>
                  <a:pt x="1027785" y="1024708"/>
                </a:moveTo>
                <a:lnTo>
                  <a:pt x="1062020" y="1148291"/>
                </a:lnTo>
                <a:moveTo>
                  <a:pt x="935524" y="908975"/>
                </a:moveTo>
                <a:lnTo>
                  <a:pt x="1027785" y="1024708"/>
                </a:lnTo>
                <a:moveTo>
                  <a:pt x="1476035" y="984238"/>
                </a:moveTo>
                <a:lnTo>
                  <a:pt x="1570070" y="949705"/>
                </a:lnTo>
                <a:moveTo>
                  <a:pt x="805149" y="458147"/>
                </a:moveTo>
                <a:lnTo>
                  <a:pt x="846670" y="394955"/>
                </a:lnTo>
                <a:moveTo>
                  <a:pt x="1347594" y="295450"/>
                </a:moveTo>
                <a:lnTo>
                  <a:pt x="1470330" y="288802"/>
                </a:lnTo>
                <a:moveTo>
                  <a:pt x="586275" y="325763"/>
                </a:moveTo>
                <a:lnTo>
                  <a:pt x="626955" y="262014"/>
                </a:lnTo>
                <a:moveTo>
                  <a:pt x="1572544" y="363311"/>
                </a:moveTo>
                <a:lnTo>
                  <a:pt x="1470330" y="288802"/>
                </a:lnTo>
                <a:moveTo>
                  <a:pt x="1146338" y="1254304"/>
                </a:moveTo>
                <a:lnTo>
                  <a:pt x="1197768" y="1237437"/>
                </a:lnTo>
                <a:moveTo>
                  <a:pt x="1027785" y="1024708"/>
                </a:moveTo>
                <a:lnTo>
                  <a:pt x="1080886" y="1010236"/>
                </a:lnTo>
                <a:moveTo>
                  <a:pt x="1570070" y="949705"/>
                </a:moveTo>
                <a:lnTo>
                  <a:pt x="1541079" y="799136"/>
                </a:lnTo>
                <a:moveTo>
                  <a:pt x="846670" y="394955"/>
                </a:moveTo>
                <a:lnTo>
                  <a:pt x="757295" y="296833"/>
                </a:lnTo>
                <a:moveTo>
                  <a:pt x="626955" y="262014"/>
                </a:moveTo>
                <a:lnTo>
                  <a:pt x="757295" y="296833"/>
                </a:lnTo>
                <a:moveTo>
                  <a:pt x="2178005" y="1278528"/>
                </a:moveTo>
                <a:lnTo>
                  <a:pt x="2265394" y="1231192"/>
                </a:lnTo>
                <a:moveTo>
                  <a:pt x="1541079" y="799136"/>
                </a:moveTo>
                <a:lnTo>
                  <a:pt x="1638893" y="760682"/>
                </a:lnTo>
                <a:moveTo>
                  <a:pt x="1165326" y="1115714"/>
                </a:moveTo>
                <a:lnTo>
                  <a:pt x="1197768" y="1237437"/>
                </a:lnTo>
                <a:moveTo>
                  <a:pt x="2265394" y="1231192"/>
                </a:moveTo>
                <a:lnTo>
                  <a:pt x="2418004" y="1288389"/>
                </a:lnTo>
                <a:moveTo>
                  <a:pt x="1080886" y="1010236"/>
                </a:moveTo>
                <a:lnTo>
                  <a:pt x="1165326" y="1115714"/>
                </a:lnTo>
                <a:moveTo>
                  <a:pt x="757295" y="296833"/>
                </a:moveTo>
                <a:lnTo>
                  <a:pt x="798183" y="233450"/>
                </a:lnTo>
                <a:moveTo>
                  <a:pt x="2265394" y="1231192"/>
                </a:moveTo>
                <a:lnTo>
                  <a:pt x="2198373" y="1277253"/>
                </a:lnTo>
                <a:moveTo>
                  <a:pt x="1281440" y="39606"/>
                </a:moveTo>
                <a:lnTo>
                  <a:pt x="1154122" y="112724"/>
                </a:lnTo>
                <a:moveTo>
                  <a:pt x="1936972" y="1223951"/>
                </a:moveTo>
                <a:lnTo>
                  <a:pt x="1831210" y="1146167"/>
                </a:lnTo>
                <a:moveTo>
                  <a:pt x="2059078" y="1203907"/>
                </a:moveTo>
                <a:lnTo>
                  <a:pt x="1936972" y="1223951"/>
                </a:lnTo>
                <a:moveTo>
                  <a:pt x="2198373" y="1277253"/>
                </a:moveTo>
                <a:lnTo>
                  <a:pt x="2059078" y="1203907"/>
                </a:lnTo>
                <a:moveTo>
                  <a:pt x="1154122" y="112724"/>
                </a:moveTo>
                <a:lnTo>
                  <a:pt x="1200166" y="235874"/>
                </a:lnTo>
                <a:moveTo>
                  <a:pt x="1831210" y="1146167"/>
                </a:moveTo>
                <a:lnTo>
                  <a:pt x="1880462" y="1076322"/>
                </a:lnTo>
                <a:moveTo>
                  <a:pt x="2059078" y="1203907"/>
                </a:moveTo>
                <a:lnTo>
                  <a:pt x="2022725" y="1110695"/>
                </a:lnTo>
                <a:moveTo>
                  <a:pt x="2022725" y="1110695"/>
                </a:moveTo>
                <a:lnTo>
                  <a:pt x="1880462" y="1076322"/>
                </a:lnTo>
                <a:moveTo>
                  <a:pt x="375968" y="1019900"/>
                </a:moveTo>
                <a:lnTo>
                  <a:pt x="530559" y="1037221"/>
                </a:lnTo>
                <a:moveTo>
                  <a:pt x="530559" y="1037221"/>
                </a:moveTo>
                <a:lnTo>
                  <a:pt x="570117" y="1180016"/>
                </a:lnTo>
                <a:moveTo>
                  <a:pt x="530559" y="1037221"/>
                </a:moveTo>
                <a:lnTo>
                  <a:pt x="589601" y="916139"/>
                </a:lnTo>
                <a:moveTo>
                  <a:pt x="570117" y="1180016"/>
                </a:moveTo>
                <a:lnTo>
                  <a:pt x="706806" y="1218733"/>
                </a:lnTo>
                <a:moveTo>
                  <a:pt x="589601" y="916139"/>
                </a:moveTo>
                <a:lnTo>
                  <a:pt x="562391" y="767195"/>
                </a:lnTo>
                <a:moveTo>
                  <a:pt x="2173895" y="742913"/>
                </a:moveTo>
                <a:lnTo>
                  <a:pt x="2116488" y="878923"/>
                </a:lnTo>
                <a:moveTo>
                  <a:pt x="562391" y="767195"/>
                </a:moveTo>
                <a:lnTo>
                  <a:pt x="627466" y="651570"/>
                </a:lnTo>
                <a:moveTo>
                  <a:pt x="570117" y="1180016"/>
                </a:moveTo>
                <a:lnTo>
                  <a:pt x="478798" y="1254272"/>
                </a:lnTo>
                <a:moveTo>
                  <a:pt x="2177815" y="957279"/>
                </a:moveTo>
                <a:lnTo>
                  <a:pt x="2116488" y="878923"/>
                </a:lnTo>
                <a:moveTo>
                  <a:pt x="2272731" y="740651"/>
                </a:moveTo>
                <a:lnTo>
                  <a:pt x="2173895" y="742913"/>
                </a:lnTo>
                <a:moveTo>
                  <a:pt x="627466" y="651570"/>
                </a:moveTo>
                <a:lnTo>
                  <a:pt x="564332" y="656728"/>
                </a:lnTo>
                <a:moveTo>
                  <a:pt x="2272562" y="876363"/>
                </a:moveTo>
                <a:lnTo>
                  <a:pt x="2177815" y="957279"/>
                </a:lnTo>
                <a:moveTo>
                  <a:pt x="2368358" y="622801"/>
                </a:moveTo>
                <a:lnTo>
                  <a:pt x="2272731" y="740651"/>
                </a:lnTo>
                <a:moveTo>
                  <a:pt x="2272731" y="740651"/>
                </a:moveTo>
                <a:lnTo>
                  <a:pt x="2272562" y="876363"/>
                </a:lnTo>
                <a:moveTo>
                  <a:pt x="564332" y="656728"/>
                </a:moveTo>
                <a:lnTo>
                  <a:pt x="406513" y="629765"/>
                </a:lnTo>
                <a:moveTo>
                  <a:pt x="2316953" y="554140"/>
                </a:moveTo>
                <a:lnTo>
                  <a:pt x="2368358" y="622801"/>
                </a:lnTo>
                <a:moveTo>
                  <a:pt x="2392343" y="419920"/>
                </a:moveTo>
                <a:lnTo>
                  <a:pt x="2316953" y="554140"/>
                </a:lnTo>
                <a:moveTo>
                  <a:pt x="2316953" y="554140"/>
                </a:moveTo>
                <a:lnTo>
                  <a:pt x="2340119" y="656081"/>
                </a:lnTo>
                <a:moveTo>
                  <a:pt x="2340119" y="656081"/>
                </a:moveTo>
                <a:lnTo>
                  <a:pt x="2461091" y="671833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CD2EB952-481F-4896-B725-ED56B4B01521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6207" y="609258"/>
                </a:moveTo>
                <a:lnTo>
                  <a:pt x="1470062" y="625826"/>
                </a:lnTo>
                <a:moveTo>
                  <a:pt x="1086209" y="615393"/>
                </a:moveTo>
                <a:lnTo>
                  <a:pt x="1064293" y="597637"/>
                </a:lnTo>
                <a:moveTo>
                  <a:pt x="1091952" y="586569"/>
                </a:moveTo>
                <a:lnTo>
                  <a:pt x="1064293" y="597637"/>
                </a:lnTo>
                <a:moveTo>
                  <a:pt x="1086209" y="615393"/>
                </a:moveTo>
                <a:lnTo>
                  <a:pt x="1091952" y="586569"/>
                </a:lnTo>
                <a:moveTo>
                  <a:pt x="1546207" y="609258"/>
                </a:moveTo>
                <a:lnTo>
                  <a:pt x="1538542" y="575894"/>
                </a:lnTo>
                <a:moveTo>
                  <a:pt x="1538542" y="575894"/>
                </a:moveTo>
                <a:lnTo>
                  <a:pt x="1470062" y="625826"/>
                </a:lnTo>
                <a:moveTo>
                  <a:pt x="1470062" y="625826"/>
                </a:moveTo>
                <a:lnTo>
                  <a:pt x="1533050" y="578062"/>
                </a:lnTo>
                <a:moveTo>
                  <a:pt x="1572514" y="475429"/>
                </a:moveTo>
                <a:lnTo>
                  <a:pt x="1471998" y="427711"/>
                </a:lnTo>
                <a:moveTo>
                  <a:pt x="1572514" y="475429"/>
                </a:moveTo>
                <a:lnTo>
                  <a:pt x="1489524" y="366750"/>
                </a:lnTo>
                <a:moveTo>
                  <a:pt x="1572514" y="475429"/>
                </a:moveTo>
                <a:lnTo>
                  <a:pt x="1598186" y="380476"/>
                </a:lnTo>
                <a:moveTo>
                  <a:pt x="1471998" y="427711"/>
                </a:moveTo>
                <a:lnTo>
                  <a:pt x="1489524" y="366750"/>
                </a:lnTo>
                <a:moveTo>
                  <a:pt x="1598186" y="380476"/>
                </a:moveTo>
                <a:lnTo>
                  <a:pt x="1489524" y="366750"/>
                </a:lnTo>
                <a:moveTo>
                  <a:pt x="1538542" y="575894"/>
                </a:moveTo>
                <a:lnTo>
                  <a:pt x="1572514" y="475429"/>
                </a:lnTo>
                <a:moveTo>
                  <a:pt x="1572514" y="475429"/>
                </a:moveTo>
                <a:lnTo>
                  <a:pt x="1533050" y="578062"/>
                </a:lnTo>
                <a:moveTo>
                  <a:pt x="1471998" y="427711"/>
                </a:moveTo>
                <a:lnTo>
                  <a:pt x="1434352" y="392757"/>
                </a:lnTo>
                <a:moveTo>
                  <a:pt x="1489524" y="366750"/>
                </a:moveTo>
                <a:lnTo>
                  <a:pt x="1434352" y="392757"/>
                </a:lnTo>
                <a:moveTo>
                  <a:pt x="1572514" y="475429"/>
                </a:moveTo>
                <a:lnTo>
                  <a:pt x="1437704" y="518454"/>
                </a:lnTo>
                <a:moveTo>
                  <a:pt x="1538542" y="575894"/>
                </a:moveTo>
                <a:lnTo>
                  <a:pt x="1533050" y="578062"/>
                </a:lnTo>
                <a:moveTo>
                  <a:pt x="1637859" y="624561"/>
                </a:moveTo>
                <a:lnTo>
                  <a:pt x="1549313" y="582812"/>
                </a:lnTo>
                <a:moveTo>
                  <a:pt x="1677371" y="470354"/>
                </a:moveTo>
                <a:lnTo>
                  <a:pt x="1572514" y="475429"/>
                </a:lnTo>
                <a:moveTo>
                  <a:pt x="1549313" y="582812"/>
                </a:moveTo>
                <a:lnTo>
                  <a:pt x="1538542" y="575894"/>
                </a:lnTo>
                <a:moveTo>
                  <a:pt x="1637859" y="624561"/>
                </a:moveTo>
                <a:lnTo>
                  <a:pt x="1534977" y="584477"/>
                </a:lnTo>
                <a:moveTo>
                  <a:pt x="1437704" y="518454"/>
                </a:moveTo>
                <a:lnTo>
                  <a:pt x="1471998" y="427711"/>
                </a:lnTo>
                <a:moveTo>
                  <a:pt x="1534977" y="584477"/>
                </a:moveTo>
                <a:lnTo>
                  <a:pt x="1533050" y="578062"/>
                </a:lnTo>
                <a:moveTo>
                  <a:pt x="1534977" y="584477"/>
                </a:moveTo>
                <a:lnTo>
                  <a:pt x="1549313" y="582812"/>
                </a:lnTo>
                <a:moveTo>
                  <a:pt x="1677371" y="470354"/>
                </a:moveTo>
                <a:lnTo>
                  <a:pt x="1598186" y="380476"/>
                </a:lnTo>
                <a:moveTo>
                  <a:pt x="1681947" y="454152"/>
                </a:moveTo>
                <a:lnTo>
                  <a:pt x="1598186" y="380476"/>
                </a:lnTo>
                <a:moveTo>
                  <a:pt x="1489524" y="366750"/>
                </a:moveTo>
                <a:lnTo>
                  <a:pt x="1506321" y="274491"/>
                </a:lnTo>
                <a:moveTo>
                  <a:pt x="1641465" y="580703"/>
                </a:moveTo>
                <a:lnTo>
                  <a:pt x="1572514" y="475429"/>
                </a:lnTo>
                <a:moveTo>
                  <a:pt x="1598186" y="380476"/>
                </a:moveTo>
                <a:lnTo>
                  <a:pt x="1506321" y="274491"/>
                </a:lnTo>
                <a:moveTo>
                  <a:pt x="1533050" y="578062"/>
                </a:moveTo>
                <a:lnTo>
                  <a:pt x="1437704" y="518454"/>
                </a:lnTo>
                <a:moveTo>
                  <a:pt x="1534977" y="584477"/>
                </a:moveTo>
                <a:lnTo>
                  <a:pt x="1437704" y="518454"/>
                </a:lnTo>
                <a:moveTo>
                  <a:pt x="1637859" y="624561"/>
                </a:moveTo>
                <a:lnTo>
                  <a:pt x="1502201" y="677903"/>
                </a:lnTo>
                <a:moveTo>
                  <a:pt x="1471998" y="427711"/>
                </a:moveTo>
                <a:lnTo>
                  <a:pt x="1393400" y="471116"/>
                </a:lnTo>
                <a:moveTo>
                  <a:pt x="1502201" y="677903"/>
                </a:moveTo>
                <a:lnTo>
                  <a:pt x="1533050" y="578062"/>
                </a:lnTo>
                <a:moveTo>
                  <a:pt x="1506321" y="274491"/>
                </a:moveTo>
                <a:lnTo>
                  <a:pt x="1434352" y="392757"/>
                </a:lnTo>
                <a:moveTo>
                  <a:pt x="1502201" y="677903"/>
                </a:moveTo>
                <a:lnTo>
                  <a:pt x="1534977" y="584477"/>
                </a:lnTo>
                <a:moveTo>
                  <a:pt x="1641465" y="580703"/>
                </a:moveTo>
                <a:lnTo>
                  <a:pt x="1538542" y="575894"/>
                </a:lnTo>
                <a:moveTo>
                  <a:pt x="1641465" y="580703"/>
                </a:moveTo>
                <a:lnTo>
                  <a:pt x="1549313" y="582812"/>
                </a:lnTo>
                <a:moveTo>
                  <a:pt x="1677371" y="470354"/>
                </a:moveTo>
                <a:lnTo>
                  <a:pt x="1681947" y="454152"/>
                </a:lnTo>
                <a:moveTo>
                  <a:pt x="1393400" y="471116"/>
                </a:moveTo>
                <a:lnTo>
                  <a:pt x="1434352" y="392757"/>
                </a:lnTo>
                <a:moveTo>
                  <a:pt x="1604979" y="698103"/>
                </a:moveTo>
                <a:lnTo>
                  <a:pt x="1637859" y="624561"/>
                </a:lnTo>
                <a:moveTo>
                  <a:pt x="1693434" y="468424"/>
                </a:moveTo>
                <a:lnTo>
                  <a:pt x="1677371" y="470354"/>
                </a:lnTo>
                <a:moveTo>
                  <a:pt x="1693434" y="468424"/>
                </a:moveTo>
                <a:lnTo>
                  <a:pt x="1681947" y="454152"/>
                </a:lnTo>
                <a:moveTo>
                  <a:pt x="1641465" y="580703"/>
                </a:moveTo>
                <a:lnTo>
                  <a:pt x="1677371" y="470354"/>
                </a:lnTo>
                <a:moveTo>
                  <a:pt x="1437704" y="518454"/>
                </a:moveTo>
                <a:lnTo>
                  <a:pt x="1393400" y="471116"/>
                </a:lnTo>
                <a:moveTo>
                  <a:pt x="1641465" y="580703"/>
                </a:moveTo>
                <a:lnTo>
                  <a:pt x="1693434" y="468424"/>
                </a:lnTo>
                <a:moveTo>
                  <a:pt x="997640" y="463394"/>
                </a:moveTo>
                <a:lnTo>
                  <a:pt x="1004063" y="434189"/>
                </a:lnTo>
                <a:moveTo>
                  <a:pt x="1604979" y="698103"/>
                </a:moveTo>
                <a:lnTo>
                  <a:pt x="1502201" y="677903"/>
                </a:lnTo>
                <a:moveTo>
                  <a:pt x="997640" y="463394"/>
                </a:moveTo>
                <a:lnTo>
                  <a:pt x="978660" y="440307"/>
                </a:lnTo>
                <a:moveTo>
                  <a:pt x="1024555" y="453711"/>
                </a:moveTo>
                <a:lnTo>
                  <a:pt x="997640" y="463394"/>
                </a:lnTo>
                <a:moveTo>
                  <a:pt x="1637149" y="562005"/>
                </a:moveTo>
                <a:lnTo>
                  <a:pt x="1549313" y="582812"/>
                </a:lnTo>
                <a:moveTo>
                  <a:pt x="1534977" y="584477"/>
                </a:moveTo>
                <a:lnTo>
                  <a:pt x="1416076" y="543583"/>
                </a:lnTo>
                <a:moveTo>
                  <a:pt x="1637149" y="562005"/>
                </a:moveTo>
                <a:lnTo>
                  <a:pt x="1534977" y="584477"/>
                </a:lnTo>
                <a:moveTo>
                  <a:pt x="1004063" y="434189"/>
                </a:moveTo>
                <a:lnTo>
                  <a:pt x="978660" y="440307"/>
                </a:lnTo>
                <a:moveTo>
                  <a:pt x="997640" y="463394"/>
                </a:moveTo>
                <a:lnTo>
                  <a:pt x="861670" y="520523"/>
                </a:lnTo>
                <a:moveTo>
                  <a:pt x="1024555" y="453711"/>
                </a:moveTo>
                <a:lnTo>
                  <a:pt x="1004063" y="434189"/>
                </a:lnTo>
                <a:moveTo>
                  <a:pt x="963129" y="556770"/>
                </a:moveTo>
                <a:lnTo>
                  <a:pt x="997640" y="463394"/>
                </a:lnTo>
                <a:moveTo>
                  <a:pt x="997640" y="463394"/>
                </a:moveTo>
                <a:lnTo>
                  <a:pt x="874561" y="470638"/>
                </a:lnTo>
                <a:moveTo>
                  <a:pt x="1437704" y="518454"/>
                </a:moveTo>
                <a:lnTo>
                  <a:pt x="1416076" y="543583"/>
                </a:lnTo>
                <a:moveTo>
                  <a:pt x="1493165" y="1078967"/>
                </a:moveTo>
                <a:lnTo>
                  <a:pt x="1508833" y="1026397"/>
                </a:lnTo>
                <a:moveTo>
                  <a:pt x="1534977" y="584477"/>
                </a:moveTo>
                <a:lnTo>
                  <a:pt x="1512685" y="586327"/>
                </a:lnTo>
                <a:moveTo>
                  <a:pt x="1675889" y="553619"/>
                </a:moveTo>
                <a:lnTo>
                  <a:pt x="1693434" y="468424"/>
                </a:lnTo>
                <a:moveTo>
                  <a:pt x="1508833" y="1026397"/>
                </a:moveTo>
                <a:lnTo>
                  <a:pt x="1404948" y="1034245"/>
                </a:lnTo>
                <a:moveTo>
                  <a:pt x="1493165" y="1078967"/>
                </a:moveTo>
                <a:lnTo>
                  <a:pt x="1404948" y="1034245"/>
                </a:lnTo>
                <a:moveTo>
                  <a:pt x="1493165" y="1078967"/>
                </a:moveTo>
                <a:lnTo>
                  <a:pt x="1391627" y="1033244"/>
                </a:lnTo>
                <a:moveTo>
                  <a:pt x="1493165" y="1078967"/>
                </a:moveTo>
                <a:lnTo>
                  <a:pt x="1355673" y="1154619"/>
                </a:lnTo>
                <a:moveTo>
                  <a:pt x="978660" y="440307"/>
                </a:moveTo>
                <a:lnTo>
                  <a:pt x="899594" y="385634"/>
                </a:lnTo>
                <a:moveTo>
                  <a:pt x="874561" y="470638"/>
                </a:moveTo>
                <a:lnTo>
                  <a:pt x="978660" y="440307"/>
                </a:lnTo>
                <a:moveTo>
                  <a:pt x="1675889" y="553619"/>
                </a:moveTo>
                <a:lnTo>
                  <a:pt x="1641465" y="580703"/>
                </a:lnTo>
                <a:moveTo>
                  <a:pt x="963129" y="556770"/>
                </a:moveTo>
                <a:lnTo>
                  <a:pt x="1024555" y="453711"/>
                </a:lnTo>
                <a:moveTo>
                  <a:pt x="1391627" y="1033244"/>
                </a:moveTo>
                <a:lnTo>
                  <a:pt x="1404948" y="1034245"/>
                </a:lnTo>
                <a:moveTo>
                  <a:pt x="1404948" y="1034245"/>
                </a:moveTo>
                <a:lnTo>
                  <a:pt x="1392839" y="1028943"/>
                </a:lnTo>
                <a:moveTo>
                  <a:pt x="1391627" y="1033244"/>
                </a:moveTo>
                <a:lnTo>
                  <a:pt x="1392839" y="1028943"/>
                </a:lnTo>
                <a:moveTo>
                  <a:pt x="1004063" y="434189"/>
                </a:moveTo>
                <a:lnTo>
                  <a:pt x="918717" y="312509"/>
                </a:lnTo>
                <a:moveTo>
                  <a:pt x="1355673" y="1154619"/>
                </a:moveTo>
                <a:lnTo>
                  <a:pt x="1391627" y="1033244"/>
                </a:lnTo>
                <a:moveTo>
                  <a:pt x="1641465" y="580703"/>
                </a:moveTo>
                <a:lnTo>
                  <a:pt x="1637149" y="562005"/>
                </a:lnTo>
                <a:moveTo>
                  <a:pt x="1773072" y="425523"/>
                </a:moveTo>
                <a:lnTo>
                  <a:pt x="1681947" y="454152"/>
                </a:lnTo>
                <a:moveTo>
                  <a:pt x="1004063" y="434189"/>
                </a:moveTo>
                <a:lnTo>
                  <a:pt x="1026071" y="329384"/>
                </a:lnTo>
                <a:moveTo>
                  <a:pt x="978660" y="440307"/>
                </a:moveTo>
                <a:lnTo>
                  <a:pt x="918717" y="312509"/>
                </a:lnTo>
                <a:moveTo>
                  <a:pt x="1535444" y="1072358"/>
                </a:moveTo>
                <a:lnTo>
                  <a:pt x="1508833" y="1026397"/>
                </a:lnTo>
                <a:moveTo>
                  <a:pt x="1535444" y="1072358"/>
                </a:moveTo>
                <a:lnTo>
                  <a:pt x="1493165" y="1078967"/>
                </a:lnTo>
                <a:moveTo>
                  <a:pt x="963129" y="556770"/>
                </a:moveTo>
                <a:lnTo>
                  <a:pt x="861670" y="520523"/>
                </a:lnTo>
                <a:moveTo>
                  <a:pt x="861670" y="520523"/>
                </a:moveTo>
                <a:lnTo>
                  <a:pt x="874561" y="470638"/>
                </a:lnTo>
                <a:moveTo>
                  <a:pt x="1416076" y="543583"/>
                </a:moveTo>
                <a:lnTo>
                  <a:pt x="1393400" y="471116"/>
                </a:lnTo>
                <a:moveTo>
                  <a:pt x="1693434" y="468424"/>
                </a:moveTo>
                <a:lnTo>
                  <a:pt x="1773072" y="425523"/>
                </a:lnTo>
                <a:moveTo>
                  <a:pt x="1458447" y="1174871"/>
                </a:moveTo>
                <a:lnTo>
                  <a:pt x="1493165" y="1078967"/>
                </a:lnTo>
                <a:moveTo>
                  <a:pt x="874561" y="470638"/>
                </a:moveTo>
                <a:lnTo>
                  <a:pt x="899594" y="385634"/>
                </a:lnTo>
                <a:moveTo>
                  <a:pt x="1508833" y="1026397"/>
                </a:moveTo>
                <a:lnTo>
                  <a:pt x="1420080" y="912922"/>
                </a:lnTo>
                <a:moveTo>
                  <a:pt x="826028" y="627669"/>
                </a:moveTo>
                <a:lnTo>
                  <a:pt x="861670" y="520523"/>
                </a:lnTo>
                <a:moveTo>
                  <a:pt x="861670" y="520523"/>
                </a:moveTo>
                <a:lnTo>
                  <a:pt x="846869" y="492135"/>
                </a:lnTo>
                <a:moveTo>
                  <a:pt x="1458447" y="1174871"/>
                </a:moveTo>
                <a:lnTo>
                  <a:pt x="1355673" y="1154619"/>
                </a:lnTo>
                <a:moveTo>
                  <a:pt x="899594" y="385634"/>
                </a:moveTo>
                <a:lnTo>
                  <a:pt x="918717" y="312509"/>
                </a:lnTo>
                <a:moveTo>
                  <a:pt x="963129" y="556770"/>
                </a:moveTo>
                <a:lnTo>
                  <a:pt x="826028" y="627669"/>
                </a:lnTo>
                <a:moveTo>
                  <a:pt x="899594" y="385634"/>
                </a:moveTo>
                <a:lnTo>
                  <a:pt x="846869" y="492135"/>
                </a:lnTo>
                <a:moveTo>
                  <a:pt x="1404948" y="1034245"/>
                </a:moveTo>
                <a:lnTo>
                  <a:pt x="1420080" y="912922"/>
                </a:lnTo>
                <a:moveTo>
                  <a:pt x="874561" y="470638"/>
                </a:moveTo>
                <a:lnTo>
                  <a:pt x="846869" y="492135"/>
                </a:lnTo>
                <a:moveTo>
                  <a:pt x="1392839" y="1028943"/>
                </a:moveTo>
                <a:lnTo>
                  <a:pt x="1420080" y="912922"/>
                </a:lnTo>
                <a:moveTo>
                  <a:pt x="1508833" y="1026397"/>
                </a:moveTo>
                <a:lnTo>
                  <a:pt x="1521750" y="943479"/>
                </a:lnTo>
                <a:moveTo>
                  <a:pt x="1391627" y="1033244"/>
                </a:moveTo>
                <a:lnTo>
                  <a:pt x="1285467" y="1089669"/>
                </a:lnTo>
                <a:moveTo>
                  <a:pt x="1047256" y="550660"/>
                </a:moveTo>
                <a:lnTo>
                  <a:pt x="1024555" y="453711"/>
                </a:lnTo>
                <a:moveTo>
                  <a:pt x="1355673" y="1154619"/>
                </a:moveTo>
                <a:lnTo>
                  <a:pt x="1285467" y="1089669"/>
                </a:lnTo>
                <a:moveTo>
                  <a:pt x="1458447" y="1174871"/>
                </a:moveTo>
                <a:lnTo>
                  <a:pt x="1535444" y="1072358"/>
                </a:lnTo>
                <a:moveTo>
                  <a:pt x="899594" y="385634"/>
                </a:moveTo>
                <a:lnTo>
                  <a:pt x="827014" y="329857"/>
                </a:lnTo>
                <a:moveTo>
                  <a:pt x="1026071" y="329384"/>
                </a:moveTo>
                <a:lnTo>
                  <a:pt x="918717" y="312509"/>
                </a:lnTo>
                <a:moveTo>
                  <a:pt x="1675889" y="553619"/>
                </a:moveTo>
                <a:lnTo>
                  <a:pt x="1637149" y="562005"/>
                </a:lnTo>
                <a:moveTo>
                  <a:pt x="1094754" y="408053"/>
                </a:moveTo>
                <a:lnTo>
                  <a:pt x="1004063" y="434189"/>
                </a:lnTo>
                <a:moveTo>
                  <a:pt x="1392839" y="1028943"/>
                </a:moveTo>
                <a:lnTo>
                  <a:pt x="1299661" y="937335"/>
                </a:lnTo>
                <a:moveTo>
                  <a:pt x="918717" y="312509"/>
                </a:moveTo>
                <a:lnTo>
                  <a:pt x="827014" y="329857"/>
                </a:lnTo>
                <a:moveTo>
                  <a:pt x="1047256" y="550660"/>
                </a:moveTo>
                <a:lnTo>
                  <a:pt x="963129" y="556770"/>
                </a:lnTo>
                <a:moveTo>
                  <a:pt x="1391627" y="1033244"/>
                </a:moveTo>
                <a:lnTo>
                  <a:pt x="1294164" y="940736"/>
                </a:lnTo>
                <a:moveTo>
                  <a:pt x="1392839" y="1028943"/>
                </a:moveTo>
                <a:lnTo>
                  <a:pt x="1294164" y="940736"/>
                </a:lnTo>
                <a:moveTo>
                  <a:pt x="806638" y="685990"/>
                </a:moveTo>
                <a:lnTo>
                  <a:pt x="826028" y="627669"/>
                </a:lnTo>
                <a:moveTo>
                  <a:pt x="1391627" y="1033244"/>
                </a:moveTo>
                <a:lnTo>
                  <a:pt x="1259028" y="1059807"/>
                </a:lnTo>
                <a:moveTo>
                  <a:pt x="846869" y="492135"/>
                </a:moveTo>
                <a:lnTo>
                  <a:pt x="827014" y="329857"/>
                </a:lnTo>
                <a:moveTo>
                  <a:pt x="1024555" y="453711"/>
                </a:moveTo>
                <a:lnTo>
                  <a:pt x="1094754" y="408053"/>
                </a:lnTo>
                <a:moveTo>
                  <a:pt x="1675889" y="553619"/>
                </a:moveTo>
                <a:lnTo>
                  <a:pt x="1773072" y="425523"/>
                </a:lnTo>
                <a:moveTo>
                  <a:pt x="1323389" y="1220911"/>
                </a:moveTo>
                <a:lnTo>
                  <a:pt x="1355673" y="1154619"/>
                </a:lnTo>
                <a:moveTo>
                  <a:pt x="861670" y="520523"/>
                </a:moveTo>
                <a:lnTo>
                  <a:pt x="785043" y="564397"/>
                </a:lnTo>
                <a:moveTo>
                  <a:pt x="930374" y="628798"/>
                </a:moveTo>
                <a:lnTo>
                  <a:pt x="963129" y="556770"/>
                </a:lnTo>
                <a:moveTo>
                  <a:pt x="1512685" y="586327"/>
                </a:moveTo>
                <a:lnTo>
                  <a:pt x="1416076" y="543583"/>
                </a:lnTo>
                <a:moveTo>
                  <a:pt x="1637149" y="562005"/>
                </a:moveTo>
                <a:lnTo>
                  <a:pt x="1512685" y="586327"/>
                </a:lnTo>
                <a:moveTo>
                  <a:pt x="1557886" y="1012752"/>
                </a:moveTo>
                <a:lnTo>
                  <a:pt x="1508833" y="1026397"/>
                </a:lnTo>
                <a:moveTo>
                  <a:pt x="1407912" y="554442"/>
                </a:moveTo>
                <a:lnTo>
                  <a:pt x="1416076" y="543583"/>
                </a:lnTo>
                <a:moveTo>
                  <a:pt x="1313457" y="471927"/>
                </a:moveTo>
                <a:lnTo>
                  <a:pt x="1393400" y="471116"/>
                </a:lnTo>
                <a:moveTo>
                  <a:pt x="1521750" y="943479"/>
                </a:moveTo>
                <a:lnTo>
                  <a:pt x="1420080" y="912922"/>
                </a:lnTo>
                <a:moveTo>
                  <a:pt x="790684" y="731171"/>
                </a:moveTo>
                <a:lnTo>
                  <a:pt x="806638" y="685990"/>
                </a:lnTo>
                <a:moveTo>
                  <a:pt x="1525693" y="1159829"/>
                </a:moveTo>
                <a:lnTo>
                  <a:pt x="1535444" y="1072358"/>
                </a:lnTo>
                <a:moveTo>
                  <a:pt x="1420080" y="912922"/>
                </a:moveTo>
                <a:lnTo>
                  <a:pt x="1299661" y="937335"/>
                </a:lnTo>
                <a:moveTo>
                  <a:pt x="930374" y="628798"/>
                </a:moveTo>
                <a:lnTo>
                  <a:pt x="826028" y="627669"/>
                </a:lnTo>
                <a:moveTo>
                  <a:pt x="1458447" y="1174871"/>
                </a:moveTo>
                <a:lnTo>
                  <a:pt x="1323389" y="1220911"/>
                </a:lnTo>
                <a:moveTo>
                  <a:pt x="1094754" y="408053"/>
                </a:moveTo>
                <a:lnTo>
                  <a:pt x="1026071" y="329384"/>
                </a:lnTo>
                <a:moveTo>
                  <a:pt x="826028" y="627669"/>
                </a:moveTo>
                <a:lnTo>
                  <a:pt x="785043" y="564397"/>
                </a:lnTo>
                <a:moveTo>
                  <a:pt x="1355673" y="1154619"/>
                </a:moveTo>
                <a:lnTo>
                  <a:pt x="1269021" y="1175185"/>
                </a:lnTo>
                <a:moveTo>
                  <a:pt x="785043" y="564397"/>
                </a:moveTo>
                <a:lnTo>
                  <a:pt x="846869" y="492135"/>
                </a:lnTo>
                <a:moveTo>
                  <a:pt x="1525693" y="1159829"/>
                </a:moveTo>
                <a:lnTo>
                  <a:pt x="1458447" y="1174871"/>
                </a:lnTo>
                <a:moveTo>
                  <a:pt x="826958" y="733118"/>
                </a:moveTo>
                <a:lnTo>
                  <a:pt x="806638" y="685990"/>
                </a:lnTo>
                <a:moveTo>
                  <a:pt x="1285467" y="1089669"/>
                </a:moveTo>
                <a:lnTo>
                  <a:pt x="1259028" y="1059807"/>
                </a:lnTo>
                <a:moveTo>
                  <a:pt x="1512685" y="586327"/>
                </a:moveTo>
                <a:lnTo>
                  <a:pt x="1407912" y="554442"/>
                </a:lnTo>
                <a:moveTo>
                  <a:pt x="1535444" y="1072358"/>
                </a:moveTo>
                <a:lnTo>
                  <a:pt x="1557886" y="1012752"/>
                </a:lnTo>
                <a:moveTo>
                  <a:pt x="918717" y="312509"/>
                </a:moveTo>
                <a:lnTo>
                  <a:pt x="926785" y="241265"/>
                </a:lnTo>
                <a:moveTo>
                  <a:pt x="894342" y="740684"/>
                </a:moveTo>
                <a:lnTo>
                  <a:pt x="826028" y="627669"/>
                </a:lnTo>
                <a:moveTo>
                  <a:pt x="1026071" y="329384"/>
                </a:moveTo>
                <a:lnTo>
                  <a:pt x="926785" y="241265"/>
                </a:lnTo>
                <a:moveTo>
                  <a:pt x="1509682" y="586906"/>
                </a:moveTo>
                <a:lnTo>
                  <a:pt x="1512685" y="586327"/>
                </a:lnTo>
                <a:moveTo>
                  <a:pt x="1068321" y="547624"/>
                </a:moveTo>
                <a:lnTo>
                  <a:pt x="1047256" y="550660"/>
                </a:lnTo>
                <a:moveTo>
                  <a:pt x="1299661" y="937335"/>
                </a:moveTo>
                <a:lnTo>
                  <a:pt x="1294164" y="940736"/>
                </a:lnTo>
                <a:moveTo>
                  <a:pt x="1299661" y="937335"/>
                </a:moveTo>
                <a:lnTo>
                  <a:pt x="1296262" y="933315"/>
                </a:lnTo>
                <a:moveTo>
                  <a:pt x="826958" y="733118"/>
                </a:moveTo>
                <a:lnTo>
                  <a:pt x="790684" y="731171"/>
                </a:lnTo>
                <a:moveTo>
                  <a:pt x="1294164" y="940736"/>
                </a:moveTo>
                <a:lnTo>
                  <a:pt x="1296262" y="933315"/>
                </a:lnTo>
                <a:moveTo>
                  <a:pt x="1509682" y="586906"/>
                </a:moveTo>
                <a:lnTo>
                  <a:pt x="1407912" y="554442"/>
                </a:lnTo>
                <a:moveTo>
                  <a:pt x="1259028" y="1059807"/>
                </a:moveTo>
                <a:lnTo>
                  <a:pt x="1294164" y="940736"/>
                </a:lnTo>
                <a:moveTo>
                  <a:pt x="1675889" y="553619"/>
                </a:moveTo>
                <a:lnTo>
                  <a:pt x="1737566" y="505472"/>
                </a:lnTo>
                <a:moveTo>
                  <a:pt x="930374" y="628798"/>
                </a:moveTo>
                <a:lnTo>
                  <a:pt x="1047256" y="550660"/>
                </a:lnTo>
                <a:moveTo>
                  <a:pt x="855775" y="883392"/>
                </a:moveTo>
                <a:lnTo>
                  <a:pt x="790684" y="731171"/>
                </a:lnTo>
                <a:moveTo>
                  <a:pt x="1047256" y="550660"/>
                </a:moveTo>
                <a:lnTo>
                  <a:pt x="1094754" y="408053"/>
                </a:lnTo>
                <a:moveTo>
                  <a:pt x="894342" y="740684"/>
                </a:moveTo>
                <a:lnTo>
                  <a:pt x="806638" y="685990"/>
                </a:lnTo>
                <a:moveTo>
                  <a:pt x="1426580" y="1236093"/>
                </a:moveTo>
                <a:lnTo>
                  <a:pt x="1458447" y="1174871"/>
                </a:lnTo>
                <a:moveTo>
                  <a:pt x="1416076" y="543583"/>
                </a:moveTo>
                <a:lnTo>
                  <a:pt x="1313457" y="471927"/>
                </a:lnTo>
                <a:moveTo>
                  <a:pt x="1700316" y="306287"/>
                </a:moveTo>
                <a:lnTo>
                  <a:pt x="1617991" y="229154"/>
                </a:lnTo>
                <a:moveTo>
                  <a:pt x="855775" y="883392"/>
                </a:moveTo>
                <a:lnTo>
                  <a:pt x="826958" y="733118"/>
                </a:lnTo>
                <a:moveTo>
                  <a:pt x="1068321" y="547624"/>
                </a:moveTo>
                <a:lnTo>
                  <a:pt x="1094754" y="408053"/>
                </a:lnTo>
                <a:moveTo>
                  <a:pt x="1269021" y="1175185"/>
                </a:moveTo>
                <a:lnTo>
                  <a:pt x="1285467" y="1089669"/>
                </a:lnTo>
                <a:moveTo>
                  <a:pt x="1420080" y="912922"/>
                </a:moveTo>
                <a:lnTo>
                  <a:pt x="1318154" y="831158"/>
                </a:lnTo>
                <a:moveTo>
                  <a:pt x="1557886" y="1012752"/>
                </a:moveTo>
                <a:lnTo>
                  <a:pt x="1521750" y="943479"/>
                </a:lnTo>
                <a:moveTo>
                  <a:pt x="756261" y="823485"/>
                </a:moveTo>
                <a:lnTo>
                  <a:pt x="790684" y="731171"/>
                </a:lnTo>
                <a:moveTo>
                  <a:pt x="1068321" y="547624"/>
                </a:moveTo>
                <a:lnTo>
                  <a:pt x="1103314" y="418750"/>
                </a:lnTo>
                <a:moveTo>
                  <a:pt x="1420080" y="912922"/>
                </a:moveTo>
                <a:lnTo>
                  <a:pt x="1425029" y="849185"/>
                </a:lnTo>
                <a:moveTo>
                  <a:pt x="1026071" y="329384"/>
                </a:moveTo>
                <a:lnTo>
                  <a:pt x="1017258" y="298780"/>
                </a:lnTo>
                <a:moveTo>
                  <a:pt x="1407912" y="554442"/>
                </a:moveTo>
                <a:lnTo>
                  <a:pt x="1272435" y="605570"/>
                </a:lnTo>
                <a:moveTo>
                  <a:pt x="1737566" y="505472"/>
                </a:moveTo>
                <a:lnTo>
                  <a:pt x="1773072" y="425523"/>
                </a:lnTo>
                <a:moveTo>
                  <a:pt x="887953" y="765553"/>
                </a:moveTo>
                <a:lnTo>
                  <a:pt x="826958" y="733118"/>
                </a:lnTo>
                <a:moveTo>
                  <a:pt x="1675889" y="553619"/>
                </a:moveTo>
                <a:lnTo>
                  <a:pt x="1624502" y="540635"/>
                </a:lnTo>
                <a:moveTo>
                  <a:pt x="1103314" y="418750"/>
                </a:moveTo>
                <a:lnTo>
                  <a:pt x="1094754" y="408053"/>
                </a:lnTo>
                <a:moveTo>
                  <a:pt x="894342" y="740684"/>
                </a:moveTo>
                <a:lnTo>
                  <a:pt x="826958" y="733118"/>
                </a:lnTo>
                <a:moveTo>
                  <a:pt x="855775" y="883392"/>
                </a:moveTo>
                <a:lnTo>
                  <a:pt x="887953" y="765553"/>
                </a:lnTo>
                <a:moveTo>
                  <a:pt x="1009988" y="630094"/>
                </a:moveTo>
                <a:lnTo>
                  <a:pt x="1047256" y="550660"/>
                </a:lnTo>
                <a:moveTo>
                  <a:pt x="1407912" y="554442"/>
                </a:moveTo>
                <a:lnTo>
                  <a:pt x="1313457" y="471927"/>
                </a:lnTo>
                <a:moveTo>
                  <a:pt x="1637149" y="562005"/>
                </a:moveTo>
                <a:lnTo>
                  <a:pt x="1624502" y="540635"/>
                </a:lnTo>
                <a:moveTo>
                  <a:pt x="1407912" y="554442"/>
                </a:moveTo>
                <a:lnTo>
                  <a:pt x="1309350" y="473378"/>
                </a:lnTo>
                <a:moveTo>
                  <a:pt x="1521750" y="943479"/>
                </a:moveTo>
                <a:lnTo>
                  <a:pt x="1425029" y="849185"/>
                </a:lnTo>
                <a:moveTo>
                  <a:pt x="894342" y="740684"/>
                </a:moveTo>
                <a:lnTo>
                  <a:pt x="930374" y="628798"/>
                </a:lnTo>
                <a:moveTo>
                  <a:pt x="1269021" y="1175185"/>
                </a:moveTo>
                <a:lnTo>
                  <a:pt x="1259028" y="1059807"/>
                </a:lnTo>
                <a:moveTo>
                  <a:pt x="1299661" y="937335"/>
                </a:moveTo>
                <a:lnTo>
                  <a:pt x="1318154" y="831158"/>
                </a:lnTo>
                <a:moveTo>
                  <a:pt x="1773072" y="425523"/>
                </a:moveTo>
                <a:lnTo>
                  <a:pt x="1716561" y="342858"/>
                </a:lnTo>
                <a:moveTo>
                  <a:pt x="1171585" y="561924"/>
                </a:moveTo>
                <a:lnTo>
                  <a:pt x="1068321" y="547624"/>
                </a:lnTo>
                <a:moveTo>
                  <a:pt x="790684" y="731171"/>
                </a:moveTo>
                <a:lnTo>
                  <a:pt x="723423" y="793199"/>
                </a:lnTo>
                <a:moveTo>
                  <a:pt x="958137" y="908662"/>
                </a:moveTo>
                <a:lnTo>
                  <a:pt x="855775" y="883392"/>
                </a:lnTo>
                <a:moveTo>
                  <a:pt x="1031740" y="323489"/>
                </a:moveTo>
                <a:lnTo>
                  <a:pt x="1026071" y="329384"/>
                </a:lnTo>
                <a:moveTo>
                  <a:pt x="1296262" y="933315"/>
                </a:moveTo>
                <a:lnTo>
                  <a:pt x="1318154" y="831158"/>
                </a:lnTo>
                <a:moveTo>
                  <a:pt x="855775" y="883392"/>
                </a:moveTo>
                <a:lnTo>
                  <a:pt x="756261" y="823485"/>
                </a:lnTo>
                <a:moveTo>
                  <a:pt x="1294164" y="940736"/>
                </a:moveTo>
                <a:lnTo>
                  <a:pt x="1220822" y="1004629"/>
                </a:lnTo>
                <a:moveTo>
                  <a:pt x="1296262" y="933315"/>
                </a:moveTo>
                <a:lnTo>
                  <a:pt x="1220822" y="1004629"/>
                </a:lnTo>
                <a:moveTo>
                  <a:pt x="1525693" y="1159829"/>
                </a:moveTo>
                <a:lnTo>
                  <a:pt x="1557886" y="1012752"/>
                </a:lnTo>
                <a:moveTo>
                  <a:pt x="1259028" y="1059807"/>
                </a:moveTo>
                <a:lnTo>
                  <a:pt x="1220822" y="1004629"/>
                </a:lnTo>
                <a:moveTo>
                  <a:pt x="1323389" y="1220911"/>
                </a:moveTo>
                <a:lnTo>
                  <a:pt x="1269021" y="1175185"/>
                </a:lnTo>
                <a:moveTo>
                  <a:pt x="1034783" y="629164"/>
                </a:moveTo>
                <a:lnTo>
                  <a:pt x="1047256" y="550660"/>
                </a:lnTo>
                <a:moveTo>
                  <a:pt x="1296262" y="933315"/>
                </a:moveTo>
                <a:lnTo>
                  <a:pt x="1198920" y="846989"/>
                </a:lnTo>
                <a:moveTo>
                  <a:pt x="1296262" y="933315"/>
                </a:moveTo>
                <a:lnTo>
                  <a:pt x="1202824" y="833487"/>
                </a:lnTo>
                <a:moveTo>
                  <a:pt x="887953" y="765553"/>
                </a:moveTo>
                <a:lnTo>
                  <a:pt x="894342" y="740684"/>
                </a:lnTo>
                <a:moveTo>
                  <a:pt x="1375092" y="627254"/>
                </a:moveTo>
                <a:lnTo>
                  <a:pt x="1407912" y="554442"/>
                </a:lnTo>
                <a:moveTo>
                  <a:pt x="1426580" y="1236093"/>
                </a:moveTo>
                <a:lnTo>
                  <a:pt x="1323389" y="1220911"/>
                </a:lnTo>
                <a:moveTo>
                  <a:pt x="958137" y="908662"/>
                </a:moveTo>
                <a:lnTo>
                  <a:pt x="887953" y="765553"/>
                </a:lnTo>
                <a:moveTo>
                  <a:pt x="1009988" y="630094"/>
                </a:moveTo>
                <a:lnTo>
                  <a:pt x="930374" y="628798"/>
                </a:lnTo>
                <a:moveTo>
                  <a:pt x="1171585" y="561924"/>
                </a:moveTo>
                <a:lnTo>
                  <a:pt x="1103314" y="418750"/>
                </a:lnTo>
                <a:moveTo>
                  <a:pt x="1426580" y="1236093"/>
                </a:moveTo>
                <a:lnTo>
                  <a:pt x="1525693" y="1159829"/>
                </a:lnTo>
                <a:moveTo>
                  <a:pt x="1624502" y="540635"/>
                </a:moveTo>
                <a:lnTo>
                  <a:pt x="1512685" y="586327"/>
                </a:lnTo>
                <a:moveTo>
                  <a:pt x="1034783" y="629164"/>
                </a:moveTo>
                <a:lnTo>
                  <a:pt x="1068321" y="547624"/>
                </a:lnTo>
                <a:moveTo>
                  <a:pt x="821290" y="976458"/>
                </a:moveTo>
                <a:lnTo>
                  <a:pt x="855775" y="883392"/>
                </a:lnTo>
                <a:moveTo>
                  <a:pt x="1509682" y="586906"/>
                </a:moveTo>
                <a:lnTo>
                  <a:pt x="1375092" y="627254"/>
                </a:lnTo>
                <a:moveTo>
                  <a:pt x="1521750" y="943479"/>
                </a:moveTo>
                <a:lnTo>
                  <a:pt x="1517400" y="902134"/>
                </a:lnTo>
                <a:moveTo>
                  <a:pt x="1851910" y="561651"/>
                </a:moveTo>
                <a:lnTo>
                  <a:pt x="1866861" y="507810"/>
                </a:lnTo>
                <a:moveTo>
                  <a:pt x="1272435" y="605570"/>
                </a:moveTo>
                <a:lnTo>
                  <a:pt x="1171585" y="561924"/>
                </a:lnTo>
                <a:moveTo>
                  <a:pt x="1262789" y="637298"/>
                </a:moveTo>
                <a:lnTo>
                  <a:pt x="1272435" y="605570"/>
                </a:lnTo>
                <a:moveTo>
                  <a:pt x="935680" y="977805"/>
                </a:moveTo>
                <a:lnTo>
                  <a:pt x="958137" y="908662"/>
                </a:lnTo>
                <a:moveTo>
                  <a:pt x="982188" y="814014"/>
                </a:moveTo>
                <a:lnTo>
                  <a:pt x="887953" y="765553"/>
                </a:lnTo>
                <a:moveTo>
                  <a:pt x="1617991" y="229154"/>
                </a:moveTo>
                <a:lnTo>
                  <a:pt x="1604074" y="210839"/>
                </a:lnTo>
                <a:moveTo>
                  <a:pt x="1624502" y="540635"/>
                </a:moveTo>
                <a:lnTo>
                  <a:pt x="1509682" y="586906"/>
                </a:lnTo>
                <a:moveTo>
                  <a:pt x="1458400" y="1230495"/>
                </a:moveTo>
                <a:lnTo>
                  <a:pt x="1525693" y="1159829"/>
                </a:lnTo>
                <a:moveTo>
                  <a:pt x="1190191" y="484927"/>
                </a:moveTo>
                <a:lnTo>
                  <a:pt x="1103314" y="418750"/>
                </a:lnTo>
                <a:moveTo>
                  <a:pt x="1235514" y="728266"/>
                </a:moveTo>
                <a:lnTo>
                  <a:pt x="1262789" y="637298"/>
                </a:lnTo>
                <a:moveTo>
                  <a:pt x="998104" y="748922"/>
                </a:moveTo>
                <a:lnTo>
                  <a:pt x="930374" y="628798"/>
                </a:lnTo>
                <a:moveTo>
                  <a:pt x="1272435" y="605570"/>
                </a:moveTo>
                <a:lnTo>
                  <a:pt x="1309350" y="473378"/>
                </a:lnTo>
                <a:moveTo>
                  <a:pt x="983798" y="1214097"/>
                </a:moveTo>
                <a:lnTo>
                  <a:pt x="982444" y="1181807"/>
                </a:lnTo>
                <a:moveTo>
                  <a:pt x="983798" y="1214097"/>
                </a:moveTo>
                <a:lnTo>
                  <a:pt x="986546" y="1182499"/>
                </a:lnTo>
                <a:moveTo>
                  <a:pt x="987431" y="1183263"/>
                </a:moveTo>
                <a:lnTo>
                  <a:pt x="983798" y="1214097"/>
                </a:lnTo>
                <a:moveTo>
                  <a:pt x="1566637" y="1129248"/>
                </a:moveTo>
                <a:lnTo>
                  <a:pt x="1525693" y="1159829"/>
                </a:lnTo>
                <a:moveTo>
                  <a:pt x="983798" y="1214097"/>
                </a:moveTo>
                <a:lnTo>
                  <a:pt x="985434" y="1185176"/>
                </a:lnTo>
                <a:moveTo>
                  <a:pt x="958137" y="908662"/>
                </a:moveTo>
                <a:lnTo>
                  <a:pt x="982188" y="814014"/>
                </a:lnTo>
                <a:moveTo>
                  <a:pt x="958137" y="908662"/>
                </a:moveTo>
                <a:lnTo>
                  <a:pt x="831744" y="981314"/>
                </a:lnTo>
                <a:moveTo>
                  <a:pt x="739708" y="641476"/>
                </a:moveTo>
                <a:lnTo>
                  <a:pt x="785043" y="564397"/>
                </a:lnTo>
                <a:moveTo>
                  <a:pt x="958137" y="908662"/>
                </a:moveTo>
                <a:lnTo>
                  <a:pt x="821290" y="976458"/>
                </a:lnTo>
                <a:moveTo>
                  <a:pt x="756261" y="823485"/>
                </a:moveTo>
                <a:lnTo>
                  <a:pt x="723423" y="793199"/>
                </a:lnTo>
                <a:moveTo>
                  <a:pt x="821290" y="976458"/>
                </a:moveTo>
                <a:lnTo>
                  <a:pt x="756261" y="823485"/>
                </a:lnTo>
                <a:moveTo>
                  <a:pt x="1716561" y="342858"/>
                </a:moveTo>
                <a:lnTo>
                  <a:pt x="1700316" y="306287"/>
                </a:lnTo>
                <a:moveTo>
                  <a:pt x="1851910" y="561651"/>
                </a:moveTo>
                <a:lnTo>
                  <a:pt x="1815719" y="528297"/>
                </a:lnTo>
                <a:moveTo>
                  <a:pt x="1272435" y="605570"/>
                </a:moveTo>
                <a:lnTo>
                  <a:pt x="1143386" y="649433"/>
                </a:lnTo>
                <a:moveTo>
                  <a:pt x="1589104" y="552432"/>
                </a:moveTo>
                <a:lnTo>
                  <a:pt x="1509682" y="586906"/>
                </a:lnTo>
                <a:moveTo>
                  <a:pt x="921683" y="1025678"/>
                </a:moveTo>
                <a:lnTo>
                  <a:pt x="935680" y="977805"/>
                </a:lnTo>
                <a:moveTo>
                  <a:pt x="1309350" y="473378"/>
                </a:moveTo>
                <a:lnTo>
                  <a:pt x="1313457" y="471927"/>
                </a:lnTo>
                <a:moveTo>
                  <a:pt x="1143386" y="649433"/>
                </a:moveTo>
                <a:lnTo>
                  <a:pt x="1171585" y="561924"/>
                </a:lnTo>
                <a:moveTo>
                  <a:pt x="1262789" y="637298"/>
                </a:moveTo>
                <a:lnTo>
                  <a:pt x="1143386" y="649433"/>
                </a:lnTo>
                <a:moveTo>
                  <a:pt x="1866861" y="507810"/>
                </a:moveTo>
                <a:lnTo>
                  <a:pt x="1815719" y="528297"/>
                </a:lnTo>
                <a:moveTo>
                  <a:pt x="1227854" y="1112606"/>
                </a:moveTo>
                <a:lnTo>
                  <a:pt x="1259028" y="1059807"/>
                </a:lnTo>
                <a:moveTo>
                  <a:pt x="1094754" y="408053"/>
                </a:moveTo>
                <a:lnTo>
                  <a:pt x="1031740" y="323489"/>
                </a:lnTo>
                <a:moveTo>
                  <a:pt x="998104" y="748922"/>
                </a:moveTo>
                <a:lnTo>
                  <a:pt x="887953" y="765553"/>
                </a:lnTo>
                <a:moveTo>
                  <a:pt x="1235514" y="728266"/>
                </a:moveTo>
                <a:lnTo>
                  <a:pt x="1143386" y="649433"/>
                </a:lnTo>
                <a:moveTo>
                  <a:pt x="1202824" y="833487"/>
                </a:moveTo>
                <a:lnTo>
                  <a:pt x="1235514" y="728266"/>
                </a:lnTo>
                <a:moveTo>
                  <a:pt x="1017258" y="298780"/>
                </a:moveTo>
                <a:lnTo>
                  <a:pt x="926785" y="241265"/>
                </a:lnTo>
                <a:moveTo>
                  <a:pt x="1272435" y="605570"/>
                </a:moveTo>
                <a:lnTo>
                  <a:pt x="1190191" y="484927"/>
                </a:lnTo>
                <a:moveTo>
                  <a:pt x="1375092" y="627254"/>
                </a:moveTo>
                <a:lnTo>
                  <a:pt x="1272435" y="605570"/>
                </a:lnTo>
                <a:moveTo>
                  <a:pt x="1539443" y="941205"/>
                </a:moveTo>
                <a:lnTo>
                  <a:pt x="1521750" y="943479"/>
                </a:lnTo>
                <a:moveTo>
                  <a:pt x="1425029" y="849185"/>
                </a:moveTo>
                <a:lnTo>
                  <a:pt x="1318154" y="831158"/>
                </a:lnTo>
                <a:moveTo>
                  <a:pt x="935680" y="977805"/>
                </a:moveTo>
                <a:lnTo>
                  <a:pt x="831744" y="981314"/>
                </a:lnTo>
                <a:moveTo>
                  <a:pt x="921683" y="1025678"/>
                </a:moveTo>
                <a:lnTo>
                  <a:pt x="831744" y="981314"/>
                </a:lnTo>
                <a:moveTo>
                  <a:pt x="1171585" y="561924"/>
                </a:moveTo>
                <a:lnTo>
                  <a:pt x="1190191" y="484927"/>
                </a:lnTo>
                <a:moveTo>
                  <a:pt x="1171585" y="561924"/>
                </a:moveTo>
                <a:lnTo>
                  <a:pt x="1100106" y="656414"/>
                </a:lnTo>
                <a:moveTo>
                  <a:pt x="1375092" y="627254"/>
                </a:moveTo>
                <a:lnTo>
                  <a:pt x="1262789" y="637298"/>
                </a:lnTo>
                <a:moveTo>
                  <a:pt x="1171585" y="561924"/>
                </a:moveTo>
                <a:lnTo>
                  <a:pt x="1034783" y="629164"/>
                </a:lnTo>
                <a:moveTo>
                  <a:pt x="1318154" y="831158"/>
                </a:moveTo>
                <a:lnTo>
                  <a:pt x="1202824" y="833487"/>
                </a:lnTo>
                <a:moveTo>
                  <a:pt x="1296262" y="933315"/>
                </a:moveTo>
                <a:lnTo>
                  <a:pt x="1164711" y="936691"/>
                </a:lnTo>
                <a:moveTo>
                  <a:pt x="1737566" y="505472"/>
                </a:moveTo>
                <a:lnTo>
                  <a:pt x="1716561" y="342858"/>
                </a:lnTo>
                <a:moveTo>
                  <a:pt x="1235514" y="728266"/>
                </a:moveTo>
                <a:lnTo>
                  <a:pt x="1185153" y="837732"/>
                </a:lnTo>
                <a:moveTo>
                  <a:pt x="998104" y="748922"/>
                </a:moveTo>
                <a:lnTo>
                  <a:pt x="894342" y="740684"/>
                </a:lnTo>
                <a:moveTo>
                  <a:pt x="1313457" y="471927"/>
                </a:moveTo>
                <a:lnTo>
                  <a:pt x="1311145" y="461117"/>
                </a:lnTo>
                <a:moveTo>
                  <a:pt x="1103314" y="418750"/>
                </a:moveTo>
                <a:lnTo>
                  <a:pt x="1031740" y="323489"/>
                </a:lnTo>
                <a:moveTo>
                  <a:pt x="1235514" y="728266"/>
                </a:moveTo>
                <a:lnTo>
                  <a:pt x="1135692" y="672106"/>
                </a:lnTo>
                <a:moveTo>
                  <a:pt x="1309350" y="473378"/>
                </a:moveTo>
                <a:lnTo>
                  <a:pt x="1311145" y="461117"/>
                </a:lnTo>
                <a:moveTo>
                  <a:pt x="1965432" y="924809"/>
                </a:moveTo>
                <a:lnTo>
                  <a:pt x="1978951" y="904293"/>
                </a:lnTo>
                <a:moveTo>
                  <a:pt x="1566637" y="1129248"/>
                </a:moveTo>
                <a:lnTo>
                  <a:pt x="1557886" y="1012752"/>
                </a:lnTo>
                <a:moveTo>
                  <a:pt x="982444" y="1181807"/>
                </a:moveTo>
                <a:lnTo>
                  <a:pt x="921683" y="1025678"/>
                </a:lnTo>
                <a:moveTo>
                  <a:pt x="785043" y="564397"/>
                </a:moveTo>
                <a:lnTo>
                  <a:pt x="766034" y="492686"/>
                </a:lnTo>
                <a:moveTo>
                  <a:pt x="1309350" y="473378"/>
                </a:moveTo>
                <a:lnTo>
                  <a:pt x="1190191" y="484927"/>
                </a:lnTo>
                <a:moveTo>
                  <a:pt x="1338281" y="748609"/>
                </a:moveTo>
                <a:lnTo>
                  <a:pt x="1262789" y="637298"/>
                </a:lnTo>
                <a:moveTo>
                  <a:pt x="1198920" y="846989"/>
                </a:moveTo>
                <a:lnTo>
                  <a:pt x="1202824" y="833487"/>
                </a:lnTo>
                <a:moveTo>
                  <a:pt x="831744" y="981314"/>
                </a:moveTo>
                <a:lnTo>
                  <a:pt x="821290" y="976458"/>
                </a:lnTo>
                <a:moveTo>
                  <a:pt x="1478887" y="635087"/>
                </a:moveTo>
                <a:lnTo>
                  <a:pt x="1509682" y="586906"/>
                </a:lnTo>
                <a:moveTo>
                  <a:pt x="1034783" y="629164"/>
                </a:moveTo>
                <a:lnTo>
                  <a:pt x="1009988" y="630094"/>
                </a:lnTo>
                <a:moveTo>
                  <a:pt x="1354710" y="691327"/>
                </a:moveTo>
                <a:lnTo>
                  <a:pt x="1262789" y="637298"/>
                </a:lnTo>
                <a:moveTo>
                  <a:pt x="1259028" y="1059807"/>
                </a:moveTo>
                <a:lnTo>
                  <a:pt x="1212453" y="1092504"/>
                </a:lnTo>
                <a:moveTo>
                  <a:pt x="1027139" y="653970"/>
                </a:moveTo>
                <a:lnTo>
                  <a:pt x="1009988" y="630094"/>
                </a:lnTo>
                <a:moveTo>
                  <a:pt x="1458400" y="1230495"/>
                </a:moveTo>
                <a:lnTo>
                  <a:pt x="1426580" y="1236093"/>
                </a:lnTo>
                <a:moveTo>
                  <a:pt x="1338281" y="748609"/>
                </a:moveTo>
                <a:lnTo>
                  <a:pt x="1235514" y="728266"/>
                </a:lnTo>
                <a:moveTo>
                  <a:pt x="1198920" y="846989"/>
                </a:moveTo>
                <a:lnTo>
                  <a:pt x="1185153" y="837732"/>
                </a:lnTo>
                <a:moveTo>
                  <a:pt x="1202824" y="833487"/>
                </a:moveTo>
                <a:lnTo>
                  <a:pt x="1185153" y="837732"/>
                </a:lnTo>
                <a:moveTo>
                  <a:pt x="1323389" y="1220911"/>
                </a:moveTo>
                <a:lnTo>
                  <a:pt x="1295303" y="1265152"/>
                </a:lnTo>
                <a:moveTo>
                  <a:pt x="1579508" y="1079760"/>
                </a:moveTo>
                <a:lnTo>
                  <a:pt x="1557886" y="1012752"/>
                </a:lnTo>
                <a:moveTo>
                  <a:pt x="1135692" y="672106"/>
                </a:moveTo>
                <a:lnTo>
                  <a:pt x="1143386" y="649433"/>
                </a:lnTo>
                <a:moveTo>
                  <a:pt x="1062460" y="910079"/>
                </a:moveTo>
                <a:lnTo>
                  <a:pt x="958137" y="908662"/>
                </a:lnTo>
                <a:moveTo>
                  <a:pt x="1313457" y="471927"/>
                </a:moveTo>
                <a:lnTo>
                  <a:pt x="1373911" y="333104"/>
                </a:lnTo>
                <a:moveTo>
                  <a:pt x="1143386" y="649433"/>
                </a:moveTo>
                <a:lnTo>
                  <a:pt x="1100106" y="656414"/>
                </a:lnTo>
                <a:moveTo>
                  <a:pt x="1318154" y="831158"/>
                </a:moveTo>
                <a:lnTo>
                  <a:pt x="1338281" y="748609"/>
                </a:lnTo>
                <a:moveTo>
                  <a:pt x="1624502" y="540635"/>
                </a:moveTo>
                <a:lnTo>
                  <a:pt x="1737566" y="505472"/>
                </a:lnTo>
                <a:moveTo>
                  <a:pt x="998104" y="748922"/>
                </a:moveTo>
                <a:lnTo>
                  <a:pt x="1009988" y="630094"/>
                </a:lnTo>
                <a:moveTo>
                  <a:pt x="974960" y="1023142"/>
                </a:moveTo>
                <a:lnTo>
                  <a:pt x="935680" y="977805"/>
                </a:lnTo>
                <a:moveTo>
                  <a:pt x="921683" y="1025678"/>
                </a:moveTo>
                <a:lnTo>
                  <a:pt x="974960" y="1023142"/>
                </a:lnTo>
                <a:moveTo>
                  <a:pt x="1235514" y="728266"/>
                </a:moveTo>
                <a:lnTo>
                  <a:pt x="1099531" y="785564"/>
                </a:lnTo>
                <a:moveTo>
                  <a:pt x="986546" y="1182499"/>
                </a:moveTo>
                <a:lnTo>
                  <a:pt x="982444" y="1181807"/>
                </a:lnTo>
                <a:moveTo>
                  <a:pt x="1135692" y="672106"/>
                </a:moveTo>
                <a:lnTo>
                  <a:pt x="1100106" y="656414"/>
                </a:lnTo>
                <a:moveTo>
                  <a:pt x="987431" y="1183263"/>
                </a:moveTo>
                <a:lnTo>
                  <a:pt x="986546" y="1182499"/>
                </a:lnTo>
                <a:moveTo>
                  <a:pt x="1100106" y="656414"/>
                </a:moveTo>
                <a:lnTo>
                  <a:pt x="1034783" y="629164"/>
                </a:lnTo>
                <a:moveTo>
                  <a:pt x="1855314" y="520257"/>
                </a:moveTo>
                <a:lnTo>
                  <a:pt x="1866861" y="507810"/>
                </a:lnTo>
                <a:moveTo>
                  <a:pt x="1691106" y="303294"/>
                </a:moveTo>
                <a:lnTo>
                  <a:pt x="1700316" y="306287"/>
                </a:lnTo>
                <a:moveTo>
                  <a:pt x="985434" y="1185176"/>
                </a:moveTo>
                <a:lnTo>
                  <a:pt x="982444" y="1181807"/>
                </a:lnTo>
                <a:moveTo>
                  <a:pt x="1338281" y="748609"/>
                </a:moveTo>
                <a:lnTo>
                  <a:pt x="1202824" y="833487"/>
                </a:lnTo>
                <a:moveTo>
                  <a:pt x="987431" y="1183263"/>
                </a:moveTo>
                <a:lnTo>
                  <a:pt x="985434" y="1185176"/>
                </a:lnTo>
                <a:moveTo>
                  <a:pt x="1135692" y="672106"/>
                </a:moveTo>
                <a:lnTo>
                  <a:pt x="1027139" y="653970"/>
                </a:lnTo>
                <a:moveTo>
                  <a:pt x="982188" y="814014"/>
                </a:moveTo>
                <a:lnTo>
                  <a:pt x="998104" y="748922"/>
                </a:lnTo>
                <a:moveTo>
                  <a:pt x="1027139" y="653970"/>
                </a:moveTo>
                <a:lnTo>
                  <a:pt x="1100106" y="656414"/>
                </a:lnTo>
                <a:moveTo>
                  <a:pt x="723423" y="793199"/>
                </a:moveTo>
                <a:lnTo>
                  <a:pt x="739708" y="641476"/>
                </a:lnTo>
                <a:moveTo>
                  <a:pt x="1027139" y="653970"/>
                </a:moveTo>
                <a:lnTo>
                  <a:pt x="1034783" y="629164"/>
                </a:lnTo>
                <a:moveTo>
                  <a:pt x="1398599" y="1291795"/>
                </a:moveTo>
                <a:lnTo>
                  <a:pt x="1323389" y="1220911"/>
                </a:lnTo>
                <a:moveTo>
                  <a:pt x="886668" y="1125194"/>
                </a:moveTo>
                <a:lnTo>
                  <a:pt x="921683" y="1025678"/>
                </a:lnTo>
                <a:moveTo>
                  <a:pt x="1700316" y="306287"/>
                </a:moveTo>
                <a:lnTo>
                  <a:pt x="1604074" y="210839"/>
                </a:lnTo>
                <a:moveTo>
                  <a:pt x="756261" y="823485"/>
                </a:moveTo>
                <a:lnTo>
                  <a:pt x="737554" y="852316"/>
                </a:lnTo>
                <a:moveTo>
                  <a:pt x="1978951" y="904293"/>
                </a:moveTo>
                <a:lnTo>
                  <a:pt x="1885911" y="952075"/>
                </a:lnTo>
                <a:moveTo>
                  <a:pt x="1099531" y="785564"/>
                </a:moveTo>
                <a:lnTo>
                  <a:pt x="982188" y="814014"/>
                </a:lnTo>
                <a:moveTo>
                  <a:pt x="1135692" y="672106"/>
                </a:moveTo>
                <a:lnTo>
                  <a:pt x="998104" y="748922"/>
                </a:lnTo>
                <a:moveTo>
                  <a:pt x="1078181" y="858239"/>
                </a:moveTo>
                <a:lnTo>
                  <a:pt x="982188" y="814014"/>
                </a:lnTo>
                <a:moveTo>
                  <a:pt x="1354710" y="691327"/>
                </a:moveTo>
                <a:lnTo>
                  <a:pt x="1375092" y="627254"/>
                </a:lnTo>
                <a:moveTo>
                  <a:pt x="1198920" y="846989"/>
                </a:moveTo>
                <a:lnTo>
                  <a:pt x="1078181" y="858239"/>
                </a:lnTo>
                <a:moveTo>
                  <a:pt x="1269021" y="1175185"/>
                </a:moveTo>
                <a:lnTo>
                  <a:pt x="1227854" y="1112606"/>
                </a:lnTo>
                <a:moveTo>
                  <a:pt x="1851910" y="561651"/>
                </a:moveTo>
                <a:lnTo>
                  <a:pt x="1831795" y="592236"/>
                </a:lnTo>
                <a:moveTo>
                  <a:pt x="998104" y="748922"/>
                </a:moveTo>
                <a:lnTo>
                  <a:pt x="1027139" y="653970"/>
                </a:lnTo>
                <a:moveTo>
                  <a:pt x="1062460" y="910079"/>
                </a:moveTo>
                <a:lnTo>
                  <a:pt x="982188" y="814014"/>
                </a:lnTo>
                <a:moveTo>
                  <a:pt x="1026554" y="1020423"/>
                </a:moveTo>
                <a:lnTo>
                  <a:pt x="958137" y="908662"/>
                </a:lnTo>
                <a:moveTo>
                  <a:pt x="1198920" y="846989"/>
                </a:moveTo>
                <a:lnTo>
                  <a:pt x="1062460" y="910079"/>
                </a:lnTo>
                <a:moveTo>
                  <a:pt x="1185153" y="837732"/>
                </a:moveTo>
                <a:lnTo>
                  <a:pt x="1099531" y="785564"/>
                </a:lnTo>
                <a:moveTo>
                  <a:pt x="1517400" y="902134"/>
                </a:moveTo>
                <a:lnTo>
                  <a:pt x="1425029" y="849185"/>
                </a:lnTo>
                <a:moveTo>
                  <a:pt x="1078181" y="858239"/>
                </a:moveTo>
                <a:lnTo>
                  <a:pt x="1185153" y="837732"/>
                </a:lnTo>
                <a:moveTo>
                  <a:pt x="1099531" y="785564"/>
                </a:moveTo>
                <a:lnTo>
                  <a:pt x="1135692" y="672106"/>
                </a:lnTo>
                <a:moveTo>
                  <a:pt x="1295303" y="1265152"/>
                </a:moveTo>
                <a:lnTo>
                  <a:pt x="1269021" y="1175185"/>
                </a:lnTo>
                <a:moveTo>
                  <a:pt x="1855314" y="520257"/>
                </a:moveTo>
                <a:lnTo>
                  <a:pt x="1815719" y="528297"/>
                </a:lnTo>
                <a:moveTo>
                  <a:pt x="1338281" y="748609"/>
                </a:moveTo>
                <a:lnTo>
                  <a:pt x="1354710" y="691327"/>
                </a:lnTo>
                <a:moveTo>
                  <a:pt x="982444" y="1181807"/>
                </a:moveTo>
                <a:lnTo>
                  <a:pt x="886668" y="1125194"/>
                </a:lnTo>
                <a:moveTo>
                  <a:pt x="985434" y="1185176"/>
                </a:moveTo>
                <a:lnTo>
                  <a:pt x="886668" y="1125194"/>
                </a:lnTo>
                <a:moveTo>
                  <a:pt x="1557886" y="1012752"/>
                </a:moveTo>
                <a:lnTo>
                  <a:pt x="1539443" y="941205"/>
                </a:lnTo>
                <a:moveTo>
                  <a:pt x="1716561" y="342858"/>
                </a:moveTo>
                <a:lnTo>
                  <a:pt x="1691106" y="303294"/>
                </a:lnTo>
                <a:moveTo>
                  <a:pt x="737554" y="852316"/>
                </a:moveTo>
                <a:lnTo>
                  <a:pt x="723423" y="793199"/>
                </a:lnTo>
                <a:moveTo>
                  <a:pt x="1031740" y="323489"/>
                </a:moveTo>
                <a:lnTo>
                  <a:pt x="1017258" y="298780"/>
                </a:lnTo>
                <a:moveTo>
                  <a:pt x="1220822" y="1004629"/>
                </a:moveTo>
                <a:lnTo>
                  <a:pt x="1164711" y="936691"/>
                </a:lnTo>
                <a:moveTo>
                  <a:pt x="1313457" y="471927"/>
                </a:moveTo>
                <a:lnTo>
                  <a:pt x="1327153" y="378695"/>
                </a:lnTo>
                <a:moveTo>
                  <a:pt x="1026554" y="1020423"/>
                </a:moveTo>
                <a:lnTo>
                  <a:pt x="935680" y="977805"/>
                </a:lnTo>
                <a:moveTo>
                  <a:pt x="1099531" y="785564"/>
                </a:moveTo>
                <a:lnTo>
                  <a:pt x="998104" y="748922"/>
                </a:lnTo>
                <a:moveTo>
                  <a:pt x="1103314" y="418750"/>
                </a:moveTo>
                <a:lnTo>
                  <a:pt x="1091122" y="396286"/>
                </a:lnTo>
                <a:moveTo>
                  <a:pt x="1012466" y="1068274"/>
                </a:moveTo>
                <a:lnTo>
                  <a:pt x="921683" y="1025678"/>
                </a:lnTo>
                <a:moveTo>
                  <a:pt x="1441593" y="762327"/>
                </a:moveTo>
                <a:lnTo>
                  <a:pt x="1318154" y="831158"/>
                </a:lnTo>
                <a:moveTo>
                  <a:pt x="1566637" y="1129248"/>
                </a:moveTo>
                <a:lnTo>
                  <a:pt x="1579508" y="1079760"/>
                </a:lnTo>
                <a:moveTo>
                  <a:pt x="1533746" y="1202928"/>
                </a:moveTo>
                <a:lnTo>
                  <a:pt x="1525693" y="1159829"/>
                </a:lnTo>
                <a:moveTo>
                  <a:pt x="742091" y="888970"/>
                </a:moveTo>
                <a:lnTo>
                  <a:pt x="756261" y="823485"/>
                </a:lnTo>
                <a:moveTo>
                  <a:pt x="1700316" y="306287"/>
                </a:moveTo>
                <a:lnTo>
                  <a:pt x="1622482" y="249222"/>
                </a:lnTo>
                <a:moveTo>
                  <a:pt x="1831795" y="592236"/>
                </a:moveTo>
                <a:lnTo>
                  <a:pt x="1815719" y="528297"/>
                </a:lnTo>
                <a:moveTo>
                  <a:pt x="1164711" y="936691"/>
                </a:moveTo>
                <a:lnTo>
                  <a:pt x="1198920" y="846989"/>
                </a:lnTo>
                <a:moveTo>
                  <a:pt x="1425029" y="849185"/>
                </a:moveTo>
                <a:lnTo>
                  <a:pt x="1441593" y="762327"/>
                </a:lnTo>
                <a:moveTo>
                  <a:pt x="1078181" y="858239"/>
                </a:moveTo>
                <a:lnTo>
                  <a:pt x="1099531" y="785564"/>
                </a:lnTo>
                <a:moveTo>
                  <a:pt x="1212453" y="1092504"/>
                </a:moveTo>
                <a:lnTo>
                  <a:pt x="1220822" y="1004629"/>
                </a:lnTo>
                <a:moveTo>
                  <a:pt x="1426580" y="1236093"/>
                </a:moveTo>
                <a:lnTo>
                  <a:pt x="1398599" y="1291795"/>
                </a:lnTo>
                <a:moveTo>
                  <a:pt x="1624502" y="540635"/>
                </a:moveTo>
                <a:lnTo>
                  <a:pt x="1589104" y="552432"/>
                </a:lnTo>
                <a:moveTo>
                  <a:pt x="1062460" y="910079"/>
                </a:moveTo>
                <a:lnTo>
                  <a:pt x="1078181" y="858239"/>
                </a:lnTo>
                <a:moveTo>
                  <a:pt x="1311145" y="461117"/>
                </a:moveTo>
                <a:lnTo>
                  <a:pt x="1327153" y="378695"/>
                </a:lnTo>
                <a:moveTo>
                  <a:pt x="1737566" y="505472"/>
                </a:moveTo>
                <a:lnTo>
                  <a:pt x="1702411" y="429045"/>
                </a:lnTo>
                <a:moveTo>
                  <a:pt x="739708" y="641476"/>
                </a:moveTo>
                <a:lnTo>
                  <a:pt x="766034" y="492686"/>
                </a:lnTo>
                <a:moveTo>
                  <a:pt x="1010868" y="302502"/>
                </a:moveTo>
                <a:lnTo>
                  <a:pt x="1017258" y="298780"/>
                </a:lnTo>
                <a:moveTo>
                  <a:pt x="1478887" y="635087"/>
                </a:moveTo>
                <a:lnTo>
                  <a:pt x="1375092" y="627254"/>
                </a:lnTo>
                <a:moveTo>
                  <a:pt x="1012466" y="1068274"/>
                </a:moveTo>
                <a:lnTo>
                  <a:pt x="982444" y="1181807"/>
                </a:lnTo>
                <a:moveTo>
                  <a:pt x="1543155" y="797320"/>
                </a:moveTo>
                <a:lnTo>
                  <a:pt x="1425029" y="849185"/>
                </a:lnTo>
                <a:moveTo>
                  <a:pt x="986546" y="1182499"/>
                </a:moveTo>
                <a:lnTo>
                  <a:pt x="1012466" y="1068274"/>
                </a:lnTo>
                <a:moveTo>
                  <a:pt x="921683" y="1025678"/>
                </a:moveTo>
                <a:lnTo>
                  <a:pt x="869132" y="1082553"/>
                </a:lnTo>
                <a:moveTo>
                  <a:pt x="1965432" y="924809"/>
                </a:moveTo>
                <a:lnTo>
                  <a:pt x="1885911" y="952075"/>
                </a:lnTo>
                <a:moveTo>
                  <a:pt x="1441593" y="762327"/>
                </a:moveTo>
                <a:lnTo>
                  <a:pt x="1338281" y="748609"/>
                </a:lnTo>
                <a:moveTo>
                  <a:pt x="1596001" y="1114203"/>
                </a:moveTo>
                <a:lnTo>
                  <a:pt x="1566637" y="1129248"/>
                </a:lnTo>
                <a:moveTo>
                  <a:pt x="1327153" y="378695"/>
                </a:moveTo>
                <a:lnTo>
                  <a:pt x="1373911" y="333104"/>
                </a:lnTo>
                <a:moveTo>
                  <a:pt x="821290" y="976458"/>
                </a:moveTo>
                <a:lnTo>
                  <a:pt x="742091" y="888970"/>
                </a:lnTo>
                <a:moveTo>
                  <a:pt x="1702411" y="429045"/>
                </a:moveTo>
                <a:lnTo>
                  <a:pt x="1716561" y="342858"/>
                </a:lnTo>
                <a:moveTo>
                  <a:pt x="1478887" y="635087"/>
                </a:moveTo>
                <a:lnTo>
                  <a:pt x="1354710" y="691327"/>
                </a:lnTo>
                <a:moveTo>
                  <a:pt x="1441593" y="762327"/>
                </a:moveTo>
                <a:lnTo>
                  <a:pt x="1354710" y="691327"/>
                </a:lnTo>
                <a:moveTo>
                  <a:pt x="1604074" y="210839"/>
                </a:moveTo>
                <a:lnTo>
                  <a:pt x="1488370" y="228577"/>
                </a:lnTo>
                <a:moveTo>
                  <a:pt x="869132" y="1082553"/>
                </a:moveTo>
                <a:lnTo>
                  <a:pt x="831744" y="981314"/>
                </a:lnTo>
                <a:moveTo>
                  <a:pt x="1311145" y="461117"/>
                </a:moveTo>
                <a:lnTo>
                  <a:pt x="1288250" y="398405"/>
                </a:lnTo>
                <a:moveTo>
                  <a:pt x="1444467" y="750568"/>
                </a:moveTo>
                <a:lnTo>
                  <a:pt x="1354710" y="691327"/>
                </a:lnTo>
                <a:moveTo>
                  <a:pt x="1026554" y="1020423"/>
                </a:moveTo>
                <a:lnTo>
                  <a:pt x="974960" y="1023142"/>
                </a:lnTo>
                <a:moveTo>
                  <a:pt x="1012466" y="1068274"/>
                </a:moveTo>
                <a:lnTo>
                  <a:pt x="974960" y="1023142"/>
                </a:lnTo>
                <a:moveTo>
                  <a:pt x="1031740" y="323489"/>
                </a:moveTo>
                <a:lnTo>
                  <a:pt x="1010868" y="302502"/>
                </a:lnTo>
                <a:moveTo>
                  <a:pt x="1309350" y="473378"/>
                </a:moveTo>
                <a:lnTo>
                  <a:pt x="1199253" y="411288"/>
                </a:lnTo>
                <a:moveTo>
                  <a:pt x="1458400" y="1230495"/>
                </a:moveTo>
                <a:lnTo>
                  <a:pt x="1398599" y="1291795"/>
                </a:lnTo>
                <a:moveTo>
                  <a:pt x="1596001" y="1114203"/>
                </a:moveTo>
                <a:lnTo>
                  <a:pt x="1579508" y="1079760"/>
                </a:lnTo>
                <a:moveTo>
                  <a:pt x="1164711" y="936691"/>
                </a:moveTo>
                <a:lnTo>
                  <a:pt x="1062460" y="910079"/>
                </a:lnTo>
                <a:moveTo>
                  <a:pt x="1831795" y="592236"/>
                </a:moveTo>
                <a:lnTo>
                  <a:pt x="1855314" y="520257"/>
                </a:lnTo>
                <a:moveTo>
                  <a:pt x="1737566" y="505472"/>
                </a:moveTo>
                <a:lnTo>
                  <a:pt x="1638207" y="455818"/>
                </a:lnTo>
                <a:moveTo>
                  <a:pt x="723423" y="793199"/>
                </a:moveTo>
                <a:lnTo>
                  <a:pt x="719634" y="725932"/>
                </a:lnTo>
                <a:moveTo>
                  <a:pt x="1026554" y="1020423"/>
                </a:moveTo>
                <a:lnTo>
                  <a:pt x="1062460" y="910079"/>
                </a:lnTo>
                <a:moveTo>
                  <a:pt x="1478887" y="635087"/>
                </a:moveTo>
                <a:lnTo>
                  <a:pt x="1589104" y="552432"/>
                </a:lnTo>
                <a:moveTo>
                  <a:pt x="1311145" y="461117"/>
                </a:moveTo>
                <a:lnTo>
                  <a:pt x="1199253" y="411288"/>
                </a:lnTo>
                <a:moveTo>
                  <a:pt x="1190191" y="484927"/>
                </a:moveTo>
                <a:lnTo>
                  <a:pt x="1091122" y="396286"/>
                </a:lnTo>
                <a:moveTo>
                  <a:pt x="1554878" y="229477"/>
                </a:moveTo>
                <a:lnTo>
                  <a:pt x="1488370" y="228577"/>
                </a:lnTo>
                <a:moveTo>
                  <a:pt x="1295303" y="1265152"/>
                </a:moveTo>
                <a:lnTo>
                  <a:pt x="1227854" y="1112606"/>
                </a:lnTo>
                <a:moveTo>
                  <a:pt x="1539443" y="941205"/>
                </a:moveTo>
                <a:lnTo>
                  <a:pt x="1517400" y="902134"/>
                </a:lnTo>
                <a:moveTo>
                  <a:pt x="1190191" y="484927"/>
                </a:moveTo>
                <a:lnTo>
                  <a:pt x="1199253" y="411288"/>
                </a:lnTo>
                <a:moveTo>
                  <a:pt x="1517400" y="902134"/>
                </a:moveTo>
                <a:lnTo>
                  <a:pt x="1543155" y="797320"/>
                </a:lnTo>
                <a:moveTo>
                  <a:pt x="886668" y="1125194"/>
                </a:moveTo>
                <a:lnTo>
                  <a:pt x="869132" y="1082553"/>
                </a:lnTo>
                <a:moveTo>
                  <a:pt x="1227854" y="1112606"/>
                </a:moveTo>
                <a:lnTo>
                  <a:pt x="1212453" y="1092504"/>
                </a:lnTo>
                <a:moveTo>
                  <a:pt x="719634" y="725932"/>
                </a:moveTo>
                <a:lnTo>
                  <a:pt x="739708" y="641476"/>
                </a:lnTo>
                <a:moveTo>
                  <a:pt x="1533746" y="1202928"/>
                </a:moveTo>
                <a:lnTo>
                  <a:pt x="1458400" y="1230495"/>
                </a:lnTo>
                <a:moveTo>
                  <a:pt x="1164711" y="936691"/>
                </a:moveTo>
                <a:lnTo>
                  <a:pt x="1026554" y="1020423"/>
                </a:lnTo>
                <a:moveTo>
                  <a:pt x="1395480" y="1287987"/>
                </a:moveTo>
                <a:lnTo>
                  <a:pt x="1458400" y="1230495"/>
                </a:lnTo>
                <a:moveTo>
                  <a:pt x="1948376" y="949797"/>
                </a:moveTo>
                <a:lnTo>
                  <a:pt x="1965432" y="924809"/>
                </a:lnTo>
                <a:moveTo>
                  <a:pt x="1604074" y="210839"/>
                </a:moveTo>
                <a:lnTo>
                  <a:pt x="1554878" y="229477"/>
                </a:lnTo>
                <a:moveTo>
                  <a:pt x="1533746" y="1202928"/>
                </a:moveTo>
                <a:lnTo>
                  <a:pt x="1566637" y="1129248"/>
                </a:lnTo>
                <a:moveTo>
                  <a:pt x="1778646" y="772016"/>
                </a:moveTo>
                <a:lnTo>
                  <a:pt x="1781959" y="759712"/>
                </a:lnTo>
                <a:moveTo>
                  <a:pt x="1012466" y="1068274"/>
                </a:moveTo>
                <a:lnTo>
                  <a:pt x="1026554" y="1020423"/>
                </a:lnTo>
                <a:moveTo>
                  <a:pt x="1702411" y="429045"/>
                </a:moveTo>
                <a:lnTo>
                  <a:pt x="1691106" y="303294"/>
                </a:lnTo>
                <a:moveTo>
                  <a:pt x="1444467" y="750568"/>
                </a:moveTo>
                <a:lnTo>
                  <a:pt x="1478887" y="635087"/>
                </a:lnTo>
                <a:moveTo>
                  <a:pt x="1563958" y="1038684"/>
                </a:moveTo>
                <a:lnTo>
                  <a:pt x="1557886" y="1012752"/>
                </a:lnTo>
                <a:moveTo>
                  <a:pt x="1441593" y="762327"/>
                </a:moveTo>
                <a:lnTo>
                  <a:pt x="1444467" y="750568"/>
                </a:lnTo>
                <a:moveTo>
                  <a:pt x="1091122" y="396286"/>
                </a:moveTo>
                <a:lnTo>
                  <a:pt x="1031740" y="323489"/>
                </a:lnTo>
                <a:moveTo>
                  <a:pt x="1691106" y="303294"/>
                </a:moveTo>
                <a:lnTo>
                  <a:pt x="1622482" y="249222"/>
                </a:lnTo>
                <a:moveTo>
                  <a:pt x="1074463" y="1142522"/>
                </a:moveTo>
                <a:lnTo>
                  <a:pt x="986546" y="1182499"/>
                </a:lnTo>
                <a:moveTo>
                  <a:pt x="742091" y="888970"/>
                </a:moveTo>
                <a:lnTo>
                  <a:pt x="737554" y="852316"/>
                </a:lnTo>
                <a:moveTo>
                  <a:pt x="987431" y="1183263"/>
                </a:moveTo>
                <a:lnTo>
                  <a:pt x="1074463" y="1142522"/>
                </a:lnTo>
                <a:moveTo>
                  <a:pt x="1398599" y="1291795"/>
                </a:moveTo>
                <a:lnTo>
                  <a:pt x="1295303" y="1265152"/>
                </a:lnTo>
                <a:moveTo>
                  <a:pt x="1624502" y="540635"/>
                </a:moveTo>
                <a:lnTo>
                  <a:pt x="1638207" y="455818"/>
                </a:lnTo>
                <a:moveTo>
                  <a:pt x="1455467" y="302405"/>
                </a:moveTo>
                <a:lnTo>
                  <a:pt x="1373911" y="333104"/>
                </a:lnTo>
                <a:moveTo>
                  <a:pt x="1778646" y="772016"/>
                </a:moveTo>
                <a:lnTo>
                  <a:pt x="1662500" y="776309"/>
                </a:lnTo>
                <a:moveTo>
                  <a:pt x="1543155" y="797320"/>
                </a:moveTo>
                <a:lnTo>
                  <a:pt x="1441593" y="762327"/>
                </a:lnTo>
                <a:moveTo>
                  <a:pt x="1622482" y="249222"/>
                </a:moveTo>
                <a:lnTo>
                  <a:pt x="1604074" y="210839"/>
                </a:lnTo>
                <a:moveTo>
                  <a:pt x="1781959" y="759712"/>
                </a:moveTo>
                <a:lnTo>
                  <a:pt x="1662500" y="776309"/>
                </a:lnTo>
                <a:moveTo>
                  <a:pt x="1543155" y="797320"/>
                </a:moveTo>
                <a:lnTo>
                  <a:pt x="1444467" y="750568"/>
                </a:lnTo>
                <a:moveTo>
                  <a:pt x="1227854" y="1112606"/>
                </a:moveTo>
                <a:lnTo>
                  <a:pt x="1219912" y="1119504"/>
                </a:lnTo>
                <a:moveTo>
                  <a:pt x="1327153" y="378695"/>
                </a:moveTo>
                <a:lnTo>
                  <a:pt x="1288250" y="398405"/>
                </a:lnTo>
                <a:moveTo>
                  <a:pt x="1548820" y="774667"/>
                </a:moveTo>
                <a:lnTo>
                  <a:pt x="1444467" y="750568"/>
                </a:lnTo>
                <a:moveTo>
                  <a:pt x="1638207" y="455818"/>
                </a:moveTo>
                <a:lnTo>
                  <a:pt x="1589104" y="552432"/>
                </a:lnTo>
                <a:moveTo>
                  <a:pt x="737554" y="852316"/>
                </a:moveTo>
                <a:lnTo>
                  <a:pt x="719634" y="725932"/>
                </a:lnTo>
                <a:moveTo>
                  <a:pt x="1455467" y="302405"/>
                </a:moveTo>
                <a:lnTo>
                  <a:pt x="1488370" y="228577"/>
                </a:lnTo>
                <a:moveTo>
                  <a:pt x="1091122" y="396286"/>
                </a:moveTo>
                <a:lnTo>
                  <a:pt x="1010868" y="302502"/>
                </a:lnTo>
                <a:moveTo>
                  <a:pt x="1571819" y="1066223"/>
                </a:moveTo>
                <a:lnTo>
                  <a:pt x="1579508" y="1079760"/>
                </a:lnTo>
                <a:moveTo>
                  <a:pt x="739708" y="641476"/>
                </a:moveTo>
                <a:lnTo>
                  <a:pt x="783270" y="588038"/>
                </a:lnTo>
                <a:moveTo>
                  <a:pt x="956128" y="1224269"/>
                </a:moveTo>
                <a:lnTo>
                  <a:pt x="987431" y="1183263"/>
                </a:lnTo>
                <a:moveTo>
                  <a:pt x="821290" y="976458"/>
                </a:moveTo>
                <a:lnTo>
                  <a:pt x="802095" y="972265"/>
                </a:lnTo>
                <a:moveTo>
                  <a:pt x="1948376" y="949797"/>
                </a:moveTo>
                <a:lnTo>
                  <a:pt x="1885911" y="952075"/>
                </a:lnTo>
                <a:moveTo>
                  <a:pt x="1560732" y="634465"/>
                </a:moveTo>
                <a:lnTo>
                  <a:pt x="1589104" y="552432"/>
                </a:lnTo>
                <a:moveTo>
                  <a:pt x="956128" y="1224269"/>
                </a:moveTo>
                <a:lnTo>
                  <a:pt x="985434" y="1185176"/>
                </a:lnTo>
                <a:moveTo>
                  <a:pt x="1932045" y="1005189"/>
                </a:moveTo>
                <a:lnTo>
                  <a:pt x="1885911" y="952075"/>
                </a:lnTo>
                <a:moveTo>
                  <a:pt x="1644506" y="834885"/>
                </a:moveTo>
                <a:lnTo>
                  <a:pt x="1543155" y="797320"/>
                </a:lnTo>
                <a:moveTo>
                  <a:pt x="1543155" y="797320"/>
                </a:moveTo>
                <a:lnTo>
                  <a:pt x="1548820" y="774667"/>
                </a:lnTo>
                <a:moveTo>
                  <a:pt x="1644506" y="834885"/>
                </a:moveTo>
                <a:lnTo>
                  <a:pt x="1662500" y="776309"/>
                </a:lnTo>
                <a:moveTo>
                  <a:pt x="1662500" y="776309"/>
                </a:moveTo>
                <a:lnTo>
                  <a:pt x="1548820" y="774667"/>
                </a:lnTo>
                <a:moveTo>
                  <a:pt x="1183635" y="1017927"/>
                </a:moveTo>
                <a:lnTo>
                  <a:pt x="1220822" y="1004629"/>
                </a:lnTo>
                <a:moveTo>
                  <a:pt x="1781959" y="759712"/>
                </a:moveTo>
                <a:lnTo>
                  <a:pt x="1815614" y="631193"/>
                </a:lnTo>
                <a:moveTo>
                  <a:pt x="1746393" y="865925"/>
                </a:moveTo>
                <a:lnTo>
                  <a:pt x="1778646" y="772016"/>
                </a:lnTo>
                <a:moveTo>
                  <a:pt x="1644506" y="834885"/>
                </a:moveTo>
                <a:lnTo>
                  <a:pt x="1548820" y="774667"/>
                </a:lnTo>
                <a:moveTo>
                  <a:pt x="1294841" y="1241762"/>
                </a:moveTo>
                <a:lnTo>
                  <a:pt x="1227854" y="1112606"/>
                </a:lnTo>
                <a:moveTo>
                  <a:pt x="1219912" y="1119504"/>
                </a:moveTo>
                <a:lnTo>
                  <a:pt x="1212453" y="1092504"/>
                </a:lnTo>
                <a:moveTo>
                  <a:pt x="1533746" y="1202928"/>
                </a:moveTo>
                <a:lnTo>
                  <a:pt x="1596001" y="1114203"/>
                </a:lnTo>
                <a:moveTo>
                  <a:pt x="1746393" y="865925"/>
                </a:moveTo>
                <a:lnTo>
                  <a:pt x="1662500" y="776309"/>
                </a:lnTo>
                <a:moveTo>
                  <a:pt x="1294841" y="1241762"/>
                </a:moveTo>
                <a:lnTo>
                  <a:pt x="1295303" y="1265152"/>
                </a:lnTo>
                <a:moveTo>
                  <a:pt x="1589104" y="552432"/>
                </a:moveTo>
                <a:lnTo>
                  <a:pt x="1570723" y="480903"/>
                </a:lnTo>
                <a:moveTo>
                  <a:pt x="783270" y="588038"/>
                </a:moveTo>
                <a:lnTo>
                  <a:pt x="766034" y="492686"/>
                </a:lnTo>
                <a:moveTo>
                  <a:pt x="1560732" y="634465"/>
                </a:moveTo>
                <a:lnTo>
                  <a:pt x="1478887" y="635087"/>
                </a:lnTo>
                <a:moveTo>
                  <a:pt x="956128" y="1224269"/>
                </a:moveTo>
                <a:lnTo>
                  <a:pt x="886668" y="1125194"/>
                </a:lnTo>
                <a:moveTo>
                  <a:pt x="886668" y="1125194"/>
                </a:moveTo>
                <a:lnTo>
                  <a:pt x="865565" y="1146614"/>
                </a:lnTo>
                <a:moveTo>
                  <a:pt x="1746393" y="865925"/>
                </a:moveTo>
                <a:lnTo>
                  <a:pt x="1644506" y="834885"/>
                </a:lnTo>
                <a:moveTo>
                  <a:pt x="1781959" y="759712"/>
                </a:moveTo>
                <a:lnTo>
                  <a:pt x="1683646" y="685196"/>
                </a:lnTo>
                <a:moveTo>
                  <a:pt x="1455467" y="302405"/>
                </a:moveTo>
                <a:lnTo>
                  <a:pt x="1327153" y="378695"/>
                </a:lnTo>
                <a:moveTo>
                  <a:pt x="1596001" y="1114203"/>
                </a:moveTo>
                <a:lnTo>
                  <a:pt x="1571819" y="1066223"/>
                </a:lnTo>
                <a:moveTo>
                  <a:pt x="1395480" y="1287987"/>
                </a:moveTo>
                <a:lnTo>
                  <a:pt x="1398599" y="1291795"/>
                </a:lnTo>
                <a:moveTo>
                  <a:pt x="1444467" y="750568"/>
                </a:moveTo>
                <a:lnTo>
                  <a:pt x="1560732" y="634465"/>
                </a:lnTo>
                <a:moveTo>
                  <a:pt x="856379" y="1012668"/>
                </a:moveTo>
                <a:lnTo>
                  <a:pt x="831744" y="981314"/>
                </a:lnTo>
                <a:moveTo>
                  <a:pt x="856379" y="1012668"/>
                </a:moveTo>
                <a:lnTo>
                  <a:pt x="821290" y="976458"/>
                </a:lnTo>
                <a:moveTo>
                  <a:pt x="1288250" y="398405"/>
                </a:moveTo>
                <a:lnTo>
                  <a:pt x="1199253" y="411288"/>
                </a:lnTo>
                <a:moveTo>
                  <a:pt x="1658616" y="372094"/>
                </a:moveTo>
                <a:lnTo>
                  <a:pt x="1691106" y="303294"/>
                </a:lnTo>
                <a:moveTo>
                  <a:pt x="1579508" y="1079760"/>
                </a:moveTo>
                <a:lnTo>
                  <a:pt x="1563958" y="1038684"/>
                </a:lnTo>
                <a:moveTo>
                  <a:pt x="1398599" y="1291795"/>
                </a:moveTo>
                <a:lnTo>
                  <a:pt x="1294841" y="1241762"/>
                </a:lnTo>
                <a:moveTo>
                  <a:pt x="1074463" y="1142522"/>
                </a:moveTo>
                <a:lnTo>
                  <a:pt x="1012466" y="1068274"/>
                </a:lnTo>
                <a:moveTo>
                  <a:pt x="1662500" y="776309"/>
                </a:moveTo>
                <a:lnTo>
                  <a:pt x="1683646" y="685196"/>
                </a:lnTo>
                <a:moveTo>
                  <a:pt x="1638207" y="455818"/>
                </a:moveTo>
                <a:lnTo>
                  <a:pt x="1702411" y="429045"/>
                </a:lnTo>
                <a:moveTo>
                  <a:pt x="1455467" y="302405"/>
                </a:moveTo>
                <a:lnTo>
                  <a:pt x="1554878" y="229477"/>
                </a:lnTo>
                <a:moveTo>
                  <a:pt x="1610898" y="917286"/>
                </a:moveTo>
                <a:lnTo>
                  <a:pt x="1517400" y="902134"/>
                </a:lnTo>
                <a:moveTo>
                  <a:pt x="1580046" y="647666"/>
                </a:moveTo>
                <a:lnTo>
                  <a:pt x="1444467" y="750568"/>
                </a:lnTo>
                <a:moveTo>
                  <a:pt x="1781959" y="759712"/>
                </a:moveTo>
                <a:lnTo>
                  <a:pt x="1689082" y="660492"/>
                </a:lnTo>
                <a:moveTo>
                  <a:pt x="983798" y="1206361"/>
                </a:moveTo>
                <a:lnTo>
                  <a:pt x="987431" y="1183263"/>
                </a:lnTo>
                <a:moveTo>
                  <a:pt x="1932045" y="1005189"/>
                </a:moveTo>
                <a:lnTo>
                  <a:pt x="1948376" y="949797"/>
                </a:lnTo>
                <a:moveTo>
                  <a:pt x="1199253" y="411288"/>
                </a:moveTo>
                <a:lnTo>
                  <a:pt x="1091122" y="396286"/>
                </a:lnTo>
                <a:moveTo>
                  <a:pt x="1391265" y="1309454"/>
                </a:moveTo>
                <a:lnTo>
                  <a:pt x="1395480" y="1287987"/>
                </a:lnTo>
                <a:moveTo>
                  <a:pt x="1662500" y="776309"/>
                </a:moveTo>
                <a:lnTo>
                  <a:pt x="1580046" y="647666"/>
                </a:lnTo>
                <a:moveTo>
                  <a:pt x="1576808" y="1198917"/>
                </a:moveTo>
                <a:lnTo>
                  <a:pt x="1596001" y="1114203"/>
                </a:lnTo>
                <a:moveTo>
                  <a:pt x="1802483" y="861549"/>
                </a:moveTo>
                <a:lnTo>
                  <a:pt x="1778646" y="772016"/>
                </a:lnTo>
                <a:moveTo>
                  <a:pt x="1164711" y="936691"/>
                </a:moveTo>
                <a:lnTo>
                  <a:pt x="1137908" y="989780"/>
                </a:lnTo>
                <a:moveTo>
                  <a:pt x="1391265" y="1309454"/>
                </a:moveTo>
                <a:lnTo>
                  <a:pt x="1294841" y="1241762"/>
                </a:lnTo>
                <a:moveTo>
                  <a:pt x="1548820" y="774667"/>
                </a:moveTo>
                <a:lnTo>
                  <a:pt x="1580046" y="647666"/>
                </a:lnTo>
                <a:moveTo>
                  <a:pt x="1137908" y="989780"/>
                </a:moveTo>
                <a:lnTo>
                  <a:pt x="1026554" y="1020423"/>
                </a:lnTo>
                <a:moveTo>
                  <a:pt x="1294841" y="1241762"/>
                </a:moveTo>
                <a:lnTo>
                  <a:pt x="1219912" y="1119504"/>
                </a:lnTo>
                <a:moveTo>
                  <a:pt x="1327153" y="378695"/>
                </a:moveTo>
                <a:lnTo>
                  <a:pt x="1230834" y="283434"/>
                </a:lnTo>
                <a:moveTo>
                  <a:pt x="1691106" y="303294"/>
                </a:moveTo>
                <a:lnTo>
                  <a:pt x="1600384" y="333087"/>
                </a:lnTo>
                <a:moveTo>
                  <a:pt x="1436669" y="1248307"/>
                </a:moveTo>
                <a:lnTo>
                  <a:pt x="1458400" y="1230495"/>
                </a:lnTo>
                <a:moveTo>
                  <a:pt x="737554" y="852316"/>
                </a:moveTo>
                <a:lnTo>
                  <a:pt x="738751" y="797612"/>
                </a:lnTo>
                <a:moveTo>
                  <a:pt x="1327153" y="378695"/>
                </a:moveTo>
                <a:lnTo>
                  <a:pt x="1338241" y="300179"/>
                </a:lnTo>
                <a:moveTo>
                  <a:pt x="1125422" y="1000925"/>
                </a:moveTo>
                <a:lnTo>
                  <a:pt x="1026554" y="1020423"/>
                </a:lnTo>
                <a:moveTo>
                  <a:pt x="1510078" y="306712"/>
                </a:moveTo>
                <a:lnTo>
                  <a:pt x="1554878" y="229477"/>
                </a:lnTo>
                <a:moveTo>
                  <a:pt x="1012466" y="1068274"/>
                </a:moveTo>
                <a:lnTo>
                  <a:pt x="1125422" y="1000925"/>
                </a:lnTo>
                <a:moveTo>
                  <a:pt x="1702411" y="429045"/>
                </a:moveTo>
                <a:lnTo>
                  <a:pt x="1658616" y="372094"/>
                </a:lnTo>
                <a:moveTo>
                  <a:pt x="1395480" y="1287987"/>
                </a:moveTo>
                <a:lnTo>
                  <a:pt x="1294841" y="1241762"/>
                </a:lnTo>
                <a:moveTo>
                  <a:pt x="1815614" y="631193"/>
                </a:moveTo>
                <a:lnTo>
                  <a:pt x="1689082" y="660492"/>
                </a:lnTo>
                <a:moveTo>
                  <a:pt x="1610898" y="917286"/>
                </a:moveTo>
                <a:lnTo>
                  <a:pt x="1539443" y="941205"/>
                </a:lnTo>
                <a:moveTo>
                  <a:pt x="1183635" y="1017927"/>
                </a:moveTo>
                <a:lnTo>
                  <a:pt x="1164711" y="936691"/>
                </a:lnTo>
                <a:moveTo>
                  <a:pt x="1288250" y="398405"/>
                </a:moveTo>
                <a:lnTo>
                  <a:pt x="1217427" y="330719"/>
                </a:lnTo>
                <a:moveTo>
                  <a:pt x="1610898" y="917286"/>
                </a:moveTo>
                <a:lnTo>
                  <a:pt x="1543155" y="797320"/>
                </a:lnTo>
                <a:moveTo>
                  <a:pt x="1563958" y="1038684"/>
                </a:moveTo>
                <a:lnTo>
                  <a:pt x="1539443" y="941205"/>
                </a:lnTo>
                <a:moveTo>
                  <a:pt x="1778646" y="772016"/>
                </a:moveTo>
                <a:lnTo>
                  <a:pt x="1831255" y="713473"/>
                </a:lnTo>
                <a:moveTo>
                  <a:pt x="1288250" y="398405"/>
                </a:moveTo>
                <a:lnTo>
                  <a:pt x="1230834" y="283434"/>
                </a:lnTo>
                <a:moveTo>
                  <a:pt x="719634" y="725932"/>
                </a:moveTo>
                <a:lnTo>
                  <a:pt x="783270" y="588038"/>
                </a:lnTo>
                <a:moveTo>
                  <a:pt x="1831255" y="713473"/>
                </a:moveTo>
                <a:lnTo>
                  <a:pt x="1781959" y="759712"/>
                </a:lnTo>
                <a:moveTo>
                  <a:pt x="865565" y="1146614"/>
                </a:moveTo>
                <a:lnTo>
                  <a:pt x="869132" y="1082553"/>
                </a:lnTo>
                <a:moveTo>
                  <a:pt x="1080983" y="393612"/>
                </a:moveTo>
                <a:lnTo>
                  <a:pt x="1010868" y="302502"/>
                </a:lnTo>
                <a:moveTo>
                  <a:pt x="1610898" y="917286"/>
                </a:moveTo>
                <a:lnTo>
                  <a:pt x="1644506" y="834885"/>
                </a:lnTo>
                <a:moveTo>
                  <a:pt x="745876" y="823916"/>
                </a:moveTo>
                <a:lnTo>
                  <a:pt x="737554" y="852316"/>
                </a:lnTo>
                <a:moveTo>
                  <a:pt x="802095" y="972265"/>
                </a:moveTo>
                <a:lnTo>
                  <a:pt x="742091" y="888970"/>
                </a:lnTo>
                <a:moveTo>
                  <a:pt x="1212453" y="1092504"/>
                </a:moveTo>
                <a:lnTo>
                  <a:pt x="1183635" y="1017927"/>
                </a:lnTo>
                <a:moveTo>
                  <a:pt x="1217427" y="330719"/>
                </a:moveTo>
                <a:lnTo>
                  <a:pt x="1091122" y="396286"/>
                </a:lnTo>
                <a:moveTo>
                  <a:pt x="1802483" y="861549"/>
                </a:moveTo>
                <a:lnTo>
                  <a:pt x="1746393" y="865925"/>
                </a:lnTo>
                <a:moveTo>
                  <a:pt x="1391265" y="1309454"/>
                </a:moveTo>
                <a:lnTo>
                  <a:pt x="1351804" y="1333500"/>
                </a:lnTo>
                <a:moveTo>
                  <a:pt x="1580046" y="647666"/>
                </a:moveTo>
                <a:lnTo>
                  <a:pt x="1560732" y="634465"/>
                </a:lnTo>
                <a:moveTo>
                  <a:pt x="1683646" y="685196"/>
                </a:moveTo>
                <a:lnTo>
                  <a:pt x="1580046" y="647666"/>
                </a:lnTo>
                <a:moveTo>
                  <a:pt x="1199253" y="411288"/>
                </a:moveTo>
                <a:lnTo>
                  <a:pt x="1217427" y="330719"/>
                </a:lnTo>
                <a:moveTo>
                  <a:pt x="1683646" y="685196"/>
                </a:moveTo>
                <a:lnTo>
                  <a:pt x="1689082" y="660492"/>
                </a:lnTo>
                <a:moveTo>
                  <a:pt x="1576808" y="1198917"/>
                </a:moveTo>
                <a:lnTo>
                  <a:pt x="1533746" y="1202928"/>
                </a:lnTo>
                <a:moveTo>
                  <a:pt x="1683646" y="685196"/>
                </a:moveTo>
                <a:lnTo>
                  <a:pt x="1636812" y="656684"/>
                </a:lnTo>
                <a:moveTo>
                  <a:pt x="1638207" y="455818"/>
                </a:moveTo>
                <a:lnTo>
                  <a:pt x="1570723" y="480903"/>
                </a:lnTo>
                <a:moveTo>
                  <a:pt x="1600384" y="333087"/>
                </a:moveTo>
                <a:lnTo>
                  <a:pt x="1622482" y="249222"/>
                </a:lnTo>
                <a:moveTo>
                  <a:pt x="1638207" y="455818"/>
                </a:moveTo>
                <a:lnTo>
                  <a:pt x="1658616" y="372094"/>
                </a:lnTo>
                <a:moveTo>
                  <a:pt x="1746393" y="865925"/>
                </a:moveTo>
                <a:lnTo>
                  <a:pt x="1610898" y="917286"/>
                </a:lnTo>
                <a:moveTo>
                  <a:pt x="1560732" y="634465"/>
                </a:moveTo>
                <a:lnTo>
                  <a:pt x="1570723" y="480903"/>
                </a:lnTo>
                <a:moveTo>
                  <a:pt x="1636812" y="656684"/>
                </a:moveTo>
                <a:lnTo>
                  <a:pt x="1580046" y="647666"/>
                </a:lnTo>
                <a:moveTo>
                  <a:pt x="1010868" y="302502"/>
                </a:moveTo>
                <a:lnTo>
                  <a:pt x="983426" y="328415"/>
                </a:lnTo>
                <a:moveTo>
                  <a:pt x="1689082" y="660492"/>
                </a:moveTo>
                <a:lnTo>
                  <a:pt x="1636812" y="656684"/>
                </a:lnTo>
                <a:moveTo>
                  <a:pt x="1576808" y="1198917"/>
                </a:moveTo>
                <a:lnTo>
                  <a:pt x="1571819" y="1066223"/>
                </a:lnTo>
                <a:moveTo>
                  <a:pt x="1283001" y="1203427"/>
                </a:moveTo>
                <a:lnTo>
                  <a:pt x="1219912" y="1119504"/>
                </a:lnTo>
                <a:moveTo>
                  <a:pt x="1831255" y="713473"/>
                </a:moveTo>
                <a:lnTo>
                  <a:pt x="1815614" y="631193"/>
                </a:lnTo>
                <a:moveTo>
                  <a:pt x="1219912" y="1119504"/>
                </a:moveTo>
                <a:lnTo>
                  <a:pt x="1183635" y="1017927"/>
                </a:lnTo>
                <a:moveTo>
                  <a:pt x="738751" y="797612"/>
                </a:moveTo>
                <a:lnTo>
                  <a:pt x="719634" y="725932"/>
                </a:lnTo>
                <a:moveTo>
                  <a:pt x="1298846" y="1333500"/>
                </a:moveTo>
                <a:lnTo>
                  <a:pt x="1294841" y="1241762"/>
                </a:lnTo>
                <a:moveTo>
                  <a:pt x="1510078" y="306712"/>
                </a:moveTo>
                <a:lnTo>
                  <a:pt x="1455467" y="302405"/>
                </a:lnTo>
                <a:moveTo>
                  <a:pt x="742091" y="888970"/>
                </a:moveTo>
                <a:lnTo>
                  <a:pt x="745876" y="823916"/>
                </a:lnTo>
                <a:moveTo>
                  <a:pt x="1298011" y="1203211"/>
                </a:moveTo>
                <a:lnTo>
                  <a:pt x="1219912" y="1119504"/>
                </a:lnTo>
                <a:moveTo>
                  <a:pt x="766541" y="698455"/>
                </a:moveTo>
                <a:lnTo>
                  <a:pt x="719634" y="725932"/>
                </a:lnTo>
                <a:moveTo>
                  <a:pt x="1533746" y="1202928"/>
                </a:moveTo>
                <a:lnTo>
                  <a:pt x="1519735" y="1223670"/>
                </a:lnTo>
                <a:moveTo>
                  <a:pt x="1414393" y="369086"/>
                </a:moveTo>
                <a:lnTo>
                  <a:pt x="1327153" y="378695"/>
                </a:lnTo>
                <a:moveTo>
                  <a:pt x="869132" y="1082553"/>
                </a:moveTo>
                <a:lnTo>
                  <a:pt x="856379" y="1012668"/>
                </a:lnTo>
                <a:moveTo>
                  <a:pt x="1219912" y="1119504"/>
                </a:moveTo>
                <a:lnTo>
                  <a:pt x="1232240" y="1038005"/>
                </a:lnTo>
                <a:moveTo>
                  <a:pt x="1080983" y="393612"/>
                </a:moveTo>
                <a:lnTo>
                  <a:pt x="1091122" y="396286"/>
                </a:lnTo>
                <a:moveTo>
                  <a:pt x="1571819" y="1066223"/>
                </a:moveTo>
                <a:lnTo>
                  <a:pt x="1563958" y="1038684"/>
                </a:lnTo>
                <a:moveTo>
                  <a:pt x="1294841" y="1241762"/>
                </a:moveTo>
                <a:lnTo>
                  <a:pt x="1283001" y="1203427"/>
                </a:lnTo>
                <a:moveTo>
                  <a:pt x="1074463" y="1142522"/>
                </a:moveTo>
                <a:lnTo>
                  <a:pt x="1125422" y="1000925"/>
                </a:lnTo>
                <a:moveTo>
                  <a:pt x="1638207" y="455818"/>
                </a:moveTo>
                <a:lnTo>
                  <a:pt x="1550665" y="339427"/>
                </a:lnTo>
                <a:moveTo>
                  <a:pt x="1638207" y="455818"/>
                </a:moveTo>
                <a:lnTo>
                  <a:pt x="1522067" y="436275"/>
                </a:lnTo>
                <a:moveTo>
                  <a:pt x="1217427" y="330719"/>
                </a:moveTo>
                <a:lnTo>
                  <a:pt x="1230834" y="283434"/>
                </a:lnTo>
                <a:moveTo>
                  <a:pt x="1230834" y="283434"/>
                </a:moveTo>
                <a:lnTo>
                  <a:pt x="1254858" y="201825"/>
                </a:lnTo>
                <a:moveTo>
                  <a:pt x="956128" y="1224269"/>
                </a:moveTo>
                <a:lnTo>
                  <a:pt x="865565" y="1146614"/>
                </a:lnTo>
                <a:moveTo>
                  <a:pt x="1713978" y="933817"/>
                </a:moveTo>
                <a:lnTo>
                  <a:pt x="1746393" y="865925"/>
                </a:lnTo>
                <a:moveTo>
                  <a:pt x="1294841" y="1241762"/>
                </a:moveTo>
                <a:lnTo>
                  <a:pt x="1293187" y="1218428"/>
                </a:lnTo>
                <a:moveTo>
                  <a:pt x="1522067" y="436275"/>
                </a:moveTo>
                <a:lnTo>
                  <a:pt x="1455467" y="302405"/>
                </a:lnTo>
                <a:moveTo>
                  <a:pt x="787795" y="627715"/>
                </a:moveTo>
                <a:lnTo>
                  <a:pt x="783270" y="588038"/>
                </a:lnTo>
                <a:moveTo>
                  <a:pt x="1338241" y="300179"/>
                </a:moveTo>
                <a:lnTo>
                  <a:pt x="1230834" y="283434"/>
                </a:lnTo>
                <a:moveTo>
                  <a:pt x="803726" y="572543"/>
                </a:moveTo>
                <a:lnTo>
                  <a:pt x="783270" y="588038"/>
                </a:lnTo>
                <a:moveTo>
                  <a:pt x="1137908" y="989780"/>
                </a:moveTo>
                <a:lnTo>
                  <a:pt x="1125422" y="1000925"/>
                </a:lnTo>
                <a:moveTo>
                  <a:pt x="1533746" y="1202928"/>
                </a:moveTo>
                <a:lnTo>
                  <a:pt x="1436669" y="1248307"/>
                </a:lnTo>
                <a:moveTo>
                  <a:pt x="1254858" y="201825"/>
                </a:moveTo>
                <a:lnTo>
                  <a:pt x="1276599" y="121430"/>
                </a:lnTo>
                <a:moveTo>
                  <a:pt x="1436669" y="1248307"/>
                </a:moveTo>
                <a:lnTo>
                  <a:pt x="1395480" y="1287987"/>
                </a:lnTo>
                <a:moveTo>
                  <a:pt x="766541" y="698455"/>
                </a:moveTo>
                <a:lnTo>
                  <a:pt x="783270" y="588038"/>
                </a:lnTo>
                <a:moveTo>
                  <a:pt x="1658616" y="372094"/>
                </a:moveTo>
                <a:lnTo>
                  <a:pt x="1600384" y="333087"/>
                </a:lnTo>
                <a:moveTo>
                  <a:pt x="1576808" y="1198917"/>
                </a:moveTo>
                <a:lnTo>
                  <a:pt x="1519735" y="1223670"/>
                </a:lnTo>
                <a:moveTo>
                  <a:pt x="1802483" y="861549"/>
                </a:moveTo>
                <a:lnTo>
                  <a:pt x="1831255" y="713473"/>
                </a:lnTo>
                <a:moveTo>
                  <a:pt x="1217427" y="330719"/>
                </a:moveTo>
                <a:lnTo>
                  <a:pt x="1192035" y="304144"/>
                </a:lnTo>
                <a:moveTo>
                  <a:pt x="1588715" y="953954"/>
                </a:moveTo>
                <a:lnTo>
                  <a:pt x="1539443" y="941205"/>
                </a:lnTo>
                <a:moveTo>
                  <a:pt x="1183635" y="1017927"/>
                </a:moveTo>
                <a:lnTo>
                  <a:pt x="1137908" y="989780"/>
                </a:lnTo>
                <a:moveTo>
                  <a:pt x="1570723" y="480903"/>
                </a:moveTo>
                <a:lnTo>
                  <a:pt x="1522067" y="436275"/>
                </a:lnTo>
                <a:moveTo>
                  <a:pt x="1658616" y="372094"/>
                </a:moveTo>
                <a:lnTo>
                  <a:pt x="1550665" y="339427"/>
                </a:lnTo>
                <a:moveTo>
                  <a:pt x="1230834" y="283434"/>
                </a:moveTo>
                <a:lnTo>
                  <a:pt x="1192035" y="304144"/>
                </a:lnTo>
                <a:moveTo>
                  <a:pt x="983798" y="1206361"/>
                </a:moveTo>
                <a:lnTo>
                  <a:pt x="1074463" y="1142522"/>
                </a:lnTo>
                <a:moveTo>
                  <a:pt x="956128" y="1224269"/>
                </a:moveTo>
                <a:lnTo>
                  <a:pt x="853583" y="1175461"/>
                </a:lnTo>
                <a:moveTo>
                  <a:pt x="956128" y="1224269"/>
                </a:moveTo>
                <a:lnTo>
                  <a:pt x="892773" y="1179777"/>
                </a:lnTo>
                <a:moveTo>
                  <a:pt x="892773" y="1179777"/>
                </a:moveTo>
                <a:lnTo>
                  <a:pt x="865565" y="1146614"/>
                </a:lnTo>
                <a:moveTo>
                  <a:pt x="1550665" y="339427"/>
                </a:moveTo>
                <a:lnTo>
                  <a:pt x="1510078" y="306712"/>
                </a:lnTo>
                <a:moveTo>
                  <a:pt x="1522067" y="436275"/>
                </a:moveTo>
                <a:lnTo>
                  <a:pt x="1510078" y="306712"/>
                </a:lnTo>
                <a:moveTo>
                  <a:pt x="1357652" y="221832"/>
                </a:moveTo>
                <a:lnTo>
                  <a:pt x="1254858" y="201825"/>
                </a:lnTo>
                <a:moveTo>
                  <a:pt x="1422675" y="374880"/>
                </a:moveTo>
                <a:lnTo>
                  <a:pt x="1455467" y="302405"/>
                </a:lnTo>
                <a:moveTo>
                  <a:pt x="1560732" y="634465"/>
                </a:moveTo>
                <a:lnTo>
                  <a:pt x="1519955" y="556395"/>
                </a:lnTo>
                <a:moveTo>
                  <a:pt x="1357652" y="221832"/>
                </a:moveTo>
                <a:lnTo>
                  <a:pt x="1230834" y="283434"/>
                </a:lnTo>
                <a:moveTo>
                  <a:pt x="1320294" y="1101346"/>
                </a:moveTo>
                <a:lnTo>
                  <a:pt x="1219912" y="1119504"/>
                </a:lnTo>
                <a:moveTo>
                  <a:pt x="1298709" y="1333500"/>
                </a:moveTo>
                <a:lnTo>
                  <a:pt x="1293187" y="1218428"/>
                </a:lnTo>
                <a:moveTo>
                  <a:pt x="1455467" y="302405"/>
                </a:moveTo>
                <a:lnTo>
                  <a:pt x="1414393" y="369086"/>
                </a:lnTo>
                <a:moveTo>
                  <a:pt x="1254858" y="201825"/>
                </a:moveTo>
                <a:lnTo>
                  <a:pt x="1169665" y="141132"/>
                </a:lnTo>
                <a:moveTo>
                  <a:pt x="1687928" y="633117"/>
                </a:moveTo>
                <a:lnTo>
                  <a:pt x="1689082" y="660492"/>
                </a:lnTo>
                <a:moveTo>
                  <a:pt x="1553725" y="969536"/>
                </a:moveTo>
                <a:lnTo>
                  <a:pt x="1539443" y="941205"/>
                </a:lnTo>
                <a:moveTo>
                  <a:pt x="1687928" y="633117"/>
                </a:moveTo>
                <a:lnTo>
                  <a:pt x="1636812" y="656684"/>
                </a:lnTo>
                <a:moveTo>
                  <a:pt x="1539113" y="1137650"/>
                </a:moveTo>
                <a:lnTo>
                  <a:pt x="1571819" y="1066223"/>
                </a:lnTo>
                <a:moveTo>
                  <a:pt x="1111437" y="370924"/>
                </a:moveTo>
                <a:lnTo>
                  <a:pt x="1091122" y="396286"/>
                </a:lnTo>
                <a:moveTo>
                  <a:pt x="865565" y="1146614"/>
                </a:moveTo>
                <a:lnTo>
                  <a:pt x="856379" y="1012668"/>
                </a:lnTo>
                <a:moveTo>
                  <a:pt x="1234958" y="1026204"/>
                </a:moveTo>
                <a:lnTo>
                  <a:pt x="1137908" y="989780"/>
                </a:lnTo>
                <a:moveTo>
                  <a:pt x="1338241" y="300179"/>
                </a:moveTo>
                <a:lnTo>
                  <a:pt x="1357652" y="221832"/>
                </a:lnTo>
                <a:moveTo>
                  <a:pt x="738751" y="797612"/>
                </a:moveTo>
                <a:lnTo>
                  <a:pt x="766541" y="698455"/>
                </a:lnTo>
                <a:moveTo>
                  <a:pt x="787795" y="627715"/>
                </a:moveTo>
                <a:lnTo>
                  <a:pt x="803726" y="572543"/>
                </a:lnTo>
                <a:moveTo>
                  <a:pt x="1713978" y="933817"/>
                </a:moveTo>
                <a:lnTo>
                  <a:pt x="1802483" y="861549"/>
                </a:lnTo>
                <a:moveTo>
                  <a:pt x="1580046" y="647666"/>
                </a:moveTo>
                <a:lnTo>
                  <a:pt x="1519955" y="556395"/>
                </a:lnTo>
                <a:moveTo>
                  <a:pt x="983798" y="1206361"/>
                </a:moveTo>
                <a:lnTo>
                  <a:pt x="956128" y="1224269"/>
                </a:lnTo>
                <a:moveTo>
                  <a:pt x="1550665" y="339427"/>
                </a:moveTo>
                <a:lnTo>
                  <a:pt x="1600384" y="333087"/>
                </a:lnTo>
                <a:moveTo>
                  <a:pt x="1357652" y="221832"/>
                </a:moveTo>
                <a:lnTo>
                  <a:pt x="1276599" y="121430"/>
                </a:lnTo>
                <a:moveTo>
                  <a:pt x="766541" y="698455"/>
                </a:moveTo>
                <a:lnTo>
                  <a:pt x="787795" y="627715"/>
                </a:lnTo>
                <a:moveTo>
                  <a:pt x="1254858" y="201825"/>
                </a:moveTo>
                <a:lnTo>
                  <a:pt x="1149429" y="152267"/>
                </a:lnTo>
                <a:moveTo>
                  <a:pt x="802095" y="972265"/>
                </a:moveTo>
                <a:lnTo>
                  <a:pt x="745876" y="823916"/>
                </a:lnTo>
                <a:moveTo>
                  <a:pt x="1376162" y="157063"/>
                </a:moveTo>
                <a:lnTo>
                  <a:pt x="1276599" y="121430"/>
                </a:lnTo>
                <a:moveTo>
                  <a:pt x="856379" y="1012668"/>
                </a:moveTo>
                <a:lnTo>
                  <a:pt x="802095" y="972265"/>
                </a:lnTo>
                <a:moveTo>
                  <a:pt x="1230834" y="283434"/>
                </a:moveTo>
                <a:lnTo>
                  <a:pt x="1149429" y="152267"/>
                </a:lnTo>
                <a:moveTo>
                  <a:pt x="1276599" y="121430"/>
                </a:moveTo>
                <a:lnTo>
                  <a:pt x="1169665" y="141132"/>
                </a:lnTo>
                <a:moveTo>
                  <a:pt x="1298011" y="1203211"/>
                </a:moveTo>
                <a:lnTo>
                  <a:pt x="1283001" y="1203427"/>
                </a:lnTo>
                <a:moveTo>
                  <a:pt x="1815614" y="631193"/>
                </a:moveTo>
                <a:lnTo>
                  <a:pt x="1796889" y="624454"/>
                </a:lnTo>
                <a:moveTo>
                  <a:pt x="1293187" y="1218428"/>
                </a:moveTo>
                <a:lnTo>
                  <a:pt x="1283001" y="1203427"/>
                </a:lnTo>
                <a:moveTo>
                  <a:pt x="853583" y="1175461"/>
                </a:moveTo>
                <a:lnTo>
                  <a:pt x="892773" y="1179777"/>
                </a:lnTo>
                <a:moveTo>
                  <a:pt x="1519955" y="556395"/>
                </a:moveTo>
                <a:lnTo>
                  <a:pt x="1570723" y="480903"/>
                </a:lnTo>
                <a:moveTo>
                  <a:pt x="1713978" y="933817"/>
                </a:moveTo>
                <a:lnTo>
                  <a:pt x="1610898" y="917286"/>
                </a:lnTo>
                <a:moveTo>
                  <a:pt x="1522067" y="436275"/>
                </a:moveTo>
                <a:lnTo>
                  <a:pt x="1550665" y="339427"/>
                </a:lnTo>
                <a:moveTo>
                  <a:pt x="745876" y="823916"/>
                </a:moveTo>
                <a:lnTo>
                  <a:pt x="738751" y="797612"/>
                </a:lnTo>
                <a:moveTo>
                  <a:pt x="1232240" y="1038005"/>
                </a:moveTo>
                <a:lnTo>
                  <a:pt x="1183635" y="1017927"/>
                </a:lnTo>
                <a:moveTo>
                  <a:pt x="1576808" y="1198917"/>
                </a:moveTo>
                <a:lnTo>
                  <a:pt x="1539113" y="1137650"/>
                </a:lnTo>
                <a:moveTo>
                  <a:pt x="1571819" y="1066223"/>
                </a:moveTo>
                <a:lnTo>
                  <a:pt x="1529896" y="1119055"/>
                </a:lnTo>
                <a:moveTo>
                  <a:pt x="1746111" y="935404"/>
                </a:moveTo>
                <a:lnTo>
                  <a:pt x="1802483" y="861549"/>
                </a:lnTo>
                <a:moveTo>
                  <a:pt x="1234958" y="1026204"/>
                </a:moveTo>
                <a:lnTo>
                  <a:pt x="1183635" y="1017927"/>
                </a:lnTo>
                <a:moveTo>
                  <a:pt x="1293187" y="1218428"/>
                </a:moveTo>
                <a:lnTo>
                  <a:pt x="1298011" y="1203211"/>
                </a:lnTo>
                <a:moveTo>
                  <a:pt x="1074463" y="1142522"/>
                </a:moveTo>
                <a:lnTo>
                  <a:pt x="1077855" y="1077352"/>
                </a:lnTo>
                <a:moveTo>
                  <a:pt x="1799121" y="637928"/>
                </a:moveTo>
                <a:lnTo>
                  <a:pt x="1815614" y="631193"/>
                </a:lnTo>
                <a:moveTo>
                  <a:pt x="1519735" y="1223670"/>
                </a:moveTo>
                <a:lnTo>
                  <a:pt x="1436669" y="1248307"/>
                </a:lnTo>
                <a:moveTo>
                  <a:pt x="1357652" y="221832"/>
                </a:moveTo>
                <a:lnTo>
                  <a:pt x="1376162" y="157063"/>
                </a:lnTo>
                <a:moveTo>
                  <a:pt x="1414393" y="369086"/>
                </a:moveTo>
                <a:lnTo>
                  <a:pt x="1338241" y="300179"/>
                </a:lnTo>
                <a:moveTo>
                  <a:pt x="865565" y="1146614"/>
                </a:moveTo>
                <a:lnTo>
                  <a:pt x="883110" y="1052552"/>
                </a:lnTo>
                <a:moveTo>
                  <a:pt x="1230834" y="283434"/>
                </a:moveTo>
                <a:lnTo>
                  <a:pt x="1120462" y="239809"/>
                </a:lnTo>
                <a:moveTo>
                  <a:pt x="1232240" y="1038005"/>
                </a:moveTo>
                <a:lnTo>
                  <a:pt x="1234958" y="1026204"/>
                </a:lnTo>
                <a:moveTo>
                  <a:pt x="1580046" y="647666"/>
                </a:moveTo>
                <a:lnTo>
                  <a:pt x="1578284" y="600090"/>
                </a:lnTo>
                <a:moveTo>
                  <a:pt x="1688587" y="609864"/>
                </a:moveTo>
                <a:lnTo>
                  <a:pt x="1580046" y="647666"/>
                </a:lnTo>
                <a:moveTo>
                  <a:pt x="960442" y="1171800"/>
                </a:moveTo>
                <a:lnTo>
                  <a:pt x="865565" y="1146614"/>
                </a:lnTo>
                <a:moveTo>
                  <a:pt x="1688587" y="609864"/>
                </a:moveTo>
                <a:lnTo>
                  <a:pt x="1636812" y="656684"/>
                </a:lnTo>
                <a:moveTo>
                  <a:pt x="1519735" y="1223670"/>
                </a:moveTo>
                <a:lnTo>
                  <a:pt x="1539113" y="1137650"/>
                </a:lnTo>
                <a:moveTo>
                  <a:pt x="1217427" y="330719"/>
                </a:moveTo>
                <a:lnTo>
                  <a:pt x="1111437" y="370924"/>
                </a:lnTo>
                <a:moveTo>
                  <a:pt x="803726" y="572543"/>
                </a:moveTo>
                <a:lnTo>
                  <a:pt x="819742" y="498980"/>
                </a:lnTo>
                <a:moveTo>
                  <a:pt x="738751" y="797612"/>
                </a:moveTo>
                <a:lnTo>
                  <a:pt x="796425" y="682200"/>
                </a:lnTo>
                <a:moveTo>
                  <a:pt x="1169665" y="141132"/>
                </a:moveTo>
                <a:lnTo>
                  <a:pt x="1149429" y="152267"/>
                </a:lnTo>
                <a:moveTo>
                  <a:pt x="1519735" y="1223670"/>
                </a:moveTo>
                <a:lnTo>
                  <a:pt x="1400915" y="1221885"/>
                </a:lnTo>
                <a:moveTo>
                  <a:pt x="923383" y="1296174"/>
                </a:moveTo>
                <a:lnTo>
                  <a:pt x="956128" y="1224269"/>
                </a:lnTo>
                <a:moveTo>
                  <a:pt x="1796889" y="624454"/>
                </a:moveTo>
                <a:lnTo>
                  <a:pt x="1689082" y="660492"/>
                </a:lnTo>
                <a:moveTo>
                  <a:pt x="1522067" y="436275"/>
                </a:moveTo>
                <a:lnTo>
                  <a:pt x="1422675" y="374880"/>
                </a:lnTo>
                <a:moveTo>
                  <a:pt x="796425" y="682200"/>
                </a:moveTo>
                <a:lnTo>
                  <a:pt x="787795" y="627715"/>
                </a:lnTo>
                <a:moveTo>
                  <a:pt x="1704469" y="950604"/>
                </a:moveTo>
                <a:lnTo>
                  <a:pt x="1610898" y="917286"/>
                </a:lnTo>
                <a:moveTo>
                  <a:pt x="1080983" y="393612"/>
                </a:moveTo>
                <a:lnTo>
                  <a:pt x="983426" y="328415"/>
                </a:lnTo>
                <a:moveTo>
                  <a:pt x="1077855" y="1077352"/>
                </a:moveTo>
                <a:lnTo>
                  <a:pt x="1125422" y="1000925"/>
                </a:lnTo>
                <a:moveTo>
                  <a:pt x="1519955" y="556395"/>
                </a:moveTo>
                <a:lnTo>
                  <a:pt x="1522067" y="436275"/>
                </a:lnTo>
                <a:moveTo>
                  <a:pt x="1338241" y="300179"/>
                </a:moveTo>
                <a:lnTo>
                  <a:pt x="1431631" y="217641"/>
                </a:lnTo>
                <a:moveTo>
                  <a:pt x="766541" y="698455"/>
                </a:moveTo>
                <a:lnTo>
                  <a:pt x="796425" y="682200"/>
                </a:lnTo>
                <a:moveTo>
                  <a:pt x="1192035" y="304144"/>
                </a:moveTo>
                <a:lnTo>
                  <a:pt x="1120462" y="239809"/>
                </a:lnTo>
                <a:moveTo>
                  <a:pt x="1400915" y="1221885"/>
                </a:moveTo>
                <a:lnTo>
                  <a:pt x="1298011" y="1203211"/>
                </a:lnTo>
                <a:moveTo>
                  <a:pt x="1529896" y="1119055"/>
                </a:moveTo>
                <a:lnTo>
                  <a:pt x="1563958" y="1038684"/>
                </a:lnTo>
                <a:moveTo>
                  <a:pt x="1080983" y="393612"/>
                </a:moveTo>
                <a:lnTo>
                  <a:pt x="990760" y="335679"/>
                </a:lnTo>
                <a:moveTo>
                  <a:pt x="1400915" y="1221885"/>
                </a:moveTo>
                <a:lnTo>
                  <a:pt x="1293187" y="1218428"/>
                </a:lnTo>
                <a:moveTo>
                  <a:pt x="1486966" y="536828"/>
                </a:moveTo>
                <a:lnTo>
                  <a:pt x="1522067" y="436275"/>
                </a:lnTo>
                <a:moveTo>
                  <a:pt x="1802483" y="861549"/>
                </a:moveTo>
                <a:lnTo>
                  <a:pt x="1853356" y="810247"/>
                </a:lnTo>
                <a:moveTo>
                  <a:pt x="1610898" y="917286"/>
                </a:moveTo>
                <a:lnTo>
                  <a:pt x="1588715" y="953954"/>
                </a:lnTo>
                <a:moveTo>
                  <a:pt x="1169665" y="141132"/>
                </a:moveTo>
                <a:lnTo>
                  <a:pt x="1157300" y="118119"/>
                </a:lnTo>
                <a:moveTo>
                  <a:pt x="1252717" y="936885"/>
                </a:moveTo>
                <a:lnTo>
                  <a:pt x="1137908" y="989780"/>
                </a:lnTo>
                <a:moveTo>
                  <a:pt x="1563295" y="261192"/>
                </a:moveTo>
                <a:lnTo>
                  <a:pt x="1510078" y="306712"/>
                </a:lnTo>
                <a:moveTo>
                  <a:pt x="1137908" y="989780"/>
                </a:moveTo>
                <a:lnTo>
                  <a:pt x="1139842" y="933303"/>
                </a:lnTo>
                <a:moveTo>
                  <a:pt x="1080983" y="393612"/>
                </a:moveTo>
                <a:lnTo>
                  <a:pt x="976081" y="346098"/>
                </a:lnTo>
                <a:moveTo>
                  <a:pt x="960442" y="1171800"/>
                </a:moveTo>
                <a:lnTo>
                  <a:pt x="853583" y="1175461"/>
                </a:lnTo>
                <a:moveTo>
                  <a:pt x="745876" y="823916"/>
                </a:moveTo>
                <a:lnTo>
                  <a:pt x="796425" y="682200"/>
                </a:lnTo>
                <a:moveTo>
                  <a:pt x="1111437" y="370924"/>
                </a:moveTo>
                <a:lnTo>
                  <a:pt x="1192035" y="304144"/>
                </a:lnTo>
                <a:moveTo>
                  <a:pt x="960442" y="1171800"/>
                </a:moveTo>
                <a:lnTo>
                  <a:pt x="892773" y="1179777"/>
                </a:lnTo>
                <a:moveTo>
                  <a:pt x="1600384" y="333087"/>
                </a:moveTo>
                <a:lnTo>
                  <a:pt x="1572173" y="235825"/>
                </a:lnTo>
                <a:moveTo>
                  <a:pt x="1376162" y="157063"/>
                </a:moveTo>
                <a:lnTo>
                  <a:pt x="1397143" y="67885"/>
                </a:lnTo>
                <a:moveTo>
                  <a:pt x="1276599" y="121430"/>
                </a:moveTo>
                <a:lnTo>
                  <a:pt x="1288238" y="41588"/>
                </a:lnTo>
                <a:moveTo>
                  <a:pt x="1149429" y="152267"/>
                </a:moveTo>
                <a:lnTo>
                  <a:pt x="1157300" y="118119"/>
                </a:lnTo>
                <a:moveTo>
                  <a:pt x="1746111" y="935404"/>
                </a:moveTo>
                <a:lnTo>
                  <a:pt x="1713978" y="933817"/>
                </a:lnTo>
                <a:moveTo>
                  <a:pt x="802095" y="972265"/>
                </a:moveTo>
                <a:lnTo>
                  <a:pt x="809194" y="903353"/>
                </a:lnTo>
                <a:moveTo>
                  <a:pt x="883110" y="1052552"/>
                </a:moveTo>
                <a:lnTo>
                  <a:pt x="856379" y="1012668"/>
                </a:lnTo>
                <a:moveTo>
                  <a:pt x="1436669" y="1248307"/>
                </a:moveTo>
                <a:lnTo>
                  <a:pt x="1400915" y="1221885"/>
                </a:lnTo>
                <a:moveTo>
                  <a:pt x="1298011" y="1203211"/>
                </a:moveTo>
                <a:lnTo>
                  <a:pt x="1320294" y="1101346"/>
                </a:lnTo>
                <a:moveTo>
                  <a:pt x="1139842" y="933303"/>
                </a:moveTo>
                <a:lnTo>
                  <a:pt x="1125422" y="1000925"/>
                </a:lnTo>
                <a:moveTo>
                  <a:pt x="973340" y="1110654"/>
                </a:moveTo>
                <a:lnTo>
                  <a:pt x="865565" y="1146614"/>
                </a:lnTo>
                <a:moveTo>
                  <a:pt x="1431631" y="217641"/>
                </a:moveTo>
                <a:lnTo>
                  <a:pt x="1357652" y="221832"/>
                </a:lnTo>
                <a:moveTo>
                  <a:pt x="898326" y="983388"/>
                </a:moveTo>
                <a:lnTo>
                  <a:pt x="802095" y="972265"/>
                </a:lnTo>
                <a:moveTo>
                  <a:pt x="1111437" y="370924"/>
                </a:moveTo>
                <a:lnTo>
                  <a:pt x="1080983" y="393612"/>
                </a:lnTo>
                <a:moveTo>
                  <a:pt x="1600384" y="333087"/>
                </a:moveTo>
                <a:lnTo>
                  <a:pt x="1563295" y="261192"/>
                </a:lnTo>
                <a:moveTo>
                  <a:pt x="1320294" y="1101346"/>
                </a:moveTo>
                <a:lnTo>
                  <a:pt x="1232240" y="1038005"/>
                </a:lnTo>
                <a:moveTo>
                  <a:pt x="1378365" y="1288691"/>
                </a:moveTo>
                <a:lnTo>
                  <a:pt x="1293187" y="1218428"/>
                </a:lnTo>
                <a:moveTo>
                  <a:pt x="1125422" y="1000925"/>
                </a:moveTo>
                <a:lnTo>
                  <a:pt x="1130382" y="936214"/>
                </a:lnTo>
                <a:moveTo>
                  <a:pt x="1563958" y="1038684"/>
                </a:moveTo>
                <a:lnTo>
                  <a:pt x="1553725" y="969536"/>
                </a:lnTo>
                <a:moveTo>
                  <a:pt x="787795" y="627715"/>
                </a:moveTo>
                <a:lnTo>
                  <a:pt x="863166" y="545213"/>
                </a:lnTo>
                <a:moveTo>
                  <a:pt x="1431631" y="217641"/>
                </a:moveTo>
                <a:lnTo>
                  <a:pt x="1376162" y="157063"/>
                </a:lnTo>
                <a:moveTo>
                  <a:pt x="1120462" y="239809"/>
                </a:moveTo>
                <a:lnTo>
                  <a:pt x="1149429" y="152267"/>
                </a:lnTo>
                <a:moveTo>
                  <a:pt x="1422675" y="374880"/>
                </a:moveTo>
                <a:lnTo>
                  <a:pt x="1414393" y="369086"/>
                </a:lnTo>
                <a:moveTo>
                  <a:pt x="990760" y="335679"/>
                </a:moveTo>
                <a:lnTo>
                  <a:pt x="983426" y="328415"/>
                </a:lnTo>
                <a:moveTo>
                  <a:pt x="803726" y="572543"/>
                </a:moveTo>
                <a:lnTo>
                  <a:pt x="863166" y="545213"/>
                </a:lnTo>
                <a:moveTo>
                  <a:pt x="983798" y="1206361"/>
                </a:moveTo>
                <a:lnTo>
                  <a:pt x="1077855" y="1077352"/>
                </a:lnTo>
                <a:moveTo>
                  <a:pt x="983798" y="1206361"/>
                </a:moveTo>
                <a:lnTo>
                  <a:pt x="960442" y="1171800"/>
                </a:lnTo>
                <a:moveTo>
                  <a:pt x="1853356" y="810247"/>
                </a:moveTo>
                <a:lnTo>
                  <a:pt x="1831255" y="713473"/>
                </a:lnTo>
                <a:moveTo>
                  <a:pt x="1276599" y="121430"/>
                </a:moveTo>
                <a:lnTo>
                  <a:pt x="1169359" y="52464"/>
                </a:lnTo>
                <a:moveTo>
                  <a:pt x="1550665" y="339427"/>
                </a:moveTo>
                <a:lnTo>
                  <a:pt x="1563295" y="261192"/>
                </a:lnTo>
                <a:moveTo>
                  <a:pt x="1713978" y="933817"/>
                </a:moveTo>
                <a:lnTo>
                  <a:pt x="1704469" y="950604"/>
                </a:lnTo>
                <a:moveTo>
                  <a:pt x="1519735" y="1223670"/>
                </a:moveTo>
                <a:lnTo>
                  <a:pt x="1419457" y="1137939"/>
                </a:lnTo>
                <a:moveTo>
                  <a:pt x="1486966" y="536828"/>
                </a:moveTo>
                <a:lnTo>
                  <a:pt x="1422675" y="374880"/>
                </a:lnTo>
                <a:moveTo>
                  <a:pt x="923383" y="1296174"/>
                </a:moveTo>
                <a:lnTo>
                  <a:pt x="983798" y="1206361"/>
                </a:lnTo>
                <a:moveTo>
                  <a:pt x="1419207" y="380585"/>
                </a:moveTo>
                <a:lnTo>
                  <a:pt x="1422675" y="374880"/>
                </a:lnTo>
                <a:moveTo>
                  <a:pt x="1445871" y="264570"/>
                </a:moveTo>
                <a:lnTo>
                  <a:pt x="1338241" y="300179"/>
                </a:lnTo>
                <a:moveTo>
                  <a:pt x="1519955" y="556395"/>
                </a:moveTo>
                <a:lnTo>
                  <a:pt x="1486966" y="536828"/>
                </a:lnTo>
                <a:moveTo>
                  <a:pt x="982257" y="324126"/>
                </a:moveTo>
                <a:lnTo>
                  <a:pt x="983426" y="328415"/>
                </a:lnTo>
                <a:moveTo>
                  <a:pt x="1376162" y="157063"/>
                </a:moveTo>
                <a:lnTo>
                  <a:pt x="1288238" y="41588"/>
                </a:lnTo>
                <a:moveTo>
                  <a:pt x="1831255" y="713473"/>
                </a:moveTo>
                <a:lnTo>
                  <a:pt x="1799121" y="637928"/>
                </a:lnTo>
                <a:moveTo>
                  <a:pt x="1419207" y="380585"/>
                </a:moveTo>
                <a:lnTo>
                  <a:pt x="1414393" y="369086"/>
                </a:lnTo>
                <a:moveTo>
                  <a:pt x="1378365" y="1288691"/>
                </a:moveTo>
                <a:lnTo>
                  <a:pt x="1436669" y="1248307"/>
                </a:lnTo>
                <a:moveTo>
                  <a:pt x="976081" y="346098"/>
                </a:moveTo>
                <a:lnTo>
                  <a:pt x="990760" y="335679"/>
                </a:lnTo>
                <a:moveTo>
                  <a:pt x="990760" y="335679"/>
                </a:moveTo>
                <a:lnTo>
                  <a:pt x="982257" y="324126"/>
                </a:lnTo>
                <a:moveTo>
                  <a:pt x="1234958" y="1026204"/>
                </a:moveTo>
                <a:lnTo>
                  <a:pt x="1252717" y="936885"/>
                </a:lnTo>
                <a:moveTo>
                  <a:pt x="809194" y="903353"/>
                </a:moveTo>
                <a:lnTo>
                  <a:pt x="745876" y="823916"/>
                </a:lnTo>
                <a:moveTo>
                  <a:pt x="1746111" y="935404"/>
                </a:moveTo>
                <a:lnTo>
                  <a:pt x="1704469" y="950604"/>
                </a:lnTo>
                <a:moveTo>
                  <a:pt x="1339750" y="1021907"/>
                </a:moveTo>
                <a:lnTo>
                  <a:pt x="1232240" y="1038005"/>
                </a:lnTo>
                <a:moveTo>
                  <a:pt x="1539113" y="1137650"/>
                </a:moveTo>
                <a:lnTo>
                  <a:pt x="1529896" y="1119055"/>
                </a:lnTo>
                <a:moveTo>
                  <a:pt x="903878" y="950732"/>
                </a:moveTo>
                <a:lnTo>
                  <a:pt x="802095" y="972265"/>
                </a:lnTo>
                <a:moveTo>
                  <a:pt x="1688587" y="609864"/>
                </a:moveTo>
                <a:lnTo>
                  <a:pt x="1687928" y="633117"/>
                </a:lnTo>
                <a:moveTo>
                  <a:pt x="976081" y="346098"/>
                </a:moveTo>
                <a:lnTo>
                  <a:pt x="982257" y="324126"/>
                </a:lnTo>
                <a:moveTo>
                  <a:pt x="1400915" y="1221885"/>
                </a:moveTo>
                <a:lnTo>
                  <a:pt x="1320294" y="1101346"/>
                </a:lnTo>
                <a:moveTo>
                  <a:pt x="898326" y="983388"/>
                </a:moveTo>
                <a:lnTo>
                  <a:pt x="856379" y="1012668"/>
                </a:lnTo>
                <a:moveTo>
                  <a:pt x="1424262" y="355582"/>
                </a:moveTo>
                <a:lnTo>
                  <a:pt x="1414393" y="369086"/>
                </a:lnTo>
                <a:moveTo>
                  <a:pt x="1339750" y="1021907"/>
                </a:moveTo>
                <a:lnTo>
                  <a:pt x="1234958" y="1026204"/>
                </a:lnTo>
                <a:moveTo>
                  <a:pt x="1169665" y="141132"/>
                </a:moveTo>
                <a:lnTo>
                  <a:pt x="1169359" y="52464"/>
                </a:lnTo>
                <a:moveTo>
                  <a:pt x="1378365" y="1288691"/>
                </a:moveTo>
                <a:lnTo>
                  <a:pt x="1400915" y="1221885"/>
                </a:lnTo>
                <a:moveTo>
                  <a:pt x="1796889" y="624454"/>
                </a:moveTo>
                <a:lnTo>
                  <a:pt x="1687928" y="633117"/>
                </a:lnTo>
                <a:moveTo>
                  <a:pt x="931711" y="1281468"/>
                </a:moveTo>
                <a:lnTo>
                  <a:pt x="983798" y="1206361"/>
                </a:lnTo>
                <a:moveTo>
                  <a:pt x="1756339" y="625433"/>
                </a:moveTo>
                <a:lnTo>
                  <a:pt x="1687928" y="633117"/>
                </a:lnTo>
                <a:moveTo>
                  <a:pt x="1578284" y="600090"/>
                </a:moveTo>
                <a:lnTo>
                  <a:pt x="1519955" y="556395"/>
                </a:lnTo>
                <a:moveTo>
                  <a:pt x="1111437" y="370924"/>
                </a:moveTo>
                <a:lnTo>
                  <a:pt x="1120462" y="239809"/>
                </a:lnTo>
                <a:moveTo>
                  <a:pt x="1463478" y="204971"/>
                </a:moveTo>
                <a:lnTo>
                  <a:pt x="1376162" y="157063"/>
                </a:lnTo>
                <a:moveTo>
                  <a:pt x="1498881" y="100741"/>
                </a:moveTo>
                <a:lnTo>
                  <a:pt x="1397143" y="67885"/>
                </a:lnTo>
                <a:moveTo>
                  <a:pt x="1419207" y="380585"/>
                </a:moveTo>
                <a:lnTo>
                  <a:pt x="1424262" y="355582"/>
                </a:lnTo>
                <a:moveTo>
                  <a:pt x="983798" y="1206361"/>
                </a:moveTo>
                <a:lnTo>
                  <a:pt x="973340" y="1110654"/>
                </a:lnTo>
                <a:moveTo>
                  <a:pt x="863166" y="545213"/>
                </a:moveTo>
                <a:lnTo>
                  <a:pt x="819742" y="498980"/>
                </a:lnTo>
                <a:moveTo>
                  <a:pt x="1397143" y="67885"/>
                </a:moveTo>
                <a:lnTo>
                  <a:pt x="1364480" y="41550"/>
                </a:lnTo>
                <a:moveTo>
                  <a:pt x="1578284" y="600090"/>
                </a:moveTo>
                <a:lnTo>
                  <a:pt x="1486966" y="536828"/>
                </a:lnTo>
                <a:moveTo>
                  <a:pt x="796425" y="682200"/>
                </a:moveTo>
                <a:lnTo>
                  <a:pt x="863166" y="545213"/>
                </a:lnTo>
                <a:moveTo>
                  <a:pt x="1746111" y="935404"/>
                </a:moveTo>
                <a:lnTo>
                  <a:pt x="1853356" y="810247"/>
                </a:lnTo>
                <a:moveTo>
                  <a:pt x="1397143" y="67885"/>
                </a:moveTo>
                <a:lnTo>
                  <a:pt x="1288238" y="41588"/>
                </a:lnTo>
                <a:moveTo>
                  <a:pt x="1539113" y="1137650"/>
                </a:moveTo>
                <a:lnTo>
                  <a:pt x="1419457" y="1137939"/>
                </a:lnTo>
                <a:moveTo>
                  <a:pt x="1704469" y="950604"/>
                </a:moveTo>
                <a:lnTo>
                  <a:pt x="1588715" y="953954"/>
                </a:lnTo>
                <a:moveTo>
                  <a:pt x="1400915" y="1221885"/>
                </a:moveTo>
                <a:lnTo>
                  <a:pt x="1419457" y="1137939"/>
                </a:lnTo>
                <a:moveTo>
                  <a:pt x="1572173" y="235825"/>
                </a:moveTo>
                <a:lnTo>
                  <a:pt x="1498881" y="100741"/>
                </a:lnTo>
                <a:moveTo>
                  <a:pt x="1157300" y="118119"/>
                </a:moveTo>
                <a:lnTo>
                  <a:pt x="1169359" y="52464"/>
                </a:lnTo>
                <a:moveTo>
                  <a:pt x="883110" y="1052552"/>
                </a:moveTo>
                <a:lnTo>
                  <a:pt x="898326" y="983388"/>
                </a:lnTo>
                <a:moveTo>
                  <a:pt x="1445871" y="264570"/>
                </a:moveTo>
                <a:lnTo>
                  <a:pt x="1414393" y="369086"/>
                </a:lnTo>
                <a:moveTo>
                  <a:pt x="1364480" y="41550"/>
                </a:moveTo>
                <a:lnTo>
                  <a:pt x="1288238" y="41588"/>
                </a:lnTo>
                <a:moveTo>
                  <a:pt x="973340" y="1110654"/>
                </a:moveTo>
                <a:lnTo>
                  <a:pt x="883110" y="1052552"/>
                </a:lnTo>
                <a:moveTo>
                  <a:pt x="1077855" y="1077352"/>
                </a:moveTo>
                <a:lnTo>
                  <a:pt x="1130382" y="936214"/>
                </a:lnTo>
                <a:moveTo>
                  <a:pt x="853583" y="1175461"/>
                </a:moveTo>
                <a:lnTo>
                  <a:pt x="841088" y="1153725"/>
                </a:lnTo>
                <a:moveTo>
                  <a:pt x="745876" y="823916"/>
                </a:moveTo>
                <a:lnTo>
                  <a:pt x="826630" y="781340"/>
                </a:lnTo>
                <a:moveTo>
                  <a:pt x="1563295" y="261192"/>
                </a:moveTo>
                <a:lnTo>
                  <a:pt x="1572173" y="235825"/>
                </a:lnTo>
                <a:moveTo>
                  <a:pt x="1529896" y="1119055"/>
                </a:moveTo>
                <a:lnTo>
                  <a:pt x="1553725" y="969536"/>
                </a:lnTo>
                <a:moveTo>
                  <a:pt x="1688587" y="609864"/>
                </a:moveTo>
                <a:lnTo>
                  <a:pt x="1578284" y="600090"/>
                </a:lnTo>
                <a:moveTo>
                  <a:pt x="1419457" y="1137939"/>
                </a:moveTo>
                <a:lnTo>
                  <a:pt x="1320294" y="1101346"/>
                </a:lnTo>
                <a:moveTo>
                  <a:pt x="1419457" y="1137939"/>
                </a:moveTo>
                <a:lnTo>
                  <a:pt x="1529896" y="1119055"/>
                </a:lnTo>
                <a:moveTo>
                  <a:pt x="931711" y="1281468"/>
                </a:moveTo>
                <a:lnTo>
                  <a:pt x="960442" y="1171800"/>
                </a:lnTo>
                <a:moveTo>
                  <a:pt x="1320294" y="1101346"/>
                </a:moveTo>
                <a:lnTo>
                  <a:pt x="1339750" y="1021907"/>
                </a:lnTo>
                <a:moveTo>
                  <a:pt x="1463478" y="204971"/>
                </a:moveTo>
                <a:lnTo>
                  <a:pt x="1397143" y="67885"/>
                </a:lnTo>
                <a:moveTo>
                  <a:pt x="973340" y="1110654"/>
                </a:moveTo>
                <a:lnTo>
                  <a:pt x="1077855" y="1077352"/>
                </a:lnTo>
                <a:moveTo>
                  <a:pt x="960442" y="1171800"/>
                </a:moveTo>
                <a:lnTo>
                  <a:pt x="973340" y="1110654"/>
                </a:lnTo>
                <a:moveTo>
                  <a:pt x="931711" y="1281468"/>
                </a:moveTo>
                <a:lnTo>
                  <a:pt x="923383" y="1296174"/>
                </a:lnTo>
                <a:moveTo>
                  <a:pt x="1414286" y="459373"/>
                </a:moveTo>
                <a:lnTo>
                  <a:pt x="1422675" y="374880"/>
                </a:lnTo>
                <a:moveTo>
                  <a:pt x="1588715" y="953954"/>
                </a:moveTo>
                <a:lnTo>
                  <a:pt x="1553725" y="969536"/>
                </a:lnTo>
                <a:moveTo>
                  <a:pt x="1819717" y="918008"/>
                </a:moveTo>
                <a:lnTo>
                  <a:pt x="1746111" y="935404"/>
                </a:lnTo>
                <a:moveTo>
                  <a:pt x="1756339" y="625433"/>
                </a:moveTo>
                <a:lnTo>
                  <a:pt x="1688587" y="609864"/>
                </a:lnTo>
                <a:moveTo>
                  <a:pt x="1564130" y="251034"/>
                </a:moveTo>
                <a:lnTo>
                  <a:pt x="1498881" y="100741"/>
                </a:lnTo>
                <a:moveTo>
                  <a:pt x="1796889" y="624454"/>
                </a:moveTo>
                <a:lnTo>
                  <a:pt x="1756339" y="625433"/>
                </a:lnTo>
                <a:moveTo>
                  <a:pt x="1564130" y="251034"/>
                </a:moveTo>
                <a:lnTo>
                  <a:pt x="1572173" y="235825"/>
                </a:lnTo>
                <a:moveTo>
                  <a:pt x="1252717" y="936885"/>
                </a:moveTo>
                <a:lnTo>
                  <a:pt x="1139842" y="933303"/>
                </a:lnTo>
                <a:moveTo>
                  <a:pt x="1463478" y="204971"/>
                </a:moveTo>
                <a:lnTo>
                  <a:pt x="1431631" y="217641"/>
                </a:lnTo>
                <a:moveTo>
                  <a:pt x="1445871" y="264570"/>
                </a:moveTo>
                <a:lnTo>
                  <a:pt x="1431631" y="217641"/>
                </a:lnTo>
                <a:moveTo>
                  <a:pt x="1463478" y="204971"/>
                </a:moveTo>
                <a:lnTo>
                  <a:pt x="1498881" y="100741"/>
                </a:lnTo>
                <a:moveTo>
                  <a:pt x="925744" y="1267456"/>
                </a:moveTo>
                <a:lnTo>
                  <a:pt x="960442" y="1171800"/>
                </a:lnTo>
                <a:moveTo>
                  <a:pt x="1486966" y="536828"/>
                </a:moveTo>
                <a:lnTo>
                  <a:pt x="1414286" y="459373"/>
                </a:lnTo>
                <a:moveTo>
                  <a:pt x="1339750" y="1021907"/>
                </a:moveTo>
                <a:lnTo>
                  <a:pt x="1252717" y="936885"/>
                </a:lnTo>
                <a:moveTo>
                  <a:pt x="1414286" y="459373"/>
                </a:moveTo>
                <a:lnTo>
                  <a:pt x="1419207" y="380585"/>
                </a:lnTo>
                <a:moveTo>
                  <a:pt x="1288238" y="41588"/>
                </a:moveTo>
                <a:lnTo>
                  <a:pt x="1169359" y="52464"/>
                </a:lnTo>
                <a:moveTo>
                  <a:pt x="1424262" y="355582"/>
                </a:moveTo>
                <a:lnTo>
                  <a:pt x="1445871" y="264570"/>
                </a:lnTo>
                <a:moveTo>
                  <a:pt x="1799121" y="637928"/>
                </a:moveTo>
                <a:lnTo>
                  <a:pt x="1796889" y="624454"/>
                </a:lnTo>
                <a:moveTo>
                  <a:pt x="1139842" y="933303"/>
                </a:moveTo>
                <a:lnTo>
                  <a:pt x="1130382" y="936214"/>
                </a:lnTo>
                <a:moveTo>
                  <a:pt x="1851339" y="820520"/>
                </a:moveTo>
                <a:lnTo>
                  <a:pt x="1853356" y="810247"/>
                </a:lnTo>
                <a:moveTo>
                  <a:pt x="1853356" y="810247"/>
                </a:moveTo>
                <a:lnTo>
                  <a:pt x="1799121" y="637928"/>
                </a:lnTo>
                <a:moveTo>
                  <a:pt x="1441902" y="1049734"/>
                </a:moveTo>
                <a:lnTo>
                  <a:pt x="1320294" y="1101346"/>
                </a:lnTo>
                <a:moveTo>
                  <a:pt x="1529896" y="1119055"/>
                </a:moveTo>
                <a:lnTo>
                  <a:pt x="1441902" y="1049734"/>
                </a:lnTo>
                <a:moveTo>
                  <a:pt x="1529896" y="1119055"/>
                </a:moveTo>
                <a:lnTo>
                  <a:pt x="1458661" y="991731"/>
                </a:lnTo>
                <a:moveTo>
                  <a:pt x="826630" y="781340"/>
                </a:moveTo>
                <a:lnTo>
                  <a:pt x="796425" y="682200"/>
                </a:lnTo>
                <a:moveTo>
                  <a:pt x="1087266" y="317199"/>
                </a:moveTo>
                <a:lnTo>
                  <a:pt x="1120462" y="239809"/>
                </a:lnTo>
                <a:moveTo>
                  <a:pt x="1353566" y="969420"/>
                </a:moveTo>
                <a:lnTo>
                  <a:pt x="1252717" y="936885"/>
                </a:lnTo>
                <a:moveTo>
                  <a:pt x="1792841" y="627357"/>
                </a:moveTo>
                <a:lnTo>
                  <a:pt x="1796889" y="624454"/>
                </a:lnTo>
                <a:moveTo>
                  <a:pt x="879382" y="1200024"/>
                </a:moveTo>
                <a:lnTo>
                  <a:pt x="853583" y="1175461"/>
                </a:lnTo>
                <a:moveTo>
                  <a:pt x="1001779" y="995393"/>
                </a:moveTo>
                <a:lnTo>
                  <a:pt x="883110" y="1052552"/>
                </a:lnTo>
                <a:moveTo>
                  <a:pt x="1792841" y="627357"/>
                </a:moveTo>
                <a:lnTo>
                  <a:pt x="1756339" y="625433"/>
                </a:lnTo>
                <a:moveTo>
                  <a:pt x="1704469" y="950604"/>
                </a:moveTo>
                <a:lnTo>
                  <a:pt x="1581134" y="952930"/>
                </a:lnTo>
                <a:moveTo>
                  <a:pt x="1339750" y="1021907"/>
                </a:moveTo>
                <a:lnTo>
                  <a:pt x="1353566" y="969420"/>
                </a:lnTo>
                <a:moveTo>
                  <a:pt x="1077855" y="1077352"/>
                </a:moveTo>
                <a:lnTo>
                  <a:pt x="1001779" y="995393"/>
                </a:lnTo>
                <a:moveTo>
                  <a:pt x="1111437" y="370924"/>
                </a:moveTo>
                <a:lnTo>
                  <a:pt x="1087266" y="317199"/>
                </a:lnTo>
                <a:moveTo>
                  <a:pt x="1454785" y="601867"/>
                </a:moveTo>
                <a:lnTo>
                  <a:pt x="1486966" y="536828"/>
                </a:lnTo>
                <a:moveTo>
                  <a:pt x="1799121" y="637928"/>
                </a:moveTo>
                <a:lnTo>
                  <a:pt x="1792841" y="627357"/>
                </a:lnTo>
                <a:moveTo>
                  <a:pt x="1419207" y="380585"/>
                </a:moveTo>
                <a:lnTo>
                  <a:pt x="1447327" y="312544"/>
                </a:lnTo>
                <a:moveTo>
                  <a:pt x="1819717" y="918008"/>
                </a:moveTo>
                <a:lnTo>
                  <a:pt x="1853356" y="810247"/>
                </a:lnTo>
                <a:moveTo>
                  <a:pt x="1564130" y="251034"/>
                </a:moveTo>
                <a:lnTo>
                  <a:pt x="1463478" y="204971"/>
                </a:lnTo>
                <a:moveTo>
                  <a:pt x="1077855" y="1077352"/>
                </a:moveTo>
                <a:lnTo>
                  <a:pt x="1004505" y="983802"/>
                </a:lnTo>
                <a:moveTo>
                  <a:pt x="1401195" y="18594"/>
                </a:moveTo>
                <a:lnTo>
                  <a:pt x="1364480" y="41550"/>
                </a:lnTo>
                <a:moveTo>
                  <a:pt x="1419457" y="1137939"/>
                </a:moveTo>
                <a:lnTo>
                  <a:pt x="1441902" y="1049734"/>
                </a:lnTo>
                <a:moveTo>
                  <a:pt x="1581134" y="952930"/>
                </a:moveTo>
                <a:lnTo>
                  <a:pt x="1588715" y="953954"/>
                </a:lnTo>
                <a:moveTo>
                  <a:pt x="903878" y="950732"/>
                </a:moveTo>
                <a:lnTo>
                  <a:pt x="809194" y="903353"/>
                </a:lnTo>
                <a:moveTo>
                  <a:pt x="1252717" y="936885"/>
                </a:moveTo>
                <a:lnTo>
                  <a:pt x="1277707" y="832623"/>
                </a:lnTo>
                <a:moveTo>
                  <a:pt x="1458661" y="991731"/>
                </a:moveTo>
                <a:lnTo>
                  <a:pt x="1553725" y="969536"/>
                </a:lnTo>
                <a:moveTo>
                  <a:pt x="931711" y="1281468"/>
                </a:moveTo>
                <a:lnTo>
                  <a:pt x="925744" y="1267456"/>
                </a:lnTo>
                <a:moveTo>
                  <a:pt x="796425" y="682200"/>
                </a:moveTo>
                <a:lnTo>
                  <a:pt x="852291" y="632356"/>
                </a:lnTo>
                <a:moveTo>
                  <a:pt x="1441902" y="1049734"/>
                </a:moveTo>
                <a:lnTo>
                  <a:pt x="1339750" y="1021907"/>
                </a:lnTo>
                <a:moveTo>
                  <a:pt x="1683899" y="973293"/>
                </a:moveTo>
                <a:lnTo>
                  <a:pt x="1746111" y="935404"/>
                </a:lnTo>
                <a:moveTo>
                  <a:pt x="898326" y="983388"/>
                </a:moveTo>
                <a:lnTo>
                  <a:pt x="903878" y="950732"/>
                </a:lnTo>
                <a:moveTo>
                  <a:pt x="1099478" y="457750"/>
                </a:moveTo>
                <a:lnTo>
                  <a:pt x="1111437" y="370924"/>
                </a:lnTo>
                <a:moveTo>
                  <a:pt x="1445871" y="264570"/>
                </a:moveTo>
                <a:lnTo>
                  <a:pt x="1463478" y="204971"/>
                </a:lnTo>
                <a:moveTo>
                  <a:pt x="1819717" y="918008"/>
                </a:moveTo>
                <a:lnTo>
                  <a:pt x="1851339" y="820520"/>
                </a:lnTo>
                <a:moveTo>
                  <a:pt x="1379047" y="870323"/>
                </a:moveTo>
                <a:lnTo>
                  <a:pt x="1252717" y="936885"/>
                </a:lnTo>
                <a:moveTo>
                  <a:pt x="1139842" y="933303"/>
                </a:moveTo>
                <a:lnTo>
                  <a:pt x="1061689" y="794305"/>
                </a:lnTo>
                <a:moveTo>
                  <a:pt x="1447327" y="312544"/>
                </a:moveTo>
                <a:lnTo>
                  <a:pt x="1424262" y="355582"/>
                </a:lnTo>
                <a:moveTo>
                  <a:pt x="1441902" y="1049734"/>
                </a:moveTo>
                <a:lnTo>
                  <a:pt x="1353566" y="969420"/>
                </a:lnTo>
                <a:moveTo>
                  <a:pt x="809194" y="903353"/>
                </a:moveTo>
                <a:lnTo>
                  <a:pt x="826630" y="781340"/>
                </a:lnTo>
                <a:moveTo>
                  <a:pt x="1130382" y="936214"/>
                </a:moveTo>
                <a:lnTo>
                  <a:pt x="1061689" y="794305"/>
                </a:lnTo>
                <a:moveTo>
                  <a:pt x="1458661" y="991731"/>
                </a:moveTo>
                <a:lnTo>
                  <a:pt x="1353566" y="969420"/>
                </a:lnTo>
                <a:moveTo>
                  <a:pt x="1252717" y="936885"/>
                </a:moveTo>
                <a:lnTo>
                  <a:pt x="1168139" y="813356"/>
                </a:lnTo>
                <a:moveTo>
                  <a:pt x="1581134" y="952930"/>
                </a:moveTo>
                <a:lnTo>
                  <a:pt x="1553725" y="969536"/>
                </a:lnTo>
                <a:moveTo>
                  <a:pt x="1139842" y="933303"/>
                </a:moveTo>
                <a:lnTo>
                  <a:pt x="1168139" y="813356"/>
                </a:lnTo>
                <a:moveTo>
                  <a:pt x="1683899" y="973293"/>
                </a:moveTo>
                <a:lnTo>
                  <a:pt x="1704469" y="950604"/>
                </a:lnTo>
                <a:moveTo>
                  <a:pt x="809194" y="903353"/>
                </a:moveTo>
                <a:lnTo>
                  <a:pt x="834378" y="790902"/>
                </a:lnTo>
                <a:moveTo>
                  <a:pt x="1001779" y="995393"/>
                </a:moveTo>
                <a:lnTo>
                  <a:pt x="898326" y="983388"/>
                </a:lnTo>
                <a:moveTo>
                  <a:pt x="1130382" y="936214"/>
                </a:moveTo>
                <a:lnTo>
                  <a:pt x="1039219" y="866385"/>
                </a:lnTo>
                <a:moveTo>
                  <a:pt x="1441902" y="1049734"/>
                </a:moveTo>
                <a:lnTo>
                  <a:pt x="1458661" y="991731"/>
                </a:lnTo>
                <a:moveTo>
                  <a:pt x="1004505" y="983802"/>
                </a:moveTo>
                <a:lnTo>
                  <a:pt x="1130382" y="936214"/>
                </a:lnTo>
                <a:moveTo>
                  <a:pt x="1353566" y="969420"/>
                </a:moveTo>
                <a:lnTo>
                  <a:pt x="1379047" y="870323"/>
                </a:lnTo>
                <a:moveTo>
                  <a:pt x="973340" y="1110654"/>
                </a:moveTo>
                <a:lnTo>
                  <a:pt x="1001779" y="995393"/>
                </a:lnTo>
                <a:moveTo>
                  <a:pt x="852291" y="632356"/>
                </a:moveTo>
                <a:lnTo>
                  <a:pt x="863166" y="545213"/>
                </a:lnTo>
                <a:moveTo>
                  <a:pt x="960442" y="1171800"/>
                </a:moveTo>
                <a:lnTo>
                  <a:pt x="879382" y="1200024"/>
                </a:lnTo>
                <a:moveTo>
                  <a:pt x="1061689" y="794305"/>
                </a:moveTo>
                <a:lnTo>
                  <a:pt x="1075444" y="752159"/>
                </a:lnTo>
                <a:moveTo>
                  <a:pt x="1486966" y="536828"/>
                </a:moveTo>
                <a:lnTo>
                  <a:pt x="1375761" y="538441"/>
                </a:lnTo>
                <a:moveTo>
                  <a:pt x="1075444" y="752159"/>
                </a:moveTo>
                <a:lnTo>
                  <a:pt x="1000531" y="614391"/>
                </a:lnTo>
                <a:moveTo>
                  <a:pt x="1177275" y="783879"/>
                </a:moveTo>
                <a:lnTo>
                  <a:pt x="1075444" y="752159"/>
                </a:lnTo>
                <a:moveTo>
                  <a:pt x="1558473" y="611011"/>
                </a:moveTo>
                <a:lnTo>
                  <a:pt x="1486966" y="536828"/>
                </a:lnTo>
                <a:moveTo>
                  <a:pt x="1277707" y="832623"/>
                </a:moveTo>
                <a:lnTo>
                  <a:pt x="1231494" y="809265"/>
                </a:lnTo>
                <a:moveTo>
                  <a:pt x="1379047" y="870323"/>
                </a:moveTo>
                <a:lnTo>
                  <a:pt x="1277707" y="832623"/>
                </a:lnTo>
                <a:moveTo>
                  <a:pt x="1447327" y="312544"/>
                </a:moveTo>
                <a:lnTo>
                  <a:pt x="1463478" y="204971"/>
                </a:lnTo>
                <a:moveTo>
                  <a:pt x="1277707" y="832623"/>
                </a:moveTo>
                <a:lnTo>
                  <a:pt x="1281527" y="815703"/>
                </a:lnTo>
                <a:moveTo>
                  <a:pt x="1447327" y="312544"/>
                </a:moveTo>
                <a:lnTo>
                  <a:pt x="1445871" y="264570"/>
                </a:lnTo>
                <a:moveTo>
                  <a:pt x="1001779" y="995393"/>
                </a:moveTo>
                <a:lnTo>
                  <a:pt x="903878" y="950732"/>
                </a:lnTo>
                <a:moveTo>
                  <a:pt x="1850706" y="899792"/>
                </a:moveTo>
                <a:lnTo>
                  <a:pt x="1851339" y="820520"/>
                </a:lnTo>
                <a:moveTo>
                  <a:pt x="1277707" y="832623"/>
                </a:moveTo>
                <a:lnTo>
                  <a:pt x="1168139" y="813356"/>
                </a:lnTo>
                <a:moveTo>
                  <a:pt x="1281527" y="815703"/>
                </a:moveTo>
                <a:lnTo>
                  <a:pt x="1231494" y="809265"/>
                </a:lnTo>
                <a:moveTo>
                  <a:pt x="1379047" y="870323"/>
                </a:moveTo>
                <a:lnTo>
                  <a:pt x="1281527" y="815703"/>
                </a:lnTo>
                <a:moveTo>
                  <a:pt x="1075444" y="752159"/>
                </a:moveTo>
                <a:lnTo>
                  <a:pt x="1105576" y="636825"/>
                </a:lnTo>
                <a:moveTo>
                  <a:pt x="1177275" y="783879"/>
                </a:moveTo>
                <a:lnTo>
                  <a:pt x="1061689" y="794305"/>
                </a:lnTo>
                <a:moveTo>
                  <a:pt x="903878" y="950732"/>
                </a:moveTo>
                <a:lnTo>
                  <a:pt x="834378" y="790902"/>
                </a:lnTo>
                <a:moveTo>
                  <a:pt x="1004505" y="983802"/>
                </a:moveTo>
                <a:lnTo>
                  <a:pt x="903878" y="950732"/>
                </a:lnTo>
                <a:moveTo>
                  <a:pt x="1000531" y="614391"/>
                </a:moveTo>
                <a:lnTo>
                  <a:pt x="1012486" y="573996"/>
                </a:lnTo>
                <a:moveTo>
                  <a:pt x="1231494" y="809265"/>
                </a:moveTo>
                <a:lnTo>
                  <a:pt x="1177275" y="783879"/>
                </a:lnTo>
                <a:moveTo>
                  <a:pt x="1853356" y="810247"/>
                </a:moveTo>
                <a:lnTo>
                  <a:pt x="1832535" y="738006"/>
                </a:lnTo>
                <a:moveTo>
                  <a:pt x="1168139" y="813356"/>
                </a:moveTo>
                <a:lnTo>
                  <a:pt x="1061689" y="794305"/>
                </a:lnTo>
                <a:moveTo>
                  <a:pt x="1168139" y="813356"/>
                </a:moveTo>
                <a:lnTo>
                  <a:pt x="1231494" y="809265"/>
                </a:lnTo>
                <a:moveTo>
                  <a:pt x="1075444" y="752159"/>
                </a:moveTo>
                <a:lnTo>
                  <a:pt x="976119" y="689953"/>
                </a:lnTo>
                <a:moveTo>
                  <a:pt x="1039219" y="866385"/>
                </a:moveTo>
                <a:lnTo>
                  <a:pt x="1061689" y="794305"/>
                </a:lnTo>
                <a:moveTo>
                  <a:pt x="1379047" y="870323"/>
                </a:moveTo>
                <a:lnTo>
                  <a:pt x="1389017" y="832248"/>
                </a:lnTo>
                <a:moveTo>
                  <a:pt x="1389017" y="832248"/>
                </a:moveTo>
                <a:lnTo>
                  <a:pt x="1281527" y="815703"/>
                </a:lnTo>
                <a:moveTo>
                  <a:pt x="1168139" y="813356"/>
                </a:moveTo>
                <a:lnTo>
                  <a:pt x="1177275" y="783879"/>
                </a:lnTo>
                <a:moveTo>
                  <a:pt x="1414286" y="459373"/>
                </a:moveTo>
                <a:lnTo>
                  <a:pt x="1447327" y="312544"/>
                </a:lnTo>
                <a:moveTo>
                  <a:pt x="1288238" y="41588"/>
                </a:moveTo>
                <a:lnTo>
                  <a:pt x="1286264" y="0"/>
                </a:lnTo>
                <a:moveTo>
                  <a:pt x="1832535" y="738006"/>
                </a:moveTo>
                <a:lnTo>
                  <a:pt x="1799121" y="637928"/>
                </a:lnTo>
                <a:moveTo>
                  <a:pt x="1105576" y="636825"/>
                </a:moveTo>
                <a:lnTo>
                  <a:pt x="1000531" y="614391"/>
                </a:lnTo>
                <a:moveTo>
                  <a:pt x="834378" y="790902"/>
                </a:moveTo>
                <a:lnTo>
                  <a:pt x="826630" y="781340"/>
                </a:lnTo>
                <a:moveTo>
                  <a:pt x="1075444" y="752159"/>
                </a:moveTo>
                <a:lnTo>
                  <a:pt x="959006" y="820002"/>
                </a:lnTo>
                <a:moveTo>
                  <a:pt x="1177275" y="783879"/>
                </a:moveTo>
                <a:lnTo>
                  <a:pt x="1105576" y="636825"/>
                </a:lnTo>
                <a:moveTo>
                  <a:pt x="1558473" y="611011"/>
                </a:moveTo>
                <a:lnTo>
                  <a:pt x="1578284" y="600090"/>
                </a:lnTo>
                <a:moveTo>
                  <a:pt x="1353566" y="969420"/>
                </a:moveTo>
                <a:lnTo>
                  <a:pt x="1475312" y="880474"/>
                </a:lnTo>
                <a:moveTo>
                  <a:pt x="1001779" y="995393"/>
                </a:moveTo>
                <a:lnTo>
                  <a:pt x="1004505" y="983802"/>
                </a:lnTo>
                <a:moveTo>
                  <a:pt x="1004505" y="983802"/>
                </a:moveTo>
                <a:lnTo>
                  <a:pt x="1039219" y="866385"/>
                </a:lnTo>
                <a:moveTo>
                  <a:pt x="976119" y="689953"/>
                </a:moveTo>
                <a:lnTo>
                  <a:pt x="1000531" y="614391"/>
                </a:lnTo>
                <a:moveTo>
                  <a:pt x="1850706" y="899792"/>
                </a:moveTo>
                <a:lnTo>
                  <a:pt x="1819717" y="918008"/>
                </a:lnTo>
                <a:moveTo>
                  <a:pt x="1819717" y="918008"/>
                </a:moveTo>
                <a:lnTo>
                  <a:pt x="1683899" y="973293"/>
                </a:lnTo>
                <a:moveTo>
                  <a:pt x="1481120" y="885840"/>
                </a:moveTo>
                <a:lnTo>
                  <a:pt x="1353566" y="969420"/>
                </a:lnTo>
                <a:moveTo>
                  <a:pt x="903878" y="950732"/>
                </a:moveTo>
                <a:lnTo>
                  <a:pt x="934295" y="825679"/>
                </a:lnTo>
                <a:moveTo>
                  <a:pt x="1087266" y="317199"/>
                </a:moveTo>
                <a:lnTo>
                  <a:pt x="1048028" y="286245"/>
                </a:lnTo>
                <a:moveTo>
                  <a:pt x="1061689" y="794305"/>
                </a:moveTo>
                <a:lnTo>
                  <a:pt x="959006" y="820002"/>
                </a:lnTo>
                <a:moveTo>
                  <a:pt x="1075444" y="752159"/>
                </a:moveTo>
                <a:lnTo>
                  <a:pt x="939842" y="804808"/>
                </a:lnTo>
                <a:moveTo>
                  <a:pt x="1677728" y="584187"/>
                </a:moveTo>
                <a:lnTo>
                  <a:pt x="1578284" y="600090"/>
                </a:lnTo>
                <a:moveTo>
                  <a:pt x="1688587" y="609864"/>
                </a:moveTo>
                <a:lnTo>
                  <a:pt x="1677728" y="584187"/>
                </a:lnTo>
                <a:moveTo>
                  <a:pt x="826630" y="781340"/>
                </a:moveTo>
                <a:lnTo>
                  <a:pt x="852291" y="632356"/>
                </a:lnTo>
                <a:moveTo>
                  <a:pt x="1458661" y="991731"/>
                </a:moveTo>
                <a:lnTo>
                  <a:pt x="1481120" y="885840"/>
                </a:lnTo>
                <a:moveTo>
                  <a:pt x="1824115" y="864522"/>
                </a:moveTo>
                <a:lnTo>
                  <a:pt x="1851339" y="820520"/>
                </a:lnTo>
                <a:moveTo>
                  <a:pt x="925744" y="1267456"/>
                </a:moveTo>
                <a:lnTo>
                  <a:pt x="879382" y="1200024"/>
                </a:lnTo>
                <a:moveTo>
                  <a:pt x="1683899" y="973293"/>
                </a:moveTo>
                <a:lnTo>
                  <a:pt x="1581134" y="952930"/>
                </a:lnTo>
                <a:moveTo>
                  <a:pt x="1039219" y="866385"/>
                </a:moveTo>
                <a:lnTo>
                  <a:pt x="959006" y="820002"/>
                </a:lnTo>
                <a:moveTo>
                  <a:pt x="1115453" y="591904"/>
                </a:moveTo>
                <a:lnTo>
                  <a:pt x="1012486" y="573996"/>
                </a:lnTo>
                <a:moveTo>
                  <a:pt x="1012486" y="573996"/>
                </a:moveTo>
                <a:lnTo>
                  <a:pt x="910153" y="649255"/>
                </a:lnTo>
                <a:moveTo>
                  <a:pt x="1115453" y="591904"/>
                </a:moveTo>
                <a:lnTo>
                  <a:pt x="1000531" y="614391"/>
                </a:lnTo>
                <a:moveTo>
                  <a:pt x="1389017" y="832248"/>
                </a:moveTo>
                <a:lnTo>
                  <a:pt x="1418096" y="721748"/>
                </a:lnTo>
                <a:moveTo>
                  <a:pt x="1000531" y="614391"/>
                </a:moveTo>
                <a:lnTo>
                  <a:pt x="910153" y="649255"/>
                </a:lnTo>
                <a:moveTo>
                  <a:pt x="1380808" y="42238"/>
                </a:moveTo>
                <a:lnTo>
                  <a:pt x="1364480" y="41550"/>
                </a:lnTo>
                <a:moveTo>
                  <a:pt x="1475312" y="880474"/>
                </a:moveTo>
                <a:lnTo>
                  <a:pt x="1379047" y="870323"/>
                </a:lnTo>
                <a:moveTo>
                  <a:pt x="1039219" y="866385"/>
                </a:moveTo>
                <a:lnTo>
                  <a:pt x="934295" y="825679"/>
                </a:lnTo>
                <a:moveTo>
                  <a:pt x="1574268" y="936917"/>
                </a:moveTo>
                <a:lnTo>
                  <a:pt x="1553725" y="969536"/>
                </a:lnTo>
                <a:moveTo>
                  <a:pt x="934295" y="825679"/>
                </a:moveTo>
                <a:lnTo>
                  <a:pt x="834378" y="790902"/>
                </a:lnTo>
                <a:moveTo>
                  <a:pt x="1004505" y="983802"/>
                </a:moveTo>
                <a:lnTo>
                  <a:pt x="934295" y="825679"/>
                </a:lnTo>
                <a:moveTo>
                  <a:pt x="1380808" y="42238"/>
                </a:moveTo>
                <a:lnTo>
                  <a:pt x="1288238" y="41588"/>
                </a:lnTo>
                <a:moveTo>
                  <a:pt x="1087266" y="317199"/>
                </a:moveTo>
                <a:lnTo>
                  <a:pt x="1081197" y="316541"/>
                </a:lnTo>
                <a:moveTo>
                  <a:pt x="1231494" y="809265"/>
                </a:moveTo>
                <a:lnTo>
                  <a:pt x="1198626" y="688135"/>
                </a:lnTo>
                <a:moveTo>
                  <a:pt x="1105576" y="636825"/>
                </a:moveTo>
                <a:lnTo>
                  <a:pt x="1115453" y="591904"/>
                </a:lnTo>
                <a:moveTo>
                  <a:pt x="1115453" y="591904"/>
                </a:moveTo>
                <a:lnTo>
                  <a:pt x="1099478" y="457750"/>
                </a:lnTo>
                <a:moveTo>
                  <a:pt x="1281527" y="815703"/>
                </a:moveTo>
                <a:lnTo>
                  <a:pt x="1309847" y="695699"/>
                </a:lnTo>
                <a:moveTo>
                  <a:pt x="1475312" y="880474"/>
                </a:moveTo>
                <a:lnTo>
                  <a:pt x="1389017" y="832248"/>
                </a:lnTo>
                <a:moveTo>
                  <a:pt x="1112350" y="395350"/>
                </a:moveTo>
                <a:lnTo>
                  <a:pt x="1111437" y="370924"/>
                </a:lnTo>
                <a:moveTo>
                  <a:pt x="1428251" y="685970"/>
                </a:moveTo>
                <a:lnTo>
                  <a:pt x="1454785" y="601867"/>
                </a:lnTo>
                <a:moveTo>
                  <a:pt x="1281527" y="815703"/>
                </a:moveTo>
                <a:lnTo>
                  <a:pt x="1198626" y="688135"/>
                </a:lnTo>
                <a:moveTo>
                  <a:pt x="1177275" y="783879"/>
                </a:moveTo>
                <a:lnTo>
                  <a:pt x="1198626" y="688135"/>
                </a:lnTo>
                <a:moveTo>
                  <a:pt x="1375761" y="538441"/>
                </a:moveTo>
                <a:lnTo>
                  <a:pt x="1414286" y="459373"/>
                </a:lnTo>
                <a:moveTo>
                  <a:pt x="976119" y="689953"/>
                </a:moveTo>
                <a:lnTo>
                  <a:pt x="910153" y="649255"/>
                </a:lnTo>
                <a:moveTo>
                  <a:pt x="939842" y="804808"/>
                </a:moveTo>
                <a:lnTo>
                  <a:pt x="976119" y="689953"/>
                </a:lnTo>
                <a:moveTo>
                  <a:pt x="1389017" y="832248"/>
                </a:moveTo>
                <a:lnTo>
                  <a:pt x="1309847" y="695699"/>
                </a:lnTo>
                <a:moveTo>
                  <a:pt x="934295" y="825679"/>
                </a:moveTo>
                <a:lnTo>
                  <a:pt x="959006" y="820002"/>
                </a:lnTo>
                <a:moveTo>
                  <a:pt x="1418096" y="721748"/>
                </a:moveTo>
                <a:lnTo>
                  <a:pt x="1428251" y="685970"/>
                </a:lnTo>
                <a:moveTo>
                  <a:pt x="1389017" y="832248"/>
                </a:moveTo>
                <a:lnTo>
                  <a:pt x="1443685" y="714758"/>
                </a:lnTo>
                <a:moveTo>
                  <a:pt x="1198626" y="688135"/>
                </a:moveTo>
                <a:lnTo>
                  <a:pt x="1105576" y="636825"/>
                </a:lnTo>
                <a:moveTo>
                  <a:pt x="959006" y="820002"/>
                </a:moveTo>
                <a:lnTo>
                  <a:pt x="939842" y="804808"/>
                </a:lnTo>
                <a:moveTo>
                  <a:pt x="879382" y="1200024"/>
                </a:moveTo>
                <a:lnTo>
                  <a:pt x="841088" y="1153725"/>
                </a:lnTo>
                <a:moveTo>
                  <a:pt x="1081197" y="316541"/>
                </a:moveTo>
                <a:lnTo>
                  <a:pt x="1048028" y="286245"/>
                </a:lnTo>
                <a:moveTo>
                  <a:pt x="1574268" y="936917"/>
                </a:moveTo>
                <a:lnTo>
                  <a:pt x="1458661" y="991731"/>
                </a:lnTo>
                <a:moveTo>
                  <a:pt x="934295" y="825679"/>
                </a:moveTo>
                <a:lnTo>
                  <a:pt x="939842" y="804808"/>
                </a:lnTo>
                <a:moveTo>
                  <a:pt x="1418096" y="721748"/>
                </a:moveTo>
                <a:lnTo>
                  <a:pt x="1373405" y="694232"/>
                </a:lnTo>
                <a:moveTo>
                  <a:pt x="1767626" y="643087"/>
                </a:moveTo>
                <a:lnTo>
                  <a:pt x="1688587" y="609864"/>
                </a:lnTo>
                <a:moveTo>
                  <a:pt x="1134118" y="516287"/>
                </a:moveTo>
                <a:lnTo>
                  <a:pt x="1099478" y="457750"/>
                </a:lnTo>
                <a:moveTo>
                  <a:pt x="1428251" y="685970"/>
                </a:moveTo>
                <a:lnTo>
                  <a:pt x="1373405" y="694232"/>
                </a:lnTo>
                <a:moveTo>
                  <a:pt x="1564130" y="251034"/>
                </a:moveTo>
                <a:lnTo>
                  <a:pt x="1545998" y="247023"/>
                </a:lnTo>
                <a:moveTo>
                  <a:pt x="1803079" y="819722"/>
                </a:moveTo>
                <a:lnTo>
                  <a:pt x="1853356" y="810247"/>
                </a:lnTo>
                <a:moveTo>
                  <a:pt x="1418096" y="721748"/>
                </a:moveTo>
                <a:lnTo>
                  <a:pt x="1309847" y="695699"/>
                </a:lnTo>
                <a:moveTo>
                  <a:pt x="1454785" y="601867"/>
                </a:moveTo>
                <a:lnTo>
                  <a:pt x="1375761" y="538441"/>
                </a:lnTo>
                <a:moveTo>
                  <a:pt x="1414286" y="459373"/>
                </a:moveTo>
                <a:lnTo>
                  <a:pt x="1413846" y="393085"/>
                </a:lnTo>
                <a:moveTo>
                  <a:pt x="1788193" y="975064"/>
                </a:moveTo>
                <a:lnTo>
                  <a:pt x="1819717" y="918008"/>
                </a:lnTo>
                <a:moveTo>
                  <a:pt x="1767626" y="643087"/>
                </a:moveTo>
                <a:lnTo>
                  <a:pt x="1756339" y="625433"/>
                </a:lnTo>
                <a:moveTo>
                  <a:pt x="1545998" y="247023"/>
                </a:moveTo>
                <a:lnTo>
                  <a:pt x="1463478" y="204971"/>
                </a:lnTo>
                <a:moveTo>
                  <a:pt x="1581134" y="952930"/>
                </a:moveTo>
                <a:lnTo>
                  <a:pt x="1574268" y="936917"/>
                </a:lnTo>
                <a:moveTo>
                  <a:pt x="1851339" y="820520"/>
                </a:moveTo>
                <a:lnTo>
                  <a:pt x="1803079" y="819722"/>
                </a:lnTo>
                <a:moveTo>
                  <a:pt x="1558473" y="611011"/>
                </a:moveTo>
                <a:lnTo>
                  <a:pt x="1454785" y="601867"/>
                </a:lnTo>
                <a:moveTo>
                  <a:pt x="1443685" y="714758"/>
                </a:moveTo>
                <a:lnTo>
                  <a:pt x="1418096" y="721748"/>
                </a:lnTo>
                <a:moveTo>
                  <a:pt x="1443685" y="714758"/>
                </a:moveTo>
                <a:lnTo>
                  <a:pt x="1428251" y="685970"/>
                </a:lnTo>
                <a:moveTo>
                  <a:pt x="1481120" y="885840"/>
                </a:moveTo>
                <a:lnTo>
                  <a:pt x="1475312" y="880474"/>
                </a:lnTo>
                <a:moveTo>
                  <a:pt x="1482707" y="879796"/>
                </a:moveTo>
                <a:lnTo>
                  <a:pt x="1475312" y="880474"/>
                </a:lnTo>
                <a:moveTo>
                  <a:pt x="1309847" y="695699"/>
                </a:moveTo>
                <a:lnTo>
                  <a:pt x="1373405" y="694232"/>
                </a:lnTo>
                <a:moveTo>
                  <a:pt x="1428251" y="685970"/>
                </a:moveTo>
                <a:lnTo>
                  <a:pt x="1318749" y="659808"/>
                </a:lnTo>
                <a:moveTo>
                  <a:pt x="1470010" y="125515"/>
                </a:moveTo>
                <a:lnTo>
                  <a:pt x="1401195" y="18594"/>
                </a:lnTo>
                <a:moveTo>
                  <a:pt x="1481120" y="885840"/>
                </a:moveTo>
                <a:lnTo>
                  <a:pt x="1482707" y="879796"/>
                </a:lnTo>
                <a:moveTo>
                  <a:pt x="1454785" y="601867"/>
                </a:moveTo>
                <a:lnTo>
                  <a:pt x="1347880" y="552311"/>
                </a:lnTo>
                <a:moveTo>
                  <a:pt x="1380808" y="42238"/>
                </a:moveTo>
                <a:lnTo>
                  <a:pt x="1401195" y="18594"/>
                </a:lnTo>
                <a:moveTo>
                  <a:pt x="1115453" y="591904"/>
                </a:moveTo>
                <a:lnTo>
                  <a:pt x="1134118" y="516287"/>
                </a:lnTo>
                <a:moveTo>
                  <a:pt x="1767700" y="652910"/>
                </a:moveTo>
                <a:lnTo>
                  <a:pt x="1799121" y="637928"/>
                </a:lnTo>
                <a:moveTo>
                  <a:pt x="1309847" y="695699"/>
                </a:moveTo>
                <a:lnTo>
                  <a:pt x="1198626" y="688135"/>
                </a:lnTo>
                <a:moveTo>
                  <a:pt x="1850706" y="899792"/>
                </a:moveTo>
                <a:lnTo>
                  <a:pt x="1824115" y="864522"/>
                </a:lnTo>
                <a:moveTo>
                  <a:pt x="1792841" y="627357"/>
                </a:moveTo>
                <a:lnTo>
                  <a:pt x="1767626" y="643087"/>
                </a:lnTo>
                <a:moveTo>
                  <a:pt x="1373405" y="694232"/>
                </a:moveTo>
                <a:lnTo>
                  <a:pt x="1318749" y="659808"/>
                </a:lnTo>
                <a:moveTo>
                  <a:pt x="1413846" y="393085"/>
                </a:moveTo>
                <a:lnTo>
                  <a:pt x="1447327" y="312544"/>
                </a:lnTo>
                <a:moveTo>
                  <a:pt x="1428251" y="685970"/>
                </a:moveTo>
                <a:lnTo>
                  <a:pt x="1347880" y="552311"/>
                </a:lnTo>
                <a:moveTo>
                  <a:pt x="1309847" y="695699"/>
                </a:moveTo>
                <a:lnTo>
                  <a:pt x="1318749" y="659808"/>
                </a:lnTo>
                <a:moveTo>
                  <a:pt x="1767700" y="652910"/>
                </a:moveTo>
                <a:lnTo>
                  <a:pt x="1792841" y="627357"/>
                </a:lnTo>
                <a:moveTo>
                  <a:pt x="1318749" y="659808"/>
                </a:moveTo>
                <a:lnTo>
                  <a:pt x="1198626" y="688135"/>
                </a:lnTo>
                <a:moveTo>
                  <a:pt x="1672064" y="976802"/>
                </a:moveTo>
                <a:lnTo>
                  <a:pt x="1581134" y="952930"/>
                </a:lnTo>
                <a:moveTo>
                  <a:pt x="1112350" y="395350"/>
                </a:moveTo>
                <a:lnTo>
                  <a:pt x="1087266" y="317199"/>
                </a:lnTo>
                <a:moveTo>
                  <a:pt x="1220053" y="589953"/>
                </a:moveTo>
                <a:lnTo>
                  <a:pt x="1105576" y="636825"/>
                </a:lnTo>
                <a:moveTo>
                  <a:pt x="1500966" y="786239"/>
                </a:moveTo>
                <a:lnTo>
                  <a:pt x="1389017" y="832248"/>
                </a:lnTo>
                <a:moveTo>
                  <a:pt x="1389791" y="73101"/>
                </a:moveTo>
                <a:lnTo>
                  <a:pt x="1401195" y="18594"/>
                </a:lnTo>
                <a:moveTo>
                  <a:pt x="976119" y="689953"/>
                </a:moveTo>
                <a:lnTo>
                  <a:pt x="854362" y="723280"/>
                </a:lnTo>
                <a:moveTo>
                  <a:pt x="1545998" y="247023"/>
                </a:moveTo>
                <a:lnTo>
                  <a:pt x="1447327" y="312544"/>
                </a:lnTo>
                <a:moveTo>
                  <a:pt x="1099478" y="457750"/>
                </a:moveTo>
                <a:lnTo>
                  <a:pt x="1112350" y="395350"/>
                </a:lnTo>
                <a:moveTo>
                  <a:pt x="1788193" y="975064"/>
                </a:moveTo>
                <a:lnTo>
                  <a:pt x="1850706" y="899792"/>
                </a:lnTo>
                <a:moveTo>
                  <a:pt x="1788193" y="975064"/>
                </a:moveTo>
                <a:lnTo>
                  <a:pt x="1683899" y="973293"/>
                </a:lnTo>
                <a:moveTo>
                  <a:pt x="1574268" y="936917"/>
                </a:moveTo>
                <a:lnTo>
                  <a:pt x="1481120" y="885840"/>
                </a:lnTo>
                <a:moveTo>
                  <a:pt x="1791576" y="972842"/>
                </a:moveTo>
                <a:lnTo>
                  <a:pt x="1850706" y="899792"/>
                </a:lnTo>
                <a:moveTo>
                  <a:pt x="1048028" y="286245"/>
                </a:moveTo>
                <a:lnTo>
                  <a:pt x="1007812" y="208339"/>
                </a:lnTo>
                <a:moveTo>
                  <a:pt x="1318749" y="659808"/>
                </a:moveTo>
                <a:lnTo>
                  <a:pt x="1347880" y="552311"/>
                </a:lnTo>
                <a:moveTo>
                  <a:pt x="1220053" y="589953"/>
                </a:moveTo>
                <a:lnTo>
                  <a:pt x="1115453" y="591904"/>
                </a:lnTo>
                <a:moveTo>
                  <a:pt x="1347880" y="552311"/>
                </a:moveTo>
                <a:lnTo>
                  <a:pt x="1375761" y="538441"/>
                </a:lnTo>
                <a:moveTo>
                  <a:pt x="854362" y="723280"/>
                </a:moveTo>
                <a:lnTo>
                  <a:pt x="910153" y="649255"/>
                </a:lnTo>
                <a:moveTo>
                  <a:pt x="939842" y="804808"/>
                </a:moveTo>
                <a:lnTo>
                  <a:pt x="854362" y="723280"/>
                </a:lnTo>
                <a:moveTo>
                  <a:pt x="1447327" y="312544"/>
                </a:moveTo>
                <a:lnTo>
                  <a:pt x="1511577" y="265149"/>
                </a:lnTo>
                <a:moveTo>
                  <a:pt x="1683899" y="973293"/>
                </a:moveTo>
                <a:lnTo>
                  <a:pt x="1672064" y="976802"/>
                </a:lnTo>
                <a:moveTo>
                  <a:pt x="1677728" y="584187"/>
                </a:moveTo>
                <a:lnTo>
                  <a:pt x="1558473" y="611011"/>
                </a:lnTo>
                <a:moveTo>
                  <a:pt x="1375761" y="538441"/>
                </a:moveTo>
                <a:lnTo>
                  <a:pt x="1413846" y="393085"/>
                </a:lnTo>
                <a:moveTo>
                  <a:pt x="1198626" y="688135"/>
                </a:moveTo>
                <a:lnTo>
                  <a:pt x="1220053" y="589953"/>
                </a:lnTo>
                <a:moveTo>
                  <a:pt x="1778779" y="995215"/>
                </a:moveTo>
                <a:lnTo>
                  <a:pt x="1683899" y="973293"/>
                </a:lnTo>
                <a:moveTo>
                  <a:pt x="1500966" y="786239"/>
                </a:moveTo>
                <a:lnTo>
                  <a:pt x="1475312" y="880474"/>
                </a:lnTo>
                <a:moveTo>
                  <a:pt x="1112350" y="395350"/>
                </a:moveTo>
                <a:lnTo>
                  <a:pt x="1081197" y="316541"/>
                </a:lnTo>
                <a:moveTo>
                  <a:pt x="1081197" y="316541"/>
                </a:moveTo>
                <a:lnTo>
                  <a:pt x="1007812" y="208339"/>
                </a:lnTo>
                <a:moveTo>
                  <a:pt x="1380808" y="42238"/>
                </a:moveTo>
                <a:lnTo>
                  <a:pt x="1295913" y="0"/>
                </a:lnTo>
                <a:moveTo>
                  <a:pt x="1482707" y="879796"/>
                </a:moveTo>
                <a:lnTo>
                  <a:pt x="1500966" y="786239"/>
                </a:lnTo>
                <a:moveTo>
                  <a:pt x="1318749" y="659808"/>
                </a:moveTo>
                <a:lnTo>
                  <a:pt x="1220053" y="589953"/>
                </a:lnTo>
                <a:moveTo>
                  <a:pt x="1220053" y="589953"/>
                </a:moveTo>
                <a:lnTo>
                  <a:pt x="1134118" y="516287"/>
                </a:lnTo>
                <a:moveTo>
                  <a:pt x="1791576" y="972842"/>
                </a:moveTo>
                <a:lnTo>
                  <a:pt x="1824115" y="864522"/>
                </a:lnTo>
                <a:moveTo>
                  <a:pt x="1318749" y="659808"/>
                </a:moveTo>
                <a:lnTo>
                  <a:pt x="1222844" y="578010"/>
                </a:lnTo>
                <a:moveTo>
                  <a:pt x="1222844" y="578010"/>
                </a:moveTo>
                <a:lnTo>
                  <a:pt x="1134118" y="516287"/>
                </a:lnTo>
                <a:moveTo>
                  <a:pt x="1525654" y="683807"/>
                </a:moveTo>
                <a:lnTo>
                  <a:pt x="1454785" y="601867"/>
                </a:lnTo>
                <a:moveTo>
                  <a:pt x="1803079" y="819722"/>
                </a:moveTo>
                <a:lnTo>
                  <a:pt x="1832535" y="738006"/>
                </a:lnTo>
                <a:moveTo>
                  <a:pt x="1500966" y="786239"/>
                </a:moveTo>
                <a:lnTo>
                  <a:pt x="1443685" y="714758"/>
                </a:lnTo>
                <a:moveTo>
                  <a:pt x="1788600" y="970114"/>
                </a:moveTo>
                <a:lnTo>
                  <a:pt x="1824115" y="864522"/>
                </a:lnTo>
                <a:moveTo>
                  <a:pt x="1605128" y="605430"/>
                </a:moveTo>
                <a:lnTo>
                  <a:pt x="1558473" y="611011"/>
                </a:lnTo>
                <a:moveTo>
                  <a:pt x="1375761" y="538441"/>
                </a:moveTo>
                <a:lnTo>
                  <a:pt x="1358760" y="499523"/>
                </a:lnTo>
                <a:moveTo>
                  <a:pt x="1134118" y="516287"/>
                </a:moveTo>
                <a:lnTo>
                  <a:pt x="1112350" y="395350"/>
                </a:lnTo>
                <a:moveTo>
                  <a:pt x="1832535" y="738006"/>
                </a:moveTo>
                <a:lnTo>
                  <a:pt x="1767700" y="652910"/>
                </a:lnTo>
                <a:moveTo>
                  <a:pt x="1525654" y="683807"/>
                </a:moveTo>
                <a:lnTo>
                  <a:pt x="1428251" y="685970"/>
                </a:lnTo>
                <a:moveTo>
                  <a:pt x="1347880" y="552311"/>
                </a:moveTo>
                <a:lnTo>
                  <a:pt x="1222844" y="578010"/>
                </a:lnTo>
                <a:moveTo>
                  <a:pt x="1375761" y="538441"/>
                </a:moveTo>
                <a:lnTo>
                  <a:pt x="1377640" y="428843"/>
                </a:lnTo>
                <a:moveTo>
                  <a:pt x="1677728" y="584187"/>
                </a:moveTo>
                <a:lnTo>
                  <a:pt x="1605128" y="605430"/>
                </a:lnTo>
                <a:moveTo>
                  <a:pt x="1347880" y="552311"/>
                </a:moveTo>
                <a:lnTo>
                  <a:pt x="1358760" y="499523"/>
                </a:lnTo>
                <a:moveTo>
                  <a:pt x="1824115" y="864522"/>
                </a:moveTo>
                <a:lnTo>
                  <a:pt x="1803079" y="819722"/>
                </a:lnTo>
                <a:moveTo>
                  <a:pt x="1589068" y="856421"/>
                </a:moveTo>
                <a:lnTo>
                  <a:pt x="1481120" y="885840"/>
                </a:lnTo>
                <a:moveTo>
                  <a:pt x="1791576" y="972842"/>
                </a:moveTo>
                <a:lnTo>
                  <a:pt x="1788193" y="975064"/>
                </a:lnTo>
                <a:moveTo>
                  <a:pt x="1589068" y="856421"/>
                </a:moveTo>
                <a:lnTo>
                  <a:pt x="1482707" y="879796"/>
                </a:lnTo>
                <a:moveTo>
                  <a:pt x="1672064" y="976802"/>
                </a:moveTo>
                <a:lnTo>
                  <a:pt x="1574268" y="936917"/>
                </a:lnTo>
                <a:moveTo>
                  <a:pt x="1824115" y="864522"/>
                </a:moveTo>
                <a:lnTo>
                  <a:pt x="1689190" y="908940"/>
                </a:lnTo>
                <a:moveTo>
                  <a:pt x="1791576" y="972842"/>
                </a:moveTo>
                <a:lnTo>
                  <a:pt x="1788600" y="970114"/>
                </a:lnTo>
                <a:moveTo>
                  <a:pt x="1767626" y="643087"/>
                </a:moveTo>
                <a:lnTo>
                  <a:pt x="1677728" y="584187"/>
                </a:lnTo>
                <a:moveTo>
                  <a:pt x="1525654" y="683807"/>
                </a:moveTo>
                <a:lnTo>
                  <a:pt x="1443685" y="714758"/>
                </a:lnTo>
                <a:moveTo>
                  <a:pt x="1220053" y="589953"/>
                </a:moveTo>
                <a:lnTo>
                  <a:pt x="1222844" y="578010"/>
                </a:lnTo>
                <a:moveTo>
                  <a:pt x="1377640" y="428843"/>
                </a:moveTo>
                <a:lnTo>
                  <a:pt x="1413846" y="393085"/>
                </a:lnTo>
                <a:moveTo>
                  <a:pt x="1788600" y="970114"/>
                </a:moveTo>
                <a:lnTo>
                  <a:pt x="1672064" y="976802"/>
                </a:lnTo>
                <a:moveTo>
                  <a:pt x="1788193" y="975064"/>
                </a:moveTo>
                <a:lnTo>
                  <a:pt x="1778779" y="995215"/>
                </a:lnTo>
                <a:moveTo>
                  <a:pt x="1081197" y="316541"/>
                </a:moveTo>
                <a:lnTo>
                  <a:pt x="1075659" y="278054"/>
                </a:lnTo>
                <a:moveTo>
                  <a:pt x="1413846" y="393085"/>
                </a:moveTo>
                <a:lnTo>
                  <a:pt x="1511577" y="265149"/>
                </a:lnTo>
                <a:moveTo>
                  <a:pt x="1689190" y="908940"/>
                </a:moveTo>
                <a:lnTo>
                  <a:pt x="1574268" y="936917"/>
                </a:lnTo>
                <a:moveTo>
                  <a:pt x="1470010" y="125515"/>
                </a:moveTo>
                <a:lnTo>
                  <a:pt x="1389791" y="73101"/>
                </a:lnTo>
                <a:moveTo>
                  <a:pt x="1525654" y="683807"/>
                </a:moveTo>
                <a:lnTo>
                  <a:pt x="1558473" y="611011"/>
                </a:lnTo>
                <a:moveTo>
                  <a:pt x="1791576" y="972842"/>
                </a:moveTo>
                <a:lnTo>
                  <a:pt x="1778779" y="995215"/>
                </a:lnTo>
                <a:moveTo>
                  <a:pt x="1389791" y="73101"/>
                </a:moveTo>
                <a:lnTo>
                  <a:pt x="1380808" y="42238"/>
                </a:lnTo>
                <a:moveTo>
                  <a:pt x="1778779" y="995215"/>
                </a:moveTo>
                <a:lnTo>
                  <a:pt x="1788600" y="970114"/>
                </a:lnTo>
                <a:moveTo>
                  <a:pt x="1134118" y="516287"/>
                </a:moveTo>
                <a:lnTo>
                  <a:pt x="1137993" y="455138"/>
                </a:lnTo>
                <a:moveTo>
                  <a:pt x="1370980" y="59721"/>
                </a:moveTo>
                <a:lnTo>
                  <a:pt x="1380808" y="42238"/>
                </a:lnTo>
                <a:moveTo>
                  <a:pt x="1824115" y="864522"/>
                </a:moveTo>
                <a:lnTo>
                  <a:pt x="1699194" y="859665"/>
                </a:lnTo>
                <a:moveTo>
                  <a:pt x="1574268" y="936917"/>
                </a:moveTo>
                <a:lnTo>
                  <a:pt x="1589068" y="856421"/>
                </a:lnTo>
                <a:moveTo>
                  <a:pt x="1778779" y="995215"/>
                </a:moveTo>
                <a:lnTo>
                  <a:pt x="1672064" y="976802"/>
                </a:lnTo>
                <a:moveTo>
                  <a:pt x="1358760" y="499523"/>
                </a:moveTo>
                <a:lnTo>
                  <a:pt x="1377640" y="428843"/>
                </a:lnTo>
                <a:moveTo>
                  <a:pt x="1788600" y="970114"/>
                </a:moveTo>
                <a:lnTo>
                  <a:pt x="1689190" y="908940"/>
                </a:lnTo>
                <a:moveTo>
                  <a:pt x="1545998" y="247023"/>
                </a:moveTo>
                <a:lnTo>
                  <a:pt x="1511577" y="265149"/>
                </a:lnTo>
                <a:moveTo>
                  <a:pt x="1672064" y="976802"/>
                </a:moveTo>
                <a:lnTo>
                  <a:pt x="1689190" y="908940"/>
                </a:lnTo>
                <a:moveTo>
                  <a:pt x="1161497" y="358240"/>
                </a:moveTo>
                <a:lnTo>
                  <a:pt x="1081197" y="316541"/>
                </a:lnTo>
                <a:moveTo>
                  <a:pt x="1470010" y="125515"/>
                </a:moveTo>
                <a:lnTo>
                  <a:pt x="1356717" y="100239"/>
                </a:lnTo>
                <a:moveTo>
                  <a:pt x="1435751" y="215837"/>
                </a:moveTo>
                <a:lnTo>
                  <a:pt x="1470010" y="125515"/>
                </a:lnTo>
                <a:moveTo>
                  <a:pt x="1389791" y="73101"/>
                </a:moveTo>
                <a:lnTo>
                  <a:pt x="1370980" y="59721"/>
                </a:lnTo>
                <a:moveTo>
                  <a:pt x="1803079" y="819722"/>
                </a:moveTo>
                <a:lnTo>
                  <a:pt x="1767700" y="652910"/>
                </a:lnTo>
                <a:moveTo>
                  <a:pt x="1525654" y="683807"/>
                </a:moveTo>
                <a:lnTo>
                  <a:pt x="1605128" y="605430"/>
                </a:lnTo>
                <a:moveTo>
                  <a:pt x="1165962" y="335980"/>
                </a:moveTo>
                <a:lnTo>
                  <a:pt x="1081197" y="316541"/>
                </a:lnTo>
                <a:moveTo>
                  <a:pt x="1665428" y="580415"/>
                </a:moveTo>
                <a:lnTo>
                  <a:pt x="1677728" y="584187"/>
                </a:lnTo>
                <a:moveTo>
                  <a:pt x="1767700" y="652910"/>
                </a:moveTo>
                <a:lnTo>
                  <a:pt x="1767626" y="643087"/>
                </a:lnTo>
                <a:moveTo>
                  <a:pt x="1589068" y="856421"/>
                </a:moveTo>
                <a:lnTo>
                  <a:pt x="1500966" y="786239"/>
                </a:lnTo>
                <a:moveTo>
                  <a:pt x="1358760" y="499523"/>
                </a:moveTo>
                <a:lnTo>
                  <a:pt x="1335376" y="460486"/>
                </a:lnTo>
                <a:moveTo>
                  <a:pt x="1500966" y="786239"/>
                </a:moveTo>
                <a:lnTo>
                  <a:pt x="1525654" y="683807"/>
                </a:lnTo>
                <a:moveTo>
                  <a:pt x="1764373" y="647245"/>
                </a:moveTo>
                <a:lnTo>
                  <a:pt x="1767626" y="643087"/>
                </a:lnTo>
                <a:moveTo>
                  <a:pt x="1347880" y="552311"/>
                </a:moveTo>
                <a:lnTo>
                  <a:pt x="1235508" y="495700"/>
                </a:lnTo>
                <a:moveTo>
                  <a:pt x="1222844" y="578010"/>
                </a:moveTo>
                <a:lnTo>
                  <a:pt x="1137993" y="455138"/>
                </a:lnTo>
                <a:moveTo>
                  <a:pt x="1356717" y="100239"/>
                </a:moveTo>
                <a:lnTo>
                  <a:pt x="1389791" y="73101"/>
                </a:lnTo>
                <a:moveTo>
                  <a:pt x="1590569" y="845850"/>
                </a:moveTo>
                <a:lnTo>
                  <a:pt x="1500966" y="786239"/>
                </a:lnTo>
                <a:moveTo>
                  <a:pt x="1767700" y="652910"/>
                </a:moveTo>
                <a:lnTo>
                  <a:pt x="1764373" y="647245"/>
                </a:lnTo>
                <a:moveTo>
                  <a:pt x="1137993" y="455138"/>
                </a:moveTo>
                <a:lnTo>
                  <a:pt x="1112350" y="395350"/>
                </a:lnTo>
                <a:moveTo>
                  <a:pt x="1803079" y="819722"/>
                </a:moveTo>
                <a:lnTo>
                  <a:pt x="1754402" y="674927"/>
                </a:lnTo>
                <a:moveTo>
                  <a:pt x="1377640" y="428843"/>
                </a:moveTo>
                <a:lnTo>
                  <a:pt x="1335376" y="460486"/>
                </a:lnTo>
                <a:moveTo>
                  <a:pt x="1546262" y="678556"/>
                </a:moveTo>
                <a:lnTo>
                  <a:pt x="1605128" y="605430"/>
                </a:lnTo>
                <a:moveTo>
                  <a:pt x="1511577" y="265149"/>
                </a:moveTo>
                <a:lnTo>
                  <a:pt x="1435751" y="215837"/>
                </a:lnTo>
                <a:moveTo>
                  <a:pt x="1689190" y="908940"/>
                </a:moveTo>
                <a:lnTo>
                  <a:pt x="1589068" y="856421"/>
                </a:lnTo>
                <a:moveTo>
                  <a:pt x="1356717" y="100239"/>
                </a:moveTo>
                <a:lnTo>
                  <a:pt x="1370980" y="59721"/>
                </a:lnTo>
                <a:moveTo>
                  <a:pt x="1075659" y="278054"/>
                </a:moveTo>
                <a:lnTo>
                  <a:pt x="1007812" y="208339"/>
                </a:lnTo>
                <a:moveTo>
                  <a:pt x="1470010" y="125515"/>
                </a:moveTo>
                <a:lnTo>
                  <a:pt x="1336594" y="151589"/>
                </a:lnTo>
                <a:moveTo>
                  <a:pt x="1665428" y="580415"/>
                </a:moveTo>
                <a:lnTo>
                  <a:pt x="1605128" y="605430"/>
                </a:lnTo>
                <a:moveTo>
                  <a:pt x="1699194" y="859665"/>
                </a:moveTo>
                <a:lnTo>
                  <a:pt x="1803079" y="819722"/>
                </a:lnTo>
                <a:moveTo>
                  <a:pt x="1500966" y="786239"/>
                </a:moveTo>
                <a:lnTo>
                  <a:pt x="1546262" y="678556"/>
                </a:lnTo>
                <a:moveTo>
                  <a:pt x="1754402" y="674927"/>
                </a:moveTo>
                <a:lnTo>
                  <a:pt x="1767700" y="652910"/>
                </a:lnTo>
                <a:moveTo>
                  <a:pt x="1689190" y="908940"/>
                </a:moveTo>
                <a:lnTo>
                  <a:pt x="1590569" y="845850"/>
                </a:lnTo>
                <a:moveTo>
                  <a:pt x="1413846" y="393085"/>
                </a:moveTo>
                <a:lnTo>
                  <a:pt x="1496501" y="351065"/>
                </a:lnTo>
                <a:moveTo>
                  <a:pt x="1754402" y="674927"/>
                </a:moveTo>
                <a:lnTo>
                  <a:pt x="1764373" y="647245"/>
                </a:lnTo>
                <a:moveTo>
                  <a:pt x="1689190" y="908940"/>
                </a:moveTo>
                <a:lnTo>
                  <a:pt x="1699194" y="859665"/>
                </a:lnTo>
                <a:moveTo>
                  <a:pt x="1222844" y="578010"/>
                </a:moveTo>
                <a:lnTo>
                  <a:pt x="1235508" y="495700"/>
                </a:lnTo>
                <a:moveTo>
                  <a:pt x="1358760" y="499523"/>
                </a:moveTo>
                <a:lnTo>
                  <a:pt x="1235508" y="495700"/>
                </a:lnTo>
                <a:moveTo>
                  <a:pt x="1767626" y="643087"/>
                </a:moveTo>
                <a:lnTo>
                  <a:pt x="1665428" y="580415"/>
                </a:lnTo>
                <a:moveTo>
                  <a:pt x="1589068" y="856421"/>
                </a:moveTo>
                <a:lnTo>
                  <a:pt x="1590569" y="845850"/>
                </a:lnTo>
                <a:moveTo>
                  <a:pt x="1161497" y="358240"/>
                </a:moveTo>
                <a:lnTo>
                  <a:pt x="1112350" y="395350"/>
                </a:lnTo>
                <a:moveTo>
                  <a:pt x="1413846" y="393085"/>
                </a:moveTo>
                <a:lnTo>
                  <a:pt x="1380048" y="371225"/>
                </a:lnTo>
                <a:moveTo>
                  <a:pt x="1803079" y="819722"/>
                </a:moveTo>
                <a:lnTo>
                  <a:pt x="1730066" y="738137"/>
                </a:lnTo>
                <a:moveTo>
                  <a:pt x="1109463" y="144847"/>
                </a:moveTo>
                <a:lnTo>
                  <a:pt x="1007812" y="208339"/>
                </a:lnTo>
                <a:moveTo>
                  <a:pt x="1764373" y="647245"/>
                </a:moveTo>
                <a:lnTo>
                  <a:pt x="1665428" y="580415"/>
                </a:lnTo>
                <a:moveTo>
                  <a:pt x="1370980" y="59721"/>
                </a:moveTo>
                <a:lnTo>
                  <a:pt x="1313368" y="141100"/>
                </a:lnTo>
                <a:moveTo>
                  <a:pt x="1098454" y="181119"/>
                </a:moveTo>
                <a:lnTo>
                  <a:pt x="1007812" y="208339"/>
                </a:lnTo>
                <a:moveTo>
                  <a:pt x="1699194" y="859665"/>
                </a:moveTo>
                <a:lnTo>
                  <a:pt x="1590569" y="845850"/>
                </a:lnTo>
                <a:moveTo>
                  <a:pt x="1546262" y="678556"/>
                </a:moveTo>
                <a:lnTo>
                  <a:pt x="1525654" y="683807"/>
                </a:lnTo>
                <a:moveTo>
                  <a:pt x="1496501" y="351065"/>
                </a:moveTo>
                <a:lnTo>
                  <a:pt x="1511577" y="265149"/>
                </a:lnTo>
                <a:moveTo>
                  <a:pt x="1336594" y="151589"/>
                </a:moveTo>
                <a:lnTo>
                  <a:pt x="1356717" y="100239"/>
                </a:lnTo>
                <a:moveTo>
                  <a:pt x="1356717" y="100239"/>
                </a:moveTo>
                <a:lnTo>
                  <a:pt x="1313368" y="141100"/>
                </a:lnTo>
                <a:moveTo>
                  <a:pt x="1435751" y="215837"/>
                </a:moveTo>
                <a:lnTo>
                  <a:pt x="1336594" y="151589"/>
                </a:lnTo>
                <a:moveTo>
                  <a:pt x="1764373" y="647245"/>
                </a:moveTo>
                <a:lnTo>
                  <a:pt x="1717302" y="728510"/>
                </a:lnTo>
                <a:moveTo>
                  <a:pt x="1235508" y="495700"/>
                </a:moveTo>
                <a:lnTo>
                  <a:pt x="1335376" y="460486"/>
                </a:lnTo>
                <a:moveTo>
                  <a:pt x="1607791" y="752567"/>
                </a:moveTo>
                <a:lnTo>
                  <a:pt x="1500966" y="786239"/>
                </a:lnTo>
                <a:moveTo>
                  <a:pt x="1377640" y="428843"/>
                </a:moveTo>
                <a:lnTo>
                  <a:pt x="1269909" y="361056"/>
                </a:lnTo>
                <a:moveTo>
                  <a:pt x="1377640" y="428843"/>
                </a:moveTo>
                <a:lnTo>
                  <a:pt x="1380048" y="371225"/>
                </a:lnTo>
                <a:moveTo>
                  <a:pt x="1402287" y="296488"/>
                </a:moveTo>
                <a:lnTo>
                  <a:pt x="1511577" y="265149"/>
                </a:lnTo>
                <a:moveTo>
                  <a:pt x="1730066" y="738137"/>
                </a:moveTo>
                <a:lnTo>
                  <a:pt x="1754402" y="674927"/>
                </a:lnTo>
                <a:moveTo>
                  <a:pt x="1235508" y="495700"/>
                </a:moveTo>
                <a:lnTo>
                  <a:pt x="1137993" y="455138"/>
                </a:lnTo>
                <a:moveTo>
                  <a:pt x="1754402" y="674927"/>
                </a:moveTo>
                <a:lnTo>
                  <a:pt x="1717302" y="728510"/>
                </a:lnTo>
                <a:moveTo>
                  <a:pt x="1137993" y="455138"/>
                </a:moveTo>
                <a:lnTo>
                  <a:pt x="1161497" y="358240"/>
                </a:lnTo>
                <a:moveTo>
                  <a:pt x="1699194" y="859665"/>
                </a:moveTo>
                <a:lnTo>
                  <a:pt x="1730066" y="738137"/>
                </a:lnTo>
                <a:moveTo>
                  <a:pt x="1335376" y="460486"/>
                </a:moveTo>
                <a:lnTo>
                  <a:pt x="1263643" y="386136"/>
                </a:lnTo>
                <a:moveTo>
                  <a:pt x="1336594" y="151589"/>
                </a:moveTo>
                <a:lnTo>
                  <a:pt x="1313368" y="141100"/>
                </a:lnTo>
                <a:moveTo>
                  <a:pt x="1435751" y="215837"/>
                </a:moveTo>
                <a:lnTo>
                  <a:pt x="1301271" y="254848"/>
                </a:lnTo>
                <a:moveTo>
                  <a:pt x="1075659" y="278054"/>
                </a:moveTo>
                <a:lnTo>
                  <a:pt x="1098454" y="181119"/>
                </a:lnTo>
                <a:moveTo>
                  <a:pt x="1402287" y="296488"/>
                </a:moveTo>
                <a:lnTo>
                  <a:pt x="1435751" y="215837"/>
                </a:lnTo>
                <a:moveTo>
                  <a:pt x="1335376" y="460486"/>
                </a:moveTo>
                <a:lnTo>
                  <a:pt x="1269909" y="361056"/>
                </a:lnTo>
                <a:moveTo>
                  <a:pt x="1165962" y="335980"/>
                </a:moveTo>
                <a:lnTo>
                  <a:pt x="1075659" y="278054"/>
                </a:lnTo>
                <a:moveTo>
                  <a:pt x="1263643" y="386136"/>
                </a:moveTo>
                <a:lnTo>
                  <a:pt x="1137993" y="455138"/>
                </a:lnTo>
                <a:moveTo>
                  <a:pt x="1200070" y="215463"/>
                </a:moveTo>
                <a:lnTo>
                  <a:pt x="1075659" y="278054"/>
                </a:lnTo>
                <a:moveTo>
                  <a:pt x="1633845" y="638185"/>
                </a:moveTo>
                <a:lnTo>
                  <a:pt x="1605128" y="605430"/>
                </a:lnTo>
                <a:moveTo>
                  <a:pt x="1336594" y="151589"/>
                </a:moveTo>
                <a:lnTo>
                  <a:pt x="1220588" y="152643"/>
                </a:lnTo>
                <a:moveTo>
                  <a:pt x="1590569" y="845850"/>
                </a:moveTo>
                <a:lnTo>
                  <a:pt x="1607791" y="752567"/>
                </a:lnTo>
                <a:moveTo>
                  <a:pt x="1220588" y="152643"/>
                </a:moveTo>
                <a:lnTo>
                  <a:pt x="1313368" y="141100"/>
                </a:lnTo>
                <a:moveTo>
                  <a:pt x="1699194" y="859665"/>
                </a:moveTo>
                <a:lnTo>
                  <a:pt x="1607791" y="752567"/>
                </a:lnTo>
                <a:moveTo>
                  <a:pt x="1730066" y="738137"/>
                </a:moveTo>
                <a:lnTo>
                  <a:pt x="1717302" y="728510"/>
                </a:lnTo>
                <a:moveTo>
                  <a:pt x="1607791" y="752567"/>
                </a:moveTo>
                <a:lnTo>
                  <a:pt x="1546262" y="678556"/>
                </a:lnTo>
                <a:moveTo>
                  <a:pt x="1336594" y="151589"/>
                </a:moveTo>
                <a:lnTo>
                  <a:pt x="1200070" y="215463"/>
                </a:lnTo>
                <a:moveTo>
                  <a:pt x="1235508" y="495700"/>
                </a:moveTo>
                <a:lnTo>
                  <a:pt x="1263643" y="386136"/>
                </a:lnTo>
                <a:moveTo>
                  <a:pt x="1161497" y="358240"/>
                </a:moveTo>
                <a:lnTo>
                  <a:pt x="1165962" y="335980"/>
                </a:lnTo>
                <a:moveTo>
                  <a:pt x="1220588" y="152643"/>
                </a:moveTo>
                <a:lnTo>
                  <a:pt x="1109463" y="144847"/>
                </a:lnTo>
                <a:moveTo>
                  <a:pt x="1301271" y="254848"/>
                </a:moveTo>
                <a:lnTo>
                  <a:pt x="1336594" y="151589"/>
                </a:lnTo>
                <a:moveTo>
                  <a:pt x="1098454" y="181119"/>
                </a:moveTo>
                <a:lnTo>
                  <a:pt x="1109463" y="144847"/>
                </a:lnTo>
                <a:moveTo>
                  <a:pt x="1263643" y="386136"/>
                </a:moveTo>
                <a:lnTo>
                  <a:pt x="1161497" y="358240"/>
                </a:lnTo>
                <a:moveTo>
                  <a:pt x="1200070" y="215463"/>
                </a:moveTo>
                <a:lnTo>
                  <a:pt x="1220588" y="152643"/>
                </a:lnTo>
                <a:moveTo>
                  <a:pt x="1200070" y="215463"/>
                </a:moveTo>
                <a:lnTo>
                  <a:pt x="1109463" y="144847"/>
                </a:lnTo>
                <a:moveTo>
                  <a:pt x="1764373" y="647245"/>
                </a:moveTo>
                <a:lnTo>
                  <a:pt x="1633845" y="638185"/>
                </a:lnTo>
                <a:moveTo>
                  <a:pt x="1496501" y="351065"/>
                </a:moveTo>
                <a:lnTo>
                  <a:pt x="1402287" y="296488"/>
                </a:lnTo>
                <a:moveTo>
                  <a:pt x="1200070" y="215463"/>
                </a:moveTo>
                <a:lnTo>
                  <a:pt x="1098454" y="181119"/>
                </a:lnTo>
                <a:moveTo>
                  <a:pt x="1730066" y="738137"/>
                </a:moveTo>
                <a:lnTo>
                  <a:pt x="1607791" y="752567"/>
                </a:lnTo>
                <a:moveTo>
                  <a:pt x="1380048" y="371225"/>
                </a:moveTo>
                <a:lnTo>
                  <a:pt x="1496501" y="351065"/>
                </a:lnTo>
                <a:moveTo>
                  <a:pt x="1263643" y="386136"/>
                </a:moveTo>
                <a:lnTo>
                  <a:pt x="1165962" y="335980"/>
                </a:lnTo>
                <a:moveTo>
                  <a:pt x="1165962" y="335980"/>
                </a:moveTo>
                <a:lnTo>
                  <a:pt x="1200070" y="215463"/>
                </a:lnTo>
                <a:moveTo>
                  <a:pt x="1607791" y="752567"/>
                </a:moveTo>
                <a:lnTo>
                  <a:pt x="1717302" y="728510"/>
                </a:lnTo>
                <a:moveTo>
                  <a:pt x="1301271" y="254848"/>
                </a:moveTo>
                <a:lnTo>
                  <a:pt x="1165962" y="335980"/>
                </a:lnTo>
                <a:moveTo>
                  <a:pt x="1269909" y="361056"/>
                </a:moveTo>
                <a:lnTo>
                  <a:pt x="1165962" y="335980"/>
                </a:lnTo>
                <a:moveTo>
                  <a:pt x="1301271" y="254848"/>
                </a:moveTo>
                <a:lnTo>
                  <a:pt x="1200070" y="215463"/>
                </a:lnTo>
                <a:moveTo>
                  <a:pt x="1263643" y="386136"/>
                </a:moveTo>
                <a:lnTo>
                  <a:pt x="1269909" y="361056"/>
                </a:lnTo>
                <a:moveTo>
                  <a:pt x="1402287" y="296488"/>
                </a:moveTo>
                <a:lnTo>
                  <a:pt x="1301271" y="254848"/>
                </a:lnTo>
                <a:moveTo>
                  <a:pt x="1269909" y="361056"/>
                </a:moveTo>
                <a:lnTo>
                  <a:pt x="1301271" y="254848"/>
                </a:lnTo>
                <a:moveTo>
                  <a:pt x="1402287" y="296488"/>
                </a:moveTo>
                <a:lnTo>
                  <a:pt x="1269909" y="361056"/>
                </a:lnTo>
                <a:moveTo>
                  <a:pt x="1380048" y="371225"/>
                </a:moveTo>
                <a:lnTo>
                  <a:pt x="1402287" y="296488"/>
                </a:lnTo>
                <a:moveTo>
                  <a:pt x="1380048" y="371225"/>
                </a:moveTo>
                <a:lnTo>
                  <a:pt x="1269909" y="361056"/>
                </a:lnTo>
                <a:moveTo>
                  <a:pt x="1633845" y="638185"/>
                </a:moveTo>
                <a:lnTo>
                  <a:pt x="1546262" y="678556"/>
                </a:lnTo>
                <a:moveTo>
                  <a:pt x="1633845" y="638185"/>
                </a:moveTo>
                <a:lnTo>
                  <a:pt x="1665428" y="580415"/>
                </a:lnTo>
                <a:moveTo>
                  <a:pt x="1717302" y="728510"/>
                </a:moveTo>
                <a:lnTo>
                  <a:pt x="1633845" y="638185"/>
                </a:lnTo>
                <a:moveTo>
                  <a:pt x="1607791" y="752567"/>
                </a:moveTo>
                <a:lnTo>
                  <a:pt x="1633845" y="638185"/>
                </a:lnTo>
                <a:moveTo>
                  <a:pt x="1469430" y="423744"/>
                </a:moveTo>
                <a:lnTo>
                  <a:pt x="1507312" y="289364"/>
                </a:lnTo>
                <a:moveTo>
                  <a:pt x="1469430" y="423744"/>
                </a:moveTo>
                <a:lnTo>
                  <a:pt x="1507936" y="288244"/>
                </a:lnTo>
                <a:moveTo>
                  <a:pt x="1507312" y="289364"/>
                </a:moveTo>
                <a:lnTo>
                  <a:pt x="1507439" y="288039"/>
                </a:lnTo>
                <a:moveTo>
                  <a:pt x="1507312" y="289364"/>
                </a:moveTo>
                <a:lnTo>
                  <a:pt x="1507334" y="288068"/>
                </a:lnTo>
                <a:moveTo>
                  <a:pt x="1507936" y="288244"/>
                </a:moveTo>
                <a:lnTo>
                  <a:pt x="1507312" y="289364"/>
                </a:lnTo>
                <a:moveTo>
                  <a:pt x="1507439" y="288039"/>
                </a:moveTo>
                <a:lnTo>
                  <a:pt x="1507334" y="288068"/>
                </a:lnTo>
                <a:moveTo>
                  <a:pt x="1507420" y="288045"/>
                </a:moveTo>
                <a:lnTo>
                  <a:pt x="1507439" y="288039"/>
                </a:lnTo>
                <a:moveTo>
                  <a:pt x="1507936" y="288244"/>
                </a:moveTo>
                <a:lnTo>
                  <a:pt x="1507439" y="288039"/>
                </a:lnTo>
                <a:moveTo>
                  <a:pt x="1507420" y="288045"/>
                </a:moveTo>
                <a:lnTo>
                  <a:pt x="1507334" y="288068"/>
                </a:lnTo>
                <a:moveTo>
                  <a:pt x="1507936" y="288244"/>
                </a:moveTo>
                <a:lnTo>
                  <a:pt x="1507420" y="288045"/>
                </a:lnTo>
                <a:moveTo>
                  <a:pt x="1469430" y="423744"/>
                </a:moveTo>
                <a:lnTo>
                  <a:pt x="1458682" y="364178"/>
                </a:lnTo>
                <a:moveTo>
                  <a:pt x="1495914" y="375052"/>
                </a:moveTo>
                <a:lnTo>
                  <a:pt x="1469430" y="423744"/>
                </a:lnTo>
                <a:moveTo>
                  <a:pt x="1507312" y="289364"/>
                </a:moveTo>
                <a:lnTo>
                  <a:pt x="1458682" y="364178"/>
                </a:lnTo>
                <a:moveTo>
                  <a:pt x="1458682" y="364178"/>
                </a:moveTo>
                <a:lnTo>
                  <a:pt x="1507334" y="288068"/>
                </a:lnTo>
                <a:moveTo>
                  <a:pt x="1469430" y="423744"/>
                </a:moveTo>
                <a:lnTo>
                  <a:pt x="1468713" y="381274"/>
                </a:lnTo>
                <a:moveTo>
                  <a:pt x="1495914" y="375052"/>
                </a:moveTo>
                <a:lnTo>
                  <a:pt x="1507420" y="288045"/>
                </a:lnTo>
                <a:moveTo>
                  <a:pt x="1495914" y="375052"/>
                </a:moveTo>
                <a:lnTo>
                  <a:pt x="1507936" y="288244"/>
                </a:lnTo>
                <a:moveTo>
                  <a:pt x="1468713" y="381274"/>
                </a:moveTo>
                <a:lnTo>
                  <a:pt x="1458682" y="364178"/>
                </a:lnTo>
                <a:moveTo>
                  <a:pt x="1495914" y="375052"/>
                </a:moveTo>
                <a:lnTo>
                  <a:pt x="1468713" y="381274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61766C57-A291-491F-BBA4-701530AD2C3C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338" y="505477"/>
                </a:moveTo>
                <a:lnTo>
                  <a:pt x="1515211" y="4820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2FA67D2E-B3F9-4A4B-AC0C-A4AB0EFDEFE5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449" y="579772"/>
                </a:moveTo>
                <a:lnTo>
                  <a:pt x="940827" y="644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06DD0435-DF5C-4D93-BC38-38E087622796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6932" y="1116901"/>
                </a:moveTo>
                <a:lnTo>
                  <a:pt x="1468397" y="11283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7769CBBB-3F53-4E1F-8D55-8A8D0F1F7307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338" y="505477"/>
                </a:moveTo>
                <a:lnTo>
                  <a:pt x="1699377" y="584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97636580-40AA-4818-A02C-83CE631E497C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482" y="614441"/>
                </a:moveTo>
                <a:lnTo>
                  <a:pt x="1559338" y="505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6789CD49-9741-40DB-9E4C-F4FF47FF2B1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1187" y="418629"/>
                </a:moveTo>
                <a:lnTo>
                  <a:pt x="975449" y="5797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163AED38-2955-4045-AB48-67094DDBB63C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338" y="505477"/>
                </a:moveTo>
                <a:lnTo>
                  <a:pt x="1545569" y="3741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0DBC1CEE-D197-4959-B389-54B9DD07B2D4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449" y="579772"/>
                </a:moveTo>
                <a:lnTo>
                  <a:pt x="1134070" y="6393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5905CE63-D9E3-4C88-AADB-FCB79D7B765C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9098" y="951335"/>
                </a:moveTo>
                <a:lnTo>
                  <a:pt x="1416932" y="11169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9588EDE0-458B-475D-A573-72F553316CE0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6932" y="1116901"/>
                </a:moveTo>
                <a:lnTo>
                  <a:pt x="1281986" y="12002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C21CBB6A-EE9A-42E7-B748-5666C7ECB9DA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449" y="579772"/>
                </a:moveTo>
                <a:lnTo>
                  <a:pt x="885177" y="636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693B6B5A-D3B5-49F9-A27F-4F05F0C8F9BA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8893" y="973739"/>
                </a:moveTo>
                <a:lnTo>
                  <a:pt x="849054" y="9162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0EC7BD59-8BB3-4056-88BD-2B317B377750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6932" y="1116901"/>
                </a:moveTo>
                <a:lnTo>
                  <a:pt x="1533781" y="11380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8E7F23AA-D8A7-461E-87BD-BF1945B1243A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4210" y="635022"/>
                </a:moveTo>
                <a:lnTo>
                  <a:pt x="1440482" y="614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6ABEBCB6-305E-436C-B7E1-15DC2148A43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973" y="898247"/>
                </a:moveTo>
                <a:lnTo>
                  <a:pt x="1369098" y="9513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2427B7A2-C114-4622-A06A-FD009D6B56A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3313" y="909250"/>
                </a:moveTo>
                <a:lnTo>
                  <a:pt x="948893" y="9737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77A2F8B3-0B5F-41E1-B96B-41C1E93491C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070" y="639358"/>
                </a:moveTo>
                <a:lnTo>
                  <a:pt x="1164947" y="6782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2DB8A9BC-6AB7-4A46-989E-941B30392220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8893" y="973739"/>
                </a:moveTo>
                <a:lnTo>
                  <a:pt x="971687" y="11342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DF93A37E-21E1-4EDB-B2EC-155609C7170A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9925" y="841178"/>
                </a:moveTo>
                <a:lnTo>
                  <a:pt x="1103313" y="90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AB94626A-0C59-48CF-90B8-CE6670F1F74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273" y="847282"/>
                </a:moveTo>
                <a:lnTo>
                  <a:pt x="1853706" y="826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4CEE92EE-E0EA-4E37-B0CA-2045F0613B45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3859" y="791162"/>
                </a:moveTo>
                <a:lnTo>
                  <a:pt x="1591809" y="8332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6BE5C228-43E3-46E8-82A0-EDB30F5BE76D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9925" y="841178"/>
                </a:moveTo>
                <a:lnTo>
                  <a:pt x="1344973" y="8982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354C8DC4-6B49-4C1E-B942-B5E69DDFC47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4947" y="678276"/>
                </a:moveTo>
                <a:lnTo>
                  <a:pt x="1189925" y="8411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9BA7BFDE-F242-42C3-AC12-1C1303C469E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809" y="833270"/>
                </a:moveTo>
                <a:lnTo>
                  <a:pt x="1740273" y="8472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3E49CFC5-B068-4F9F-8B9D-FB8035E77CE1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973" y="898247"/>
                </a:moveTo>
                <a:lnTo>
                  <a:pt x="1463859" y="7911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9E7069FB-F4F6-4BA8-AB79-8E2CD2DF3B51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3859" y="791162"/>
                </a:moveTo>
                <a:lnTo>
                  <a:pt x="1434210" y="6350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60862D10-BE27-49F9-8387-83C6E376BD01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8893" y="973739"/>
                </a:moveTo>
                <a:lnTo>
                  <a:pt x="922021" y="913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45D1976C-5DFD-4591-B760-C7383BB22C8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4210" y="635022"/>
                </a:moveTo>
                <a:lnTo>
                  <a:pt x="1289568" y="5875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EDBF5077-03E0-415A-BC59-4FCA92696FB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568" y="587532"/>
                </a:moveTo>
                <a:lnTo>
                  <a:pt x="1164947" y="6782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1B3E913B-1DF3-49C0-BD15-77686ABE072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568" y="587532"/>
                </a:moveTo>
                <a:lnTo>
                  <a:pt x="1264903" y="44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E009895E-3CC2-446A-904C-8F859EE9722C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03" y="442400"/>
                </a:moveTo>
                <a:lnTo>
                  <a:pt x="1284630" y="3151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891C86D4-0ECF-4E19-93BE-599C2BE6AB8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273" y="847282"/>
                </a:moveTo>
                <a:lnTo>
                  <a:pt x="1734846" y="996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8C82C193-655A-4E84-8061-94281F30C96D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4630" y="315142"/>
                </a:moveTo>
                <a:lnTo>
                  <a:pt x="1304336" y="1827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0225AC07-850B-4B77-AB6B-31785E3C125D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273" y="847282"/>
                </a:moveTo>
                <a:lnTo>
                  <a:pt x="1732997" y="7277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3F385B51-A98B-4F81-A497-CEB7B71B9A0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4630" y="315142"/>
                </a:moveTo>
                <a:lnTo>
                  <a:pt x="1416674" y="359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EC1F05EC-7CB6-4AB2-8614-50A849D245FA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4630" y="315142"/>
                </a:moveTo>
                <a:lnTo>
                  <a:pt x="1146847" y="3181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E73C765A-0B2A-4314-BCEE-F871245F439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609" y="586404"/>
                </a:moveTo>
                <a:lnTo>
                  <a:pt x="1231303" y="668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BC1FDE68-E681-4720-9118-B686327A3C5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609" y="586404"/>
                </a:moveTo>
                <a:lnTo>
                  <a:pt x="1208929" y="43863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5E4E42A6-B1FB-43EA-8FFF-B3FEEDBADF8C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609" y="586404"/>
                </a:moveTo>
                <a:lnTo>
                  <a:pt x="1039081" y="6260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900D3A77-D5AF-4D61-B664-0BB83C8207BD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097" y="630897"/>
                </a:moveTo>
                <a:lnTo>
                  <a:pt x="1192609" y="5864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8B962122-A022-4F9B-AAA3-F19F3C4E78E0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881" y="342505"/>
                </a:moveTo>
                <a:lnTo>
                  <a:pt x="1638406" y="2625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51FFF143-0732-4C79-B155-8787C6B68F57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815" y="581222"/>
                </a:moveTo>
                <a:lnTo>
                  <a:pt x="1297097" y="6308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F3A3E330-D0F7-4850-A3FF-84299A794B9F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881" y="342505"/>
                </a:moveTo>
                <a:lnTo>
                  <a:pt x="1547080" y="4812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BCE8268D-5CE6-4158-8528-B49DBCE5FF5C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161" y="1081038"/>
                </a:moveTo>
                <a:lnTo>
                  <a:pt x="1493590" y="11349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23ECAC20-379A-42DE-9C7C-887A76311ED7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283" y="376041"/>
                </a:moveTo>
                <a:lnTo>
                  <a:pt x="1631881" y="3425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3D653B33-75A5-4363-82BD-CB8CA7A27EC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080" y="481215"/>
                </a:moveTo>
                <a:lnTo>
                  <a:pt x="1462856" y="5516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607E1FE8-6BDA-4D9D-A87E-F39DA55E633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881" y="342505"/>
                </a:moveTo>
                <a:lnTo>
                  <a:pt x="1550048" y="255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86CF88EB-6920-4D8E-A3C5-674F30141542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458" y="919373"/>
                </a:moveTo>
                <a:lnTo>
                  <a:pt x="1430161" y="1081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83AB1306-0043-43CF-A0B8-2FBD8D49C8E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856" y="551625"/>
                </a:moveTo>
                <a:lnTo>
                  <a:pt x="1309815" y="58122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9B5EA427-23B6-4340-9F7B-A923D3D7B37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161" y="1081038"/>
                </a:moveTo>
                <a:lnTo>
                  <a:pt x="1292289" y="11661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98287225-16F5-4EF4-BE7A-A9AA7E794342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8618" y="722123"/>
                </a:moveTo>
                <a:lnTo>
                  <a:pt x="1919552" y="7608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797BA1AB-5957-47BC-886B-537F50A19A12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169" y="815214"/>
                </a:moveTo>
                <a:lnTo>
                  <a:pt x="1405458" y="9193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1CFD1DBB-FDAF-4E2B-8D47-BA6613B9260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092" y="687685"/>
                </a:moveTo>
                <a:lnTo>
                  <a:pt x="1668830" y="69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679EAA6E-EE80-44E4-805C-756DC3A3E3D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8830" y="696282"/>
                </a:moveTo>
                <a:lnTo>
                  <a:pt x="1808618" y="7221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B123EF09-6531-41F5-BA69-A699FCB17D3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092" y="687685"/>
                </a:moveTo>
                <a:lnTo>
                  <a:pt x="1462856" y="5516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0D681403-36B2-4D6E-837A-F3F23AD0CFC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815" y="581222"/>
                </a:moveTo>
                <a:lnTo>
                  <a:pt x="1232733" y="6318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404BD95F-EC95-429F-86E7-0B29A01D87F1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161" y="1081038"/>
                </a:moveTo>
                <a:lnTo>
                  <a:pt x="1530055" y="1093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BEF38EBB-2620-4E16-ABA8-90C8AFBD2A27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169" y="815214"/>
                </a:moveTo>
                <a:lnTo>
                  <a:pt x="1526092" y="6876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295BD1AA-4F82-4EE7-9949-57E37F12585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2733" y="631802"/>
                </a:moveTo>
                <a:lnTo>
                  <a:pt x="1077407" y="6071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5B8235FB-0AE2-49D4-AF8C-D7A50A8A60E2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8618" y="722123"/>
                </a:moveTo>
                <a:lnTo>
                  <a:pt x="1864463" y="5932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4AB7BF96-E5BE-4304-8E8B-03DF552D43A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9552" y="785632"/>
                </a:moveTo>
                <a:lnTo>
                  <a:pt x="1423169" y="81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7E69ADE7-8412-4FAE-B9DE-3B6E3B47E2BD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8618" y="722123"/>
                </a:moveTo>
                <a:lnTo>
                  <a:pt x="1784757" y="8468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C9ED3027-5109-460C-A827-37E6EA207E07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0783" y="473307"/>
                </a:moveTo>
                <a:lnTo>
                  <a:pt x="875887" y="437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32E02400-11B8-403B-BD50-23C23F2445D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2733" y="631802"/>
                </a:moveTo>
                <a:lnTo>
                  <a:pt x="1279552" y="7856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1885FF42-03C1-4A6A-B58A-DC8147E5394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407" y="607123"/>
                </a:moveTo>
                <a:lnTo>
                  <a:pt x="1010783" y="4733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CC61D053-DE61-49D9-BF02-969FDC50BDAC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9552" y="785632"/>
                </a:moveTo>
                <a:lnTo>
                  <a:pt x="1195920" y="9203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47D0E186-7BA7-48C4-BBEF-54757CA9AB77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0783" y="473307"/>
                </a:moveTo>
                <a:lnTo>
                  <a:pt x="1120608" y="3541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A0D33C9C-A944-40D8-B588-541AA05FBC8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7871" y="915136"/>
                </a:moveTo>
                <a:lnTo>
                  <a:pt x="931639" y="8652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48F9B7C6-25A3-47D9-8359-2507968041D2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5920" y="920360"/>
                </a:moveTo>
                <a:lnTo>
                  <a:pt x="1037871" y="915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9B5AE5A8-A844-4725-AF19-685663F8269A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7871" y="915136"/>
                </a:moveTo>
                <a:lnTo>
                  <a:pt x="996150" y="106008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4630A4E0-1960-443E-9CE7-EFE37BD71464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0783" y="473307"/>
                </a:moveTo>
                <a:lnTo>
                  <a:pt x="975246" y="496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69AB71F8-EFE8-48A4-84F2-84A1344B5CE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7871" y="915136"/>
                </a:moveTo>
                <a:lnTo>
                  <a:pt x="1030389" y="81348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60DA0B2E-8FD5-46FE-943A-2B712182221B}"/>
              </a:ext>
            </a:extLst>
          </p:cNvPr>
          <p:cNvSpPr>
            <a:spLocks/>
          </p:cNvSpPr>
          <p:nvPr/>
        </p:nvSpPr>
        <p:spPr>
          <a:xfrm>
            <a:off x="1998690" y="47318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5F0CDCA7-237C-473D-95D1-5439A3285AAA}"/>
              </a:ext>
            </a:extLst>
          </p:cNvPr>
          <p:cNvSpPr>
            <a:spLocks/>
          </p:cNvSpPr>
          <p:nvPr/>
        </p:nvSpPr>
        <p:spPr>
          <a:xfrm>
            <a:off x="1844288" y="4698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D04C72CB-8F18-4681-BBC9-5B548D8CBA32}"/>
              </a:ext>
            </a:extLst>
          </p:cNvPr>
          <p:cNvSpPr>
            <a:spLocks/>
          </p:cNvSpPr>
          <p:nvPr/>
        </p:nvSpPr>
        <p:spPr>
          <a:xfrm>
            <a:off x="1850814" y="46183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A209800A-A44B-47BF-B158-4A497E838944}"/>
              </a:ext>
            </a:extLst>
          </p:cNvPr>
          <p:cNvSpPr>
            <a:spLocks/>
          </p:cNvSpPr>
          <p:nvPr/>
        </p:nvSpPr>
        <p:spPr>
          <a:xfrm>
            <a:off x="1762455" y="46109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A795931C-C02A-4F6B-9697-3FC01AB9FEF0}"/>
              </a:ext>
            </a:extLst>
          </p:cNvPr>
          <p:cNvSpPr>
            <a:spLocks/>
          </p:cNvSpPr>
          <p:nvPr/>
        </p:nvSpPr>
        <p:spPr>
          <a:xfrm>
            <a:off x="1759488" y="48369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7C6C0830-5832-44F3-AF93-70A2A1EDE7D3}"/>
              </a:ext>
            </a:extLst>
          </p:cNvPr>
          <p:cNvSpPr>
            <a:spLocks/>
          </p:cNvSpPr>
          <p:nvPr/>
        </p:nvSpPr>
        <p:spPr>
          <a:xfrm>
            <a:off x="1675263" y="49074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40D7D928-8CC6-44E6-AE86-771C0711410B}"/>
              </a:ext>
            </a:extLst>
          </p:cNvPr>
          <p:cNvSpPr>
            <a:spLocks/>
          </p:cNvSpPr>
          <p:nvPr/>
        </p:nvSpPr>
        <p:spPr>
          <a:xfrm>
            <a:off x="1522223" y="49370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AEE2E837-471F-4D86-8875-E6A3967A0379}"/>
              </a:ext>
            </a:extLst>
          </p:cNvPr>
          <p:cNvSpPr>
            <a:spLocks/>
          </p:cNvSpPr>
          <p:nvPr/>
        </p:nvSpPr>
        <p:spPr>
          <a:xfrm>
            <a:off x="1509505" y="49866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D70307FD-85D4-4536-BCF1-30BE74053A2E}"/>
              </a:ext>
            </a:extLst>
          </p:cNvPr>
          <p:cNvSpPr>
            <a:spLocks/>
          </p:cNvSpPr>
          <p:nvPr/>
        </p:nvSpPr>
        <p:spPr>
          <a:xfrm>
            <a:off x="1405016" y="49421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889BA55C-FABE-47D9-A6E4-9B1E6DBE010C}"/>
              </a:ext>
            </a:extLst>
          </p:cNvPr>
          <p:cNvSpPr>
            <a:spLocks/>
          </p:cNvSpPr>
          <p:nvPr/>
        </p:nvSpPr>
        <p:spPr>
          <a:xfrm>
            <a:off x="1421336" y="47944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908A2896-374F-4E36-95EB-976A541F4A64}"/>
              </a:ext>
            </a:extLst>
          </p:cNvPr>
          <p:cNvSpPr>
            <a:spLocks/>
          </p:cNvSpPr>
          <p:nvPr/>
        </p:nvSpPr>
        <p:spPr>
          <a:xfrm>
            <a:off x="1251489" y="49817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156EE845-E19C-49F6-AFBD-15C2FD82FFD4}"/>
              </a:ext>
            </a:extLst>
          </p:cNvPr>
          <p:cNvSpPr>
            <a:spLocks/>
          </p:cNvSpPr>
          <p:nvPr/>
        </p:nvSpPr>
        <p:spPr>
          <a:xfrm>
            <a:off x="1443711" y="50243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6E58DF35-7BB9-4743-8D1A-1306C6BC7CA8}"/>
              </a:ext>
            </a:extLst>
          </p:cNvPr>
          <p:cNvSpPr>
            <a:spLocks/>
          </p:cNvSpPr>
          <p:nvPr/>
        </p:nvSpPr>
        <p:spPr>
          <a:xfrm>
            <a:off x="1445141" y="49875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05EDDFCB-CB23-4B9D-8CCC-A602E6F75A16}"/>
              </a:ext>
            </a:extLst>
          </p:cNvPr>
          <p:cNvSpPr>
            <a:spLocks/>
          </p:cNvSpPr>
          <p:nvPr/>
        </p:nvSpPr>
        <p:spPr>
          <a:xfrm>
            <a:off x="1289814" y="49629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A84C3F20-9F63-49ED-AE93-DEF01F19E39B}"/>
              </a:ext>
            </a:extLst>
          </p:cNvPr>
          <p:cNvSpPr>
            <a:spLocks/>
          </p:cNvSpPr>
          <p:nvPr/>
        </p:nvSpPr>
        <p:spPr>
          <a:xfrm>
            <a:off x="1223191" y="48290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5414A4FE-6A44-4150-8892-04B531377587}"/>
              </a:ext>
            </a:extLst>
          </p:cNvPr>
          <p:cNvSpPr>
            <a:spLocks/>
          </p:cNvSpPr>
          <p:nvPr/>
        </p:nvSpPr>
        <p:spPr>
          <a:xfrm>
            <a:off x="1088294" y="47936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9B3B8B43-40D9-4F05-8FDA-B3AEBB79B0E3}"/>
              </a:ext>
            </a:extLst>
          </p:cNvPr>
          <p:cNvSpPr>
            <a:spLocks/>
          </p:cNvSpPr>
          <p:nvPr/>
        </p:nvSpPr>
        <p:spPr>
          <a:xfrm>
            <a:off x="1187654" y="4852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4ED0ADB7-2956-49C1-997F-20DB0066D91B}"/>
              </a:ext>
            </a:extLst>
          </p:cNvPr>
          <p:cNvSpPr>
            <a:spLocks/>
          </p:cNvSpPr>
          <p:nvPr/>
        </p:nvSpPr>
        <p:spPr>
          <a:xfrm>
            <a:off x="1333015" y="47099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ED6D8180-1D70-4C5D-9DFF-006791FE3963}"/>
              </a:ext>
            </a:extLst>
          </p:cNvPr>
          <p:cNvSpPr>
            <a:spLocks/>
          </p:cNvSpPr>
          <p:nvPr/>
        </p:nvSpPr>
        <p:spPr>
          <a:xfrm>
            <a:off x="1491959" y="51414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7F6E9892-9F45-4EDA-A2CC-C4013106E5BB}"/>
              </a:ext>
            </a:extLst>
          </p:cNvPr>
          <p:cNvSpPr>
            <a:spLocks/>
          </p:cNvSpPr>
          <p:nvPr/>
        </p:nvSpPr>
        <p:spPr>
          <a:xfrm>
            <a:off x="1408327" y="52761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CB22FA02-8627-41A6-B596-BD3CED51568B}"/>
              </a:ext>
            </a:extLst>
          </p:cNvPr>
          <p:cNvSpPr>
            <a:spLocks/>
          </p:cNvSpPr>
          <p:nvPr/>
        </p:nvSpPr>
        <p:spPr>
          <a:xfrm>
            <a:off x="1250278" y="5270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70627319-E539-4092-8972-75A53F4EB397}"/>
              </a:ext>
            </a:extLst>
          </p:cNvPr>
          <p:cNvSpPr>
            <a:spLocks/>
          </p:cNvSpPr>
          <p:nvPr/>
        </p:nvSpPr>
        <p:spPr>
          <a:xfrm>
            <a:off x="1208557" y="54158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B7207619-A4D8-464F-9F23-83D08D33650F}"/>
              </a:ext>
            </a:extLst>
          </p:cNvPr>
          <p:cNvSpPr>
            <a:spLocks/>
          </p:cNvSpPr>
          <p:nvPr/>
        </p:nvSpPr>
        <p:spPr>
          <a:xfrm>
            <a:off x="1144047" y="52209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65D6363F-F8FD-413C-B2C5-4773ADF80069}"/>
              </a:ext>
            </a:extLst>
          </p:cNvPr>
          <p:cNvSpPr>
            <a:spLocks/>
          </p:cNvSpPr>
          <p:nvPr/>
        </p:nvSpPr>
        <p:spPr>
          <a:xfrm>
            <a:off x="1242796" y="51692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55265452-3142-4658-867B-30BCAF83905A}"/>
              </a:ext>
            </a:extLst>
          </p:cNvPr>
          <p:cNvSpPr>
            <a:spLocks/>
          </p:cNvSpPr>
          <p:nvPr/>
        </p:nvSpPr>
        <p:spPr>
          <a:xfrm>
            <a:off x="1635577" y="51709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C02C0030-7150-40F6-823E-0BFE159A6AA9}"/>
              </a:ext>
            </a:extLst>
          </p:cNvPr>
          <p:cNvSpPr>
            <a:spLocks/>
          </p:cNvSpPr>
          <p:nvPr/>
        </p:nvSpPr>
        <p:spPr>
          <a:xfrm>
            <a:off x="1617865" y="52751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35F3004E-3BDD-4336-9F99-D0AAFACEE2A7}"/>
              </a:ext>
            </a:extLst>
          </p:cNvPr>
          <p:cNvSpPr>
            <a:spLocks/>
          </p:cNvSpPr>
          <p:nvPr/>
        </p:nvSpPr>
        <p:spPr>
          <a:xfrm>
            <a:off x="1642569" y="54368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1E078FE7-B6DD-4884-8C85-0D579A3B3374}"/>
              </a:ext>
            </a:extLst>
          </p:cNvPr>
          <p:cNvSpPr>
            <a:spLocks/>
          </p:cNvSpPr>
          <p:nvPr/>
        </p:nvSpPr>
        <p:spPr>
          <a:xfrm>
            <a:off x="1705998" y="5490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42E848ED-BD3F-4D30-9603-E31455F4CB9A}"/>
              </a:ext>
            </a:extLst>
          </p:cNvPr>
          <p:cNvSpPr>
            <a:spLocks/>
          </p:cNvSpPr>
          <p:nvPr/>
        </p:nvSpPr>
        <p:spPr>
          <a:xfrm>
            <a:off x="1742462" y="5449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C2745C19-38E1-4913-801B-AD0A216C9905}"/>
              </a:ext>
            </a:extLst>
          </p:cNvPr>
          <p:cNvSpPr>
            <a:spLocks/>
          </p:cNvSpPr>
          <p:nvPr/>
        </p:nvSpPr>
        <p:spPr>
          <a:xfrm>
            <a:off x="1504696" y="55219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7BA05C9E-2EF3-447D-8E24-3992D4A34320}"/>
              </a:ext>
            </a:extLst>
          </p:cNvPr>
          <p:cNvSpPr>
            <a:spLocks/>
          </p:cNvSpPr>
          <p:nvPr/>
        </p:nvSpPr>
        <p:spPr>
          <a:xfrm>
            <a:off x="1738499" y="50434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B26CD35A-21C7-40C2-BD05-8B1ACAED653F}"/>
              </a:ext>
            </a:extLst>
          </p:cNvPr>
          <p:cNvSpPr>
            <a:spLocks/>
          </p:cNvSpPr>
          <p:nvPr/>
        </p:nvSpPr>
        <p:spPr>
          <a:xfrm>
            <a:off x="1881237" y="50520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10744E04-B169-4E47-A271-3D541BDDEE23}"/>
              </a:ext>
            </a:extLst>
          </p:cNvPr>
          <p:cNvSpPr>
            <a:spLocks/>
          </p:cNvSpPr>
          <p:nvPr/>
        </p:nvSpPr>
        <p:spPr>
          <a:xfrm>
            <a:off x="2021026" y="507790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4F38DE46-D11F-46C8-8D2E-E711ABE9E7E9}"/>
              </a:ext>
            </a:extLst>
          </p:cNvPr>
          <p:cNvSpPr>
            <a:spLocks/>
          </p:cNvSpPr>
          <p:nvPr/>
        </p:nvSpPr>
        <p:spPr>
          <a:xfrm>
            <a:off x="2076871" y="4948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4ED70FD7-69BE-473A-BDA8-C814DBCAC63C}"/>
              </a:ext>
            </a:extLst>
          </p:cNvPr>
          <p:cNvSpPr>
            <a:spLocks/>
          </p:cNvSpPr>
          <p:nvPr/>
        </p:nvSpPr>
        <p:spPr>
          <a:xfrm>
            <a:off x="1997165" y="52026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6209F75A-5889-4F28-BF12-54E51C9918F3}"/>
              </a:ext>
            </a:extLst>
          </p:cNvPr>
          <p:cNvSpPr>
            <a:spLocks/>
          </p:cNvSpPr>
          <p:nvPr/>
        </p:nvSpPr>
        <p:spPr>
          <a:xfrm>
            <a:off x="2131960" y="51166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main_25">
            <a:extLst>
              <a:ext uri="{FF2B5EF4-FFF2-40B4-BE49-F238E27FC236}">
                <a16:creationId xmlns:a16="http://schemas.microsoft.com/office/drawing/2014/main" id="{7BB475D0-A58B-4407-BBEA-49C8A4FB0EDA}"/>
              </a:ext>
            </a:extLst>
          </p:cNvPr>
          <p:cNvSpPr>
            <a:spLocks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8E873A82-1886-44C6-95CF-EBCF057B312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123" y="870605"/>
                </a:moveTo>
                <a:lnTo>
                  <a:pt x="1437389" y="919243"/>
                </a:lnTo>
                <a:moveTo>
                  <a:pt x="1102011" y="592371"/>
                </a:moveTo>
                <a:lnTo>
                  <a:pt x="977447" y="600420"/>
                </a:lnTo>
                <a:moveTo>
                  <a:pt x="472159" y="695578"/>
                </a:moveTo>
                <a:lnTo>
                  <a:pt x="347457" y="651374"/>
                </a:lnTo>
                <a:moveTo>
                  <a:pt x="1228525" y="573336"/>
                </a:moveTo>
                <a:lnTo>
                  <a:pt x="1102011" y="592371"/>
                </a:lnTo>
                <a:moveTo>
                  <a:pt x="1437389" y="919243"/>
                </a:moveTo>
                <a:lnTo>
                  <a:pt x="1315398" y="817916"/>
                </a:lnTo>
                <a:moveTo>
                  <a:pt x="583247" y="650840"/>
                </a:moveTo>
                <a:lnTo>
                  <a:pt x="472159" y="695578"/>
                </a:lnTo>
                <a:moveTo>
                  <a:pt x="1315398" y="817916"/>
                </a:moveTo>
                <a:lnTo>
                  <a:pt x="1342068" y="677191"/>
                </a:lnTo>
                <a:moveTo>
                  <a:pt x="1342068" y="677191"/>
                </a:moveTo>
                <a:lnTo>
                  <a:pt x="1228525" y="573336"/>
                </a:lnTo>
                <a:moveTo>
                  <a:pt x="1315398" y="817916"/>
                </a:moveTo>
                <a:lnTo>
                  <a:pt x="1197368" y="865998"/>
                </a:lnTo>
                <a:moveTo>
                  <a:pt x="1228525" y="573336"/>
                </a:moveTo>
                <a:lnTo>
                  <a:pt x="1287373" y="420242"/>
                </a:lnTo>
                <a:moveTo>
                  <a:pt x="1437389" y="919243"/>
                </a:moveTo>
                <a:lnTo>
                  <a:pt x="1543533" y="931933"/>
                </a:lnTo>
                <a:moveTo>
                  <a:pt x="583247" y="650840"/>
                </a:moveTo>
                <a:lnTo>
                  <a:pt x="629373" y="494841"/>
                </a:lnTo>
                <a:moveTo>
                  <a:pt x="708734" y="744128"/>
                </a:moveTo>
                <a:lnTo>
                  <a:pt x="583247" y="650840"/>
                </a:lnTo>
                <a:moveTo>
                  <a:pt x="911108" y="961581"/>
                </a:moveTo>
                <a:lnTo>
                  <a:pt x="835979" y="962970"/>
                </a:lnTo>
                <a:moveTo>
                  <a:pt x="1287373" y="420242"/>
                </a:moveTo>
                <a:lnTo>
                  <a:pt x="1378200" y="376770"/>
                </a:lnTo>
                <a:moveTo>
                  <a:pt x="699774" y="872786"/>
                </a:moveTo>
                <a:lnTo>
                  <a:pt x="708734" y="744128"/>
                </a:lnTo>
                <a:moveTo>
                  <a:pt x="629373" y="494841"/>
                </a:moveTo>
                <a:lnTo>
                  <a:pt x="674865" y="424046"/>
                </a:lnTo>
                <a:moveTo>
                  <a:pt x="835979" y="962970"/>
                </a:moveTo>
                <a:lnTo>
                  <a:pt x="699774" y="872786"/>
                </a:lnTo>
                <a:moveTo>
                  <a:pt x="699774" y="872786"/>
                </a:moveTo>
                <a:lnTo>
                  <a:pt x="585990" y="918270"/>
                </a:lnTo>
                <a:moveTo>
                  <a:pt x="1378200" y="376770"/>
                </a:moveTo>
                <a:lnTo>
                  <a:pt x="1519807" y="417383"/>
                </a:lnTo>
                <a:moveTo>
                  <a:pt x="1543533" y="931933"/>
                </a:moveTo>
                <a:lnTo>
                  <a:pt x="1476035" y="984238"/>
                </a:lnTo>
                <a:moveTo>
                  <a:pt x="835979" y="962970"/>
                </a:moveTo>
                <a:lnTo>
                  <a:pt x="935524" y="908975"/>
                </a:lnTo>
                <a:moveTo>
                  <a:pt x="1378200" y="376770"/>
                </a:moveTo>
                <a:lnTo>
                  <a:pt x="1347594" y="295450"/>
                </a:lnTo>
                <a:moveTo>
                  <a:pt x="674865" y="424046"/>
                </a:moveTo>
                <a:lnTo>
                  <a:pt x="805149" y="458147"/>
                </a:lnTo>
                <a:moveTo>
                  <a:pt x="674865" y="424046"/>
                </a:moveTo>
                <a:lnTo>
                  <a:pt x="586275" y="325763"/>
                </a:lnTo>
                <a:moveTo>
                  <a:pt x="1519807" y="417383"/>
                </a:moveTo>
                <a:lnTo>
                  <a:pt x="1572544" y="363311"/>
                </a:lnTo>
                <a:moveTo>
                  <a:pt x="1062020" y="1148291"/>
                </a:moveTo>
                <a:lnTo>
                  <a:pt x="1146338" y="1254304"/>
                </a:lnTo>
                <a:moveTo>
                  <a:pt x="1027785" y="1024708"/>
                </a:moveTo>
                <a:lnTo>
                  <a:pt x="1062020" y="1148291"/>
                </a:lnTo>
                <a:moveTo>
                  <a:pt x="935524" y="908975"/>
                </a:moveTo>
                <a:lnTo>
                  <a:pt x="1027785" y="1024708"/>
                </a:lnTo>
                <a:moveTo>
                  <a:pt x="1476035" y="984238"/>
                </a:moveTo>
                <a:lnTo>
                  <a:pt x="1570070" y="949705"/>
                </a:lnTo>
                <a:moveTo>
                  <a:pt x="805149" y="458147"/>
                </a:moveTo>
                <a:lnTo>
                  <a:pt x="846670" y="394955"/>
                </a:lnTo>
                <a:moveTo>
                  <a:pt x="1347594" y="295450"/>
                </a:moveTo>
                <a:lnTo>
                  <a:pt x="1470330" y="288802"/>
                </a:lnTo>
                <a:moveTo>
                  <a:pt x="586275" y="325763"/>
                </a:moveTo>
                <a:lnTo>
                  <a:pt x="626955" y="262014"/>
                </a:lnTo>
                <a:moveTo>
                  <a:pt x="1572544" y="363311"/>
                </a:moveTo>
                <a:lnTo>
                  <a:pt x="1470330" y="288802"/>
                </a:lnTo>
                <a:moveTo>
                  <a:pt x="1146338" y="1254304"/>
                </a:moveTo>
                <a:lnTo>
                  <a:pt x="1197768" y="1237437"/>
                </a:lnTo>
                <a:moveTo>
                  <a:pt x="1027785" y="1024708"/>
                </a:moveTo>
                <a:lnTo>
                  <a:pt x="1080886" y="1010236"/>
                </a:lnTo>
                <a:moveTo>
                  <a:pt x="1570070" y="949705"/>
                </a:moveTo>
                <a:lnTo>
                  <a:pt x="1541079" y="799136"/>
                </a:lnTo>
                <a:moveTo>
                  <a:pt x="846670" y="394955"/>
                </a:moveTo>
                <a:lnTo>
                  <a:pt x="757295" y="296833"/>
                </a:lnTo>
                <a:moveTo>
                  <a:pt x="626955" y="262014"/>
                </a:moveTo>
                <a:lnTo>
                  <a:pt x="757295" y="296833"/>
                </a:lnTo>
                <a:moveTo>
                  <a:pt x="2178005" y="1278528"/>
                </a:moveTo>
                <a:lnTo>
                  <a:pt x="2265394" y="1231192"/>
                </a:lnTo>
                <a:moveTo>
                  <a:pt x="1541079" y="799136"/>
                </a:moveTo>
                <a:lnTo>
                  <a:pt x="1638893" y="760682"/>
                </a:lnTo>
                <a:moveTo>
                  <a:pt x="1165326" y="1115714"/>
                </a:moveTo>
                <a:lnTo>
                  <a:pt x="1197768" y="1237437"/>
                </a:lnTo>
                <a:moveTo>
                  <a:pt x="2265394" y="1231192"/>
                </a:moveTo>
                <a:lnTo>
                  <a:pt x="2418004" y="1288389"/>
                </a:lnTo>
                <a:moveTo>
                  <a:pt x="1080886" y="1010236"/>
                </a:moveTo>
                <a:lnTo>
                  <a:pt x="1165326" y="1115714"/>
                </a:lnTo>
                <a:moveTo>
                  <a:pt x="757295" y="296833"/>
                </a:moveTo>
                <a:lnTo>
                  <a:pt x="798183" y="233450"/>
                </a:lnTo>
                <a:moveTo>
                  <a:pt x="2265394" y="1231192"/>
                </a:moveTo>
                <a:lnTo>
                  <a:pt x="2198373" y="1277253"/>
                </a:lnTo>
                <a:moveTo>
                  <a:pt x="1281440" y="39606"/>
                </a:moveTo>
                <a:lnTo>
                  <a:pt x="1154122" y="112724"/>
                </a:lnTo>
                <a:moveTo>
                  <a:pt x="1936972" y="1223951"/>
                </a:moveTo>
                <a:lnTo>
                  <a:pt x="1831210" y="1146167"/>
                </a:lnTo>
                <a:moveTo>
                  <a:pt x="2059078" y="1203907"/>
                </a:moveTo>
                <a:lnTo>
                  <a:pt x="1936972" y="1223951"/>
                </a:lnTo>
                <a:moveTo>
                  <a:pt x="2198373" y="1277253"/>
                </a:moveTo>
                <a:lnTo>
                  <a:pt x="2059078" y="1203907"/>
                </a:lnTo>
                <a:moveTo>
                  <a:pt x="1154122" y="112724"/>
                </a:moveTo>
                <a:lnTo>
                  <a:pt x="1200166" y="235874"/>
                </a:lnTo>
                <a:moveTo>
                  <a:pt x="1831210" y="1146167"/>
                </a:moveTo>
                <a:lnTo>
                  <a:pt x="1880462" y="1076322"/>
                </a:lnTo>
                <a:moveTo>
                  <a:pt x="2059078" y="1203907"/>
                </a:moveTo>
                <a:lnTo>
                  <a:pt x="2022725" y="1110695"/>
                </a:lnTo>
                <a:moveTo>
                  <a:pt x="2022725" y="1110695"/>
                </a:moveTo>
                <a:lnTo>
                  <a:pt x="1880462" y="1076322"/>
                </a:lnTo>
                <a:moveTo>
                  <a:pt x="375968" y="1019900"/>
                </a:moveTo>
                <a:lnTo>
                  <a:pt x="530559" y="1037221"/>
                </a:lnTo>
                <a:moveTo>
                  <a:pt x="530559" y="1037221"/>
                </a:moveTo>
                <a:lnTo>
                  <a:pt x="570117" y="1180016"/>
                </a:lnTo>
                <a:moveTo>
                  <a:pt x="530559" y="1037221"/>
                </a:moveTo>
                <a:lnTo>
                  <a:pt x="589601" y="916139"/>
                </a:lnTo>
                <a:moveTo>
                  <a:pt x="570117" y="1180016"/>
                </a:moveTo>
                <a:lnTo>
                  <a:pt x="706806" y="1218733"/>
                </a:lnTo>
                <a:moveTo>
                  <a:pt x="589601" y="916139"/>
                </a:moveTo>
                <a:lnTo>
                  <a:pt x="562391" y="767195"/>
                </a:lnTo>
                <a:moveTo>
                  <a:pt x="2173895" y="742913"/>
                </a:moveTo>
                <a:lnTo>
                  <a:pt x="2116488" y="878923"/>
                </a:lnTo>
                <a:moveTo>
                  <a:pt x="562391" y="767195"/>
                </a:moveTo>
                <a:lnTo>
                  <a:pt x="627466" y="651570"/>
                </a:lnTo>
                <a:moveTo>
                  <a:pt x="570117" y="1180016"/>
                </a:moveTo>
                <a:lnTo>
                  <a:pt x="478798" y="1254272"/>
                </a:lnTo>
                <a:moveTo>
                  <a:pt x="2177815" y="957279"/>
                </a:moveTo>
                <a:lnTo>
                  <a:pt x="2116488" y="878923"/>
                </a:lnTo>
                <a:moveTo>
                  <a:pt x="2272731" y="740651"/>
                </a:moveTo>
                <a:lnTo>
                  <a:pt x="2173895" y="742913"/>
                </a:lnTo>
                <a:moveTo>
                  <a:pt x="627466" y="651570"/>
                </a:moveTo>
                <a:lnTo>
                  <a:pt x="564332" y="656728"/>
                </a:lnTo>
                <a:moveTo>
                  <a:pt x="2272562" y="876363"/>
                </a:moveTo>
                <a:lnTo>
                  <a:pt x="2177815" y="957279"/>
                </a:lnTo>
                <a:moveTo>
                  <a:pt x="2368358" y="622801"/>
                </a:moveTo>
                <a:lnTo>
                  <a:pt x="2272731" y="740651"/>
                </a:lnTo>
                <a:moveTo>
                  <a:pt x="2272731" y="740651"/>
                </a:moveTo>
                <a:lnTo>
                  <a:pt x="2272562" y="876363"/>
                </a:lnTo>
                <a:moveTo>
                  <a:pt x="564332" y="656728"/>
                </a:moveTo>
                <a:lnTo>
                  <a:pt x="406513" y="629765"/>
                </a:lnTo>
                <a:moveTo>
                  <a:pt x="2316953" y="554140"/>
                </a:moveTo>
                <a:lnTo>
                  <a:pt x="2368358" y="622801"/>
                </a:lnTo>
                <a:moveTo>
                  <a:pt x="2392343" y="419920"/>
                </a:moveTo>
                <a:lnTo>
                  <a:pt x="2316953" y="554140"/>
                </a:lnTo>
                <a:moveTo>
                  <a:pt x="2316953" y="554140"/>
                </a:moveTo>
                <a:lnTo>
                  <a:pt x="2340119" y="656081"/>
                </a:lnTo>
                <a:moveTo>
                  <a:pt x="2340119" y="656081"/>
                </a:moveTo>
                <a:lnTo>
                  <a:pt x="2461091" y="671833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160BE23D-36C5-4C40-96BA-CE0683B196B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6207" y="609258"/>
                </a:moveTo>
                <a:lnTo>
                  <a:pt x="1470062" y="625826"/>
                </a:lnTo>
                <a:moveTo>
                  <a:pt x="1086209" y="615393"/>
                </a:moveTo>
                <a:lnTo>
                  <a:pt x="1064293" y="597637"/>
                </a:lnTo>
                <a:moveTo>
                  <a:pt x="1091952" y="586569"/>
                </a:moveTo>
                <a:lnTo>
                  <a:pt x="1064293" y="597637"/>
                </a:lnTo>
                <a:moveTo>
                  <a:pt x="1086209" y="615393"/>
                </a:moveTo>
                <a:lnTo>
                  <a:pt x="1091952" y="586569"/>
                </a:lnTo>
                <a:moveTo>
                  <a:pt x="1546207" y="609258"/>
                </a:moveTo>
                <a:lnTo>
                  <a:pt x="1538542" y="575894"/>
                </a:lnTo>
                <a:moveTo>
                  <a:pt x="1538542" y="575894"/>
                </a:moveTo>
                <a:lnTo>
                  <a:pt x="1470062" y="625826"/>
                </a:lnTo>
                <a:moveTo>
                  <a:pt x="1470062" y="625826"/>
                </a:moveTo>
                <a:lnTo>
                  <a:pt x="1533050" y="578062"/>
                </a:lnTo>
                <a:moveTo>
                  <a:pt x="1572514" y="475429"/>
                </a:moveTo>
                <a:lnTo>
                  <a:pt x="1471998" y="427711"/>
                </a:lnTo>
                <a:moveTo>
                  <a:pt x="1572514" y="475429"/>
                </a:moveTo>
                <a:lnTo>
                  <a:pt x="1489524" y="366750"/>
                </a:lnTo>
                <a:moveTo>
                  <a:pt x="1572514" y="475429"/>
                </a:moveTo>
                <a:lnTo>
                  <a:pt x="1598186" y="380476"/>
                </a:lnTo>
                <a:moveTo>
                  <a:pt x="1471998" y="427711"/>
                </a:moveTo>
                <a:lnTo>
                  <a:pt x="1489524" y="366750"/>
                </a:lnTo>
                <a:moveTo>
                  <a:pt x="1598186" y="380476"/>
                </a:moveTo>
                <a:lnTo>
                  <a:pt x="1489524" y="366750"/>
                </a:lnTo>
                <a:moveTo>
                  <a:pt x="1538542" y="575894"/>
                </a:moveTo>
                <a:lnTo>
                  <a:pt x="1572514" y="475429"/>
                </a:lnTo>
                <a:moveTo>
                  <a:pt x="1572514" y="475429"/>
                </a:moveTo>
                <a:lnTo>
                  <a:pt x="1533050" y="578062"/>
                </a:lnTo>
                <a:moveTo>
                  <a:pt x="1471998" y="427711"/>
                </a:moveTo>
                <a:lnTo>
                  <a:pt x="1434352" y="392757"/>
                </a:lnTo>
                <a:moveTo>
                  <a:pt x="1489524" y="366750"/>
                </a:moveTo>
                <a:lnTo>
                  <a:pt x="1434352" y="392757"/>
                </a:lnTo>
                <a:moveTo>
                  <a:pt x="1572514" y="475429"/>
                </a:moveTo>
                <a:lnTo>
                  <a:pt x="1437704" y="518454"/>
                </a:lnTo>
                <a:moveTo>
                  <a:pt x="1538542" y="575894"/>
                </a:moveTo>
                <a:lnTo>
                  <a:pt x="1533050" y="578062"/>
                </a:lnTo>
                <a:moveTo>
                  <a:pt x="1637859" y="624561"/>
                </a:moveTo>
                <a:lnTo>
                  <a:pt x="1549313" y="582812"/>
                </a:lnTo>
                <a:moveTo>
                  <a:pt x="1677371" y="470354"/>
                </a:moveTo>
                <a:lnTo>
                  <a:pt x="1572514" y="475429"/>
                </a:lnTo>
                <a:moveTo>
                  <a:pt x="1549313" y="582812"/>
                </a:moveTo>
                <a:lnTo>
                  <a:pt x="1538542" y="575894"/>
                </a:lnTo>
                <a:moveTo>
                  <a:pt x="1637859" y="624561"/>
                </a:moveTo>
                <a:lnTo>
                  <a:pt x="1534977" y="584477"/>
                </a:lnTo>
                <a:moveTo>
                  <a:pt x="1437704" y="518454"/>
                </a:moveTo>
                <a:lnTo>
                  <a:pt x="1471998" y="427711"/>
                </a:lnTo>
                <a:moveTo>
                  <a:pt x="1534977" y="584477"/>
                </a:moveTo>
                <a:lnTo>
                  <a:pt x="1533050" y="578062"/>
                </a:lnTo>
                <a:moveTo>
                  <a:pt x="1534977" y="584477"/>
                </a:moveTo>
                <a:lnTo>
                  <a:pt x="1549313" y="582812"/>
                </a:lnTo>
                <a:moveTo>
                  <a:pt x="1677371" y="470354"/>
                </a:moveTo>
                <a:lnTo>
                  <a:pt x="1598186" y="380476"/>
                </a:lnTo>
                <a:moveTo>
                  <a:pt x="1681947" y="454152"/>
                </a:moveTo>
                <a:lnTo>
                  <a:pt x="1598186" y="380476"/>
                </a:lnTo>
                <a:moveTo>
                  <a:pt x="1489524" y="366750"/>
                </a:moveTo>
                <a:lnTo>
                  <a:pt x="1506321" y="274491"/>
                </a:lnTo>
                <a:moveTo>
                  <a:pt x="1641465" y="580703"/>
                </a:moveTo>
                <a:lnTo>
                  <a:pt x="1572514" y="475429"/>
                </a:lnTo>
                <a:moveTo>
                  <a:pt x="1598186" y="380476"/>
                </a:moveTo>
                <a:lnTo>
                  <a:pt x="1506321" y="274491"/>
                </a:lnTo>
                <a:moveTo>
                  <a:pt x="1533050" y="578062"/>
                </a:moveTo>
                <a:lnTo>
                  <a:pt x="1437704" y="518454"/>
                </a:lnTo>
                <a:moveTo>
                  <a:pt x="1534977" y="584477"/>
                </a:moveTo>
                <a:lnTo>
                  <a:pt x="1437704" y="518454"/>
                </a:lnTo>
                <a:moveTo>
                  <a:pt x="1637859" y="624561"/>
                </a:moveTo>
                <a:lnTo>
                  <a:pt x="1502201" y="677903"/>
                </a:lnTo>
                <a:moveTo>
                  <a:pt x="1471998" y="427711"/>
                </a:moveTo>
                <a:lnTo>
                  <a:pt x="1393400" y="471116"/>
                </a:lnTo>
                <a:moveTo>
                  <a:pt x="1502201" y="677903"/>
                </a:moveTo>
                <a:lnTo>
                  <a:pt x="1533050" y="578062"/>
                </a:lnTo>
                <a:moveTo>
                  <a:pt x="1506321" y="274491"/>
                </a:moveTo>
                <a:lnTo>
                  <a:pt x="1434352" y="392757"/>
                </a:lnTo>
                <a:moveTo>
                  <a:pt x="1502201" y="677903"/>
                </a:moveTo>
                <a:lnTo>
                  <a:pt x="1534977" y="584477"/>
                </a:lnTo>
                <a:moveTo>
                  <a:pt x="1641465" y="580703"/>
                </a:moveTo>
                <a:lnTo>
                  <a:pt x="1538542" y="575894"/>
                </a:lnTo>
                <a:moveTo>
                  <a:pt x="1641465" y="580703"/>
                </a:moveTo>
                <a:lnTo>
                  <a:pt x="1549313" y="582812"/>
                </a:lnTo>
                <a:moveTo>
                  <a:pt x="1677371" y="470354"/>
                </a:moveTo>
                <a:lnTo>
                  <a:pt x="1681947" y="454152"/>
                </a:lnTo>
                <a:moveTo>
                  <a:pt x="1393400" y="471116"/>
                </a:moveTo>
                <a:lnTo>
                  <a:pt x="1434352" y="392757"/>
                </a:lnTo>
                <a:moveTo>
                  <a:pt x="1604979" y="698103"/>
                </a:moveTo>
                <a:lnTo>
                  <a:pt x="1637859" y="624561"/>
                </a:lnTo>
                <a:moveTo>
                  <a:pt x="1693434" y="468424"/>
                </a:moveTo>
                <a:lnTo>
                  <a:pt x="1677371" y="470354"/>
                </a:lnTo>
                <a:moveTo>
                  <a:pt x="1693434" y="468424"/>
                </a:moveTo>
                <a:lnTo>
                  <a:pt x="1681947" y="454152"/>
                </a:lnTo>
                <a:moveTo>
                  <a:pt x="1641465" y="580703"/>
                </a:moveTo>
                <a:lnTo>
                  <a:pt x="1677371" y="470354"/>
                </a:lnTo>
                <a:moveTo>
                  <a:pt x="1437704" y="518454"/>
                </a:moveTo>
                <a:lnTo>
                  <a:pt x="1393400" y="471116"/>
                </a:lnTo>
                <a:moveTo>
                  <a:pt x="1641465" y="580703"/>
                </a:moveTo>
                <a:lnTo>
                  <a:pt x="1693434" y="468424"/>
                </a:lnTo>
                <a:moveTo>
                  <a:pt x="997640" y="463394"/>
                </a:moveTo>
                <a:lnTo>
                  <a:pt x="1004063" y="434189"/>
                </a:lnTo>
                <a:moveTo>
                  <a:pt x="1604979" y="698103"/>
                </a:moveTo>
                <a:lnTo>
                  <a:pt x="1502201" y="677903"/>
                </a:lnTo>
                <a:moveTo>
                  <a:pt x="997640" y="463394"/>
                </a:moveTo>
                <a:lnTo>
                  <a:pt x="978660" y="440307"/>
                </a:lnTo>
                <a:moveTo>
                  <a:pt x="1024555" y="453711"/>
                </a:moveTo>
                <a:lnTo>
                  <a:pt x="997640" y="463394"/>
                </a:lnTo>
                <a:moveTo>
                  <a:pt x="1637149" y="562005"/>
                </a:moveTo>
                <a:lnTo>
                  <a:pt x="1549313" y="582812"/>
                </a:lnTo>
                <a:moveTo>
                  <a:pt x="1534977" y="584477"/>
                </a:moveTo>
                <a:lnTo>
                  <a:pt x="1416076" y="543583"/>
                </a:lnTo>
                <a:moveTo>
                  <a:pt x="1637149" y="562005"/>
                </a:moveTo>
                <a:lnTo>
                  <a:pt x="1534977" y="584477"/>
                </a:lnTo>
                <a:moveTo>
                  <a:pt x="1004063" y="434189"/>
                </a:moveTo>
                <a:lnTo>
                  <a:pt x="978660" y="440307"/>
                </a:lnTo>
                <a:moveTo>
                  <a:pt x="997640" y="463394"/>
                </a:moveTo>
                <a:lnTo>
                  <a:pt x="861670" y="520523"/>
                </a:lnTo>
                <a:moveTo>
                  <a:pt x="1024555" y="453711"/>
                </a:moveTo>
                <a:lnTo>
                  <a:pt x="1004063" y="434189"/>
                </a:lnTo>
                <a:moveTo>
                  <a:pt x="963129" y="556770"/>
                </a:moveTo>
                <a:lnTo>
                  <a:pt x="997640" y="463394"/>
                </a:lnTo>
                <a:moveTo>
                  <a:pt x="997640" y="463394"/>
                </a:moveTo>
                <a:lnTo>
                  <a:pt x="874561" y="470638"/>
                </a:lnTo>
                <a:moveTo>
                  <a:pt x="1437704" y="518454"/>
                </a:moveTo>
                <a:lnTo>
                  <a:pt x="1416076" y="543583"/>
                </a:lnTo>
                <a:moveTo>
                  <a:pt x="1493165" y="1078967"/>
                </a:moveTo>
                <a:lnTo>
                  <a:pt x="1508833" y="1026397"/>
                </a:lnTo>
                <a:moveTo>
                  <a:pt x="1534977" y="584477"/>
                </a:moveTo>
                <a:lnTo>
                  <a:pt x="1512685" y="586327"/>
                </a:lnTo>
                <a:moveTo>
                  <a:pt x="1675889" y="553619"/>
                </a:moveTo>
                <a:lnTo>
                  <a:pt x="1693434" y="468424"/>
                </a:lnTo>
                <a:moveTo>
                  <a:pt x="1508833" y="1026397"/>
                </a:moveTo>
                <a:lnTo>
                  <a:pt x="1404948" y="1034245"/>
                </a:lnTo>
                <a:moveTo>
                  <a:pt x="1493165" y="1078967"/>
                </a:moveTo>
                <a:lnTo>
                  <a:pt x="1404948" y="1034245"/>
                </a:lnTo>
                <a:moveTo>
                  <a:pt x="1493165" y="1078967"/>
                </a:moveTo>
                <a:lnTo>
                  <a:pt x="1391627" y="1033244"/>
                </a:lnTo>
                <a:moveTo>
                  <a:pt x="1493165" y="1078967"/>
                </a:moveTo>
                <a:lnTo>
                  <a:pt x="1355673" y="1154619"/>
                </a:lnTo>
                <a:moveTo>
                  <a:pt x="978660" y="440307"/>
                </a:moveTo>
                <a:lnTo>
                  <a:pt x="899594" y="385634"/>
                </a:lnTo>
                <a:moveTo>
                  <a:pt x="874561" y="470638"/>
                </a:moveTo>
                <a:lnTo>
                  <a:pt x="978660" y="440307"/>
                </a:lnTo>
                <a:moveTo>
                  <a:pt x="1675889" y="553619"/>
                </a:moveTo>
                <a:lnTo>
                  <a:pt x="1641465" y="580703"/>
                </a:lnTo>
                <a:moveTo>
                  <a:pt x="963129" y="556770"/>
                </a:moveTo>
                <a:lnTo>
                  <a:pt x="1024555" y="453711"/>
                </a:lnTo>
                <a:moveTo>
                  <a:pt x="1391627" y="1033244"/>
                </a:moveTo>
                <a:lnTo>
                  <a:pt x="1404948" y="1034245"/>
                </a:lnTo>
                <a:moveTo>
                  <a:pt x="1404948" y="1034245"/>
                </a:moveTo>
                <a:lnTo>
                  <a:pt x="1392839" y="1028943"/>
                </a:lnTo>
                <a:moveTo>
                  <a:pt x="1391627" y="1033244"/>
                </a:moveTo>
                <a:lnTo>
                  <a:pt x="1392839" y="1028943"/>
                </a:lnTo>
                <a:moveTo>
                  <a:pt x="1004063" y="434189"/>
                </a:moveTo>
                <a:lnTo>
                  <a:pt x="918717" y="312509"/>
                </a:lnTo>
                <a:moveTo>
                  <a:pt x="1355673" y="1154619"/>
                </a:moveTo>
                <a:lnTo>
                  <a:pt x="1391627" y="1033244"/>
                </a:lnTo>
                <a:moveTo>
                  <a:pt x="1641465" y="580703"/>
                </a:moveTo>
                <a:lnTo>
                  <a:pt x="1637149" y="562005"/>
                </a:lnTo>
                <a:moveTo>
                  <a:pt x="1773072" y="425523"/>
                </a:moveTo>
                <a:lnTo>
                  <a:pt x="1681947" y="454152"/>
                </a:lnTo>
                <a:moveTo>
                  <a:pt x="1004063" y="434189"/>
                </a:moveTo>
                <a:lnTo>
                  <a:pt x="1026071" y="329384"/>
                </a:lnTo>
                <a:moveTo>
                  <a:pt x="978660" y="440307"/>
                </a:moveTo>
                <a:lnTo>
                  <a:pt x="918717" y="312509"/>
                </a:lnTo>
                <a:moveTo>
                  <a:pt x="1535444" y="1072358"/>
                </a:moveTo>
                <a:lnTo>
                  <a:pt x="1508833" y="1026397"/>
                </a:lnTo>
                <a:moveTo>
                  <a:pt x="1535444" y="1072358"/>
                </a:moveTo>
                <a:lnTo>
                  <a:pt x="1493165" y="1078967"/>
                </a:lnTo>
                <a:moveTo>
                  <a:pt x="963129" y="556770"/>
                </a:moveTo>
                <a:lnTo>
                  <a:pt x="861670" y="520523"/>
                </a:lnTo>
                <a:moveTo>
                  <a:pt x="861670" y="520523"/>
                </a:moveTo>
                <a:lnTo>
                  <a:pt x="874561" y="470638"/>
                </a:lnTo>
                <a:moveTo>
                  <a:pt x="1416076" y="543583"/>
                </a:moveTo>
                <a:lnTo>
                  <a:pt x="1393400" y="471116"/>
                </a:lnTo>
                <a:moveTo>
                  <a:pt x="1693434" y="468424"/>
                </a:moveTo>
                <a:lnTo>
                  <a:pt x="1773072" y="425523"/>
                </a:lnTo>
                <a:moveTo>
                  <a:pt x="1458447" y="1174871"/>
                </a:moveTo>
                <a:lnTo>
                  <a:pt x="1493165" y="1078967"/>
                </a:lnTo>
                <a:moveTo>
                  <a:pt x="874561" y="470638"/>
                </a:moveTo>
                <a:lnTo>
                  <a:pt x="899594" y="385634"/>
                </a:lnTo>
                <a:moveTo>
                  <a:pt x="1508833" y="1026397"/>
                </a:moveTo>
                <a:lnTo>
                  <a:pt x="1420080" y="912922"/>
                </a:lnTo>
                <a:moveTo>
                  <a:pt x="826028" y="627669"/>
                </a:moveTo>
                <a:lnTo>
                  <a:pt x="861670" y="520523"/>
                </a:lnTo>
                <a:moveTo>
                  <a:pt x="861670" y="520523"/>
                </a:moveTo>
                <a:lnTo>
                  <a:pt x="846869" y="492135"/>
                </a:lnTo>
                <a:moveTo>
                  <a:pt x="1458447" y="1174871"/>
                </a:moveTo>
                <a:lnTo>
                  <a:pt x="1355673" y="1154619"/>
                </a:lnTo>
                <a:moveTo>
                  <a:pt x="899594" y="385634"/>
                </a:moveTo>
                <a:lnTo>
                  <a:pt x="918717" y="312509"/>
                </a:lnTo>
                <a:moveTo>
                  <a:pt x="963129" y="556770"/>
                </a:moveTo>
                <a:lnTo>
                  <a:pt x="826028" y="627669"/>
                </a:lnTo>
                <a:moveTo>
                  <a:pt x="899594" y="385634"/>
                </a:moveTo>
                <a:lnTo>
                  <a:pt x="846869" y="492135"/>
                </a:lnTo>
                <a:moveTo>
                  <a:pt x="1404948" y="1034245"/>
                </a:moveTo>
                <a:lnTo>
                  <a:pt x="1420080" y="912922"/>
                </a:lnTo>
                <a:moveTo>
                  <a:pt x="874561" y="470638"/>
                </a:moveTo>
                <a:lnTo>
                  <a:pt x="846869" y="492135"/>
                </a:lnTo>
                <a:moveTo>
                  <a:pt x="1392839" y="1028943"/>
                </a:moveTo>
                <a:lnTo>
                  <a:pt x="1420080" y="912922"/>
                </a:lnTo>
                <a:moveTo>
                  <a:pt x="1508833" y="1026397"/>
                </a:moveTo>
                <a:lnTo>
                  <a:pt x="1521750" y="943479"/>
                </a:lnTo>
                <a:moveTo>
                  <a:pt x="1391627" y="1033244"/>
                </a:moveTo>
                <a:lnTo>
                  <a:pt x="1285467" y="1089669"/>
                </a:lnTo>
                <a:moveTo>
                  <a:pt x="1047256" y="550660"/>
                </a:moveTo>
                <a:lnTo>
                  <a:pt x="1024555" y="453711"/>
                </a:lnTo>
                <a:moveTo>
                  <a:pt x="1355673" y="1154619"/>
                </a:moveTo>
                <a:lnTo>
                  <a:pt x="1285467" y="1089669"/>
                </a:lnTo>
                <a:moveTo>
                  <a:pt x="1458447" y="1174871"/>
                </a:moveTo>
                <a:lnTo>
                  <a:pt x="1535444" y="1072358"/>
                </a:lnTo>
                <a:moveTo>
                  <a:pt x="899594" y="385634"/>
                </a:moveTo>
                <a:lnTo>
                  <a:pt x="827014" y="329857"/>
                </a:lnTo>
                <a:moveTo>
                  <a:pt x="1026071" y="329384"/>
                </a:moveTo>
                <a:lnTo>
                  <a:pt x="918717" y="312509"/>
                </a:lnTo>
                <a:moveTo>
                  <a:pt x="1675889" y="553619"/>
                </a:moveTo>
                <a:lnTo>
                  <a:pt x="1637149" y="562005"/>
                </a:lnTo>
                <a:moveTo>
                  <a:pt x="1094754" y="408053"/>
                </a:moveTo>
                <a:lnTo>
                  <a:pt x="1004063" y="434189"/>
                </a:lnTo>
                <a:moveTo>
                  <a:pt x="1392839" y="1028943"/>
                </a:moveTo>
                <a:lnTo>
                  <a:pt x="1299661" y="937335"/>
                </a:lnTo>
                <a:moveTo>
                  <a:pt x="918717" y="312509"/>
                </a:moveTo>
                <a:lnTo>
                  <a:pt x="827014" y="329857"/>
                </a:lnTo>
                <a:moveTo>
                  <a:pt x="1047256" y="550660"/>
                </a:moveTo>
                <a:lnTo>
                  <a:pt x="963129" y="556770"/>
                </a:lnTo>
                <a:moveTo>
                  <a:pt x="1391627" y="1033244"/>
                </a:moveTo>
                <a:lnTo>
                  <a:pt x="1294164" y="940736"/>
                </a:lnTo>
                <a:moveTo>
                  <a:pt x="1392839" y="1028943"/>
                </a:moveTo>
                <a:lnTo>
                  <a:pt x="1294164" y="940736"/>
                </a:lnTo>
                <a:moveTo>
                  <a:pt x="806638" y="685990"/>
                </a:moveTo>
                <a:lnTo>
                  <a:pt x="826028" y="627669"/>
                </a:lnTo>
                <a:moveTo>
                  <a:pt x="1391627" y="1033244"/>
                </a:moveTo>
                <a:lnTo>
                  <a:pt x="1259028" y="1059807"/>
                </a:lnTo>
                <a:moveTo>
                  <a:pt x="846869" y="492135"/>
                </a:moveTo>
                <a:lnTo>
                  <a:pt x="827014" y="329857"/>
                </a:lnTo>
                <a:moveTo>
                  <a:pt x="1024555" y="453711"/>
                </a:moveTo>
                <a:lnTo>
                  <a:pt x="1094754" y="408053"/>
                </a:lnTo>
                <a:moveTo>
                  <a:pt x="1675889" y="553619"/>
                </a:moveTo>
                <a:lnTo>
                  <a:pt x="1773072" y="425523"/>
                </a:lnTo>
                <a:moveTo>
                  <a:pt x="1323389" y="1220911"/>
                </a:moveTo>
                <a:lnTo>
                  <a:pt x="1355673" y="1154619"/>
                </a:lnTo>
                <a:moveTo>
                  <a:pt x="861670" y="520523"/>
                </a:moveTo>
                <a:lnTo>
                  <a:pt x="785043" y="564397"/>
                </a:lnTo>
                <a:moveTo>
                  <a:pt x="930374" y="628798"/>
                </a:moveTo>
                <a:lnTo>
                  <a:pt x="963129" y="556770"/>
                </a:lnTo>
                <a:moveTo>
                  <a:pt x="1512685" y="586327"/>
                </a:moveTo>
                <a:lnTo>
                  <a:pt x="1416076" y="543583"/>
                </a:lnTo>
                <a:moveTo>
                  <a:pt x="1637149" y="562005"/>
                </a:moveTo>
                <a:lnTo>
                  <a:pt x="1512685" y="586327"/>
                </a:lnTo>
                <a:moveTo>
                  <a:pt x="1557886" y="1012752"/>
                </a:moveTo>
                <a:lnTo>
                  <a:pt x="1508833" y="1026397"/>
                </a:lnTo>
                <a:moveTo>
                  <a:pt x="1407912" y="554442"/>
                </a:moveTo>
                <a:lnTo>
                  <a:pt x="1416076" y="543583"/>
                </a:lnTo>
                <a:moveTo>
                  <a:pt x="1313457" y="471927"/>
                </a:moveTo>
                <a:lnTo>
                  <a:pt x="1393400" y="471116"/>
                </a:lnTo>
                <a:moveTo>
                  <a:pt x="1521750" y="943479"/>
                </a:moveTo>
                <a:lnTo>
                  <a:pt x="1420080" y="912922"/>
                </a:lnTo>
                <a:moveTo>
                  <a:pt x="790684" y="731171"/>
                </a:moveTo>
                <a:lnTo>
                  <a:pt x="806638" y="685990"/>
                </a:lnTo>
                <a:moveTo>
                  <a:pt x="1525693" y="1159829"/>
                </a:moveTo>
                <a:lnTo>
                  <a:pt x="1535444" y="1072358"/>
                </a:lnTo>
                <a:moveTo>
                  <a:pt x="1420080" y="912922"/>
                </a:moveTo>
                <a:lnTo>
                  <a:pt x="1299661" y="937335"/>
                </a:lnTo>
                <a:moveTo>
                  <a:pt x="930374" y="628798"/>
                </a:moveTo>
                <a:lnTo>
                  <a:pt x="826028" y="627669"/>
                </a:lnTo>
                <a:moveTo>
                  <a:pt x="1458447" y="1174871"/>
                </a:moveTo>
                <a:lnTo>
                  <a:pt x="1323389" y="1220911"/>
                </a:lnTo>
                <a:moveTo>
                  <a:pt x="1094754" y="408053"/>
                </a:moveTo>
                <a:lnTo>
                  <a:pt x="1026071" y="329384"/>
                </a:lnTo>
                <a:moveTo>
                  <a:pt x="826028" y="627669"/>
                </a:moveTo>
                <a:lnTo>
                  <a:pt x="785043" y="564397"/>
                </a:lnTo>
                <a:moveTo>
                  <a:pt x="1355673" y="1154619"/>
                </a:moveTo>
                <a:lnTo>
                  <a:pt x="1269021" y="1175185"/>
                </a:lnTo>
                <a:moveTo>
                  <a:pt x="785043" y="564397"/>
                </a:moveTo>
                <a:lnTo>
                  <a:pt x="846869" y="492135"/>
                </a:lnTo>
                <a:moveTo>
                  <a:pt x="1525693" y="1159829"/>
                </a:moveTo>
                <a:lnTo>
                  <a:pt x="1458447" y="1174871"/>
                </a:lnTo>
                <a:moveTo>
                  <a:pt x="826958" y="733118"/>
                </a:moveTo>
                <a:lnTo>
                  <a:pt x="806638" y="685990"/>
                </a:lnTo>
                <a:moveTo>
                  <a:pt x="1285467" y="1089669"/>
                </a:moveTo>
                <a:lnTo>
                  <a:pt x="1259028" y="1059807"/>
                </a:lnTo>
                <a:moveTo>
                  <a:pt x="1512685" y="586327"/>
                </a:moveTo>
                <a:lnTo>
                  <a:pt x="1407912" y="554442"/>
                </a:lnTo>
                <a:moveTo>
                  <a:pt x="1535444" y="1072358"/>
                </a:moveTo>
                <a:lnTo>
                  <a:pt x="1557886" y="1012752"/>
                </a:lnTo>
                <a:moveTo>
                  <a:pt x="918717" y="312509"/>
                </a:moveTo>
                <a:lnTo>
                  <a:pt x="926785" y="241265"/>
                </a:lnTo>
                <a:moveTo>
                  <a:pt x="894342" y="740684"/>
                </a:moveTo>
                <a:lnTo>
                  <a:pt x="826028" y="627669"/>
                </a:lnTo>
                <a:moveTo>
                  <a:pt x="1026071" y="329384"/>
                </a:moveTo>
                <a:lnTo>
                  <a:pt x="926785" y="241265"/>
                </a:lnTo>
                <a:moveTo>
                  <a:pt x="1509682" y="586906"/>
                </a:moveTo>
                <a:lnTo>
                  <a:pt x="1512685" y="586327"/>
                </a:lnTo>
                <a:moveTo>
                  <a:pt x="1068321" y="547624"/>
                </a:moveTo>
                <a:lnTo>
                  <a:pt x="1047256" y="550660"/>
                </a:lnTo>
                <a:moveTo>
                  <a:pt x="1299661" y="937335"/>
                </a:moveTo>
                <a:lnTo>
                  <a:pt x="1294164" y="940736"/>
                </a:lnTo>
                <a:moveTo>
                  <a:pt x="1299661" y="937335"/>
                </a:moveTo>
                <a:lnTo>
                  <a:pt x="1296262" y="933315"/>
                </a:lnTo>
                <a:moveTo>
                  <a:pt x="826958" y="733118"/>
                </a:moveTo>
                <a:lnTo>
                  <a:pt x="790684" y="731171"/>
                </a:lnTo>
                <a:moveTo>
                  <a:pt x="1294164" y="940736"/>
                </a:moveTo>
                <a:lnTo>
                  <a:pt x="1296262" y="933315"/>
                </a:lnTo>
                <a:moveTo>
                  <a:pt x="1509682" y="586906"/>
                </a:moveTo>
                <a:lnTo>
                  <a:pt x="1407912" y="554442"/>
                </a:lnTo>
                <a:moveTo>
                  <a:pt x="1259028" y="1059807"/>
                </a:moveTo>
                <a:lnTo>
                  <a:pt x="1294164" y="940736"/>
                </a:lnTo>
                <a:moveTo>
                  <a:pt x="1675889" y="553619"/>
                </a:moveTo>
                <a:lnTo>
                  <a:pt x="1737566" y="505472"/>
                </a:lnTo>
                <a:moveTo>
                  <a:pt x="930374" y="628798"/>
                </a:moveTo>
                <a:lnTo>
                  <a:pt x="1047256" y="550660"/>
                </a:lnTo>
                <a:moveTo>
                  <a:pt x="855775" y="883392"/>
                </a:moveTo>
                <a:lnTo>
                  <a:pt x="790684" y="731171"/>
                </a:lnTo>
                <a:moveTo>
                  <a:pt x="1047256" y="550660"/>
                </a:moveTo>
                <a:lnTo>
                  <a:pt x="1094754" y="408053"/>
                </a:lnTo>
                <a:moveTo>
                  <a:pt x="894342" y="740684"/>
                </a:moveTo>
                <a:lnTo>
                  <a:pt x="806638" y="685990"/>
                </a:lnTo>
                <a:moveTo>
                  <a:pt x="1426580" y="1236093"/>
                </a:moveTo>
                <a:lnTo>
                  <a:pt x="1458447" y="1174871"/>
                </a:lnTo>
                <a:moveTo>
                  <a:pt x="1416076" y="543583"/>
                </a:moveTo>
                <a:lnTo>
                  <a:pt x="1313457" y="471927"/>
                </a:lnTo>
                <a:moveTo>
                  <a:pt x="1700316" y="306287"/>
                </a:moveTo>
                <a:lnTo>
                  <a:pt x="1617991" y="229154"/>
                </a:lnTo>
                <a:moveTo>
                  <a:pt x="855775" y="883392"/>
                </a:moveTo>
                <a:lnTo>
                  <a:pt x="826958" y="733118"/>
                </a:lnTo>
                <a:moveTo>
                  <a:pt x="1068321" y="547624"/>
                </a:moveTo>
                <a:lnTo>
                  <a:pt x="1094754" y="408053"/>
                </a:lnTo>
                <a:moveTo>
                  <a:pt x="1269021" y="1175185"/>
                </a:moveTo>
                <a:lnTo>
                  <a:pt x="1285467" y="1089669"/>
                </a:lnTo>
                <a:moveTo>
                  <a:pt x="1420080" y="912922"/>
                </a:moveTo>
                <a:lnTo>
                  <a:pt x="1318154" y="831158"/>
                </a:lnTo>
                <a:moveTo>
                  <a:pt x="1557886" y="1012752"/>
                </a:moveTo>
                <a:lnTo>
                  <a:pt x="1521750" y="943479"/>
                </a:lnTo>
                <a:moveTo>
                  <a:pt x="756261" y="823485"/>
                </a:moveTo>
                <a:lnTo>
                  <a:pt x="790684" y="731171"/>
                </a:lnTo>
                <a:moveTo>
                  <a:pt x="1068321" y="547624"/>
                </a:moveTo>
                <a:lnTo>
                  <a:pt x="1103314" y="418750"/>
                </a:lnTo>
                <a:moveTo>
                  <a:pt x="1420080" y="912922"/>
                </a:moveTo>
                <a:lnTo>
                  <a:pt x="1425029" y="849185"/>
                </a:lnTo>
                <a:moveTo>
                  <a:pt x="1026071" y="329384"/>
                </a:moveTo>
                <a:lnTo>
                  <a:pt x="1017258" y="298780"/>
                </a:lnTo>
                <a:moveTo>
                  <a:pt x="1407912" y="554442"/>
                </a:moveTo>
                <a:lnTo>
                  <a:pt x="1272435" y="605570"/>
                </a:lnTo>
                <a:moveTo>
                  <a:pt x="1737566" y="505472"/>
                </a:moveTo>
                <a:lnTo>
                  <a:pt x="1773072" y="425523"/>
                </a:lnTo>
                <a:moveTo>
                  <a:pt x="887953" y="765553"/>
                </a:moveTo>
                <a:lnTo>
                  <a:pt x="826958" y="733118"/>
                </a:lnTo>
                <a:moveTo>
                  <a:pt x="1675889" y="553619"/>
                </a:moveTo>
                <a:lnTo>
                  <a:pt x="1624502" y="540635"/>
                </a:lnTo>
                <a:moveTo>
                  <a:pt x="1103314" y="418750"/>
                </a:moveTo>
                <a:lnTo>
                  <a:pt x="1094754" y="408053"/>
                </a:lnTo>
                <a:moveTo>
                  <a:pt x="894342" y="740684"/>
                </a:moveTo>
                <a:lnTo>
                  <a:pt x="826958" y="733118"/>
                </a:lnTo>
                <a:moveTo>
                  <a:pt x="855775" y="883392"/>
                </a:moveTo>
                <a:lnTo>
                  <a:pt x="887953" y="765553"/>
                </a:lnTo>
                <a:moveTo>
                  <a:pt x="1009988" y="630094"/>
                </a:moveTo>
                <a:lnTo>
                  <a:pt x="1047256" y="550660"/>
                </a:lnTo>
                <a:moveTo>
                  <a:pt x="1407912" y="554442"/>
                </a:moveTo>
                <a:lnTo>
                  <a:pt x="1313457" y="471927"/>
                </a:lnTo>
                <a:moveTo>
                  <a:pt x="1637149" y="562005"/>
                </a:moveTo>
                <a:lnTo>
                  <a:pt x="1624502" y="540635"/>
                </a:lnTo>
                <a:moveTo>
                  <a:pt x="1407912" y="554442"/>
                </a:moveTo>
                <a:lnTo>
                  <a:pt x="1309350" y="473378"/>
                </a:lnTo>
                <a:moveTo>
                  <a:pt x="1521750" y="943479"/>
                </a:moveTo>
                <a:lnTo>
                  <a:pt x="1425029" y="849185"/>
                </a:lnTo>
                <a:moveTo>
                  <a:pt x="894342" y="740684"/>
                </a:moveTo>
                <a:lnTo>
                  <a:pt x="930374" y="628798"/>
                </a:lnTo>
                <a:moveTo>
                  <a:pt x="1269021" y="1175185"/>
                </a:moveTo>
                <a:lnTo>
                  <a:pt x="1259028" y="1059807"/>
                </a:lnTo>
                <a:moveTo>
                  <a:pt x="1299661" y="937335"/>
                </a:moveTo>
                <a:lnTo>
                  <a:pt x="1318154" y="831158"/>
                </a:lnTo>
                <a:moveTo>
                  <a:pt x="1773072" y="425523"/>
                </a:moveTo>
                <a:lnTo>
                  <a:pt x="1716561" y="342858"/>
                </a:lnTo>
                <a:moveTo>
                  <a:pt x="1171585" y="561924"/>
                </a:moveTo>
                <a:lnTo>
                  <a:pt x="1068321" y="547624"/>
                </a:lnTo>
                <a:moveTo>
                  <a:pt x="790684" y="731171"/>
                </a:moveTo>
                <a:lnTo>
                  <a:pt x="723423" y="793199"/>
                </a:lnTo>
                <a:moveTo>
                  <a:pt x="958137" y="908662"/>
                </a:moveTo>
                <a:lnTo>
                  <a:pt x="855775" y="883392"/>
                </a:lnTo>
                <a:moveTo>
                  <a:pt x="1031740" y="323489"/>
                </a:moveTo>
                <a:lnTo>
                  <a:pt x="1026071" y="329384"/>
                </a:lnTo>
                <a:moveTo>
                  <a:pt x="1296262" y="933315"/>
                </a:moveTo>
                <a:lnTo>
                  <a:pt x="1318154" y="831158"/>
                </a:lnTo>
                <a:moveTo>
                  <a:pt x="855775" y="883392"/>
                </a:moveTo>
                <a:lnTo>
                  <a:pt x="756261" y="823485"/>
                </a:lnTo>
                <a:moveTo>
                  <a:pt x="1294164" y="940736"/>
                </a:moveTo>
                <a:lnTo>
                  <a:pt x="1220822" y="1004629"/>
                </a:lnTo>
                <a:moveTo>
                  <a:pt x="1296262" y="933315"/>
                </a:moveTo>
                <a:lnTo>
                  <a:pt x="1220822" y="1004629"/>
                </a:lnTo>
                <a:moveTo>
                  <a:pt x="1525693" y="1159829"/>
                </a:moveTo>
                <a:lnTo>
                  <a:pt x="1557886" y="1012752"/>
                </a:lnTo>
                <a:moveTo>
                  <a:pt x="1259028" y="1059807"/>
                </a:moveTo>
                <a:lnTo>
                  <a:pt x="1220822" y="1004629"/>
                </a:lnTo>
                <a:moveTo>
                  <a:pt x="1323389" y="1220911"/>
                </a:moveTo>
                <a:lnTo>
                  <a:pt x="1269021" y="1175185"/>
                </a:lnTo>
                <a:moveTo>
                  <a:pt x="1034783" y="629164"/>
                </a:moveTo>
                <a:lnTo>
                  <a:pt x="1047256" y="550660"/>
                </a:lnTo>
                <a:moveTo>
                  <a:pt x="1296262" y="933315"/>
                </a:moveTo>
                <a:lnTo>
                  <a:pt x="1198920" y="846989"/>
                </a:lnTo>
                <a:moveTo>
                  <a:pt x="1296262" y="933315"/>
                </a:moveTo>
                <a:lnTo>
                  <a:pt x="1202824" y="833487"/>
                </a:lnTo>
                <a:moveTo>
                  <a:pt x="887953" y="765553"/>
                </a:moveTo>
                <a:lnTo>
                  <a:pt x="894342" y="740684"/>
                </a:lnTo>
                <a:moveTo>
                  <a:pt x="1375092" y="627254"/>
                </a:moveTo>
                <a:lnTo>
                  <a:pt x="1407912" y="554442"/>
                </a:lnTo>
                <a:moveTo>
                  <a:pt x="1426580" y="1236093"/>
                </a:moveTo>
                <a:lnTo>
                  <a:pt x="1323389" y="1220911"/>
                </a:lnTo>
                <a:moveTo>
                  <a:pt x="958137" y="908662"/>
                </a:moveTo>
                <a:lnTo>
                  <a:pt x="887953" y="765553"/>
                </a:lnTo>
                <a:moveTo>
                  <a:pt x="1009988" y="630094"/>
                </a:moveTo>
                <a:lnTo>
                  <a:pt x="930374" y="628798"/>
                </a:lnTo>
                <a:moveTo>
                  <a:pt x="1171585" y="561924"/>
                </a:moveTo>
                <a:lnTo>
                  <a:pt x="1103314" y="418750"/>
                </a:lnTo>
                <a:moveTo>
                  <a:pt x="1426580" y="1236093"/>
                </a:moveTo>
                <a:lnTo>
                  <a:pt x="1525693" y="1159829"/>
                </a:lnTo>
                <a:moveTo>
                  <a:pt x="1624502" y="540635"/>
                </a:moveTo>
                <a:lnTo>
                  <a:pt x="1512685" y="586327"/>
                </a:lnTo>
                <a:moveTo>
                  <a:pt x="1034783" y="629164"/>
                </a:moveTo>
                <a:lnTo>
                  <a:pt x="1068321" y="547624"/>
                </a:lnTo>
                <a:moveTo>
                  <a:pt x="821290" y="976458"/>
                </a:moveTo>
                <a:lnTo>
                  <a:pt x="855775" y="883392"/>
                </a:lnTo>
                <a:moveTo>
                  <a:pt x="1509682" y="586906"/>
                </a:moveTo>
                <a:lnTo>
                  <a:pt x="1375092" y="627254"/>
                </a:lnTo>
                <a:moveTo>
                  <a:pt x="1521750" y="943479"/>
                </a:moveTo>
                <a:lnTo>
                  <a:pt x="1517400" y="902134"/>
                </a:lnTo>
                <a:moveTo>
                  <a:pt x="1851910" y="561651"/>
                </a:moveTo>
                <a:lnTo>
                  <a:pt x="1866861" y="507810"/>
                </a:lnTo>
                <a:moveTo>
                  <a:pt x="1272435" y="605570"/>
                </a:moveTo>
                <a:lnTo>
                  <a:pt x="1171585" y="561924"/>
                </a:lnTo>
                <a:moveTo>
                  <a:pt x="1262789" y="637298"/>
                </a:moveTo>
                <a:lnTo>
                  <a:pt x="1272435" y="605570"/>
                </a:lnTo>
                <a:moveTo>
                  <a:pt x="935680" y="977805"/>
                </a:moveTo>
                <a:lnTo>
                  <a:pt x="958137" y="908662"/>
                </a:lnTo>
                <a:moveTo>
                  <a:pt x="982188" y="814014"/>
                </a:moveTo>
                <a:lnTo>
                  <a:pt x="887953" y="765553"/>
                </a:lnTo>
                <a:moveTo>
                  <a:pt x="1617991" y="229154"/>
                </a:moveTo>
                <a:lnTo>
                  <a:pt x="1604074" y="210839"/>
                </a:lnTo>
                <a:moveTo>
                  <a:pt x="1624502" y="540635"/>
                </a:moveTo>
                <a:lnTo>
                  <a:pt x="1509682" y="586906"/>
                </a:lnTo>
                <a:moveTo>
                  <a:pt x="1458400" y="1230495"/>
                </a:moveTo>
                <a:lnTo>
                  <a:pt x="1525693" y="1159829"/>
                </a:lnTo>
                <a:moveTo>
                  <a:pt x="1190191" y="484927"/>
                </a:moveTo>
                <a:lnTo>
                  <a:pt x="1103314" y="418750"/>
                </a:lnTo>
                <a:moveTo>
                  <a:pt x="1235514" y="728266"/>
                </a:moveTo>
                <a:lnTo>
                  <a:pt x="1262789" y="637298"/>
                </a:lnTo>
                <a:moveTo>
                  <a:pt x="998104" y="748922"/>
                </a:moveTo>
                <a:lnTo>
                  <a:pt x="930374" y="628798"/>
                </a:lnTo>
                <a:moveTo>
                  <a:pt x="1272435" y="605570"/>
                </a:moveTo>
                <a:lnTo>
                  <a:pt x="1309350" y="473378"/>
                </a:lnTo>
                <a:moveTo>
                  <a:pt x="983798" y="1214097"/>
                </a:moveTo>
                <a:lnTo>
                  <a:pt x="982444" y="1181807"/>
                </a:lnTo>
                <a:moveTo>
                  <a:pt x="983798" y="1214097"/>
                </a:moveTo>
                <a:lnTo>
                  <a:pt x="986546" y="1182499"/>
                </a:lnTo>
                <a:moveTo>
                  <a:pt x="987431" y="1183263"/>
                </a:moveTo>
                <a:lnTo>
                  <a:pt x="983798" y="1214097"/>
                </a:lnTo>
                <a:moveTo>
                  <a:pt x="1566637" y="1129248"/>
                </a:moveTo>
                <a:lnTo>
                  <a:pt x="1525693" y="1159829"/>
                </a:lnTo>
                <a:moveTo>
                  <a:pt x="983798" y="1214097"/>
                </a:moveTo>
                <a:lnTo>
                  <a:pt x="985434" y="1185176"/>
                </a:lnTo>
                <a:moveTo>
                  <a:pt x="958137" y="908662"/>
                </a:moveTo>
                <a:lnTo>
                  <a:pt x="982188" y="814014"/>
                </a:lnTo>
                <a:moveTo>
                  <a:pt x="958137" y="908662"/>
                </a:moveTo>
                <a:lnTo>
                  <a:pt x="831744" y="981314"/>
                </a:lnTo>
                <a:moveTo>
                  <a:pt x="739708" y="641476"/>
                </a:moveTo>
                <a:lnTo>
                  <a:pt x="785043" y="564397"/>
                </a:lnTo>
                <a:moveTo>
                  <a:pt x="958137" y="908662"/>
                </a:moveTo>
                <a:lnTo>
                  <a:pt x="821290" y="976458"/>
                </a:lnTo>
                <a:moveTo>
                  <a:pt x="756261" y="823485"/>
                </a:moveTo>
                <a:lnTo>
                  <a:pt x="723423" y="793199"/>
                </a:lnTo>
                <a:moveTo>
                  <a:pt x="821290" y="976458"/>
                </a:moveTo>
                <a:lnTo>
                  <a:pt x="756261" y="823485"/>
                </a:lnTo>
                <a:moveTo>
                  <a:pt x="1716561" y="342858"/>
                </a:moveTo>
                <a:lnTo>
                  <a:pt x="1700316" y="306287"/>
                </a:lnTo>
                <a:moveTo>
                  <a:pt x="1851910" y="561651"/>
                </a:moveTo>
                <a:lnTo>
                  <a:pt x="1815719" y="528297"/>
                </a:lnTo>
                <a:moveTo>
                  <a:pt x="1272435" y="605570"/>
                </a:moveTo>
                <a:lnTo>
                  <a:pt x="1143386" y="649433"/>
                </a:lnTo>
                <a:moveTo>
                  <a:pt x="1589104" y="552432"/>
                </a:moveTo>
                <a:lnTo>
                  <a:pt x="1509682" y="586906"/>
                </a:lnTo>
                <a:moveTo>
                  <a:pt x="921683" y="1025678"/>
                </a:moveTo>
                <a:lnTo>
                  <a:pt x="935680" y="977805"/>
                </a:lnTo>
                <a:moveTo>
                  <a:pt x="1309350" y="473378"/>
                </a:moveTo>
                <a:lnTo>
                  <a:pt x="1313457" y="471927"/>
                </a:lnTo>
                <a:moveTo>
                  <a:pt x="1143386" y="649433"/>
                </a:moveTo>
                <a:lnTo>
                  <a:pt x="1171585" y="561924"/>
                </a:lnTo>
                <a:moveTo>
                  <a:pt x="1262789" y="637298"/>
                </a:moveTo>
                <a:lnTo>
                  <a:pt x="1143386" y="649433"/>
                </a:lnTo>
                <a:moveTo>
                  <a:pt x="1866861" y="507810"/>
                </a:moveTo>
                <a:lnTo>
                  <a:pt x="1815719" y="528297"/>
                </a:lnTo>
                <a:moveTo>
                  <a:pt x="1227854" y="1112606"/>
                </a:moveTo>
                <a:lnTo>
                  <a:pt x="1259028" y="1059807"/>
                </a:lnTo>
                <a:moveTo>
                  <a:pt x="1094754" y="408053"/>
                </a:moveTo>
                <a:lnTo>
                  <a:pt x="1031740" y="323489"/>
                </a:lnTo>
                <a:moveTo>
                  <a:pt x="998104" y="748922"/>
                </a:moveTo>
                <a:lnTo>
                  <a:pt x="887953" y="765553"/>
                </a:lnTo>
                <a:moveTo>
                  <a:pt x="1235514" y="728266"/>
                </a:moveTo>
                <a:lnTo>
                  <a:pt x="1143386" y="649433"/>
                </a:lnTo>
                <a:moveTo>
                  <a:pt x="1202824" y="833487"/>
                </a:moveTo>
                <a:lnTo>
                  <a:pt x="1235514" y="728266"/>
                </a:lnTo>
                <a:moveTo>
                  <a:pt x="1017258" y="298780"/>
                </a:moveTo>
                <a:lnTo>
                  <a:pt x="926785" y="241265"/>
                </a:lnTo>
                <a:moveTo>
                  <a:pt x="1272435" y="605570"/>
                </a:moveTo>
                <a:lnTo>
                  <a:pt x="1190191" y="484927"/>
                </a:lnTo>
                <a:moveTo>
                  <a:pt x="1375092" y="627254"/>
                </a:moveTo>
                <a:lnTo>
                  <a:pt x="1272435" y="605570"/>
                </a:lnTo>
                <a:moveTo>
                  <a:pt x="1539443" y="941205"/>
                </a:moveTo>
                <a:lnTo>
                  <a:pt x="1521750" y="943479"/>
                </a:lnTo>
                <a:moveTo>
                  <a:pt x="1425029" y="849185"/>
                </a:moveTo>
                <a:lnTo>
                  <a:pt x="1318154" y="831158"/>
                </a:lnTo>
                <a:moveTo>
                  <a:pt x="935680" y="977805"/>
                </a:moveTo>
                <a:lnTo>
                  <a:pt x="831744" y="981314"/>
                </a:lnTo>
                <a:moveTo>
                  <a:pt x="921683" y="1025678"/>
                </a:moveTo>
                <a:lnTo>
                  <a:pt x="831744" y="981314"/>
                </a:lnTo>
                <a:moveTo>
                  <a:pt x="1171585" y="561924"/>
                </a:moveTo>
                <a:lnTo>
                  <a:pt x="1190191" y="484927"/>
                </a:lnTo>
                <a:moveTo>
                  <a:pt x="1171585" y="561924"/>
                </a:moveTo>
                <a:lnTo>
                  <a:pt x="1100106" y="656414"/>
                </a:lnTo>
                <a:moveTo>
                  <a:pt x="1375092" y="627254"/>
                </a:moveTo>
                <a:lnTo>
                  <a:pt x="1262789" y="637298"/>
                </a:lnTo>
                <a:moveTo>
                  <a:pt x="1171585" y="561924"/>
                </a:moveTo>
                <a:lnTo>
                  <a:pt x="1034783" y="629164"/>
                </a:lnTo>
                <a:moveTo>
                  <a:pt x="1318154" y="831158"/>
                </a:moveTo>
                <a:lnTo>
                  <a:pt x="1202824" y="833487"/>
                </a:lnTo>
                <a:moveTo>
                  <a:pt x="1296262" y="933315"/>
                </a:moveTo>
                <a:lnTo>
                  <a:pt x="1164711" y="936691"/>
                </a:lnTo>
                <a:moveTo>
                  <a:pt x="1737566" y="505472"/>
                </a:moveTo>
                <a:lnTo>
                  <a:pt x="1716561" y="342858"/>
                </a:lnTo>
                <a:moveTo>
                  <a:pt x="1235514" y="728266"/>
                </a:moveTo>
                <a:lnTo>
                  <a:pt x="1185153" y="837732"/>
                </a:lnTo>
                <a:moveTo>
                  <a:pt x="998104" y="748922"/>
                </a:moveTo>
                <a:lnTo>
                  <a:pt x="894342" y="740684"/>
                </a:lnTo>
                <a:moveTo>
                  <a:pt x="1313457" y="471927"/>
                </a:moveTo>
                <a:lnTo>
                  <a:pt x="1311145" y="461117"/>
                </a:lnTo>
                <a:moveTo>
                  <a:pt x="1103314" y="418750"/>
                </a:moveTo>
                <a:lnTo>
                  <a:pt x="1031740" y="323489"/>
                </a:lnTo>
                <a:moveTo>
                  <a:pt x="1235514" y="728266"/>
                </a:moveTo>
                <a:lnTo>
                  <a:pt x="1135692" y="672106"/>
                </a:lnTo>
                <a:moveTo>
                  <a:pt x="1309350" y="473378"/>
                </a:moveTo>
                <a:lnTo>
                  <a:pt x="1311145" y="461117"/>
                </a:lnTo>
                <a:moveTo>
                  <a:pt x="1965432" y="924809"/>
                </a:moveTo>
                <a:lnTo>
                  <a:pt x="1978951" y="904293"/>
                </a:lnTo>
                <a:moveTo>
                  <a:pt x="1566637" y="1129248"/>
                </a:moveTo>
                <a:lnTo>
                  <a:pt x="1557886" y="1012752"/>
                </a:lnTo>
                <a:moveTo>
                  <a:pt x="982444" y="1181807"/>
                </a:moveTo>
                <a:lnTo>
                  <a:pt x="921683" y="1025678"/>
                </a:lnTo>
                <a:moveTo>
                  <a:pt x="785043" y="564397"/>
                </a:moveTo>
                <a:lnTo>
                  <a:pt x="766034" y="492686"/>
                </a:lnTo>
                <a:moveTo>
                  <a:pt x="1309350" y="473378"/>
                </a:moveTo>
                <a:lnTo>
                  <a:pt x="1190191" y="484927"/>
                </a:lnTo>
                <a:moveTo>
                  <a:pt x="1338281" y="748609"/>
                </a:moveTo>
                <a:lnTo>
                  <a:pt x="1262789" y="637298"/>
                </a:lnTo>
                <a:moveTo>
                  <a:pt x="1198920" y="846989"/>
                </a:moveTo>
                <a:lnTo>
                  <a:pt x="1202824" y="833487"/>
                </a:lnTo>
                <a:moveTo>
                  <a:pt x="831744" y="981314"/>
                </a:moveTo>
                <a:lnTo>
                  <a:pt x="821290" y="976458"/>
                </a:lnTo>
                <a:moveTo>
                  <a:pt x="1478887" y="635087"/>
                </a:moveTo>
                <a:lnTo>
                  <a:pt x="1509682" y="586906"/>
                </a:lnTo>
                <a:moveTo>
                  <a:pt x="1034783" y="629164"/>
                </a:moveTo>
                <a:lnTo>
                  <a:pt x="1009988" y="630094"/>
                </a:lnTo>
                <a:moveTo>
                  <a:pt x="1354710" y="691327"/>
                </a:moveTo>
                <a:lnTo>
                  <a:pt x="1262789" y="637298"/>
                </a:lnTo>
                <a:moveTo>
                  <a:pt x="1259028" y="1059807"/>
                </a:moveTo>
                <a:lnTo>
                  <a:pt x="1212453" y="1092504"/>
                </a:lnTo>
                <a:moveTo>
                  <a:pt x="1027139" y="653970"/>
                </a:moveTo>
                <a:lnTo>
                  <a:pt x="1009988" y="630094"/>
                </a:lnTo>
                <a:moveTo>
                  <a:pt x="1458400" y="1230495"/>
                </a:moveTo>
                <a:lnTo>
                  <a:pt x="1426580" y="1236093"/>
                </a:lnTo>
                <a:moveTo>
                  <a:pt x="1338281" y="748609"/>
                </a:moveTo>
                <a:lnTo>
                  <a:pt x="1235514" y="728266"/>
                </a:lnTo>
                <a:moveTo>
                  <a:pt x="1198920" y="846989"/>
                </a:moveTo>
                <a:lnTo>
                  <a:pt x="1185153" y="837732"/>
                </a:lnTo>
                <a:moveTo>
                  <a:pt x="1202824" y="833487"/>
                </a:moveTo>
                <a:lnTo>
                  <a:pt x="1185153" y="837732"/>
                </a:lnTo>
                <a:moveTo>
                  <a:pt x="1323389" y="1220911"/>
                </a:moveTo>
                <a:lnTo>
                  <a:pt x="1295303" y="1265152"/>
                </a:lnTo>
                <a:moveTo>
                  <a:pt x="1579508" y="1079760"/>
                </a:moveTo>
                <a:lnTo>
                  <a:pt x="1557886" y="1012752"/>
                </a:lnTo>
                <a:moveTo>
                  <a:pt x="1135692" y="672106"/>
                </a:moveTo>
                <a:lnTo>
                  <a:pt x="1143386" y="649433"/>
                </a:lnTo>
                <a:moveTo>
                  <a:pt x="1062460" y="910079"/>
                </a:moveTo>
                <a:lnTo>
                  <a:pt x="958137" y="908662"/>
                </a:lnTo>
                <a:moveTo>
                  <a:pt x="1313457" y="471927"/>
                </a:moveTo>
                <a:lnTo>
                  <a:pt x="1373911" y="333104"/>
                </a:lnTo>
                <a:moveTo>
                  <a:pt x="1143386" y="649433"/>
                </a:moveTo>
                <a:lnTo>
                  <a:pt x="1100106" y="656414"/>
                </a:lnTo>
                <a:moveTo>
                  <a:pt x="1318154" y="831158"/>
                </a:moveTo>
                <a:lnTo>
                  <a:pt x="1338281" y="748609"/>
                </a:lnTo>
                <a:moveTo>
                  <a:pt x="1624502" y="540635"/>
                </a:moveTo>
                <a:lnTo>
                  <a:pt x="1737566" y="505472"/>
                </a:lnTo>
                <a:moveTo>
                  <a:pt x="998104" y="748922"/>
                </a:moveTo>
                <a:lnTo>
                  <a:pt x="1009988" y="630094"/>
                </a:lnTo>
                <a:moveTo>
                  <a:pt x="974960" y="1023142"/>
                </a:moveTo>
                <a:lnTo>
                  <a:pt x="935680" y="977805"/>
                </a:lnTo>
                <a:moveTo>
                  <a:pt x="921683" y="1025678"/>
                </a:moveTo>
                <a:lnTo>
                  <a:pt x="974960" y="1023142"/>
                </a:lnTo>
                <a:moveTo>
                  <a:pt x="1235514" y="728266"/>
                </a:moveTo>
                <a:lnTo>
                  <a:pt x="1099531" y="785564"/>
                </a:lnTo>
                <a:moveTo>
                  <a:pt x="986546" y="1182499"/>
                </a:moveTo>
                <a:lnTo>
                  <a:pt x="982444" y="1181807"/>
                </a:lnTo>
                <a:moveTo>
                  <a:pt x="1135692" y="672106"/>
                </a:moveTo>
                <a:lnTo>
                  <a:pt x="1100106" y="656414"/>
                </a:lnTo>
                <a:moveTo>
                  <a:pt x="987431" y="1183263"/>
                </a:moveTo>
                <a:lnTo>
                  <a:pt x="986546" y="1182499"/>
                </a:lnTo>
                <a:moveTo>
                  <a:pt x="1100106" y="656414"/>
                </a:moveTo>
                <a:lnTo>
                  <a:pt x="1034783" y="629164"/>
                </a:lnTo>
                <a:moveTo>
                  <a:pt x="1855314" y="520257"/>
                </a:moveTo>
                <a:lnTo>
                  <a:pt x="1866861" y="507810"/>
                </a:lnTo>
                <a:moveTo>
                  <a:pt x="1691106" y="303294"/>
                </a:moveTo>
                <a:lnTo>
                  <a:pt x="1700316" y="306287"/>
                </a:lnTo>
                <a:moveTo>
                  <a:pt x="985434" y="1185176"/>
                </a:moveTo>
                <a:lnTo>
                  <a:pt x="982444" y="1181807"/>
                </a:lnTo>
                <a:moveTo>
                  <a:pt x="1338281" y="748609"/>
                </a:moveTo>
                <a:lnTo>
                  <a:pt x="1202824" y="833487"/>
                </a:lnTo>
                <a:moveTo>
                  <a:pt x="987431" y="1183263"/>
                </a:moveTo>
                <a:lnTo>
                  <a:pt x="985434" y="1185176"/>
                </a:lnTo>
                <a:moveTo>
                  <a:pt x="1135692" y="672106"/>
                </a:moveTo>
                <a:lnTo>
                  <a:pt x="1027139" y="653970"/>
                </a:lnTo>
                <a:moveTo>
                  <a:pt x="982188" y="814014"/>
                </a:moveTo>
                <a:lnTo>
                  <a:pt x="998104" y="748922"/>
                </a:lnTo>
                <a:moveTo>
                  <a:pt x="1027139" y="653970"/>
                </a:moveTo>
                <a:lnTo>
                  <a:pt x="1100106" y="656414"/>
                </a:lnTo>
                <a:moveTo>
                  <a:pt x="723423" y="793199"/>
                </a:moveTo>
                <a:lnTo>
                  <a:pt x="739708" y="641476"/>
                </a:lnTo>
                <a:moveTo>
                  <a:pt x="1027139" y="653970"/>
                </a:moveTo>
                <a:lnTo>
                  <a:pt x="1034783" y="629164"/>
                </a:lnTo>
                <a:moveTo>
                  <a:pt x="1398599" y="1291795"/>
                </a:moveTo>
                <a:lnTo>
                  <a:pt x="1323389" y="1220911"/>
                </a:lnTo>
                <a:moveTo>
                  <a:pt x="886668" y="1125194"/>
                </a:moveTo>
                <a:lnTo>
                  <a:pt x="921683" y="1025678"/>
                </a:lnTo>
                <a:moveTo>
                  <a:pt x="1700316" y="306287"/>
                </a:moveTo>
                <a:lnTo>
                  <a:pt x="1604074" y="210839"/>
                </a:lnTo>
                <a:moveTo>
                  <a:pt x="756261" y="823485"/>
                </a:moveTo>
                <a:lnTo>
                  <a:pt x="737554" y="852316"/>
                </a:lnTo>
                <a:moveTo>
                  <a:pt x="1978951" y="904293"/>
                </a:moveTo>
                <a:lnTo>
                  <a:pt x="1885911" y="952075"/>
                </a:lnTo>
                <a:moveTo>
                  <a:pt x="1099531" y="785564"/>
                </a:moveTo>
                <a:lnTo>
                  <a:pt x="982188" y="814014"/>
                </a:lnTo>
                <a:moveTo>
                  <a:pt x="1135692" y="672106"/>
                </a:moveTo>
                <a:lnTo>
                  <a:pt x="998104" y="748922"/>
                </a:lnTo>
                <a:moveTo>
                  <a:pt x="1078181" y="858239"/>
                </a:moveTo>
                <a:lnTo>
                  <a:pt x="982188" y="814014"/>
                </a:lnTo>
                <a:moveTo>
                  <a:pt x="1354710" y="691327"/>
                </a:moveTo>
                <a:lnTo>
                  <a:pt x="1375092" y="627254"/>
                </a:lnTo>
                <a:moveTo>
                  <a:pt x="1198920" y="846989"/>
                </a:moveTo>
                <a:lnTo>
                  <a:pt x="1078181" y="858239"/>
                </a:lnTo>
                <a:moveTo>
                  <a:pt x="1269021" y="1175185"/>
                </a:moveTo>
                <a:lnTo>
                  <a:pt x="1227854" y="1112606"/>
                </a:lnTo>
                <a:moveTo>
                  <a:pt x="1851910" y="561651"/>
                </a:moveTo>
                <a:lnTo>
                  <a:pt x="1831795" y="592236"/>
                </a:lnTo>
                <a:moveTo>
                  <a:pt x="998104" y="748922"/>
                </a:moveTo>
                <a:lnTo>
                  <a:pt x="1027139" y="653970"/>
                </a:lnTo>
                <a:moveTo>
                  <a:pt x="1062460" y="910079"/>
                </a:moveTo>
                <a:lnTo>
                  <a:pt x="982188" y="814014"/>
                </a:lnTo>
                <a:moveTo>
                  <a:pt x="1026554" y="1020423"/>
                </a:moveTo>
                <a:lnTo>
                  <a:pt x="958137" y="908662"/>
                </a:lnTo>
                <a:moveTo>
                  <a:pt x="1198920" y="846989"/>
                </a:moveTo>
                <a:lnTo>
                  <a:pt x="1062460" y="910079"/>
                </a:lnTo>
                <a:moveTo>
                  <a:pt x="1185153" y="837732"/>
                </a:moveTo>
                <a:lnTo>
                  <a:pt x="1099531" y="785564"/>
                </a:lnTo>
                <a:moveTo>
                  <a:pt x="1517400" y="902134"/>
                </a:moveTo>
                <a:lnTo>
                  <a:pt x="1425029" y="849185"/>
                </a:lnTo>
                <a:moveTo>
                  <a:pt x="1078181" y="858239"/>
                </a:moveTo>
                <a:lnTo>
                  <a:pt x="1185153" y="837732"/>
                </a:lnTo>
                <a:moveTo>
                  <a:pt x="1099531" y="785564"/>
                </a:moveTo>
                <a:lnTo>
                  <a:pt x="1135692" y="672106"/>
                </a:lnTo>
                <a:moveTo>
                  <a:pt x="1295303" y="1265152"/>
                </a:moveTo>
                <a:lnTo>
                  <a:pt x="1269021" y="1175185"/>
                </a:lnTo>
                <a:moveTo>
                  <a:pt x="1855314" y="520257"/>
                </a:moveTo>
                <a:lnTo>
                  <a:pt x="1815719" y="528297"/>
                </a:lnTo>
                <a:moveTo>
                  <a:pt x="1338281" y="748609"/>
                </a:moveTo>
                <a:lnTo>
                  <a:pt x="1354710" y="691327"/>
                </a:lnTo>
                <a:moveTo>
                  <a:pt x="982444" y="1181807"/>
                </a:moveTo>
                <a:lnTo>
                  <a:pt x="886668" y="1125194"/>
                </a:lnTo>
                <a:moveTo>
                  <a:pt x="985434" y="1185176"/>
                </a:moveTo>
                <a:lnTo>
                  <a:pt x="886668" y="1125194"/>
                </a:lnTo>
                <a:moveTo>
                  <a:pt x="1557886" y="1012752"/>
                </a:moveTo>
                <a:lnTo>
                  <a:pt x="1539443" y="941205"/>
                </a:lnTo>
                <a:moveTo>
                  <a:pt x="1716561" y="342858"/>
                </a:moveTo>
                <a:lnTo>
                  <a:pt x="1691106" y="303294"/>
                </a:lnTo>
                <a:moveTo>
                  <a:pt x="737554" y="852316"/>
                </a:moveTo>
                <a:lnTo>
                  <a:pt x="723423" y="793199"/>
                </a:lnTo>
                <a:moveTo>
                  <a:pt x="1031740" y="323489"/>
                </a:moveTo>
                <a:lnTo>
                  <a:pt x="1017258" y="298780"/>
                </a:lnTo>
                <a:moveTo>
                  <a:pt x="1220822" y="1004629"/>
                </a:moveTo>
                <a:lnTo>
                  <a:pt x="1164711" y="936691"/>
                </a:lnTo>
                <a:moveTo>
                  <a:pt x="1313457" y="471927"/>
                </a:moveTo>
                <a:lnTo>
                  <a:pt x="1327153" y="378695"/>
                </a:lnTo>
                <a:moveTo>
                  <a:pt x="1026554" y="1020423"/>
                </a:moveTo>
                <a:lnTo>
                  <a:pt x="935680" y="977805"/>
                </a:lnTo>
                <a:moveTo>
                  <a:pt x="1099531" y="785564"/>
                </a:moveTo>
                <a:lnTo>
                  <a:pt x="998104" y="748922"/>
                </a:lnTo>
                <a:moveTo>
                  <a:pt x="1103314" y="418750"/>
                </a:moveTo>
                <a:lnTo>
                  <a:pt x="1091122" y="396286"/>
                </a:lnTo>
                <a:moveTo>
                  <a:pt x="1012466" y="1068274"/>
                </a:moveTo>
                <a:lnTo>
                  <a:pt x="921683" y="1025678"/>
                </a:lnTo>
                <a:moveTo>
                  <a:pt x="1441593" y="762327"/>
                </a:moveTo>
                <a:lnTo>
                  <a:pt x="1318154" y="831158"/>
                </a:lnTo>
                <a:moveTo>
                  <a:pt x="1566637" y="1129248"/>
                </a:moveTo>
                <a:lnTo>
                  <a:pt x="1579508" y="1079760"/>
                </a:lnTo>
                <a:moveTo>
                  <a:pt x="1533746" y="1202928"/>
                </a:moveTo>
                <a:lnTo>
                  <a:pt x="1525693" y="1159829"/>
                </a:lnTo>
                <a:moveTo>
                  <a:pt x="742091" y="888970"/>
                </a:moveTo>
                <a:lnTo>
                  <a:pt x="756261" y="823485"/>
                </a:lnTo>
                <a:moveTo>
                  <a:pt x="1700316" y="306287"/>
                </a:moveTo>
                <a:lnTo>
                  <a:pt x="1622482" y="249222"/>
                </a:lnTo>
                <a:moveTo>
                  <a:pt x="1831795" y="592236"/>
                </a:moveTo>
                <a:lnTo>
                  <a:pt x="1815719" y="528297"/>
                </a:lnTo>
                <a:moveTo>
                  <a:pt x="1164711" y="936691"/>
                </a:moveTo>
                <a:lnTo>
                  <a:pt x="1198920" y="846989"/>
                </a:lnTo>
                <a:moveTo>
                  <a:pt x="1425029" y="849185"/>
                </a:moveTo>
                <a:lnTo>
                  <a:pt x="1441593" y="762327"/>
                </a:lnTo>
                <a:moveTo>
                  <a:pt x="1078181" y="858239"/>
                </a:moveTo>
                <a:lnTo>
                  <a:pt x="1099531" y="785564"/>
                </a:lnTo>
                <a:moveTo>
                  <a:pt x="1212453" y="1092504"/>
                </a:moveTo>
                <a:lnTo>
                  <a:pt x="1220822" y="1004629"/>
                </a:lnTo>
                <a:moveTo>
                  <a:pt x="1426580" y="1236093"/>
                </a:moveTo>
                <a:lnTo>
                  <a:pt x="1398599" y="1291795"/>
                </a:lnTo>
                <a:moveTo>
                  <a:pt x="1624502" y="540635"/>
                </a:moveTo>
                <a:lnTo>
                  <a:pt x="1589104" y="552432"/>
                </a:lnTo>
                <a:moveTo>
                  <a:pt x="1062460" y="910079"/>
                </a:moveTo>
                <a:lnTo>
                  <a:pt x="1078181" y="858239"/>
                </a:lnTo>
                <a:moveTo>
                  <a:pt x="1311145" y="461117"/>
                </a:moveTo>
                <a:lnTo>
                  <a:pt x="1327153" y="378695"/>
                </a:lnTo>
                <a:moveTo>
                  <a:pt x="1737566" y="505472"/>
                </a:moveTo>
                <a:lnTo>
                  <a:pt x="1702411" y="429045"/>
                </a:lnTo>
                <a:moveTo>
                  <a:pt x="739708" y="641476"/>
                </a:moveTo>
                <a:lnTo>
                  <a:pt x="766034" y="492686"/>
                </a:lnTo>
                <a:moveTo>
                  <a:pt x="1010868" y="302502"/>
                </a:moveTo>
                <a:lnTo>
                  <a:pt x="1017258" y="298780"/>
                </a:lnTo>
                <a:moveTo>
                  <a:pt x="1478887" y="635087"/>
                </a:moveTo>
                <a:lnTo>
                  <a:pt x="1375092" y="627254"/>
                </a:lnTo>
                <a:moveTo>
                  <a:pt x="1012466" y="1068274"/>
                </a:moveTo>
                <a:lnTo>
                  <a:pt x="982444" y="1181807"/>
                </a:lnTo>
                <a:moveTo>
                  <a:pt x="1543155" y="797320"/>
                </a:moveTo>
                <a:lnTo>
                  <a:pt x="1425029" y="849185"/>
                </a:lnTo>
                <a:moveTo>
                  <a:pt x="986546" y="1182499"/>
                </a:moveTo>
                <a:lnTo>
                  <a:pt x="1012466" y="1068274"/>
                </a:lnTo>
                <a:moveTo>
                  <a:pt x="921683" y="1025678"/>
                </a:moveTo>
                <a:lnTo>
                  <a:pt x="869132" y="1082553"/>
                </a:lnTo>
                <a:moveTo>
                  <a:pt x="1965432" y="924809"/>
                </a:moveTo>
                <a:lnTo>
                  <a:pt x="1885911" y="952075"/>
                </a:lnTo>
                <a:moveTo>
                  <a:pt x="1441593" y="762327"/>
                </a:moveTo>
                <a:lnTo>
                  <a:pt x="1338281" y="748609"/>
                </a:lnTo>
                <a:moveTo>
                  <a:pt x="1596001" y="1114203"/>
                </a:moveTo>
                <a:lnTo>
                  <a:pt x="1566637" y="1129248"/>
                </a:lnTo>
                <a:moveTo>
                  <a:pt x="1327153" y="378695"/>
                </a:moveTo>
                <a:lnTo>
                  <a:pt x="1373911" y="333104"/>
                </a:lnTo>
                <a:moveTo>
                  <a:pt x="821290" y="976458"/>
                </a:moveTo>
                <a:lnTo>
                  <a:pt x="742091" y="888970"/>
                </a:lnTo>
                <a:moveTo>
                  <a:pt x="1702411" y="429045"/>
                </a:moveTo>
                <a:lnTo>
                  <a:pt x="1716561" y="342858"/>
                </a:lnTo>
                <a:moveTo>
                  <a:pt x="1478887" y="635087"/>
                </a:moveTo>
                <a:lnTo>
                  <a:pt x="1354710" y="691327"/>
                </a:lnTo>
                <a:moveTo>
                  <a:pt x="1441593" y="762327"/>
                </a:moveTo>
                <a:lnTo>
                  <a:pt x="1354710" y="691327"/>
                </a:lnTo>
                <a:moveTo>
                  <a:pt x="1604074" y="210839"/>
                </a:moveTo>
                <a:lnTo>
                  <a:pt x="1488370" y="228577"/>
                </a:lnTo>
                <a:moveTo>
                  <a:pt x="869132" y="1082553"/>
                </a:moveTo>
                <a:lnTo>
                  <a:pt x="831744" y="981314"/>
                </a:lnTo>
                <a:moveTo>
                  <a:pt x="1311145" y="461117"/>
                </a:moveTo>
                <a:lnTo>
                  <a:pt x="1288250" y="398405"/>
                </a:lnTo>
                <a:moveTo>
                  <a:pt x="1444467" y="750568"/>
                </a:moveTo>
                <a:lnTo>
                  <a:pt x="1354710" y="691327"/>
                </a:lnTo>
                <a:moveTo>
                  <a:pt x="1026554" y="1020423"/>
                </a:moveTo>
                <a:lnTo>
                  <a:pt x="974960" y="1023142"/>
                </a:lnTo>
                <a:moveTo>
                  <a:pt x="1012466" y="1068274"/>
                </a:moveTo>
                <a:lnTo>
                  <a:pt x="974960" y="1023142"/>
                </a:lnTo>
                <a:moveTo>
                  <a:pt x="1031740" y="323489"/>
                </a:moveTo>
                <a:lnTo>
                  <a:pt x="1010868" y="302502"/>
                </a:lnTo>
                <a:moveTo>
                  <a:pt x="1309350" y="473378"/>
                </a:moveTo>
                <a:lnTo>
                  <a:pt x="1199253" y="411288"/>
                </a:lnTo>
                <a:moveTo>
                  <a:pt x="1458400" y="1230495"/>
                </a:moveTo>
                <a:lnTo>
                  <a:pt x="1398599" y="1291795"/>
                </a:lnTo>
                <a:moveTo>
                  <a:pt x="1596001" y="1114203"/>
                </a:moveTo>
                <a:lnTo>
                  <a:pt x="1579508" y="1079760"/>
                </a:lnTo>
                <a:moveTo>
                  <a:pt x="1164711" y="936691"/>
                </a:moveTo>
                <a:lnTo>
                  <a:pt x="1062460" y="910079"/>
                </a:lnTo>
                <a:moveTo>
                  <a:pt x="1831795" y="592236"/>
                </a:moveTo>
                <a:lnTo>
                  <a:pt x="1855314" y="520257"/>
                </a:lnTo>
                <a:moveTo>
                  <a:pt x="1737566" y="505472"/>
                </a:moveTo>
                <a:lnTo>
                  <a:pt x="1638207" y="455818"/>
                </a:lnTo>
                <a:moveTo>
                  <a:pt x="723423" y="793199"/>
                </a:moveTo>
                <a:lnTo>
                  <a:pt x="719634" y="725932"/>
                </a:lnTo>
                <a:moveTo>
                  <a:pt x="1026554" y="1020423"/>
                </a:moveTo>
                <a:lnTo>
                  <a:pt x="1062460" y="910079"/>
                </a:lnTo>
                <a:moveTo>
                  <a:pt x="1478887" y="635087"/>
                </a:moveTo>
                <a:lnTo>
                  <a:pt x="1589104" y="552432"/>
                </a:lnTo>
                <a:moveTo>
                  <a:pt x="1311145" y="461117"/>
                </a:moveTo>
                <a:lnTo>
                  <a:pt x="1199253" y="411288"/>
                </a:lnTo>
                <a:moveTo>
                  <a:pt x="1190191" y="484927"/>
                </a:moveTo>
                <a:lnTo>
                  <a:pt x="1091122" y="396286"/>
                </a:lnTo>
                <a:moveTo>
                  <a:pt x="1554878" y="229477"/>
                </a:moveTo>
                <a:lnTo>
                  <a:pt x="1488370" y="228577"/>
                </a:lnTo>
                <a:moveTo>
                  <a:pt x="1295303" y="1265152"/>
                </a:moveTo>
                <a:lnTo>
                  <a:pt x="1227854" y="1112606"/>
                </a:lnTo>
                <a:moveTo>
                  <a:pt x="1539443" y="941205"/>
                </a:moveTo>
                <a:lnTo>
                  <a:pt x="1517400" y="902134"/>
                </a:lnTo>
                <a:moveTo>
                  <a:pt x="1190191" y="484927"/>
                </a:moveTo>
                <a:lnTo>
                  <a:pt x="1199253" y="411288"/>
                </a:lnTo>
                <a:moveTo>
                  <a:pt x="1517400" y="902134"/>
                </a:moveTo>
                <a:lnTo>
                  <a:pt x="1543155" y="797320"/>
                </a:lnTo>
                <a:moveTo>
                  <a:pt x="886668" y="1125194"/>
                </a:moveTo>
                <a:lnTo>
                  <a:pt x="869132" y="1082553"/>
                </a:lnTo>
                <a:moveTo>
                  <a:pt x="1227854" y="1112606"/>
                </a:moveTo>
                <a:lnTo>
                  <a:pt x="1212453" y="1092504"/>
                </a:lnTo>
                <a:moveTo>
                  <a:pt x="719634" y="725932"/>
                </a:moveTo>
                <a:lnTo>
                  <a:pt x="739708" y="641476"/>
                </a:lnTo>
                <a:moveTo>
                  <a:pt x="1533746" y="1202928"/>
                </a:moveTo>
                <a:lnTo>
                  <a:pt x="1458400" y="1230495"/>
                </a:lnTo>
                <a:moveTo>
                  <a:pt x="1164711" y="936691"/>
                </a:moveTo>
                <a:lnTo>
                  <a:pt x="1026554" y="1020423"/>
                </a:lnTo>
                <a:moveTo>
                  <a:pt x="1395480" y="1287987"/>
                </a:moveTo>
                <a:lnTo>
                  <a:pt x="1458400" y="1230495"/>
                </a:lnTo>
                <a:moveTo>
                  <a:pt x="1948376" y="949797"/>
                </a:moveTo>
                <a:lnTo>
                  <a:pt x="1965432" y="924809"/>
                </a:lnTo>
                <a:moveTo>
                  <a:pt x="1604074" y="210839"/>
                </a:moveTo>
                <a:lnTo>
                  <a:pt x="1554878" y="229477"/>
                </a:lnTo>
                <a:moveTo>
                  <a:pt x="1533746" y="1202928"/>
                </a:moveTo>
                <a:lnTo>
                  <a:pt x="1566637" y="1129248"/>
                </a:lnTo>
                <a:moveTo>
                  <a:pt x="1778646" y="772016"/>
                </a:moveTo>
                <a:lnTo>
                  <a:pt x="1781959" y="759712"/>
                </a:lnTo>
                <a:moveTo>
                  <a:pt x="1012466" y="1068274"/>
                </a:moveTo>
                <a:lnTo>
                  <a:pt x="1026554" y="1020423"/>
                </a:lnTo>
                <a:moveTo>
                  <a:pt x="1702411" y="429045"/>
                </a:moveTo>
                <a:lnTo>
                  <a:pt x="1691106" y="303294"/>
                </a:lnTo>
                <a:moveTo>
                  <a:pt x="1444467" y="750568"/>
                </a:moveTo>
                <a:lnTo>
                  <a:pt x="1478887" y="635087"/>
                </a:lnTo>
                <a:moveTo>
                  <a:pt x="1563958" y="1038684"/>
                </a:moveTo>
                <a:lnTo>
                  <a:pt x="1557886" y="1012752"/>
                </a:lnTo>
                <a:moveTo>
                  <a:pt x="1441593" y="762327"/>
                </a:moveTo>
                <a:lnTo>
                  <a:pt x="1444467" y="750568"/>
                </a:lnTo>
                <a:moveTo>
                  <a:pt x="1091122" y="396286"/>
                </a:moveTo>
                <a:lnTo>
                  <a:pt x="1031740" y="323489"/>
                </a:lnTo>
                <a:moveTo>
                  <a:pt x="1691106" y="303294"/>
                </a:moveTo>
                <a:lnTo>
                  <a:pt x="1622482" y="249222"/>
                </a:lnTo>
                <a:moveTo>
                  <a:pt x="1074463" y="1142522"/>
                </a:moveTo>
                <a:lnTo>
                  <a:pt x="986546" y="1182499"/>
                </a:lnTo>
                <a:moveTo>
                  <a:pt x="742091" y="888970"/>
                </a:moveTo>
                <a:lnTo>
                  <a:pt x="737554" y="852316"/>
                </a:lnTo>
                <a:moveTo>
                  <a:pt x="987431" y="1183263"/>
                </a:moveTo>
                <a:lnTo>
                  <a:pt x="1074463" y="1142522"/>
                </a:lnTo>
                <a:moveTo>
                  <a:pt x="1398599" y="1291795"/>
                </a:moveTo>
                <a:lnTo>
                  <a:pt x="1295303" y="1265152"/>
                </a:lnTo>
                <a:moveTo>
                  <a:pt x="1624502" y="540635"/>
                </a:moveTo>
                <a:lnTo>
                  <a:pt x="1638207" y="455818"/>
                </a:lnTo>
                <a:moveTo>
                  <a:pt x="1455467" y="302405"/>
                </a:moveTo>
                <a:lnTo>
                  <a:pt x="1373911" y="333104"/>
                </a:lnTo>
                <a:moveTo>
                  <a:pt x="1778646" y="772016"/>
                </a:moveTo>
                <a:lnTo>
                  <a:pt x="1662500" y="776309"/>
                </a:lnTo>
                <a:moveTo>
                  <a:pt x="1543155" y="797320"/>
                </a:moveTo>
                <a:lnTo>
                  <a:pt x="1441593" y="762327"/>
                </a:lnTo>
                <a:moveTo>
                  <a:pt x="1622482" y="249222"/>
                </a:moveTo>
                <a:lnTo>
                  <a:pt x="1604074" y="210839"/>
                </a:lnTo>
                <a:moveTo>
                  <a:pt x="1781959" y="759712"/>
                </a:moveTo>
                <a:lnTo>
                  <a:pt x="1662500" y="776309"/>
                </a:lnTo>
                <a:moveTo>
                  <a:pt x="1543155" y="797320"/>
                </a:moveTo>
                <a:lnTo>
                  <a:pt x="1444467" y="750568"/>
                </a:lnTo>
                <a:moveTo>
                  <a:pt x="1227854" y="1112606"/>
                </a:moveTo>
                <a:lnTo>
                  <a:pt x="1219912" y="1119504"/>
                </a:lnTo>
                <a:moveTo>
                  <a:pt x="1327153" y="378695"/>
                </a:moveTo>
                <a:lnTo>
                  <a:pt x="1288250" y="398405"/>
                </a:lnTo>
                <a:moveTo>
                  <a:pt x="1548820" y="774667"/>
                </a:moveTo>
                <a:lnTo>
                  <a:pt x="1444467" y="750568"/>
                </a:lnTo>
                <a:moveTo>
                  <a:pt x="1638207" y="455818"/>
                </a:moveTo>
                <a:lnTo>
                  <a:pt x="1589104" y="552432"/>
                </a:lnTo>
                <a:moveTo>
                  <a:pt x="737554" y="852316"/>
                </a:moveTo>
                <a:lnTo>
                  <a:pt x="719634" y="725932"/>
                </a:lnTo>
                <a:moveTo>
                  <a:pt x="1455467" y="302405"/>
                </a:moveTo>
                <a:lnTo>
                  <a:pt x="1488370" y="228577"/>
                </a:lnTo>
                <a:moveTo>
                  <a:pt x="1091122" y="396286"/>
                </a:moveTo>
                <a:lnTo>
                  <a:pt x="1010868" y="302502"/>
                </a:lnTo>
                <a:moveTo>
                  <a:pt x="1571819" y="1066223"/>
                </a:moveTo>
                <a:lnTo>
                  <a:pt x="1579508" y="1079760"/>
                </a:lnTo>
                <a:moveTo>
                  <a:pt x="739708" y="641476"/>
                </a:moveTo>
                <a:lnTo>
                  <a:pt x="783270" y="588038"/>
                </a:lnTo>
                <a:moveTo>
                  <a:pt x="956128" y="1224269"/>
                </a:moveTo>
                <a:lnTo>
                  <a:pt x="987431" y="1183263"/>
                </a:lnTo>
                <a:moveTo>
                  <a:pt x="821290" y="976458"/>
                </a:moveTo>
                <a:lnTo>
                  <a:pt x="802095" y="972265"/>
                </a:lnTo>
                <a:moveTo>
                  <a:pt x="1948376" y="949797"/>
                </a:moveTo>
                <a:lnTo>
                  <a:pt x="1885911" y="952075"/>
                </a:lnTo>
                <a:moveTo>
                  <a:pt x="1560732" y="634465"/>
                </a:moveTo>
                <a:lnTo>
                  <a:pt x="1589104" y="552432"/>
                </a:lnTo>
                <a:moveTo>
                  <a:pt x="956128" y="1224269"/>
                </a:moveTo>
                <a:lnTo>
                  <a:pt x="985434" y="1185176"/>
                </a:lnTo>
                <a:moveTo>
                  <a:pt x="1932045" y="1005189"/>
                </a:moveTo>
                <a:lnTo>
                  <a:pt x="1885911" y="952075"/>
                </a:lnTo>
                <a:moveTo>
                  <a:pt x="1644506" y="834885"/>
                </a:moveTo>
                <a:lnTo>
                  <a:pt x="1543155" y="797320"/>
                </a:lnTo>
                <a:moveTo>
                  <a:pt x="1543155" y="797320"/>
                </a:moveTo>
                <a:lnTo>
                  <a:pt x="1548820" y="774667"/>
                </a:lnTo>
                <a:moveTo>
                  <a:pt x="1644506" y="834885"/>
                </a:moveTo>
                <a:lnTo>
                  <a:pt x="1662500" y="776309"/>
                </a:lnTo>
                <a:moveTo>
                  <a:pt x="1662500" y="776309"/>
                </a:moveTo>
                <a:lnTo>
                  <a:pt x="1548820" y="774667"/>
                </a:lnTo>
                <a:moveTo>
                  <a:pt x="1183635" y="1017927"/>
                </a:moveTo>
                <a:lnTo>
                  <a:pt x="1220822" y="1004629"/>
                </a:lnTo>
                <a:moveTo>
                  <a:pt x="1781959" y="759712"/>
                </a:moveTo>
                <a:lnTo>
                  <a:pt x="1815614" y="631193"/>
                </a:lnTo>
                <a:moveTo>
                  <a:pt x="1746393" y="865925"/>
                </a:moveTo>
                <a:lnTo>
                  <a:pt x="1778646" y="772016"/>
                </a:lnTo>
                <a:moveTo>
                  <a:pt x="1644506" y="834885"/>
                </a:moveTo>
                <a:lnTo>
                  <a:pt x="1548820" y="774667"/>
                </a:lnTo>
                <a:moveTo>
                  <a:pt x="1294841" y="1241762"/>
                </a:moveTo>
                <a:lnTo>
                  <a:pt x="1227854" y="1112606"/>
                </a:lnTo>
                <a:moveTo>
                  <a:pt x="1219912" y="1119504"/>
                </a:moveTo>
                <a:lnTo>
                  <a:pt x="1212453" y="1092504"/>
                </a:lnTo>
                <a:moveTo>
                  <a:pt x="1533746" y="1202928"/>
                </a:moveTo>
                <a:lnTo>
                  <a:pt x="1596001" y="1114203"/>
                </a:lnTo>
                <a:moveTo>
                  <a:pt x="1746393" y="865925"/>
                </a:moveTo>
                <a:lnTo>
                  <a:pt x="1662500" y="776309"/>
                </a:lnTo>
                <a:moveTo>
                  <a:pt x="1294841" y="1241762"/>
                </a:moveTo>
                <a:lnTo>
                  <a:pt x="1295303" y="1265152"/>
                </a:lnTo>
                <a:moveTo>
                  <a:pt x="1589104" y="552432"/>
                </a:moveTo>
                <a:lnTo>
                  <a:pt x="1570723" y="480903"/>
                </a:lnTo>
                <a:moveTo>
                  <a:pt x="783270" y="588038"/>
                </a:moveTo>
                <a:lnTo>
                  <a:pt x="766034" y="492686"/>
                </a:lnTo>
                <a:moveTo>
                  <a:pt x="1560732" y="634465"/>
                </a:moveTo>
                <a:lnTo>
                  <a:pt x="1478887" y="635087"/>
                </a:lnTo>
                <a:moveTo>
                  <a:pt x="956128" y="1224269"/>
                </a:moveTo>
                <a:lnTo>
                  <a:pt x="886668" y="1125194"/>
                </a:lnTo>
                <a:moveTo>
                  <a:pt x="886668" y="1125194"/>
                </a:moveTo>
                <a:lnTo>
                  <a:pt x="865565" y="1146614"/>
                </a:lnTo>
                <a:moveTo>
                  <a:pt x="1746393" y="865925"/>
                </a:moveTo>
                <a:lnTo>
                  <a:pt x="1644506" y="834885"/>
                </a:lnTo>
                <a:moveTo>
                  <a:pt x="1781959" y="759712"/>
                </a:moveTo>
                <a:lnTo>
                  <a:pt x="1683646" y="685196"/>
                </a:lnTo>
                <a:moveTo>
                  <a:pt x="1455467" y="302405"/>
                </a:moveTo>
                <a:lnTo>
                  <a:pt x="1327153" y="378695"/>
                </a:lnTo>
                <a:moveTo>
                  <a:pt x="1596001" y="1114203"/>
                </a:moveTo>
                <a:lnTo>
                  <a:pt x="1571819" y="1066223"/>
                </a:lnTo>
                <a:moveTo>
                  <a:pt x="1395480" y="1287987"/>
                </a:moveTo>
                <a:lnTo>
                  <a:pt x="1398599" y="1291795"/>
                </a:lnTo>
                <a:moveTo>
                  <a:pt x="1444467" y="750568"/>
                </a:moveTo>
                <a:lnTo>
                  <a:pt x="1560732" y="634465"/>
                </a:lnTo>
                <a:moveTo>
                  <a:pt x="856379" y="1012668"/>
                </a:moveTo>
                <a:lnTo>
                  <a:pt x="831744" y="981314"/>
                </a:lnTo>
                <a:moveTo>
                  <a:pt x="856379" y="1012668"/>
                </a:moveTo>
                <a:lnTo>
                  <a:pt x="821290" y="976458"/>
                </a:lnTo>
                <a:moveTo>
                  <a:pt x="1288250" y="398405"/>
                </a:moveTo>
                <a:lnTo>
                  <a:pt x="1199253" y="411288"/>
                </a:lnTo>
                <a:moveTo>
                  <a:pt x="1658616" y="372094"/>
                </a:moveTo>
                <a:lnTo>
                  <a:pt x="1691106" y="303294"/>
                </a:lnTo>
                <a:moveTo>
                  <a:pt x="1579508" y="1079760"/>
                </a:moveTo>
                <a:lnTo>
                  <a:pt x="1563958" y="1038684"/>
                </a:lnTo>
                <a:moveTo>
                  <a:pt x="1398599" y="1291795"/>
                </a:moveTo>
                <a:lnTo>
                  <a:pt x="1294841" y="1241762"/>
                </a:lnTo>
                <a:moveTo>
                  <a:pt x="1074463" y="1142522"/>
                </a:moveTo>
                <a:lnTo>
                  <a:pt x="1012466" y="1068274"/>
                </a:lnTo>
                <a:moveTo>
                  <a:pt x="1662500" y="776309"/>
                </a:moveTo>
                <a:lnTo>
                  <a:pt x="1683646" y="685196"/>
                </a:lnTo>
                <a:moveTo>
                  <a:pt x="1638207" y="455818"/>
                </a:moveTo>
                <a:lnTo>
                  <a:pt x="1702411" y="429045"/>
                </a:lnTo>
                <a:moveTo>
                  <a:pt x="1455467" y="302405"/>
                </a:moveTo>
                <a:lnTo>
                  <a:pt x="1554878" y="229477"/>
                </a:lnTo>
                <a:moveTo>
                  <a:pt x="1610898" y="917286"/>
                </a:moveTo>
                <a:lnTo>
                  <a:pt x="1517400" y="902134"/>
                </a:lnTo>
                <a:moveTo>
                  <a:pt x="1580046" y="647666"/>
                </a:moveTo>
                <a:lnTo>
                  <a:pt x="1444467" y="750568"/>
                </a:lnTo>
                <a:moveTo>
                  <a:pt x="1781959" y="759712"/>
                </a:moveTo>
                <a:lnTo>
                  <a:pt x="1689082" y="660492"/>
                </a:lnTo>
                <a:moveTo>
                  <a:pt x="983798" y="1206361"/>
                </a:moveTo>
                <a:lnTo>
                  <a:pt x="987431" y="1183263"/>
                </a:lnTo>
                <a:moveTo>
                  <a:pt x="1932045" y="1005189"/>
                </a:moveTo>
                <a:lnTo>
                  <a:pt x="1948376" y="949797"/>
                </a:lnTo>
                <a:moveTo>
                  <a:pt x="1199253" y="411288"/>
                </a:moveTo>
                <a:lnTo>
                  <a:pt x="1091122" y="396286"/>
                </a:lnTo>
                <a:moveTo>
                  <a:pt x="1391265" y="1309454"/>
                </a:moveTo>
                <a:lnTo>
                  <a:pt x="1395480" y="1287987"/>
                </a:lnTo>
                <a:moveTo>
                  <a:pt x="1662500" y="776309"/>
                </a:moveTo>
                <a:lnTo>
                  <a:pt x="1580046" y="647666"/>
                </a:lnTo>
                <a:moveTo>
                  <a:pt x="1576808" y="1198917"/>
                </a:moveTo>
                <a:lnTo>
                  <a:pt x="1596001" y="1114203"/>
                </a:lnTo>
                <a:moveTo>
                  <a:pt x="1802483" y="861549"/>
                </a:moveTo>
                <a:lnTo>
                  <a:pt x="1778646" y="772016"/>
                </a:lnTo>
                <a:moveTo>
                  <a:pt x="1164711" y="936691"/>
                </a:moveTo>
                <a:lnTo>
                  <a:pt x="1137908" y="989780"/>
                </a:lnTo>
                <a:moveTo>
                  <a:pt x="1391265" y="1309454"/>
                </a:moveTo>
                <a:lnTo>
                  <a:pt x="1294841" y="1241762"/>
                </a:lnTo>
                <a:moveTo>
                  <a:pt x="1548820" y="774667"/>
                </a:moveTo>
                <a:lnTo>
                  <a:pt x="1580046" y="647666"/>
                </a:lnTo>
                <a:moveTo>
                  <a:pt x="1137908" y="989780"/>
                </a:moveTo>
                <a:lnTo>
                  <a:pt x="1026554" y="1020423"/>
                </a:lnTo>
                <a:moveTo>
                  <a:pt x="1294841" y="1241762"/>
                </a:moveTo>
                <a:lnTo>
                  <a:pt x="1219912" y="1119504"/>
                </a:lnTo>
                <a:moveTo>
                  <a:pt x="1327153" y="378695"/>
                </a:moveTo>
                <a:lnTo>
                  <a:pt x="1230834" y="283434"/>
                </a:lnTo>
                <a:moveTo>
                  <a:pt x="1691106" y="303294"/>
                </a:moveTo>
                <a:lnTo>
                  <a:pt x="1600384" y="333087"/>
                </a:lnTo>
                <a:moveTo>
                  <a:pt x="1436669" y="1248307"/>
                </a:moveTo>
                <a:lnTo>
                  <a:pt x="1458400" y="1230495"/>
                </a:lnTo>
                <a:moveTo>
                  <a:pt x="737554" y="852316"/>
                </a:moveTo>
                <a:lnTo>
                  <a:pt x="738751" y="797612"/>
                </a:lnTo>
                <a:moveTo>
                  <a:pt x="1327153" y="378695"/>
                </a:moveTo>
                <a:lnTo>
                  <a:pt x="1338241" y="300179"/>
                </a:lnTo>
                <a:moveTo>
                  <a:pt x="1125422" y="1000925"/>
                </a:moveTo>
                <a:lnTo>
                  <a:pt x="1026554" y="1020423"/>
                </a:lnTo>
                <a:moveTo>
                  <a:pt x="1510078" y="306712"/>
                </a:moveTo>
                <a:lnTo>
                  <a:pt x="1554878" y="229477"/>
                </a:lnTo>
                <a:moveTo>
                  <a:pt x="1012466" y="1068274"/>
                </a:moveTo>
                <a:lnTo>
                  <a:pt x="1125422" y="1000925"/>
                </a:lnTo>
                <a:moveTo>
                  <a:pt x="1702411" y="429045"/>
                </a:moveTo>
                <a:lnTo>
                  <a:pt x="1658616" y="372094"/>
                </a:lnTo>
                <a:moveTo>
                  <a:pt x="1395480" y="1287987"/>
                </a:moveTo>
                <a:lnTo>
                  <a:pt x="1294841" y="1241762"/>
                </a:lnTo>
                <a:moveTo>
                  <a:pt x="1815614" y="631193"/>
                </a:moveTo>
                <a:lnTo>
                  <a:pt x="1689082" y="660492"/>
                </a:lnTo>
                <a:moveTo>
                  <a:pt x="1610898" y="917286"/>
                </a:moveTo>
                <a:lnTo>
                  <a:pt x="1539443" y="941205"/>
                </a:lnTo>
                <a:moveTo>
                  <a:pt x="1183635" y="1017927"/>
                </a:moveTo>
                <a:lnTo>
                  <a:pt x="1164711" y="936691"/>
                </a:lnTo>
                <a:moveTo>
                  <a:pt x="1288250" y="398405"/>
                </a:moveTo>
                <a:lnTo>
                  <a:pt x="1217427" y="330719"/>
                </a:lnTo>
                <a:moveTo>
                  <a:pt x="1610898" y="917286"/>
                </a:moveTo>
                <a:lnTo>
                  <a:pt x="1543155" y="797320"/>
                </a:lnTo>
                <a:moveTo>
                  <a:pt x="1563958" y="1038684"/>
                </a:moveTo>
                <a:lnTo>
                  <a:pt x="1539443" y="941205"/>
                </a:lnTo>
                <a:moveTo>
                  <a:pt x="1778646" y="772016"/>
                </a:moveTo>
                <a:lnTo>
                  <a:pt x="1831255" y="713473"/>
                </a:lnTo>
                <a:moveTo>
                  <a:pt x="1288250" y="398405"/>
                </a:moveTo>
                <a:lnTo>
                  <a:pt x="1230834" y="283434"/>
                </a:lnTo>
                <a:moveTo>
                  <a:pt x="719634" y="725932"/>
                </a:moveTo>
                <a:lnTo>
                  <a:pt x="783270" y="588038"/>
                </a:lnTo>
                <a:moveTo>
                  <a:pt x="1831255" y="713473"/>
                </a:moveTo>
                <a:lnTo>
                  <a:pt x="1781959" y="759712"/>
                </a:lnTo>
                <a:moveTo>
                  <a:pt x="865565" y="1146614"/>
                </a:moveTo>
                <a:lnTo>
                  <a:pt x="869132" y="1082553"/>
                </a:lnTo>
                <a:moveTo>
                  <a:pt x="1080983" y="393612"/>
                </a:moveTo>
                <a:lnTo>
                  <a:pt x="1010868" y="302502"/>
                </a:lnTo>
                <a:moveTo>
                  <a:pt x="1610898" y="917286"/>
                </a:moveTo>
                <a:lnTo>
                  <a:pt x="1644506" y="834885"/>
                </a:lnTo>
                <a:moveTo>
                  <a:pt x="745876" y="823916"/>
                </a:moveTo>
                <a:lnTo>
                  <a:pt x="737554" y="852316"/>
                </a:lnTo>
                <a:moveTo>
                  <a:pt x="802095" y="972265"/>
                </a:moveTo>
                <a:lnTo>
                  <a:pt x="742091" y="888970"/>
                </a:lnTo>
                <a:moveTo>
                  <a:pt x="1212453" y="1092504"/>
                </a:moveTo>
                <a:lnTo>
                  <a:pt x="1183635" y="1017927"/>
                </a:lnTo>
                <a:moveTo>
                  <a:pt x="1217427" y="330719"/>
                </a:moveTo>
                <a:lnTo>
                  <a:pt x="1091122" y="396286"/>
                </a:lnTo>
                <a:moveTo>
                  <a:pt x="1802483" y="861549"/>
                </a:moveTo>
                <a:lnTo>
                  <a:pt x="1746393" y="865925"/>
                </a:lnTo>
                <a:moveTo>
                  <a:pt x="1391265" y="1309454"/>
                </a:moveTo>
                <a:lnTo>
                  <a:pt x="1351804" y="1333500"/>
                </a:lnTo>
                <a:moveTo>
                  <a:pt x="1580046" y="647666"/>
                </a:moveTo>
                <a:lnTo>
                  <a:pt x="1560732" y="634465"/>
                </a:lnTo>
                <a:moveTo>
                  <a:pt x="1683646" y="685196"/>
                </a:moveTo>
                <a:lnTo>
                  <a:pt x="1580046" y="647666"/>
                </a:lnTo>
                <a:moveTo>
                  <a:pt x="1199253" y="411288"/>
                </a:moveTo>
                <a:lnTo>
                  <a:pt x="1217427" y="330719"/>
                </a:lnTo>
                <a:moveTo>
                  <a:pt x="1683646" y="685196"/>
                </a:moveTo>
                <a:lnTo>
                  <a:pt x="1689082" y="660492"/>
                </a:lnTo>
                <a:moveTo>
                  <a:pt x="1576808" y="1198917"/>
                </a:moveTo>
                <a:lnTo>
                  <a:pt x="1533746" y="1202928"/>
                </a:lnTo>
                <a:moveTo>
                  <a:pt x="1683646" y="685196"/>
                </a:moveTo>
                <a:lnTo>
                  <a:pt x="1636812" y="656684"/>
                </a:lnTo>
                <a:moveTo>
                  <a:pt x="1638207" y="455818"/>
                </a:moveTo>
                <a:lnTo>
                  <a:pt x="1570723" y="480903"/>
                </a:lnTo>
                <a:moveTo>
                  <a:pt x="1600384" y="333087"/>
                </a:moveTo>
                <a:lnTo>
                  <a:pt x="1622482" y="249222"/>
                </a:lnTo>
                <a:moveTo>
                  <a:pt x="1638207" y="455818"/>
                </a:moveTo>
                <a:lnTo>
                  <a:pt x="1658616" y="372094"/>
                </a:lnTo>
                <a:moveTo>
                  <a:pt x="1746393" y="865925"/>
                </a:moveTo>
                <a:lnTo>
                  <a:pt x="1610898" y="917286"/>
                </a:lnTo>
                <a:moveTo>
                  <a:pt x="1560732" y="634465"/>
                </a:moveTo>
                <a:lnTo>
                  <a:pt x="1570723" y="480903"/>
                </a:lnTo>
                <a:moveTo>
                  <a:pt x="1636812" y="656684"/>
                </a:moveTo>
                <a:lnTo>
                  <a:pt x="1580046" y="647666"/>
                </a:lnTo>
                <a:moveTo>
                  <a:pt x="1010868" y="302502"/>
                </a:moveTo>
                <a:lnTo>
                  <a:pt x="983426" y="328415"/>
                </a:lnTo>
                <a:moveTo>
                  <a:pt x="1689082" y="660492"/>
                </a:moveTo>
                <a:lnTo>
                  <a:pt x="1636812" y="656684"/>
                </a:lnTo>
                <a:moveTo>
                  <a:pt x="1576808" y="1198917"/>
                </a:moveTo>
                <a:lnTo>
                  <a:pt x="1571819" y="1066223"/>
                </a:lnTo>
                <a:moveTo>
                  <a:pt x="1283001" y="1203427"/>
                </a:moveTo>
                <a:lnTo>
                  <a:pt x="1219912" y="1119504"/>
                </a:lnTo>
                <a:moveTo>
                  <a:pt x="1831255" y="713473"/>
                </a:moveTo>
                <a:lnTo>
                  <a:pt x="1815614" y="631193"/>
                </a:lnTo>
                <a:moveTo>
                  <a:pt x="1219912" y="1119504"/>
                </a:moveTo>
                <a:lnTo>
                  <a:pt x="1183635" y="1017927"/>
                </a:lnTo>
                <a:moveTo>
                  <a:pt x="738751" y="797612"/>
                </a:moveTo>
                <a:lnTo>
                  <a:pt x="719634" y="725932"/>
                </a:lnTo>
                <a:moveTo>
                  <a:pt x="1298846" y="1333500"/>
                </a:moveTo>
                <a:lnTo>
                  <a:pt x="1294841" y="1241762"/>
                </a:lnTo>
                <a:moveTo>
                  <a:pt x="1510078" y="306712"/>
                </a:moveTo>
                <a:lnTo>
                  <a:pt x="1455467" y="302405"/>
                </a:lnTo>
                <a:moveTo>
                  <a:pt x="742091" y="888970"/>
                </a:moveTo>
                <a:lnTo>
                  <a:pt x="745876" y="823916"/>
                </a:lnTo>
                <a:moveTo>
                  <a:pt x="1298011" y="1203211"/>
                </a:moveTo>
                <a:lnTo>
                  <a:pt x="1219912" y="1119504"/>
                </a:lnTo>
                <a:moveTo>
                  <a:pt x="766541" y="698455"/>
                </a:moveTo>
                <a:lnTo>
                  <a:pt x="719634" y="725932"/>
                </a:lnTo>
                <a:moveTo>
                  <a:pt x="1533746" y="1202928"/>
                </a:moveTo>
                <a:lnTo>
                  <a:pt x="1519735" y="1223670"/>
                </a:lnTo>
                <a:moveTo>
                  <a:pt x="1414393" y="369086"/>
                </a:moveTo>
                <a:lnTo>
                  <a:pt x="1327153" y="378695"/>
                </a:lnTo>
                <a:moveTo>
                  <a:pt x="869132" y="1082553"/>
                </a:moveTo>
                <a:lnTo>
                  <a:pt x="856379" y="1012668"/>
                </a:lnTo>
                <a:moveTo>
                  <a:pt x="1219912" y="1119504"/>
                </a:moveTo>
                <a:lnTo>
                  <a:pt x="1232240" y="1038005"/>
                </a:lnTo>
                <a:moveTo>
                  <a:pt x="1080983" y="393612"/>
                </a:moveTo>
                <a:lnTo>
                  <a:pt x="1091122" y="396286"/>
                </a:lnTo>
                <a:moveTo>
                  <a:pt x="1571819" y="1066223"/>
                </a:moveTo>
                <a:lnTo>
                  <a:pt x="1563958" y="1038684"/>
                </a:lnTo>
                <a:moveTo>
                  <a:pt x="1294841" y="1241762"/>
                </a:moveTo>
                <a:lnTo>
                  <a:pt x="1283001" y="1203427"/>
                </a:lnTo>
                <a:moveTo>
                  <a:pt x="1074463" y="1142522"/>
                </a:moveTo>
                <a:lnTo>
                  <a:pt x="1125422" y="1000925"/>
                </a:lnTo>
                <a:moveTo>
                  <a:pt x="1638207" y="455818"/>
                </a:moveTo>
                <a:lnTo>
                  <a:pt x="1550665" y="339427"/>
                </a:lnTo>
                <a:moveTo>
                  <a:pt x="1638207" y="455818"/>
                </a:moveTo>
                <a:lnTo>
                  <a:pt x="1522067" y="436275"/>
                </a:lnTo>
                <a:moveTo>
                  <a:pt x="1217427" y="330719"/>
                </a:moveTo>
                <a:lnTo>
                  <a:pt x="1230834" y="283434"/>
                </a:lnTo>
                <a:moveTo>
                  <a:pt x="1230834" y="283434"/>
                </a:moveTo>
                <a:lnTo>
                  <a:pt x="1254858" y="201825"/>
                </a:lnTo>
                <a:moveTo>
                  <a:pt x="956128" y="1224269"/>
                </a:moveTo>
                <a:lnTo>
                  <a:pt x="865565" y="1146614"/>
                </a:lnTo>
                <a:moveTo>
                  <a:pt x="1713978" y="933817"/>
                </a:moveTo>
                <a:lnTo>
                  <a:pt x="1746393" y="865925"/>
                </a:lnTo>
                <a:moveTo>
                  <a:pt x="1294841" y="1241762"/>
                </a:moveTo>
                <a:lnTo>
                  <a:pt x="1293187" y="1218428"/>
                </a:lnTo>
                <a:moveTo>
                  <a:pt x="1522067" y="436275"/>
                </a:moveTo>
                <a:lnTo>
                  <a:pt x="1455467" y="302405"/>
                </a:lnTo>
                <a:moveTo>
                  <a:pt x="787795" y="627715"/>
                </a:moveTo>
                <a:lnTo>
                  <a:pt x="783270" y="588038"/>
                </a:lnTo>
                <a:moveTo>
                  <a:pt x="1338241" y="300179"/>
                </a:moveTo>
                <a:lnTo>
                  <a:pt x="1230834" y="283434"/>
                </a:lnTo>
                <a:moveTo>
                  <a:pt x="803726" y="572543"/>
                </a:moveTo>
                <a:lnTo>
                  <a:pt x="783270" y="588038"/>
                </a:lnTo>
                <a:moveTo>
                  <a:pt x="1137908" y="989780"/>
                </a:moveTo>
                <a:lnTo>
                  <a:pt x="1125422" y="1000925"/>
                </a:lnTo>
                <a:moveTo>
                  <a:pt x="1533746" y="1202928"/>
                </a:moveTo>
                <a:lnTo>
                  <a:pt x="1436669" y="1248307"/>
                </a:lnTo>
                <a:moveTo>
                  <a:pt x="1254858" y="201825"/>
                </a:moveTo>
                <a:lnTo>
                  <a:pt x="1276599" y="121430"/>
                </a:lnTo>
                <a:moveTo>
                  <a:pt x="1436669" y="1248307"/>
                </a:moveTo>
                <a:lnTo>
                  <a:pt x="1395480" y="1287987"/>
                </a:lnTo>
                <a:moveTo>
                  <a:pt x="766541" y="698455"/>
                </a:moveTo>
                <a:lnTo>
                  <a:pt x="783270" y="588038"/>
                </a:lnTo>
                <a:moveTo>
                  <a:pt x="1658616" y="372094"/>
                </a:moveTo>
                <a:lnTo>
                  <a:pt x="1600384" y="333087"/>
                </a:lnTo>
                <a:moveTo>
                  <a:pt x="1576808" y="1198917"/>
                </a:moveTo>
                <a:lnTo>
                  <a:pt x="1519735" y="1223670"/>
                </a:lnTo>
                <a:moveTo>
                  <a:pt x="1802483" y="861549"/>
                </a:moveTo>
                <a:lnTo>
                  <a:pt x="1831255" y="713473"/>
                </a:lnTo>
                <a:moveTo>
                  <a:pt x="1217427" y="330719"/>
                </a:moveTo>
                <a:lnTo>
                  <a:pt x="1192035" y="304144"/>
                </a:lnTo>
                <a:moveTo>
                  <a:pt x="1588715" y="953954"/>
                </a:moveTo>
                <a:lnTo>
                  <a:pt x="1539443" y="941205"/>
                </a:lnTo>
                <a:moveTo>
                  <a:pt x="1183635" y="1017927"/>
                </a:moveTo>
                <a:lnTo>
                  <a:pt x="1137908" y="989780"/>
                </a:lnTo>
                <a:moveTo>
                  <a:pt x="1570723" y="480903"/>
                </a:moveTo>
                <a:lnTo>
                  <a:pt x="1522067" y="436275"/>
                </a:lnTo>
                <a:moveTo>
                  <a:pt x="1658616" y="372094"/>
                </a:moveTo>
                <a:lnTo>
                  <a:pt x="1550665" y="339427"/>
                </a:lnTo>
                <a:moveTo>
                  <a:pt x="1230834" y="283434"/>
                </a:moveTo>
                <a:lnTo>
                  <a:pt x="1192035" y="304144"/>
                </a:lnTo>
                <a:moveTo>
                  <a:pt x="983798" y="1206361"/>
                </a:moveTo>
                <a:lnTo>
                  <a:pt x="1074463" y="1142522"/>
                </a:lnTo>
                <a:moveTo>
                  <a:pt x="956128" y="1224269"/>
                </a:moveTo>
                <a:lnTo>
                  <a:pt x="853583" y="1175461"/>
                </a:lnTo>
                <a:moveTo>
                  <a:pt x="956128" y="1224269"/>
                </a:moveTo>
                <a:lnTo>
                  <a:pt x="892773" y="1179777"/>
                </a:lnTo>
                <a:moveTo>
                  <a:pt x="892773" y="1179777"/>
                </a:moveTo>
                <a:lnTo>
                  <a:pt x="865565" y="1146614"/>
                </a:lnTo>
                <a:moveTo>
                  <a:pt x="1550665" y="339427"/>
                </a:moveTo>
                <a:lnTo>
                  <a:pt x="1510078" y="306712"/>
                </a:lnTo>
                <a:moveTo>
                  <a:pt x="1522067" y="436275"/>
                </a:moveTo>
                <a:lnTo>
                  <a:pt x="1510078" y="306712"/>
                </a:lnTo>
                <a:moveTo>
                  <a:pt x="1357652" y="221832"/>
                </a:moveTo>
                <a:lnTo>
                  <a:pt x="1254858" y="201825"/>
                </a:lnTo>
                <a:moveTo>
                  <a:pt x="1422675" y="374880"/>
                </a:moveTo>
                <a:lnTo>
                  <a:pt x="1455467" y="302405"/>
                </a:lnTo>
                <a:moveTo>
                  <a:pt x="1560732" y="634465"/>
                </a:moveTo>
                <a:lnTo>
                  <a:pt x="1519955" y="556395"/>
                </a:lnTo>
                <a:moveTo>
                  <a:pt x="1357652" y="221832"/>
                </a:moveTo>
                <a:lnTo>
                  <a:pt x="1230834" y="283434"/>
                </a:lnTo>
                <a:moveTo>
                  <a:pt x="1320294" y="1101346"/>
                </a:moveTo>
                <a:lnTo>
                  <a:pt x="1219912" y="1119504"/>
                </a:lnTo>
                <a:moveTo>
                  <a:pt x="1298709" y="1333500"/>
                </a:moveTo>
                <a:lnTo>
                  <a:pt x="1293187" y="1218428"/>
                </a:lnTo>
                <a:moveTo>
                  <a:pt x="1455467" y="302405"/>
                </a:moveTo>
                <a:lnTo>
                  <a:pt x="1414393" y="369086"/>
                </a:lnTo>
                <a:moveTo>
                  <a:pt x="1254858" y="201825"/>
                </a:moveTo>
                <a:lnTo>
                  <a:pt x="1169665" y="141132"/>
                </a:lnTo>
                <a:moveTo>
                  <a:pt x="1687928" y="633117"/>
                </a:moveTo>
                <a:lnTo>
                  <a:pt x="1689082" y="660492"/>
                </a:lnTo>
                <a:moveTo>
                  <a:pt x="1553725" y="969536"/>
                </a:moveTo>
                <a:lnTo>
                  <a:pt x="1539443" y="941205"/>
                </a:lnTo>
                <a:moveTo>
                  <a:pt x="1687928" y="633117"/>
                </a:moveTo>
                <a:lnTo>
                  <a:pt x="1636812" y="656684"/>
                </a:lnTo>
                <a:moveTo>
                  <a:pt x="1539113" y="1137650"/>
                </a:moveTo>
                <a:lnTo>
                  <a:pt x="1571819" y="1066223"/>
                </a:lnTo>
                <a:moveTo>
                  <a:pt x="1111437" y="370924"/>
                </a:moveTo>
                <a:lnTo>
                  <a:pt x="1091122" y="396286"/>
                </a:lnTo>
                <a:moveTo>
                  <a:pt x="865565" y="1146614"/>
                </a:moveTo>
                <a:lnTo>
                  <a:pt x="856379" y="1012668"/>
                </a:lnTo>
                <a:moveTo>
                  <a:pt x="1234958" y="1026204"/>
                </a:moveTo>
                <a:lnTo>
                  <a:pt x="1137908" y="989780"/>
                </a:lnTo>
                <a:moveTo>
                  <a:pt x="1338241" y="300179"/>
                </a:moveTo>
                <a:lnTo>
                  <a:pt x="1357652" y="221832"/>
                </a:lnTo>
                <a:moveTo>
                  <a:pt x="738751" y="797612"/>
                </a:moveTo>
                <a:lnTo>
                  <a:pt x="766541" y="698455"/>
                </a:lnTo>
                <a:moveTo>
                  <a:pt x="787795" y="627715"/>
                </a:moveTo>
                <a:lnTo>
                  <a:pt x="803726" y="572543"/>
                </a:lnTo>
                <a:moveTo>
                  <a:pt x="1713978" y="933817"/>
                </a:moveTo>
                <a:lnTo>
                  <a:pt x="1802483" y="861549"/>
                </a:lnTo>
                <a:moveTo>
                  <a:pt x="1580046" y="647666"/>
                </a:moveTo>
                <a:lnTo>
                  <a:pt x="1519955" y="556395"/>
                </a:lnTo>
                <a:moveTo>
                  <a:pt x="983798" y="1206361"/>
                </a:moveTo>
                <a:lnTo>
                  <a:pt x="956128" y="1224269"/>
                </a:lnTo>
                <a:moveTo>
                  <a:pt x="1550665" y="339427"/>
                </a:moveTo>
                <a:lnTo>
                  <a:pt x="1600384" y="333087"/>
                </a:lnTo>
                <a:moveTo>
                  <a:pt x="1357652" y="221832"/>
                </a:moveTo>
                <a:lnTo>
                  <a:pt x="1276599" y="121430"/>
                </a:lnTo>
                <a:moveTo>
                  <a:pt x="766541" y="698455"/>
                </a:moveTo>
                <a:lnTo>
                  <a:pt x="787795" y="627715"/>
                </a:lnTo>
                <a:moveTo>
                  <a:pt x="1254858" y="201825"/>
                </a:moveTo>
                <a:lnTo>
                  <a:pt x="1149429" y="152267"/>
                </a:lnTo>
                <a:moveTo>
                  <a:pt x="802095" y="972265"/>
                </a:moveTo>
                <a:lnTo>
                  <a:pt x="745876" y="823916"/>
                </a:lnTo>
                <a:moveTo>
                  <a:pt x="1376162" y="157063"/>
                </a:moveTo>
                <a:lnTo>
                  <a:pt x="1276599" y="121430"/>
                </a:lnTo>
                <a:moveTo>
                  <a:pt x="856379" y="1012668"/>
                </a:moveTo>
                <a:lnTo>
                  <a:pt x="802095" y="972265"/>
                </a:lnTo>
                <a:moveTo>
                  <a:pt x="1230834" y="283434"/>
                </a:moveTo>
                <a:lnTo>
                  <a:pt x="1149429" y="152267"/>
                </a:lnTo>
                <a:moveTo>
                  <a:pt x="1276599" y="121430"/>
                </a:moveTo>
                <a:lnTo>
                  <a:pt x="1169665" y="141132"/>
                </a:lnTo>
                <a:moveTo>
                  <a:pt x="1298011" y="1203211"/>
                </a:moveTo>
                <a:lnTo>
                  <a:pt x="1283001" y="1203427"/>
                </a:lnTo>
                <a:moveTo>
                  <a:pt x="1815614" y="631193"/>
                </a:moveTo>
                <a:lnTo>
                  <a:pt x="1796889" y="624454"/>
                </a:lnTo>
                <a:moveTo>
                  <a:pt x="1293187" y="1218428"/>
                </a:moveTo>
                <a:lnTo>
                  <a:pt x="1283001" y="1203427"/>
                </a:lnTo>
                <a:moveTo>
                  <a:pt x="853583" y="1175461"/>
                </a:moveTo>
                <a:lnTo>
                  <a:pt x="892773" y="1179777"/>
                </a:lnTo>
                <a:moveTo>
                  <a:pt x="1519955" y="556395"/>
                </a:moveTo>
                <a:lnTo>
                  <a:pt x="1570723" y="480903"/>
                </a:lnTo>
                <a:moveTo>
                  <a:pt x="1713978" y="933817"/>
                </a:moveTo>
                <a:lnTo>
                  <a:pt x="1610898" y="917286"/>
                </a:lnTo>
                <a:moveTo>
                  <a:pt x="1522067" y="436275"/>
                </a:moveTo>
                <a:lnTo>
                  <a:pt x="1550665" y="339427"/>
                </a:lnTo>
                <a:moveTo>
                  <a:pt x="745876" y="823916"/>
                </a:moveTo>
                <a:lnTo>
                  <a:pt x="738751" y="797612"/>
                </a:lnTo>
                <a:moveTo>
                  <a:pt x="1232240" y="1038005"/>
                </a:moveTo>
                <a:lnTo>
                  <a:pt x="1183635" y="1017927"/>
                </a:lnTo>
                <a:moveTo>
                  <a:pt x="1576808" y="1198917"/>
                </a:moveTo>
                <a:lnTo>
                  <a:pt x="1539113" y="1137650"/>
                </a:lnTo>
                <a:moveTo>
                  <a:pt x="1571819" y="1066223"/>
                </a:moveTo>
                <a:lnTo>
                  <a:pt x="1529896" y="1119055"/>
                </a:lnTo>
                <a:moveTo>
                  <a:pt x="1746111" y="935404"/>
                </a:moveTo>
                <a:lnTo>
                  <a:pt x="1802483" y="861549"/>
                </a:lnTo>
                <a:moveTo>
                  <a:pt x="1234958" y="1026204"/>
                </a:moveTo>
                <a:lnTo>
                  <a:pt x="1183635" y="1017927"/>
                </a:lnTo>
                <a:moveTo>
                  <a:pt x="1293187" y="1218428"/>
                </a:moveTo>
                <a:lnTo>
                  <a:pt x="1298011" y="1203211"/>
                </a:lnTo>
                <a:moveTo>
                  <a:pt x="1074463" y="1142522"/>
                </a:moveTo>
                <a:lnTo>
                  <a:pt x="1077855" y="1077352"/>
                </a:lnTo>
                <a:moveTo>
                  <a:pt x="1799121" y="637928"/>
                </a:moveTo>
                <a:lnTo>
                  <a:pt x="1815614" y="631193"/>
                </a:lnTo>
                <a:moveTo>
                  <a:pt x="1519735" y="1223670"/>
                </a:moveTo>
                <a:lnTo>
                  <a:pt x="1436669" y="1248307"/>
                </a:lnTo>
                <a:moveTo>
                  <a:pt x="1357652" y="221832"/>
                </a:moveTo>
                <a:lnTo>
                  <a:pt x="1376162" y="157063"/>
                </a:lnTo>
                <a:moveTo>
                  <a:pt x="1414393" y="369086"/>
                </a:moveTo>
                <a:lnTo>
                  <a:pt x="1338241" y="300179"/>
                </a:lnTo>
                <a:moveTo>
                  <a:pt x="865565" y="1146614"/>
                </a:moveTo>
                <a:lnTo>
                  <a:pt x="883110" y="1052552"/>
                </a:lnTo>
                <a:moveTo>
                  <a:pt x="1230834" y="283434"/>
                </a:moveTo>
                <a:lnTo>
                  <a:pt x="1120462" y="239809"/>
                </a:lnTo>
                <a:moveTo>
                  <a:pt x="1232240" y="1038005"/>
                </a:moveTo>
                <a:lnTo>
                  <a:pt x="1234958" y="1026204"/>
                </a:lnTo>
                <a:moveTo>
                  <a:pt x="1580046" y="647666"/>
                </a:moveTo>
                <a:lnTo>
                  <a:pt x="1578284" y="600090"/>
                </a:lnTo>
                <a:moveTo>
                  <a:pt x="1688587" y="609864"/>
                </a:moveTo>
                <a:lnTo>
                  <a:pt x="1580046" y="647666"/>
                </a:lnTo>
                <a:moveTo>
                  <a:pt x="960442" y="1171800"/>
                </a:moveTo>
                <a:lnTo>
                  <a:pt x="865565" y="1146614"/>
                </a:lnTo>
                <a:moveTo>
                  <a:pt x="1688587" y="609864"/>
                </a:moveTo>
                <a:lnTo>
                  <a:pt x="1636812" y="656684"/>
                </a:lnTo>
                <a:moveTo>
                  <a:pt x="1519735" y="1223670"/>
                </a:moveTo>
                <a:lnTo>
                  <a:pt x="1539113" y="1137650"/>
                </a:lnTo>
                <a:moveTo>
                  <a:pt x="1217427" y="330719"/>
                </a:moveTo>
                <a:lnTo>
                  <a:pt x="1111437" y="370924"/>
                </a:lnTo>
                <a:moveTo>
                  <a:pt x="803726" y="572543"/>
                </a:moveTo>
                <a:lnTo>
                  <a:pt x="819742" y="498980"/>
                </a:lnTo>
                <a:moveTo>
                  <a:pt x="738751" y="797612"/>
                </a:moveTo>
                <a:lnTo>
                  <a:pt x="796425" y="682200"/>
                </a:lnTo>
                <a:moveTo>
                  <a:pt x="1169665" y="141132"/>
                </a:moveTo>
                <a:lnTo>
                  <a:pt x="1149429" y="152267"/>
                </a:lnTo>
                <a:moveTo>
                  <a:pt x="1519735" y="1223670"/>
                </a:moveTo>
                <a:lnTo>
                  <a:pt x="1400915" y="1221885"/>
                </a:lnTo>
                <a:moveTo>
                  <a:pt x="923383" y="1296174"/>
                </a:moveTo>
                <a:lnTo>
                  <a:pt x="956128" y="1224269"/>
                </a:lnTo>
                <a:moveTo>
                  <a:pt x="1796889" y="624454"/>
                </a:moveTo>
                <a:lnTo>
                  <a:pt x="1689082" y="660492"/>
                </a:lnTo>
                <a:moveTo>
                  <a:pt x="1522067" y="436275"/>
                </a:moveTo>
                <a:lnTo>
                  <a:pt x="1422675" y="374880"/>
                </a:lnTo>
                <a:moveTo>
                  <a:pt x="796425" y="682200"/>
                </a:moveTo>
                <a:lnTo>
                  <a:pt x="787795" y="627715"/>
                </a:lnTo>
                <a:moveTo>
                  <a:pt x="1704469" y="950604"/>
                </a:moveTo>
                <a:lnTo>
                  <a:pt x="1610898" y="917286"/>
                </a:lnTo>
                <a:moveTo>
                  <a:pt x="1080983" y="393612"/>
                </a:moveTo>
                <a:lnTo>
                  <a:pt x="983426" y="328415"/>
                </a:lnTo>
                <a:moveTo>
                  <a:pt x="1077855" y="1077352"/>
                </a:moveTo>
                <a:lnTo>
                  <a:pt x="1125422" y="1000925"/>
                </a:lnTo>
                <a:moveTo>
                  <a:pt x="1519955" y="556395"/>
                </a:moveTo>
                <a:lnTo>
                  <a:pt x="1522067" y="436275"/>
                </a:lnTo>
                <a:moveTo>
                  <a:pt x="1338241" y="300179"/>
                </a:moveTo>
                <a:lnTo>
                  <a:pt x="1431631" y="217641"/>
                </a:lnTo>
                <a:moveTo>
                  <a:pt x="766541" y="698455"/>
                </a:moveTo>
                <a:lnTo>
                  <a:pt x="796425" y="682200"/>
                </a:lnTo>
                <a:moveTo>
                  <a:pt x="1192035" y="304144"/>
                </a:moveTo>
                <a:lnTo>
                  <a:pt x="1120462" y="239809"/>
                </a:lnTo>
                <a:moveTo>
                  <a:pt x="1400915" y="1221885"/>
                </a:moveTo>
                <a:lnTo>
                  <a:pt x="1298011" y="1203211"/>
                </a:lnTo>
                <a:moveTo>
                  <a:pt x="1529896" y="1119055"/>
                </a:moveTo>
                <a:lnTo>
                  <a:pt x="1563958" y="1038684"/>
                </a:lnTo>
                <a:moveTo>
                  <a:pt x="1080983" y="393612"/>
                </a:moveTo>
                <a:lnTo>
                  <a:pt x="990760" y="335679"/>
                </a:lnTo>
                <a:moveTo>
                  <a:pt x="1400915" y="1221885"/>
                </a:moveTo>
                <a:lnTo>
                  <a:pt x="1293187" y="1218428"/>
                </a:lnTo>
                <a:moveTo>
                  <a:pt x="1486966" y="536828"/>
                </a:moveTo>
                <a:lnTo>
                  <a:pt x="1522067" y="436275"/>
                </a:lnTo>
                <a:moveTo>
                  <a:pt x="1802483" y="861549"/>
                </a:moveTo>
                <a:lnTo>
                  <a:pt x="1853356" y="810247"/>
                </a:lnTo>
                <a:moveTo>
                  <a:pt x="1610898" y="917286"/>
                </a:moveTo>
                <a:lnTo>
                  <a:pt x="1588715" y="953954"/>
                </a:lnTo>
                <a:moveTo>
                  <a:pt x="1169665" y="141132"/>
                </a:moveTo>
                <a:lnTo>
                  <a:pt x="1157300" y="118119"/>
                </a:lnTo>
                <a:moveTo>
                  <a:pt x="1252717" y="936885"/>
                </a:moveTo>
                <a:lnTo>
                  <a:pt x="1137908" y="989780"/>
                </a:lnTo>
                <a:moveTo>
                  <a:pt x="1563295" y="261192"/>
                </a:moveTo>
                <a:lnTo>
                  <a:pt x="1510078" y="306712"/>
                </a:lnTo>
                <a:moveTo>
                  <a:pt x="1137908" y="989780"/>
                </a:moveTo>
                <a:lnTo>
                  <a:pt x="1139842" y="933303"/>
                </a:lnTo>
                <a:moveTo>
                  <a:pt x="1080983" y="393612"/>
                </a:moveTo>
                <a:lnTo>
                  <a:pt x="976081" y="346098"/>
                </a:lnTo>
                <a:moveTo>
                  <a:pt x="960442" y="1171800"/>
                </a:moveTo>
                <a:lnTo>
                  <a:pt x="853583" y="1175461"/>
                </a:lnTo>
                <a:moveTo>
                  <a:pt x="745876" y="823916"/>
                </a:moveTo>
                <a:lnTo>
                  <a:pt x="796425" y="682200"/>
                </a:lnTo>
                <a:moveTo>
                  <a:pt x="1111437" y="370924"/>
                </a:moveTo>
                <a:lnTo>
                  <a:pt x="1192035" y="304144"/>
                </a:lnTo>
                <a:moveTo>
                  <a:pt x="960442" y="1171800"/>
                </a:moveTo>
                <a:lnTo>
                  <a:pt x="892773" y="1179777"/>
                </a:lnTo>
                <a:moveTo>
                  <a:pt x="1600384" y="333087"/>
                </a:moveTo>
                <a:lnTo>
                  <a:pt x="1572173" y="235825"/>
                </a:lnTo>
                <a:moveTo>
                  <a:pt x="1376162" y="157063"/>
                </a:moveTo>
                <a:lnTo>
                  <a:pt x="1397143" y="67885"/>
                </a:lnTo>
                <a:moveTo>
                  <a:pt x="1276599" y="121430"/>
                </a:moveTo>
                <a:lnTo>
                  <a:pt x="1288238" y="41588"/>
                </a:lnTo>
                <a:moveTo>
                  <a:pt x="1149429" y="152267"/>
                </a:moveTo>
                <a:lnTo>
                  <a:pt x="1157300" y="118119"/>
                </a:lnTo>
                <a:moveTo>
                  <a:pt x="1746111" y="935404"/>
                </a:moveTo>
                <a:lnTo>
                  <a:pt x="1713978" y="933817"/>
                </a:lnTo>
                <a:moveTo>
                  <a:pt x="802095" y="972265"/>
                </a:moveTo>
                <a:lnTo>
                  <a:pt x="809194" y="903353"/>
                </a:lnTo>
                <a:moveTo>
                  <a:pt x="883110" y="1052552"/>
                </a:moveTo>
                <a:lnTo>
                  <a:pt x="856379" y="1012668"/>
                </a:lnTo>
                <a:moveTo>
                  <a:pt x="1436669" y="1248307"/>
                </a:moveTo>
                <a:lnTo>
                  <a:pt x="1400915" y="1221885"/>
                </a:lnTo>
                <a:moveTo>
                  <a:pt x="1298011" y="1203211"/>
                </a:moveTo>
                <a:lnTo>
                  <a:pt x="1320294" y="1101346"/>
                </a:lnTo>
                <a:moveTo>
                  <a:pt x="1139842" y="933303"/>
                </a:moveTo>
                <a:lnTo>
                  <a:pt x="1125422" y="1000925"/>
                </a:lnTo>
                <a:moveTo>
                  <a:pt x="973340" y="1110654"/>
                </a:moveTo>
                <a:lnTo>
                  <a:pt x="865565" y="1146614"/>
                </a:lnTo>
                <a:moveTo>
                  <a:pt x="1431631" y="217641"/>
                </a:moveTo>
                <a:lnTo>
                  <a:pt x="1357652" y="221832"/>
                </a:lnTo>
                <a:moveTo>
                  <a:pt x="898326" y="983388"/>
                </a:moveTo>
                <a:lnTo>
                  <a:pt x="802095" y="972265"/>
                </a:lnTo>
                <a:moveTo>
                  <a:pt x="1111437" y="370924"/>
                </a:moveTo>
                <a:lnTo>
                  <a:pt x="1080983" y="393612"/>
                </a:lnTo>
                <a:moveTo>
                  <a:pt x="1600384" y="333087"/>
                </a:moveTo>
                <a:lnTo>
                  <a:pt x="1563295" y="261192"/>
                </a:lnTo>
                <a:moveTo>
                  <a:pt x="1320294" y="1101346"/>
                </a:moveTo>
                <a:lnTo>
                  <a:pt x="1232240" y="1038005"/>
                </a:lnTo>
                <a:moveTo>
                  <a:pt x="1378365" y="1288691"/>
                </a:moveTo>
                <a:lnTo>
                  <a:pt x="1293187" y="1218428"/>
                </a:lnTo>
                <a:moveTo>
                  <a:pt x="1125422" y="1000925"/>
                </a:moveTo>
                <a:lnTo>
                  <a:pt x="1130382" y="936214"/>
                </a:lnTo>
                <a:moveTo>
                  <a:pt x="1563958" y="1038684"/>
                </a:moveTo>
                <a:lnTo>
                  <a:pt x="1553725" y="969536"/>
                </a:lnTo>
                <a:moveTo>
                  <a:pt x="787795" y="627715"/>
                </a:moveTo>
                <a:lnTo>
                  <a:pt x="863166" y="545213"/>
                </a:lnTo>
                <a:moveTo>
                  <a:pt x="1431631" y="217641"/>
                </a:moveTo>
                <a:lnTo>
                  <a:pt x="1376162" y="157063"/>
                </a:lnTo>
                <a:moveTo>
                  <a:pt x="1120462" y="239809"/>
                </a:moveTo>
                <a:lnTo>
                  <a:pt x="1149429" y="152267"/>
                </a:lnTo>
                <a:moveTo>
                  <a:pt x="1422675" y="374880"/>
                </a:moveTo>
                <a:lnTo>
                  <a:pt x="1414393" y="369086"/>
                </a:lnTo>
                <a:moveTo>
                  <a:pt x="990760" y="335679"/>
                </a:moveTo>
                <a:lnTo>
                  <a:pt x="983426" y="328415"/>
                </a:lnTo>
                <a:moveTo>
                  <a:pt x="803726" y="572543"/>
                </a:moveTo>
                <a:lnTo>
                  <a:pt x="863166" y="545213"/>
                </a:lnTo>
                <a:moveTo>
                  <a:pt x="983798" y="1206361"/>
                </a:moveTo>
                <a:lnTo>
                  <a:pt x="1077855" y="1077352"/>
                </a:lnTo>
                <a:moveTo>
                  <a:pt x="983798" y="1206361"/>
                </a:moveTo>
                <a:lnTo>
                  <a:pt x="960442" y="1171800"/>
                </a:lnTo>
                <a:moveTo>
                  <a:pt x="1853356" y="810247"/>
                </a:moveTo>
                <a:lnTo>
                  <a:pt x="1831255" y="713473"/>
                </a:lnTo>
                <a:moveTo>
                  <a:pt x="1276599" y="121430"/>
                </a:moveTo>
                <a:lnTo>
                  <a:pt x="1169359" y="52464"/>
                </a:lnTo>
                <a:moveTo>
                  <a:pt x="1550665" y="339427"/>
                </a:moveTo>
                <a:lnTo>
                  <a:pt x="1563295" y="261192"/>
                </a:lnTo>
                <a:moveTo>
                  <a:pt x="1713978" y="933817"/>
                </a:moveTo>
                <a:lnTo>
                  <a:pt x="1704469" y="950604"/>
                </a:lnTo>
                <a:moveTo>
                  <a:pt x="1519735" y="1223670"/>
                </a:moveTo>
                <a:lnTo>
                  <a:pt x="1419457" y="1137939"/>
                </a:lnTo>
                <a:moveTo>
                  <a:pt x="1486966" y="536828"/>
                </a:moveTo>
                <a:lnTo>
                  <a:pt x="1422675" y="374880"/>
                </a:lnTo>
                <a:moveTo>
                  <a:pt x="923383" y="1296174"/>
                </a:moveTo>
                <a:lnTo>
                  <a:pt x="983798" y="1206361"/>
                </a:lnTo>
                <a:moveTo>
                  <a:pt x="1419207" y="380585"/>
                </a:moveTo>
                <a:lnTo>
                  <a:pt x="1422675" y="374880"/>
                </a:lnTo>
                <a:moveTo>
                  <a:pt x="1445871" y="264570"/>
                </a:moveTo>
                <a:lnTo>
                  <a:pt x="1338241" y="300179"/>
                </a:lnTo>
                <a:moveTo>
                  <a:pt x="1519955" y="556395"/>
                </a:moveTo>
                <a:lnTo>
                  <a:pt x="1486966" y="536828"/>
                </a:lnTo>
                <a:moveTo>
                  <a:pt x="982257" y="324126"/>
                </a:moveTo>
                <a:lnTo>
                  <a:pt x="983426" y="328415"/>
                </a:lnTo>
                <a:moveTo>
                  <a:pt x="1376162" y="157063"/>
                </a:moveTo>
                <a:lnTo>
                  <a:pt x="1288238" y="41588"/>
                </a:lnTo>
                <a:moveTo>
                  <a:pt x="1831255" y="713473"/>
                </a:moveTo>
                <a:lnTo>
                  <a:pt x="1799121" y="637928"/>
                </a:lnTo>
                <a:moveTo>
                  <a:pt x="1419207" y="380585"/>
                </a:moveTo>
                <a:lnTo>
                  <a:pt x="1414393" y="369086"/>
                </a:lnTo>
                <a:moveTo>
                  <a:pt x="1378365" y="1288691"/>
                </a:moveTo>
                <a:lnTo>
                  <a:pt x="1436669" y="1248307"/>
                </a:lnTo>
                <a:moveTo>
                  <a:pt x="976081" y="346098"/>
                </a:moveTo>
                <a:lnTo>
                  <a:pt x="990760" y="335679"/>
                </a:lnTo>
                <a:moveTo>
                  <a:pt x="990760" y="335679"/>
                </a:moveTo>
                <a:lnTo>
                  <a:pt x="982257" y="324126"/>
                </a:lnTo>
                <a:moveTo>
                  <a:pt x="1234958" y="1026204"/>
                </a:moveTo>
                <a:lnTo>
                  <a:pt x="1252717" y="936885"/>
                </a:lnTo>
                <a:moveTo>
                  <a:pt x="809194" y="903353"/>
                </a:moveTo>
                <a:lnTo>
                  <a:pt x="745876" y="823916"/>
                </a:lnTo>
                <a:moveTo>
                  <a:pt x="1746111" y="935404"/>
                </a:moveTo>
                <a:lnTo>
                  <a:pt x="1704469" y="950604"/>
                </a:lnTo>
                <a:moveTo>
                  <a:pt x="1339750" y="1021907"/>
                </a:moveTo>
                <a:lnTo>
                  <a:pt x="1232240" y="1038005"/>
                </a:lnTo>
                <a:moveTo>
                  <a:pt x="1539113" y="1137650"/>
                </a:moveTo>
                <a:lnTo>
                  <a:pt x="1529896" y="1119055"/>
                </a:lnTo>
                <a:moveTo>
                  <a:pt x="903878" y="950732"/>
                </a:moveTo>
                <a:lnTo>
                  <a:pt x="802095" y="972265"/>
                </a:lnTo>
                <a:moveTo>
                  <a:pt x="1688587" y="609864"/>
                </a:moveTo>
                <a:lnTo>
                  <a:pt x="1687928" y="633117"/>
                </a:lnTo>
                <a:moveTo>
                  <a:pt x="976081" y="346098"/>
                </a:moveTo>
                <a:lnTo>
                  <a:pt x="982257" y="324126"/>
                </a:lnTo>
                <a:moveTo>
                  <a:pt x="1400915" y="1221885"/>
                </a:moveTo>
                <a:lnTo>
                  <a:pt x="1320294" y="1101346"/>
                </a:lnTo>
                <a:moveTo>
                  <a:pt x="898326" y="983388"/>
                </a:moveTo>
                <a:lnTo>
                  <a:pt x="856379" y="1012668"/>
                </a:lnTo>
                <a:moveTo>
                  <a:pt x="1424262" y="355582"/>
                </a:moveTo>
                <a:lnTo>
                  <a:pt x="1414393" y="369086"/>
                </a:lnTo>
                <a:moveTo>
                  <a:pt x="1339750" y="1021907"/>
                </a:moveTo>
                <a:lnTo>
                  <a:pt x="1234958" y="1026204"/>
                </a:lnTo>
                <a:moveTo>
                  <a:pt x="1169665" y="141132"/>
                </a:moveTo>
                <a:lnTo>
                  <a:pt x="1169359" y="52464"/>
                </a:lnTo>
                <a:moveTo>
                  <a:pt x="1378365" y="1288691"/>
                </a:moveTo>
                <a:lnTo>
                  <a:pt x="1400915" y="1221885"/>
                </a:lnTo>
                <a:moveTo>
                  <a:pt x="1796889" y="624454"/>
                </a:moveTo>
                <a:lnTo>
                  <a:pt x="1687928" y="633117"/>
                </a:lnTo>
                <a:moveTo>
                  <a:pt x="931711" y="1281468"/>
                </a:moveTo>
                <a:lnTo>
                  <a:pt x="983798" y="1206361"/>
                </a:lnTo>
                <a:moveTo>
                  <a:pt x="1756339" y="625433"/>
                </a:moveTo>
                <a:lnTo>
                  <a:pt x="1687928" y="633117"/>
                </a:lnTo>
                <a:moveTo>
                  <a:pt x="1578284" y="600090"/>
                </a:moveTo>
                <a:lnTo>
                  <a:pt x="1519955" y="556395"/>
                </a:lnTo>
                <a:moveTo>
                  <a:pt x="1111437" y="370924"/>
                </a:moveTo>
                <a:lnTo>
                  <a:pt x="1120462" y="239809"/>
                </a:lnTo>
                <a:moveTo>
                  <a:pt x="1463478" y="204971"/>
                </a:moveTo>
                <a:lnTo>
                  <a:pt x="1376162" y="157063"/>
                </a:lnTo>
                <a:moveTo>
                  <a:pt x="1498881" y="100741"/>
                </a:moveTo>
                <a:lnTo>
                  <a:pt x="1397143" y="67885"/>
                </a:lnTo>
                <a:moveTo>
                  <a:pt x="1419207" y="380585"/>
                </a:moveTo>
                <a:lnTo>
                  <a:pt x="1424262" y="355582"/>
                </a:lnTo>
                <a:moveTo>
                  <a:pt x="983798" y="1206361"/>
                </a:moveTo>
                <a:lnTo>
                  <a:pt x="973340" y="1110654"/>
                </a:lnTo>
                <a:moveTo>
                  <a:pt x="863166" y="545213"/>
                </a:moveTo>
                <a:lnTo>
                  <a:pt x="819742" y="498980"/>
                </a:lnTo>
                <a:moveTo>
                  <a:pt x="1397143" y="67885"/>
                </a:moveTo>
                <a:lnTo>
                  <a:pt x="1364480" y="41550"/>
                </a:lnTo>
                <a:moveTo>
                  <a:pt x="1578284" y="600090"/>
                </a:moveTo>
                <a:lnTo>
                  <a:pt x="1486966" y="536828"/>
                </a:lnTo>
                <a:moveTo>
                  <a:pt x="796425" y="682200"/>
                </a:moveTo>
                <a:lnTo>
                  <a:pt x="863166" y="545213"/>
                </a:lnTo>
                <a:moveTo>
                  <a:pt x="1746111" y="935404"/>
                </a:moveTo>
                <a:lnTo>
                  <a:pt x="1853356" y="810247"/>
                </a:lnTo>
                <a:moveTo>
                  <a:pt x="1397143" y="67885"/>
                </a:moveTo>
                <a:lnTo>
                  <a:pt x="1288238" y="41588"/>
                </a:lnTo>
                <a:moveTo>
                  <a:pt x="1539113" y="1137650"/>
                </a:moveTo>
                <a:lnTo>
                  <a:pt x="1419457" y="1137939"/>
                </a:lnTo>
                <a:moveTo>
                  <a:pt x="1704469" y="950604"/>
                </a:moveTo>
                <a:lnTo>
                  <a:pt x="1588715" y="953954"/>
                </a:lnTo>
                <a:moveTo>
                  <a:pt x="1400915" y="1221885"/>
                </a:moveTo>
                <a:lnTo>
                  <a:pt x="1419457" y="1137939"/>
                </a:lnTo>
                <a:moveTo>
                  <a:pt x="1572173" y="235825"/>
                </a:moveTo>
                <a:lnTo>
                  <a:pt x="1498881" y="100741"/>
                </a:lnTo>
                <a:moveTo>
                  <a:pt x="1157300" y="118119"/>
                </a:moveTo>
                <a:lnTo>
                  <a:pt x="1169359" y="52464"/>
                </a:lnTo>
                <a:moveTo>
                  <a:pt x="883110" y="1052552"/>
                </a:moveTo>
                <a:lnTo>
                  <a:pt x="898326" y="983388"/>
                </a:lnTo>
                <a:moveTo>
                  <a:pt x="1445871" y="264570"/>
                </a:moveTo>
                <a:lnTo>
                  <a:pt x="1414393" y="369086"/>
                </a:lnTo>
                <a:moveTo>
                  <a:pt x="1364480" y="41550"/>
                </a:moveTo>
                <a:lnTo>
                  <a:pt x="1288238" y="41588"/>
                </a:lnTo>
                <a:moveTo>
                  <a:pt x="973340" y="1110654"/>
                </a:moveTo>
                <a:lnTo>
                  <a:pt x="883110" y="1052552"/>
                </a:lnTo>
                <a:moveTo>
                  <a:pt x="1077855" y="1077352"/>
                </a:moveTo>
                <a:lnTo>
                  <a:pt x="1130382" y="936214"/>
                </a:lnTo>
                <a:moveTo>
                  <a:pt x="853583" y="1175461"/>
                </a:moveTo>
                <a:lnTo>
                  <a:pt x="841088" y="1153725"/>
                </a:lnTo>
                <a:moveTo>
                  <a:pt x="745876" y="823916"/>
                </a:moveTo>
                <a:lnTo>
                  <a:pt x="826630" y="781340"/>
                </a:lnTo>
                <a:moveTo>
                  <a:pt x="1563295" y="261192"/>
                </a:moveTo>
                <a:lnTo>
                  <a:pt x="1572173" y="235825"/>
                </a:lnTo>
                <a:moveTo>
                  <a:pt x="1529896" y="1119055"/>
                </a:moveTo>
                <a:lnTo>
                  <a:pt x="1553725" y="969536"/>
                </a:lnTo>
                <a:moveTo>
                  <a:pt x="1688587" y="609864"/>
                </a:moveTo>
                <a:lnTo>
                  <a:pt x="1578284" y="600090"/>
                </a:lnTo>
                <a:moveTo>
                  <a:pt x="1419457" y="1137939"/>
                </a:moveTo>
                <a:lnTo>
                  <a:pt x="1320294" y="1101346"/>
                </a:lnTo>
                <a:moveTo>
                  <a:pt x="1419457" y="1137939"/>
                </a:moveTo>
                <a:lnTo>
                  <a:pt x="1529896" y="1119055"/>
                </a:lnTo>
                <a:moveTo>
                  <a:pt x="931711" y="1281468"/>
                </a:moveTo>
                <a:lnTo>
                  <a:pt x="960442" y="1171800"/>
                </a:lnTo>
                <a:moveTo>
                  <a:pt x="1320294" y="1101346"/>
                </a:moveTo>
                <a:lnTo>
                  <a:pt x="1339750" y="1021907"/>
                </a:lnTo>
                <a:moveTo>
                  <a:pt x="1463478" y="204971"/>
                </a:moveTo>
                <a:lnTo>
                  <a:pt x="1397143" y="67885"/>
                </a:lnTo>
                <a:moveTo>
                  <a:pt x="973340" y="1110654"/>
                </a:moveTo>
                <a:lnTo>
                  <a:pt x="1077855" y="1077352"/>
                </a:lnTo>
                <a:moveTo>
                  <a:pt x="960442" y="1171800"/>
                </a:moveTo>
                <a:lnTo>
                  <a:pt x="973340" y="1110654"/>
                </a:lnTo>
                <a:moveTo>
                  <a:pt x="931711" y="1281468"/>
                </a:moveTo>
                <a:lnTo>
                  <a:pt x="923383" y="1296174"/>
                </a:lnTo>
                <a:moveTo>
                  <a:pt x="1414286" y="459373"/>
                </a:moveTo>
                <a:lnTo>
                  <a:pt x="1422675" y="374880"/>
                </a:lnTo>
                <a:moveTo>
                  <a:pt x="1588715" y="953954"/>
                </a:moveTo>
                <a:lnTo>
                  <a:pt x="1553725" y="969536"/>
                </a:lnTo>
                <a:moveTo>
                  <a:pt x="1819717" y="918008"/>
                </a:moveTo>
                <a:lnTo>
                  <a:pt x="1746111" y="935404"/>
                </a:lnTo>
                <a:moveTo>
                  <a:pt x="1756339" y="625433"/>
                </a:moveTo>
                <a:lnTo>
                  <a:pt x="1688587" y="609864"/>
                </a:lnTo>
                <a:moveTo>
                  <a:pt x="1564130" y="251034"/>
                </a:moveTo>
                <a:lnTo>
                  <a:pt x="1498881" y="100741"/>
                </a:lnTo>
                <a:moveTo>
                  <a:pt x="1796889" y="624454"/>
                </a:moveTo>
                <a:lnTo>
                  <a:pt x="1756339" y="625433"/>
                </a:lnTo>
                <a:moveTo>
                  <a:pt x="1564130" y="251034"/>
                </a:moveTo>
                <a:lnTo>
                  <a:pt x="1572173" y="235825"/>
                </a:lnTo>
                <a:moveTo>
                  <a:pt x="1252717" y="936885"/>
                </a:moveTo>
                <a:lnTo>
                  <a:pt x="1139842" y="933303"/>
                </a:lnTo>
                <a:moveTo>
                  <a:pt x="1463478" y="204971"/>
                </a:moveTo>
                <a:lnTo>
                  <a:pt x="1431631" y="217641"/>
                </a:lnTo>
                <a:moveTo>
                  <a:pt x="1445871" y="264570"/>
                </a:moveTo>
                <a:lnTo>
                  <a:pt x="1431631" y="217641"/>
                </a:lnTo>
                <a:moveTo>
                  <a:pt x="1463478" y="204971"/>
                </a:moveTo>
                <a:lnTo>
                  <a:pt x="1498881" y="100741"/>
                </a:lnTo>
                <a:moveTo>
                  <a:pt x="925744" y="1267456"/>
                </a:moveTo>
                <a:lnTo>
                  <a:pt x="960442" y="1171800"/>
                </a:lnTo>
                <a:moveTo>
                  <a:pt x="1486966" y="536828"/>
                </a:moveTo>
                <a:lnTo>
                  <a:pt x="1414286" y="459373"/>
                </a:lnTo>
                <a:moveTo>
                  <a:pt x="1339750" y="1021907"/>
                </a:moveTo>
                <a:lnTo>
                  <a:pt x="1252717" y="936885"/>
                </a:lnTo>
                <a:moveTo>
                  <a:pt x="1414286" y="459373"/>
                </a:moveTo>
                <a:lnTo>
                  <a:pt x="1419207" y="380585"/>
                </a:lnTo>
                <a:moveTo>
                  <a:pt x="1288238" y="41588"/>
                </a:moveTo>
                <a:lnTo>
                  <a:pt x="1169359" y="52464"/>
                </a:lnTo>
                <a:moveTo>
                  <a:pt x="1424262" y="355582"/>
                </a:moveTo>
                <a:lnTo>
                  <a:pt x="1445871" y="264570"/>
                </a:lnTo>
                <a:moveTo>
                  <a:pt x="1799121" y="637928"/>
                </a:moveTo>
                <a:lnTo>
                  <a:pt x="1796889" y="624454"/>
                </a:lnTo>
                <a:moveTo>
                  <a:pt x="1139842" y="933303"/>
                </a:moveTo>
                <a:lnTo>
                  <a:pt x="1130382" y="936214"/>
                </a:lnTo>
                <a:moveTo>
                  <a:pt x="1851339" y="820520"/>
                </a:moveTo>
                <a:lnTo>
                  <a:pt x="1853356" y="810247"/>
                </a:lnTo>
                <a:moveTo>
                  <a:pt x="1853356" y="810247"/>
                </a:moveTo>
                <a:lnTo>
                  <a:pt x="1799121" y="637928"/>
                </a:lnTo>
                <a:moveTo>
                  <a:pt x="1441902" y="1049734"/>
                </a:moveTo>
                <a:lnTo>
                  <a:pt x="1320294" y="1101346"/>
                </a:lnTo>
                <a:moveTo>
                  <a:pt x="1529896" y="1119055"/>
                </a:moveTo>
                <a:lnTo>
                  <a:pt x="1441902" y="1049734"/>
                </a:lnTo>
                <a:moveTo>
                  <a:pt x="1529896" y="1119055"/>
                </a:moveTo>
                <a:lnTo>
                  <a:pt x="1458661" y="991731"/>
                </a:lnTo>
                <a:moveTo>
                  <a:pt x="826630" y="781340"/>
                </a:moveTo>
                <a:lnTo>
                  <a:pt x="796425" y="682200"/>
                </a:lnTo>
                <a:moveTo>
                  <a:pt x="1087266" y="317199"/>
                </a:moveTo>
                <a:lnTo>
                  <a:pt x="1120462" y="239809"/>
                </a:lnTo>
                <a:moveTo>
                  <a:pt x="1353566" y="969420"/>
                </a:moveTo>
                <a:lnTo>
                  <a:pt x="1252717" y="936885"/>
                </a:lnTo>
                <a:moveTo>
                  <a:pt x="1792841" y="627357"/>
                </a:moveTo>
                <a:lnTo>
                  <a:pt x="1796889" y="624454"/>
                </a:lnTo>
                <a:moveTo>
                  <a:pt x="879382" y="1200024"/>
                </a:moveTo>
                <a:lnTo>
                  <a:pt x="853583" y="1175461"/>
                </a:lnTo>
                <a:moveTo>
                  <a:pt x="1001779" y="995393"/>
                </a:moveTo>
                <a:lnTo>
                  <a:pt x="883110" y="1052552"/>
                </a:lnTo>
                <a:moveTo>
                  <a:pt x="1792841" y="627357"/>
                </a:moveTo>
                <a:lnTo>
                  <a:pt x="1756339" y="625433"/>
                </a:lnTo>
                <a:moveTo>
                  <a:pt x="1704469" y="950604"/>
                </a:moveTo>
                <a:lnTo>
                  <a:pt x="1581134" y="952930"/>
                </a:lnTo>
                <a:moveTo>
                  <a:pt x="1339750" y="1021907"/>
                </a:moveTo>
                <a:lnTo>
                  <a:pt x="1353566" y="969420"/>
                </a:lnTo>
                <a:moveTo>
                  <a:pt x="1077855" y="1077352"/>
                </a:moveTo>
                <a:lnTo>
                  <a:pt x="1001779" y="995393"/>
                </a:lnTo>
                <a:moveTo>
                  <a:pt x="1111437" y="370924"/>
                </a:moveTo>
                <a:lnTo>
                  <a:pt x="1087266" y="317199"/>
                </a:lnTo>
                <a:moveTo>
                  <a:pt x="1454785" y="601867"/>
                </a:moveTo>
                <a:lnTo>
                  <a:pt x="1486966" y="536828"/>
                </a:lnTo>
                <a:moveTo>
                  <a:pt x="1799121" y="637928"/>
                </a:moveTo>
                <a:lnTo>
                  <a:pt x="1792841" y="627357"/>
                </a:lnTo>
                <a:moveTo>
                  <a:pt x="1419207" y="380585"/>
                </a:moveTo>
                <a:lnTo>
                  <a:pt x="1447327" y="312544"/>
                </a:lnTo>
                <a:moveTo>
                  <a:pt x="1819717" y="918008"/>
                </a:moveTo>
                <a:lnTo>
                  <a:pt x="1853356" y="810247"/>
                </a:lnTo>
                <a:moveTo>
                  <a:pt x="1564130" y="251034"/>
                </a:moveTo>
                <a:lnTo>
                  <a:pt x="1463478" y="204971"/>
                </a:lnTo>
                <a:moveTo>
                  <a:pt x="1077855" y="1077352"/>
                </a:moveTo>
                <a:lnTo>
                  <a:pt x="1004505" y="983802"/>
                </a:lnTo>
                <a:moveTo>
                  <a:pt x="1401195" y="18594"/>
                </a:moveTo>
                <a:lnTo>
                  <a:pt x="1364480" y="41550"/>
                </a:lnTo>
                <a:moveTo>
                  <a:pt x="1419457" y="1137939"/>
                </a:moveTo>
                <a:lnTo>
                  <a:pt x="1441902" y="1049734"/>
                </a:lnTo>
                <a:moveTo>
                  <a:pt x="1581134" y="952930"/>
                </a:moveTo>
                <a:lnTo>
                  <a:pt x="1588715" y="953954"/>
                </a:lnTo>
                <a:moveTo>
                  <a:pt x="903878" y="950732"/>
                </a:moveTo>
                <a:lnTo>
                  <a:pt x="809194" y="903353"/>
                </a:lnTo>
                <a:moveTo>
                  <a:pt x="1252717" y="936885"/>
                </a:moveTo>
                <a:lnTo>
                  <a:pt x="1277707" y="832623"/>
                </a:lnTo>
                <a:moveTo>
                  <a:pt x="1458661" y="991731"/>
                </a:moveTo>
                <a:lnTo>
                  <a:pt x="1553725" y="969536"/>
                </a:lnTo>
                <a:moveTo>
                  <a:pt x="931711" y="1281468"/>
                </a:moveTo>
                <a:lnTo>
                  <a:pt x="925744" y="1267456"/>
                </a:lnTo>
                <a:moveTo>
                  <a:pt x="796425" y="682200"/>
                </a:moveTo>
                <a:lnTo>
                  <a:pt x="852291" y="632356"/>
                </a:lnTo>
                <a:moveTo>
                  <a:pt x="1441902" y="1049734"/>
                </a:moveTo>
                <a:lnTo>
                  <a:pt x="1339750" y="1021907"/>
                </a:lnTo>
                <a:moveTo>
                  <a:pt x="1683899" y="973293"/>
                </a:moveTo>
                <a:lnTo>
                  <a:pt x="1746111" y="935404"/>
                </a:lnTo>
                <a:moveTo>
                  <a:pt x="898326" y="983388"/>
                </a:moveTo>
                <a:lnTo>
                  <a:pt x="903878" y="950732"/>
                </a:lnTo>
                <a:moveTo>
                  <a:pt x="1099478" y="457750"/>
                </a:moveTo>
                <a:lnTo>
                  <a:pt x="1111437" y="370924"/>
                </a:lnTo>
                <a:moveTo>
                  <a:pt x="1445871" y="264570"/>
                </a:moveTo>
                <a:lnTo>
                  <a:pt x="1463478" y="204971"/>
                </a:lnTo>
                <a:moveTo>
                  <a:pt x="1819717" y="918008"/>
                </a:moveTo>
                <a:lnTo>
                  <a:pt x="1851339" y="820520"/>
                </a:lnTo>
                <a:moveTo>
                  <a:pt x="1379047" y="870323"/>
                </a:moveTo>
                <a:lnTo>
                  <a:pt x="1252717" y="936885"/>
                </a:lnTo>
                <a:moveTo>
                  <a:pt x="1139842" y="933303"/>
                </a:moveTo>
                <a:lnTo>
                  <a:pt x="1061689" y="794305"/>
                </a:lnTo>
                <a:moveTo>
                  <a:pt x="1447327" y="312544"/>
                </a:moveTo>
                <a:lnTo>
                  <a:pt x="1424262" y="355582"/>
                </a:lnTo>
                <a:moveTo>
                  <a:pt x="1441902" y="1049734"/>
                </a:moveTo>
                <a:lnTo>
                  <a:pt x="1353566" y="969420"/>
                </a:lnTo>
                <a:moveTo>
                  <a:pt x="809194" y="903353"/>
                </a:moveTo>
                <a:lnTo>
                  <a:pt x="826630" y="781340"/>
                </a:lnTo>
                <a:moveTo>
                  <a:pt x="1130382" y="936214"/>
                </a:moveTo>
                <a:lnTo>
                  <a:pt x="1061689" y="794305"/>
                </a:lnTo>
                <a:moveTo>
                  <a:pt x="1458661" y="991731"/>
                </a:moveTo>
                <a:lnTo>
                  <a:pt x="1353566" y="969420"/>
                </a:lnTo>
                <a:moveTo>
                  <a:pt x="1252717" y="936885"/>
                </a:moveTo>
                <a:lnTo>
                  <a:pt x="1168139" y="813356"/>
                </a:lnTo>
                <a:moveTo>
                  <a:pt x="1581134" y="952930"/>
                </a:moveTo>
                <a:lnTo>
                  <a:pt x="1553725" y="969536"/>
                </a:lnTo>
                <a:moveTo>
                  <a:pt x="1139842" y="933303"/>
                </a:moveTo>
                <a:lnTo>
                  <a:pt x="1168139" y="813356"/>
                </a:lnTo>
                <a:moveTo>
                  <a:pt x="1683899" y="973293"/>
                </a:moveTo>
                <a:lnTo>
                  <a:pt x="1704469" y="950604"/>
                </a:lnTo>
                <a:moveTo>
                  <a:pt x="809194" y="903353"/>
                </a:moveTo>
                <a:lnTo>
                  <a:pt x="834378" y="790902"/>
                </a:lnTo>
                <a:moveTo>
                  <a:pt x="1001779" y="995393"/>
                </a:moveTo>
                <a:lnTo>
                  <a:pt x="898326" y="983388"/>
                </a:lnTo>
                <a:moveTo>
                  <a:pt x="1130382" y="936214"/>
                </a:moveTo>
                <a:lnTo>
                  <a:pt x="1039219" y="866385"/>
                </a:lnTo>
                <a:moveTo>
                  <a:pt x="1441902" y="1049734"/>
                </a:moveTo>
                <a:lnTo>
                  <a:pt x="1458661" y="991731"/>
                </a:lnTo>
                <a:moveTo>
                  <a:pt x="1004505" y="983802"/>
                </a:moveTo>
                <a:lnTo>
                  <a:pt x="1130382" y="936214"/>
                </a:lnTo>
                <a:moveTo>
                  <a:pt x="1353566" y="969420"/>
                </a:moveTo>
                <a:lnTo>
                  <a:pt x="1379047" y="870323"/>
                </a:lnTo>
                <a:moveTo>
                  <a:pt x="973340" y="1110654"/>
                </a:moveTo>
                <a:lnTo>
                  <a:pt x="1001779" y="995393"/>
                </a:lnTo>
                <a:moveTo>
                  <a:pt x="852291" y="632356"/>
                </a:moveTo>
                <a:lnTo>
                  <a:pt x="863166" y="545213"/>
                </a:lnTo>
                <a:moveTo>
                  <a:pt x="960442" y="1171800"/>
                </a:moveTo>
                <a:lnTo>
                  <a:pt x="879382" y="1200024"/>
                </a:lnTo>
                <a:moveTo>
                  <a:pt x="1061689" y="794305"/>
                </a:moveTo>
                <a:lnTo>
                  <a:pt x="1075444" y="752159"/>
                </a:lnTo>
                <a:moveTo>
                  <a:pt x="1486966" y="536828"/>
                </a:moveTo>
                <a:lnTo>
                  <a:pt x="1375761" y="538441"/>
                </a:lnTo>
                <a:moveTo>
                  <a:pt x="1075444" y="752159"/>
                </a:moveTo>
                <a:lnTo>
                  <a:pt x="1000531" y="614391"/>
                </a:lnTo>
                <a:moveTo>
                  <a:pt x="1177275" y="783879"/>
                </a:moveTo>
                <a:lnTo>
                  <a:pt x="1075444" y="752159"/>
                </a:lnTo>
                <a:moveTo>
                  <a:pt x="1558473" y="611011"/>
                </a:moveTo>
                <a:lnTo>
                  <a:pt x="1486966" y="536828"/>
                </a:lnTo>
                <a:moveTo>
                  <a:pt x="1277707" y="832623"/>
                </a:moveTo>
                <a:lnTo>
                  <a:pt x="1231494" y="809265"/>
                </a:lnTo>
                <a:moveTo>
                  <a:pt x="1379047" y="870323"/>
                </a:moveTo>
                <a:lnTo>
                  <a:pt x="1277707" y="832623"/>
                </a:lnTo>
                <a:moveTo>
                  <a:pt x="1447327" y="312544"/>
                </a:moveTo>
                <a:lnTo>
                  <a:pt x="1463478" y="204971"/>
                </a:lnTo>
                <a:moveTo>
                  <a:pt x="1277707" y="832623"/>
                </a:moveTo>
                <a:lnTo>
                  <a:pt x="1281527" y="815703"/>
                </a:lnTo>
                <a:moveTo>
                  <a:pt x="1447327" y="312544"/>
                </a:moveTo>
                <a:lnTo>
                  <a:pt x="1445871" y="264570"/>
                </a:lnTo>
                <a:moveTo>
                  <a:pt x="1001779" y="995393"/>
                </a:moveTo>
                <a:lnTo>
                  <a:pt x="903878" y="950732"/>
                </a:lnTo>
                <a:moveTo>
                  <a:pt x="1850706" y="899792"/>
                </a:moveTo>
                <a:lnTo>
                  <a:pt x="1851339" y="820520"/>
                </a:lnTo>
                <a:moveTo>
                  <a:pt x="1277707" y="832623"/>
                </a:moveTo>
                <a:lnTo>
                  <a:pt x="1168139" y="813356"/>
                </a:lnTo>
                <a:moveTo>
                  <a:pt x="1281527" y="815703"/>
                </a:moveTo>
                <a:lnTo>
                  <a:pt x="1231494" y="809265"/>
                </a:lnTo>
                <a:moveTo>
                  <a:pt x="1379047" y="870323"/>
                </a:moveTo>
                <a:lnTo>
                  <a:pt x="1281527" y="815703"/>
                </a:lnTo>
                <a:moveTo>
                  <a:pt x="1075444" y="752159"/>
                </a:moveTo>
                <a:lnTo>
                  <a:pt x="1105576" y="636825"/>
                </a:lnTo>
                <a:moveTo>
                  <a:pt x="1177275" y="783879"/>
                </a:moveTo>
                <a:lnTo>
                  <a:pt x="1061689" y="794305"/>
                </a:lnTo>
                <a:moveTo>
                  <a:pt x="903878" y="950732"/>
                </a:moveTo>
                <a:lnTo>
                  <a:pt x="834378" y="790902"/>
                </a:lnTo>
                <a:moveTo>
                  <a:pt x="1004505" y="983802"/>
                </a:moveTo>
                <a:lnTo>
                  <a:pt x="903878" y="950732"/>
                </a:lnTo>
                <a:moveTo>
                  <a:pt x="1000531" y="614391"/>
                </a:moveTo>
                <a:lnTo>
                  <a:pt x="1012486" y="573996"/>
                </a:lnTo>
                <a:moveTo>
                  <a:pt x="1231494" y="809265"/>
                </a:moveTo>
                <a:lnTo>
                  <a:pt x="1177275" y="783879"/>
                </a:lnTo>
                <a:moveTo>
                  <a:pt x="1853356" y="810247"/>
                </a:moveTo>
                <a:lnTo>
                  <a:pt x="1832535" y="738006"/>
                </a:lnTo>
                <a:moveTo>
                  <a:pt x="1168139" y="813356"/>
                </a:moveTo>
                <a:lnTo>
                  <a:pt x="1061689" y="794305"/>
                </a:lnTo>
                <a:moveTo>
                  <a:pt x="1168139" y="813356"/>
                </a:moveTo>
                <a:lnTo>
                  <a:pt x="1231494" y="809265"/>
                </a:lnTo>
                <a:moveTo>
                  <a:pt x="1075444" y="752159"/>
                </a:moveTo>
                <a:lnTo>
                  <a:pt x="976119" y="689953"/>
                </a:lnTo>
                <a:moveTo>
                  <a:pt x="1039219" y="866385"/>
                </a:moveTo>
                <a:lnTo>
                  <a:pt x="1061689" y="794305"/>
                </a:lnTo>
                <a:moveTo>
                  <a:pt x="1379047" y="870323"/>
                </a:moveTo>
                <a:lnTo>
                  <a:pt x="1389017" y="832248"/>
                </a:lnTo>
                <a:moveTo>
                  <a:pt x="1389017" y="832248"/>
                </a:moveTo>
                <a:lnTo>
                  <a:pt x="1281527" y="815703"/>
                </a:lnTo>
                <a:moveTo>
                  <a:pt x="1168139" y="813356"/>
                </a:moveTo>
                <a:lnTo>
                  <a:pt x="1177275" y="783879"/>
                </a:lnTo>
                <a:moveTo>
                  <a:pt x="1414286" y="459373"/>
                </a:moveTo>
                <a:lnTo>
                  <a:pt x="1447327" y="312544"/>
                </a:lnTo>
                <a:moveTo>
                  <a:pt x="1288238" y="41588"/>
                </a:moveTo>
                <a:lnTo>
                  <a:pt x="1286264" y="0"/>
                </a:lnTo>
                <a:moveTo>
                  <a:pt x="1832535" y="738006"/>
                </a:moveTo>
                <a:lnTo>
                  <a:pt x="1799121" y="637928"/>
                </a:lnTo>
                <a:moveTo>
                  <a:pt x="1105576" y="636825"/>
                </a:moveTo>
                <a:lnTo>
                  <a:pt x="1000531" y="614391"/>
                </a:lnTo>
                <a:moveTo>
                  <a:pt x="834378" y="790902"/>
                </a:moveTo>
                <a:lnTo>
                  <a:pt x="826630" y="781340"/>
                </a:lnTo>
                <a:moveTo>
                  <a:pt x="1075444" y="752159"/>
                </a:moveTo>
                <a:lnTo>
                  <a:pt x="959006" y="820002"/>
                </a:lnTo>
                <a:moveTo>
                  <a:pt x="1177275" y="783879"/>
                </a:moveTo>
                <a:lnTo>
                  <a:pt x="1105576" y="636825"/>
                </a:lnTo>
                <a:moveTo>
                  <a:pt x="1558473" y="611011"/>
                </a:moveTo>
                <a:lnTo>
                  <a:pt x="1578284" y="600090"/>
                </a:lnTo>
                <a:moveTo>
                  <a:pt x="1353566" y="969420"/>
                </a:moveTo>
                <a:lnTo>
                  <a:pt x="1475312" y="880474"/>
                </a:lnTo>
                <a:moveTo>
                  <a:pt x="1001779" y="995393"/>
                </a:moveTo>
                <a:lnTo>
                  <a:pt x="1004505" y="983802"/>
                </a:lnTo>
                <a:moveTo>
                  <a:pt x="1004505" y="983802"/>
                </a:moveTo>
                <a:lnTo>
                  <a:pt x="1039219" y="866385"/>
                </a:lnTo>
                <a:moveTo>
                  <a:pt x="976119" y="689953"/>
                </a:moveTo>
                <a:lnTo>
                  <a:pt x="1000531" y="614391"/>
                </a:lnTo>
                <a:moveTo>
                  <a:pt x="1850706" y="899792"/>
                </a:moveTo>
                <a:lnTo>
                  <a:pt x="1819717" y="918008"/>
                </a:lnTo>
                <a:moveTo>
                  <a:pt x="1819717" y="918008"/>
                </a:moveTo>
                <a:lnTo>
                  <a:pt x="1683899" y="973293"/>
                </a:lnTo>
                <a:moveTo>
                  <a:pt x="1481120" y="885840"/>
                </a:moveTo>
                <a:lnTo>
                  <a:pt x="1353566" y="969420"/>
                </a:lnTo>
                <a:moveTo>
                  <a:pt x="903878" y="950732"/>
                </a:moveTo>
                <a:lnTo>
                  <a:pt x="934295" y="825679"/>
                </a:lnTo>
                <a:moveTo>
                  <a:pt x="1087266" y="317199"/>
                </a:moveTo>
                <a:lnTo>
                  <a:pt x="1048028" y="286245"/>
                </a:lnTo>
                <a:moveTo>
                  <a:pt x="1061689" y="794305"/>
                </a:moveTo>
                <a:lnTo>
                  <a:pt x="959006" y="820002"/>
                </a:lnTo>
                <a:moveTo>
                  <a:pt x="1075444" y="752159"/>
                </a:moveTo>
                <a:lnTo>
                  <a:pt x="939842" y="804808"/>
                </a:lnTo>
                <a:moveTo>
                  <a:pt x="1677728" y="584187"/>
                </a:moveTo>
                <a:lnTo>
                  <a:pt x="1578284" y="600090"/>
                </a:lnTo>
                <a:moveTo>
                  <a:pt x="1688587" y="609864"/>
                </a:moveTo>
                <a:lnTo>
                  <a:pt x="1677728" y="584187"/>
                </a:lnTo>
                <a:moveTo>
                  <a:pt x="826630" y="781340"/>
                </a:moveTo>
                <a:lnTo>
                  <a:pt x="852291" y="632356"/>
                </a:lnTo>
                <a:moveTo>
                  <a:pt x="1458661" y="991731"/>
                </a:moveTo>
                <a:lnTo>
                  <a:pt x="1481120" y="885840"/>
                </a:lnTo>
                <a:moveTo>
                  <a:pt x="1824115" y="864522"/>
                </a:moveTo>
                <a:lnTo>
                  <a:pt x="1851339" y="820520"/>
                </a:lnTo>
                <a:moveTo>
                  <a:pt x="925744" y="1267456"/>
                </a:moveTo>
                <a:lnTo>
                  <a:pt x="879382" y="1200024"/>
                </a:lnTo>
                <a:moveTo>
                  <a:pt x="1683899" y="973293"/>
                </a:moveTo>
                <a:lnTo>
                  <a:pt x="1581134" y="952930"/>
                </a:lnTo>
                <a:moveTo>
                  <a:pt x="1039219" y="866385"/>
                </a:moveTo>
                <a:lnTo>
                  <a:pt x="959006" y="820002"/>
                </a:lnTo>
                <a:moveTo>
                  <a:pt x="1115453" y="591904"/>
                </a:moveTo>
                <a:lnTo>
                  <a:pt x="1012486" y="573996"/>
                </a:lnTo>
                <a:moveTo>
                  <a:pt x="1012486" y="573996"/>
                </a:moveTo>
                <a:lnTo>
                  <a:pt x="910153" y="649255"/>
                </a:lnTo>
                <a:moveTo>
                  <a:pt x="1115453" y="591904"/>
                </a:moveTo>
                <a:lnTo>
                  <a:pt x="1000531" y="614391"/>
                </a:lnTo>
                <a:moveTo>
                  <a:pt x="1389017" y="832248"/>
                </a:moveTo>
                <a:lnTo>
                  <a:pt x="1418096" y="721748"/>
                </a:lnTo>
                <a:moveTo>
                  <a:pt x="1000531" y="614391"/>
                </a:moveTo>
                <a:lnTo>
                  <a:pt x="910153" y="649255"/>
                </a:lnTo>
                <a:moveTo>
                  <a:pt x="1380808" y="42238"/>
                </a:moveTo>
                <a:lnTo>
                  <a:pt x="1364480" y="41550"/>
                </a:lnTo>
                <a:moveTo>
                  <a:pt x="1475312" y="880474"/>
                </a:moveTo>
                <a:lnTo>
                  <a:pt x="1379047" y="870323"/>
                </a:lnTo>
                <a:moveTo>
                  <a:pt x="1039219" y="866385"/>
                </a:moveTo>
                <a:lnTo>
                  <a:pt x="934295" y="825679"/>
                </a:lnTo>
                <a:moveTo>
                  <a:pt x="1574268" y="936917"/>
                </a:moveTo>
                <a:lnTo>
                  <a:pt x="1553725" y="969536"/>
                </a:lnTo>
                <a:moveTo>
                  <a:pt x="934295" y="825679"/>
                </a:moveTo>
                <a:lnTo>
                  <a:pt x="834378" y="790902"/>
                </a:lnTo>
                <a:moveTo>
                  <a:pt x="1004505" y="983802"/>
                </a:moveTo>
                <a:lnTo>
                  <a:pt x="934295" y="825679"/>
                </a:lnTo>
                <a:moveTo>
                  <a:pt x="1380808" y="42238"/>
                </a:moveTo>
                <a:lnTo>
                  <a:pt x="1288238" y="41588"/>
                </a:lnTo>
                <a:moveTo>
                  <a:pt x="1087266" y="317199"/>
                </a:moveTo>
                <a:lnTo>
                  <a:pt x="1081197" y="316541"/>
                </a:lnTo>
                <a:moveTo>
                  <a:pt x="1231494" y="809265"/>
                </a:moveTo>
                <a:lnTo>
                  <a:pt x="1198626" y="688135"/>
                </a:lnTo>
                <a:moveTo>
                  <a:pt x="1105576" y="636825"/>
                </a:moveTo>
                <a:lnTo>
                  <a:pt x="1115453" y="591904"/>
                </a:lnTo>
                <a:moveTo>
                  <a:pt x="1115453" y="591904"/>
                </a:moveTo>
                <a:lnTo>
                  <a:pt x="1099478" y="457750"/>
                </a:lnTo>
                <a:moveTo>
                  <a:pt x="1281527" y="815703"/>
                </a:moveTo>
                <a:lnTo>
                  <a:pt x="1309847" y="695699"/>
                </a:lnTo>
                <a:moveTo>
                  <a:pt x="1475312" y="880474"/>
                </a:moveTo>
                <a:lnTo>
                  <a:pt x="1389017" y="832248"/>
                </a:lnTo>
                <a:moveTo>
                  <a:pt x="1112350" y="395350"/>
                </a:moveTo>
                <a:lnTo>
                  <a:pt x="1111437" y="370924"/>
                </a:lnTo>
                <a:moveTo>
                  <a:pt x="1428251" y="685970"/>
                </a:moveTo>
                <a:lnTo>
                  <a:pt x="1454785" y="601867"/>
                </a:lnTo>
                <a:moveTo>
                  <a:pt x="1281527" y="815703"/>
                </a:moveTo>
                <a:lnTo>
                  <a:pt x="1198626" y="688135"/>
                </a:lnTo>
                <a:moveTo>
                  <a:pt x="1177275" y="783879"/>
                </a:moveTo>
                <a:lnTo>
                  <a:pt x="1198626" y="688135"/>
                </a:lnTo>
                <a:moveTo>
                  <a:pt x="1375761" y="538441"/>
                </a:moveTo>
                <a:lnTo>
                  <a:pt x="1414286" y="459373"/>
                </a:lnTo>
                <a:moveTo>
                  <a:pt x="976119" y="689953"/>
                </a:moveTo>
                <a:lnTo>
                  <a:pt x="910153" y="649255"/>
                </a:lnTo>
                <a:moveTo>
                  <a:pt x="939842" y="804808"/>
                </a:moveTo>
                <a:lnTo>
                  <a:pt x="976119" y="689953"/>
                </a:lnTo>
                <a:moveTo>
                  <a:pt x="1389017" y="832248"/>
                </a:moveTo>
                <a:lnTo>
                  <a:pt x="1309847" y="695699"/>
                </a:lnTo>
                <a:moveTo>
                  <a:pt x="934295" y="825679"/>
                </a:moveTo>
                <a:lnTo>
                  <a:pt x="959006" y="820002"/>
                </a:lnTo>
                <a:moveTo>
                  <a:pt x="1418096" y="721748"/>
                </a:moveTo>
                <a:lnTo>
                  <a:pt x="1428251" y="685970"/>
                </a:lnTo>
                <a:moveTo>
                  <a:pt x="1389017" y="832248"/>
                </a:moveTo>
                <a:lnTo>
                  <a:pt x="1443685" y="714758"/>
                </a:lnTo>
                <a:moveTo>
                  <a:pt x="1198626" y="688135"/>
                </a:moveTo>
                <a:lnTo>
                  <a:pt x="1105576" y="636825"/>
                </a:lnTo>
                <a:moveTo>
                  <a:pt x="959006" y="820002"/>
                </a:moveTo>
                <a:lnTo>
                  <a:pt x="939842" y="804808"/>
                </a:lnTo>
                <a:moveTo>
                  <a:pt x="879382" y="1200024"/>
                </a:moveTo>
                <a:lnTo>
                  <a:pt x="841088" y="1153725"/>
                </a:lnTo>
                <a:moveTo>
                  <a:pt x="1081197" y="316541"/>
                </a:moveTo>
                <a:lnTo>
                  <a:pt x="1048028" y="286245"/>
                </a:lnTo>
                <a:moveTo>
                  <a:pt x="1574268" y="936917"/>
                </a:moveTo>
                <a:lnTo>
                  <a:pt x="1458661" y="991731"/>
                </a:lnTo>
                <a:moveTo>
                  <a:pt x="934295" y="825679"/>
                </a:moveTo>
                <a:lnTo>
                  <a:pt x="939842" y="804808"/>
                </a:lnTo>
                <a:moveTo>
                  <a:pt x="1418096" y="721748"/>
                </a:moveTo>
                <a:lnTo>
                  <a:pt x="1373405" y="694232"/>
                </a:lnTo>
                <a:moveTo>
                  <a:pt x="1767626" y="643087"/>
                </a:moveTo>
                <a:lnTo>
                  <a:pt x="1688587" y="609864"/>
                </a:lnTo>
                <a:moveTo>
                  <a:pt x="1134118" y="516287"/>
                </a:moveTo>
                <a:lnTo>
                  <a:pt x="1099478" y="457750"/>
                </a:lnTo>
                <a:moveTo>
                  <a:pt x="1428251" y="685970"/>
                </a:moveTo>
                <a:lnTo>
                  <a:pt x="1373405" y="694232"/>
                </a:lnTo>
                <a:moveTo>
                  <a:pt x="1564130" y="251034"/>
                </a:moveTo>
                <a:lnTo>
                  <a:pt x="1545998" y="247023"/>
                </a:lnTo>
                <a:moveTo>
                  <a:pt x="1803079" y="819722"/>
                </a:moveTo>
                <a:lnTo>
                  <a:pt x="1853356" y="810247"/>
                </a:lnTo>
                <a:moveTo>
                  <a:pt x="1418096" y="721748"/>
                </a:moveTo>
                <a:lnTo>
                  <a:pt x="1309847" y="695699"/>
                </a:lnTo>
                <a:moveTo>
                  <a:pt x="1454785" y="601867"/>
                </a:moveTo>
                <a:lnTo>
                  <a:pt x="1375761" y="538441"/>
                </a:lnTo>
                <a:moveTo>
                  <a:pt x="1414286" y="459373"/>
                </a:moveTo>
                <a:lnTo>
                  <a:pt x="1413846" y="393085"/>
                </a:lnTo>
                <a:moveTo>
                  <a:pt x="1788193" y="975064"/>
                </a:moveTo>
                <a:lnTo>
                  <a:pt x="1819717" y="918008"/>
                </a:lnTo>
                <a:moveTo>
                  <a:pt x="1767626" y="643087"/>
                </a:moveTo>
                <a:lnTo>
                  <a:pt x="1756339" y="625433"/>
                </a:lnTo>
                <a:moveTo>
                  <a:pt x="1545998" y="247023"/>
                </a:moveTo>
                <a:lnTo>
                  <a:pt x="1463478" y="204971"/>
                </a:lnTo>
                <a:moveTo>
                  <a:pt x="1581134" y="952930"/>
                </a:moveTo>
                <a:lnTo>
                  <a:pt x="1574268" y="936917"/>
                </a:lnTo>
                <a:moveTo>
                  <a:pt x="1851339" y="820520"/>
                </a:moveTo>
                <a:lnTo>
                  <a:pt x="1803079" y="819722"/>
                </a:lnTo>
                <a:moveTo>
                  <a:pt x="1558473" y="611011"/>
                </a:moveTo>
                <a:lnTo>
                  <a:pt x="1454785" y="601867"/>
                </a:lnTo>
                <a:moveTo>
                  <a:pt x="1443685" y="714758"/>
                </a:moveTo>
                <a:lnTo>
                  <a:pt x="1418096" y="721748"/>
                </a:lnTo>
                <a:moveTo>
                  <a:pt x="1443685" y="714758"/>
                </a:moveTo>
                <a:lnTo>
                  <a:pt x="1428251" y="685970"/>
                </a:lnTo>
                <a:moveTo>
                  <a:pt x="1481120" y="885840"/>
                </a:moveTo>
                <a:lnTo>
                  <a:pt x="1475312" y="880474"/>
                </a:lnTo>
                <a:moveTo>
                  <a:pt x="1482707" y="879796"/>
                </a:moveTo>
                <a:lnTo>
                  <a:pt x="1475312" y="880474"/>
                </a:lnTo>
                <a:moveTo>
                  <a:pt x="1309847" y="695699"/>
                </a:moveTo>
                <a:lnTo>
                  <a:pt x="1373405" y="694232"/>
                </a:lnTo>
                <a:moveTo>
                  <a:pt x="1428251" y="685970"/>
                </a:moveTo>
                <a:lnTo>
                  <a:pt x="1318749" y="659808"/>
                </a:lnTo>
                <a:moveTo>
                  <a:pt x="1470010" y="125515"/>
                </a:moveTo>
                <a:lnTo>
                  <a:pt x="1401195" y="18594"/>
                </a:lnTo>
                <a:moveTo>
                  <a:pt x="1481120" y="885840"/>
                </a:moveTo>
                <a:lnTo>
                  <a:pt x="1482707" y="879796"/>
                </a:lnTo>
                <a:moveTo>
                  <a:pt x="1454785" y="601867"/>
                </a:moveTo>
                <a:lnTo>
                  <a:pt x="1347880" y="552311"/>
                </a:lnTo>
                <a:moveTo>
                  <a:pt x="1380808" y="42238"/>
                </a:moveTo>
                <a:lnTo>
                  <a:pt x="1401195" y="18594"/>
                </a:lnTo>
                <a:moveTo>
                  <a:pt x="1115453" y="591904"/>
                </a:moveTo>
                <a:lnTo>
                  <a:pt x="1134118" y="516287"/>
                </a:lnTo>
                <a:moveTo>
                  <a:pt x="1767700" y="652910"/>
                </a:moveTo>
                <a:lnTo>
                  <a:pt x="1799121" y="637928"/>
                </a:lnTo>
                <a:moveTo>
                  <a:pt x="1309847" y="695699"/>
                </a:moveTo>
                <a:lnTo>
                  <a:pt x="1198626" y="688135"/>
                </a:lnTo>
                <a:moveTo>
                  <a:pt x="1850706" y="899792"/>
                </a:moveTo>
                <a:lnTo>
                  <a:pt x="1824115" y="864522"/>
                </a:lnTo>
                <a:moveTo>
                  <a:pt x="1792841" y="627357"/>
                </a:moveTo>
                <a:lnTo>
                  <a:pt x="1767626" y="643087"/>
                </a:lnTo>
                <a:moveTo>
                  <a:pt x="1373405" y="694232"/>
                </a:moveTo>
                <a:lnTo>
                  <a:pt x="1318749" y="659808"/>
                </a:lnTo>
                <a:moveTo>
                  <a:pt x="1413846" y="393085"/>
                </a:moveTo>
                <a:lnTo>
                  <a:pt x="1447327" y="312544"/>
                </a:lnTo>
                <a:moveTo>
                  <a:pt x="1428251" y="685970"/>
                </a:moveTo>
                <a:lnTo>
                  <a:pt x="1347880" y="552311"/>
                </a:lnTo>
                <a:moveTo>
                  <a:pt x="1309847" y="695699"/>
                </a:moveTo>
                <a:lnTo>
                  <a:pt x="1318749" y="659808"/>
                </a:lnTo>
                <a:moveTo>
                  <a:pt x="1767700" y="652910"/>
                </a:moveTo>
                <a:lnTo>
                  <a:pt x="1792841" y="627357"/>
                </a:lnTo>
                <a:moveTo>
                  <a:pt x="1318749" y="659808"/>
                </a:moveTo>
                <a:lnTo>
                  <a:pt x="1198626" y="688135"/>
                </a:lnTo>
                <a:moveTo>
                  <a:pt x="1672064" y="976802"/>
                </a:moveTo>
                <a:lnTo>
                  <a:pt x="1581134" y="952930"/>
                </a:lnTo>
                <a:moveTo>
                  <a:pt x="1112350" y="395350"/>
                </a:moveTo>
                <a:lnTo>
                  <a:pt x="1087266" y="317199"/>
                </a:lnTo>
                <a:moveTo>
                  <a:pt x="1220053" y="589953"/>
                </a:moveTo>
                <a:lnTo>
                  <a:pt x="1105576" y="636825"/>
                </a:lnTo>
                <a:moveTo>
                  <a:pt x="1500966" y="786239"/>
                </a:moveTo>
                <a:lnTo>
                  <a:pt x="1389017" y="832248"/>
                </a:lnTo>
                <a:moveTo>
                  <a:pt x="1389791" y="73101"/>
                </a:moveTo>
                <a:lnTo>
                  <a:pt x="1401195" y="18594"/>
                </a:lnTo>
                <a:moveTo>
                  <a:pt x="976119" y="689953"/>
                </a:moveTo>
                <a:lnTo>
                  <a:pt x="854362" y="723280"/>
                </a:lnTo>
                <a:moveTo>
                  <a:pt x="1545998" y="247023"/>
                </a:moveTo>
                <a:lnTo>
                  <a:pt x="1447327" y="312544"/>
                </a:lnTo>
                <a:moveTo>
                  <a:pt x="1099478" y="457750"/>
                </a:moveTo>
                <a:lnTo>
                  <a:pt x="1112350" y="395350"/>
                </a:lnTo>
                <a:moveTo>
                  <a:pt x="1788193" y="975064"/>
                </a:moveTo>
                <a:lnTo>
                  <a:pt x="1850706" y="899792"/>
                </a:lnTo>
                <a:moveTo>
                  <a:pt x="1788193" y="975064"/>
                </a:moveTo>
                <a:lnTo>
                  <a:pt x="1683899" y="973293"/>
                </a:lnTo>
                <a:moveTo>
                  <a:pt x="1574268" y="936917"/>
                </a:moveTo>
                <a:lnTo>
                  <a:pt x="1481120" y="885840"/>
                </a:lnTo>
                <a:moveTo>
                  <a:pt x="1791576" y="972842"/>
                </a:moveTo>
                <a:lnTo>
                  <a:pt x="1850706" y="899792"/>
                </a:lnTo>
                <a:moveTo>
                  <a:pt x="1048028" y="286245"/>
                </a:moveTo>
                <a:lnTo>
                  <a:pt x="1007812" y="208339"/>
                </a:lnTo>
                <a:moveTo>
                  <a:pt x="1318749" y="659808"/>
                </a:moveTo>
                <a:lnTo>
                  <a:pt x="1347880" y="552311"/>
                </a:lnTo>
                <a:moveTo>
                  <a:pt x="1220053" y="589953"/>
                </a:moveTo>
                <a:lnTo>
                  <a:pt x="1115453" y="591904"/>
                </a:lnTo>
                <a:moveTo>
                  <a:pt x="1347880" y="552311"/>
                </a:moveTo>
                <a:lnTo>
                  <a:pt x="1375761" y="538441"/>
                </a:lnTo>
                <a:moveTo>
                  <a:pt x="854362" y="723280"/>
                </a:moveTo>
                <a:lnTo>
                  <a:pt x="910153" y="649255"/>
                </a:lnTo>
                <a:moveTo>
                  <a:pt x="939842" y="804808"/>
                </a:moveTo>
                <a:lnTo>
                  <a:pt x="854362" y="723280"/>
                </a:lnTo>
                <a:moveTo>
                  <a:pt x="1447327" y="312544"/>
                </a:moveTo>
                <a:lnTo>
                  <a:pt x="1511577" y="265149"/>
                </a:lnTo>
                <a:moveTo>
                  <a:pt x="1683899" y="973293"/>
                </a:moveTo>
                <a:lnTo>
                  <a:pt x="1672064" y="976802"/>
                </a:lnTo>
                <a:moveTo>
                  <a:pt x="1677728" y="584187"/>
                </a:moveTo>
                <a:lnTo>
                  <a:pt x="1558473" y="611011"/>
                </a:lnTo>
                <a:moveTo>
                  <a:pt x="1375761" y="538441"/>
                </a:moveTo>
                <a:lnTo>
                  <a:pt x="1413846" y="393085"/>
                </a:lnTo>
                <a:moveTo>
                  <a:pt x="1198626" y="688135"/>
                </a:moveTo>
                <a:lnTo>
                  <a:pt x="1220053" y="589953"/>
                </a:lnTo>
                <a:moveTo>
                  <a:pt x="1778779" y="995215"/>
                </a:moveTo>
                <a:lnTo>
                  <a:pt x="1683899" y="973293"/>
                </a:lnTo>
                <a:moveTo>
                  <a:pt x="1500966" y="786239"/>
                </a:moveTo>
                <a:lnTo>
                  <a:pt x="1475312" y="880474"/>
                </a:lnTo>
                <a:moveTo>
                  <a:pt x="1112350" y="395350"/>
                </a:moveTo>
                <a:lnTo>
                  <a:pt x="1081197" y="316541"/>
                </a:lnTo>
                <a:moveTo>
                  <a:pt x="1081197" y="316541"/>
                </a:moveTo>
                <a:lnTo>
                  <a:pt x="1007812" y="208339"/>
                </a:lnTo>
                <a:moveTo>
                  <a:pt x="1380808" y="42238"/>
                </a:moveTo>
                <a:lnTo>
                  <a:pt x="1295913" y="0"/>
                </a:lnTo>
                <a:moveTo>
                  <a:pt x="1482707" y="879796"/>
                </a:moveTo>
                <a:lnTo>
                  <a:pt x="1500966" y="786239"/>
                </a:lnTo>
                <a:moveTo>
                  <a:pt x="1318749" y="659808"/>
                </a:moveTo>
                <a:lnTo>
                  <a:pt x="1220053" y="589953"/>
                </a:lnTo>
                <a:moveTo>
                  <a:pt x="1220053" y="589953"/>
                </a:moveTo>
                <a:lnTo>
                  <a:pt x="1134118" y="516287"/>
                </a:lnTo>
                <a:moveTo>
                  <a:pt x="1791576" y="972842"/>
                </a:moveTo>
                <a:lnTo>
                  <a:pt x="1824115" y="864522"/>
                </a:lnTo>
                <a:moveTo>
                  <a:pt x="1318749" y="659808"/>
                </a:moveTo>
                <a:lnTo>
                  <a:pt x="1222844" y="578010"/>
                </a:lnTo>
                <a:moveTo>
                  <a:pt x="1222844" y="578010"/>
                </a:moveTo>
                <a:lnTo>
                  <a:pt x="1134118" y="516287"/>
                </a:lnTo>
                <a:moveTo>
                  <a:pt x="1525654" y="683807"/>
                </a:moveTo>
                <a:lnTo>
                  <a:pt x="1454785" y="601867"/>
                </a:lnTo>
                <a:moveTo>
                  <a:pt x="1803079" y="819722"/>
                </a:moveTo>
                <a:lnTo>
                  <a:pt x="1832535" y="738006"/>
                </a:lnTo>
                <a:moveTo>
                  <a:pt x="1500966" y="786239"/>
                </a:moveTo>
                <a:lnTo>
                  <a:pt x="1443685" y="714758"/>
                </a:lnTo>
                <a:moveTo>
                  <a:pt x="1788600" y="970114"/>
                </a:moveTo>
                <a:lnTo>
                  <a:pt x="1824115" y="864522"/>
                </a:lnTo>
                <a:moveTo>
                  <a:pt x="1605128" y="605430"/>
                </a:moveTo>
                <a:lnTo>
                  <a:pt x="1558473" y="611011"/>
                </a:lnTo>
                <a:moveTo>
                  <a:pt x="1375761" y="538441"/>
                </a:moveTo>
                <a:lnTo>
                  <a:pt x="1358760" y="499523"/>
                </a:lnTo>
                <a:moveTo>
                  <a:pt x="1134118" y="516287"/>
                </a:moveTo>
                <a:lnTo>
                  <a:pt x="1112350" y="395350"/>
                </a:lnTo>
                <a:moveTo>
                  <a:pt x="1832535" y="738006"/>
                </a:moveTo>
                <a:lnTo>
                  <a:pt x="1767700" y="652910"/>
                </a:lnTo>
                <a:moveTo>
                  <a:pt x="1525654" y="683807"/>
                </a:moveTo>
                <a:lnTo>
                  <a:pt x="1428251" y="685970"/>
                </a:lnTo>
                <a:moveTo>
                  <a:pt x="1347880" y="552311"/>
                </a:moveTo>
                <a:lnTo>
                  <a:pt x="1222844" y="578010"/>
                </a:lnTo>
                <a:moveTo>
                  <a:pt x="1375761" y="538441"/>
                </a:moveTo>
                <a:lnTo>
                  <a:pt x="1377640" y="428843"/>
                </a:lnTo>
                <a:moveTo>
                  <a:pt x="1677728" y="584187"/>
                </a:moveTo>
                <a:lnTo>
                  <a:pt x="1605128" y="605430"/>
                </a:lnTo>
                <a:moveTo>
                  <a:pt x="1347880" y="552311"/>
                </a:moveTo>
                <a:lnTo>
                  <a:pt x="1358760" y="499523"/>
                </a:lnTo>
                <a:moveTo>
                  <a:pt x="1824115" y="864522"/>
                </a:moveTo>
                <a:lnTo>
                  <a:pt x="1803079" y="819722"/>
                </a:lnTo>
                <a:moveTo>
                  <a:pt x="1589068" y="856421"/>
                </a:moveTo>
                <a:lnTo>
                  <a:pt x="1481120" y="885840"/>
                </a:lnTo>
                <a:moveTo>
                  <a:pt x="1791576" y="972842"/>
                </a:moveTo>
                <a:lnTo>
                  <a:pt x="1788193" y="975064"/>
                </a:lnTo>
                <a:moveTo>
                  <a:pt x="1589068" y="856421"/>
                </a:moveTo>
                <a:lnTo>
                  <a:pt x="1482707" y="879796"/>
                </a:lnTo>
                <a:moveTo>
                  <a:pt x="1672064" y="976802"/>
                </a:moveTo>
                <a:lnTo>
                  <a:pt x="1574268" y="936917"/>
                </a:lnTo>
                <a:moveTo>
                  <a:pt x="1824115" y="864522"/>
                </a:moveTo>
                <a:lnTo>
                  <a:pt x="1689190" y="908940"/>
                </a:lnTo>
                <a:moveTo>
                  <a:pt x="1791576" y="972842"/>
                </a:moveTo>
                <a:lnTo>
                  <a:pt x="1788600" y="970114"/>
                </a:lnTo>
                <a:moveTo>
                  <a:pt x="1767626" y="643087"/>
                </a:moveTo>
                <a:lnTo>
                  <a:pt x="1677728" y="584187"/>
                </a:lnTo>
                <a:moveTo>
                  <a:pt x="1525654" y="683807"/>
                </a:moveTo>
                <a:lnTo>
                  <a:pt x="1443685" y="714758"/>
                </a:lnTo>
                <a:moveTo>
                  <a:pt x="1220053" y="589953"/>
                </a:moveTo>
                <a:lnTo>
                  <a:pt x="1222844" y="578010"/>
                </a:lnTo>
                <a:moveTo>
                  <a:pt x="1377640" y="428843"/>
                </a:moveTo>
                <a:lnTo>
                  <a:pt x="1413846" y="393085"/>
                </a:lnTo>
                <a:moveTo>
                  <a:pt x="1788600" y="970114"/>
                </a:moveTo>
                <a:lnTo>
                  <a:pt x="1672064" y="976802"/>
                </a:lnTo>
                <a:moveTo>
                  <a:pt x="1788193" y="975064"/>
                </a:moveTo>
                <a:lnTo>
                  <a:pt x="1778779" y="995215"/>
                </a:lnTo>
                <a:moveTo>
                  <a:pt x="1081197" y="316541"/>
                </a:moveTo>
                <a:lnTo>
                  <a:pt x="1075659" y="278054"/>
                </a:lnTo>
                <a:moveTo>
                  <a:pt x="1413846" y="393085"/>
                </a:moveTo>
                <a:lnTo>
                  <a:pt x="1511577" y="265149"/>
                </a:lnTo>
                <a:moveTo>
                  <a:pt x="1689190" y="908940"/>
                </a:moveTo>
                <a:lnTo>
                  <a:pt x="1574268" y="936917"/>
                </a:lnTo>
                <a:moveTo>
                  <a:pt x="1470010" y="125515"/>
                </a:moveTo>
                <a:lnTo>
                  <a:pt x="1389791" y="73101"/>
                </a:lnTo>
                <a:moveTo>
                  <a:pt x="1525654" y="683807"/>
                </a:moveTo>
                <a:lnTo>
                  <a:pt x="1558473" y="611011"/>
                </a:lnTo>
                <a:moveTo>
                  <a:pt x="1791576" y="972842"/>
                </a:moveTo>
                <a:lnTo>
                  <a:pt x="1778779" y="995215"/>
                </a:lnTo>
                <a:moveTo>
                  <a:pt x="1389791" y="73101"/>
                </a:moveTo>
                <a:lnTo>
                  <a:pt x="1380808" y="42238"/>
                </a:lnTo>
                <a:moveTo>
                  <a:pt x="1778779" y="995215"/>
                </a:moveTo>
                <a:lnTo>
                  <a:pt x="1788600" y="970114"/>
                </a:lnTo>
                <a:moveTo>
                  <a:pt x="1134118" y="516287"/>
                </a:moveTo>
                <a:lnTo>
                  <a:pt x="1137993" y="455138"/>
                </a:lnTo>
                <a:moveTo>
                  <a:pt x="1370980" y="59721"/>
                </a:moveTo>
                <a:lnTo>
                  <a:pt x="1380808" y="42238"/>
                </a:lnTo>
                <a:moveTo>
                  <a:pt x="1824115" y="864522"/>
                </a:moveTo>
                <a:lnTo>
                  <a:pt x="1699194" y="859665"/>
                </a:lnTo>
                <a:moveTo>
                  <a:pt x="1574268" y="936917"/>
                </a:moveTo>
                <a:lnTo>
                  <a:pt x="1589068" y="856421"/>
                </a:lnTo>
                <a:moveTo>
                  <a:pt x="1778779" y="995215"/>
                </a:moveTo>
                <a:lnTo>
                  <a:pt x="1672064" y="976802"/>
                </a:lnTo>
                <a:moveTo>
                  <a:pt x="1358760" y="499523"/>
                </a:moveTo>
                <a:lnTo>
                  <a:pt x="1377640" y="428843"/>
                </a:lnTo>
                <a:moveTo>
                  <a:pt x="1788600" y="970114"/>
                </a:moveTo>
                <a:lnTo>
                  <a:pt x="1689190" y="908940"/>
                </a:lnTo>
                <a:moveTo>
                  <a:pt x="1545998" y="247023"/>
                </a:moveTo>
                <a:lnTo>
                  <a:pt x="1511577" y="265149"/>
                </a:lnTo>
                <a:moveTo>
                  <a:pt x="1672064" y="976802"/>
                </a:moveTo>
                <a:lnTo>
                  <a:pt x="1689190" y="908940"/>
                </a:lnTo>
                <a:moveTo>
                  <a:pt x="1161497" y="358240"/>
                </a:moveTo>
                <a:lnTo>
                  <a:pt x="1081197" y="316541"/>
                </a:lnTo>
                <a:moveTo>
                  <a:pt x="1470010" y="125515"/>
                </a:moveTo>
                <a:lnTo>
                  <a:pt x="1356717" y="100239"/>
                </a:lnTo>
                <a:moveTo>
                  <a:pt x="1435751" y="215837"/>
                </a:moveTo>
                <a:lnTo>
                  <a:pt x="1470010" y="125515"/>
                </a:lnTo>
                <a:moveTo>
                  <a:pt x="1389791" y="73101"/>
                </a:moveTo>
                <a:lnTo>
                  <a:pt x="1370980" y="59721"/>
                </a:lnTo>
                <a:moveTo>
                  <a:pt x="1803079" y="819722"/>
                </a:moveTo>
                <a:lnTo>
                  <a:pt x="1767700" y="652910"/>
                </a:lnTo>
                <a:moveTo>
                  <a:pt x="1525654" y="683807"/>
                </a:moveTo>
                <a:lnTo>
                  <a:pt x="1605128" y="605430"/>
                </a:lnTo>
                <a:moveTo>
                  <a:pt x="1165962" y="335980"/>
                </a:moveTo>
                <a:lnTo>
                  <a:pt x="1081197" y="316541"/>
                </a:lnTo>
                <a:moveTo>
                  <a:pt x="1665428" y="580415"/>
                </a:moveTo>
                <a:lnTo>
                  <a:pt x="1677728" y="584187"/>
                </a:lnTo>
                <a:moveTo>
                  <a:pt x="1767700" y="652910"/>
                </a:moveTo>
                <a:lnTo>
                  <a:pt x="1767626" y="643087"/>
                </a:lnTo>
                <a:moveTo>
                  <a:pt x="1589068" y="856421"/>
                </a:moveTo>
                <a:lnTo>
                  <a:pt x="1500966" y="786239"/>
                </a:lnTo>
                <a:moveTo>
                  <a:pt x="1358760" y="499523"/>
                </a:moveTo>
                <a:lnTo>
                  <a:pt x="1335376" y="460486"/>
                </a:lnTo>
                <a:moveTo>
                  <a:pt x="1500966" y="786239"/>
                </a:moveTo>
                <a:lnTo>
                  <a:pt x="1525654" y="683807"/>
                </a:lnTo>
                <a:moveTo>
                  <a:pt x="1764373" y="647245"/>
                </a:moveTo>
                <a:lnTo>
                  <a:pt x="1767626" y="643087"/>
                </a:lnTo>
                <a:moveTo>
                  <a:pt x="1347880" y="552311"/>
                </a:moveTo>
                <a:lnTo>
                  <a:pt x="1235508" y="495700"/>
                </a:lnTo>
                <a:moveTo>
                  <a:pt x="1222844" y="578010"/>
                </a:moveTo>
                <a:lnTo>
                  <a:pt x="1137993" y="455138"/>
                </a:lnTo>
                <a:moveTo>
                  <a:pt x="1356717" y="100239"/>
                </a:moveTo>
                <a:lnTo>
                  <a:pt x="1389791" y="73101"/>
                </a:lnTo>
                <a:moveTo>
                  <a:pt x="1590569" y="845850"/>
                </a:moveTo>
                <a:lnTo>
                  <a:pt x="1500966" y="786239"/>
                </a:lnTo>
                <a:moveTo>
                  <a:pt x="1767700" y="652910"/>
                </a:moveTo>
                <a:lnTo>
                  <a:pt x="1764373" y="647245"/>
                </a:lnTo>
                <a:moveTo>
                  <a:pt x="1137993" y="455138"/>
                </a:moveTo>
                <a:lnTo>
                  <a:pt x="1112350" y="395350"/>
                </a:lnTo>
                <a:moveTo>
                  <a:pt x="1803079" y="819722"/>
                </a:moveTo>
                <a:lnTo>
                  <a:pt x="1754402" y="674927"/>
                </a:lnTo>
                <a:moveTo>
                  <a:pt x="1377640" y="428843"/>
                </a:moveTo>
                <a:lnTo>
                  <a:pt x="1335376" y="460486"/>
                </a:lnTo>
                <a:moveTo>
                  <a:pt x="1546262" y="678556"/>
                </a:moveTo>
                <a:lnTo>
                  <a:pt x="1605128" y="605430"/>
                </a:lnTo>
                <a:moveTo>
                  <a:pt x="1511577" y="265149"/>
                </a:moveTo>
                <a:lnTo>
                  <a:pt x="1435751" y="215837"/>
                </a:lnTo>
                <a:moveTo>
                  <a:pt x="1689190" y="908940"/>
                </a:moveTo>
                <a:lnTo>
                  <a:pt x="1589068" y="856421"/>
                </a:lnTo>
                <a:moveTo>
                  <a:pt x="1356717" y="100239"/>
                </a:moveTo>
                <a:lnTo>
                  <a:pt x="1370980" y="59721"/>
                </a:lnTo>
                <a:moveTo>
                  <a:pt x="1075659" y="278054"/>
                </a:moveTo>
                <a:lnTo>
                  <a:pt x="1007812" y="208339"/>
                </a:lnTo>
                <a:moveTo>
                  <a:pt x="1470010" y="125515"/>
                </a:moveTo>
                <a:lnTo>
                  <a:pt x="1336594" y="151589"/>
                </a:lnTo>
                <a:moveTo>
                  <a:pt x="1665428" y="580415"/>
                </a:moveTo>
                <a:lnTo>
                  <a:pt x="1605128" y="605430"/>
                </a:lnTo>
                <a:moveTo>
                  <a:pt x="1699194" y="859665"/>
                </a:moveTo>
                <a:lnTo>
                  <a:pt x="1803079" y="819722"/>
                </a:lnTo>
                <a:moveTo>
                  <a:pt x="1500966" y="786239"/>
                </a:moveTo>
                <a:lnTo>
                  <a:pt x="1546262" y="678556"/>
                </a:lnTo>
                <a:moveTo>
                  <a:pt x="1754402" y="674927"/>
                </a:moveTo>
                <a:lnTo>
                  <a:pt x="1767700" y="652910"/>
                </a:lnTo>
                <a:moveTo>
                  <a:pt x="1689190" y="908940"/>
                </a:moveTo>
                <a:lnTo>
                  <a:pt x="1590569" y="845850"/>
                </a:lnTo>
                <a:moveTo>
                  <a:pt x="1413846" y="393085"/>
                </a:moveTo>
                <a:lnTo>
                  <a:pt x="1496501" y="351065"/>
                </a:lnTo>
                <a:moveTo>
                  <a:pt x="1754402" y="674927"/>
                </a:moveTo>
                <a:lnTo>
                  <a:pt x="1764373" y="647245"/>
                </a:lnTo>
                <a:moveTo>
                  <a:pt x="1689190" y="908940"/>
                </a:moveTo>
                <a:lnTo>
                  <a:pt x="1699194" y="859665"/>
                </a:lnTo>
                <a:moveTo>
                  <a:pt x="1222844" y="578010"/>
                </a:moveTo>
                <a:lnTo>
                  <a:pt x="1235508" y="495700"/>
                </a:lnTo>
                <a:moveTo>
                  <a:pt x="1358760" y="499523"/>
                </a:moveTo>
                <a:lnTo>
                  <a:pt x="1235508" y="495700"/>
                </a:lnTo>
                <a:moveTo>
                  <a:pt x="1767626" y="643087"/>
                </a:moveTo>
                <a:lnTo>
                  <a:pt x="1665428" y="580415"/>
                </a:lnTo>
                <a:moveTo>
                  <a:pt x="1589068" y="856421"/>
                </a:moveTo>
                <a:lnTo>
                  <a:pt x="1590569" y="845850"/>
                </a:lnTo>
                <a:moveTo>
                  <a:pt x="1161497" y="358240"/>
                </a:moveTo>
                <a:lnTo>
                  <a:pt x="1112350" y="395350"/>
                </a:lnTo>
                <a:moveTo>
                  <a:pt x="1413846" y="393085"/>
                </a:moveTo>
                <a:lnTo>
                  <a:pt x="1380048" y="371225"/>
                </a:lnTo>
                <a:moveTo>
                  <a:pt x="1803079" y="819722"/>
                </a:moveTo>
                <a:lnTo>
                  <a:pt x="1730066" y="738137"/>
                </a:lnTo>
                <a:moveTo>
                  <a:pt x="1109463" y="144847"/>
                </a:moveTo>
                <a:lnTo>
                  <a:pt x="1007812" y="208339"/>
                </a:lnTo>
                <a:moveTo>
                  <a:pt x="1764373" y="647245"/>
                </a:moveTo>
                <a:lnTo>
                  <a:pt x="1665428" y="580415"/>
                </a:lnTo>
                <a:moveTo>
                  <a:pt x="1370980" y="59721"/>
                </a:moveTo>
                <a:lnTo>
                  <a:pt x="1313368" y="141100"/>
                </a:lnTo>
                <a:moveTo>
                  <a:pt x="1098454" y="181119"/>
                </a:moveTo>
                <a:lnTo>
                  <a:pt x="1007812" y="208339"/>
                </a:lnTo>
                <a:moveTo>
                  <a:pt x="1699194" y="859665"/>
                </a:moveTo>
                <a:lnTo>
                  <a:pt x="1590569" y="845850"/>
                </a:lnTo>
                <a:moveTo>
                  <a:pt x="1546262" y="678556"/>
                </a:moveTo>
                <a:lnTo>
                  <a:pt x="1525654" y="683807"/>
                </a:lnTo>
                <a:moveTo>
                  <a:pt x="1496501" y="351065"/>
                </a:moveTo>
                <a:lnTo>
                  <a:pt x="1511577" y="265149"/>
                </a:lnTo>
                <a:moveTo>
                  <a:pt x="1336594" y="151589"/>
                </a:moveTo>
                <a:lnTo>
                  <a:pt x="1356717" y="100239"/>
                </a:lnTo>
                <a:moveTo>
                  <a:pt x="1356717" y="100239"/>
                </a:moveTo>
                <a:lnTo>
                  <a:pt x="1313368" y="141100"/>
                </a:lnTo>
                <a:moveTo>
                  <a:pt x="1435751" y="215837"/>
                </a:moveTo>
                <a:lnTo>
                  <a:pt x="1336594" y="151589"/>
                </a:lnTo>
                <a:moveTo>
                  <a:pt x="1764373" y="647245"/>
                </a:moveTo>
                <a:lnTo>
                  <a:pt x="1717302" y="728510"/>
                </a:lnTo>
                <a:moveTo>
                  <a:pt x="1235508" y="495700"/>
                </a:moveTo>
                <a:lnTo>
                  <a:pt x="1335376" y="460486"/>
                </a:lnTo>
                <a:moveTo>
                  <a:pt x="1607791" y="752567"/>
                </a:moveTo>
                <a:lnTo>
                  <a:pt x="1500966" y="786239"/>
                </a:lnTo>
                <a:moveTo>
                  <a:pt x="1377640" y="428843"/>
                </a:moveTo>
                <a:lnTo>
                  <a:pt x="1269909" y="361056"/>
                </a:lnTo>
                <a:moveTo>
                  <a:pt x="1377640" y="428843"/>
                </a:moveTo>
                <a:lnTo>
                  <a:pt x="1380048" y="371225"/>
                </a:lnTo>
                <a:moveTo>
                  <a:pt x="1402287" y="296488"/>
                </a:moveTo>
                <a:lnTo>
                  <a:pt x="1511577" y="265149"/>
                </a:lnTo>
                <a:moveTo>
                  <a:pt x="1730066" y="738137"/>
                </a:moveTo>
                <a:lnTo>
                  <a:pt x="1754402" y="674927"/>
                </a:lnTo>
                <a:moveTo>
                  <a:pt x="1235508" y="495700"/>
                </a:moveTo>
                <a:lnTo>
                  <a:pt x="1137993" y="455138"/>
                </a:lnTo>
                <a:moveTo>
                  <a:pt x="1754402" y="674927"/>
                </a:moveTo>
                <a:lnTo>
                  <a:pt x="1717302" y="728510"/>
                </a:lnTo>
                <a:moveTo>
                  <a:pt x="1137993" y="455138"/>
                </a:moveTo>
                <a:lnTo>
                  <a:pt x="1161497" y="358240"/>
                </a:lnTo>
                <a:moveTo>
                  <a:pt x="1699194" y="859665"/>
                </a:moveTo>
                <a:lnTo>
                  <a:pt x="1730066" y="738137"/>
                </a:lnTo>
                <a:moveTo>
                  <a:pt x="1335376" y="460486"/>
                </a:moveTo>
                <a:lnTo>
                  <a:pt x="1263643" y="386136"/>
                </a:lnTo>
                <a:moveTo>
                  <a:pt x="1336594" y="151589"/>
                </a:moveTo>
                <a:lnTo>
                  <a:pt x="1313368" y="141100"/>
                </a:lnTo>
                <a:moveTo>
                  <a:pt x="1435751" y="215837"/>
                </a:moveTo>
                <a:lnTo>
                  <a:pt x="1301271" y="254848"/>
                </a:lnTo>
                <a:moveTo>
                  <a:pt x="1075659" y="278054"/>
                </a:moveTo>
                <a:lnTo>
                  <a:pt x="1098454" y="181119"/>
                </a:lnTo>
                <a:moveTo>
                  <a:pt x="1402287" y="296488"/>
                </a:moveTo>
                <a:lnTo>
                  <a:pt x="1435751" y="215837"/>
                </a:lnTo>
                <a:moveTo>
                  <a:pt x="1335376" y="460486"/>
                </a:moveTo>
                <a:lnTo>
                  <a:pt x="1269909" y="361056"/>
                </a:lnTo>
                <a:moveTo>
                  <a:pt x="1165962" y="335980"/>
                </a:moveTo>
                <a:lnTo>
                  <a:pt x="1075659" y="278054"/>
                </a:lnTo>
                <a:moveTo>
                  <a:pt x="1263643" y="386136"/>
                </a:moveTo>
                <a:lnTo>
                  <a:pt x="1137993" y="455138"/>
                </a:lnTo>
                <a:moveTo>
                  <a:pt x="1200070" y="215463"/>
                </a:moveTo>
                <a:lnTo>
                  <a:pt x="1075659" y="278054"/>
                </a:lnTo>
                <a:moveTo>
                  <a:pt x="1633845" y="638185"/>
                </a:moveTo>
                <a:lnTo>
                  <a:pt x="1605128" y="605430"/>
                </a:lnTo>
                <a:moveTo>
                  <a:pt x="1336594" y="151589"/>
                </a:moveTo>
                <a:lnTo>
                  <a:pt x="1220588" y="152643"/>
                </a:lnTo>
                <a:moveTo>
                  <a:pt x="1590569" y="845850"/>
                </a:moveTo>
                <a:lnTo>
                  <a:pt x="1607791" y="752567"/>
                </a:lnTo>
                <a:moveTo>
                  <a:pt x="1220588" y="152643"/>
                </a:moveTo>
                <a:lnTo>
                  <a:pt x="1313368" y="141100"/>
                </a:lnTo>
                <a:moveTo>
                  <a:pt x="1699194" y="859665"/>
                </a:moveTo>
                <a:lnTo>
                  <a:pt x="1607791" y="752567"/>
                </a:lnTo>
                <a:moveTo>
                  <a:pt x="1730066" y="738137"/>
                </a:moveTo>
                <a:lnTo>
                  <a:pt x="1717302" y="728510"/>
                </a:lnTo>
                <a:moveTo>
                  <a:pt x="1607791" y="752567"/>
                </a:moveTo>
                <a:lnTo>
                  <a:pt x="1546262" y="678556"/>
                </a:lnTo>
                <a:moveTo>
                  <a:pt x="1336594" y="151589"/>
                </a:moveTo>
                <a:lnTo>
                  <a:pt x="1200070" y="215463"/>
                </a:lnTo>
                <a:moveTo>
                  <a:pt x="1235508" y="495700"/>
                </a:moveTo>
                <a:lnTo>
                  <a:pt x="1263643" y="386136"/>
                </a:lnTo>
                <a:moveTo>
                  <a:pt x="1161497" y="358240"/>
                </a:moveTo>
                <a:lnTo>
                  <a:pt x="1165962" y="335980"/>
                </a:lnTo>
                <a:moveTo>
                  <a:pt x="1220588" y="152643"/>
                </a:moveTo>
                <a:lnTo>
                  <a:pt x="1109463" y="144847"/>
                </a:lnTo>
                <a:moveTo>
                  <a:pt x="1301271" y="254848"/>
                </a:moveTo>
                <a:lnTo>
                  <a:pt x="1336594" y="151589"/>
                </a:lnTo>
                <a:moveTo>
                  <a:pt x="1098454" y="181119"/>
                </a:moveTo>
                <a:lnTo>
                  <a:pt x="1109463" y="144847"/>
                </a:lnTo>
                <a:moveTo>
                  <a:pt x="1263643" y="386136"/>
                </a:moveTo>
                <a:lnTo>
                  <a:pt x="1161497" y="358240"/>
                </a:lnTo>
                <a:moveTo>
                  <a:pt x="1200070" y="215463"/>
                </a:moveTo>
                <a:lnTo>
                  <a:pt x="1220588" y="152643"/>
                </a:lnTo>
                <a:moveTo>
                  <a:pt x="1200070" y="215463"/>
                </a:moveTo>
                <a:lnTo>
                  <a:pt x="1109463" y="144847"/>
                </a:lnTo>
                <a:moveTo>
                  <a:pt x="1764373" y="647245"/>
                </a:moveTo>
                <a:lnTo>
                  <a:pt x="1633845" y="638185"/>
                </a:lnTo>
                <a:moveTo>
                  <a:pt x="1496501" y="351065"/>
                </a:moveTo>
                <a:lnTo>
                  <a:pt x="1402287" y="296488"/>
                </a:lnTo>
                <a:moveTo>
                  <a:pt x="1200070" y="215463"/>
                </a:moveTo>
                <a:lnTo>
                  <a:pt x="1098454" y="181119"/>
                </a:lnTo>
                <a:moveTo>
                  <a:pt x="1730066" y="738137"/>
                </a:moveTo>
                <a:lnTo>
                  <a:pt x="1607791" y="752567"/>
                </a:lnTo>
                <a:moveTo>
                  <a:pt x="1380048" y="371225"/>
                </a:moveTo>
                <a:lnTo>
                  <a:pt x="1496501" y="351065"/>
                </a:lnTo>
                <a:moveTo>
                  <a:pt x="1263643" y="386136"/>
                </a:moveTo>
                <a:lnTo>
                  <a:pt x="1165962" y="335980"/>
                </a:lnTo>
                <a:moveTo>
                  <a:pt x="1165962" y="335980"/>
                </a:moveTo>
                <a:lnTo>
                  <a:pt x="1200070" y="215463"/>
                </a:lnTo>
                <a:moveTo>
                  <a:pt x="1607791" y="752567"/>
                </a:moveTo>
                <a:lnTo>
                  <a:pt x="1717302" y="728510"/>
                </a:lnTo>
                <a:moveTo>
                  <a:pt x="1301271" y="254848"/>
                </a:moveTo>
                <a:lnTo>
                  <a:pt x="1165962" y="335980"/>
                </a:lnTo>
                <a:moveTo>
                  <a:pt x="1269909" y="361056"/>
                </a:moveTo>
                <a:lnTo>
                  <a:pt x="1165962" y="335980"/>
                </a:lnTo>
                <a:moveTo>
                  <a:pt x="1301271" y="254848"/>
                </a:moveTo>
                <a:lnTo>
                  <a:pt x="1200070" y="215463"/>
                </a:lnTo>
                <a:moveTo>
                  <a:pt x="1263643" y="386136"/>
                </a:moveTo>
                <a:lnTo>
                  <a:pt x="1269909" y="361056"/>
                </a:lnTo>
                <a:moveTo>
                  <a:pt x="1402287" y="296488"/>
                </a:moveTo>
                <a:lnTo>
                  <a:pt x="1301271" y="254848"/>
                </a:lnTo>
                <a:moveTo>
                  <a:pt x="1269909" y="361056"/>
                </a:moveTo>
                <a:lnTo>
                  <a:pt x="1301271" y="254848"/>
                </a:lnTo>
                <a:moveTo>
                  <a:pt x="1402287" y="296488"/>
                </a:moveTo>
                <a:lnTo>
                  <a:pt x="1269909" y="361056"/>
                </a:lnTo>
                <a:moveTo>
                  <a:pt x="1380048" y="371225"/>
                </a:moveTo>
                <a:lnTo>
                  <a:pt x="1402287" y="296488"/>
                </a:lnTo>
                <a:moveTo>
                  <a:pt x="1380048" y="371225"/>
                </a:moveTo>
                <a:lnTo>
                  <a:pt x="1269909" y="361056"/>
                </a:lnTo>
                <a:moveTo>
                  <a:pt x="1633845" y="638185"/>
                </a:moveTo>
                <a:lnTo>
                  <a:pt x="1546262" y="678556"/>
                </a:lnTo>
                <a:moveTo>
                  <a:pt x="1633845" y="638185"/>
                </a:moveTo>
                <a:lnTo>
                  <a:pt x="1665428" y="580415"/>
                </a:lnTo>
                <a:moveTo>
                  <a:pt x="1717302" y="728510"/>
                </a:moveTo>
                <a:lnTo>
                  <a:pt x="1633845" y="638185"/>
                </a:lnTo>
                <a:moveTo>
                  <a:pt x="1607791" y="752567"/>
                </a:moveTo>
                <a:lnTo>
                  <a:pt x="1633845" y="638185"/>
                </a:lnTo>
                <a:moveTo>
                  <a:pt x="1469430" y="423744"/>
                </a:moveTo>
                <a:lnTo>
                  <a:pt x="1507312" y="289364"/>
                </a:lnTo>
                <a:moveTo>
                  <a:pt x="1469430" y="423744"/>
                </a:moveTo>
                <a:lnTo>
                  <a:pt x="1507936" y="288244"/>
                </a:lnTo>
                <a:moveTo>
                  <a:pt x="1507312" y="289364"/>
                </a:moveTo>
                <a:lnTo>
                  <a:pt x="1507439" y="288039"/>
                </a:lnTo>
                <a:moveTo>
                  <a:pt x="1507312" y="289364"/>
                </a:moveTo>
                <a:lnTo>
                  <a:pt x="1507334" y="288068"/>
                </a:lnTo>
                <a:moveTo>
                  <a:pt x="1507936" y="288244"/>
                </a:moveTo>
                <a:lnTo>
                  <a:pt x="1507312" y="289364"/>
                </a:lnTo>
                <a:moveTo>
                  <a:pt x="1507439" y="288039"/>
                </a:moveTo>
                <a:lnTo>
                  <a:pt x="1507334" y="288068"/>
                </a:lnTo>
                <a:moveTo>
                  <a:pt x="1507420" y="288045"/>
                </a:moveTo>
                <a:lnTo>
                  <a:pt x="1507439" y="288039"/>
                </a:lnTo>
                <a:moveTo>
                  <a:pt x="1507936" y="288244"/>
                </a:moveTo>
                <a:lnTo>
                  <a:pt x="1507439" y="288039"/>
                </a:lnTo>
                <a:moveTo>
                  <a:pt x="1507420" y="288045"/>
                </a:moveTo>
                <a:lnTo>
                  <a:pt x="1507334" y="288068"/>
                </a:lnTo>
                <a:moveTo>
                  <a:pt x="1507936" y="288244"/>
                </a:moveTo>
                <a:lnTo>
                  <a:pt x="1507420" y="288045"/>
                </a:lnTo>
                <a:moveTo>
                  <a:pt x="1469430" y="423744"/>
                </a:moveTo>
                <a:lnTo>
                  <a:pt x="1458682" y="364178"/>
                </a:lnTo>
                <a:moveTo>
                  <a:pt x="1495914" y="375052"/>
                </a:moveTo>
                <a:lnTo>
                  <a:pt x="1469430" y="423744"/>
                </a:lnTo>
                <a:moveTo>
                  <a:pt x="1507312" y="289364"/>
                </a:moveTo>
                <a:lnTo>
                  <a:pt x="1458682" y="364178"/>
                </a:lnTo>
                <a:moveTo>
                  <a:pt x="1458682" y="364178"/>
                </a:moveTo>
                <a:lnTo>
                  <a:pt x="1507334" y="288068"/>
                </a:lnTo>
                <a:moveTo>
                  <a:pt x="1469430" y="423744"/>
                </a:moveTo>
                <a:lnTo>
                  <a:pt x="1468713" y="381274"/>
                </a:lnTo>
                <a:moveTo>
                  <a:pt x="1495914" y="375052"/>
                </a:moveTo>
                <a:lnTo>
                  <a:pt x="1507420" y="288045"/>
                </a:lnTo>
                <a:moveTo>
                  <a:pt x="1495914" y="375052"/>
                </a:moveTo>
                <a:lnTo>
                  <a:pt x="1507936" y="288244"/>
                </a:lnTo>
                <a:moveTo>
                  <a:pt x="1468713" y="381274"/>
                </a:moveTo>
                <a:lnTo>
                  <a:pt x="1458682" y="364178"/>
                </a:lnTo>
                <a:moveTo>
                  <a:pt x="1495914" y="375052"/>
                </a:moveTo>
                <a:lnTo>
                  <a:pt x="1468713" y="381274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40FA5A5B-9307-49C4-9591-A7D9746F1BB0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338" y="505477"/>
                </a:moveTo>
                <a:lnTo>
                  <a:pt x="1515211" y="4820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AB6739C3-D945-460E-B862-96C916B40E0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449" y="579772"/>
                </a:moveTo>
                <a:lnTo>
                  <a:pt x="940827" y="644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505754CE-DC01-4835-AFDF-C1E93AE861F1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6932" y="1116901"/>
                </a:moveTo>
                <a:lnTo>
                  <a:pt x="1468397" y="11283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5F5D43CF-EDBF-4B03-B786-933973E55228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338" y="505477"/>
                </a:moveTo>
                <a:lnTo>
                  <a:pt x="1699377" y="584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07C29F9C-0FF3-44E0-B289-4588C3CF77B7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482" y="614441"/>
                </a:moveTo>
                <a:lnTo>
                  <a:pt x="1559338" y="505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44A95075-BB81-47DC-A126-6CE18EE8CB8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1187" y="418629"/>
                </a:moveTo>
                <a:lnTo>
                  <a:pt x="975449" y="5797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EE3CE3D1-CF17-46D1-ADCE-C4BD9D6CF1D5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338" y="505477"/>
                </a:moveTo>
                <a:lnTo>
                  <a:pt x="1545569" y="3741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353AD5D8-C7E4-455A-B509-5023B4367258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449" y="579772"/>
                </a:moveTo>
                <a:lnTo>
                  <a:pt x="1134070" y="6393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418F0C08-518B-496C-BD61-7948FD5B98F1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9098" y="951335"/>
                </a:moveTo>
                <a:lnTo>
                  <a:pt x="1416932" y="11169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3DDA3D0E-A3B5-4BC1-A308-7AEEB95903D6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6932" y="1116901"/>
                </a:moveTo>
                <a:lnTo>
                  <a:pt x="1281986" y="12002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7C7D0B80-9A22-49F0-9179-1C44B3E6AAAC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449" y="579772"/>
                </a:moveTo>
                <a:lnTo>
                  <a:pt x="885177" y="636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99D4852F-84BD-44DE-95BB-F392CFBB6F3E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8893" y="973739"/>
                </a:moveTo>
                <a:lnTo>
                  <a:pt x="849054" y="9162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3D16444B-9793-47FA-812B-648FC9BB6BA6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6932" y="1116901"/>
                </a:moveTo>
                <a:lnTo>
                  <a:pt x="1533781" y="11380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156D9406-94A7-41A7-83C3-037E9F0E943C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4210" y="635022"/>
                </a:moveTo>
                <a:lnTo>
                  <a:pt x="1440482" y="614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3CAB8A3C-F89D-40E8-AEAF-A6AD22FBE40C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973" y="898247"/>
                </a:moveTo>
                <a:lnTo>
                  <a:pt x="1369098" y="9513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29A0D566-30D4-494C-9F5D-9DD687BF5A64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3313" y="909250"/>
                </a:moveTo>
                <a:lnTo>
                  <a:pt x="948893" y="9737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3B3003B8-386F-4677-B08B-E2E99653E545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070" y="639358"/>
                </a:moveTo>
                <a:lnTo>
                  <a:pt x="1164947" y="6782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C9D8B40D-5EC6-4D70-90EF-D0B99B781466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8893" y="973739"/>
                </a:moveTo>
                <a:lnTo>
                  <a:pt x="971687" y="11342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F8CA36EE-B624-4239-BE01-F8C73C5C3E7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9925" y="841178"/>
                </a:moveTo>
                <a:lnTo>
                  <a:pt x="1103313" y="90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C7617347-DF04-48E8-B304-BCCE50A7ABA1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273" y="847282"/>
                </a:moveTo>
                <a:lnTo>
                  <a:pt x="1853706" y="826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19D0E987-1E83-497B-ADC9-382B994000B3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3859" y="791162"/>
                </a:moveTo>
                <a:lnTo>
                  <a:pt x="1591809" y="8332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7010FF2C-DB61-4814-833D-D28AA6ED87DB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9925" y="841178"/>
                </a:moveTo>
                <a:lnTo>
                  <a:pt x="1344973" y="8982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B4F4553E-AC91-4DDA-B675-B70D3E086AEC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4947" y="678276"/>
                </a:moveTo>
                <a:lnTo>
                  <a:pt x="1189925" y="8411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5D9A9AEA-918C-4971-BB57-44E2C11AAB20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809" y="833270"/>
                </a:moveTo>
                <a:lnTo>
                  <a:pt x="1740273" y="8472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DAF008DF-AAA1-434D-80FD-B5331B1FF1FC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973" y="898247"/>
                </a:moveTo>
                <a:lnTo>
                  <a:pt x="1463859" y="7911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505952F3-6B7B-41D6-A511-F43612FAB938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3859" y="791162"/>
                </a:moveTo>
                <a:lnTo>
                  <a:pt x="1434210" y="6350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4AA51481-F1DC-4E6C-97A5-76489F239E9A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8893" y="973739"/>
                </a:moveTo>
                <a:lnTo>
                  <a:pt x="922021" y="913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6188BF34-36B7-4D1D-B0C5-0826CAFB5B17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4210" y="635022"/>
                </a:moveTo>
                <a:lnTo>
                  <a:pt x="1289568" y="5875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32563384-387A-41D5-8677-4C66D57C8205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568" y="587532"/>
                </a:moveTo>
                <a:lnTo>
                  <a:pt x="1164947" y="6782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E907B5F6-7DFA-4AC1-99A0-839AE6AAB707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568" y="587532"/>
                </a:moveTo>
                <a:lnTo>
                  <a:pt x="1264903" y="44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2100DB3E-D57A-4B5C-83F5-B15CBEB54C5D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03" y="442400"/>
                </a:moveTo>
                <a:lnTo>
                  <a:pt x="1284630" y="3151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0F40B59E-DB76-4653-81DC-B3318451F52C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273" y="847282"/>
                </a:moveTo>
                <a:lnTo>
                  <a:pt x="1734846" y="996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86D41B09-E0DC-4CDA-8087-97577E13589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4630" y="315142"/>
                </a:moveTo>
                <a:lnTo>
                  <a:pt x="1304336" y="1827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985DBCB2-CE22-46C0-8AEB-64335B4E9D68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273" y="847282"/>
                </a:moveTo>
                <a:lnTo>
                  <a:pt x="1732997" y="7277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1A5038D2-781A-4284-9606-475EE3BE3B31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4630" y="315142"/>
                </a:moveTo>
                <a:lnTo>
                  <a:pt x="1416674" y="359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419C63B4-E052-46C5-B484-EF4B1D9C6EF4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4630" y="315142"/>
                </a:moveTo>
                <a:lnTo>
                  <a:pt x="1146847" y="3181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78AB05F0-D701-49B3-90B3-BE96BD7016FC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043" y="425472"/>
                </a:moveTo>
                <a:lnTo>
                  <a:pt x="1490139" y="4254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4F923662-376D-4D2C-A711-345F9DFF2CFB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8700" y="542920"/>
                </a:moveTo>
                <a:lnTo>
                  <a:pt x="888845" y="6350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A5AB6C1A-F26E-4D5B-9279-0A2A8EF3B260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043" y="425472"/>
                </a:moveTo>
                <a:lnTo>
                  <a:pt x="1732627" y="5056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27C6EB6A-F4CA-46B4-B67C-1D9ACC11F1ED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8700" y="542920"/>
                </a:moveTo>
                <a:lnTo>
                  <a:pt x="1013458" y="4169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03619FC5-6118-43BE-8343-5DDD60A3C2F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8874" y="1137690"/>
                </a:moveTo>
                <a:lnTo>
                  <a:pt x="1485656" y="1092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6BCB81D3-550A-4614-91C7-51F27236FCE7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043" y="425472"/>
                </a:moveTo>
                <a:lnTo>
                  <a:pt x="1628863" y="2765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47ACAA51-C2A0-4B18-B99C-8300182AABF4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920" y="496483"/>
                </a:moveTo>
                <a:lnTo>
                  <a:pt x="928700" y="5429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91E61A44-2342-44F9-8A5D-5A6309EAE67B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917" y="505752"/>
                </a:moveTo>
                <a:lnTo>
                  <a:pt x="1597043" y="4254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EE87BBD1-6602-44D3-BFE1-9F37FE6459DE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8700" y="542920"/>
                </a:moveTo>
                <a:lnTo>
                  <a:pt x="1022988" y="6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2292D897-6B6B-41D2-B8CF-A23A173D0444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8874" y="1137690"/>
                </a:moveTo>
                <a:lnTo>
                  <a:pt x="1317882" y="12587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1F8278C6-D5B7-4A48-B572-E1B64F38B86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6813" y="666155"/>
                </a:moveTo>
                <a:lnTo>
                  <a:pt x="1193737" y="8173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E6438EA6-60DE-4EE6-9279-C4566D118DB3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3737" y="817356"/>
                </a:moveTo>
                <a:lnTo>
                  <a:pt x="1341054" y="8713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2BFC2F2E-AC57-4E5C-A183-50A7CE66F57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4226" y="758540"/>
                </a:moveTo>
                <a:lnTo>
                  <a:pt x="1421466" y="6102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5A501AF6-9185-4AAF-AB80-8CA2473DEA2A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1054" y="871306"/>
                </a:moveTo>
                <a:lnTo>
                  <a:pt x="1454226" y="758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EA47CA93-FC39-43E9-A69B-01F8072CE32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988" y="635287"/>
                </a:moveTo>
                <a:lnTo>
                  <a:pt x="1166813" y="6661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18052383-CEAA-46AE-BB6A-C66D80DD974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1466" y="610221"/>
                </a:moveTo>
                <a:lnTo>
                  <a:pt x="1526917" y="50575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CFD72036-2572-4EB2-9EDB-68577FE64BE5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413" y="577924"/>
                </a:moveTo>
                <a:lnTo>
                  <a:pt x="1166813" y="6661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5A24D313-9BC2-4887-BAEF-AAF53BAD1D4A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1466" y="610221"/>
                </a:moveTo>
                <a:lnTo>
                  <a:pt x="1282413" y="5779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8B71747A-9F83-4C13-A14D-107169930CAE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1054" y="871306"/>
                </a:moveTo>
                <a:lnTo>
                  <a:pt x="1348175" y="10049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65C352D9-AFC8-429F-98CF-4798EC1415E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8175" y="1004931"/>
                </a:moveTo>
                <a:lnTo>
                  <a:pt x="1418874" y="11376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90564079-38C3-4353-B7DA-F0ADD1810575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4755" y="978361"/>
                </a:moveTo>
                <a:lnTo>
                  <a:pt x="887555" y="9140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163AC225-1268-42C7-8D80-FFAAD519B763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8874" y="1137690"/>
                </a:moveTo>
                <a:lnTo>
                  <a:pt x="1533649" y="1186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27C13AED-C1BF-4694-A030-9081454CC28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3737" y="817356"/>
                </a:moveTo>
                <a:lnTo>
                  <a:pt x="1109887" y="8690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0118C4EF-1AED-4840-B796-5354884E123B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4755" y="978361"/>
                </a:moveTo>
                <a:lnTo>
                  <a:pt x="1051989" y="11224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41078A4D-0651-4FBB-AEF4-4A218922504B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4226" y="758540"/>
                </a:moveTo>
                <a:lnTo>
                  <a:pt x="1535290" y="7990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DEF43BD1-149D-4A26-B6DA-1CD536FC539A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887" y="869091"/>
                </a:moveTo>
                <a:lnTo>
                  <a:pt x="984755" y="978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39B705FC-0426-4907-9C51-2803CEF6DD2E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790" y="819620"/>
                </a:moveTo>
                <a:lnTo>
                  <a:pt x="1775069" y="7900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82FA911C-4588-4FCF-AE2E-F7A1FD8615F8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413" y="577924"/>
                </a:moveTo>
                <a:lnTo>
                  <a:pt x="1245551" y="52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EDF41213-740E-42D5-830E-059726AB7DC6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4755" y="978361"/>
                </a:moveTo>
                <a:lnTo>
                  <a:pt x="902470" y="10062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B363B090-9ECA-4A5A-92DC-D0003816C31B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290" y="799012"/>
                </a:moveTo>
                <a:lnTo>
                  <a:pt x="1696790" y="8196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01F6751B-91B1-4660-BA45-C17913803A4D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790" y="819620"/>
                </a:moveTo>
                <a:lnTo>
                  <a:pt x="1722125" y="9736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66F31607-69E5-4F1B-BDC7-232147141631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6929" y="380156"/>
                </a:moveTo>
                <a:lnTo>
                  <a:pt x="1301659" y="2780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EF5C6EA7-8A02-4D84-8453-C4AF6D9A1BD0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551" y="529582"/>
                </a:moveTo>
                <a:lnTo>
                  <a:pt x="1266929" y="3801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4183E982-211F-4A7A-B867-43CB0FC012EE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790" y="819620"/>
                </a:moveTo>
                <a:lnTo>
                  <a:pt x="1752590" y="727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E19F218B-B9BB-4C06-B7A7-CA4299CA4BE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6929" y="380156"/>
                </a:moveTo>
                <a:lnTo>
                  <a:pt x="1121761" y="340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59A154B4-D7B1-4833-9FF3-D559DAAE239A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6929" y="380156"/>
                </a:moveTo>
                <a:lnTo>
                  <a:pt x="1385576" y="3908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EBF558C8-7676-4891-8245-A1BF150DEE30}"/>
              </a:ext>
            </a:extLst>
          </p:cNvPr>
          <p:cNvSpPr>
            <a:spLocks/>
          </p:cNvSpPr>
          <p:nvPr/>
        </p:nvSpPr>
        <p:spPr>
          <a:xfrm>
            <a:off x="3967127" y="48522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1B5AEFB4-2432-466C-B90A-5E27605A7947}"/>
              </a:ext>
            </a:extLst>
          </p:cNvPr>
          <p:cNvSpPr>
            <a:spLocks/>
          </p:cNvSpPr>
          <p:nvPr/>
        </p:nvSpPr>
        <p:spPr>
          <a:xfrm>
            <a:off x="4112907" y="48987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779DAFE3-3564-4AE6-AB03-630B6BDD9BD3}"/>
              </a:ext>
            </a:extLst>
          </p:cNvPr>
          <p:cNvSpPr>
            <a:spLocks/>
          </p:cNvSpPr>
          <p:nvPr/>
        </p:nvSpPr>
        <p:spPr>
          <a:xfrm>
            <a:off x="4197666" y="47727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1C8A3D84-5F95-4AC5-87E5-3B95006897BF}"/>
              </a:ext>
            </a:extLst>
          </p:cNvPr>
          <p:cNvSpPr>
            <a:spLocks/>
          </p:cNvSpPr>
          <p:nvPr/>
        </p:nvSpPr>
        <p:spPr>
          <a:xfrm>
            <a:off x="4073053" y="49908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64DE6623-B115-42B7-A03C-E5C9344E3976}"/>
              </a:ext>
            </a:extLst>
          </p:cNvPr>
          <p:cNvSpPr>
            <a:spLocks/>
          </p:cNvSpPr>
          <p:nvPr/>
        </p:nvSpPr>
        <p:spPr>
          <a:xfrm>
            <a:off x="4207196" y="49910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60ACCC13-97F1-495F-AFD9-75C5A0904AFD}"/>
              </a:ext>
            </a:extLst>
          </p:cNvPr>
          <p:cNvSpPr>
            <a:spLocks/>
          </p:cNvSpPr>
          <p:nvPr/>
        </p:nvSpPr>
        <p:spPr>
          <a:xfrm>
            <a:off x="4351020" y="50219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E14DDEAE-0DCC-445C-85B3-8CDC9F08DFA1}"/>
              </a:ext>
            </a:extLst>
          </p:cNvPr>
          <p:cNvSpPr>
            <a:spLocks/>
          </p:cNvSpPr>
          <p:nvPr/>
        </p:nvSpPr>
        <p:spPr>
          <a:xfrm>
            <a:off x="4377944" y="51731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C31D2FEC-DA93-4898-9C60-44D7FE9D7BB8}"/>
              </a:ext>
            </a:extLst>
          </p:cNvPr>
          <p:cNvSpPr>
            <a:spLocks/>
          </p:cNvSpPr>
          <p:nvPr/>
        </p:nvSpPr>
        <p:spPr>
          <a:xfrm>
            <a:off x="4294095" y="52248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74E5EDB8-1DF8-4DA5-9365-3C608C7DDC6A}"/>
              </a:ext>
            </a:extLst>
          </p:cNvPr>
          <p:cNvSpPr>
            <a:spLocks/>
          </p:cNvSpPr>
          <p:nvPr/>
        </p:nvSpPr>
        <p:spPr>
          <a:xfrm>
            <a:off x="4168963" y="53341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EEE3D06D-279B-4A5A-A475-2B611EBE723A}"/>
              </a:ext>
            </a:extLst>
          </p:cNvPr>
          <p:cNvSpPr>
            <a:spLocks/>
          </p:cNvSpPr>
          <p:nvPr/>
        </p:nvSpPr>
        <p:spPr>
          <a:xfrm>
            <a:off x="4086677" y="53620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29938C58-68D5-481A-BF13-752360B7429B}"/>
              </a:ext>
            </a:extLst>
          </p:cNvPr>
          <p:cNvSpPr>
            <a:spLocks/>
          </p:cNvSpPr>
          <p:nvPr/>
        </p:nvSpPr>
        <p:spPr>
          <a:xfrm>
            <a:off x="4071763" y="52698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9CB31CF4-8423-46C6-84F2-6C00E98C6FB7}"/>
              </a:ext>
            </a:extLst>
          </p:cNvPr>
          <p:cNvSpPr>
            <a:spLocks/>
          </p:cNvSpPr>
          <p:nvPr/>
        </p:nvSpPr>
        <p:spPr>
          <a:xfrm>
            <a:off x="4236196" y="54782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5880F026-8455-4B64-B10C-78B5598D190A}"/>
              </a:ext>
            </a:extLst>
          </p:cNvPr>
          <p:cNvSpPr>
            <a:spLocks/>
          </p:cNvSpPr>
          <p:nvPr/>
        </p:nvSpPr>
        <p:spPr>
          <a:xfrm>
            <a:off x="4525261" y="52270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3AAF9B72-7B7C-4D34-A0F7-AE9A47446D22}"/>
              </a:ext>
            </a:extLst>
          </p:cNvPr>
          <p:cNvSpPr>
            <a:spLocks/>
          </p:cNvSpPr>
          <p:nvPr/>
        </p:nvSpPr>
        <p:spPr>
          <a:xfrm>
            <a:off x="4532383" y="53607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04F1B855-2077-44C2-9B27-5173C2BE7EB3}"/>
              </a:ext>
            </a:extLst>
          </p:cNvPr>
          <p:cNvSpPr>
            <a:spLocks/>
          </p:cNvSpPr>
          <p:nvPr/>
        </p:nvSpPr>
        <p:spPr>
          <a:xfrm>
            <a:off x="4603081" y="54934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7ED8083A-5471-4D80-93D8-5AE39BD8F520}"/>
              </a:ext>
            </a:extLst>
          </p:cNvPr>
          <p:cNvSpPr>
            <a:spLocks/>
          </p:cNvSpPr>
          <p:nvPr/>
        </p:nvSpPr>
        <p:spPr>
          <a:xfrm>
            <a:off x="4502090" y="56145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92ECF0F1-39B0-4A1F-A47D-62FF4688325A}"/>
              </a:ext>
            </a:extLst>
          </p:cNvPr>
          <p:cNvSpPr>
            <a:spLocks/>
          </p:cNvSpPr>
          <p:nvPr/>
        </p:nvSpPr>
        <p:spPr>
          <a:xfrm>
            <a:off x="4717857" y="55427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A5CD06BA-2D71-4204-9D76-33C1ED2A47A9}"/>
              </a:ext>
            </a:extLst>
          </p:cNvPr>
          <p:cNvSpPr>
            <a:spLocks/>
          </p:cNvSpPr>
          <p:nvPr/>
        </p:nvSpPr>
        <p:spPr>
          <a:xfrm>
            <a:off x="4669863" y="544840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BA7D52BC-D5E7-4AA7-A2BE-14C98AAC169B}"/>
              </a:ext>
            </a:extLst>
          </p:cNvPr>
          <p:cNvSpPr>
            <a:spLocks/>
          </p:cNvSpPr>
          <p:nvPr/>
        </p:nvSpPr>
        <p:spPr>
          <a:xfrm>
            <a:off x="4638433" y="51143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700EB641-6677-46FE-9A96-47430C2ECE14}"/>
              </a:ext>
            </a:extLst>
          </p:cNvPr>
          <p:cNvSpPr>
            <a:spLocks/>
          </p:cNvSpPr>
          <p:nvPr/>
        </p:nvSpPr>
        <p:spPr>
          <a:xfrm>
            <a:off x="4719497" y="51547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47FCF3FE-00A4-4ED1-B188-ED2C963F671D}"/>
              </a:ext>
            </a:extLst>
          </p:cNvPr>
          <p:cNvSpPr>
            <a:spLocks/>
          </p:cNvSpPr>
          <p:nvPr/>
        </p:nvSpPr>
        <p:spPr>
          <a:xfrm>
            <a:off x="4880998" y="51754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69666E59-A812-40C5-BB1A-F20FE65A9E72}"/>
              </a:ext>
            </a:extLst>
          </p:cNvPr>
          <p:cNvSpPr>
            <a:spLocks/>
          </p:cNvSpPr>
          <p:nvPr/>
        </p:nvSpPr>
        <p:spPr>
          <a:xfrm>
            <a:off x="4959276" y="514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4282515-6FD6-47CD-BA77-4D641FE7B8EE}"/>
              </a:ext>
            </a:extLst>
          </p:cNvPr>
          <p:cNvSpPr>
            <a:spLocks/>
          </p:cNvSpPr>
          <p:nvPr/>
        </p:nvSpPr>
        <p:spPr>
          <a:xfrm>
            <a:off x="4936798" y="50831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7C919185-6705-4A37-B2EE-7CAD25FDF5C2}"/>
              </a:ext>
            </a:extLst>
          </p:cNvPr>
          <p:cNvSpPr>
            <a:spLocks/>
          </p:cNvSpPr>
          <p:nvPr/>
        </p:nvSpPr>
        <p:spPr>
          <a:xfrm>
            <a:off x="4906332" y="53294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05E0B8D9-3997-4979-89C0-629F8B7C9EE4}"/>
              </a:ext>
            </a:extLst>
          </p:cNvPr>
          <p:cNvSpPr>
            <a:spLocks/>
          </p:cNvSpPr>
          <p:nvPr/>
        </p:nvSpPr>
        <p:spPr>
          <a:xfrm>
            <a:off x="4605673" y="49660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39859894-CDD5-40F5-8A36-7739E050FBE1}"/>
              </a:ext>
            </a:extLst>
          </p:cNvPr>
          <p:cNvSpPr>
            <a:spLocks/>
          </p:cNvSpPr>
          <p:nvPr/>
        </p:nvSpPr>
        <p:spPr>
          <a:xfrm>
            <a:off x="4711125" y="48615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4EA08A00-9337-4D89-885B-599B5385C10D}"/>
              </a:ext>
            </a:extLst>
          </p:cNvPr>
          <p:cNvSpPr>
            <a:spLocks/>
          </p:cNvSpPr>
          <p:nvPr/>
        </p:nvSpPr>
        <p:spPr>
          <a:xfrm>
            <a:off x="4781250" y="47812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D283D3EC-9C52-475E-90C5-7E002F901BA0}"/>
              </a:ext>
            </a:extLst>
          </p:cNvPr>
          <p:cNvSpPr>
            <a:spLocks/>
          </p:cNvSpPr>
          <p:nvPr/>
        </p:nvSpPr>
        <p:spPr>
          <a:xfrm>
            <a:off x="4813071" y="46323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C24A2CD0-3CFC-4BC9-858E-23E2092B9963}"/>
              </a:ext>
            </a:extLst>
          </p:cNvPr>
          <p:cNvSpPr>
            <a:spLocks/>
          </p:cNvSpPr>
          <p:nvPr/>
        </p:nvSpPr>
        <p:spPr>
          <a:xfrm>
            <a:off x="4674346" y="47811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77E19726-5777-4ED6-AC97-EF9FE6F25BCB}"/>
              </a:ext>
            </a:extLst>
          </p:cNvPr>
          <p:cNvSpPr>
            <a:spLocks/>
          </p:cNvSpPr>
          <p:nvPr/>
        </p:nvSpPr>
        <p:spPr>
          <a:xfrm>
            <a:off x="4916834" y="48614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C2375E77-B292-40EC-B55B-C21E8C718443}"/>
              </a:ext>
            </a:extLst>
          </p:cNvPr>
          <p:cNvSpPr>
            <a:spLocks/>
          </p:cNvSpPr>
          <p:nvPr/>
        </p:nvSpPr>
        <p:spPr>
          <a:xfrm>
            <a:off x="4466621" y="493370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7C30CA99-A717-4EC0-8E0F-AA4FB9D479A5}"/>
              </a:ext>
            </a:extLst>
          </p:cNvPr>
          <p:cNvSpPr>
            <a:spLocks/>
          </p:cNvSpPr>
          <p:nvPr/>
        </p:nvSpPr>
        <p:spPr>
          <a:xfrm>
            <a:off x="4429759" y="4885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8154F976-0020-4392-99CA-E6EC9F030536}"/>
              </a:ext>
            </a:extLst>
          </p:cNvPr>
          <p:cNvSpPr>
            <a:spLocks/>
          </p:cNvSpPr>
          <p:nvPr/>
        </p:nvSpPr>
        <p:spPr>
          <a:xfrm>
            <a:off x="4451137" y="47359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D9D66391-4A9D-45B6-AF68-4D85F07553A4}"/>
              </a:ext>
            </a:extLst>
          </p:cNvPr>
          <p:cNvSpPr>
            <a:spLocks/>
          </p:cNvSpPr>
          <p:nvPr/>
        </p:nvSpPr>
        <p:spPr>
          <a:xfrm>
            <a:off x="4485866" y="46337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14F9C09D-1B21-44A3-B2FF-84FED2F583A6}"/>
              </a:ext>
            </a:extLst>
          </p:cNvPr>
          <p:cNvSpPr>
            <a:spLocks/>
          </p:cNvSpPr>
          <p:nvPr/>
        </p:nvSpPr>
        <p:spPr>
          <a:xfrm>
            <a:off x="4305969" y="46963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FDD0AF4B-137A-4C2F-9F07-FFA72F44FA78}"/>
              </a:ext>
            </a:extLst>
          </p:cNvPr>
          <p:cNvSpPr>
            <a:spLocks/>
          </p:cNvSpPr>
          <p:nvPr/>
        </p:nvSpPr>
        <p:spPr>
          <a:xfrm>
            <a:off x="4569783" y="4746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main_27">
            <a:extLst>
              <a:ext uri="{FF2B5EF4-FFF2-40B4-BE49-F238E27FC236}">
                <a16:creationId xmlns:a16="http://schemas.microsoft.com/office/drawing/2014/main" id="{1343762C-3D92-4C16-8A9B-3686750EEB2E}"/>
              </a:ext>
            </a:extLst>
          </p:cNvPr>
          <p:cNvSpPr>
            <a:spLocks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B7C52E04-3385-4184-8298-C5C4BBD9D22E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123" y="870605"/>
                </a:moveTo>
                <a:lnTo>
                  <a:pt x="1437389" y="919243"/>
                </a:lnTo>
                <a:moveTo>
                  <a:pt x="1102011" y="592371"/>
                </a:moveTo>
                <a:lnTo>
                  <a:pt x="977447" y="600420"/>
                </a:lnTo>
                <a:moveTo>
                  <a:pt x="472159" y="695578"/>
                </a:moveTo>
                <a:lnTo>
                  <a:pt x="347457" y="651374"/>
                </a:lnTo>
                <a:moveTo>
                  <a:pt x="1228525" y="573336"/>
                </a:moveTo>
                <a:lnTo>
                  <a:pt x="1102011" y="592371"/>
                </a:lnTo>
                <a:moveTo>
                  <a:pt x="1437389" y="919243"/>
                </a:moveTo>
                <a:lnTo>
                  <a:pt x="1315398" y="817916"/>
                </a:lnTo>
                <a:moveTo>
                  <a:pt x="583247" y="650840"/>
                </a:moveTo>
                <a:lnTo>
                  <a:pt x="472159" y="695578"/>
                </a:lnTo>
                <a:moveTo>
                  <a:pt x="1315398" y="817916"/>
                </a:moveTo>
                <a:lnTo>
                  <a:pt x="1342068" y="677191"/>
                </a:lnTo>
                <a:moveTo>
                  <a:pt x="1342068" y="677191"/>
                </a:moveTo>
                <a:lnTo>
                  <a:pt x="1228525" y="573336"/>
                </a:lnTo>
                <a:moveTo>
                  <a:pt x="1315398" y="817916"/>
                </a:moveTo>
                <a:lnTo>
                  <a:pt x="1197368" y="865998"/>
                </a:lnTo>
                <a:moveTo>
                  <a:pt x="1228525" y="573336"/>
                </a:moveTo>
                <a:lnTo>
                  <a:pt x="1287373" y="420242"/>
                </a:lnTo>
                <a:moveTo>
                  <a:pt x="1437389" y="919243"/>
                </a:moveTo>
                <a:lnTo>
                  <a:pt x="1543533" y="931933"/>
                </a:lnTo>
                <a:moveTo>
                  <a:pt x="583247" y="650840"/>
                </a:moveTo>
                <a:lnTo>
                  <a:pt x="629373" y="494841"/>
                </a:lnTo>
                <a:moveTo>
                  <a:pt x="708734" y="744128"/>
                </a:moveTo>
                <a:lnTo>
                  <a:pt x="583247" y="650840"/>
                </a:lnTo>
                <a:moveTo>
                  <a:pt x="911108" y="961581"/>
                </a:moveTo>
                <a:lnTo>
                  <a:pt x="835979" y="962970"/>
                </a:lnTo>
                <a:moveTo>
                  <a:pt x="1287373" y="420242"/>
                </a:moveTo>
                <a:lnTo>
                  <a:pt x="1378200" y="376770"/>
                </a:lnTo>
                <a:moveTo>
                  <a:pt x="699774" y="872786"/>
                </a:moveTo>
                <a:lnTo>
                  <a:pt x="708734" y="744128"/>
                </a:lnTo>
                <a:moveTo>
                  <a:pt x="629373" y="494841"/>
                </a:moveTo>
                <a:lnTo>
                  <a:pt x="674865" y="424046"/>
                </a:lnTo>
                <a:moveTo>
                  <a:pt x="835979" y="962970"/>
                </a:moveTo>
                <a:lnTo>
                  <a:pt x="699774" y="872786"/>
                </a:lnTo>
                <a:moveTo>
                  <a:pt x="699774" y="872786"/>
                </a:moveTo>
                <a:lnTo>
                  <a:pt x="585990" y="918270"/>
                </a:lnTo>
                <a:moveTo>
                  <a:pt x="1378200" y="376770"/>
                </a:moveTo>
                <a:lnTo>
                  <a:pt x="1519807" y="417383"/>
                </a:lnTo>
                <a:moveTo>
                  <a:pt x="1543533" y="931933"/>
                </a:moveTo>
                <a:lnTo>
                  <a:pt x="1476035" y="984238"/>
                </a:lnTo>
                <a:moveTo>
                  <a:pt x="835979" y="962970"/>
                </a:moveTo>
                <a:lnTo>
                  <a:pt x="935524" y="908975"/>
                </a:lnTo>
                <a:moveTo>
                  <a:pt x="1378200" y="376770"/>
                </a:moveTo>
                <a:lnTo>
                  <a:pt x="1347594" y="295450"/>
                </a:lnTo>
                <a:moveTo>
                  <a:pt x="674865" y="424046"/>
                </a:moveTo>
                <a:lnTo>
                  <a:pt x="805149" y="458147"/>
                </a:lnTo>
                <a:moveTo>
                  <a:pt x="674865" y="424046"/>
                </a:moveTo>
                <a:lnTo>
                  <a:pt x="586275" y="325763"/>
                </a:lnTo>
                <a:moveTo>
                  <a:pt x="1519807" y="417383"/>
                </a:moveTo>
                <a:lnTo>
                  <a:pt x="1572544" y="363311"/>
                </a:lnTo>
                <a:moveTo>
                  <a:pt x="1062020" y="1148291"/>
                </a:moveTo>
                <a:lnTo>
                  <a:pt x="1146338" y="1254304"/>
                </a:lnTo>
                <a:moveTo>
                  <a:pt x="1027785" y="1024708"/>
                </a:moveTo>
                <a:lnTo>
                  <a:pt x="1062020" y="1148291"/>
                </a:lnTo>
                <a:moveTo>
                  <a:pt x="935524" y="908975"/>
                </a:moveTo>
                <a:lnTo>
                  <a:pt x="1027785" y="1024708"/>
                </a:lnTo>
                <a:moveTo>
                  <a:pt x="1476035" y="984238"/>
                </a:moveTo>
                <a:lnTo>
                  <a:pt x="1570070" y="949705"/>
                </a:lnTo>
                <a:moveTo>
                  <a:pt x="805149" y="458147"/>
                </a:moveTo>
                <a:lnTo>
                  <a:pt x="846670" y="394955"/>
                </a:lnTo>
                <a:moveTo>
                  <a:pt x="1347594" y="295450"/>
                </a:moveTo>
                <a:lnTo>
                  <a:pt x="1470330" y="288802"/>
                </a:lnTo>
                <a:moveTo>
                  <a:pt x="586275" y="325763"/>
                </a:moveTo>
                <a:lnTo>
                  <a:pt x="626955" y="262014"/>
                </a:lnTo>
                <a:moveTo>
                  <a:pt x="1572544" y="363311"/>
                </a:moveTo>
                <a:lnTo>
                  <a:pt x="1470330" y="288802"/>
                </a:lnTo>
                <a:moveTo>
                  <a:pt x="1146338" y="1254304"/>
                </a:moveTo>
                <a:lnTo>
                  <a:pt x="1197768" y="1237437"/>
                </a:lnTo>
                <a:moveTo>
                  <a:pt x="1027785" y="1024708"/>
                </a:moveTo>
                <a:lnTo>
                  <a:pt x="1080886" y="1010236"/>
                </a:lnTo>
                <a:moveTo>
                  <a:pt x="1570070" y="949705"/>
                </a:moveTo>
                <a:lnTo>
                  <a:pt x="1541079" y="799136"/>
                </a:lnTo>
                <a:moveTo>
                  <a:pt x="846670" y="394955"/>
                </a:moveTo>
                <a:lnTo>
                  <a:pt x="757295" y="296833"/>
                </a:lnTo>
                <a:moveTo>
                  <a:pt x="626955" y="262014"/>
                </a:moveTo>
                <a:lnTo>
                  <a:pt x="757295" y="296833"/>
                </a:lnTo>
                <a:moveTo>
                  <a:pt x="2178005" y="1278528"/>
                </a:moveTo>
                <a:lnTo>
                  <a:pt x="2265394" y="1231192"/>
                </a:lnTo>
                <a:moveTo>
                  <a:pt x="1541079" y="799136"/>
                </a:moveTo>
                <a:lnTo>
                  <a:pt x="1638893" y="760682"/>
                </a:lnTo>
                <a:moveTo>
                  <a:pt x="1165326" y="1115714"/>
                </a:moveTo>
                <a:lnTo>
                  <a:pt x="1197768" y="1237437"/>
                </a:lnTo>
                <a:moveTo>
                  <a:pt x="2265394" y="1231192"/>
                </a:moveTo>
                <a:lnTo>
                  <a:pt x="2418004" y="1288389"/>
                </a:lnTo>
                <a:moveTo>
                  <a:pt x="1080886" y="1010236"/>
                </a:moveTo>
                <a:lnTo>
                  <a:pt x="1165326" y="1115714"/>
                </a:lnTo>
                <a:moveTo>
                  <a:pt x="757295" y="296833"/>
                </a:moveTo>
                <a:lnTo>
                  <a:pt x="798183" y="233450"/>
                </a:lnTo>
                <a:moveTo>
                  <a:pt x="2265394" y="1231192"/>
                </a:moveTo>
                <a:lnTo>
                  <a:pt x="2198373" y="1277253"/>
                </a:lnTo>
                <a:moveTo>
                  <a:pt x="1281440" y="39606"/>
                </a:moveTo>
                <a:lnTo>
                  <a:pt x="1154122" y="112724"/>
                </a:lnTo>
                <a:moveTo>
                  <a:pt x="1936972" y="1223951"/>
                </a:moveTo>
                <a:lnTo>
                  <a:pt x="1831210" y="1146167"/>
                </a:lnTo>
                <a:moveTo>
                  <a:pt x="2059078" y="1203907"/>
                </a:moveTo>
                <a:lnTo>
                  <a:pt x="1936972" y="1223951"/>
                </a:lnTo>
                <a:moveTo>
                  <a:pt x="2198373" y="1277253"/>
                </a:moveTo>
                <a:lnTo>
                  <a:pt x="2059078" y="1203907"/>
                </a:lnTo>
                <a:moveTo>
                  <a:pt x="1154122" y="112724"/>
                </a:moveTo>
                <a:lnTo>
                  <a:pt x="1200166" y="235874"/>
                </a:lnTo>
                <a:moveTo>
                  <a:pt x="1831210" y="1146167"/>
                </a:moveTo>
                <a:lnTo>
                  <a:pt x="1880462" y="1076322"/>
                </a:lnTo>
                <a:moveTo>
                  <a:pt x="2059078" y="1203907"/>
                </a:moveTo>
                <a:lnTo>
                  <a:pt x="2022725" y="1110695"/>
                </a:lnTo>
                <a:moveTo>
                  <a:pt x="2022725" y="1110695"/>
                </a:moveTo>
                <a:lnTo>
                  <a:pt x="1880462" y="1076322"/>
                </a:lnTo>
                <a:moveTo>
                  <a:pt x="375968" y="1019900"/>
                </a:moveTo>
                <a:lnTo>
                  <a:pt x="530559" y="1037221"/>
                </a:lnTo>
                <a:moveTo>
                  <a:pt x="530559" y="1037221"/>
                </a:moveTo>
                <a:lnTo>
                  <a:pt x="570117" y="1180016"/>
                </a:lnTo>
                <a:moveTo>
                  <a:pt x="530559" y="1037221"/>
                </a:moveTo>
                <a:lnTo>
                  <a:pt x="589601" y="916139"/>
                </a:lnTo>
                <a:moveTo>
                  <a:pt x="570117" y="1180016"/>
                </a:moveTo>
                <a:lnTo>
                  <a:pt x="706806" y="1218733"/>
                </a:lnTo>
                <a:moveTo>
                  <a:pt x="589601" y="916139"/>
                </a:moveTo>
                <a:lnTo>
                  <a:pt x="562391" y="767195"/>
                </a:lnTo>
                <a:moveTo>
                  <a:pt x="2173895" y="742913"/>
                </a:moveTo>
                <a:lnTo>
                  <a:pt x="2116488" y="878923"/>
                </a:lnTo>
                <a:moveTo>
                  <a:pt x="562391" y="767195"/>
                </a:moveTo>
                <a:lnTo>
                  <a:pt x="627466" y="651570"/>
                </a:lnTo>
                <a:moveTo>
                  <a:pt x="570117" y="1180016"/>
                </a:moveTo>
                <a:lnTo>
                  <a:pt x="478798" y="1254272"/>
                </a:lnTo>
                <a:moveTo>
                  <a:pt x="2177815" y="957279"/>
                </a:moveTo>
                <a:lnTo>
                  <a:pt x="2116488" y="878923"/>
                </a:lnTo>
                <a:moveTo>
                  <a:pt x="2272731" y="740651"/>
                </a:moveTo>
                <a:lnTo>
                  <a:pt x="2173895" y="742913"/>
                </a:lnTo>
                <a:moveTo>
                  <a:pt x="627466" y="651570"/>
                </a:moveTo>
                <a:lnTo>
                  <a:pt x="564332" y="656728"/>
                </a:lnTo>
                <a:moveTo>
                  <a:pt x="2272562" y="876363"/>
                </a:moveTo>
                <a:lnTo>
                  <a:pt x="2177815" y="957279"/>
                </a:lnTo>
                <a:moveTo>
                  <a:pt x="2368358" y="622801"/>
                </a:moveTo>
                <a:lnTo>
                  <a:pt x="2272731" y="740651"/>
                </a:lnTo>
                <a:moveTo>
                  <a:pt x="2272731" y="740651"/>
                </a:moveTo>
                <a:lnTo>
                  <a:pt x="2272562" y="876363"/>
                </a:lnTo>
                <a:moveTo>
                  <a:pt x="564332" y="656728"/>
                </a:moveTo>
                <a:lnTo>
                  <a:pt x="406513" y="629765"/>
                </a:lnTo>
                <a:moveTo>
                  <a:pt x="2316953" y="554140"/>
                </a:moveTo>
                <a:lnTo>
                  <a:pt x="2368358" y="622801"/>
                </a:lnTo>
                <a:moveTo>
                  <a:pt x="2392343" y="419920"/>
                </a:moveTo>
                <a:lnTo>
                  <a:pt x="2316953" y="554140"/>
                </a:lnTo>
                <a:moveTo>
                  <a:pt x="2316953" y="554140"/>
                </a:moveTo>
                <a:lnTo>
                  <a:pt x="2340119" y="656081"/>
                </a:lnTo>
                <a:moveTo>
                  <a:pt x="2340119" y="656081"/>
                </a:moveTo>
                <a:lnTo>
                  <a:pt x="2461091" y="671833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0E05E306-61E8-4169-BFB7-9C3999A0EC89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6207" y="609258"/>
                </a:moveTo>
                <a:lnTo>
                  <a:pt x="1470062" y="625826"/>
                </a:lnTo>
                <a:moveTo>
                  <a:pt x="1086209" y="615393"/>
                </a:moveTo>
                <a:lnTo>
                  <a:pt x="1064293" y="597637"/>
                </a:lnTo>
                <a:moveTo>
                  <a:pt x="1091952" y="586569"/>
                </a:moveTo>
                <a:lnTo>
                  <a:pt x="1064293" y="597637"/>
                </a:lnTo>
                <a:moveTo>
                  <a:pt x="1086209" y="615393"/>
                </a:moveTo>
                <a:lnTo>
                  <a:pt x="1091952" y="586569"/>
                </a:lnTo>
                <a:moveTo>
                  <a:pt x="1546207" y="609258"/>
                </a:moveTo>
                <a:lnTo>
                  <a:pt x="1538542" y="575894"/>
                </a:lnTo>
                <a:moveTo>
                  <a:pt x="1538542" y="575894"/>
                </a:moveTo>
                <a:lnTo>
                  <a:pt x="1470062" y="625826"/>
                </a:lnTo>
                <a:moveTo>
                  <a:pt x="1470062" y="625826"/>
                </a:moveTo>
                <a:lnTo>
                  <a:pt x="1533050" y="578062"/>
                </a:lnTo>
                <a:moveTo>
                  <a:pt x="1572514" y="475429"/>
                </a:moveTo>
                <a:lnTo>
                  <a:pt x="1471998" y="427711"/>
                </a:lnTo>
                <a:moveTo>
                  <a:pt x="1572514" y="475429"/>
                </a:moveTo>
                <a:lnTo>
                  <a:pt x="1489524" y="366750"/>
                </a:lnTo>
                <a:moveTo>
                  <a:pt x="1572514" y="475429"/>
                </a:moveTo>
                <a:lnTo>
                  <a:pt x="1598186" y="380476"/>
                </a:lnTo>
                <a:moveTo>
                  <a:pt x="1471998" y="427711"/>
                </a:moveTo>
                <a:lnTo>
                  <a:pt x="1489524" y="366750"/>
                </a:lnTo>
                <a:moveTo>
                  <a:pt x="1598186" y="380476"/>
                </a:moveTo>
                <a:lnTo>
                  <a:pt x="1489524" y="366750"/>
                </a:lnTo>
                <a:moveTo>
                  <a:pt x="1538542" y="575894"/>
                </a:moveTo>
                <a:lnTo>
                  <a:pt x="1572514" y="475429"/>
                </a:lnTo>
                <a:moveTo>
                  <a:pt x="1572514" y="475429"/>
                </a:moveTo>
                <a:lnTo>
                  <a:pt x="1533050" y="578062"/>
                </a:lnTo>
                <a:moveTo>
                  <a:pt x="1471998" y="427711"/>
                </a:moveTo>
                <a:lnTo>
                  <a:pt x="1434352" y="392757"/>
                </a:lnTo>
                <a:moveTo>
                  <a:pt x="1489524" y="366750"/>
                </a:moveTo>
                <a:lnTo>
                  <a:pt x="1434352" y="392757"/>
                </a:lnTo>
                <a:moveTo>
                  <a:pt x="1572514" y="475429"/>
                </a:moveTo>
                <a:lnTo>
                  <a:pt x="1437704" y="518454"/>
                </a:lnTo>
                <a:moveTo>
                  <a:pt x="1538542" y="575894"/>
                </a:moveTo>
                <a:lnTo>
                  <a:pt x="1533050" y="578062"/>
                </a:lnTo>
                <a:moveTo>
                  <a:pt x="1637859" y="624561"/>
                </a:moveTo>
                <a:lnTo>
                  <a:pt x="1549313" y="582812"/>
                </a:lnTo>
                <a:moveTo>
                  <a:pt x="1677371" y="470354"/>
                </a:moveTo>
                <a:lnTo>
                  <a:pt x="1572514" y="475429"/>
                </a:lnTo>
                <a:moveTo>
                  <a:pt x="1549313" y="582812"/>
                </a:moveTo>
                <a:lnTo>
                  <a:pt x="1538542" y="575894"/>
                </a:lnTo>
                <a:moveTo>
                  <a:pt x="1637859" y="624561"/>
                </a:moveTo>
                <a:lnTo>
                  <a:pt x="1534977" y="584477"/>
                </a:lnTo>
                <a:moveTo>
                  <a:pt x="1437704" y="518454"/>
                </a:moveTo>
                <a:lnTo>
                  <a:pt x="1471998" y="427711"/>
                </a:lnTo>
                <a:moveTo>
                  <a:pt x="1534977" y="584477"/>
                </a:moveTo>
                <a:lnTo>
                  <a:pt x="1533050" y="578062"/>
                </a:lnTo>
                <a:moveTo>
                  <a:pt x="1534977" y="584477"/>
                </a:moveTo>
                <a:lnTo>
                  <a:pt x="1549313" y="582812"/>
                </a:lnTo>
                <a:moveTo>
                  <a:pt x="1677371" y="470354"/>
                </a:moveTo>
                <a:lnTo>
                  <a:pt x="1598186" y="380476"/>
                </a:lnTo>
                <a:moveTo>
                  <a:pt x="1681947" y="454152"/>
                </a:moveTo>
                <a:lnTo>
                  <a:pt x="1598186" y="380476"/>
                </a:lnTo>
                <a:moveTo>
                  <a:pt x="1489524" y="366750"/>
                </a:moveTo>
                <a:lnTo>
                  <a:pt x="1506321" y="274491"/>
                </a:lnTo>
                <a:moveTo>
                  <a:pt x="1641465" y="580703"/>
                </a:moveTo>
                <a:lnTo>
                  <a:pt x="1572514" y="475429"/>
                </a:lnTo>
                <a:moveTo>
                  <a:pt x="1598186" y="380476"/>
                </a:moveTo>
                <a:lnTo>
                  <a:pt x="1506321" y="274491"/>
                </a:lnTo>
                <a:moveTo>
                  <a:pt x="1533050" y="578062"/>
                </a:moveTo>
                <a:lnTo>
                  <a:pt x="1437704" y="518454"/>
                </a:lnTo>
                <a:moveTo>
                  <a:pt x="1534977" y="584477"/>
                </a:moveTo>
                <a:lnTo>
                  <a:pt x="1437704" y="518454"/>
                </a:lnTo>
                <a:moveTo>
                  <a:pt x="1637859" y="624561"/>
                </a:moveTo>
                <a:lnTo>
                  <a:pt x="1502201" y="677903"/>
                </a:lnTo>
                <a:moveTo>
                  <a:pt x="1471998" y="427711"/>
                </a:moveTo>
                <a:lnTo>
                  <a:pt x="1393400" y="471116"/>
                </a:lnTo>
                <a:moveTo>
                  <a:pt x="1502201" y="677903"/>
                </a:moveTo>
                <a:lnTo>
                  <a:pt x="1533050" y="578062"/>
                </a:lnTo>
                <a:moveTo>
                  <a:pt x="1506321" y="274491"/>
                </a:moveTo>
                <a:lnTo>
                  <a:pt x="1434352" y="392757"/>
                </a:lnTo>
                <a:moveTo>
                  <a:pt x="1502201" y="677903"/>
                </a:moveTo>
                <a:lnTo>
                  <a:pt x="1534977" y="584477"/>
                </a:lnTo>
                <a:moveTo>
                  <a:pt x="1641465" y="580703"/>
                </a:moveTo>
                <a:lnTo>
                  <a:pt x="1538542" y="575894"/>
                </a:lnTo>
                <a:moveTo>
                  <a:pt x="1641465" y="580703"/>
                </a:moveTo>
                <a:lnTo>
                  <a:pt x="1549313" y="582812"/>
                </a:lnTo>
                <a:moveTo>
                  <a:pt x="1677371" y="470354"/>
                </a:moveTo>
                <a:lnTo>
                  <a:pt x="1681947" y="454152"/>
                </a:lnTo>
                <a:moveTo>
                  <a:pt x="1393400" y="471116"/>
                </a:moveTo>
                <a:lnTo>
                  <a:pt x="1434352" y="392757"/>
                </a:lnTo>
                <a:moveTo>
                  <a:pt x="1604979" y="698103"/>
                </a:moveTo>
                <a:lnTo>
                  <a:pt x="1637859" y="624561"/>
                </a:lnTo>
                <a:moveTo>
                  <a:pt x="1693434" y="468424"/>
                </a:moveTo>
                <a:lnTo>
                  <a:pt x="1677371" y="470354"/>
                </a:lnTo>
                <a:moveTo>
                  <a:pt x="1693434" y="468424"/>
                </a:moveTo>
                <a:lnTo>
                  <a:pt x="1681947" y="454152"/>
                </a:lnTo>
                <a:moveTo>
                  <a:pt x="1641465" y="580703"/>
                </a:moveTo>
                <a:lnTo>
                  <a:pt x="1677371" y="470354"/>
                </a:lnTo>
                <a:moveTo>
                  <a:pt x="1437704" y="518454"/>
                </a:moveTo>
                <a:lnTo>
                  <a:pt x="1393400" y="471116"/>
                </a:lnTo>
                <a:moveTo>
                  <a:pt x="1641465" y="580703"/>
                </a:moveTo>
                <a:lnTo>
                  <a:pt x="1693434" y="468424"/>
                </a:lnTo>
                <a:moveTo>
                  <a:pt x="997640" y="463394"/>
                </a:moveTo>
                <a:lnTo>
                  <a:pt x="1004063" y="434189"/>
                </a:lnTo>
                <a:moveTo>
                  <a:pt x="1604979" y="698103"/>
                </a:moveTo>
                <a:lnTo>
                  <a:pt x="1502201" y="677903"/>
                </a:lnTo>
                <a:moveTo>
                  <a:pt x="997640" y="463394"/>
                </a:moveTo>
                <a:lnTo>
                  <a:pt x="978660" y="440307"/>
                </a:lnTo>
                <a:moveTo>
                  <a:pt x="1024555" y="453711"/>
                </a:moveTo>
                <a:lnTo>
                  <a:pt x="997640" y="463394"/>
                </a:lnTo>
                <a:moveTo>
                  <a:pt x="1637149" y="562005"/>
                </a:moveTo>
                <a:lnTo>
                  <a:pt x="1549313" y="582812"/>
                </a:lnTo>
                <a:moveTo>
                  <a:pt x="1534977" y="584477"/>
                </a:moveTo>
                <a:lnTo>
                  <a:pt x="1416076" y="543583"/>
                </a:lnTo>
                <a:moveTo>
                  <a:pt x="1637149" y="562005"/>
                </a:moveTo>
                <a:lnTo>
                  <a:pt x="1534977" y="584477"/>
                </a:lnTo>
                <a:moveTo>
                  <a:pt x="1004063" y="434189"/>
                </a:moveTo>
                <a:lnTo>
                  <a:pt x="978660" y="440307"/>
                </a:lnTo>
                <a:moveTo>
                  <a:pt x="997640" y="463394"/>
                </a:moveTo>
                <a:lnTo>
                  <a:pt x="861670" y="520523"/>
                </a:lnTo>
                <a:moveTo>
                  <a:pt x="1024555" y="453711"/>
                </a:moveTo>
                <a:lnTo>
                  <a:pt x="1004063" y="434189"/>
                </a:lnTo>
                <a:moveTo>
                  <a:pt x="963129" y="556770"/>
                </a:moveTo>
                <a:lnTo>
                  <a:pt x="997640" y="463394"/>
                </a:lnTo>
                <a:moveTo>
                  <a:pt x="997640" y="463394"/>
                </a:moveTo>
                <a:lnTo>
                  <a:pt x="874561" y="470638"/>
                </a:lnTo>
                <a:moveTo>
                  <a:pt x="1437704" y="518454"/>
                </a:moveTo>
                <a:lnTo>
                  <a:pt x="1416076" y="543583"/>
                </a:lnTo>
                <a:moveTo>
                  <a:pt x="1493165" y="1078967"/>
                </a:moveTo>
                <a:lnTo>
                  <a:pt x="1508833" y="1026397"/>
                </a:lnTo>
                <a:moveTo>
                  <a:pt x="1534977" y="584477"/>
                </a:moveTo>
                <a:lnTo>
                  <a:pt x="1512685" y="586327"/>
                </a:lnTo>
                <a:moveTo>
                  <a:pt x="1675889" y="553619"/>
                </a:moveTo>
                <a:lnTo>
                  <a:pt x="1693434" y="468424"/>
                </a:lnTo>
                <a:moveTo>
                  <a:pt x="1508833" y="1026397"/>
                </a:moveTo>
                <a:lnTo>
                  <a:pt x="1404948" y="1034245"/>
                </a:lnTo>
                <a:moveTo>
                  <a:pt x="1493165" y="1078967"/>
                </a:moveTo>
                <a:lnTo>
                  <a:pt x="1404948" y="1034245"/>
                </a:lnTo>
                <a:moveTo>
                  <a:pt x="1493165" y="1078967"/>
                </a:moveTo>
                <a:lnTo>
                  <a:pt x="1391627" y="1033244"/>
                </a:lnTo>
                <a:moveTo>
                  <a:pt x="1493165" y="1078967"/>
                </a:moveTo>
                <a:lnTo>
                  <a:pt x="1355673" y="1154619"/>
                </a:lnTo>
                <a:moveTo>
                  <a:pt x="978660" y="440307"/>
                </a:moveTo>
                <a:lnTo>
                  <a:pt x="899594" y="385634"/>
                </a:lnTo>
                <a:moveTo>
                  <a:pt x="874561" y="470638"/>
                </a:moveTo>
                <a:lnTo>
                  <a:pt x="978660" y="440307"/>
                </a:lnTo>
                <a:moveTo>
                  <a:pt x="1675889" y="553619"/>
                </a:moveTo>
                <a:lnTo>
                  <a:pt x="1641465" y="580703"/>
                </a:lnTo>
                <a:moveTo>
                  <a:pt x="963129" y="556770"/>
                </a:moveTo>
                <a:lnTo>
                  <a:pt x="1024555" y="453711"/>
                </a:lnTo>
                <a:moveTo>
                  <a:pt x="1391627" y="1033244"/>
                </a:moveTo>
                <a:lnTo>
                  <a:pt x="1404948" y="1034245"/>
                </a:lnTo>
                <a:moveTo>
                  <a:pt x="1404948" y="1034245"/>
                </a:moveTo>
                <a:lnTo>
                  <a:pt x="1392839" y="1028943"/>
                </a:lnTo>
                <a:moveTo>
                  <a:pt x="1391627" y="1033244"/>
                </a:moveTo>
                <a:lnTo>
                  <a:pt x="1392839" y="1028943"/>
                </a:lnTo>
                <a:moveTo>
                  <a:pt x="1004063" y="434189"/>
                </a:moveTo>
                <a:lnTo>
                  <a:pt x="918717" y="312509"/>
                </a:lnTo>
                <a:moveTo>
                  <a:pt x="1355673" y="1154619"/>
                </a:moveTo>
                <a:lnTo>
                  <a:pt x="1391627" y="1033244"/>
                </a:lnTo>
                <a:moveTo>
                  <a:pt x="1641465" y="580703"/>
                </a:moveTo>
                <a:lnTo>
                  <a:pt x="1637149" y="562005"/>
                </a:lnTo>
                <a:moveTo>
                  <a:pt x="1773072" y="425523"/>
                </a:moveTo>
                <a:lnTo>
                  <a:pt x="1681947" y="454152"/>
                </a:lnTo>
                <a:moveTo>
                  <a:pt x="1004063" y="434189"/>
                </a:moveTo>
                <a:lnTo>
                  <a:pt x="1026071" y="329384"/>
                </a:lnTo>
                <a:moveTo>
                  <a:pt x="978660" y="440307"/>
                </a:moveTo>
                <a:lnTo>
                  <a:pt x="918717" y="312509"/>
                </a:lnTo>
                <a:moveTo>
                  <a:pt x="1535444" y="1072358"/>
                </a:moveTo>
                <a:lnTo>
                  <a:pt x="1508833" y="1026397"/>
                </a:lnTo>
                <a:moveTo>
                  <a:pt x="1535444" y="1072358"/>
                </a:moveTo>
                <a:lnTo>
                  <a:pt x="1493165" y="1078967"/>
                </a:lnTo>
                <a:moveTo>
                  <a:pt x="963129" y="556770"/>
                </a:moveTo>
                <a:lnTo>
                  <a:pt x="861670" y="520523"/>
                </a:lnTo>
                <a:moveTo>
                  <a:pt x="861670" y="520523"/>
                </a:moveTo>
                <a:lnTo>
                  <a:pt x="874561" y="470638"/>
                </a:lnTo>
                <a:moveTo>
                  <a:pt x="1416076" y="543583"/>
                </a:moveTo>
                <a:lnTo>
                  <a:pt x="1393400" y="471116"/>
                </a:lnTo>
                <a:moveTo>
                  <a:pt x="1693434" y="468424"/>
                </a:moveTo>
                <a:lnTo>
                  <a:pt x="1773072" y="425523"/>
                </a:lnTo>
                <a:moveTo>
                  <a:pt x="1458447" y="1174871"/>
                </a:moveTo>
                <a:lnTo>
                  <a:pt x="1493165" y="1078967"/>
                </a:lnTo>
                <a:moveTo>
                  <a:pt x="874561" y="470638"/>
                </a:moveTo>
                <a:lnTo>
                  <a:pt x="899594" y="385634"/>
                </a:lnTo>
                <a:moveTo>
                  <a:pt x="1508833" y="1026397"/>
                </a:moveTo>
                <a:lnTo>
                  <a:pt x="1420080" y="912922"/>
                </a:lnTo>
                <a:moveTo>
                  <a:pt x="826028" y="627669"/>
                </a:moveTo>
                <a:lnTo>
                  <a:pt x="861670" y="520523"/>
                </a:lnTo>
                <a:moveTo>
                  <a:pt x="861670" y="520523"/>
                </a:moveTo>
                <a:lnTo>
                  <a:pt x="846869" y="492135"/>
                </a:lnTo>
                <a:moveTo>
                  <a:pt x="1458447" y="1174871"/>
                </a:moveTo>
                <a:lnTo>
                  <a:pt x="1355673" y="1154619"/>
                </a:lnTo>
                <a:moveTo>
                  <a:pt x="899594" y="385634"/>
                </a:moveTo>
                <a:lnTo>
                  <a:pt x="918717" y="312509"/>
                </a:lnTo>
                <a:moveTo>
                  <a:pt x="963129" y="556770"/>
                </a:moveTo>
                <a:lnTo>
                  <a:pt x="826028" y="627669"/>
                </a:lnTo>
                <a:moveTo>
                  <a:pt x="899594" y="385634"/>
                </a:moveTo>
                <a:lnTo>
                  <a:pt x="846869" y="492135"/>
                </a:lnTo>
                <a:moveTo>
                  <a:pt x="1404948" y="1034245"/>
                </a:moveTo>
                <a:lnTo>
                  <a:pt x="1420080" y="912922"/>
                </a:lnTo>
                <a:moveTo>
                  <a:pt x="874561" y="470638"/>
                </a:moveTo>
                <a:lnTo>
                  <a:pt x="846869" y="492135"/>
                </a:lnTo>
                <a:moveTo>
                  <a:pt x="1392839" y="1028943"/>
                </a:moveTo>
                <a:lnTo>
                  <a:pt x="1420080" y="912922"/>
                </a:lnTo>
                <a:moveTo>
                  <a:pt x="1508833" y="1026397"/>
                </a:moveTo>
                <a:lnTo>
                  <a:pt x="1521750" y="943479"/>
                </a:lnTo>
                <a:moveTo>
                  <a:pt x="1391627" y="1033244"/>
                </a:moveTo>
                <a:lnTo>
                  <a:pt x="1285467" y="1089669"/>
                </a:lnTo>
                <a:moveTo>
                  <a:pt x="1047256" y="550660"/>
                </a:moveTo>
                <a:lnTo>
                  <a:pt x="1024555" y="453711"/>
                </a:lnTo>
                <a:moveTo>
                  <a:pt x="1355673" y="1154619"/>
                </a:moveTo>
                <a:lnTo>
                  <a:pt x="1285467" y="1089669"/>
                </a:lnTo>
                <a:moveTo>
                  <a:pt x="1458447" y="1174871"/>
                </a:moveTo>
                <a:lnTo>
                  <a:pt x="1535444" y="1072358"/>
                </a:lnTo>
                <a:moveTo>
                  <a:pt x="899594" y="385634"/>
                </a:moveTo>
                <a:lnTo>
                  <a:pt x="827014" y="329857"/>
                </a:lnTo>
                <a:moveTo>
                  <a:pt x="1026071" y="329384"/>
                </a:moveTo>
                <a:lnTo>
                  <a:pt x="918717" y="312509"/>
                </a:lnTo>
                <a:moveTo>
                  <a:pt x="1675889" y="553619"/>
                </a:moveTo>
                <a:lnTo>
                  <a:pt x="1637149" y="562005"/>
                </a:lnTo>
                <a:moveTo>
                  <a:pt x="1094754" y="408053"/>
                </a:moveTo>
                <a:lnTo>
                  <a:pt x="1004063" y="434189"/>
                </a:lnTo>
                <a:moveTo>
                  <a:pt x="1392839" y="1028943"/>
                </a:moveTo>
                <a:lnTo>
                  <a:pt x="1299661" y="937335"/>
                </a:lnTo>
                <a:moveTo>
                  <a:pt x="918717" y="312509"/>
                </a:moveTo>
                <a:lnTo>
                  <a:pt x="827014" y="329857"/>
                </a:lnTo>
                <a:moveTo>
                  <a:pt x="1047256" y="550660"/>
                </a:moveTo>
                <a:lnTo>
                  <a:pt x="963129" y="556770"/>
                </a:lnTo>
                <a:moveTo>
                  <a:pt x="1391627" y="1033244"/>
                </a:moveTo>
                <a:lnTo>
                  <a:pt x="1294164" y="940736"/>
                </a:lnTo>
                <a:moveTo>
                  <a:pt x="1392839" y="1028943"/>
                </a:moveTo>
                <a:lnTo>
                  <a:pt x="1294164" y="940736"/>
                </a:lnTo>
                <a:moveTo>
                  <a:pt x="806638" y="685990"/>
                </a:moveTo>
                <a:lnTo>
                  <a:pt x="826028" y="627669"/>
                </a:lnTo>
                <a:moveTo>
                  <a:pt x="1391627" y="1033244"/>
                </a:moveTo>
                <a:lnTo>
                  <a:pt x="1259028" y="1059807"/>
                </a:lnTo>
                <a:moveTo>
                  <a:pt x="846869" y="492135"/>
                </a:moveTo>
                <a:lnTo>
                  <a:pt x="827014" y="329857"/>
                </a:lnTo>
                <a:moveTo>
                  <a:pt x="1024555" y="453711"/>
                </a:moveTo>
                <a:lnTo>
                  <a:pt x="1094754" y="408053"/>
                </a:lnTo>
                <a:moveTo>
                  <a:pt x="1675889" y="553619"/>
                </a:moveTo>
                <a:lnTo>
                  <a:pt x="1773072" y="425523"/>
                </a:lnTo>
                <a:moveTo>
                  <a:pt x="1323389" y="1220911"/>
                </a:moveTo>
                <a:lnTo>
                  <a:pt x="1355673" y="1154619"/>
                </a:lnTo>
                <a:moveTo>
                  <a:pt x="861670" y="520523"/>
                </a:moveTo>
                <a:lnTo>
                  <a:pt x="785043" y="564397"/>
                </a:lnTo>
                <a:moveTo>
                  <a:pt x="930374" y="628798"/>
                </a:moveTo>
                <a:lnTo>
                  <a:pt x="963129" y="556770"/>
                </a:lnTo>
                <a:moveTo>
                  <a:pt x="1512685" y="586327"/>
                </a:moveTo>
                <a:lnTo>
                  <a:pt x="1416076" y="543583"/>
                </a:lnTo>
                <a:moveTo>
                  <a:pt x="1637149" y="562005"/>
                </a:moveTo>
                <a:lnTo>
                  <a:pt x="1512685" y="586327"/>
                </a:lnTo>
                <a:moveTo>
                  <a:pt x="1557886" y="1012752"/>
                </a:moveTo>
                <a:lnTo>
                  <a:pt x="1508833" y="1026397"/>
                </a:lnTo>
                <a:moveTo>
                  <a:pt x="1407912" y="554442"/>
                </a:moveTo>
                <a:lnTo>
                  <a:pt x="1416076" y="543583"/>
                </a:lnTo>
                <a:moveTo>
                  <a:pt x="1313457" y="471927"/>
                </a:moveTo>
                <a:lnTo>
                  <a:pt x="1393400" y="471116"/>
                </a:lnTo>
                <a:moveTo>
                  <a:pt x="1521750" y="943479"/>
                </a:moveTo>
                <a:lnTo>
                  <a:pt x="1420080" y="912922"/>
                </a:lnTo>
                <a:moveTo>
                  <a:pt x="790684" y="731171"/>
                </a:moveTo>
                <a:lnTo>
                  <a:pt x="806638" y="685990"/>
                </a:lnTo>
                <a:moveTo>
                  <a:pt x="1525693" y="1159829"/>
                </a:moveTo>
                <a:lnTo>
                  <a:pt x="1535444" y="1072358"/>
                </a:lnTo>
                <a:moveTo>
                  <a:pt x="1420080" y="912922"/>
                </a:moveTo>
                <a:lnTo>
                  <a:pt x="1299661" y="937335"/>
                </a:lnTo>
                <a:moveTo>
                  <a:pt x="930374" y="628798"/>
                </a:moveTo>
                <a:lnTo>
                  <a:pt x="826028" y="627669"/>
                </a:lnTo>
                <a:moveTo>
                  <a:pt x="1458447" y="1174871"/>
                </a:moveTo>
                <a:lnTo>
                  <a:pt x="1323389" y="1220911"/>
                </a:lnTo>
                <a:moveTo>
                  <a:pt x="1094754" y="408053"/>
                </a:moveTo>
                <a:lnTo>
                  <a:pt x="1026071" y="329384"/>
                </a:lnTo>
                <a:moveTo>
                  <a:pt x="826028" y="627669"/>
                </a:moveTo>
                <a:lnTo>
                  <a:pt x="785043" y="564397"/>
                </a:lnTo>
                <a:moveTo>
                  <a:pt x="1355673" y="1154619"/>
                </a:moveTo>
                <a:lnTo>
                  <a:pt x="1269021" y="1175185"/>
                </a:lnTo>
                <a:moveTo>
                  <a:pt x="785043" y="564397"/>
                </a:moveTo>
                <a:lnTo>
                  <a:pt x="846869" y="492135"/>
                </a:lnTo>
                <a:moveTo>
                  <a:pt x="1525693" y="1159829"/>
                </a:moveTo>
                <a:lnTo>
                  <a:pt x="1458447" y="1174871"/>
                </a:lnTo>
                <a:moveTo>
                  <a:pt x="826958" y="733118"/>
                </a:moveTo>
                <a:lnTo>
                  <a:pt x="806638" y="685990"/>
                </a:lnTo>
                <a:moveTo>
                  <a:pt x="1285467" y="1089669"/>
                </a:moveTo>
                <a:lnTo>
                  <a:pt x="1259028" y="1059807"/>
                </a:lnTo>
                <a:moveTo>
                  <a:pt x="1512685" y="586327"/>
                </a:moveTo>
                <a:lnTo>
                  <a:pt x="1407912" y="554442"/>
                </a:lnTo>
                <a:moveTo>
                  <a:pt x="1535444" y="1072358"/>
                </a:moveTo>
                <a:lnTo>
                  <a:pt x="1557886" y="1012752"/>
                </a:lnTo>
                <a:moveTo>
                  <a:pt x="918717" y="312509"/>
                </a:moveTo>
                <a:lnTo>
                  <a:pt x="926785" y="241265"/>
                </a:lnTo>
                <a:moveTo>
                  <a:pt x="894342" y="740684"/>
                </a:moveTo>
                <a:lnTo>
                  <a:pt x="826028" y="627669"/>
                </a:lnTo>
                <a:moveTo>
                  <a:pt x="1026071" y="329384"/>
                </a:moveTo>
                <a:lnTo>
                  <a:pt x="926785" y="241265"/>
                </a:lnTo>
                <a:moveTo>
                  <a:pt x="1509682" y="586906"/>
                </a:moveTo>
                <a:lnTo>
                  <a:pt x="1512685" y="586327"/>
                </a:lnTo>
                <a:moveTo>
                  <a:pt x="1068321" y="547624"/>
                </a:moveTo>
                <a:lnTo>
                  <a:pt x="1047256" y="550660"/>
                </a:lnTo>
                <a:moveTo>
                  <a:pt x="1299661" y="937335"/>
                </a:moveTo>
                <a:lnTo>
                  <a:pt x="1294164" y="940736"/>
                </a:lnTo>
                <a:moveTo>
                  <a:pt x="1299661" y="937335"/>
                </a:moveTo>
                <a:lnTo>
                  <a:pt x="1296262" y="933315"/>
                </a:lnTo>
                <a:moveTo>
                  <a:pt x="826958" y="733118"/>
                </a:moveTo>
                <a:lnTo>
                  <a:pt x="790684" y="731171"/>
                </a:lnTo>
                <a:moveTo>
                  <a:pt x="1294164" y="940736"/>
                </a:moveTo>
                <a:lnTo>
                  <a:pt x="1296262" y="933315"/>
                </a:lnTo>
                <a:moveTo>
                  <a:pt x="1509682" y="586906"/>
                </a:moveTo>
                <a:lnTo>
                  <a:pt x="1407912" y="554442"/>
                </a:lnTo>
                <a:moveTo>
                  <a:pt x="1259028" y="1059807"/>
                </a:moveTo>
                <a:lnTo>
                  <a:pt x="1294164" y="940736"/>
                </a:lnTo>
                <a:moveTo>
                  <a:pt x="1675889" y="553619"/>
                </a:moveTo>
                <a:lnTo>
                  <a:pt x="1737566" y="505472"/>
                </a:lnTo>
                <a:moveTo>
                  <a:pt x="930374" y="628798"/>
                </a:moveTo>
                <a:lnTo>
                  <a:pt x="1047256" y="550660"/>
                </a:lnTo>
                <a:moveTo>
                  <a:pt x="855775" y="883392"/>
                </a:moveTo>
                <a:lnTo>
                  <a:pt x="790684" y="731171"/>
                </a:lnTo>
                <a:moveTo>
                  <a:pt x="1047256" y="550660"/>
                </a:moveTo>
                <a:lnTo>
                  <a:pt x="1094754" y="408053"/>
                </a:lnTo>
                <a:moveTo>
                  <a:pt x="894342" y="740684"/>
                </a:moveTo>
                <a:lnTo>
                  <a:pt x="806638" y="685990"/>
                </a:lnTo>
                <a:moveTo>
                  <a:pt x="1426580" y="1236093"/>
                </a:moveTo>
                <a:lnTo>
                  <a:pt x="1458447" y="1174871"/>
                </a:lnTo>
                <a:moveTo>
                  <a:pt x="1416076" y="543583"/>
                </a:moveTo>
                <a:lnTo>
                  <a:pt x="1313457" y="471927"/>
                </a:lnTo>
                <a:moveTo>
                  <a:pt x="1700316" y="306287"/>
                </a:moveTo>
                <a:lnTo>
                  <a:pt x="1617991" y="229154"/>
                </a:lnTo>
                <a:moveTo>
                  <a:pt x="855775" y="883392"/>
                </a:moveTo>
                <a:lnTo>
                  <a:pt x="826958" y="733118"/>
                </a:lnTo>
                <a:moveTo>
                  <a:pt x="1068321" y="547624"/>
                </a:moveTo>
                <a:lnTo>
                  <a:pt x="1094754" y="408053"/>
                </a:lnTo>
                <a:moveTo>
                  <a:pt x="1269021" y="1175185"/>
                </a:moveTo>
                <a:lnTo>
                  <a:pt x="1285467" y="1089669"/>
                </a:lnTo>
                <a:moveTo>
                  <a:pt x="1420080" y="912922"/>
                </a:moveTo>
                <a:lnTo>
                  <a:pt x="1318154" y="831158"/>
                </a:lnTo>
                <a:moveTo>
                  <a:pt x="1557886" y="1012752"/>
                </a:moveTo>
                <a:lnTo>
                  <a:pt x="1521750" y="943479"/>
                </a:lnTo>
                <a:moveTo>
                  <a:pt x="756261" y="823485"/>
                </a:moveTo>
                <a:lnTo>
                  <a:pt x="790684" y="731171"/>
                </a:lnTo>
                <a:moveTo>
                  <a:pt x="1068321" y="547624"/>
                </a:moveTo>
                <a:lnTo>
                  <a:pt x="1103314" y="418750"/>
                </a:lnTo>
                <a:moveTo>
                  <a:pt x="1420080" y="912922"/>
                </a:moveTo>
                <a:lnTo>
                  <a:pt x="1425029" y="849185"/>
                </a:lnTo>
                <a:moveTo>
                  <a:pt x="1026071" y="329384"/>
                </a:moveTo>
                <a:lnTo>
                  <a:pt x="1017258" y="298780"/>
                </a:lnTo>
                <a:moveTo>
                  <a:pt x="1407912" y="554442"/>
                </a:moveTo>
                <a:lnTo>
                  <a:pt x="1272435" y="605570"/>
                </a:lnTo>
                <a:moveTo>
                  <a:pt x="1737566" y="505472"/>
                </a:moveTo>
                <a:lnTo>
                  <a:pt x="1773072" y="425523"/>
                </a:lnTo>
                <a:moveTo>
                  <a:pt x="887953" y="765553"/>
                </a:moveTo>
                <a:lnTo>
                  <a:pt x="826958" y="733118"/>
                </a:lnTo>
                <a:moveTo>
                  <a:pt x="1675889" y="553619"/>
                </a:moveTo>
                <a:lnTo>
                  <a:pt x="1624502" y="540635"/>
                </a:lnTo>
                <a:moveTo>
                  <a:pt x="1103314" y="418750"/>
                </a:moveTo>
                <a:lnTo>
                  <a:pt x="1094754" y="408053"/>
                </a:lnTo>
                <a:moveTo>
                  <a:pt x="894342" y="740684"/>
                </a:moveTo>
                <a:lnTo>
                  <a:pt x="826958" y="733118"/>
                </a:lnTo>
                <a:moveTo>
                  <a:pt x="855775" y="883392"/>
                </a:moveTo>
                <a:lnTo>
                  <a:pt x="887953" y="765553"/>
                </a:lnTo>
                <a:moveTo>
                  <a:pt x="1009988" y="630094"/>
                </a:moveTo>
                <a:lnTo>
                  <a:pt x="1047256" y="550660"/>
                </a:lnTo>
                <a:moveTo>
                  <a:pt x="1407912" y="554442"/>
                </a:moveTo>
                <a:lnTo>
                  <a:pt x="1313457" y="471927"/>
                </a:lnTo>
                <a:moveTo>
                  <a:pt x="1637149" y="562005"/>
                </a:moveTo>
                <a:lnTo>
                  <a:pt x="1624502" y="540635"/>
                </a:lnTo>
                <a:moveTo>
                  <a:pt x="1407912" y="554442"/>
                </a:moveTo>
                <a:lnTo>
                  <a:pt x="1309350" y="473378"/>
                </a:lnTo>
                <a:moveTo>
                  <a:pt x="1521750" y="943479"/>
                </a:moveTo>
                <a:lnTo>
                  <a:pt x="1425029" y="849185"/>
                </a:lnTo>
                <a:moveTo>
                  <a:pt x="894342" y="740684"/>
                </a:moveTo>
                <a:lnTo>
                  <a:pt x="930374" y="628798"/>
                </a:lnTo>
                <a:moveTo>
                  <a:pt x="1269021" y="1175185"/>
                </a:moveTo>
                <a:lnTo>
                  <a:pt x="1259028" y="1059807"/>
                </a:lnTo>
                <a:moveTo>
                  <a:pt x="1299661" y="937335"/>
                </a:moveTo>
                <a:lnTo>
                  <a:pt x="1318154" y="831158"/>
                </a:lnTo>
                <a:moveTo>
                  <a:pt x="1773072" y="425523"/>
                </a:moveTo>
                <a:lnTo>
                  <a:pt x="1716561" y="342858"/>
                </a:lnTo>
                <a:moveTo>
                  <a:pt x="1171585" y="561924"/>
                </a:moveTo>
                <a:lnTo>
                  <a:pt x="1068321" y="547624"/>
                </a:lnTo>
                <a:moveTo>
                  <a:pt x="790684" y="731171"/>
                </a:moveTo>
                <a:lnTo>
                  <a:pt x="723423" y="793199"/>
                </a:lnTo>
                <a:moveTo>
                  <a:pt x="958137" y="908662"/>
                </a:moveTo>
                <a:lnTo>
                  <a:pt x="855775" y="883392"/>
                </a:lnTo>
                <a:moveTo>
                  <a:pt x="1031740" y="323489"/>
                </a:moveTo>
                <a:lnTo>
                  <a:pt x="1026071" y="329384"/>
                </a:lnTo>
                <a:moveTo>
                  <a:pt x="1296262" y="933315"/>
                </a:moveTo>
                <a:lnTo>
                  <a:pt x="1318154" y="831158"/>
                </a:lnTo>
                <a:moveTo>
                  <a:pt x="855775" y="883392"/>
                </a:moveTo>
                <a:lnTo>
                  <a:pt x="756261" y="823485"/>
                </a:lnTo>
                <a:moveTo>
                  <a:pt x="1294164" y="940736"/>
                </a:moveTo>
                <a:lnTo>
                  <a:pt x="1220822" y="1004629"/>
                </a:lnTo>
                <a:moveTo>
                  <a:pt x="1296262" y="933315"/>
                </a:moveTo>
                <a:lnTo>
                  <a:pt x="1220822" y="1004629"/>
                </a:lnTo>
                <a:moveTo>
                  <a:pt x="1525693" y="1159829"/>
                </a:moveTo>
                <a:lnTo>
                  <a:pt x="1557886" y="1012752"/>
                </a:lnTo>
                <a:moveTo>
                  <a:pt x="1259028" y="1059807"/>
                </a:moveTo>
                <a:lnTo>
                  <a:pt x="1220822" y="1004629"/>
                </a:lnTo>
                <a:moveTo>
                  <a:pt x="1323389" y="1220911"/>
                </a:moveTo>
                <a:lnTo>
                  <a:pt x="1269021" y="1175185"/>
                </a:lnTo>
                <a:moveTo>
                  <a:pt x="1034783" y="629164"/>
                </a:moveTo>
                <a:lnTo>
                  <a:pt x="1047256" y="550660"/>
                </a:lnTo>
                <a:moveTo>
                  <a:pt x="1296262" y="933315"/>
                </a:moveTo>
                <a:lnTo>
                  <a:pt x="1198920" y="846989"/>
                </a:lnTo>
                <a:moveTo>
                  <a:pt x="1296262" y="933315"/>
                </a:moveTo>
                <a:lnTo>
                  <a:pt x="1202824" y="833487"/>
                </a:lnTo>
                <a:moveTo>
                  <a:pt x="887953" y="765553"/>
                </a:moveTo>
                <a:lnTo>
                  <a:pt x="894342" y="740684"/>
                </a:lnTo>
                <a:moveTo>
                  <a:pt x="1375092" y="627254"/>
                </a:moveTo>
                <a:lnTo>
                  <a:pt x="1407912" y="554442"/>
                </a:lnTo>
                <a:moveTo>
                  <a:pt x="1426580" y="1236093"/>
                </a:moveTo>
                <a:lnTo>
                  <a:pt x="1323389" y="1220911"/>
                </a:lnTo>
                <a:moveTo>
                  <a:pt x="958137" y="908662"/>
                </a:moveTo>
                <a:lnTo>
                  <a:pt x="887953" y="765553"/>
                </a:lnTo>
                <a:moveTo>
                  <a:pt x="1009988" y="630094"/>
                </a:moveTo>
                <a:lnTo>
                  <a:pt x="930374" y="628798"/>
                </a:lnTo>
                <a:moveTo>
                  <a:pt x="1171585" y="561924"/>
                </a:moveTo>
                <a:lnTo>
                  <a:pt x="1103314" y="418750"/>
                </a:lnTo>
                <a:moveTo>
                  <a:pt x="1426580" y="1236093"/>
                </a:moveTo>
                <a:lnTo>
                  <a:pt x="1525693" y="1159829"/>
                </a:lnTo>
                <a:moveTo>
                  <a:pt x="1624502" y="540635"/>
                </a:moveTo>
                <a:lnTo>
                  <a:pt x="1512685" y="586327"/>
                </a:lnTo>
                <a:moveTo>
                  <a:pt x="1034783" y="629164"/>
                </a:moveTo>
                <a:lnTo>
                  <a:pt x="1068321" y="547624"/>
                </a:lnTo>
                <a:moveTo>
                  <a:pt x="821290" y="976458"/>
                </a:moveTo>
                <a:lnTo>
                  <a:pt x="855775" y="883392"/>
                </a:lnTo>
                <a:moveTo>
                  <a:pt x="1509682" y="586906"/>
                </a:moveTo>
                <a:lnTo>
                  <a:pt x="1375092" y="627254"/>
                </a:lnTo>
                <a:moveTo>
                  <a:pt x="1521750" y="943479"/>
                </a:moveTo>
                <a:lnTo>
                  <a:pt x="1517400" y="902134"/>
                </a:lnTo>
                <a:moveTo>
                  <a:pt x="1851910" y="561651"/>
                </a:moveTo>
                <a:lnTo>
                  <a:pt x="1866861" y="507810"/>
                </a:lnTo>
                <a:moveTo>
                  <a:pt x="1272435" y="605570"/>
                </a:moveTo>
                <a:lnTo>
                  <a:pt x="1171585" y="561924"/>
                </a:lnTo>
                <a:moveTo>
                  <a:pt x="1262789" y="637298"/>
                </a:moveTo>
                <a:lnTo>
                  <a:pt x="1272435" y="605570"/>
                </a:lnTo>
                <a:moveTo>
                  <a:pt x="935680" y="977805"/>
                </a:moveTo>
                <a:lnTo>
                  <a:pt x="958137" y="908662"/>
                </a:lnTo>
                <a:moveTo>
                  <a:pt x="982188" y="814014"/>
                </a:moveTo>
                <a:lnTo>
                  <a:pt x="887953" y="765553"/>
                </a:lnTo>
                <a:moveTo>
                  <a:pt x="1617991" y="229154"/>
                </a:moveTo>
                <a:lnTo>
                  <a:pt x="1604074" y="210839"/>
                </a:lnTo>
                <a:moveTo>
                  <a:pt x="1624502" y="540635"/>
                </a:moveTo>
                <a:lnTo>
                  <a:pt x="1509682" y="586906"/>
                </a:lnTo>
                <a:moveTo>
                  <a:pt x="1458400" y="1230495"/>
                </a:moveTo>
                <a:lnTo>
                  <a:pt x="1525693" y="1159829"/>
                </a:lnTo>
                <a:moveTo>
                  <a:pt x="1190191" y="484927"/>
                </a:moveTo>
                <a:lnTo>
                  <a:pt x="1103314" y="418750"/>
                </a:lnTo>
                <a:moveTo>
                  <a:pt x="1235514" y="728266"/>
                </a:moveTo>
                <a:lnTo>
                  <a:pt x="1262789" y="637298"/>
                </a:lnTo>
                <a:moveTo>
                  <a:pt x="998104" y="748922"/>
                </a:moveTo>
                <a:lnTo>
                  <a:pt x="930374" y="628798"/>
                </a:lnTo>
                <a:moveTo>
                  <a:pt x="1272435" y="605570"/>
                </a:moveTo>
                <a:lnTo>
                  <a:pt x="1309350" y="473378"/>
                </a:lnTo>
                <a:moveTo>
                  <a:pt x="983798" y="1214097"/>
                </a:moveTo>
                <a:lnTo>
                  <a:pt x="982444" y="1181807"/>
                </a:lnTo>
                <a:moveTo>
                  <a:pt x="983798" y="1214097"/>
                </a:moveTo>
                <a:lnTo>
                  <a:pt x="986546" y="1182499"/>
                </a:lnTo>
                <a:moveTo>
                  <a:pt x="987431" y="1183263"/>
                </a:moveTo>
                <a:lnTo>
                  <a:pt x="983798" y="1214097"/>
                </a:lnTo>
                <a:moveTo>
                  <a:pt x="1566637" y="1129248"/>
                </a:moveTo>
                <a:lnTo>
                  <a:pt x="1525693" y="1159829"/>
                </a:lnTo>
                <a:moveTo>
                  <a:pt x="983798" y="1214097"/>
                </a:moveTo>
                <a:lnTo>
                  <a:pt x="985434" y="1185176"/>
                </a:lnTo>
                <a:moveTo>
                  <a:pt x="958137" y="908662"/>
                </a:moveTo>
                <a:lnTo>
                  <a:pt x="982188" y="814014"/>
                </a:lnTo>
                <a:moveTo>
                  <a:pt x="958137" y="908662"/>
                </a:moveTo>
                <a:lnTo>
                  <a:pt x="831744" y="981314"/>
                </a:lnTo>
                <a:moveTo>
                  <a:pt x="739708" y="641476"/>
                </a:moveTo>
                <a:lnTo>
                  <a:pt x="785043" y="564397"/>
                </a:lnTo>
                <a:moveTo>
                  <a:pt x="958137" y="908662"/>
                </a:moveTo>
                <a:lnTo>
                  <a:pt x="821290" y="976458"/>
                </a:lnTo>
                <a:moveTo>
                  <a:pt x="756261" y="823485"/>
                </a:moveTo>
                <a:lnTo>
                  <a:pt x="723423" y="793199"/>
                </a:lnTo>
                <a:moveTo>
                  <a:pt x="821290" y="976458"/>
                </a:moveTo>
                <a:lnTo>
                  <a:pt x="756261" y="823485"/>
                </a:lnTo>
                <a:moveTo>
                  <a:pt x="1716561" y="342858"/>
                </a:moveTo>
                <a:lnTo>
                  <a:pt x="1700316" y="306287"/>
                </a:lnTo>
                <a:moveTo>
                  <a:pt x="1851910" y="561651"/>
                </a:moveTo>
                <a:lnTo>
                  <a:pt x="1815719" y="528297"/>
                </a:lnTo>
                <a:moveTo>
                  <a:pt x="1272435" y="605570"/>
                </a:moveTo>
                <a:lnTo>
                  <a:pt x="1143386" y="649433"/>
                </a:lnTo>
                <a:moveTo>
                  <a:pt x="1589104" y="552432"/>
                </a:moveTo>
                <a:lnTo>
                  <a:pt x="1509682" y="586906"/>
                </a:lnTo>
                <a:moveTo>
                  <a:pt x="921683" y="1025678"/>
                </a:moveTo>
                <a:lnTo>
                  <a:pt x="935680" y="977805"/>
                </a:lnTo>
                <a:moveTo>
                  <a:pt x="1309350" y="473378"/>
                </a:moveTo>
                <a:lnTo>
                  <a:pt x="1313457" y="471927"/>
                </a:lnTo>
                <a:moveTo>
                  <a:pt x="1143386" y="649433"/>
                </a:moveTo>
                <a:lnTo>
                  <a:pt x="1171585" y="561924"/>
                </a:lnTo>
                <a:moveTo>
                  <a:pt x="1262789" y="637298"/>
                </a:moveTo>
                <a:lnTo>
                  <a:pt x="1143386" y="649433"/>
                </a:lnTo>
                <a:moveTo>
                  <a:pt x="1866861" y="507810"/>
                </a:moveTo>
                <a:lnTo>
                  <a:pt x="1815719" y="528297"/>
                </a:lnTo>
                <a:moveTo>
                  <a:pt x="1227854" y="1112606"/>
                </a:moveTo>
                <a:lnTo>
                  <a:pt x="1259028" y="1059807"/>
                </a:lnTo>
                <a:moveTo>
                  <a:pt x="1094754" y="408053"/>
                </a:moveTo>
                <a:lnTo>
                  <a:pt x="1031740" y="323489"/>
                </a:lnTo>
                <a:moveTo>
                  <a:pt x="998104" y="748922"/>
                </a:moveTo>
                <a:lnTo>
                  <a:pt x="887953" y="765553"/>
                </a:lnTo>
                <a:moveTo>
                  <a:pt x="1235514" y="728266"/>
                </a:moveTo>
                <a:lnTo>
                  <a:pt x="1143386" y="649433"/>
                </a:lnTo>
                <a:moveTo>
                  <a:pt x="1202824" y="833487"/>
                </a:moveTo>
                <a:lnTo>
                  <a:pt x="1235514" y="728266"/>
                </a:lnTo>
                <a:moveTo>
                  <a:pt x="1017258" y="298780"/>
                </a:moveTo>
                <a:lnTo>
                  <a:pt x="926785" y="241265"/>
                </a:lnTo>
                <a:moveTo>
                  <a:pt x="1272435" y="605570"/>
                </a:moveTo>
                <a:lnTo>
                  <a:pt x="1190191" y="484927"/>
                </a:lnTo>
                <a:moveTo>
                  <a:pt x="1375092" y="627254"/>
                </a:moveTo>
                <a:lnTo>
                  <a:pt x="1272435" y="605570"/>
                </a:lnTo>
                <a:moveTo>
                  <a:pt x="1539443" y="941205"/>
                </a:moveTo>
                <a:lnTo>
                  <a:pt x="1521750" y="943479"/>
                </a:lnTo>
                <a:moveTo>
                  <a:pt x="1425029" y="849185"/>
                </a:moveTo>
                <a:lnTo>
                  <a:pt x="1318154" y="831158"/>
                </a:lnTo>
                <a:moveTo>
                  <a:pt x="935680" y="977805"/>
                </a:moveTo>
                <a:lnTo>
                  <a:pt x="831744" y="981314"/>
                </a:lnTo>
                <a:moveTo>
                  <a:pt x="921683" y="1025678"/>
                </a:moveTo>
                <a:lnTo>
                  <a:pt x="831744" y="981314"/>
                </a:lnTo>
                <a:moveTo>
                  <a:pt x="1171585" y="561924"/>
                </a:moveTo>
                <a:lnTo>
                  <a:pt x="1190191" y="484927"/>
                </a:lnTo>
                <a:moveTo>
                  <a:pt x="1171585" y="561924"/>
                </a:moveTo>
                <a:lnTo>
                  <a:pt x="1100106" y="656414"/>
                </a:lnTo>
                <a:moveTo>
                  <a:pt x="1375092" y="627254"/>
                </a:moveTo>
                <a:lnTo>
                  <a:pt x="1262789" y="637298"/>
                </a:lnTo>
                <a:moveTo>
                  <a:pt x="1171585" y="561924"/>
                </a:moveTo>
                <a:lnTo>
                  <a:pt x="1034783" y="629164"/>
                </a:lnTo>
                <a:moveTo>
                  <a:pt x="1318154" y="831158"/>
                </a:moveTo>
                <a:lnTo>
                  <a:pt x="1202824" y="833487"/>
                </a:lnTo>
                <a:moveTo>
                  <a:pt x="1296262" y="933315"/>
                </a:moveTo>
                <a:lnTo>
                  <a:pt x="1164711" y="936691"/>
                </a:lnTo>
                <a:moveTo>
                  <a:pt x="1737566" y="505472"/>
                </a:moveTo>
                <a:lnTo>
                  <a:pt x="1716561" y="342858"/>
                </a:lnTo>
                <a:moveTo>
                  <a:pt x="1235514" y="728266"/>
                </a:moveTo>
                <a:lnTo>
                  <a:pt x="1185153" y="837732"/>
                </a:lnTo>
                <a:moveTo>
                  <a:pt x="998104" y="748922"/>
                </a:moveTo>
                <a:lnTo>
                  <a:pt x="894342" y="740684"/>
                </a:lnTo>
                <a:moveTo>
                  <a:pt x="1313457" y="471927"/>
                </a:moveTo>
                <a:lnTo>
                  <a:pt x="1311145" y="461117"/>
                </a:lnTo>
                <a:moveTo>
                  <a:pt x="1103314" y="418750"/>
                </a:moveTo>
                <a:lnTo>
                  <a:pt x="1031740" y="323489"/>
                </a:lnTo>
                <a:moveTo>
                  <a:pt x="1235514" y="728266"/>
                </a:moveTo>
                <a:lnTo>
                  <a:pt x="1135692" y="672106"/>
                </a:lnTo>
                <a:moveTo>
                  <a:pt x="1309350" y="473378"/>
                </a:moveTo>
                <a:lnTo>
                  <a:pt x="1311145" y="461117"/>
                </a:lnTo>
                <a:moveTo>
                  <a:pt x="1965432" y="924809"/>
                </a:moveTo>
                <a:lnTo>
                  <a:pt x="1978951" y="904293"/>
                </a:lnTo>
                <a:moveTo>
                  <a:pt x="1566637" y="1129248"/>
                </a:moveTo>
                <a:lnTo>
                  <a:pt x="1557886" y="1012752"/>
                </a:lnTo>
                <a:moveTo>
                  <a:pt x="982444" y="1181807"/>
                </a:moveTo>
                <a:lnTo>
                  <a:pt x="921683" y="1025678"/>
                </a:lnTo>
                <a:moveTo>
                  <a:pt x="785043" y="564397"/>
                </a:moveTo>
                <a:lnTo>
                  <a:pt x="766034" y="492686"/>
                </a:lnTo>
                <a:moveTo>
                  <a:pt x="1309350" y="473378"/>
                </a:moveTo>
                <a:lnTo>
                  <a:pt x="1190191" y="484927"/>
                </a:lnTo>
                <a:moveTo>
                  <a:pt x="1338281" y="748609"/>
                </a:moveTo>
                <a:lnTo>
                  <a:pt x="1262789" y="637298"/>
                </a:lnTo>
                <a:moveTo>
                  <a:pt x="1198920" y="846989"/>
                </a:moveTo>
                <a:lnTo>
                  <a:pt x="1202824" y="833487"/>
                </a:lnTo>
                <a:moveTo>
                  <a:pt x="831744" y="981314"/>
                </a:moveTo>
                <a:lnTo>
                  <a:pt x="821290" y="976458"/>
                </a:lnTo>
                <a:moveTo>
                  <a:pt x="1478887" y="635087"/>
                </a:moveTo>
                <a:lnTo>
                  <a:pt x="1509682" y="586906"/>
                </a:lnTo>
                <a:moveTo>
                  <a:pt x="1034783" y="629164"/>
                </a:moveTo>
                <a:lnTo>
                  <a:pt x="1009988" y="630094"/>
                </a:lnTo>
                <a:moveTo>
                  <a:pt x="1354710" y="691327"/>
                </a:moveTo>
                <a:lnTo>
                  <a:pt x="1262789" y="637298"/>
                </a:lnTo>
                <a:moveTo>
                  <a:pt x="1259028" y="1059807"/>
                </a:moveTo>
                <a:lnTo>
                  <a:pt x="1212453" y="1092504"/>
                </a:lnTo>
                <a:moveTo>
                  <a:pt x="1027139" y="653970"/>
                </a:moveTo>
                <a:lnTo>
                  <a:pt x="1009988" y="630094"/>
                </a:lnTo>
                <a:moveTo>
                  <a:pt x="1458400" y="1230495"/>
                </a:moveTo>
                <a:lnTo>
                  <a:pt x="1426580" y="1236093"/>
                </a:lnTo>
                <a:moveTo>
                  <a:pt x="1338281" y="748609"/>
                </a:moveTo>
                <a:lnTo>
                  <a:pt x="1235514" y="728266"/>
                </a:lnTo>
                <a:moveTo>
                  <a:pt x="1198920" y="846989"/>
                </a:moveTo>
                <a:lnTo>
                  <a:pt x="1185153" y="837732"/>
                </a:lnTo>
                <a:moveTo>
                  <a:pt x="1202824" y="833487"/>
                </a:moveTo>
                <a:lnTo>
                  <a:pt x="1185153" y="837732"/>
                </a:lnTo>
                <a:moveTo>
                  <a:pt x="1323389" y="1220911"/>
                </a:moveTo>
                <a:lnTo>
                  <a:pt x="1295303" y="1265152"/>
                </a:lnTo>
                <a:moveTo>
                  <a:pt x="1579508" y="1079760"/>
                </a:moveTo>
                <a:lnTo>
                  <a:pt x="1557886" y="1012752"/>
                </a:lnTo>
                <a:moveTo>
                  <a:pt x="1135692" y="672106"/>
                </a:moveTo>
                <a:lnTo>
                  <a:pt x="1143386" y="649433"/>
                </a:lnTo>
                <a:moveTo>
                  <a:pt x="1062460" y="910079"/>
                </a:moveTo>
                <a:lnTo>
                  <a:pt x="958137" y="908662"/>
                </a:lnTo>
                <a:moveTo>
                  <a:pt x="1313457" y="471927"/>
                </a:moveTo>
                <a:lnTo>
                  <a:pt x="1373911" y="333104"/>
                </a:lnTo>
                <a:moveTo>
                  <a:pt x="1143386" y="649433"/>
                </a:moveTo>
                <a:lnTo>
                  <a:pt x="1100106" y="656414"/>
                </a:lnTo>
                <a:moveTo>
                  <a:pt x="1318154" y="831158"/>
                </a:moveTo>
                <a:lnTo>
                  <a:pt x="1338281" y="748609"/>
                </a:lnTo>
                <a:moveTo>
                  <a:pt x="1624502" y="540635"/>
                </a:moveTo>
                <a:lnTo>
                  <a:pt x="1737566" y="505472"/>
                </a:lnTo>
                <a:moveTo>
                  <a:pt x="998104" y="748922"/>
                </a:moveTo>
                <a:lnTo>
                  <a:pt x="1009988" y="630094"/>
                </a:lnTo>
                <a:moveTo>
                  <a:pt x="974960" y="1023142"/>
                </a:moveTo>
                <a:lnTo>
                  <a:pt x="935680" y="977805"/>
                </a:lnTo>
                <a:moveTo>
                  <a:pt x="921683" y="1025678"/>
                </a:moveTo>
                <a:lnTo>
                  <a:pt x="974960" y="1023142"/>
                </a:lnTo>
                <a:moveTo>
                  <a:pt x="1235514" y="728266"/>
                </a:moveTo>
                <a:lnTo>
                  <a:pt x="1099531" y="785564"/>
                </a:lnTo>
                <a:moveTo>
                  <a:pt x="986546" y="1182499"/>
                </a:moveTo>
                <a:lnTo>
                  <a:pt x="982444" y="1181807"/>
                </a:lnTo>
                <a:moveTo>
                  <a:pt x="1135692" y="672106"/>
                </a:moveTo>
                <a:lnTo>
                  <a:pt x="1100106" y="656414"/>
                </a:lnTo>
                <a:moveTo>
                  <a:pt x="987431" y="1183263"/>
                </a:moveTo>
                <a:lnTo>
                  <a:pt x="986546" y="1182499"/>
                </a:lnTo>
                <a:moveTo>
                  <a:pt x="1100106" y="656414"/>
                </a:moveTo>
                <a:lnTo>
                  <a:pt x="1034783" y="629164"/>
                </a:lnTo>
                <a:moveTo>
                  <a:pt x="1855314" y="520257"/>
                </a:moveTo>
                <a:lnTo>
                  <a:pt x="1866861" y="507810"/>
                </a:lnTo>
                <a:moveTo>
                  <a:pt x="1691106" y="303294"/>
                </a:moveTo>
                <a:lnTo>
                  <a:pt x="1700316" y="306287"/>
                </a:lnTo>
                <a:moveTo>
                  <a:pt x="985434" y="1185176"/>
                </a:moveTo>
                <a:lnTo>
                  <a:pt x="982444" y="1181807"/>
                </a:lnTo>
                <a:moveTo>
                  <a:pt x="1338281" y="748609"/>
                </a:moveTo>
                <a:lnTo>
                  <a:pt x="1202824" y="833487"/>
                </a:lnTo>
                <a:moveTo>
                  <a:pt x="987431" y="1183263"/>
                </a:moveTo>
                <a:lnTo>
                  <a:pt x="985434" y="1185176"/>
                </a:lnTo>
                <a:moveTo>
                  <a:pt x="1135692" y="672106"/>
                </a:moveTo>
                <a:lnTo>
                  <a:pt x="1027139" y="653970"/>
                </a:lnTo>
                <a:moveTo>
                  <a:pt x="982188" y="814014"/>
                </a:moveTo>
                <a:lnTo>
                  <a:pt x="998104" y="748922"/>
                </a:lnTo>
                <a:moveTo>
                  <a:pt x="1027139" y="653970"/>
                </a:moveTo>
                <a:lnTo>
                  <a:pt x="1100106" y="656414"/>
                </a:lnTo>
                <a:moveTo>
                  <a:pt x="723423" y="793199"/>
                </a:moveTo>
                <a:lnTo>
                  <a:pt x="739708" y="641476"/>
                </a:lnTo>
                <a:moveTo>
                  <a:pt x="1027139" y="653970"/>
                </a:moveTo>
                <a:lnTo>
                  <a:pt x="1034783" y="629164"/>
                </a:lnTo>
                <a:moveTo>
                  <a:pt x="1398599" y="1291795"/>
                </a:moveTo>
                <a:lnTo>
                  <a:pt x="1323389" y="1220911"/>
                </a:lnTo>
                <a:moveTo>
                  <a:pt x="886668" y="1125194"/>
                </a:moveTo>
                <a:lnTo>
                  <a:pt x="921683" y="1025678"/>
                </a:lnTo>
                <a:moveTo>
                  <a:pt x="1700316" y="306287"/>
                </a:moveTo>
                <a:lnTo>
                  <a:pt x="1604074" y="210839"/>
                </a:lnTo>
                <a:moveTo>
                  <a:pt x="756261" y="823485"/>
                </a:moveTo>
                <a:lnTo>
                  <a:pt x="737554" y="852316"/>
                </a:lnTo>
                <a:moveTo>
                  <a:pt x="1978951" y="904293"/>
                </a:moveTo>
                <a:lnTo>
                  <a:pt x="1885911" y="952075"/>
                </a:lnTo>
                <a:moveTo>
                  <a:pt x="1099531" y="785564"/>
                </a:moveTo>
                <a:lnTo>
                  <a:pt x="982188" y="814014"/>
                </a:lnTo>
                <a:moveTo>
                  <a:pt x="1135692" y="672106"/>
                </a:moveTo>
                <a:lnTo>
                  <a:pt x="998104" y="748922"/>
                </a:lnTo>
                <a:moveTo>
                  <a:pt x="1078181" y="858239"/>
                </a:moveTo>
                <a:lnTo>
                  <a:pt x="982188" y="814014"/>
                </a:lnTo>
                <a:moveTo>
                  <a:pt x="1354710" y="691327"/>
                </a:moveTo>
                <a:lnTo>
                  <a:pt x="1375092" y="627254"/>
                </a:lnTo>
                <a:moveTo>
                  <a:pt x="1198920" y="846989"/>
                </a:moveTo>
                <a:lnTo>
                  <a:pt x="1078181" y="858239"/>
                </a:lnTo>
                <a:moveTo>
                  <a:pt x="1269021" y="1175185"/>
                </a:moveTo>
                <a:lnTo>
                  <a:pt x="1227854" y="1112606"/>
                </a:lnTo>
                <a:moveTo>
                  <a:pt x="1851910" y="561651"/>
                </a:moveTo>
                <a:lnTo>
                  <a:pt x="1831795" y="592236"/>
                </a:lnTo>
                <a:moveTo>
                  <a:pt x="998104" y="748922"/>
                </a:moveTo>
                <a:lnTo>
                  <a:pt x="1027139" y="653970"/>
                </a:lnTo>
                <a:moveTo>
                  <a:pt x="1062460" y="910079"/>
                </a:moveTo>
                <a:lnTo>
                  <a:pt x="982188" y="814014"/>
                </a:lnTo>
                <a:moveTo>
                  <a:pt x="1026554" y="1020423"/>
                </a:moveTo>
                <a:lnTo>
                  <a:pt x="958137" y="908662"/>
                </a:lnTo>
                <a:moveTo>
                  <a:pt x="1198920" y="846989"/>
                </a:moveTo>
                <a:lnTo>
                  <a:pt x="1062460" y="910079"/>
                </a:lnTo>
                <a:moveTo>
                  <a:pt x="1185153" y="837732"/>
                </a:moveTo>
                <a:lnTo>
                  <a:pt x="1099531" y="785564"/>
                </a:lnTo>
                <a:moveTo>
                  <a:pt x="1517400" y="902134"/>
                </a:moveTo>
                <a:lnTo>
                  <a:pt x="1425029" y="849185"/>
                </a:lnTo>
                <a:moveTo>
                  <a:pt x="1078181" y="858239"/>
                </a:moveTo>
                <a:lnTo>
                  <a:pt x="1185153" y="837732"/>
                </a:lnTo>
                <a:moveTo>
                  <a:pt x="1099531" y="785564"/>
                </a:moveTo>
                <a:lnTo>
                  <a:pt x="1135692" y="672106"/>
                </a:lnTo>
                <a:moveTo>
                  <a:pt x="1295303" y="1265152"/>
                </a:moveTo>
                <a:lnTo>
                  <a:pt x="1269021" y="1175185"/>
                </a:lnTo>
                <a:moveTo>
                  <a:pt x="1855314" y="520257"/>
                </a:moveTo>
                <a:lnTo>
                  <a:pt x="1815719" y="528297"/>
                </a:lnTo>
                <a:moveTo>
                  <a:pt x="1338281" y="748609"/>
                </a:moveTo>
                <a:lnTo>
                  <a:pt x="1354710" y="691327"/>
                </a:lnTo>
                <a:moveTo>
                  <a:pt x="982444" y="1181807"/>
                </a:moveTo>
                <a:lnTo>
                  <a:pt x="886668" y="1125194"/>
                </a:lnTo>
                <a:moveTo>
                  <a:pt x="985434" y="1185176"/>
                </a:moveTo>
                <a:lnTo>
                  <a:pt x="886668" y="1125194"/>
                </a:lnTo>
                <a:moveTo>
                  <a:pt x="1557886" y="1012752"/>
                </a:moveTo>
                <a:lnTo>
                  <a:pt x="1539443" y="941205"/>
                </a:lnTo>
                <a:moveTo>
                  <a:pt x="1716561" y="342858"/>
                </a:moveTo>
                <a:lnTo>
                  <a:pt x="1691106" y="303294"/>
                </a:lnTo>
                <a:moveTo>
                  <a:pt x="737554" y="852316"/>
                </a:moveTo>
                <a:lnTo>
                  <a:pt x="723423" y="793199"/>
                </a:lnTo>
                <a:moveTo>
                  <a:pt x="1031740" y="323489"/>
                </a:moveTo>
                <a:lnTo>
                  <a:pt x="1017258" y="298780"/>
                </a:lnTo>
                <a:moveTo>
                  <a:pt x="1220822" y="1004629"/>
                </a:moveTo>
                <a:lnTo>
                  <a:pt x="1164711" y="936691"/>
                </a:lnTo>
                <a:moveTo>
                  <a:pt x="1313457" y="471927"/>
                </a:moveTo>
                <a:lnTo>
                  <a:pt x="1327153" y="378695"/>
                </a:lnTo>
                <a:moveTo>
                  <a:pt x="1026554" y="1020423"/>
                </a:moveTo>
                <a:lnTo>
                  <a:pt x="935680" y="977805"/>
                </a:lnTo>
                <a:moveTo>
                  <a:pt x="1099531" y="785564"/>
                </a:moveTo>
                <a:lnTo>
                  <a:pt x="998104" y="748922"/>
                </a:lnTo>
                <a:moveTo>
                  <a:pt x="1103314" y="418750"/>
                </a:moveTo>
                <a:lnTo>
                  <a:pt x="1091122" y="396286"/>
                </a:lnTo>
                <a:moveTo>
                  <a:pt x="1012466" y="1068274"/>
                </a:moveTo>
                <a:lnTo>
                  <a:pt x="921683" y="1025678"/>
                </a:lnTo>
                <a:moveTo>
                  <a:pt x="1441593" y="762327"/>
                </a:moveTo>
                <a:lnTo>
                  <a:pt x="1318154" y="831158"/>
                </a:lnTo>
                <a:moveTo>
                  <a:pt x="1566637" y="1129248"/>
                </a:moveTo>
                <a:lnTo>
                  <a:pt x="1579508" y="1079760"/>
                </a:lnTo>
                <a:moveTo>
                  <a:pt x="1533746" y="1202928"/>
                </a:moveTo>
                <a:lnTo>
                  <a:pt x="1525693" y="1159829"/>
                </a:lnTo>
                <a:moveTo>
                  <a:pt x="742091" y="888970"/>
                </a:moveTo>
                <a:lnTo>
                  <a:pt x="756261" y="823485"/>
                </a:lnTo>
                <a:moveTo>
                  <a:pt x="1700316" y="306287"/>
                </a:moveTo>
                <a:lnTo>
                  <a:pt x="1622482" y="249222"/>
                </a:lnTo>
                <a:moveTo>
                  <a:pt x="1831795" y="592236"/>
                </a:moveTo>
                <a:lnTo>
                  <a:pt x="1815719" y="528297"/>
                </a:lnTo>
                <a:moveTo>
                  <a:pt x="1164711" y="936691"/>
                </a:moveTo>
                <a:lnTo>
                  <a:pt x="1198920" y="846989"/>
                </a:lnTo>
                <a:moveTo>
                  <a:pt x="1425029" y="849185"/>
                </a:moveTo>
                <a:lnTo>
                  <a:pt x="1441593" y="762327"/>
                </a:lnTo>
                <a:moveTo>
                  <a:pt x="1078181" y="858239"/>
                </a:moveTo>
                <a:lnTo>
                  <a:pt x="1099531" y="785564"/>
                </a:lnTo>
                <a:moveTo>
                  <a:pt x="1212453" y="1092504"/>
                </a:moveTo>
                <a:lnTo>
                  <a:pt x="1220822" y="1004629"/>
                </a:lnTo>
                <a:moveTo>
                  <a:pt x="1426580" y="1236093"/>
                </a:moveTo>
                <a:lnTo>
                  <a:pt x="1398599" y="1291795"/>
                </a:lnTo>
                <a:moveTo>
                  <a:pt x="1624502" y="540635"/>
                </a:moveTo>
                <a:lnTo>
                  <a:pt x="1589104" y="552432"/>
                </a:lnTo>
                <a:moveTo>
                  <a:pt x="1062460" y="910079"/>
                </a:moveTo>
                <a:lnTo>
                  <a:pt x="1078181" y="858239"/>
                </a:lnTo>
                <a:moveTo>
                  <a:pt x="1311145" y="461117"/>
                </a:moveTo>
                <a:lnTo>
                  <a:pt x="1327153" y="378695"/>
                </a:lnTo>
                <a:moveTo>
                  <a:pt x="1737566" y="505472"/>
                </a:moveTo>
                <a:lnTo>
                  <a:pt x="1702411" y="429045"/>
                </a:lnTo>
                <a:moveTo>
                  <a:pt x="739708" y="641476"/>
                </a:moveTo>
                <a:lnTo>
                  <a:pt x="766034" y="492686"/>
                </a:lnTo>
                <a:moveTo>
                  <a:pt x="1010868" y="302502"/>
                </a:moveTo>
                <a:lnTo>
                  <a:pt x="1017258" y="298780"/>
                </a:lnTo>
                <a:moveTo>
                  <a:pt x="1478887" y="635087"/>
                </a:moveTo>
                <a:lnTo>
                  <a:pt x="1375092" y="627254"/>
                </a:lnTo>
                <a:moveTo>
                  <a:pt x="1012466" y="1068274"/>
                </a:moveTo>
                <a:lnTo>
                  <a:pt x="982444" y="1181807"/>
                </a:lnTo>
                <a:moveTo>
                  <a:pt x="1543155" y="797320"/>
                </a:moveTo>
                <a:lnTo>
                  <a:pt x="1425029" y="849185"/>
                </a:lnTo>
                <a:moveTo>
                  <a:pt x="986546" y="1182499"/>
                </a:moveTo>
                <a:lnTo>
                  <a:pt x="1012466" y="1068274"/>
                </a:lnTo>
                <a:moveTo>
                  <a:pt x="921683" y="1025678"/>
                </a:moveTo>
                <a:lnTo>
                  <a:pt x="869132" y="1082553"/>
                </a:lnTo>
                <a:moveTo>
                  <a:pt x="1965432" y="924809"/>
                </a:moveTo>
                <a:lnTo>
                  <a:pt x="1885911" y="952075"/>
                </a:lnTo>
                <a:moveTo>
                  <a:pt x="1441593" y="762327"/>
                </a:moveTo>
                <a:lnTo>
                  <a:pt x="1338281" y="748609"/>
                </a:lnTo>
                <a:moveTo>
                  <a:pt x="1596001" y="1114203"/>
                </a:moveTo>
                <a:lnTo>
                  <a:pt x="1566637" y="1129248"/>
                </a:lnTo>
                <a:moveTo>
                  <a:pt x="1327153" y="378695"/>
                </a:moveTo>
                <a:lnTo>
                  <a:pt x="1373911" y="333104"/>
                </a:lnTo>
                <a:moveTo>
                  <a:pt x="821290" y="976458"/>
                </a:moveTo>
                <a:lnTo>
                  <a:pt x="742091" y="888970"/>
                </a:lnTo>
                <a:moveTo>
                  <a:pt x="1702411" y="429045"/>
                </a:moveTo>
                <a:lnTo>
                  <a:pt x="1716561" y="342858"/>
                </a:lnTo>
                <a:moveTo>
                  <a:pt x="1478887" y="635087"/>
                </a:moveTo>
                <a:lnTo>
                  <a:pt x="1354710" y="691327"/>
                </a:lnTo>
                <a:moveTo>
                  <a:pt x="1441593" y="762327"/>
                </a:moveTo>
                <a:lnTo>
                  <a:pt x="1354710" y="691327"/>
                </a:lnTo>
                <a:moveTo>
                  <a:pt x="1604074" y="210839"/>
                </a:moveTo>
                <a:lnTo>
                  <a:pt x="1488370" y="228577"/>
                </a:lnTo>
                <a:moveTo>
                  <a:pt x="869132" y="1082553"/>
                </a:moveTo>
                <a:lnTo>
                  <a:pt x="831744" y="981314"/>
                </a:lnTo>
                <a:moveTo>
                  <a:pt x="1311145" y="461117"/>
                </a:moveTo>
                <a:lnTo>
                  <a:pt x="1288250" y="398405"/>
                </a:lnTo>
                <a:moveTo>
                  <a:pt x="1444467" y="750568"/>
                </a:moveTo>
                <a:lnTo>
                  <a:pt x="1354710" y="691327"/>
                </a:lnTo>
                <a:moveTo>
                  <a:pt x="1026554" y="1020423"/>
                </a:moveTo>
                <a:lnTo>
                  <a:pt x="974960" y="1023142"/>
                </a:lnTo>
                <a:moveTo>
                  <a:pt x="1012466" y="1068274"/>
                </a:moveTo>
                <a:lnTo>
                  <a:pt x="974960" y="1023142"/>
                </a:lnTo>
                <a:moveTo>
                  <a:pt x="1031740" y="323489"/>
                </a:moveTo>
                <a:lnTo>
                  <a:pt x="1010868" y="302502"/>
                </a:lnTo>
                <a:moveTo>
                  <a:pt x="1309350" y="473378"/>
                </a:moveTo>
                <a:lnTo>
                  <a:pt x="1199253" y="411288"/>
                </a:lnTo>
                <a:moveTo>
                  <a:pt x="1458400" y="1230495"/>
                </a:moveTo>
                <a:lnTo>
                  <a:pt x="1398599" y="1291795"/>
                </a:lnTo>
                <a:moveTo>
                  <a:pt x="1596001" y="1114203"/>
                </a:moveTo>
                <a:lnTo>
                  <a:pt x="1579508" y="1079760"/>
                </a:lnTo>
                <a:moveTo>
                  <a:pt x="1164711" y="936691"/>
                </a:moveTo>
                <a:lnTo>
                  <a:pt x="1062460" y="910079"/>
                </a:lnTo>
                <a:moveTo>
                  <a:pt x="1831795" y="592236"/>
                </a:moveTo>
                <a:lnTo>
                  <a:pt x="1855314" y="520257"/>
                </a:lnTo>
                <a:moveTo>
                  <a:pt x="1737566" y="505472"/>
                </a:moveTo>
                <a:lnTo>
                  <a:pt x="1638207" y="455818"/>
                </a:lnTo>
                <a:moveTo>
                  <a:pt x="723423" y="793199"/>
                </a:moveTo>
                <a:lnTo>
                  <a:pt x="719634" y="725932"/>
                </a:lnTo>
                <a:moveTo>
                  <a:pt x="1026554" y="1020423"/>
                </a:moveTo>
                <a:lnTo>
                  <a:pt x="1062460" y="910079"/>
                </a:lnTo>
                <a:moveTo>
                  <a:pt x="1478887" y="635087"/>
                </a:moveTo>
                <a:lnTo>
                  <a:pt x="1589104" y="552432"/>
                </a:lnTo>
                <a:moveTo>
                  <a:pt x="1311145" y="461117"/>
                </a:moveTo>
                <a:lnTo>
                  <a:pt x="1199253" y="411288"/>
                </a:lnTo>
                <a:moveTo>
                  <a:pt x="1190191" y="484927"/>
                </a:moveTo>
                <a:lnTo>
                  <a:pt x="1091122" y="396286"/>
                </a:lnTo>
                <a:moveTo>
                  <a:pt x="1554878" y="229477"/>
                </a:moveTo>
                <a:lnTo>
                  <a:pt x="1488370" y="228577"/>
                </a:lnTo>
                <a:moveTo>
                  <a:pt x="1295303" y="1265152"/>
                </a:moveTo>
                <a:lnTo>
                  <a:pt x="1227854" y="1112606"/>
                </a:lnTo>
                <a:moveTo>
                  <a:pt x="1539443" y="941205"/>
                </a:moveTo>
                <a:lnTo>
                  <a:pt x="1517400" y="902134"/>
                </a:lnTo>
                <a:moveTo>
                  <a:pt x="1190191" y="484927"/>
                </a:moveTo>
                <a:lnTo>
                  <a:pt x="1199253" y="411288"/>
                </a:lnTo>
                <a:moveTo>
                  <a:pt x="1517400" y="902134"/>
                </a:moveTo>
                <a:lnTo>
                  <a:pt x="1543155" y="797320"/>
                </a:lnTo>
                <a:moveTo>
                  <a:pt x="886668" y="1125194"/>
                </a:moveTo>
                <a:lnTo>
                  <a:pt x="869132" y="1082553"/>
                </a:lnTo>
                <a:moveTo>
                  <a:pt x="1227854" y="1112606"/>
                </a:moveTo>
                <a:lnTo>
                  <a:pt x="1212453" y="1092504"/>
                </a:lnTo>
                <a:moveTo>
                  <a:pt x="719634" y="725932"/>
                </a:moveTo>
                <a:lnTo>
                  <a:pt x="739708" y="641476"/>
                </a:lnTo>
                <a:moveTo>
                  <a:pt x="1533746" y="1202928"/>
                </a:moveTo>
                <a:lnTo>
                  <a:pt x="1458400" y="1230495"/>
                </a:lnTo>
                <a:moveTo>
                  <a:pt x="1164711" y="936691"/>
                </a:moveTo>
                <a:lnTo>
                  <a:pt x="1026554" y="1020423"/>
                </a:lnTo>
                <a:moveTo>
                  <a:pt x="1395480" y="1287987"/>
                </a:moveTo>
                <a:lnTo>
                  <a:pt x="1458400" y="1230495"/>
                </a:lnTo>
                <a:moveTo>
                  <a:pt x="1948376" y="949797"/>
                </a:moveTo>
                <a:lnTo>
                  <a:pt x="1965432" y="924809"/>
                </a:lnTo>
                <a:moveTo>
                  <a:pt x="1604074" y="210839"/>
                </a:moveTo>
                <a:lnTo>
                  <a:pt x="1554878" y="229477"/>
                </a:lnTo>
                <a:moveTo>
                  <a:pt x="1533746" y="1202928"/>
                </a:moveTo>
                <a:lnTo>
                  <a:pt x="1566637" y="1129248"/>
                </a:lnTo>
                <a:moveTo>
                  <a:pt x="1778646" y="772016"/>
                </a:moveTo>
                <a:lnTo>
                  <a:pt x="1781959" y="759712"/>
                </a:lnTo>
                <a:moveTo>
                  <a:pt x="1012466" y="1068274"/>
                </a:moveTo>
                <a:lnTo>
                  <a:pt x="1026554" y="1020423"/>
                </a:lnTo>
                <a:moveTo>
                  <a:pt x="1702411" y="429045"/>
                </a:moveTo>
                <a:lnTo>
                  <a:pt x="1691106" y="303294"/>
                </a:lnTo>
                <a:moveTo>
                  <a:pt x="1444467" y="750568"/>
                </a:moveTo>
                <a:lnTo>
                  <a:pt x="1478887" y="635087"/>
                </a:lnTo>
                <a:moveTo>
                  <a:pt x="1563958" y="1038684"/>
                </a:moveTo>
                <a:lnTo>
                  <a:pt x="1557886" y="1012752"/>
                </a:lnTo>
                <a:moveTo>
                  <a:pt x="1441593" y="762327"/>
                </a:moveTo>
                <a:lnTo>
                  <a:pt x="1444467" y="750568"/>
                </a:lnTo>
                <a:moveTo>
                  <a:pt x="1091122" y="396286"/>
                </a:moveTo>
                <a:lnTo>
                  <a:pt x="1031740" y="323489"/>
                </a:lnTo>
                <a:moveTo>
                  <a:pt x="1691106" y="303294"/>
                </a:moveTo>
                <a:lnTo>
                  <a:pt x="1622482" y="249222"/>
                </a:lnTo>
                <a:moveTo>
                  <a:pt x="1074463" y="1142522"/>
                </a:moveTo>
                <a:lnTo>
                  <a:pt x="986546" y="1182499"/>
                </a:lnTo>
                <a:moveTo>
                  <a:pt x="742091" y="888970"/>
                </a:moveTo>
                <a:lnTo>
                  <a:pt x="737554" y="852316"/>
                </a:lnTo>
                <a:moveTo>
                  <a:pt x="987431" y="1183263"/>
                </a:moveTo>
                <a:lnTo>
                  <a:pt x="1074463" y="1142522"/>
                </a:lnTo>
                <a:moveTo>
                  <a:pt x="1398599" y="1291795"/>
                </a:moveTo>
                <a:lnTo>
                  <a:pt x="1295303" y="1265152"/>
                </a:lnTo>
                <a:moveTo>
                  <a:pt x="1624502" y="540635"/>
                </a:moveTo>
                <a:lnTo>
                  <a:pt x="1638207" y="455818"/>
                </a:lnTo>
                <a:moveTo>
                  <a:pt x="1455467" y="302405"/>
                </a:moveTo>
                <a:lnTo>
                  <a:pt x="1373911" y="333104"/>
                </a:lnTo>
                <a:moveTo>
                  <a:pt x="1778646" y="772016"/>
                </a:moveTo>
                <a:lnTo>
                  <a:pt x="1662500" y="776309"/>
                </a:lnTo>
                <a:moveTo>
                  <a:pt x="1543155" y="797320"/>
                </a:moveTo>
                <a:lnTo>
                  <a:pt x="1441593" y="762327"/>
                </a:lnTo>
                <a:moveTo>
                  <a:pt x="1622482" y="249222"/>
                </a:moveTo>
                <a:lnTo>
                  <a:pt x="1604074" y="210839"/>
                </a:lnTo>
                <a:moveTo>
                  <a:pt x="1781959" y="759712"/>
                </a:moveTo>
                <a:lnTo>
                  <a:pt x="1662500" y="776309"/>
                </a:lnTo>
                <a:moveTo>
                  <a:pt x="1543155" y="797320"/>
                </a:moveTo>
                <a:lnTo>
                  <a:pt x="1444467" y="750568"/>
                </a:lnTo>
                <a:moveTo>
                  <a:pt x="1227854" y="1112606"/>
                </a:moveTo>
                <a:lnTo>
                  <a:pt x="1219912" y="1119504"/>
                </a:lnTo>
                <a:moveTo>
                  <a:pt x="1327153" y="378695"/>
                </a:moveTo>
                <a:lnTo>
                  <a:pt x="1288250" y="398405"/>
                </a:lnTo>
                <a:moveTo>
                  <a:pt x="1548820" y="774667"/>
                </a:moveTo>
                <a:lnTo>
                  <a:pt x="1444467" y="750568"/>
                </a:lnTo>
                <a:moveTo>
                  <a:pt x="1638207" y="455818"/>
                </a:moveTo>
                <a:lnTo>
                  <a:pt x="1589104" y="552432"/>
                </a:lnTo>
                <a:moveTo>
                  <a:pt x="737554" y="852316"/>
                </a:moveTo>
                <a:lnTo>
                  <a:pt x="719634" y="725932"/>
                </a:lnTo>
                <a:moveTo>
                  <a:pt x="1455467" y="302405"/>
                </a:moveTo>
                <a:lnTo>
                  <a:pt x="1488370" y="228577"/>
                </a:lnTo>
                <a:moveTo>
                  <a:pt x="1091122" y="396286"/>
                </a:moveTo>
                <a:lnTo>
                  <a:pt x="1010868" y="302502"/>
                </a:lnTo>
                <a:moveTo>
                  <a:pt x="1571819" y="1066223"/>
                </a:moveTo>
                <a:lnTo>
                  <a:pt x="1579508" y="1079760"/>
                </a:lnTo>
                <a:moveTo>
                  <a:pt x="739708" y="641476"/>
                </a:moveTo>
                <a:lnTo>
                  <a:pt x="783270" y="588038"/>
                </a:lnTo>
                <a:moveTo>
                  <a:pt x="956128" y="1224269"/>
                </a:moveTo>
                <a:lnTo>
                  <a:pt x="987431" y="1183263"/>
                </a:lnTo>
                <a:moveTo>
                  <a:pt x="821290" y="976458"/>
                </a:moveTo>
                <a:lnTo>
                  <a:pt x="802095" y="972265"/>
                </a:lnTo>
                <a:moveTo>
                  <a:pt x="1948376" y="949797"/>
                </a:moveTo>
                <a:lnTo>
                  <a:pt x="1885911" y="952075"/>
                </a:lnTo>
                <a:moveTo>
                  <a:pt x="1560732" y="634465"/>
                </a:moveTo>
                <a:lnTo>
                  <a:pt x="1589104" y="552432"/>
                </a:lnTo>
                <a:moveTo>
                  <a:pt x="956128" y="1224269"/>
                </a:moveTo>
                <a:lnTo>
                  <a:pt x="985434" y="1185176"/>
                </a:lnTo>
                <a:moveTo>
                  <a:pt x="1932045" y="1005189"/>
                </a:moveTo>
                <a:lnTo>
                  <a:pt x="1885911" y="952075"/>
                </a:lnTo>
                <a:moveTo>
                  <a:pt x="1644506" y="834885"/>
                </a:moveTo>
                <a:lnTo>
                  <a:pt x="1543155" y="797320"/>
                </a:lnTo>
                <a:moveTo>
                  <a:pt x="1543155" y="797320"/>
                </a:moveTo>
                <a:lnTo>
                  <a:pt x="1548820" y="774667"/>
                </a:lnTo>
                <a:moveTo>
                  <a:pt x="1644506" y="834885"/>
                </a:moveTo>
                <a:lnTo>
                  <a:pt x="1662500" y="776309"/>
                </a:lnTo>
                <a:moveTo>
                  <a:pt x="1662500" y="776309"/>
                </a:moveTo>
                <a:lnTo>
                  <a:pt x="1548820" y="774667"/>
                </a:lnTo>
                <a:moveTo>
                  <a:pt x="1183635" y="1017927"/>
                </a:moveTo>
                <a:lnTo>
                  <a:pt x="1220822" y="1004629"/>
                </a:lnTo>
                <a:moveTo>
                  <a:pt x="1781959" y="759712"/>
                </a:moveTo>
                <a:lnTo>
                  <a:pt x="1815614" y="631193"/>
                </a:lnTo>
                <a:moveTo>
                  <a:pt x="1746393" y="865925"/>
                </a:moveTo>
                <a:lnTo>
                  <a:pt x="1778646" y="772016"/>
                </a:lnTo>
                <a:moveTo>
                  <a:pt x="1644506" y="834885"/>
                </a:moveTo>
                <a:lnTo>
                  <a:pt x="1548820" y="774667"/>
                </a:lnTo>
                <a:moveTo>
                  <a:pt x="1294841" y="1241762"/>
                </a:moveTo>
                <a:lnTo>
                  <a:pt x="1227854" y="1112606"/>
                </a:lnTo>
                <a:moveTo>
                  <a:pt x="1219912" y="1119504"/>
                </a:moveTo>
                <a:lnTo>
                  <a:pt x="1212453" y="1092504"/>
                </a:lnTo>
                <a:moveTo>
                  <a:pt x="1533746" y="1202928"/>
                </a:moveTo>
                <a:lnTo>
                  <a:pt x="1596001" y="1114203"/>
                </a:lnTo>
                <a:moveTo>
                  <a:pt x="1746393" y="865925"/>
                </a:moveTo>
                <a:lnTo>
                  <a:pt x="1662500" y="776309"/>
                </a:lnTo>
                <a:moveTo>
                  <a:pt x="1294841" y="1241762"/>
                </a:moveTo>
                <a:lnTo>
                  <a:pt x="1295303" y="1265152"/>
                </a:lnTo>
                <a:moveTo>
                  <a:pt x="1589104" y="552432"/>
                </a:moveTo>
                <a:lnTo>
                  <a:pt x="1570723" y="480903"/>
                </a:lnTo>
                <a:moveTo>
                  <a:pt x="783270" y="588038"/>
                </a:moveTo>
                <a:lnTo>
                  <a:pt x="766034" y="492686"/>
                </a:lnTo>
                <a:moveTo>
                  <a:pt x="1560732" y="634465"/>
                </a:moveTo>
                <a:lnTo>
                  <a:pt x="1478887" y="635087"/>
                </a:lnTo>
                <a:moveTo>
                  <a:pt x="956128" y="1224269"/>
                </a:moveTo>
                <a:lnTo>
                  <a:pt x="886668" y="1125194"/>
                </a:lnTo>
                <a:moveTo>
                  <a:pt x="886668" y="1125194"/>
                </a:moveTo>
                <a:lnTo>
                  <a:pt x="865565" y="1146614"/>
                </a:lnTo>
                <a:moveTo>
                  <a:pt x="1746393" y="865925"/>
                </a:moveTo>
                <a:lnTo>
                  <a:pt x="1644506" y="834885"/>
                </a:lnTo>
                <a:moveTo>
                  <a:pt x="1781959" y="759712"/>
                </a:moveTo>
                <a:lnTo>
                  <a:pt x="1683646" y="685196"/>
                </a:lnTo>
                <a:moveTo>
                  <a:pt x="1455467" y="302405"/>
                </a:moveTo>
                <a:lnTo>
                  <a:pt x="1327153" y="378695"/>
                </a:lnTo>
                <a:moveTo>
                  <a:pt x="1596001" y="1114203"/>
                </a:moveTo>
                <a:lnTo>
                  <a:pt x="1571819" y="1066223"/>
                </a:lnTo>
                <a:moveTo>
                  <a:pt x="1395480" y="1287987"/>
                </a:moveTo>
                <a:lnTo>
                  <a:pt x="1398599" y="1291795"/>
                </a:lnTo>
                <a:moveTo>
                  <a:pt x="1444467" y="750568"/>
                </a:moveTo>
                <a:lnTo>
                  <a:pt x="1560732" y="634465"/>
                </a:lnTo>
                <a:moveTo>
                  <a:pt x="856379" y="1012668"/>
                </a:moveTo>
                <a:lnTo>
                  <a:pt x="831744" y="981314"/>
                </a:lnTo>
                <a:moveTo>
                  <a:pt x="856379" y="1012668"/>
                </a:moveTo>
                <a:lnTo>
                  <a:pt x="821290" y="976458"/>
                </a:lnTo>
                <a:moveTo>
                  <a:pt x="1288250" y="398405"/>
                </a:moveTo>
                <a:lnTo>
                  <a:pt x="1199253" y="411288"/>
                </a:lnTo>
                <a:moveTo>
                  <a:pt x="1658616" y="372094"/>
                </a:moveTo>
                <a:lnTo>
                  <a:pt x="1691106" y="303294"/>
                </a:lnTo>
                <a:moveTo>
                  <a:pt x="1579508" y="1079760"/>
                </a:moveTo>
                <a:lnTo>
                  <a:pt x="1563958" y="1038684"/>
                </a:lnTo>
                <a:moveTo>
                  <a:pt x="1398599" y="1291795"/>
                </a:moveTo>
                <a:lnTo>
                  <a:pt x="1294841" y="1241762"/>
                </a:lnTo>
                <a:moveTo>
                  <a:pt x="1074463" y="1142522"/>
                </a:moveTo>
                <a:lnTo>
                  <a:pt x="1012466" y="1068274"/>
                </a:lnTo>
                <a:moveTo>
                  <a:pt x="1662500" y="776309"/>
                </a:moveTo>
                <a:lnTo>
                  <a:pt x="1683646" y="685196"/>
                </a:lnTo>
                <a:moveTo>
                  <a:pt x="1638207" y="455818"/>
                </a:moveTo>
                <a:lnTo>
                  <a:pt x="1702411" y="429045"/>
                </a:lnTo>
                <a:moveTo>
                  <a:pt x="1455467" y="302405"/>
                </a:moveTo>
                <a:lnTo>
                  <a:pt x="1554878" y="229477"/>
                </a:lnTo>
                <a:moveTo>
                  <a:pt x="1610898" y="917286"/>
                </a:moveTo>
                <a:lnTo>
                  <a:pt x="1517400" y="902134"/>
                </a:lnTo>
                <a:moveTo>
                  <a:pt x="1580046" y="647666"/>
                </a:moveTo>
                <a:lnTo>
                  <a:pt x="1444467" y="750568"/>
                </a:lnTo>
                <a:moveTo>
                  <a:pt x="1781959" y="759712"/>
                </a:moveTo>
                <a:lnTo>
                  <a:pt x="1689082" y="660492"/>
                </a:lnTo>
                <a:moveTo>
                  <a:pt x="983798" y="1206361"/>
                </a:moveTo>
                <a:lnTo>
                  <a:pt x="987431" y="1183263"/>
                </a:lnTo>
                <a:moveTo>
                  <a:pt x="1932045" y="1005189"/>
                </a:moveTo>
                <a:lnTo>
                  <a:pt x="1948376" y="949797"/>
                </a:lnTo>
                <a:moveTo>
                  <a:pt x="1199253" y="411288"/>
                </a:moveTo>
                <a:lnTo>
                  <a:pt x="1091122" y="396286"/>
                </a:lnTo>
                <a:moveTo>
                  <a:pt x="1391265" y="1309454"/>
                </a:moveTo>
                <a:lnTo>
                  <a:pt x="1395480" y="1287987"/>
                </a:lnTo>
                <a:moveTo>
                  <a:pt x="1662500" y="776309"/>
                </a:moveTo>
                <a:lnTo>
                  <a:pt x="1580046" y="647666"/>
                </a:lnTo>
                <a:moveTo>
                  <a:pt x="1576808" y="1198917"/>
                </a:moveTo>
                <a:lnTo>
                  <a:pt x="1596001" y="1114203"/>
                </a:lnTo>
                <a:moveTo>
                  <a:pt x="1802483" y="861549"/>
                </a:moveTo>
                <a:lnTo>
                  <a:pt x="1778646" y="772016"/>
                </a:lnTo>
                <a:moveTo>
                  <a:pt x="1164711" y="936691"/>
                </a:moveTo>
                <a:lnTo>
                  <a:pt x="1137908" y="989780"/>
                </a:lnTo>
                <a:moveTo>
                  <a:pt x="1391265" y="1309454"/>
                </a:moveTo>
                <a:lnTo>
                  <a:pt x="1294841" y="1241762"/>
                </a:lnTo>
                <a:moveTo>
                  <a:pt x="1548820" y="774667"/>
                </a:moveTo>
                <a:lnTo>
                  <a:pt x="1580046" y="647666"/>
                </a:lnTo>
                <a:moveTo>
                  <a:pt x="1137908" y="989780"/>
                </a:moveTo>
                <a:lnTo>
                  <a:pt x="1026554" y="1020423"/>
                </a:lnTo>
                <a:moveTo>
                  <a:pt x="1294841" y="1241762"/>
                </a:moveTo>
                <a:lnTo>
                  <a:pt x="1219912" y="1119504"/>
                </a:lnTo>
                <a:moveTo>
                  <a:pt x="1327153" y="378695"/>
                </a:moveTo>
                <a:lnTo>
                  <a:pt x="1230834" y="283434"/>
                </a:lnTo>
                <a:moveTo>
                  <a:pt x="1691106" y="303294"/>
                </a:moveTo>
                <a:lnTo>
                  <a:pt x="1600384" y="333087"/>
                </a:lnTo>
                <a:moveTo>
                  <a:pt x="1436669" y="1248307"/>
                </a:moveTo>
                <a:lnTo>
                  <a:pt x="1458400" y="1230495"/>
                </a:lnTo>
                <a:moveTo>
                  <a:pt x="737554" y="852316"/>
                </a:moveTo>
                <a:lnTo>
                  <a:pt x="738751" y="797612"/>
                </a:lnTo>
                <a:moveTo>
                  <a:pt x="1327153" y="378695"/>
                </a:moveTo>
                <a:lnTo>
                  <a:pt x="1338241" y="300179"/>
                </a:lnTo>
                <a:moveTo>
                  <a:pt x="1125422" y="1000925"/>
                </a:moveTo>
                <a:lnTo>
                  <a:pt x="1026554" y="1020423"/>
                </a:lnTo>
                <a:moveTo>
                  <a:pt x="1510078" y="306712"/>
                </a:moveTo>
                <a:lnTo>
                  <a:pt x="1554878" y="229477"/>
                </a:lnTo>
                <a:moveTo>
                  <a:pt x="1012466" y="1068274"/>
                </a:moveTo>
                <a:lnTo>
                  <a:pt x="1125422" y="1000925"/>
                </a:lnTo>
                <a:moveTo>
                  <a:pt x="1702411" y="429045"/>
                </a:moveTo>
                <a:lnTo>
                  <a:pt x="1658616" y="372094"/>
                </a:lnTo>
                <a:moveTo>
                  <a:pt x="1395480" y="1287987"/>
                </a:moveTo>
                <a:lnTo>
                  <a:pt x="1294841" y="1241762"/>
                </a:lnTo>
                <a:moveTo>
                  <a:pt x="1815614" y="631193"/>
                </a:moveTo>
                <a:lnTo>
                  <a:pt x="1689082" y="660492"/>
                </a:lnTo>
                <a:moveTo>
                  <a:pt x="1610898" y="917286"/>
                </a:moveTo>
                <a:lnTo>
                  <a:pt x="1539443" y="941205"/>
                </a:lnTo>
                <a:moveTo>
                  <a:pt x="1183635" y="1017927"/>
                </a:moveTo>
                <a:lnTo>
                  <a:pt x="1164711" y="936691"/>
                </a:lnTo>
                <a:moveTo>
                  <a:pt x="1288250" y="398405"/>
                </a:moveTo>
                <a:lnTo>
                  <a:pt x="1217427" y="330719"/>
                </a:lnTo>
                <a:moveTo>
                  <a:pt x="1610898" y="917286"/>
                </a:moveTo>
                <a:lnTo>
                  <a:pt x="1543155" y="797320"/>
                </a:lnTo>
                <a:moveTo>
                  <a:pt x="1563958" y="1038684"/>
                </a:moveTo>
                <a:lnTo>
                  <a:pt x="1539443" y="941205"/>
                </a:lnTo>
                <a:moveTo>
                  <a:pt x="1778646" y="772016"/>
                </a:moveTo>
                <a:lnTo>
                  <a:pt x="1831255" y="713473"/>
                </a:lnTo>
                <a:moveTo>
                  <a:pt x="1288250" y="398405"/>
                </a:moveTo>
                <a:lnTo>
                  <a:pt x="1230834" y="283434"/>
                </a:lnTo>
                <a:moveTo>
                  <a:pt x="719634" y="725932"/>
                </a:moveTo>
                <a:lnTo>
                  <a:pt x="783270" y="588038"/>
                </a:lnTo>
                <a:moveTo>
                  <a:pt x="1831255" y="713473"/>
                </a:moveTo>
                <a:lnTo>
                  <a:pt x="1781959" y="759712"/>
                </a:lnTo>
                <a:moveTo>
                  <a:pt x="865565" y="1146614"/>
                </a:moveTo>
                <a:lnTo>
                  <a:pt x="869132" y="1082553"/>
                </a:lnTo>
                <a:moveTo>
                  <a:pt x="1080983" y="393612"/>
                </a:moveTo>
                <a:lnTo>
                  <a:pt x="1010868" y="302502"/>
                </a:lnTo>
                <a:moveTo>
                  <a:pt x="1610898" y="917286"/>
                </a:moveTo>
                <a:lnTo>
                  <a:pt x="1644506" y="834885"/>
                </a:lnTo>
                <a:moveTo>
                  <a:pt x="745876" y="823916"/>
                </a:moveTo>
                <a:lnTo>
                  <a:pt x="737554" y="852316"/>
                </a:lnTo>
                <a:moveTo>
                  <a:pt x="802095" y="972265"/>
                </a:moveTo>
                <a:lnTo>
                  <a:pt x="742091" y="888970"/>
                </a:lnTo>
                <a:moveTo>
                  <a:pt x="1212453" y="1092504"/>
                </a:moveTo>
                <a:lnTo>
                  <a:pt x="1183635" y="1017927"/>
                </a:lnTo>
                <a:moveTo>
                  <a:pt x="1217427" y="330719"/>
                </a:moveTo>
                <a:lnTo>
                  <a:pt x="1091122" y="396286"/>
                </a:lnTo>
                <a:moveTo>
                  <a:pt x="1802483" y="861549"/>
                </a:moveTo>
                <a:lnTo>
                  <a:pt x="1746393" y="865925"/>
                </a:lnTo>
                <a:moveTo>
                  <a:pt x="1391265" y="1309454"/>
                </a:moveTo>
                <a:lnTo>
                  <a:pt x="1351804" y="1333500"/>
                </a:lnTo>
                <a:moveTo>
                  <a:pt x="1580046" y="647666"/>
                </a:moveTo>
                <a:lnTo>
                  <a:pt x="1560732" y="634465"/>
                </a:lnTo>
                <a:moveTo>
                  <a:pt x="1683646" y="685196"/>
                </a:moveTo>
                <a:lnTo>
                  <a:pt x="1580046" y="647666"/>
                </a:lnTo>
                <a:moveTo>
                  <a:pt x="1199253" y="411288"/>
                </a:moveTo>
                <a:lnTo>
                  <a:pt x="1217427" y="330719"/>
                </a:lnTo>
                <a:moveTo>
                  <a:pt x="1683646" y="685196"/>
                </a:moveTo>
                <a:lnTo>
                  <a:pt x="1689082" y="660492"/>
                </a:lnTo>
                <a:moveTo>
                  <a:pt x="1576808" y="1198917"/>
                </a:moveTo>
                <a:lnTo>
                  <a:pt x="1533746" y="1202928"/>
                </a:lnTo>
                <a:moveTo>
                  <a:pt x="1683646" y="685196"/>
                </a:moveTo>
                <a:lnTo>
                  <a:pt x="1636812" y="656684"/>
                </a:lnTo>
                <a:moveTo>
                  <a:pt x="1638207" y="455818"/>
                </a:moveTo>
                <a:lnTo>
                  <a:pt x="1570723" y="480903"/>
                </a:lnTo>
                <a:moveTo>
                  <a:pt x="1600384" y="333087"/>
                </a:moveTo>
                <a:lnTo>
                  <a:pt x="1622482" y="249222"/>
                </a:lnTo>
                <a:moveTo>
                  <a:pt x="1638207" y="455818"/>
                </a:moveTo>
                <a:lnTo>
                  <a:pt x="1658616" y="372094"/>
                </a:lnTo>
                <a:moveTo>
                  <a:pt x="1746393" y="865925"/>
                </a:moveTo>
                <a:lnTo>
                  <a:pt x="1610898" y="917286"/>
                </a:lnTo>
                <a:moveTo>
                  <a:pt x="1560732" y="634465"/>
                </a:moveTo>
                <a:lnTo>
                  <a:pt x="1570723" y="480903"/>
                </a:lnTo>
                <a:moveTo>
                  <a:pt x="1636812" y="656684"/>
                </a:moveTo>
                <a:lnTo>
                  <a:pt x="1580046" y="647666"/>
                </a:lnTo>
                <a:moveTo>
                  <a:pt x="1010868" y="302502"/>
                </a:moveTo>
                <a:lnTo>
                  <a:pt x="983426" y="328415"/>
                </a:lnTo>
                <a:moveTo>
                  <a:pt x="1689082" y="660492"/>
                </a:moveTo>
                <a:lnTo>
                  <a:pt x="1636812" y="656684"/>
                </a:lnTo>
                <a:moveTo>
                  <a:pt x="1576808" y="1198917"/>
                </a:moveTo>
                <a:lnTo>
                  <a:pt x="1571819" y="1066223"/>
                </a:lnTo>
                <a:moveTo>
                  <a:pt x="1283001" y="1203427"/>
                </a:moveTo>
                <a:lnTo>
                  <a:pt x="1219912" y="1119504"/>
                </a:lnTo>
                <a:moveTo>
                  <a:pt x="1831255" y="713473"/>
                </a:moveTo>
                <a:lnTo>
                  <a:pt x="1815614" y="631193"/>
                </a:lnTo>
                <a:moveTo>
                  <a:pt x="1219912" y="1119504"/>
                </a:moveTo>
                <a:lnTo>
                  <a:pt x="1183635" y="1017927"/>
                </a:lnTo>
                <a:moveTo>
                  <a:pt x="738751" y="797612"/>
                </a:moveTo>
                <a:lnTo>
                  <a:pt x="719634" y="725932"/>
                </a:lnTo>
                <a:moveTo>
                  <a:pt x="1298846" y="1333500"/>
                </a:moveTo>
                <a:lnTo>
                  <a:pt x="1294841" y="1241762"/>
                </a:lnTo>
                <a:moveTo>
                  <a:pt x="1510078" y="306712"/>
                </a:moveTo>
                <a:lnTo>
                  <a:pt x="1455467" y="302405"/>
                </a:lnTo>
                <a:moveTo>
                  <a:pt x="742091" y="888970"/>
                </a:moveTo>
                <a:lnTo>
                  <a:pt x="745876" y="823916"/>
                </a:lnTo>
                <a:moveTo>
                  <a:pt x="1298011" y="1203211"/>
                </a:moveTo>
                <a:lnTo>
                  <a:pt x="1219912" y="1119504"/>
                </a:lnTo>
                <a:moveTo>
                  <a:pt x="766541" y="698455"/>
                </a:moveTo>
                <a:lnTo>
                  <a:pt x="719634" y="725932"/>
                </a:lnTo>
                <a:moveTo>
                  <a:pt x="1533746" y="1202928"/>
                </a:moveTo>
                <a:lnTo>
                  <a:pt x="1519735" y="1223670"/>
                </a:lnTo>
                <a:moveTo>
                  <a:pt x="1414393" y="369086"/>
                </a:moveTo>
                <a:lnTo>
                  <a:pt x="1327153" y="378695"/>
                </a:lnTo>
                <a:moveTo>
                  <a:pt x="869132" y="1082553"/>
                </a:moveTo>
                <a:lnTo>
                  <a:pt x="856379" y="1012668"/>
                </a:lnTo>
                <a:moveTo>
                  <a:pt x="1219912" y="1119504"/>
                </a:moveTo>
                <a:lnTo>
                  <a:pt x="1232240" y="1038005"/>
                </a:lnTo>
                <a:moveTo>
                  <a:pt x="1080983" y="393612"/>
                </a:moveTo>
                <a:lnTo>
                  <a:pt x="1091122" y="396286"/>
                </a:lnTo>
                <a:moveTo>
                  <a:pt x="1571819" y="1066223"/>
                </a:moveTo>
                <a:lnTo>
                  <a:pt x="1563958" y="1038684"/>
                </a:lnTo>
                <a:moveTo>
                  <a:pt x="1294841" y="1241762"/>
                </a:moveTo>
                <a:lnTo>
                  <a:pt x="1283001" y="1203427"/>
                </a:lnTo>
                <a:moveTo>
                  <a:pt x="1074463" y="1142522"/>
                </a:moveTo>
                <a:lnTo>
                  <a:pt x="1125422" y="1000925"/>
                </a:lnTo>
                <a:moveTo>
                  <a:pt x="1638207" y="455818"/>
                </a:moveTo>
                <a:lnTo>
                  <a:pt x="1550665" y="339427"/>
                </a:lnTo>
                <a:moveTo>
                  <a:pt x="1638207" y="455818"/>
                </a:moveTo>
                <a:lnTo>
                  <a:pt x="1522067" y="436275"/>
                </a:lnTo>
                <a:moveTo>
                  <a:pt x="1217427" y="330719"/>
                </a:moveTo>
                <a:lnTo>
                  <a:pt x="1230834" y="283434"/>
                </a:lnTo>
                <a:moveTo>
                  <a:pt x="1230834" y="283434"/>
                </a:moveTo>
                <a:lnTo>
                  <a:pt x="1254858" y="201825"/>
                </a:lnTo>
                <a:moveTo>
                  <a:pt x="956128" y="1224269"/>
                </a:moveTo>
                <a:lnTo>
                  <a:pt x="865565" y="1146614"/>
                </a:lnTo>
                <a:moveTo>
                  <a:pt x="1713978" y="933817"/>
                </a:moveTo>
                <a:lnTo>
                  <a:pt x="1746393" y="865925"/>
                </a:lnTo>
                <a:moveTo>
                  <a:pt x="1294841" y="1241762"/>
                </a:moveTo>
                <a:lnTo>
                  <a:pt x="1293187" y="1218428"/>
                </a:lnTo>
                <a:moveTo>
                  <a:pt x="1522067" y="436275"/>
                </a:moveTo>
                <a:lnTo>
                  <a:pt x="1455467" y="302405"/>
                </a:lnTo>
                <a:moveTo>
                  <a:pt x="787795" y="627715"/>
                </a:moveTo>
                <a:lnTo>
                  <a:pt x="783270" y="588038"/>
                </a:lnTo>
                <a:moveTo>
                  <a:pt x="1338241" y="300179"/>
                </a:moveTo>
                <a:lnTo>
                  <a:pt x="1230834" y="283434"/>
                </a:lnTo>
                <a:moveTo>
                  <a:pt x="803726" y="572543"/>
                </a:moveTo>
                <a:lnTo>
                  <a:pt x="783270" y="588038"/>
                </a:lnTo>
                <a:moveTo>
                  <a:pt x="1137908" y="989780"/>
                </a:moveTo>
                <a:lnTo>
                  <a:pt x="1125422" y="1000925"/>
                </a:lnTo>
                <a:moveTo>
                  <a:pt x="1533746" y="1202928"/>
                </a:moveTo>
                <a:lnTo>
                  <a:pt x="1436669" y="1248307"/>
                </a:lnTo>
                <a:moveTo>
                  <a:pt x="1254858" y="201825"/>
                </a:moveTo>
                <a:lnTo>
                  <a:pt x="1276599" y="121430"/>
                </a:lnTo>
                <a:moveTo>
                  <a:pt x="1436669" y="1248307"/>
                </a:moveTo>
                <a:lnTo>
                  <a:pt x="1395480" y="1287987"/>
                </a:lnTo>
                <a:moveTo>
                  <a:pt x="766541" y="698455"/>
                </a:moveTo>
                <a:lnTo>
                  <a:pt x="783270" y="588038"/>
                </a:lnTo>
                <a:moveTo>
                  <a:pt x="1658616" y="372094"/>
                </a:moveTo>
                <a:lnTo>
                  <a:pt x="1600384" y="333087"/>
                </a:lnTo>
                <a:moveTo>
                  <a:pt x="1576808" y="1198917"/>
                </a:moveTo>
                <a:lnTo>
                  <a:pt x="1519735" y="1223670"/>
                </a:lnTo>
                <a:moveTo>
                  <a:pt x="1802483" y="861549"/>
                </a:moveTo>
                <a:lnTo>
                  <a:pt x="1831255" y="713473"/>
                </a:lnTo>
                <a:moveTo>
                  <a:pt x="1217427" y="330719"/>
                </a:moveTo>
                <a:lnTo>
                  <a:pt x="1192035" y="304144"/>
                </a:lnTo>
                <a:moveTo>
                  <a:pt x="1588715" y="953954"/>
                </a:moveTo>
                <a:lnTo>
                  <a:pt x="1539443" y="941205"/>
                </a:lnTo>
                <a:moveTo>
                  <a:pt x="1183635" y="1017927"/>
                </a:moveTo>
                <a:lnTo>
                  <a:pt x="1137908" y="989780"/>
                </a:lnTo>
                <a:moveTo>
                  <a:pt x="1570723" y="480903"/>
                </a:moveTo>
                <a:lnTo>
                  <a:pt x="1522067" y="436275"/>
                </a:lnTo>
                <a:moveTo>
                  <a:pt x="1658616" y="372094"/>
                </a:moveTo>
                <a:lnTo>
                  <a:pt x="1550665" y="339427"/>
                </a:lnTo>
                <a:moveTo>
                  <a:pt x="1230834" y="283434"/>
                </a:moveTo>
                <a:lnTo>
                  <a:pt x="1192035" y="304144"/>
                </a:lnTo>
                <a:moveTo>
                  <a:pt x="983798" y="1206361"/>
                </a:moveTo>
                <a:lnTo>
                  <a:pt x="1074463" y="1142522"/>
                </a:lnTo>
                <a:moveTo>
                  <a:pt x="956128" y="1224269"/>
                </a:moveTo>
                <a:lnTo>
                  <a:pt x="853583" y="1175461"/>
                </a:lnTo>
                <a:moveTo>
                  <a:pt x="956128" y="1224269"/>
                </a:moveTo>
                <a:lnTo>
                  <a:pt x="892773" y="1179777"/>
                </a:lnTo>
                <a:moveTo>
                  <a:pt x="892773" y="1179777"/>
                </a:moveTo>
                <a:lnTo>
                  <a:pt x="865565" y="1146614"/>
                </a:lnTo>
                <a:moveTo>
                  <a:pt x="1550665" y="339427"/>
                </a:moveTo>
                <a:lnTo>
                  <a:pt x="1510078" y="306712"/>
                </a:lnTo>
                <a:moveTo>
                  <a:pt x="1522067" y="436275"/>
                </a:moveTo>
                <a:lnTo>
                  <a:pt x="1510078" y="306712"/>
                </a:lnTo>
                <a:moveTo>
                  <a:pt x="1357652" y="221832"/>
                </a:moveTo>
                <a:lnTo>
                  <a:pt x="1254858" y="201825"/>
                </a:lnTo>
                <a:moveTo>
                  <a:pt x="1422675" y="374880"/>
                </a:moveTo>
                <a:lnTo>
                  <a:pt x="1455467" y="302405"/>
                </a:lnTo>
                <a:moveTo>
                  <a:pt x="1560732" y="634465"/>
                </a:moveTo>
                <a:lnTo>
                  <a:pt x="1519955" y="556395"/>
                </a:lnTo>
                <a:moveTo>
                  <a:pt x="1357652" y="221832"/>
                </a:moveTo>
                <a:lnTo>
                  <a:pt x="1230834" y="283434"/>
                </a:lnTo>
                <a:moveTo>
                  <a:pt x="1320294" y="1101346"/>
                </a:moveTo>
                <a:lnTo>
                  <a:pt x="1219912" y="1119504"/>
                </a:lnTo>
                <a:moveTo>
                  <a:pt x="1298709" y="1333500"/>
                </a:moveTo>
                <a:lnTo>
                  <a:pt x="1293187" y="1218428"/>
                </a:lnTo>
                <a:moveTo>
                  <a:pt x="1455467" y="302405"/>
                </a:moveTo>
                <a:lnTo>
                  <a:pt x="1414393" y="369086"/>
                </a:lnTo>
                <a:moveTo>
                  <a:pt x="1254858" y="201825"/>
                </a:moveTo>
                <a:lnTo>
                  <a:pt x="1169665" y="141132"/>
                </a:lnTo>
                <a:moveTo>
                  <a:pt x="1687928" y="633117"/>
                </a:moveTo>
                <a:lnTo>
                  <a:pt x="1689082" y="660492"/>
                </a:lnTo>
                <a:moveTo>
                  <a:pt x="1553725" y="969536"/>
                </a:moveTo>
                <a:lnTo>
                  <a:pt x="1539443" y="941205"/>
                </a:lnTo>
                <a:moveTo>
                  <a:pt x="1687928" y="633117"/>
                </a:moveTo>
                <a:lnTo>
                  <a:pt x="1636812" y="656684"/>
                </a:lnTo>
                <a:moveTo>
                  <a:pt x="1539113" y="1137650"/>
                </a:moveTo>
                <a:lnTo>
                  <a:pt x="1571819" y="1066223"/>
                </a:lnTo>
                <a:moveTo>
                  <a:pt x="1111437" y="370924"/>
                </a:moveTo>
                <a:lnTo>
                  <a:pt x="1091122" y="396286"/>
                </a:lnTo>
                <a:moveTo>
                  <a:pt x="865565" y="1146614"/>
                </a:moveTo>
                <a:lnTo>
                  <a:pt x="856379" y="1012668"/>
                </a:lnTo>
                <a:moveTo>
                  <a:pt x="1234958" y="1026204"/>
                </a:moveTo>
                <a:lnTo>
                  <a:pt x="1137908" y="989780"/>
                </a:lnTo>
                <a:moveTo>
                  <a:pt x="1338241" y="300179"/>
                </a:moveTo>
                <a:lnTo>
                  <a:pt x="1357652" y="221832"/>
                </a:lnTo>
                <a:moveTo>
                  <a:pt x="738751" y="797612"/>
                </a:moveTo>
                <a:lnTo>
                  <a:pt x="766541" y="698455"/>
                </a:lnTo>
                <a:moveTo>
                  <a:pt x="787795" y="627715"/>
                </a:moveTo>
                <a:lnTo>
                  <a:pt x="803726" y="572543"/>
                </a:lnTo>
                <a:moveTo>
                  <a:pt x="1713978" y="933817"/>
                </a:moveTo>
                <a:lnTo>
                  <a:pt x="1802483" y="861549"/>
                </a:lnTo>
                <a:moveTo>
                  <a:pt x="1580046" y="647666"/>
                </a:moveTo>
                <a:lnTo>
                  <a:pt x="1519955" y="556395"/>
                </a:lnTo>
                <a:moveTo>
                  <a:pt x="983798" y="1206361"/>
                </a:moveTo>
                <a:lnTo>
                  <a:pt x="956128" y="1224269"/>
                </a:lnTo>
                <a:moveTo>
                  <a:pt x="1550665" y="339427"/>
                </a:moveTo>
                <a:lnTo>
                  <a:pt x="1600384" y="333087"/>
                </a:lnTo>
                <a:moveTo>
                  <a:pt x="1357652" y="221832"/>
                </a:moveTo>
                <a:lnTo>
                  <a:pt x="1276599" y="121430"/>
                </a:lnTo>
                <a:moveTo>
                  <a:pt x="766541" y="698455"/>
                </a:moveTo>
                <a:lnTo>
                  <a:pt x="787795" y="627715"/>
                </a:lnTo>
                <a:moveTo>
                  <a:pt x="1254858" y="201825"/>
                </a:moveTo>
                <a:lnTo>
                  <a:pt x="1149429" y="152267"/>
                </a:lnTo>
                <a:moveTo>
                  <a:pt x="802095" y="972265"/>
                </a:moveTo>
                <a:lnTo>
                  <a:pt x="745876" y="823916"/>
                </a:lnTo>
                <a:moveTo>
                  <a:pt x="1376162" y="157063"/>
                </a:moveTo>
                <a:lnTo>
                  <a:pt x="1276599" y="121430"/>
                </a:lnTo>
                <a:moveTo>
                  <a:pt x="856379" y="1012668"/>
                </a:moveTo>
                <a:lnTo>
                  <a:pt x="802095" y="972265"/>
                </a:lnTo>
                <a:moveTo>
                  <a:pt x="1230834" y="283434"/>
                </a:moveTo>
                <a:lnTo>
                  <a:pt x="1149429" y="152267"/>
                </a:lnTo>
                <a:moveTo>
                  <a:pt x="1276599" y="121430"/>
                </a:moveTo>
                <a:lnTo>
                  <a:pt x="1169665" y="141132"/>
                </a:lnTo>
                <a:moveTo>
                  <a:pt x="1298011" y="1203211"/>
                </a:moveTo>
                <a:lnTo>
                  <a:pt x="1283001" y="1203427"/>
                </a:lnTo>
                <a:moveTo>
                  <a:pt x="1815614" y="631193"/>
                </a:moveTo>
                <a:lnTo>
                  <a:pt x="1796889" y="624454"/>
                </a:lnTo>
                <a:moveTo>
                  <a:pt x="1293187" y="1218428"/>
                </a:moveTo>
                <a:lnTo>
                  <a:pt x="1283001" y="1203427"/>
                </a:lnTo>
                <a:moveTo>
                  <a:pt x="853583" y="1175461"/>
                </a:moveTo>
                <a:lnTo>
                  <a:pt x="892773" y="1179777"/>
                </a:lnTo>
                <a:moveTo>
                  <a:pt x="1519955" y="556395"/>
                </a:moveTo>
                <a:lnTo>
                  <a:pt x="1570723" y="480903"/>
                </a:lnTo>
                <a:moveTo>
                  <a:pt x="1713978" y="933817"/>
                </a:moveTo>
                <a:lnTo>
                  <a:pt x="1610898" y="917286"/>
                </a:lnTo>
                <a:moveTo>
                  <a:pt x="1522067" y="436275"/>
                </a:moveTo>
                <a:lnTo>
                  <a:pt x="1550665" y="339427"/>
                </a:lnTo>
                <a:moveTo>
                  <a:pt x="745876" y="823916"/>
                </a:moveTo>
                <a:lnTo>
                  <a:pt x="738751" y="797612"/>
                </a:lnTo>
                <a:moveTo>
                  <a:pt x="1232240" y="1038005"/>
                </a:moveTo>
                <a:lnTo>
                  <a:pt x="1183635" y="1017927"/>
                </a:lnTo>
                <a:moveTo>
                  <a:pt x="1576808" y="1198917"/>
                </a:moveTo>
                <a:lnTo>
                  <a:pt x="1539113" y="1137650"/>
                </a:lnTo>
                <a:moveTo>
                  <a:pt x="1571819" y="1066223"/>
                </a:moveTo>
                <a:lnTo>
                  <a:pt x="1529896" y="1119055"/>
                </a:lnTo>
                <a:moveTo>
                  <a:pt x="1746111" y="935404"/>
                </a:moveTo>
                <a:lnTo>
                  <a:pt x="1802483" y="861549"/>
                </a:lnTo>
                <a:moveTo>
                  <a:pt x="1234958" y="1026204"/>
                </a:moveTo>
                <a:lnTo>
                  <a:pt x="1183635" y="1017927"/>
                </a:lnTo>
                <a:moveTo>
                  <a:pt x="1293187" y="1218428"/>
                </a:moveTo>
                <a:lnTo>
                  <a:pt x="1298011" y="1203211"/>
                </a:lnTo>
                <a:moveTo>
                  <a:pt x="1074463" y="1142522"/>
                </a:moveTo>
                <a:lnTo>
                  <a:pt x="1077855" y="1077352"/>
                </a:lnTo>
                <a:moveTo>
                  <a:pt x="1799121" y="637928"/>
                </a:moveTo>
                <a:lnTo>
                  <a:pt x="1815614" y="631193"/>
                </a:lnTo>
                <a:moveTo>
                  <a:pt x="1519735" y="1223670"/>
                </a:moveTo>
                <a:lnTo>
                  <a:pt x="1436669" y="1248307"/>
                </a:lnTo>
                <a:moveTo>
                  <a:pt x="1357652" y="221832"/>
                </a:moveTo>
                <a:lnTo>
                  <a:pt x="1376162" y="157063"/>
                </a:lnTo>
                <a:moveTo>
                  <a:pt x="1414393" y="369086"/>
                </a:moveTo>
                <a:lnTo>
                  <a:pt x="1338241" y="300179"/>
                </a:lnTo>
                <a:moveTo>
                  <a:pt x="865565" y="1146614"/>
                </a:moveTo>
                <a:lnTo>
                  <a:pt x="883110" y="1052552"/>
                </a:lnTo>
                <a:moveTo>
                  <a:pt x="1230834" y="283434"/>
                </a:moveTo>
                <a:lnTo>
                  <a:pt x="1120462" y="239809"/>
                </a:lnTo>
                <a:moveTo>
                  <a:pt x="1232240" y="1038005"/>
                </a:moveTo>
                <a:lnTo>
                  <a:pt x="1234958" y="1026204"/>
                </a:lnTo>
                <a:moveTo>
                  <a:pt x="1580046" y="647666"/>
                </a:moveTo>
                <a:lnTo>
                  <a:pt x="1578284" y="600090"/>
                </a:lnTo>
                <a:moveTo>
                  <a:pt x="1688587" y="609864"/>
                </a:moveTo>
                <a:lnTo>
                  <a:pt x="1580046" y="647666"/>
                </a:lnTo>
                <a:moveTo>
                  <a:pt x="960442" y="1171800"/>
                </a:moveTo>
                <a:lnTo>
                  <a:pt x="865565" y="1146614"/>
                </a:lnTo>
                <a:moveTo>
                  <a:pt x="1688587" y="609864"/>
                </a:moveTo>
                <a:lnTo>
                  <a:pt x="1636812" y="656684"/>
                </a:lnTo>
                <a:moveTo>
                  <a:pt x="1519735" y="1223670"/>
                </a:moveTo>
                <a:lnTo>
                  <a:pt x="1539113" y="1137650"/>
                </a:lnTo>
                <a:moveTo>
                  <a:pt x="1217427" y="330719"/>
                </a:moveTo>
                <a:lnTo>
                  <a:pt x="1111437" y="370924"/>
                </a:lnTo>
                <a:moveTo>
                  <a:pt x="803726" y="572543"/>
                </a:moveTo>
                <a:lnTo>
                  <a:pt x="819742" y="498980"/>
                </a:lnTo>
                <a:moveTo>
                  <a:pt x="738751" y="797612"/>
                </a:moveTo>
                <a:lnTo>
                  <a:pt x="796425" y="682200"/>
                </a:lnTo>
                <a:moveTo>
                  <a:pt x="1169665" y="141132"/>
                </a:moveTo>
                <a:lnTo>
                  <a:pt x="1149429" y="152267"/>
                </a:lnTo>
                <a:moveTo>
                  <a:pt x="1519735" y="1223670"/>
                </a:moveTo>
                <a:lnTo>
                  <a:pt x="1400915" y="1221885"/>
                </a:lnTo>
                <a:moveTo>
                  <a:pt x="923383" y="1296174"/>
                </a:moveTo>
                <a:lnTo>
                  <a:pt x="956128" y="1224269"/>
                </a:lnTo>
                <a:moveTo>
                  <a:pt x="1796889" y="624454"/>
                </a:moveTo>
                <a:lnTo>
                  <a:pt x="1689082" y="660492"/>
                </a:lnTo>
                <a:moveTo>
                  <a:pt x="1522067" y="436275"/>
                </a:moveTo>
                <a:lnTo>
                  <a:pt x="1422675" y="374880"/>
                </a:lnTo>
                <a:moveTo>
                  <a:pt x="796425" y="682200"/>
                </a:moveTo>
                <a:lnTo>
                  <a:pt x="787795" y="627715"/>
                </a:lnTo>
                <a:moveTo>
                  <a:pt x="1704469" y="950604"/>
                </a:moveTo>
                <a:lnTo>
                  <a:pt x="1610898" y="917286"/>
                </a:lnTo>
                <a:moveTo>
                  <a:pt x="1080983" y="393612"/>
                </a:moveTo>
                <a:lnTo>
                  <a:pt x="983426" y="328415"/>
                </a:lnTo>
                <a:moveTo>
                  <a:pt x="1077855" y="1077352"/>
                </a:moveTo>
                <a:lnTo>
                  <a:pt x="1125422" y="1000925"/>
                </a:lnTo>
                <a:moveTo>
                  <a:pt x="1519955" y="556395"/>
                </a:moveTo>
                <a:lnTo>
                  <a:pt x="1522067" y="436275"/>
                </a:lnTo>
                <a:moveTo>
                  <a:pt x="1338241" y="300179"/>
                </a:moveTo>
                <a:lnTo>
                  <a:pt x="1431631" y="217641"/>
                </a:lnTo>
                <a:moveTo>
                  <a:pt x="766541" y="698455"/>
                </a:moveTo>
                <a:lnTo>
                  <a:pt x="796425" y="682200"/>
                </a:lnTo>
                <a:moveTo>
                  <a:pt x="1192035" y="304144"/>
                </a:moveTo>
                <a:lnTo>
                  <a:pt x="1120462" y="239809"/>
                </a:lnTo>
                <a:moveTo>
                  <a:pt x="1400915" y="1221885"/>
                </a:moveTo>
                <a:lnTo>
                  <a:pt x="1298011" y="1203211"/>
                </a:lnTo>
                <a:moveTo>
                  <a:pt x="1529896" y="1119055"/>
                </a:moveTo>
                <a:lnTo>
                  <a:pt x="1563958" y="1038684"/>
                </a:lnTo>
                <a:moveTo>
                  <a:pt x="1080983" y="393612"/>
                </a:moveTo>
                <a:lnTo>
                  <a:pt x="990760" y="335679"/>
                </a:lnTo>
                <a:moveTo>
                  <a:pt x="1400915" y="1221885"/>
                </a:moveTo>
                <a:lnTo>
                  <a:pt x="1293187" y="1218428"/>
                </a:lnTo>
                <a:moveTo>
                  <a:pt x="1486966" y="536828"/>
                </a:moveTo>
                <a:lnTo>
                  <a:pt x="1522067" y="436275"/>
                </a:lnTo>
                <a:moveTo>
                  <a:pt x="1802483" y="861549"/>
                </a:moveTo>
                <a:lnTo>
                  <a:pt x="1853356" y="810247"/>
                </a:lnTo>
                <a:moveTo>
                  <a:pt x="1610898" y="917286"/>
                </a:moveTo>
                <a:lnTo>
                  <a:pt x="1588715" y="953954"/>
                </a:lnTo>
                <a:moveTo>
                  <a:pt x="1169665" y="141132"/>
                </a:moveTo>
                <a:lnTo>
                  <a:pt x="1157300" y="118119"/>
                </a:lnTo>
                <a:moveTo>
                  <a:pt x="1252717" y="936885"/>
                </a:moveTo>
                <a:lnTo>
                  <a:pt x="1137908" y="989780"/>
                </a:lnTo>
                <a:moveTo>
                  <a:pt x="1563295" y="261192"/>
                </a:moveTo>
                <a:lnTo>
                  <a:pt x="1510078" y="306712"/>
                </a:lnTo>
                <a:moveTo>
                  <a:pt x="1137908" y="989780"/>
                </a:moveTo>
                <a:lnTo>
                  <a:pt x="1139842" y="933303"/>
                </a:lnTo>
                <a:moveTo>
                  <a:pt x="1080983" y="393612"/>
                </a:moveTo>
                <a:lnTo>
                  <a:pt x="976081" y="346098"/>
                </a:lnTo>
                <a:moveTo>
                  <a:pt x="960442" y="1171800"/>
                </a:moveTo>
                <a:lnTo>
                  <a:pt x="853583" y="1175461"/>
                </a:lnTo>
                <a:moveTo>
                  <a:pt x="745876" y="823916"/>
                </a:moveTo>
                <a:lnTo>
                  <a:pt x="796425" y="682200"/>
                </a:lnTo>
                <a:moveTo>
                  <a:pt x="1111437" y="370924"/>
                </a:moveTo>
                <a:lnTo>
                  <a:pt x="1192035" y="304144"/>
                </a:lnTo>
                <a:moveTo>
                  <a:pt x="960442" y="1171800"/>
                </a:moveTo>
                <a:lnTo>
                  <a:pt x="892773" y="1179777"/>
                </a:lnTo>
                <a:moveTo>
                  <a:pt x="1600384" y="333087"/>
                </a:moveTo>
                <a:lnTo>
                  <a:pt x="1572173" y="235825"/>
                </a:lnTo>
                <a:moveTo>
                  <a:pt x="1376162" y="157063"/>
                </a:moveTo>
                <a:lnTo>
                  <a:pt x="1397143" y="67885"/>
                </a:lnTo>
                <a:moveTo>
                  <a:pt x="1276599" y="121430"/>
                </a:moveTo>
                <a:lnTo>
                  <a:pt x="1288238" y="41588"/>
                </a:lnTo>
                <a:moveTo>
                  <a:pt x="1149429" y="152267"/>
                </a:moveTo>
                <a:lnTo>
                  <a:pt x="1157300" y="118119"/>
                </a:lnTo>
                <a:moveTo>
                  <a:pt x="1746111" y="935404"/>
                </a:moveTo>
                <a:lnTo>
                  <a:pt x="1713978" y="933817"/>
                </a:lnTo>
                <a:moveTo>
                  <a:pt x="802095" y="972265"/>
                </a:moveTo>
                <a:lnTo>
                  <a:pt x="809194" y="903353"/>
                </a:lnTo>
                <a:moveTo>
                  <a:pt x="883110" y="1052552"/>
                </a:moveTo>
                <a:lnTo>
                  <a:pt x="856379" y="1012668"/>
                </a:lnTo>
                <a:moveTo>
                  <a:pt x="1436669" y="1248307"/>
                </a:moveTo>
                <a:lnTo>
                  <a:pt x="1400915" y="1221885"/>
                </a:lnTo>
                <a:moveTo>
                  <a:pt x="1298011" y="1203211"/>
                </a:moveTo>
                <a:lnTo>
                  <a:pt x="1320294" y="1101346"/>
                </a:lnTo>
                <a:moveTo>
                  <a:pt x="1139842" y="933303"/>
                </a:moveTo>
                <a:lnTo>
                  <a:pt x="1125422" y="1000925"/>
                </a:lnTo>
                <a:moveTo>
                  <a:pt x="973340" y="1110654"/>
                </a:moveTo>
                <a:lnTo>
                  <a:pt x="865565" y="1146614"/>
                </a:lnTo>
                <a:moveTo>
                  <a:pt x="1431631" y="217641"/>
                </a:moveTo>
                <a:lnTo>
                  <a:pt x="1357652" y="221832"/>
                </a:lnTo>
                <a:moveTo>
                  <a:pt x="898326" y="983388"/>
                </a:moveTo>
                <a:lnTo>
                  <a:pt x="802095" y="972265"/>
                </a:lnTo>
                <a:moveTo>
                  <a:pt x="1111437" y="370924"/>
                </a:moveTo>
                <a:lnTo>
                  <a:pt x="1080983" y="393612"/>
                </a:lnTo>
                <a:moveTo>
                  <a:pt x="1600384" y="333087"/>
                </a:moveTo>
                <a:lnTo>
                  <a:pt x="1563295" y="261192"/>
                </a:lnTo>
                <a:moveTo>
                  <a:pt x="1320294" y="1101346"/>
                </a:moveTo>
                <a:lnTo>
                  <a:pt x="1232240" y="1038005"/>
                </a:lnTo>
                <a:moveTo>
                  <a:pt x="1378365" y="1288691"/>
                </a:moveTo>
                <a:lnTo>
                  <a:pt x="1293187" y="1218428"/>
                </a:lnTo>
                <a:moveTo>
                  <a:pt x="1125422" y="1000925"/>
                </a:moveTo>
                <a:lnTo>
                  <a:pt x="1130382" y="936214"/>
                </a:lnTo>
                <a:moveTo>
                  <a:pt x="1563958" y="1038684"/>
                </a:moveTo>
                <a:lnTo>
                  <a:pt x="1553725" y="969536"/>
                </a:lnTo>
                <a:moveTo>
                  <a:pt x="787795" y="627715"/>
                </a:moveTo>
                <a:lnTo>
                  <a:pt x="863166" y="545213"/>
                </a:lnTo>
                <a:moveTo>
                  <a:pt x="1431631" y="217641"/>
                </a:moveTo>
                <a:lnTo>
                  <a:pt x="1376162" y="157063"/>
                </a:lnTo>
                <a:moveTo>
                  <a:pt x="1120462" y="239809"/>
                </a:moveTo>
                <a:lnTo>
                  <a:pt x="1149429" y="152267"/>
                </a:lnTo>
                <a:moveTo>
                  <a:pt x="1422675" y="374880"/>
                </a:moveTo>
                <a:lnTo>
                  <a:pt x="1414393" y="369086"/>
                </a:lnTo>
                <a:moveTo>
                  <a:pt x="990760" y="335679"/>
                </a:moveTo>
                <a:lnTo>
                  <a:pt x="983426" y="328415"/>
                </a:lnTo>
                <a:moveTo>
                  <a:pt x="803726" y="572543"/>
                </a:moveTo>
                <a:lnTo>
                  <a:pt x="863166" y="545213"/>
                </a:lnTo>
                <a:moveTo>
                  <a:pt x="983798" y="1206361"/>
                </a:moveTo>
                <a:lnTo>
                  <a:pt x="1077855" y="1077352"/>
                </a:lnTo>
                <a:moveTo>
                  <a:pt x="983798" y="1206361"/>
                </a:moveTo>
                <a:lnTo>
                  <a:pt x="960442" y="1171800"/>
                </a:lnTo>
                <a:moveTo>
                  <a:pt x="1853356" y="810247"/>
                </a:moveTo>
                <a:lnTo>
                  <a:pt x="1831255" y="713473"/>
                </a:lnTo>
                <a:moveTo>
                  <a:pt x="1276599" y="121430"/>
                </a:moveTo>
                <a:lnTo>
                  <a:pt x="1169359" y="52464"/>
                </a:lnTo>
                <a:moveTo>
                  <a:pt x="1550665" y="339427"/>
                </a:moveTo>
                <a:lnTo>
                  <a:pt x="1563295" y="261192"/>
                </a:lnTo>
                <a:moveTo>
                  <a:pt x="1713978" y="933817"/>
                </a:moveTo>
                <a:lnTo>
                  <a:pt x="1704469" y="950604"/>
                </a:lnTo>
                <a:moveTo>
                  <a:pt x="1519735" y="1223670"/>
                </a:moveTo>
                <a:lnTo>
                  <a:pt x="1419457" y="1137939"/>
                </a:lnTo>
                <a:moveTo>
                  <a:pt x="1486966" y="536828"/>
                </a:moveTo>
                <a:lnTo>
                  <a:pt x="1422675" y="374880"/>
                </a:lnTo>
                <a:moveTo>
                  <a:pt x="923383" y="1296174"/>
                </a:moveTo>
                <a:lnTo>
                  <a:pt x="983798" y="1206361"/>
                </a:lnTo>
                <a:moveTo>
                  <a:pt x="1419207" y="380585"/>
                </a:moveTo>
                <a:lnTo>
                  <a:pt x="1422675" y="374880"/>
                </a:lnTo>
                <a:moveTo>
                  <a:pt x="1445871" y="264570"/>
                </a:moveTo>
                <a:lnTo>
                  <a:pt x="1338241" y="300179"/>
                </a:lnTo>
                <a:moveTo>
                  <a:pt x="1519955" y="556395"/>
                </a:moveTo>
                <a:lnTo>
                  <a:pt x="1486966" y="536828"/>
                </a:lnTo>
                <a:moveTo>
                  <a:pt x="982257" y="324126"/>
                </a:moveTo>
                <a:lnTo>
                  <a:pt x="983426" y="328415"/>
                </a:lnTo>
                <a:moveTo>
                  <a:pt x="1376162" y="157063"/>
                </a:moveTo>
                <a:lnTo>
                  <a:pt x="1288238" y="41588"/>
                </a:lnTo>
                <a:moveTo>
                  <a:pt x="1831255" y="713473"/>
                </a:moveTo>
                <a:lnTo>
                  <a:pt x="1799121" y="637928"/>
                </a:lnTo>
                <a:moveTo>
                  <a:pt x="1419207" y="380585"/>
                </a:moveTo>
                <a:lnTo>
                  <a:pt x="1414393" y="369086"/>
                </a:lnTo>
                <a:moveTo>
                  <a:pt x="1378365" y="1288691"/>
                </a:moveTo>
                <a:lnTo>
                  <a:pt x="1436669" y="1248307"/>
                </a:lnTo>
                <a:moveTo>
                  <a:pt x="976081" y="346098"/>
                </a:moveTo>
                <a:lnTo>
                  <a:pt x="990760" y="335679"/>
                </a:lnTo>
                <a:moveTo>
                  <a:pt x="990760" y="335679"/>
                </a:moveTo>
                <a:lnTo>
                  <a:pt x="982257" y="324126"/>
                </a:lnTo>
                <a:moveTo>
                  <a:pt x="1234958" y="1026204"/>
                </a:moveTo>
                <a:lnTo>
                  <a:pt x="1252717" y="936885"/>
                </a:lnTo>
                <a:moveTo>
                  <a:pt x="809194" y="903353"/>
                </a:moveTo>
                <a:lnTo>
                  <a:pt x="745876" y="823916"/>
                </a:lnTo>
                <a:moveTo>
                  <a:pt x="1746111" y="935404"/>
                </a:moveTo>
                <a:lnTo>
                  <a:pt x="1704469" y="950604"/>
                </a:lnTo>
                <a:moveTo>
                  <a:pt x="1339750" y="1021907"/>
                </a:moveTo>
                <a:lnTo>
                  <a:pt x="1232240" y="1038005"/>
                </a:lnTo>
                <a:moveTo>
                  <a:pt x="1539113" y="1137650"/>
                </a:moveTo>
                <a:lnTo>
                  <a:pt x="1529896" y="1119055"/>
                </a:lnTo>
                <a:moveTo>
                  <a:pt x="903878" y="950732"/>
                </a:moveTo>
                <a:lnTo>
                  <a:pt x="802095" y="972265"/>
                </a:lnTo>
                <a:moveTo>
                  <a:pt x="1688587" y="609864"/>
                </a:moveTo>
                <a:lnTo>
                  <a:pt x="1687928" y="633117"/>
                </a:lnTo>
                <a:moveTo>
                  <a:pt x="976081" y="346098"/>
                </a:moveTo>
                <a:lnTo>
                  <a:pt x="982257" y="324126"/>
                </a:lnTo>
                <a:moveTo>
                  <a:pt x="1400915" y="1221885"/>
                </a:moveTo>
                <a:lnTo>
                  <a:pt x="1320294" y="1101346"/>
                </a:lnTo>
                <a:moveTo>
                  <a:pt x="898326" y="983388"/>
                </a:moveTo>
                <a:lnTo>
                  <a:pt x="856379" y="1012668"/>
                </a:lnTo>
                <a:moveTo>
                  <a:pt x="1424262" y="355582"/>
                </a:moveTo>
                <a:lnTo>
                  <a:pt x="1414393" y="369086"/>
                </a:lnTo>
                <a:moveTo>
                  <a:pt x="1339750" y="1021907"/>
                </a:moveTo>
                <a:lnTo>
                  <a:pt x="1234958" y="1026204"/>
                </a:lnTo>
                <a:moveTo>
                  <a:pt x="1169665" y="141132"/>
                </a:moveTo>
                <a:lnTo>
                  <a:pt x="1169359" y="52464"/>
                </a:lnTo>
                <a:moveTo>
                  <a:pt x="1378365" y="1288691"/>
                </a:moveTo>
                <a:lnTo>
                  <a:pt x="1400915" y="1221885"/>
                </a:lnTo>
                <a:moveTo>
                  <a:pt x="1796889" y="624454"/>
                </a:moveTo>
                <a:lnTo>
                  <a:pt x="1687928" y="633117"/>
                </a:lnTo>
                <a:moveTo>
                  <a:pt x="931711" y="1281468"/>
                </a:moveTo>
                <a:lnTo>
                  <a:pt x="983798" y="1206361"/>
                </a:lnTo>
                <a:moveTo>
                  <a:pt x="1756339" y="625433"/>
                </a:moveTo>
                <a:lnTo>
                  <a:pt x="1687928" y="633117"/>
                </a:lnTo>
                <a:moveTo>
                  <a:pt x="1578284" y="600090"/>
                </a:moveTo>
                <a:lnTo>
                  <a:pt x="1519955" y="556395"/>
                </a:lnTo>
                <a:moveTo>
                  <a:pt x="1111437" y="370924"/>
                </a:moveTo>
                <a:lnTo>
                  <a:pt x="1120462" y="239809"/>
                </a:lnTo>
                <a:moveTo>
                  <a:pt x="1463478" y="204971"/>
                </a:moveTo>
                <a:lnTo>
                  <a:pt x="1376162" y="157063"/>
                </a:lnTo>
                <a:moveTo>
                  <a:pt x="1498881" y="100741"/>
                </a:moveTo>
                <a:lnTo>
                  <a:pt x="1397143" y="67885"/>
                </a:lnTo>
                <a:moveTo>
                  <a:pt x="1419207" y="380585"/>
                </a:moveTo>
                <a:lnTo>
                  <a:pt x="1424262" y="355582"/>
                </a:lnTo>
                <a:moveTo>
                  <a:pt x="983798" y="1206361"/>
                </a:moveTo>
                <a:lnTo>
                  <a:pt x="973340" y="1110654"/>
                </a:lnTo>
                <a:moveTo>
                  <a:pt x="863166" y="545213"/>
                </a:moveTo>
                <a:lnTo>
                  <a:pt x="819742" y="498980"/>
                </a:lnTo>
                <a:moveTo>
                  <a:pt x="1397143" y="67885"/>
                </a:moveTo>
                <a:lnTo>
                  <a:pt x="1364480" y="41550"/>
                </a:lnTo>
                <a:moveTo>
                  <a:pt x="1578284" y="600090"/>
                </a:moveTo>
                <a:lnTo>
                  <a:pt x="1486966" y="536828"/>
                </a:lnTo>
                <a:moveTo>
                  <a:pt x="796425" y="682200"/>
                </a:moveTo>
                <a:lnTo>
                  <a:pt x="863166" y="545213"/>
                </a:lnTo>
                <a:moveTo>
                  <a:pt x="1746111" y="935404"/>
                </a:moveTo>
                <a:lnTo>
                  <a:pt x="1853356" y="810247"/>
                </a:lnTo>
                <a:moveTo>
                  <a:pt x="1397143" y="67885"/>
                </a:moveTo>
                <a:lnTo>
                  <a:pt x="1288238" y="41588"/>
                </a:lnTo>
                <a:moveTo>
                  <a:pt x="1539113" y="1137650"/>
                </a:moveTo>
                <a:lnTo>
                  <a:pt x="1419457" y="1137939"/>
                </a:lnTo>
                <a:moveTo>
                  <a:pt x="1704469" y="950604"/>
                </a:moveTo>
                <a:lnTo>
                  <a:pt x="1588715" y="953954"/>
                </a:lnTo>
                <a:moveTo>
                  <a:pt x="1400915" y="1221885"/>
                </a:moveTo>
                <a:lnTo>
                  <a:pt x="1419457" y="1137939"/>
                </a:lnTo>
                <a:moveTo>
                  <a:pt x="1572173" y="235825"/>
                </a:moveTo>
                <a:lnTo>
                  <a:pt x="1498881" y="100741"/>
                </a:lnTo>
                <a:moveTo>
                  <a:pt x="1157300" y="118119"/>
                </a:moveTo>
                <a:lnTo>
                  <a:pt x="1169359" y="52464"/>
                </a:lnTo>
                <a:moveTo>
                  <a:pt x="883110" y="1052552"/>
                </a:moveTo>
                <a:lnTo>
                  <a:pt x="898326" y="983388"/>
                </a:lnTo>
                <a:moveTo>
                  <a:pt x="1445871" y="264570"/>
                </a:moveTo>
                <a:lnTo>
                  <a:pt x="1414393" y="369086"/>
                </a:lnTo>
                <a:moveTo>
                  <a:pt x="1364480" y="41550"/>
                </a:moveTo>
                <a:lnTo>
                  <a:pt x="1288238" y="41588"/>
                </a:lnTo>
                <a:moveTo>
                  <a:pt x="973340" y="1110654"/>
                </a:moveTo>
                <a:lnTo>
                  <a:pt x="883110" y="1052552"/>
                </a:lnTo>
                <a:moveTo>
                  <a:pt x="1077855" y="1077352"/>
                </a:moveTo>
                <a:lnTo>
                  <a:pt x="1130382" y="936214"/>
                </a:lnTo>
                <a:moveTo>
                  <a:pt x="853583" y="1175461"/>
                </a:moveTo>
                <a:lnTo>
                  <a:pt x="841088" y="1153725"/>
                </a:lnTo>
                <a:moveTo>
                  <a:pt x="745876" y="823916"/>
                </a:moveTo>
                <a:lnTo>
                  <a:pt x="826630" y="781340"/>
                </a:lnTo>
                <a:moveTo>
                  <a:pt x="1563295" y="261192"/>
                </a:moveTo>
                <a:lnTo>
                  <a:pt x="1572173" y="235825"/>
                </a:lnTo>
                <a:moveTo>
                  <a:pt x="1529896" y="1119055"/>
                </a:moveTo>
                <a:lnTo>
                  <a:pt x="1553725" y="969536"/>
                </a:lnTo>
                <a:moveTo>
                  <a:pt x="1688587" y="609864"/>
                </a:moveTo>
                <a:lnTo>
                  <a:pt x="1578284" y="600090"/>
                </a:lnTo>
                <a:moveTo>
                  <a:pt x="1419457" y="1137939"/>
                </a:moveTo>
                <a:lnTo>
                  <a:pt x="1320294" y="1101346"/>
                </a:lnTo>
                <a:moveTo>
                  <a:pt x="1419457" y="1137939"/>
                </a:moveTo>
                <a:lnTo>
                  <a:pt x="1529896" y="1119055"/>
                </a:lnTo>
                <a:moveTo>
                  <a:pt x="931711" y="1281468"/>
                </a:moveTo>
                <a:lnTo>
                  <a:pt x="960442" y="1171800"/>
                </a:lnTo>
                <a:moveTo>
                  <a:pt x="1320294" y="1101346"/>
                </a:moveTo>
                <a:lnTo>
                  <a:pt x="1339750" y="1021907"/>
                </a:lnTo>
                <a:moveTo>
                  <a:pt x="1463478" y="204971"/>
                </a:moveTo>
                <a:lnTo>
                  <a:pt x="1397143" y="67885"/>
                </a:lnTo>
                <a:moveTo>
                  <a:pt x="973340" y="1110654"/>
                </a:moveTo>
                <a:lnTo>
                  <a:pt x="1077855" y="1077352"/>
                </a:lnTo>
                <a:moveTo>
                  <a:pt x="960442" y="1171800"/>
                </a:moveTo>
                <a:lnTo>
                  <a:pt x="973340" y="1110654"/>
                </a:lnTo>
                <a:moveTo>
                  <a:pt x="931711" y="1281468"/>
                </a:moveTo>
                <a:lnTo>
                  <a:pt x="923383" y="1296174"/>
                </a:lnTo>
                <a:moveTo>
                  <a:pt x="1414286" y="459373"/>
                </a:moveTo>
                <a:lnTo>
                  <a:pt x="1422675" y="374880"/>
                </a:lnTo>
                <a:moveTo>
                  <a:pt x="1588715" y="953954"/>
                </a:moveTo>
                <a:lnTo>
                  <a:pt x="1553725" y="969536"/>
                </a:lnTo>
                <a:moveTo>
                  <a:pt x="1819717" y="918008"/>
                </a:moveTo>
                <a:lnTo>
                  <a:pt x="1746111" y="935404"/>
                </a:lnTo>
                <a:moveTo>
                  <a:pt x="1756339" y="625433"/>
                </a:moveTo>
                <a:lnTo>
                  <a:pt x="1688587" y="609864"/>
                </a:lnTo>
                <a:moveTo>
                  <a:pt x="1564130" y="251034"/>
                </a:moveTo>
                <a:lnTo>
                  <a:pt x="1498881" y="100741"/>
                </a:lnTo>
                <a:moveTo>
                  <a:pt x="1796889" y="624454"/>
                </a:moveTo>
                <a:lnTo>
                  <a:pt x="1756339" y="625433"/>
                </a:lnTo>
                <a:moveTo>
                  <a:pt x="1564130" y="251034"/>
                </a:moveTo>
                <a:lnTo>
                  <a:pt x="1572173" y="235825"/>
                </a:lnTo>
                <a:moveTo>
                  <a:pt x="1252717" y="936885"/>
                </a:moveTo>
                <a:lnTo>
                  <a:pt x="1139842" y="933303"/>
                </a:lnTo>
                <a:moveTo>
                  <a:pt x="1463478" y="204971"/>
                </a:moveTo>
                <a:lnTo>
                  <a:pt x="1431631" y="217641"/>
                </a:lnTo>
                <a:moveTo>
                  <a:pt x="1445871" y="264570"/>
                </a:moveTo>
                <a:lnTo>
                  <a:pt x="1431631" y="217641"/>
                </a:lnTo>
                <a:moveTo>
                  <a:pt x="1463478" y="204971"/>
                </a:moveTo>
                <a:lnTo>
                  <a:pt x="1498881" y="100741"/>
                </a:lnTo>
                <a:moveTo>
                  <a:pt x="925744" y="1267456"/>
                </a:moveTo>
                <a:lnTo>
                  <a:pt x="960442" y="1171800"/>
                </a:lnTo>
                <a:moveTo>
                  <a:pt x="1486966" y="536828"/>
                </a:moveTo>
                <a:lnTo>
                  <a:pt x="1414286" y="459373"/>
                </a:lnTo>
                <a:moveTo>
                  <a:pt x="1339750" y="1021907"/>
                </a:moveTo>
                <a:lnTo>
                  <a:pt x="1252717" y="936885"/>
                </a:lnTo>
                <a:moveTo>
                  <a:pt x="1414286" y="459373"/>
                </a:moveTo>
                <a:lnTo>
                  <a:pt x="1419207" y="380585"/>
                </a:lnTo>
                <a:moveTo>
                  <a:pt x="1288238" y="41588"/>
                </a:moveTo>
                <a:lnTo>
                  <a:pt x="1169359" y="52464"/>
                </a:lnTo>
                <a:moveTo>
                  <a:pt x="1424262" y="355582"/>
                </a:moveTo>
                <a:lnTo>
                  <a:pt x="1445871" y="264570"/>
                </a:lnTo>
                <a:moveTo>
                  <a:pt x="1799121" y="637928"/>
                </a:moveTo>
                <a:lnTo>
                  <a:pt x="1796889" y="624454"/>
                </a:lnTo>
                <a:moveTo>
                  <a:pt x="1139842" y="933303"/>
                </a:moveTo>
                <a:lnTo>
                  <a:pt x="1130382" y="936214"/>
                </a:lnTo>
                <a:moveTo>
                  <a:pt x="1851339" y="820520"/>
                </a:moveTo>
                <a:lnTo>
                  <a:pt x="1853356" y="810247"/>
                </a:lnTo>
                <a:moveTo>
                  <a:pt x="1853356" y="810247"/>
                </a:moveTo>
                <a:lnTo>
                  <a:pt x="1799121" y="637928"/>
                </a:lnTo>
                <a:moveTo>
                  <a:pt x="1441902" y="1049734"/>
                </a:moveTo>
                <a:lnTo>
                  <a:pt x="1320294" y="1101346"/>
                </a:lnTo>
                <a:moveTo>
                  <a:pt x="1529896" y="1119055"/>
                </a:moveTo>
                <a:lnTo>
                  <a:pt x="1441902" y="1049734"/>
                </a:lnTo>
                <a:moveTo>
                  <a:pt x="1529896" y="1119055"/>
                </a:moveTo>
                <a:lnTo>
                  <a:pt x="1458661" y="991731"/>
                </a:lnTo>
                <a:moveTo>
                  <a:pt x="826630" y="781340"/>
                </a:moveTo>
                <a:lnTo>
                  <a:pt x="796425" y="682200"/>
                </a:lnTo>
                <a:moveTo>
                  <a:pt x="1087266" y="317199"/>
                </a:moveTo>
                <a:lnTo>
                  <a:pt x="1120462" y="239809"/>
                </a:lnTo>
                <a:moveTo>
                  <a:pt x="1353566" y="969420"/>
                </a:moveTo>
                <a:lnTo>
                  <a:pt x="1252717" y="936885"/>
                </a:lnTo>
                <a:moveTo>
                  <a:pt x="1792841" y="627357"/>
                </a:moveTo>
                <a:lnTo>
                  <a:pt x="1796889" y="624454"/>
                </a:lnTo>
                <a:moveTo>
                  <a:pt x="879382" y="1200024"/>
                </a:moveTo>
                <a:lnTo>
                  <a:pt x="853583" y="1175461"/>
                </a:lnTo>
                <a:moveTo>
                  <a:pt x="1001779" y="995393"/>
                </a:moveTo>
                <a:lnTo>
                  <a:pt x="883110" y="1052552"/>
                </a:lnTo>
                <a:moveTo>
                  <a:pt x="1792841" y="627357"/>
                </a:moveTo>
                <a:lnTo>
                  <a:pt x="1756339" y="625433"/>
                </a:lnTo>
                <a:moveTo>
                  <a:pt x="1704469" y="950604"/>
                </a:moveTo>
                <a:lnTo>
                  <a:pt x="1581134" y="952930"/>
                </a:lnTo>
                <a:moveTo>
                  <a:pt x="1339750" y="1021907"/>
                </a:moveTo>
                <a:lnTo>
                  <a:pt x="1353566" y="969420"/>
                </a:lnTo>
                <a:moveTo>
                  <a:pt x="1077855" y="1077352"/>
                </a:moveTo>
                <a:lnTo>
                  <a:pt x="1001779" y="995393"/>
                </a:lnTo>
                <a:moveTo>
                  <a:pt x="1111437" y="370924"/>
                </a:moveTo>
                <a:lnTo>
                  <a:pt x="1087266" y="317199"/>
                </a:lnTo>
                <a:moveTo>
                  <a:pt x="1454785" y="601867"/>
                </a:moveTo>
                <a:lnTo>
                  <a:pt x="1486966" y="536828"/>
                </a:lnTo>
                <a:moveTo>
                  <a:pt x="1799121" y="637928"/>
                </a:moveTo>
                <a:lnTo>
                  <a:pt x="1792841" y="627357"/>
                </a:lnTo>
                <a:moveTo>
                  <a:pt x="1419207" y="380585"/>
                </a:moveTo>
                <a:lnTo>
                  <a:pt x="1447327" y="312544"/>
                </a:lnTo>
                <a:moveTo>
                  <a:pt x="1819717" y="918008"/>
                </a:moveTo>
                <a:lnTo>
                  <a:pt x="1853356" y="810247"/>
                </a:lnTo>
                <a:moveTo>
                  <a:pt x="1564130" y="251034"/>
                </a:moveTo>
                <a:lnTo>
                  <a:pt x="1463478" y="204971"/>
                </a:lnTo>
                <a:moveTo>
                  <a:pt x="1077855" y="1077352"/>
                </a:moveTo>
                <a:lnTo>
                  <a:pt x="1004505" y="983802"/>
                </a:lnTo>
                <a:moveTo>
                  <a:pt x="1401195" y="18594"/>
                </a:moveTo>
                <a:lnTo>
                  <a:pt x="1364480" y="41550"/>
                </a:lnTo>
                <a:moveTo>
                  <a:pt x="1419457" y="1137939"/>
                </a:moveTo>
                <a:lnTo>
                  <a:pt x="1441902" y="1049734"/>
                </a:lnTo>
                <a:moveTo>
                  <a:pt x="1581134" y="952930"/>
                </a:moveTo>
                <a:lnTo>
                  <a:pt x="1588715" y="953954"/>
                </a:lnTo>
                <a:moveTo>
                  <a:pt x="903878" y="950732"/>
                </a:moveTo>
                <a:lnTo>
                  <a:pt x="809194" y="903353"/>
                </a:lnTo>
                <a:moveTo>
                  <a:pt x="1252717" y="936885"/>
                </a:moveTo>
                <a:lnTo>
                  <a:pt x="1277707" y="832623"/>
                </a:lnTo>
                <a:moveTo>
                  <a:pt x="1458661" y="991731"/>
                </a:moveTo>
                <a:lnTo>
                  <a:pt x="1553725" y="969536"/>
                </a:lnTo>
                <a:moveTo>
                  <a:pt x="931711" y="1281468"/>
                </a:moveTo>
                <a:lnTo>
                  <a:pt x="925744" y="1267456"/>
                </a:lnTo>
                <a:moveTo>
                  <a:pt x="796425" y="682200"/>
                </a:moveTo>
                <a:lnTo>
                  <a:pt x="852291" y="632356"/>
                </a:lnTo>
                <a:moveTo>
                  <a:pt x="1441902" y="1049734"/>
                </a:moveTo>
                <a:lnTo>
                  <a:pt x="1339750" y="1021907"/>
                </a:lnTo>
                <a:moveTo>
                  <a:pt x="1683899" y="973293"/>
                </a:moveTo>
                <a:lnTo>
                  <a:pt x="1746111" y="935404"/>
                </a:lnTo>
                <a:moveTo>
                  <a:pt x="898326" y="983388"/>
                </a:moveTo>
                <a:lnTo>
                  <a:pt x="903878" y="950732"/>
                </a:lnTo>
                <a:moveTo>
                  <a:pt x="1099478" y="457750"/>
                </a:moveTo>
                <a:lnTo>
                  <a:pt x="1111437" y="370924"/>
                </a:lnTo>
                <a:moveTo>
                  <a:pt x="1445871" y="264570"/>
                </a:moveTo>
                <a:lnTo>
                  <a:pt x="1463478" y="204971"/>
                </a:lnTo>
                <a:moveTo>
                  <a:pt x="1819717" y="918008"/>
                </a:moveTo>
                <a:lnTo>
                  <a:pt x="1851339" y="820520"/>
                </a:lnTo>
                <a:moveTo>
                  <a:pt x="1379047" y="870323"/>
                </a:moveTo>
                <a:lnTo>
                  <a:pt x="1252717" y="936885"/>
                </a:lnTo>
                <a:moveTo>
                  <a:pt x="1139842" y="933303"/>
                </a:moveTo>
                <a:lnTo>
                  <a:pt x="1061689" y="794305"/>
                </a:lnTo>
                <a:moveTo>
                  <a:pt x="1447327" y="312544"/>
                </a:moveTo>
                <a:lnTo>
                  <a:pt x="1424262" y="355582"/>
                </a:lnTo>
                <a:moveTo>
                  <a:pt x="1441902" y="1049734"/>
                </a:moveTo>
                <a:lnTo>
                  <a:pt x="1353566" y="969420"/>
                </a:lnTo>
                <a:moveTo>
                  <a:pt x="809194" y="903353"/>
                </a:moveTo>
                <a:lnTo>
                  <a:pt x="826630" y="781340"/>
                </a:lnTo>
                <a:moveTo>
                  <a:pt x="1130382" y="936214"/>
                </a:moveTo>
                <a:lnTo>
                  <a:pt x="1061689" y="794305"/>
                </a:lnTo>
                <a:moveTo>
                  <a:pt x="1458661" y="991731"/>
                </a:moveTo>
                <a:lnTo>
                  <a:pt x="1353566" y="969420"/>
                </a:lnTo>
                <a:moveTo>
                  <a:pt x="1252717" y="936885"/>
                </a:moveTo>
                <a:lnTo>
                  <a:pt x="1168139" y="813356"/>
                </a:lnTo>
                <a:moveTo>
                  <a:pt x="1581134" y="952930"/>
                </a:moveTo>
                <a:lnTo>
                  <a:pt x="1553725" y="969536"/>
                </a:lnTo>
                <a:moveTo>
                  <a:pt x="1139842" y="933303"/>
                </a:moveTo>
                <a:lnTo>
                  <a:pt x="1168139" y="813356"/>
                </a:lnTo>
                <a:moveTo>
                  <a:pt x="1683899" y="973293"/>
                </a:moveTo>
                <a:lnTo>
                  <a:pt x="1704469" y="950604"/>
                </a:lnTo>
                <a:moveTo>
                  <a:pt x="809194" y="903353"/>
                </a:moveTo>
                <a:lnTo>
                  <a:pt x="834378" y="790902"/>
                </a:lnTo>
                <a:moveTo>
                  <a:pt x="1001779" y="995393"/>
                </a:moveTo>
                <a:lnTo>
                  <a:pt x="898326" y="983388"/>
                </a:lnTo>
                <a:moveTo>
                  <a:pt x="1130382" y="936214"/>
                </a:moveTo>
                <a:lnTo>
                  <a:pt x="1039219" y="866385"/>
                </a:lnTo>
                <a:moveTo>
                  <a:pt x="1441902" y="1049734"/>
                </a:moveTo>
                <a:lnTo>
                  <a:pt x="1458661" y="991731"/>
                </a:lnTo>
                <a:moveTo>
                  <a:pt x="1004505" y="983802"/>
                </a:moveTo>
                <a:lnTo>
                  <a:pt x="1130382" y="936214"/>
                </a:lnTo>
                <a:moveTo>
                  <a:pt x="1353566" y="969420"/>
                </a:moveTo>
                <a:lnTo>
                  <a:pt x="1379047" y="870323"/>
                </a:lnTo>
                <a:moveTo>
                  <a:pt x="973340" y="1110654"/>
                </a:moveTo>
                <a:lnTo>
                  <a:pt x="1001779" y="995393"/>
                </a:lnTo>
                <a:moveTo>
                  <a:pt x="852291" y="632356"/>
                </a:moveTo>
                <a:lnTo>
                  <a:pt x="863166" y="545213"/>
                </a:lnTo>
                <a:moveTo>
                  <a:pt x="960442" y="1171800"/>
                </a:moveTo>
                <a:lnTo>
                  <a:pt x="879382" y="1200024"/>
                </a:lnTo>
                <a:moveTo>
                  <a:pt x="1061689" y="794305"/>
                </a:moveTo>
                <a:lnTo>
                  <a:pt x="1075444" y="752159"/>
                </a:lnTo>
                <a:moveTo>
                  <a:pt x="1486966" y="536828"/>
                </a:moveTo>
                <a:lnTo>
                  <a:pt x="1375761" y="538441"/>
                </a:lnTo>
                <a:moveTo>
                  <a:pt x="1075444" y="752159"/>
                </a:moveTo>
                <a:lnTo>
                  <a:pt x="1000531" y="614391"/>
                </a:lnTo>
                <a:moveTo>
                  <a:pt x="1177275" y="783879"/>
                </a:moveTo>
                <a:lnTo>
                  <a:pt x="1075444" y="752159"/>
                </a:lnTo>
                <a:moveTo>
                  <a:pt x="1558473" y="611011"/>
                </a:moveTo>
                <a:lnTo>
                  <a:pt x="1486966" y="536828"/>
                </a:lnTo>
                <a:moveTo>
                  <a:pt x="1277707" y="832623"/>
                </a:moveTo>
                <a:lnTo>
                  <a:pt x="1231494" y="809265"/>
                </a:lnTo>
                <a:moveTo>
                  <a:pt x="1379047" y="870323"/>
                </a:moveTo>
                <a:lnTo>
                  <a:pt x="1277707" y="832623"/>
                </a:lnTo>
                <a:moveTo>
                  <a:pt x="1447327" y="312544"/>
                </a:moveTo>
                <a:lnTo>
                  <a:pt x="1463478" y="204971"/>
                </a:lnTo>
                <a:moveTo>
                  <a:pt x="1277707" y="832623"/>
                </a:moveTo>
                <a:lnTo>
                  <a:pt x="1281527" y="815703"/>
                </a:lnTo>
                <a:moveTo>
                  <a:pt x="1447327" y="312544"/>
                </a:moveTo>
                <a:lnTo>
                  <a:pt x="1445871" y="264570"/>
                </a:lnTo>
                <a:moveTo>
                  <a:pt x="1001779" y="995393"/>
                </a:moveTo>
                <a:lnTo>
                  <a:pt x="903878" y="950732"/>
                </a:lnTo>
                <a:moveTo>
                  <a:pt x="1850706" y="899792"/>
                </a:moveTo>
                <a:lnTo>
                  <a:pt x="1851339" y="820520"/>
                </a:lnTo>
                <a:moveTo>
                  <a:pt x="1277707" y="832623"/>
                </a:moveTo>
                <a:lnTo>
                  <a:pt x="1168139" y="813356"/>
                </a:lnTo>
                <a:moveTo>
                  <a:pt x="1281527" y="815703"/>
                </a:moveTo>
                <a:lnTo>
                  <a:pt x="1231494" y="809265"/>
                </a:lnTo>
                <a:moveTo>
                  <a:pt x="1379047" y="870323"/>
                </a:moveTo>
                <a:lnTo>
                  <a:pt x="1281527" y="815703"/>
                </a:lnTo>
                <a:moveTo>
                  <a:pt x="1075444" y="752159"/>
                </a:moveTo>
                <a:lnTo>
                  <a:pt x="1105576" y="636825"/>
                </a:lnTo>
                <a:moveTo>
                  <a:pt x="1177275" y="783879"/>
                </a:moveTo>
                <a:lnTo>
                  <a:pt x="1061689" y="794305"/>
                </a:lnTo>
                <a:moveTo>
                  <a:pt x="903878" y="950732"/>
                </a:moveTo>
                <a:lnTo>
                  <a:pt x="834378" y="790902"/>
                </a:lnTo>
                <a:moveTo>
                  <a:pt x="1004505" y="983802"/>
                </a:moveTo>
                <a:lnTo>
                  <a:pt x="903878" y="950732"/>
                </a:lnTo>
                <a:moveTo>
                  <a:pt x="1000531" y="614391"/>
                </a:moveTo>
                <a:lnTo>
                  <a:pt x="1012486" y="573996"/>
                </a:lnTo>
                <a:moveTo>
                  <a:pt x="1231494" y="809265"/>
                </a:moveTo>
                <a:lnTo>
                  <a:pt x="1177275" y="783879"/>
                </a:lnTo>
                <a:moveTo>
                  <a:pt x="1853356" y="810247"/>
                </a:moveTo>
                <a:lnTo>
                  <a:pt x="1832535" y="738006"/>
                </a:lnTo>
                <a:moveTo>
                  <a:pt x="1168139" y="813356"/>
                </a:moveTo>
                <a:lnTo>
                  <a:pt x="1061689" y="794305"/>
                </a:lnTo>
                <a:moveTo>
                  <a:pt x="1168139" y="813356"/>
                </a:moveTo>
                <a:lnTo>
                  <a:pt x="1231494" y="809265"/>
                </a:lnTo>
                <a:moveTo>
                  <a:pt x="1075444" y="752159"/>
                </a:moveTo>
                <a:lnTo>
                  <a:pt x="976119" y="689953"/>
                </a:lnTo>
                <a:moveTo>
                  <a:pt x="1039219" y="866385"/>
                </a:moveTo>
                <a:lnTo>
                  <a:pt x="1061689" y="794305"/>
                </a:lnTo>
                <a:moveTo>
                  <a:pt x="1379047" y="870323"/>
                </a:moveTo>
                <a:lnTo>
                  <a:pt x="1389017" y="832248"/>
                </a:lnTo>
                <a:moveTo>
                  <a:pt x="1389017" y="832248"/>
                </a:moveTo>
                <a:lnTo>
                  <a:pt x="1281527" y="815703"/>
                </a:lnTo>
                <a:moveTo>
                  <a:pt x="1168139" y="813356"/>
                </a:moveTo>
                <a:lnTo>
                  <a:pt x="1177275" y="783879"/>
                </a:lnTo>
                <a:moveTo>
                  <a:pt x="1414286" y="459373"/>
                </a:moveTo>
                <a:lnTo>
                  <a:pt x="1447327" y="312544"/>
                </a:lnTo>
                <a:moveTo>
                  <a:pt x="1288238" y="41588"/>
                </a:moveTo>
                <a:lnTo>
                  <a:pt x="1286264" y="0"/>
                </a:lnTo>
                <a:moveTo>
                  <a:pt x="1832535" y="738006"/>
                </a:moveTo>
                <a:lnTo>
                  <a:pt x="1799121" y="637928"/>
                </a:lnTo>
                <a:moveTo>
                  <a:pt x="1105576" y="636825"/>
                </a:moveTo>
                <a:lnTo>
                  <a:pt x="1000531" y="614391"/>
                </a:lnTo>
                <a:moveTo>
                  <a:pt x="834378" y="790902"/>
                </a:moveTo>
                <a:lnTo>
                  <a:pt x="826630" y="781340"/>
                </a:lnTo>
                <a:moveTo>
                  <a:pt x="1075444" y="752159"/>
                </a:moveTo>
                <a:lnTo>
                  <a:pt x="959006" y="820002"/>
                </a:lnTo>
                <a:moveTo>
                  <a:pt x="1177275" y="783879"/>
                </a:moveTo>
                <a:lnTo>
                  <a:pt x="1105576" y="636825"/>
                </a:lnTo>
                <a:moveTo>
                  <a:pt x="1558473" y="611011"/>
                </a:moveTo>
                <a:lnTo>
                  <a:pt x="1578284" y="600090"/>
                </a:lnTo>
                <a:moveTo>
                  <a:pt x="1353566" y="969420"/>
                </a:moveTo>
                <a:lnTo>
                  <a:pt x="1475312" y="880474"/>
                </a:lnTo>
                <a:moveTo>
                  <a:pt x="1001779" y="995393"/>
                </a:moveTo>
                <a:lnTo>
                  <a:pt x="1004505" y="983802"/>
                </a:lnTo>
                <a:moveTo>
                  <a:pt x="1004505" y="983802"/>
                </a:moveTo>
                <a:lnTo>
                  <a:pt x="1039219" y="866385"/>
                </a:lnTo>
                <a:moveTo>
                  <a:pt x="976119" y="689953"/>
                </a:moveTo>
                <a:lnTo>
                  <a:pt x="1000531" y="614391"/>
                </a:lnTo>
                <a:moveTo>
                  <a:pt x="1850706" y="899792"/>
                </a:moveTo>
                <a:lnTo>
                  <a:pt x="1819717" y="918008"/>
                </a:lnTo>
                <a:moveTo>
                  <a:pt x="1819717" y="918008"/>
                </a:moveTo>
                <a:lnTo>
                  <a:pt x="1683899" y="973293"/>
                </a:lnTo>
                <a:moveTo>
                  <a:pt x="1481120" y="885840"/>
                </a:moveTo>
                <a:lnTo>
                  <a:pt x="1353566" y="969420"/>
                </a:lnTo>
                <a:moveTo>
                  <a:pt x="903878" y="950732"/>
                </a:moveTo>
                <a:lnTo>
                  <a:pt x="934295" y="825679"/>
                </a:lnTo>
                <a:moveTo>
                  <a:pt x="1087266" y="317199"/>
                </a:moveTo>
                <a:lnTo>
                  <a:pt x="1048028" y="286245"/>
                </a:lnTo>
                <a:moveTo>
                  <a:pt x="1061689" y="794305"/>
                </a:moveTo>
                <a:lnTo>
                  <a:pt x="959006" y="820002"/>
                </a:lnTo>
                <a:moveTo>
                  <a:pt x="1075444" y="752159"/>
                </a:moveTo>
                <a:lnTo>
                  <a:pt x="939842" y="804808"/>
                </a:lnTo>
                <a:moveTo>
                  <a:pt x="1677728" y="584187"/>
                </a:moveTo>
                <a:lnTo>
                  <a:pt x="1578284" y="600090"/>
                </a:lnTo>
                <a:moveTo>
                  <a:pt x="1688587" y="609864"/>
                </a:moveTo>
                <a:lnTo>
                  <a:pt x="1677728" y="584187"/>
                </a:lnTo>
                <a:moveTo>
                  <a:pt x="826630" y="781340"/>
                </a:moveTo>
                <a:lnTo>
                  <a:pt x="852291" y="632356"/>
                </a:lnTo>
                <a:moveTo>
                  <a:pt x="1458661" y="991731"/>
                </a:moveTo>
                <a:lnTo>
                  <a:pt x="1481120" y="885840"/>
                </a:lnTo>
                <a:moveTo>
                  <a:pt x="1824115" y="864522"/>
                </a:moveTo>
                <a:lnTo>
                  <a:pt x="1851339" y="820520"/>
                </a:lnTo>
                <a:moveTo>
                  <a:pt x="925744" y="1267456"/>
                </a:moveTo>
                <a:lnTo>
                  <a:pt x="879382" y="1200024"/>
                </a:lnTo>
                <a:moveTo>
                  <a:pt x="1683899" y="973293"/>
                </a:moveTo>
                <a:lnTo>
                  <a:pt x="1581134" y="952930"/>
                </a:lnTo>
                <a:moveTo>
                  <a:pt x="1039219" y="866385"/>
                </a:moveTo>
                <a:lnTo>
                  <a:pt x="959006" y="820002"/>
                </a:lnTo>
                <a:moveTo>
                  <a:pt x="1115453" y="591904"/>
                </a:moveTo>
                <a:lnTo>
                  <a:pt x="1012486" y="573996"/>
                </a:lnTo>
                <a:moveTo>
                  <a:pt x="1012486" y="573996"/>
                </a:moveTo>
                <a:lnTo>
                  <a:pt x="910153" y="649255"/>
                </a:lnTo>
                <a:moveTo>
                  <a:pt x="1115453" y="591904"/>
                </a:moveTo>
                <a:lnTo>
                  <a:pt x="1000531" y="614391"/>
                </a:lnTo>
                <a:moveTo>
                  <a:pt x="1389017" y="832248"/>
                </a:moveTo>
                <a:lnTo>
                  <a:pt x="1418096" y="721748"/>
                </a:lnTo>
                <a:moveTo>
                  <a:pt x="1000531" y="614391"/>
                </a:moveTo>
                <a:lnTo>
                  <a:pt x="910153" y="649255"/>
                </a:lnTo>
                <a:moveTo>
                  <a:pt x="1380808" y="42238"/>
                </a:moveTo>
                <a:lnTo>
                  <a:pt x="1364480" y="41550"/>
                </a:lnTo>
                <a:moveTo>
                  <a:pt x="1475312" y="880474"/>
                </a:moveTo>
                <a:lnTo>
                  <a:pt x="1379047" y="870323"/>
                </a:lnTo>
                <a:moveTo>
                  <a:pt x="1039219" y="866385"/>
                </a:moveTo>
                <a:lnTo>
                  <a:pt x="934295" y="825679"/>
                </a:lnTo>
                <a:moveTo>
                  <a:pt x="1574268" y="936917"/>
                </a:moveTo>
                <a:lnTo>
                  <a:pt x="1553725" y="969536"/>
                </a:lnTo>
                <a:moveTo>
                  <a:pt x="934295" y="825679"/>
                </a:moveTo>
                <a:lnTo>
                  <a:pt x="834378" y="790902"/>
                </a:lnTo>
                <a:moveTo>
                  <a:pt x="1004505" y="983802"/>
                </a:moveTo>
                <a:lnTo>
                  <a:pt x="934295" y="825679"/>
                </a:lnTo>
                <a:moveTo>
                  <a:pt x="1380808" y="42238"/>
                </a:moveTo>
                <a:lnTo>
                  <a:pt x="1288238" y="41588"/>
                </a:lnTo>
                <a:moveTo>
                  <a:pt x="1087266" y="317199"/>
                </a:moveTo>
                <a:lnTo>
                  <a:pt x="1081197" y="316541"/>
                </a:lnTo>
                <a:moveTo>
                  <a:pt x="1231494" y="809265"/>
                </a:moveTo>
                <a:lnTo>
                  <a:pt x="1198626" y="688135"/>
                </a:lnTo>
                <a:moveTo>
                  <a:pt x="1105576" y="636825"/>
                </a:moveTo>
                <a:lnTo>
                  <a:pt x="1115453" y="591904"/>
                </a:lnTo>
                <a:moveTo>
                  <a:pt x="1115453" y="591904"/>
                </a:moveTo>
                <a:lnTo>
                  <a:pt x="1099478" y="457750"/>
                </a:lnTo>
                <a:moveTo>
                  <a:pt x="1281527" y="815703"/>
                </a:moveTo>
                <a:lnTo>
                  <a:pt x="1309847" y="695699"/>
                </a:lnTo>
                <a:moveTo>
                  <a:pt x="1475312" y="880474"/>
                </a:moveTo>
                <a:lnTo>
                  <a:pt x="1389017" y="832248"/>
                </a:lnTo>
                <a:moveTo>
                  <a:pt x="1112350" y="395350"/>
                </a:moveTo>
                <a:lnTo>
                  <a:pt x="1111437" y="370924"/>
                </a:lnTo>
                <a:moveTo>
                  <a:pt x="1428251" y="685970"/>
                </a:moveTo>
                <a:lnTo>
                  <a:pt x="1454785" y="601867"/>
                </a:lnTo>
                <a:moveTo>
                  <a:pt x="1281527" y="815703"/>
                </a:moveTo>
                <a:lnTo>
                  <a:pt x="1198626" y="688135"/>
                </a:lnTo>
                <a:moveTo>
                  <a:pt x="1177275" y="783879"/>
                </a:moveTo>
                <a:lnTo>
                  <a:pt x="1198626" y="688135"/>
                </a:lnTo>
                <a:moveTo>
                  <a:pt x="1375761" y="538441"/>
                </a:moveTo>
                <a:lnTo>
                  <a:pt x="1414286" y="459373"/>
                </a:lnTo>
                <a:moveTo>
                  <a:pt x="976119" y="689953"/>
                </a:moveTo>
                <a:lnTo>
                  <a:pt x="910153" y="649255"/>
                </a:lnTo>
                <a:moveTo>
                  <a:pt x="939842" y="804808"/>
                </a:moveTo>
                <a:lnTo>
                  <a:pt x="976119" y="689953"/>
                </a:lnTo>
                <a:moveTo>
                  <a:pt x="1389017" y="832248"/>
                </a:moveTo>
                <a:lnTo>
                  <a:pt x="1309847" y="695699"/>
                </a:lnTo>
                <a:moveTo>
                  <a:pt x="934295" y="825679"/>
                </a:moveTo>
                <a:lnTo>
                  <a:pt x="959006" y="820002"/>
                </a:lnTo>
                <a:moveTo>
                  <a:pt x="1418096" y="721748"/>
                </a:moveTo>
                <a:lnTo>
                  <a:pt x="1428251" y="685970"/>
                </a:lnTo>
                <a:moveTo>
                  <a:pt x="1389017" y="832248"/>
                </a:moveTo>
                <a:lnTo>
                  <a:pt x="1443685" y="714758"/>
                </a:lnTo>
                <a:moveTo>
                  <a:pt x="1198626" y="688135"/>
                </a:moveTo>
                <a:lnTo>
                  <a:pt x="1105576" y="636825"/>
                </a:lnTo>
                <a:moveTo>
                  <a:pt x="959006" y="820002"/>
                </a:moveTo>
                <a:lnTo>
                  <a:pt x="939842" y="804808"/>
                </a:lnTo>
                <a:moveTo>
                  <a:pt x="879382" y="1200024"/>
                </a:moveTo>
                <a:lnTo>
                  <a:pt x="841088" y="1153725"/>
                </a:lnTo>
                <a:moveTo>
                  <a:pt x="1081197" y="316541"/>
                </a:moveTo>
                <a:lnTo>
                  <a:pt x="1048028" y="286245"/>
                </a:lnTo>
                <a:moveTo>
                  <a:pt x="1574268" y="936917"/>
                </a:moveTo>
                <a:lnTo>
                  <a:pt x="1458661" y="991731"/>
                </a:lnTo>
                <a:moveTo>
                  <a:pt x="934295" y="825679"/>
                </a:moveTo>
                <a:lnTo>
                  <a:pt x="939842" y="804808"/>
                </a:lnTo>
                <a:moveTo>
                  <a:pt x="1418096" y="721748"/>
                </a:moveTo>
                <a:lnTo>
                  <a:pt x="1373405" y="694232"/>
                </a:lnTo>
                <a:moveTo>
                  <a:pt x="1767626" y="643087"/>
                </a:moveTo>
                <a:lnTo>
                  <a:pt x="1688587" y="609864"/>
                </a:lnTo>
                <a:moveTo>
                  <a:pt x="1134118" y="516287"/>
                </a:moveTo>
                <a:lnTo>
                  <a:pt x="1099478" y="457750"/>
                </a:lnTo>
                <a:moveTo>
                  <a:pt x="1428251" y="685970"/>
                </a:moveTo>
                <a:lnTo>
                  <a:pt x="1373405" y="694232"/>
                </a:lnTo>
                <a:moveTo>
                  <a:pt x="1564130" y="251034"/>
                </a:moveTo>
                <a:lnTo>
                  <a:pt x="1545998" y="247023"/>
                </a:lnTo>
                <a:moveTo>
                  <a:pt x="1803079" y="819722"/>
                </a:moveTo>
                <a:lnTo>
                  <a:pt x="1853356" y="810247"/>
                </a:lnTo>
                <a:moveTo>
                  <a:pt x="1418096" y="721748"/>
                </a:moveTo>
                <a:lnTo>
                  <a:pt x="1309847" y="695699"/>
                </a:lnTo>
                <a:moveTo>
                  <a:pt x="1454785" y="601867"/>
                </a:moveTo>
                <a:lnTo>
                  <a:pt x="1375761" y="538441"/>
                </a:lnTo>
                <a:moveTo>
                  <a:pt x="1414286" y="459373"/>
                </a:moveTo>
                <a:lnTo>
                  <a:pt x="1413846" y="393085"/>
                </a:lnTo>
                <a:moveTo>
                  <a:pt x="1788193" y="975064"/>
                </a:moveTo>
                <a:lnTo>
                  <a:pt x="1819717" y="918008"/>
                </a:lnTo>
                <a:moveTo>
                  <a:pt x="1767626" y="643087"/>
                </a:moveTo>
                <a:lnTo>
                  <a:pt x="1756339" y="625433"/>
                </a:lnTo>
                <a:moveTo>
                  <a:pt x="1545998" y="247023"/>
                </a:moveTo>
                <a:lnTo>
                  <a:pt x="1463478" y="204971"/>
                </a:lnTo>
                <a:moveTo>
                  <a:pt x="1581134" y="952930"/>
                </a:moveTo>
                <a:lnTo>
                  <a:pt x="1574268" y="936917"/>
                </a:lnTo>
                <a:moveTo>
                  <a:pt x="1851339" y="820520"/>
                </a:moveTo>
                <a:lnTo>
                  <a:pt x="1803079" y="819722"/>
                </a:lnTo>
                <a:moveTo>
                  <a:pt x="1558473" y="611011"/>
                </a:moveTo>
                <a:lnTo>
                  <a:pt x="1454785" y="601867"/>
                </a:lnTo>
                <a:moveTo>
                  <a:pt x="1443685" y="714758"/>
                </a:moveTo>
                <a:lnTo>
                  <a:pt x="1418096" y="721748"/>
                </a:lnTo>
                <a:moveTo>
                  <a:pt x="1443685" y="714758"/>
                </a:moveTo>
                <a:lnTo>
                  <a:pt x="1428251" y="685970"/>
                </a:lnTo>
                <a:moveTo>
                  <a:pt x="1481120" y="885840"/>
                </a:moveTo>
                <a:lnTo>
                  <a:pt x="1475312" y="880474"/>
                </a:lnTo>
                <a:moveTo>
                  <a:pt x="1482707" y="879796"/>
                </a:moveTo>
                <a:lnTo>
                  <a:pt x="1475312" y="880474"/>
                </a:lnTo>
                <a:moveTo>
                  <a:pt x="1309847" y="695699"/>
                </a:moveTo>
                <a:lnTo>
                  <a:pt x="1373405" y="694232"/>
                </a:lnTo>
                <a:moveTo>
                  <a:pt x="1428251" y="685970"/>
                </a:moveTo>
                <a:lnTo>
                  <a:pt x="1318749" y="659808"/>
                </a:lnTo>
                <a:moveTo>
                  <a:pt x="1470010" y="125515"/>
                </a:moveTo>
                <a:lnTo>
                  <a:pt x="1401195" y="18594"/>
                </a:lnTo>
                <a:moveTo>
                  <a:pt x="1481120" y="885840"/>
                </a:moveTo>
                <a:lnTo>
                  <a:pt x="1482707" y="879796"/>
                </a:lnTo>
                <a:moveTo>
                  <a:pt x="1454785" y="601867"/>
                </a:moveTo>
                <a:lnTo>
                  <a:pt x="1347880" y="552311"/>
                </a:lnTo>
                <a:moveTo>
                  <a:pt x="1380808" y="42238"/>
                </a:moveTo>
                <a:lnTo>
                  <a:pt x="1401195" y="18594"/>
                </a:lnTo>
                <a:moveTo>
                  <a:pt x="1115453" y="591904"/>
                </a:moveTo>
                <a:lnTo>
                  <a:pt x="1134118" y="516287"/>
                </a:lnTo>
                <a:moveTo>
                  <a:pt x="1767700" y="652910"/>
                </a:moveTo>
                <a:lnTo>
                  <a:pt x="1799121" y="637928"/>
                </a:lnTo>
                <a:moveTo>
                  <a:pt x="1309847" y="695699"/>
                </a:moveTo>
                <a:lnTo>
                  <a:pt x="1198626" y="688135"/>
                </a:lnTo>
                <a:moveTo>
                  <a:pt x="1850706" y="899792"/>
                </a:moveTo>
                <a:lnTo>
                  <a:pt x="1824115" y="864522"/>
                </a:lnTo>
                <a:moveTo>
                  <a:pt x="1792841" y="627357"/>
                </a:moveTo>
                <a:lnTo>
                  <a:pt x="1767626" y="643087"/>
                </a:lnTo>
                <a:moveTo>
                  <a:pt x="1373405" y="694232"/>
                </a:moveTo>
                <a:lnTo>
                  <a:pt x="1318749" y="659808"/>
                </a:lnTo>
                <a:moveTo>
                  <a:pt x="1413846" y="393085"/>
                </a:moveTo>
                <a:lnTo>
                  <a:pt x="1447327" y="312544"/>
                </a:lnTo>
                <a:moveTo>
                  <a:pt x="1428251" y="685970"/>
                </a:moveTo>
                <a:lnTo>
                  <a:pt x="1347880" y="552311"/>
                </a:lnTo>
                <a:moveTo>
                  <a:pt x="1309847" y="695699"/>
                </a:moveTo>
                <a:lnTo>
                  <a:pt x="1318749" y="659808"/>
                </a:lnTo>
                <a:moveTo>
                  <a:pt x="1767700" y="652910"/>
                </a:moveTo>
                <a:lnTo>
                  <a:pt x="1792841" y="627357"/>
                </a:lnTo>
                <a:moveTo>
                  <a:pt x="1318749" y="659808"/>
                </a:moveTo>
                <a:lnTo>
                  <a:pt x="1198626" y="688135"/>
                </a:lnTo>
                <a:moveTo>
                  <a:pt x="1672064" y="976802"/>
                </a:moveTo>
                <a:lnTo>
                  <a:pt x="1581134" y="952930"/>
                </a:lnTo>
                <a:moveTo>
                  <a:pt x="1112350" y="395350"/>
                </a:moveTo>
                <a:lnTo>
                  <a:pt x="1087266" y="317199"/>
                </a:lnTo>
                <a:moveTo>
                  <a:pt x="1220053" y="589953"/>
                </a:moveTo>
                <a:lnTo>
                  <a:pt x="1105576" y="636825"/>
                </a:lnTo>
                <a:moveTo>
                  <a:pt x="1500966" y="786239"/>
                </a:moveTo>
                <a:lnTo>
                  <a:pt x="1389017" y="832248"/>
                </a:lnTo>
                <a:moveTo>
                  <a:pt x="1389791" y="73101"/>
                </a:moveTo>
                <a:lnTo>
                  <a:pt x="1401195" y="18594"/>
                </a:lnTo>
                <a:moveTo>
                  <a:pt x="976119" y="689953"/>
                </a:moveTo>
                <a:lnTo>
                  <a:pt x="854362" y="723280"/>
                </a:lnTo>
                <a:moveTo>
                  <a:pt x="1545998" y="247023"/>
                </a:moveTo>
                <a:lnTo>
                  <a:pt x="1447327" y="312544"/>
                </a:lnTo>
                <a:moveTo>
                  <a:pt x="1099478" y="457750"/>
                </a:moveTo>
                <a:lnTo>
                  <a:pt x="1112350" y="395350"/>
                </a:lnTo>
                <a:moveTo>
                  <a:pt x="1788193" y="975064"/>
                </a:moveTo>
                <a:lnTo>
                  <a:pt x="1850706" y="899792"/>
                </a:lnTo>
                <a:moveTo>
                  <a:pt x="1788193" y="975064"/>
                </a:moveTo>
                <a:lnTo>
                  <a:pt x="1683899" y="973293"/>
                </a:lnTo>
                <a:moveTo>
                  <a:pt x="1574268" y="936917"/>
                </a:moveTo>
                <a:lnTo>
                  <a:pt x="1481120" y="885840"/>
                </a:lnTo>
                <a:moveTo>
                  <a:pt x="1791576" y="972842"/>
                </a:moveTo>
                <a:lnTo>
                  <a:pt x="1850706" y="899792"/>
                </a:lnTo>
                <a:moveTo>
                  <a:pt x="1048028" y="286245"/>
                </a:moveTo>
                <a:lnTo>
                  <a:pt x="1007812" y="208339"/>
                </a:lnTo>
                <a:moveTo>
                  <a:pt x="1318749" y="659808"/>
                </a:moveTo>
                <a:lnTo>
                  <a:pt x="1347880" y="552311"/>
                </a:lnTo>
                <a:moveTo>
                  <a:pt x="1220053" y="589953"/>
                </a:moveTo>
                <a:lnTo>
                  <a:pt x="1115453" y="591904"/>
                </a:lnTo>
                <a:moveTo>
                  <a:pt x="1347880" y="552311"/>
                </a:moveTo>
                <a:lnTo>
                  <a:pt x="1375761" y="538441"/>
                </a:lnTo>
                <a:moveTo>
                  <a:pt x="854362" y="723280"/>
                </a:moveTo>
                <a:lnTo>
                  <a:pt x="910153" y="649255"/>
                </a:lnTo>
                <a:moveTo>
                  <a:pt x="939842" y="804808"/>
                </a:moveTo>
                <a:lnTo>
                  <a:pt x="854362" y="723280"/>
                </a:lnTo>
                <a:moveTo>
                  <a:pt x="1447327" y="312544"/>
                </a:moveTo>
                <a:lnTo>
                  <a:pt x="1511577" y="265149"/>
                </a:lnTo>
                <a:moveTo>
                  <a:pt x="1683899" y="973293"/>
                </a:moveTo>
                <a:lnTo>
                  <a:pt x="1672064" y="976802"/>
                </a:lnTo>
                <a:moveTo>
                  <a:pt x="1677728" y="584187"/>
                </a:moveTo>
                <a:lnTo>
                  <a:pt x="1558473" y="611011"/>
                </a:lnTo>
                <a:moveTo>
                  <a:pt x="1375761" y="538441"/>
                </a:moveTo>
                <a:lnTo>
                  <a:pt x="1413846" y="393085"/>
                </a:lnTo>
                <a:moveTo>
                  <a:pt x="1198626" y="688135"/>
                </a:moveTo>
                <a:lnTo>
                  <a:pt x="1220053" y="589953"/>
                </a:lnTo>
                <a:moveTo>
                  <a:pt x="1778779" y="995215"/>
                </a:moveTo>
                <a:lnTo>
                  <a:pt x="1683899" y="973293"/>
                </a:lnTo>
                <a:moveTo>
                  <a:pt x="1500966" y="786239"/>
                </a:moveTo>
                <a:lnTo>
                  <a:pt x="1475312" y="880474"/>
                </a:lnTo>
                <a:moveTo>
                  <a:pt x="1112350" y="395350"/>
                </a:moveTo>
                <a:lnTo>
                  <a:pt x="1081197" y="316541"/>
                </a:lnTo>
                <a:moveTo>
                  <a:pt x="1081197" y="316541"/>
                </a:moveTo>
                <a:lnTo>
                  <a:pt x="1007812" y="208339"/>
                </a:lnTo>
                <a:moveTo>
                  <a:pt x="1380808" y="42238"/>
                </a:moveTo>
                <a:lnTo>
                  <a:pt x="1295913" y="0"/>
                </a:lnTo>
                <a:moveTo>
                  <a:pt x="1482707" y="879796"/>
                </a:moveTo>
                <a:lnTo>
                  <a:pt x="1500966" y="786239"/>
                </a:lnTo>
                <a:moveTo>
                  <a:pt x="1318749" y="659808"/>
                </a:moveTo>
                <a:lnTo>
                  <a:pt x="1220053" y="589953"/>
                </a:lnTo>
                <a:moveTo>
                  <a:pt x="1220053" y="589953"/>
                </a:moveTo>
                <a:lnTo>
                  <a:pt x="1134118" y="516287"/>
                </a:lnTo>
                <a:moveTo>
                  <a:pt x="1791576" y="972842"/>
                </a:moveTo>
                <a:lnTo>
                  <a:pt x="1824115" y="864522"/>
                </a:lnTo>
                <a:moveTo>
                  <a:pt x="1318749" y="659808"/>
                </a:moveTo>
                <a:lnTo>
                  <a:pt x="1222844" y="578010"/>
                </a:lnTo>
                <a:moveTo>
                  <a:pt x="1222844" y="578010"/>
                </a:moveTo>
                <a:lnTo>
                  <a:pt x="1134118" y="516287"/>
                </a:lnTo>
                <a:moveTo>
                  <a:pt x="1525654" y="683807"/>
                </a:moveTo>
                <a:lnTo>
                  <a:pt x="1454785" y="601867"/>
                </a:lnTo>
                <a:moveTo>
                  <a:pt x="1803079" y="819722"/>
                </a:moveTo>
                <a:lnTo>
                  <a:pt x="1832535" y="738006"/>
                </a:lnTo>
                <a:moveTo>
                  <a:pt x="1500966" y="786239"/>
                </a:moveTo>
                <a:lnTo>
                  <a:pt x="1443685" y="714758"/>
                </a:lnTo>
                <a:moveTo>
                  <a:pt x="1788600" y="970114"/>
                </a:moveTo>
                <a:lnTo>
                  <a:pt x="1824115" y="864522"/>
                </a:lnTo>
                <a:moveTo>
                  <a:pt x="1605128" y="605430"/>
                </a:moveTo>
                <a:lnTo>
                  <a:pt x="1558473" y="611011"/>
                </a:lnTo>
                <a:moveTo>
                  <a:pt x="1375761" y="538441"/>
                </a:moveTo>
                <a:lnTo>
                  <a:pt x="1358760" y="499523"/>
                </a:lnTo>
                <a:moveTo>
                  <a:pt x="1134118" y="516287"/>
                </a:moveTo>
                <a:lnTo>
                  <a:pt x="1112350" y="395350"/>
                </a:lnTo>
                <a:moveTo>
                  <a:pt x="1832535" y="738006"/>
                </a:moveTo>
                <a:lnTo>
                  <a:pt x="1767700" y="652910"/>
                </a:lnTo>
                <a:moveTo>
                  <a:pt x="1525654" y="683807"/>
                </a:moveTo>
                <a:lnTo>
                  <a:pt x="1428251" y="685970"/>
                </a:lnTo>
                <a:moveTo>
                  <a:pt x="1347880" y="552311"/>
                </a:moveTo>
                <a:lnTo>
                  <a:pt x="1222844" y="578010"/>
                </a:lnTo>
                <a:moveTo>
                  <a:pt x="1375761" y="538441"/>
                </a:moveTo>
                <a:lnTo>
                  <a:pt x="1377640" y="428843"/>
                </a:lnTo>
                <a:moveTo>
                  <a:pt x="1677728" y="584187"/>
                </a:moveTo>
                <a:lnTo>
                  <a:pt x="1605128" y="605430"/>
                </a:lnTo>
                <a:moveTo>
                  <a:pt x="1347880" y="552311"/>
                </a:moveTo>
                <a:lnTo>
                  <a:pt x="1358760" y="499523"/>
                </a:lnTo>
                <a:moveTo>
                  <a:pt x="1824115" y="864522"/>
                </a:moveTo>
                <a:lnTo>
                  <a:pt x="1803079" y="819722"/>
                </a:lnTo>
                <a:moveTo>
                  <a:pt x="1589068" y="856421"/>
                </a:moveTo>
                <a:lnTo>
                  <a:pt x="1481120" y="885840"/>
                </a:lnTo>
                <a:moveTo>
                  <a:pt x="1791576" y="972842"/>
                </a:moveTo>
                <a:lnTo>
                  <a:pt x="1788193" y="975064"/>
                </a:lnTo>
                <a:moveTo>
                  <a:pt x="1589068" y="856421"/>
                </a:moveTo>
                <a:lnTo>
                  <a:pt x="1482707" y="879796"/>
                </a:lnTo>
                <a:moveTo>
                  <a:pt x="1672064" y="976802"/>
                </a:moveTo>
                <a:lnTo>
                  <a:pt x="1574268" y="936917"/>
                </a:lnTo>
                <a:moveTo>
                  <a:pt x="1824115" y="864522"/>
                </a:moveTo>
                <a:lnTo>
                  <a:pt x="1689190" y="908940"/>
                </a:lnTo>
                <a:moveTo>
                  <a:pt x="1791576" y="972842"/>
                </a:moveTo>
                <a:lnTo>
                  <a:pt x="1788600" y="970114"/>
                </a:lnTo>
                <a:moveTo>
                  <a:pt x="1767626" y="643087"/>
                </a:moveTo>
                <a:lnTo>
                  <a:pt x="1677728" y="584187"/>
                </a:lnTo>
                <a:moveTo>
                  <a:pt x="1525654" y="683807"/>
                </a:moveTo>
                <a:lnTo>
                  <a:pt x="1443685" y="714758"/>
                </a:lnTo>
                <a:moveTo>
                  <a:pt x="1220053" y="589953"/>
                </a:moveTo>
                <a:lnTo>
                  <a:pt x="1222844" y="578010"/>
                </a:lnTo>
                <a:moveTo>
                  <a:pt x="1377640" y="428843"/>
                </a:moveTo>
                <a:lnTo>
                  <a:pt x="1413846" y="393085"/>
                </a:lnTo>
                <a:moveTo>
                  <a:pt x="1788600" y="970114"/>
                </a:moveTo>
                <a:lnTo>
                  <a:pt x="1672064" y="976802"/>
                </a:lnTo>
                <a:moveTo>
                  <a:pt x="1788193" y="975064"/>
                </a:moveTo>
                <a:lnTo>
                  <a:pt x="1778779" y="995215"/>
                </a:lnTo>
                <a:moveTo>
                  <a:pt x="1081197" y="316541"/>
                </a:moveTo>
                <a:lnTo>
                  <a:pt x="1075659" y="278054"/>
                </a:lnTo>
                <a:moveTo>
                  <a:pt x="1413846" y="393085"/>
                </a:moveTo>
                <a:lnTo>
                  <a:pt x="1511577" y="265149"/>
                </a:lnTo>
                <a:moveTo>
                  <a:pt x="1689190" y="908940"/>
                </a:moveTo>
                <a:lnTo>
                  <a:pt x="1574268" y="936917"/>
                </a:lnTo>
                <a:moveTo>
                  <a:pt x="1470010" y="125515"/>
                </a:moveTo>
                <a:lnTo>
                  <a:pt x="1389791" y="73101"/>
                </a:lnTo>
                <a:moveTo>
                  <a:pt x="1525654" y="683807"/>
                </a:moveTo>
                <a:lnTo>
                  <a:pt x="1558473" y="611011"/>
                </a:lnTo>
                <a:moveTo>
                  <a:pt x="1791576" y="972842"/>
                </a:moveTo>
                <a:lnTo>
                  <a:pt x="1778779" y="995215"/>
                </a:lnTo>
                <a:moveTo>
                  <a:pt x="1389791" y="73101"/>
                </a:moveTo>
                <a:lnTo>
                  <a:pt x="1380808" y="42238"/>
                </a:lnTo>
                <a:moveTo>
                  <a:pt x="1778779" y="995215"/>
                </a:moveTo>
                <a:lnTo>
                  <a:pt x="1788600" y="970114"/>
                </a:lnTo>
                <a:moveTo>
                  <a:pt x="1134118" y="516287"/>
                </a:moveTo>
                <a:lnTo>
                  <a:pt x="1137993" y="455138"/>
                </a:lnTo>
                <a:moveTo>
                  <a:pt x="1370980" y="59721"/>
                </a:moveTo>
                <a:lnTo>
                  <a:pt x="1380808" y="42238"/>
                </a:lnTo>
                <a:moveTo>
                  <a:pt x="1824115" y="864522"/>
                </a:moveTo>
                <a:lnTo>
                  <a:pt x="1699194" y="859665"/>
                </a:lnTo>
                <a:moveTo>
                  <a:pt x="1574268" y="936917"/>
                </a:moveTo>
                <a:lnTo>
                  <a:pt x="1589068" y="856421"/>
                </a:lnTo>
                <a:moveTo>
                  <a:pt x="1778779" y="995215"/>
                </a:moveTo>
                <a:lnTo>
                  <a:pt x="1672064" y="976802"/>
                </a:lnTo>
                <a:moveTo>
                  <a:pt x="1358760" y="499523"/>
                </a:moveTo>
                <a:lnTo>
                  <a:pt x="1377640" y="428843"/>
                </a:lnTo>
                <a:moveTo>
                  <a:pt x="1788600" y="970114"/>
                </a:moveTo>
                <a:lnTo>
                  <a:pt x="1689190" y="908940"/>
                </a:lnTo>
                <a:moveTo>
                  <a:pt x="1545998" y="247023"/>
                </a:moveTo>
                <a:lnTo>
                  <a:pt x="1511577" y="265149"/>
                </a:lnTo>
                <a:moveTo>
                  <a:pt x="1672064" y="976802"/>
                </a:moveTo>
                <a:lnTo>
                  <a:pt x="1689190" y="908940"/>
                </a:lnTo>
                <a:moveTo>
                  <a:pt x="1161497" y="358240"/>
                </a:moveTo>
                <a:lnTo>
                  <a:pt x="1081197" y="316541"/>
                </a:lnTo>
                <a:moveTo>
                  <a:pt x="1470010" y="125515"/>
                </a:moveTo>
                <a:lnTo>
                  <a:pt x="1356717" y="100239"/>
                </a:lnTo>
                <a:moveTo>
                  <a:pt x="1435751" y="215837"/>
                </a:moveTo>
                <a:lnTo>
                  <a:pt x="1470010" y="125515"/>
                </a:lnTo>
                <a:moveTo>
                  <a:pt x="1389791" y="73101"/>
                </a:moveTo>
                <a:lnTo>
                  <a:pt x="1370980" y="59721"/>
                </a:lnTo>
                <a:moveTo>
                  <a:pt x="1803079" y="819722"/>
                </a:moveTo>
                <a:lnTo>
                  <a:pt x="1767700" y="652910"/>
                </a:lnTo>
                <a:moveTo>
                  <a:pt x="1525654" y="683807"/>
                </a:moveTo>
                <a:lnTo>
                  <a:pt x="1605128" y="605430"/>
                </a:lnTo>
                <a:moveTo>
                  <a:pt x="1165962" y="335980"/>
                </a:moveTo>
                <a:lnTo>
                  <a:pt x="1081197" y="316541"/>
                </a:lnTo>
                <a:moveTo>
                  <a:pt x="1665428" y="580415"/>
                </a:moveTo>
                <a:lnTo>
                  <a:pt x="1677728" y="584187"/>
                </a:lnTo>
                <a:moveTo>
                  <a:pt x="1767700" y="652910"/>
                </a:moveTo>
                <a:lnTo>
                  <a:pt x="1767626" y="643087"/>
                </a:lnTo>
                <a:moveTo>
                  <a:pt x="1589068" y="856421"/>
                </a:moveTo>
                <a:lnTo>
                  <a:pt x="1500966" y="786239"/>
                </a:lnTo>
                <a:moveTo>
                  <a:pt x="1358760" y="499523"/>
                </a:moveTo>
                <a:lnTo>
                  <a:pt x="1335376" y="460486"/>
                </a:lnTo>
                <a:moveTo>
                  <a:pt x="1500966" y="786239"/>
                </a:moveTo>
                <a:lnTo>
                  <a:pt x="1525654" y="683807"/>
                </a:lnTo>
                <a:moveTo>
                  <a:pt x="1764373" y="647245"/>
                </a:moveTo>
                <a:lnTo>
                  <a:pt x="1767626" y="643087"/>
                </a:lnTo>
                <a:moveTo>
                  <a:pt x="1347880" y="552311"/>
                </a:moveTo>
                <a:lnTo>
                  <a:pt x="1235508" y="495700"/>
                </a:lnTo>
                <a:moveTo>
                  <a:pt x="1222844" y="578010"/>
                </a:moveTo>
                <a:lnTo>
                  <a:pt x="1137993" y="455138"/>
                </a:lnTo>
                <a:moveTo>
                  <a:pt x="1356717" y="100239"/>
                </a:moveTo>
                <a:lnTo>
                  <a:pt x="1389791" y="73101"/>
                </a:lnTo>
                <a:moveTo>
                  <a:pt x="1590569" y="845850"/>
                </a:moveTo>
                <a:lnTo>
                  <a:pt x="1500966" y="786239"/>
                </a:lnTo>
                <a:moveTo>
                  <a:pt x="1767700" y="652910"/>
                </a:moveTo>
                <a:lnTo>
                  <a:pt x="1764373" y="647245"/>
                </a:lnTo>
                <a:moveTo>
                  <a:pt x="1137993" y="455138"/>
                </a:moveTo>
                <a:lnTo>
                  <a:pt x="1112350" y="395350"/>
                </a:lnTo>
                <a:moveTo>
                  <a:pt x="1803079" y="819722"/>
                </a:moveTo>
                <a:lnTo>
                  <a:pt x="1754402" y="674927"/>
                </a:lnTo>
                <a:moveTo>
                  <a:pt x="1377640" y="428843"/>
                </a:moveTo>
                <a:lnTo>
                  <a:pt x="1335376" y="460486"/>
                </a:lnTo>
                <a:moveTo>
                  <a:pt x="1546262" y="678556"/>
                </a:moveTo>
                <a:lnTo>
                  <a:pt x="1605128" y="605430"/>
                </a:lnTo>
                <a:moveTo>
                  <a:pt x="1511577" y="265149"/>
                </a:moveTo>
                <a:lnTo>
                  <a:pt x="1435751" y="215837"/>
                </a:lnTo>
                <a:moveTo>
                  <a:pt x="1689190" y="908940"/>
                </a:moveTo>
                <a:lnTo>
                  <a:pt x="1589068" y="856421"/>
                </a:lnTo>
                <a:moveTo>
                  <a:pt x="1356717" y="100239"/>
                </a:moveTo>
                <a:lnTo>
                  <a:pt x="1370980" y="59721"/>
                </a:lnTo>
                <a:moveTo>
                  <a:pt x="1075659" y="278054"/>
                </a:moveTo>
                <a:lnTo>
                  <a:pt x="1007812" y="208339"/>
                </a:lnTo>
                <a:moveTo>
                  <a:pt x="1470010" y="125515"/>
                </a:moveTo>
                <a:lnTo>
                  <a:pt x="1336594" y="151589"/>
                </a:lnTo>
                <a:moveTo>
                  <a:pt x="1665428" y="580415"/>
                </a:moveTo>
                <a:lnTo>
                  <a:pt x="1605128" y="605430"/>
                </a:lnTo>
                <a:moveTo>
                  <a:pt x="1699194" y="859665"/>
                </a:moveTo>
                <a:lnTo>
                  <a:pt x="1803079" y="819722"/>
                </a:lnTo>
                <a:moveTo>
                  <a:pt x="1500966" y="786239"/>
                </a:moveTo>
                <a:lnTo>
                  <a:pt x="1546262" y="678556"/>
                </a:lnTo>
                <a:moveTo>
                  <a:pt x="1754402" y="674927"/>
                </a:moveTo>
                <a:lnTo>
                  <a:pt x="1767700" y="652910"/>
                </a:lnTo>
                <a:moveTo>
                  <a:pt x="1689190" y="908940"/>
                </a:moveTo>
                <a:lnTo>
                  <a:pt x="1590569" y="845850"/>
                </a:lnTo>
                <a:moveTo>
                  <a:pt x="1413846" y="393085"/>
                </a:moveTo>
                <a:lnTo>
                  <a:pt x="1496501" y="351065"/>
                </a:lnTo>
                <a:moveTo>
                  <a:pt x="1754402" y="674927"/>
                </a:moveTo>
                <a:lnTo>
                  <a:pt x="1764373" y="647245"/>
                </a:lnTo>
                <a:moveTo>
                  <a:pt x="1689190" y="908940"/>
                </a:moveTo>
                <a:lnTo>
                  <a:pt x="1699194" y="859665"/>
                </a:lnTo>
                <a:moveTo>
                  <a:pt x="1222844" y="578010"/>
                </a:moveTo>
                <a:lnTo>
                  <a:pt x="1235508" y="495700"/>
                </a:lnTo>
                <a:moveTo>
                  <a:pt x="1358760" y="499523"/>
                </a:moveTo>
                <a:lnTo>
                  <a:pt x="1235508" y="495700"/>
                </a:lnTo>
                <a:moveTo>
                  <a:pt x="1767626" y="643087"/>
                </a:moveTo>
                <a:lnTo>
                  <a:pt x="1665428" y="580415"/>
                </a:lnTo>
                <a:moveTo>
                  <a:pt x="1589068" y="856421"/>
                </a:moveTo>
                <a:lnTo>
                  <a:pt x="1590569" y="845850"/>
                </a:lnTo>
                <a:moveTo>
                  <a:pt x="1161497" y="358240"/>
                </a:moveTo>
                <a:lnTo>
                  <a:pt x="1112350" y="395350"/>
                </a:lnTo>
                <a:moveTo>
                  <a:pt x="1413846" y="393085"/>
                </a:moveTo>
                <a:lnTo>
                  <a:pt x="1380048" y="371225"/>
                </a:lnTo>
                <a:moveTo>
                  <a:pt x="1803079" y="819722"/>
                </a:moveTo>
                <a:lnTo>
                  <a:pt x="1730066" y="738137"/>
                </a:lnTo>
                <a:moveTo>
                  <a:pt x="1109463" y="144847"/>
                </a:moveTo>
                <a:lnTo>
                  <a:pt x="1007812" y="208339"/>
                </a:lnTo>
                <a:moveTo>
                  <a:pt x="1764373" y="647245"/>
                </a:moveTo>
                <a:lnTo>
                  <a:pt x="1665428" y="580415"/>
                </a:lnTo>
                <a:moveTo>
                  <a:pt x="1370980" y="59721"/>
                </a:moveTo>
                <a:lnTo>
                  <a:pt x="1313368" y="141100"/>
                </a:lnTo>
                <a:moveTo>
                  <a:pt x="1098454" y="181119"/>
                </a:moveTo>
                <a:lnTo>
                  <a:pt x="1007812" y="208339"/>
                </a:lnTo>
                <a:moveTo>
                  <a:pt x="1699194" y="859665"/>
                </a:moveTo>
                <a:lnTo>
                  <a:pt x="1590569" y="845850"/>
                </a:lnTo>
                <a:moveTo>
                  <a:pt x="1546262" y="678556"/>
                </a:moveTo>
                <a:lnTo>
                  <a:pt x="1525654" y="683807"/>
                </a:lnTo>
                <a:moveTo>
                  <a:pt x="1496501" y="351065"/>
                </a:moveTo>
                <a:lnTo>
                  <a:pt x="1511577" y="265149"/>
                </a:lnTo>
                <a:moveTo>
                  <a:pt x="1336594" y="151589"/>
                </a:moveTo>
                <a:lnTo>
                  <a:pt x="1356717" y="100239"/>
                </a:lnTo>
                <a:moveTo>
                  <a:pt x="1356717" y="100239"/>
                </a:moveTo>
                <a:lnTo>
                  <a:pt x="1313368" y="141100"/>
                </a:lnTo>
                <a:moveTo>
                  <a:pt x="1435751" y="215837"/>
                </a:moveTo>
                <a:lnTo>
                  <a:pt x="1336594" y="151589"/>
                </a:lnTo>
                <a:moveTo>
                  <a:pt x="1764373" y="647245"/>
                </a:moveTo>
                <a:lnTo>
                  <a:pt x="1717302" y="728510"/>
                </a:lnTo>
                <a:moveTo>
                  <a:pt x="1235508" y="495700"/>
                </a:moveTo>
                <a:lnTo>
                  <a:pt x="1335376" y="460486"/>
                </a:lnTo>
                <a:moveTo>
                  <a:pt x="1607791" y="752567"/>
                </a:moveTo>
                <a:lnTo>
                  <a:pt x="1500966" y="786239"/>
                </a:lnTo>
                <a:moveTo>
                  <a:pt x="1377640" y="428843"/>
                </a:moveTo>
                <a:lnTo>
                  <a:pt x="1269909" y="361056"/>
                </a:lnTo>
                <a:moveTo>
                  <a:pt x="1377640" y="428843"/>
                </a:moveTo>
                <a:lnTo>
                  <a:pt x="1380048" y="371225"/>
                </a:lnTo>
                <a:moveTo>
                  <a:pt x="1402287" y="296488"/>
                </a:moveTo>
                <a:lnTo>
                  <a:pt x="1511577" y="265149"/>
                </a:lnTo>
                <a:moveTo>
                  <a:pt x="1730066" y="738137"/>
                </a:moveTo>
                <a:lnTo>
                  <a:pt x="1754402" y="674927"/>
                </a:lnTo>
                <a:moveTo>
                  <a:pt x="1235508" y="495700"/>
                </a:moveTo>
                <a:lnTo>
                  <a:pt x="1137993" y="455138"/>
                </a:lnTo>
                <a:moveTo>
                  <a:pt x="1754402" y="674927"/>
                </a:moveTo>
                <a:lnTo>
                  <a:pt x="1717302" y="728510"/>
                </a:lnTo>
                <a:moveTo>
                  <a:pt x="1137993" y="455138"/>
                </a:moveTo>
                <a:lnTo>
                  <a:pt x="1161497" y="358240"/>
                </a:lnTo>
                <a:moveTo>
                  <a:pt x="1699194" y="859665"/>
                </a:moveTo>
                <a:lnTo>
                  <a:pt x="1730066" y="738137"/>
                </a:lnTo>
                <a:moveTo>
                  <a:pt x="1335376" y="460486"/>
                </a:moveTo>
                <a:lnTo>
                  <a:pt x="1263643" y="386136"/>
                </a:lnTo>
                <a:moveTo>
                  <a:pt x="1336594" y="151589"/>
                </a:moveTo>
                <a:lnTo>
                  <a:pt x="1313368" y="141100"/>
                </a:lnTo>
                <a:moveTo>
                  <a:pt x="1435751" y="215837"/>
                </a:moveTo>
                <a:lnTo>
                  <a:pt x="1301271" y="254848"/>
                </a:lnTo>
                <a:moveTo>
                  <a:pt x="1075659" y="278054"/>
                </a:moveTo>
                <a:lnTo>
                  <a:pt x="1098454" y="181119"/>
                </a:lnTo>
                <a:moveTo>
                  <a:pt x="1402287" y="296488"/>
                </a:moveTo>
                <a:lnTo>
                  <a:pt x="1435751" y="215837"/>
                </a:lnTo>
                <a:moveTo>
                  <a:pt x="1335376" y="460486"/>
                </a:moveTo>
                <a:lnTo>
                  <a:pt x="1269909" y="361056"/>
                </a:lnTo>
                <a:moveTo>
                  <a:pt x="1165962" y="335980"/>
                </a:moveTo>
                <a:lnTo>
                  <a:pt x="1075659" y="278054"/>
                </a:lnTo>
                <a:moveTo>
                  <a:pt x="1263643" y="386136"/>
                </a:moveTo>
                <a:lnTo>
                  <a:pt x="1137993" y="455138"/>
                </a:lnTo>
                <a:moveTo>
                  <a:pt x="1200070" y="215463"/>
                </a:moveTo>
                <a:lnTo>
                  <a:pt x="1075659" y="278054"/>
                </a:lnTo>
                <a:moveTo>
                  <a:pt x="1633845" y="638185"/>
                </a:moveTo>
                <a:lnTo>
                  <a:pt x="1605128" y="605430"/>
                </a:lnTo>
                <a:moveTo>
                  <a:pt x="1336594" y="151589"/>
                </a:moveTo>
                <a:lnTo>
                  <a:pt x="1220588" y="152643"/>
                </a:lnTo>
                <a:moveTo>
                  <a:pt x="1590569" y="845850"/>
                </a:moveTo>
                <a:lnTo>
                  <a:pt x="1607791" y="752567"/>
                </a:lnTo>
                <a:moveTo>
                  <a:pt x="1220588" y="152643"/>
                </a:moveTo>
                <a:lnTo>
                  <a:pt x="1313368" y="141100"/>
                </a:lnTo>
                <a:moveTo>
                  <a:pt x="1699194" y="859665"/>
                </a:moveTo>
                <a:lnTo>
                  <a:pt x="1607791" y="752567"/>
                </a:lnTo>
                <a:moveTo>
                  <a:pt x="1730066" y="738137"/>
                </a:moveTo>
                <a:lnTo>
                  <a:pt x="1717302" y="728510"/>
                </a:lnTo>
                <a:moveTo>
                  <a:pt x="1607791" y="752567"/>
                </a:moveTo>
                <a:lnTo>
                  <a:pt x="1546262" y="678556"/>
                </a:lnTo>
                <a:moveTo>
                  <a:pt x="1336594" y="151589"/>
                </a:moveTo>
                <a:lnTo>
                  <a:pt x="1200070" y="215463"/>
                </a:lnTo>
                <a:moveTo>
                  <a:pt x="1235508" y="495700"/>
                </a:moveTo>
                <a:lnTo>
                  <a:pt x="1263643" y="386136"/>
                </a:lnTo>
                <a:moveTo>
                  <a:pt x="1161497" y="358240"/>
                </a:moveTo>
                <a:lnTo>
                  <a:pt x="1165962" y="335980"/>
                </a:lnTo>
                <a:moveTo>
                  <a:pt x="1220588" y="152643"/>
                </a:moveTo>
                <a:lnTo>
                  <a:pt x="1109463" y="144847"/>
                </a:lnTo>
                <a:moveTo>
                  <a:pt x="1301271" y="254848"/>
                </a:moveTo>
                <a:lnTo>
                  <a:pt x="1336594" y="151589"/>
                </a:lnTo>
                <a:moveTo>
                  <a:pt x="1098454" y="181119"/>
                </a:moveTo>
                <a:lnTo>
                  <a:pt x="1109463" y="144847"/>
                </a:lnTo>
                <a:moveTo>
                  <a:pt x="1263643" y="386136"/>
                </a:moveTo>
                <a:lnTo>
                  <a:pt x="1161497" y="358240"/>
                </a:lnTo>
                <a:moveTo>
                  <a:pt x="1200070" y="215463"/>
                </a:moveTo>
                <a:lnTo>
                  <a:pt x="1220588" y="152643"/>
                </a:lnTo>
                <a:moveTo>
                  <a:pt x="1200070" y="215463"/>
                </a:moveTo>
                <a:lnTo>
                  <a:pt x="1109463" y="144847"/>
                </a:lnTo>
                <a:moveTo>
                  <a:pt x="1764373" y="647245"/>
                </a:moveTo>
                <a:lnTo>
                  <a:pt x="1633845" y="638185"/>
                </a:lnTo>
                <a:moveTo>
                  <a:pt x="1496501" y="351065"/>
                </a:moveTo>
                <a:lnTo>
                  <a:pt x="1402287" y="296488"/>
                </a:lnTo>
                <a:moveTo>
                  <a:pt x="1200070" y="215463"/>
                </a:moveTo>
                <a:lnTo>
                  <a:pt x="1098454" y="181119"/>
                </a:lnTo>
                <a:moveTo>
                  <a:pt x="1730066" y="738137"/>
                </a:moveTo>
                <a:lnTo>
                  <a:pt x="1607791" y="752567"/>
                </a:lnTo>
                <a:moveTo>
                  <a:pt x="1380048" y="371225"/>
                </a:moveTo>
                <a:lnTo>
                  <a:pt x="1496501" y="351065"/>
                </a:lnTo>
                <a:moveTo>
                  <a:pt x="1263643" y="386136"/>
                </a:moveTo>
                <a:lnTo>
                  <a:pt x="1165962" y="335980"/>
                </a:lnTo>
                <a:moveTo>
                  <a:pt x="1165962" y="335980"/>
                </a:moveTo>
                <a:lnTo>
                  <a:pt x="1200070" y="215463"/>
                </a:lnTo>
                <a:moveTo>
                  <a:pt x="1607791" y="752567"/>
                </a:moveTo>
                <a:lnTo>
                  <a:pt x="1717302" y="728510"/>
                </a:lnTo>
                <a:moveTo>
                  <a:pt x="1301271" y="254848"/>
                </a:moveTo>
                <a:lnTo>
                  <a:pt x="1165962" y="335980"/>
                </a:lnTo>
                <a:moveTo>
                  <a:pt x="1269909" y="361056"/>
                </a:moveTo>
                <a:lnTo>
                  <a:pt x="1165962" y="335980"/>
                </a:lnTo>
                <a:moveTo>
                  <a:pt x="1301271" y="254848"/>
                </a:moveTo>
                <a:lnTo>
                  <a:pt x="1200070" y="215463"/>
                </a:lnTo>
                <a:moveTo>
                  <a:pt x="1263643" y="386136"/>
                </a:moveTo>
                <a:lnTo>
                  <a:pt x="1269909" y="361056"/>
                </a:lnTo>
                <a:moveTo>
                  <a:pt x="1402287" y="296488"/>
                </a:moveTo>
                <a:lnTo>
                  <a:pt x="1301271" y="254848"/>
                </a:lnTo>
                <a:moveTo>
                  <a:pt x="1269909" y="361056"/>
                </a:moveTo>
                <a:lnTo>
                  <a:pt x="1301271" y="254848"/>
                </a:lnTo>
                <a:moveTo>
                  <a:pt x="1402287" y="296488"/>
                </a:moveTo>
                <a:lnTo>
                  <a:pt x="1269909" y="361056"/>
                </a:lnTo>
                <a:moveTo>
                  <a:pt x="1380048" y="371225"/>
                </a:moveTo>
                <a:lnTo>
                  <a:pt x="1402287" y="296488"/>
                </a:lnTo>
                <a:moveTo>
                  <a:pt x="1380048" y="371225"/>
                </a:moveTo>
                <a:lnTo>
                  <a:pt x="1269909" y="361056"/>
                </a:lnTo>
                <a:moveTo>
                  <a:pt x="1633845" y="638185"/>
                </a:moveTo>
                <a:lnTo>
                  <a:pt x="1546262" y="678556"/>
                </a:lnTo>
                <a:moveTo>
                  <a:pt x="1633845" y="638185"/>
                </a:moveTo>
                <a:lnTo>
                  <a:pt x="1665428" y="580415"/>
                </a:lnTo>
                <a:moveTo>
                  <a:pt x="1717302" y="728510"/>
                </a:moveTo>
                <a:lnTo>
                  <a:pt x="1633845" y="638185"/>
                </a:lnTo>
                <a:moveTo>
                  <a:pt x="1607791" y="752567"/>
                </a:moveTo>
                <a:lnTo>
                  <a:pt x="1633845" y="638185"/>
                </a:lnTo>
                <a:moveTo>
                  <a:pt x="1469430" y="423744"/>
                </a:moveTo>
                <a:lnTo>
                  <a:pt x="1507312" y="289364"/>
                </a:lnTo>
                <a:moveTo>
                  <a:pt x="1469430" y="423744"/>
                </a:moveTo>
                <a:lnTo>
                  <a:pt x="1507936" y="288244"/>
                </a:lnTo>
                <a:moveTo>
                  <a:pt x="1507312" y="289364"/>
                </a:moveTo>
                <a:lnTo>
                  <a:pt x="1507439" y="288039"/>
                </a:lnTo>
                <a:moveTo>
                  <a:pt x="1507312" y="289364"/>
                </a:moveTo>
                <a:lnTo>
                  <a:pt x="1507334" y="288068"/>
                </a:lnTo>
                <a:moveTo>
                  <a:pt x="1507936" y="288244"/>
                </a:moveTo>
                <a:lnTo>
                  <a:pt x="1507312" y="289364"/>
                </a:lnTo>
                <a:moveTo>
                  <a:pt x="1507439" y="288039"/>
                </a:moveTo>
                <a:lnTo>
                  <a:pt x="1507334" y="288068"/>
                </a:lnTo>
                <a:moveTo>
                  <a:pt x="1507420" y="288045"/>
                </a:moveTo>
                <a:lnTo>
                  <a:pt x="1507439" y="288039"/>
                </a:lnTo>
                <a:moveTo>
                  <a:pt x="1507936" y="288244"/>
                </a:moveTo>
                <a:lnTo>
                  <a:pt x="1507439" y="288039"/>
                </a:lnTo>
                <a:moveTo>
                  <a:pt x="1507420" y="288045"/>
                </a:moveTo>
                <a:lnTo>
                  <a:pt x="1507334" y="288068"/>
                </a:lnTo>
                <a:moveTo>
                  <a:pt x="1507936" y="288244"/>
                </a:moveTo>
                <a:lnTo>
                  <a:pt x="1507420" y="288045"/>
                </a:lnTo>
                <a:moveTo>
                  <a:pt x="1469430" y="423744"/>
                </a:moveTo>
                <a:lnTo>
                  <a:pt x="1458682" y="364178"/>
                </a:lnTo>
                <a:moveTo>
                  <a:pt x="1495914" y="375052"/>
                </a:moveTo>
                <a:lnTo>
                  <a:pt x="1469430" y="423744"/>
                </a:lnTo>
                <a:moveTo>
                  <a:pt x="1507312" y="289364"/>
                </a:moveTo>
                <a:lnTo>
                  <a:pt x="1458682" y="364178"/>
                </a:lnTo>
                <a:moveTo>
                  <a:pt x="1458682" y="364178"/>
                </a:moveTo>
                <a:lnTo>
                  <a:pt x="1507334" y="288068"/>
                </a:lnTo>
                <a:moveTo>
                  <a:pt x="1469430" y="423744"/>
                </a:moveTo>
                <a:lnTo>
                  <a:pt x="1468713" y="381274"/>
                </a:lnTo>
                <a:moveTo>
                  <a:pt x="1495914" y="375052"/>
                </a:moveTo>
                <a:lnTo>
                  <a:pt x="1507420" y="288045"/>
                </a:lnTo>
                <a:moveTo>
                  <a:pt x="1495914" y="375052"/>
                </a:moveTo>
                <a:lnTo>
                  <a:pt x="1507936" y="288244"/>
                </a:lnTo>
                <a:moveTo>
                  <a:pt x="1468713" y="381274"/>
                </a:moveTo>
                <a:lnTo>
                  <a:pt x="1458682" y="364178"/>
                </a:lnTo>
                <a:moveTo>
                  <a:pt x="1495914" y="375052"/>
                </a:moveTo>
                <a:lnTo>
                  <a:pt x="1468713" y="381274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4C1B08FD-C060-415B-B791-DC33F2FC61E5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338" y="505477"/>
                </a:moveTo>
                <a:lnTo>
                  <a:pt x="1515211" y="4820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53D6854D-A65F-4BF9-A3A4-9C994E194865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449" y="579772"/>
                </a:moveTo>
                <a:lnTo>
                  <a:pt x="940827" y="644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D9815B50-28F1-45D1-AA87-0796E5696F2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6932" y="1116901"/>
                </a:moveTo>
                <a:lnTo>
                  <a:pt x="1468397" y="11283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D500786A-E0E6-4981-8740-10C1AEFCA5D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338" y="505477"/>
                </a:moveTo>
                <a:lnTo>
                  <a:pt x="1699377" y="584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891BEB6F-712E-4244-823A-A3047D02C11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482" y="614441"/>
                </a:moveTo>
                <a:lnTo>
                  <a:pt x="1559338" y="505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A2EB6F96-7B4C-4232-AE36-B00B55B71C29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1187" y="418629"/>
                </a:moveTo>
                <a:lnTo>
                  <a:pt x="975449" y="5797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85FCF0D7-B3FE-4D36-A884-856067A7A560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338" y="505477"/>
                </a:moveTo>
                <a:lnTo>
                  <a:pt x="1545569" y="3741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22723CBC-A59A-4D4C-8BC7-355E232D2661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449" y="579772"/>
                </a:moveTo>
                <a:lnTo>
                  <a:pt x="1134070" y="6393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588CDF9A-4E8B-411E-8D84-30034BC5E7BF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9098" y="951335"/>
                </a:moveTo>
                <a:lnTo>
                  <a:pt x="1416932" y="11169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E41DF132-D779-4109-BA22-FDBC1C6B8B98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6932" y="1116901"/>
                </a:moveTo>
                <a:lnTo>
                  <a:pt x="1281986" y="12002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18675C6B-FC62-4F54-84A1-A3D1B0E85D2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449" y="579772"/>
                </a:moveTo>
                <a:lnTo>
                  <a:pt x="885177" y="636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6E503B34-3535-415F-9EB7-EF8195FF3B46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8893" y="973739"/>
                </a:moveTo>
                <a:lnTo>
                  <a:pt x="849054" y="9162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1AD15FBD-EEE5-4AC1-9986-7FA64DA4E01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6932" y="1116901"/>
                </a:moveTo>
                <a:lnTo>
                  <a:pt x="1533781" y="11380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868BFBCF-405E-4CAD-A3CF-D86B57F7333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4210" y="635022"/>
                </a:moveTo>
                <a:lnTo>
                  <a:pt x="1440482" y="614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525A0237-6773-4E48-BD50-C26808E20B1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973" y="898247"/>
                </a:moveTo>
                <a:lnTo>
                  <a:pt x="1369098" y="9513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E4064C1B-FA5F-41E1-81E7-B78D0CBB831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3313" y="909250"/>
                </a:moveTo>
                <a:lnTo>
                  <a:pt x="948893" y="9737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3AB74BD4-2398-47CB-8D86-DE33DEF4AD46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070" y="639358"/>
                </a:moveTo>
                <a:lnTo>
                  <a:pt x="1164947" y="6782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9163815C-2E13-4074-83E2-375A2771FFE3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8893" y="973739"/>
                </a:moveTo>
                <a:lnTo>
                  <a:pt x="971687" y="11342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6FF73F91-551A-457E-B81C-A5BCF253373C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9925" y="841178"/>
                </a:moveTo>
                <a:lnTo>
                  <a:pt x="1103313" y="90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FA6C96F6-8806-4253-9F5C-EC4BBAD23BE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273" y="847282"/>
                </a:moveTo>
                <a:lnTo>
                  <a:pt x="1853706" y="826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64D66D68-1AB4-4CF6-834B-99D297DB2417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3859" y="791162"/>
                </a:moveTo>
                <a:lnTo>
                  <a:pt x="1591809" y="8332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22B5F46E-51EB-4601-B870-2ACFA06CECC3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9925" y="841178"/>
                </a:moveTo>
                <a:lnTo>
                  <a:pt x="1344973" y="8982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F5633B6E-1F8B-4109-9FAD-FCFD9D341FD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4947" y="678276"/>
                </a:moveTo>
                <a:lnTo>
                  <a:pt x="1189925" y="8411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0E13D958-BAA7-4073-8176-48C295F0E048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809" y="833270"/>
                </a:moveTo>
                <a:lnTo>
                  <a:pt x="1740273" y="8472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C4101442-268B-4117-9608-C0F57840A848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973" y="898247"/>
                </a:moveTo>
                <a:lnTo>
                  <a:pt x="1463859" y="7911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C5D7EC80-9475-4AC7-9C53-B89142A3BF19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3859" y="791162"/>
                </a:moveTo>
                <a:lnTo>
                  <a:pt x="1434210" y="6350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004A5214-49E8-477A-B569-0F01D8DDA046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8893" y="973739"/>
                </a:moveTo>
                <a:lnTo>
                  <a:pt x="922021" y="913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D84D62F1-82E1-4C5B-B5CC-0A3ADEB4BA1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4210" y="635022"/>
                </a:moveTo>
                <a:lnTo>
                  <a:pt x="1289568" y="5875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AC070ED7-7212-4419-B6A6-DEE284942BEC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568" y="587532"/>
                </a:moveTo>
                <a:lnTo>
                  <a:pt x="1164947" y="6782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1ACDC9E7-756C-4E72-A2B3-79712BAF4895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568" y="587532"/>
                </a:moveTo>
                <a:lnTo>
                  <a:pt x="1264903" y="44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15C24BDA-D884-49BC-B3EA-4339B3641930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03" y="442400"/>
                </a:moveTo>
                <a:lnTo>
                  <a:pt x="1284630" y="3151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B2FBC044-372B-4831-BDA1-76D034C781E0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273" y="847282"/>
                </a:moveTo>
                <a:lnTo>
                  <a:pt x="1734846" y="996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C7C4FB4B-2E0F-4A42-94D0-81C852EEEB2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4630" y="315142"/>
                </a:moveTo>
                <a:lnTo>
                  <a:pt x="1304336" y="1827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B43F589A-2839-443F-844F-A4EA21B40190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273" y="847282"/>
                </a:moveTo>
                <a:lnTo>
                  <a:pt x="1732997" y="7277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805E5E69-2F03-422F-8DAA-FBA00FE2A01F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4630" y="315142"/>
                </a:moveTo>
                <a:lnTo>
                  <a:pt x="1416674" y="359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CC0FD8C3-979A-4BAD-9FDE-CBD2819F2D17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4630" y="315142"/>
                </a:moveTo>
                <a:lnTo>
                  <a:pt x="1146847" y="3181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0F123236-D081-49A2-B7AA-BBC348C61353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9278" y="515112"/>
                </a:moveTo>
                <a:lnTo>
                  <a:pt x="1474394" y="4904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E10BEE31-CE94-47F9-BBBC-7775F482E403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4263" y="1169768"/>
                </a:moveTo>
                <a:lnTo>
                  <a:pt x="1397457" y="11092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4FAB2980-EDD5-4A2E-956B-218199377EAE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9278" y="515112"/>
                </a:moveTo>
                <a:lnTo>
                  <a:pt x="1672824" y="62156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0AB6AA25-2FF9-4762-85A0-DE4F86417C41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711" y="512346"/>
                </a:moveTo>
                <a:lnTo>
                  <a:pt x="994771" y="5016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CC1F935D-AD08-4E77-9830-F58269449825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9278" y="515112"/>
                </a:moveTo>
                <a:lnTo>
                  <a:pt x="1649398" y="3746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6207EB85-9A83-4E24-ADBD-65733530CA6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4263" y="1169768"/>
                </a:moveTo>
                <a:lnTo>
                  <a:pt x="1310039" y="1306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82F107AA-5823-4E7E-B13F-19810CC7F973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4263" y="1169768"/>
                </a:moveTo>
                <a:lnTo>
                  <a:pt x="1550637" y="11702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E096476F-0CA1-4841-AFC6-FB928A3C160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8290" y="562572"/>
                </a:moveTo>
                <a:lnTo>
                  <a:pt x="1579278" y="5151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3CB55CEF-A183-46F1-A916-D7D607DBF467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794" y="1052151"/>
                </a:moveTo>
                <a:lnTo>
                  <a:pt x="1404263" y="116976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FF24FF90-D2A4-4052-8150-4F0F0719EDB0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711" y="512346"/>
                </a:moveTo>
                <a:lnTo>
                  <a:pt x="781923" y="5140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FFA07D61-9AA8-4551-AAD6-CE7B5EAC376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6419" y="1018811"/>
                </a:moveTo>
                <a:lnTo>
                  <a:pt x="862300" y="10899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DE97A0C5-6079-441C-805C-547DE92AA1E7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5980" y="857577"/>
                </a:moveTo>
                <a:lnTo>
                  <a:pt x="1082987" y="9302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CCC4FF2C-7064-4FE6-BA0E-255243A71F18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2987" y="930214"/>
                </a:moveTo>
                <a:lnTo>
                  <a:pt x="956419" y="10188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2E497907-F1AF-4BA2-87F9-717D323FC0D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5701" y="660672"/>
                </a:moveTo>
                <a:lnTo>
                  <a:pt x="947711" y="5123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EE784FE8-D674-4423-878E-CD1F9B8C61D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556" y="911446"/>
                </a:moveTo>
                <a:lnTo>
                  <a:pt x="1318794" y="10521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89108BF4-8AA2-4B3E-80C3-0E6F499DFB49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556" y="911446"/>
                </a:moveTo>
                <a:lnTo>
                  <a:pt x="1165980" y="8575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59982766-6104-40AF-9E86-CF8B2A36F60F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5980" y="857577"/>
                </a:moveTo>
                <a:lnTo>
                  <a:pt x="1147424" y="7004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2E0B09DA-E3FD-4C74-BA82-FF002D2B153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424" y="700429"/>
                </a:moveTo>
                <a:lnTo>
                  <a:pt x="1005701" y="6606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C9268777-67FF-41D0-91D1-5103D214A79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711" y="512346"/>
                </a:moveTo>
                <a:lnTo>
                  <a:pt x="970300" y="40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1B365FD3-0D6D-487F-94C3-76B29DDD795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424" y="700429"/>
                </a:moveTo>
                <a:lnTo>
                  <a:pt x="1256748" y="6102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A10DE318-B773-4D1D-8D3F-AC889A527C8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3716" y="673239"/>
                </a:moveTo>
                <a:lnTo>
                  <a:pt x="1498290" y="5625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934E58A0-1EA4-4B6F-9730-F263E243F2EE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9519" y="828787"/>
                </a:moveTo>
                <a:lnTo>
                  <a:pt x="1331556" y="9114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4816A51F-B11D-4273-9B8B-59AFE8AB223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250" y="347204"/>
                </a:moveTo>
                <a:lnTo>
                  <a:pt x="1251917" y="3201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3043C40E-F46F-4452-8BE1-E2E4CFEEEBD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6748" y="610283"/>
                </a:moveTo>
                <a:lnTo>
                  <a:pt x="1403716" y="6732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E02C842E-3A42-4385-96E9-3479F9C720F7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6419" y="1018811"/>
                </a:moveTo>
                <a:lnTo>
                  <a:pt x="886099" y="92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4B9604E0-E9B5-4C95-B1FB-405259F39FD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3716" y="673239"/>
                </a:moveTo>
                <a:lnTo>
                  <a:pt x="1439519" y="8287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CFCC71B9-7C3B-4AD9-A6CC-290F37215B1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9836" y="845328"/>
                </a:moveTo>
                <a:lnTo>
                  <a:pt x="1439519" y="8287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1CB0286F-3599-45EB-A4AE-C9D280BEB7D0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6419" y="1018811"/>
                </a:moveTo>
                <a:lnTo>
                  <a:pt x="1033257" y="11096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DD38873C-2F05-46A6-A616-A9C1CBCC79C3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0573" y="881257"/>
                </a:moveTo>
                <a:lnTo>
                  <a:pt x="1579836" y="8453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2E1C1EFE-7811-44E5-A5E1-CEFCCA416395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6748" y="610283"/>
                </a:moveTo>
                <a:lnTo>
                  <a:pt x="1239163" y="5308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FA29696F-8404-4D1E-894F-0B4C13010F5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0573" y="881257"/>
                </a:moveTo>
                <a:lnTo>
                  <a:pt x="1846987" y="8591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CB199333-AC0F-4163-A78D-D9BC893FECC6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250" y="347204"/>
                </a:moveTo>
                <a:lnTo>
                  <a:pt x="1418368" y="3378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83127BA3-90F4-406C-8E96-474D9E91ABF8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9163" y="530878"/>
                </a:moveTo>
                <a:lnTo>
                  <a:pt x="1285250" y="3472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39EEBF0D-000A-4E59-B594-4A145470FA43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250" y="347204"/>
                </a:moveTo>
                <a:lnTo>
                  <a:pt x="1193942" y="2566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CE23FD6B-1F20-4C92-BB1A-24948A990F0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0573" y="881257"/>
                </a:moveTo>
                <a:lnTo>
                  <a:pt x="1686068" y="10353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2D30ABBE-011E-41FC-9083-B531F7ADD306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9472" y="802675"/>
                </a:moveTo>
                <a:lnTo>
                  <a:pt x="1700573" y="8812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6A367899-BE8F-477A-93F0-967997196C31}"/>
              </a:ext>
            </a:extLst>
          </p:cNvPr>
          <p:cNvSpPr>
            <a:spLocks/>
          </p:cNvSpPr>
          <p:nvPr/>
        </p:nvSpPr>
        <p:spPr>
          <a:xfrm>
            <a:off x="7845479" y="51584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BB603D50-553F-4C82-83F5-FBCA2EB8734D}"/>
              </a:ext>
            </a:extLst>
          </p:cNvPr>
          <p:cNvSpPr>
            <a:spLocks/>
          </p:cNvSpPr>
          <p:nvPr/>
        </p:nvSpPr>
        <p:spPr>
          <a:xfrm>
            <a:off x="7856581" y="52370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C7FBD149-F825-4A00-B451-683AFAD61AEA}"/>
              </a:ext>
            </a:extLst>
          </p:cNvPr>
          <p:cNvSpPr>
            <a:spLocks/>
          </p:cNvSpPr>
          <p:nvPr/>
        </p:nvSpPr>
        <p:spPr>
          <a:xfrm>
            <a:off x="7842076" y="53911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78E6DBBB-0448-4421-AD54-A88B32307173}"/>
              </a:ext>
            </a:extLst>
          </p:cNvPr>
          <p:cNvSpPr>
            <a:spLocks/>
          </p:cNvSpPr>
          <p:nvPr/>
        </p:nvSpPr>
        <p:spPr>
          <a:xfrm>
            <a:off x="8002994" y="52149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34BD3C4C-9F53-4FFB-AE8F-59ED00263297}"/>
              </a:ext>
            </a:extLst>
          </p:cNvPr>
          <p:cNvSpPr>
            <a:spLocks/>
          </p:cNvSpPr>
          <p:nvPr/>
        </p:nvSpPr>
        <p:spPr>
          <a:xfrm>
            <a:off x="7735844" y="52011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92429C5A-48B8-4EB6-B731-840582025558}"/>
              </a:ext>
            </a:extLst>
          </p:cNvPr>
          <p:cNvSpPr>
            <a:spLocks/>
          </p:cNvSpPr>
          <p:nvPr/>
        </p:nvSpPr>
        <p:spPr>
          <a:xfrm>
            <a:off x="7595527" y="51845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3A6DDDA8-96A4-4EBD-8EFB-77745EC11326}"/>
              </a:ext>
            </a:extLst>
          </p:cNvPr>
          <p:cNvSpPr>
            <a:spLocks/>
          </p:cNvSpPr>
          <p:nvPr/>
        </p:nvSpPr>
        <p:spPr>
          <a:xfrm>
            <a:off x="7487563" y="52672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3A9235AF-7655-4D80-B0B2-B6EEF8EF7896}"/>
              </a:ext>
            </a:extLst>
          </p:cNvPr>
          <p:cNvSpPr>
            <a:spLocks/>
          </p:cNvSpPr>
          <p:nvPr/>
        </p:nvSpPr>
        <p:spPr>
          <a:xfrm>
            <a:off x="7474801" y="54079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3CD371E8-3BDD-4495-9321-0E5E56CA08CB}"/>
              </a:ext>
            </a:extLst>
          </p:cNvPr>
          <p:cNvSpPr>
            <a:spLocks/>
          </p:cNvSpPr>
          <p:nvPr/>
        </p:nvSpPr>
        <p:spPr>
          <a:xfrm>
            <a:off x="7560270" y="55255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7F62315C-9A72-411B-A90F-68111F9722F5}"/>
              </a:ext>
            </a:extLst>
          </p:cNvPr>
          <p:cNvSpPr>
            <a:spLocks/>
          </p:cNvSpPr>
          <p:nvPr/>
        </p:nvSpPr>
        <p:spPr>
          <a:xfrm>
            <a:off x="7553464" y="54650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18063A77-16F4-437F-8EEB-E21C5786A14C}"/>
              </a:ext>
            </a:extLst>
          </p:cNvPr>
          <p:cNvSpPr>
            <a:spLocks/>
          </p:cNvSpPr>
          <p:nvPr/>
        </p:nvSpPr>
        <p:spPr>
          <a:xfrm>
            <a:off x="7466047" y="56625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E3D3465A-3134-4311-AC2B-99F3CD8A98FC}"/>
              </a:ext>
            </a:extLst>
          </p:cNvPr>
          <p:cNvSpPr>
            <a:spLocks/>
          </p:cNvSpPr>
          <p:nvPr/>
        </p:nvSpPr>
        <p:spPr>
          <a:xfrm>
            <a:off x="7706644" y="55260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E13FE2FF-75CD-427B-93F2-72E3F6E07A3E}"/>
              </a:ext>
            </a:extLst>
          </p:cNvPr>
          <p:cNvSpPr>
            <a:spLocks/>
          </p:cNvSpPr>
          <p:nvPr/>
        </p:nvSpPr>
        <p:spPr>
          <a:xfrm>
            <a:off x="7321988" y="52133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1BDD5954-BF4B-461D-A5C9-C31A38CA6DDB}"/>
              </a:ext>
            </a:extLst>
          </p:cNvPr>
          <p:cNvSpPr>
            <a:spLocks/>
          </p:cNvSpPr>
          <p:nvPr/>
        </p:nvSpPr>
        <p:spPr>
          <a:xfrm>
            <a:off x="7238995" y="52859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D5E5756F-8672-4599-A50A-299A99A36502}"/>
              </a:ext>
            </a:extLst>
          </p:cNvPr>
          <p:cNvSpPr>
            <a:spLocks/>
          </p:cNvSpPr>
          <p:nvPr/>
        </p:nvSpPr>
        <p:spPr>
          <a:xfrm>
            <a:off x="7112426" y="53745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9D3A0C6C-B179-4161-A06C-4FCA544F7BA2}"/>
              </a:ext>
            </a:extLst>
          </p:cNvPr>
          <p:cNvSpPr>
            <a:spLocks/>
          </p:cNvSpPr>
          <p:nvPr/>
        </p:nvSpPr>
        <p:spPr>
          <a:xfrm>
            <a:off x="7042106" y="52776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2894F1E3-75E9-41DC-ABDD-6A7B1FDDDD71}"/>
              </a:ext>
            </a:extLst>
          </p:cNvPr>
          <p:cNvSpPr>
            <a:spLocks/>
          </p:cNvSpPr>
          <p:nvPr/>
        </p:nvSpPr>
        <p:spPr>
          <a:xfrm>
            <a:off x="7018307" y="54457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421DAFC4-3A0F-4187-85E0-71F55E8D816A}"/>
              </a:ext>
            </a:extLst>
          </p:cNvPr>
          <p:cNvSpPr>
            <a:spLocks/>
          </p:cNvSpPr>
          <p:nvPr/>
        </p:nvSpPr>
        <p:spPr>
          <a:xfrm>
            <a:off x="7189265" y="546540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B3315270-B064-4B7F-AFBA-97BE92F73E07}"/>
              </a:ext>
            </a:extLst>
          </p:cNvPr>
          <p:cNvSpPr>
            <a:spLocks/>
          </p:cNvSpPr>
          <p:nvPr/>
        </p:nvSpPr>
        <p:spPr>
          <a:xfrm>
            <a:off x="7303432" y="50562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4A27D9A8-4AA3-4108-8390-5193E2A0DFD6}"/>
              </a:ext>
            </a:extLst>
          </p:cNvPr>
          <p:cNvSpPr>
            <a:spLocks/>
          </p:cNvSpPr>
          <p:nvPr/>
        </p:nvSpPr>
        <p:spPr>
          <a:xfrm>
            <a:off x="7161709" y="50164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B2086E7B-CF23-4EF7-BC84-6BECFAD9D0CE}"/>
              </a:ext>
            </a:extLst>
          </p:cNvPr>
          <p:cNvSpPr>
            <a:spLocks/>
          </p:cNvSpPr>
          <p:nvPr/>
        </p:nvSpPr>
        <p:spPr>
          <a:xfrm>
            <a:off x="7103719" y="4868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1FD3D9F4-F237-4813-8817-970922C77122}"/>
              </a:ext>
            </a:extLst>
          </p:cNvPr>
          <p:cNvSpPr>
            <a:spLocks/>
          </p:cNvSpPr>
          <p:nvPr/>
        </p:nvSpPr>
        <p:spPr>
          <a:xfrm>
            <a:off x="7150778" y="48574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7B5359D1-A050-4F88-B07B-B52A8C389447}"/>
              </a:ext>
            </a:extLst>
          </p:cNvPr>
          <p:cNvSpPr>
            <a:spLocks/>
          </p:cNvSpPr>
          <p:nvPr/>
        </p:nvSpPr>
        <p:spPr>
          <a:xfrm>
            <a:off x="6937931" y="48698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558B58BF-29DC-4A5D-A957-BD290F7E87BE}"/>
              </a:ext>
            </a:extLst>
          </p:cNvPr>
          <p:cNvSpPr>
            <a:spLocks/>
          </p:cNvSpPr>
          <p:nvPr/>
        </p:nvSpPr>
        <p:spPr>
          <a:xfrm>
            <a:off x="7126307" y="47623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F129B897-ED29-4A34-AF69-2CBDBEC6D1F1}"/>
              </a:ext>
            </a:extLst>
          </p:cNvPr>
          <p:cNvSpPr>
            <a:spLocks/>
          </p:cNvSpPr>
          <p:nvPr/>
        </p:nvSpPr>
        <p:spPr>
          <a:xfrm>
            <a:off x="7412755" y="49660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057B12F3-384C-4973-B1CE-D540C28B6050}"/>
              </a:ext>
            </a:extLst>
          </p:cNvPr>
          <p:cNvSpPr>
            <a:spLocks/>
          </p:cNvSpPr>
          <p:nvPr/>
        </p:nvSpPr>
        <p:spPr>
          <a:xfrm>
            <a:off x="7395171" y="48866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5CC34427-0BD4-47A3-9B10-A9B7979F09D2}"/>
              </a:ext>
            </a:extLst>
          </p:cNvPr>
          <p:cNvSpPr>
            <a:spLocks/>
          </p:cNvSpPr>
          <p:nvPr/>
        </p:nvSpPr>
        <p:spPr>
          <a:xfrm>
            <a:off x="7441258" y="47029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D80771A8-D71F-4C06-A9CD-8E47B35614D6}"/>
              </a:ext>
            </a:extLst>
          </p:cNvPr>
          <p:cNvSpPr>
            <a:spLocks/>
          </p:cNvSpPr>
          <p:nvPr/>
        </p:nvSpPr>
        <p:spPr>
          <a:xfrm>
            <a:off x="7407925" y="46759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D93AAF50-753F-4B93-9F4D-6C0F3E45B46A}"/>
              </a:ext>
            </a:extLst>
          </p:cNvPr>
          <p:cNvSpPr>
            <a:spLocks/>
          </p:cNvSpPr>
          <p:nvPr/>
        </p:nvSpPr>
        <p:spPr>
          <a:xfrm>
            <a:off x="7574375" y="46935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0F3812B4-DAFA-432A-890A-2A9EBFD11B6F}"/>
              </a:ext>
            </a:extLst>
          </p:cNvPr>
          <p:cNvSpPr>
            <a:spLocks/>
          </p:cNvSpPr>
          <p:nvPr/>
        </p:nvSpPr>
        <p:spPr>
          <a:xfrm>
            <a:off x="7349949" y="46124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AA8E42D9-AA41-4065-8AAA-E9D42FF35065}"/>
              </a:ext>
            </a:extLst>
          </p:cNvPr>
          <p:cNvSpPr>
            <a:spLocks/>
          </p:cNvSpPr>
          <p:nvPr/>
        </p:nvSpPr>
        <p:spPr>
          <a:xfrm>
            <a:off x="7559724" y="50290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88663432-676C-4DB5-AA88-2C3DBCE8D24C}"/>
              </a:ext>
            </a:extLst>
          </p:cNvPr>
          <p:cNvSpPr>
            <a:spLocks/>
          </p:cNvSpPr>
          <p:nvPr/>
        </p:nvSpPr>
        <p:spPr>
          <a:xfrm>
            <a:off x="7654298" y="49183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4A8366D4-5A70-4849-BED7-2C9B9FC9AF2E}"/>
              </a:ext>
            </a:extLst>
          </p:cNvPr>
          <p:cNvSpPr>
            <a:spLocks/>
          </p:cNvSpPr>
          <p:nvPr/>
        </p:nvSpPr>
        <p:spPr>
          <a:xfrm>
            <a:off x="7735285" y="48708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798D98F3-1782-43E2-AC6B-2FCD677F2595}"/>
              </a:ext>
            </a:extLst>
          </p:cNvPr>
          <p:cNvSpPr>
            <a:spLocks/>
          </p:cNvSpPr>
          <p:nvPr/>
        </p:nvSpPr>
        <p:spPr>
          <a:xfrm>
            <a:off x="7630402" y="4846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F2AC1344-62A2-4D3C-A335-3D6F23A0E7D5}"/>
              </a:ext>
            </a:extLst>
          </p:cNvPr>
          <p:cNvSpPr>
            <a:spLocks/>
          </p:cNvSpPr>
          <p:nvPr/>
        </p:nvSpPr>
        <p:spPr>
          <a:xfrm>
            <a:off x="7805406" y="47304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AADF9406-8E17-4887-9074-5614285EA6B2}"/>
              </a:ext>
            </a:extLst>
          </p:cNvPr>
          <p:cNvSpPr>
            <a:spLocks/>
          </p:cNvSpPr>
          <p:nvPr/>
        </p:nvSpPr>
        <p:spPr>
          <a:xfrm>
            <a:off x="7828832" y="49773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E37D905C-E8B3-4187-812C-50C35D0012A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039" y="1306748"/>
                </a:moveTo>
                <a:lnTo>
                  <a:pt x="13160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es_1">
            <a:extLst>
              <a:ext uri="{FF2B5EF4-FFF2-40B4-BE49-F238E27FC236}">
                <a16:creationId xmlns:a16="http://schemas.microsoft.com/office/drawing/2014/main" id="{4BE980F6-90F7-4E4D-BEDA-D172577B5EB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917" y="320156"/>
                </a:moveTo>
                <a:lnTo>
                  <a:pt x="1200166" y="23587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2" name="9r3d_0_build_ClashingReceptorAtoms_1">
            <a:extLst>
              <a:ext uri="{FF2B5EF4-FFF2-40B4-BE49-F238E27FC236}">
                <a16:creationId xmlns:a16="http://schemas.microsoft.com/office/drawing/2014/main" id="{EA2E090D-4BC5-47AD-923B-370193D1BAAE}"/>
              </a:ext>
            </a:extLst>
          </p:cNvPr>
          <p:cNvSpPr>
            <a:spLocks/>
          </p:cNvSpPr>
          <p:nvPr/>
        </p:nvSpPr>
        <p:spPr>
          <a:xfrm>
            <a:off x="7348553" y="458403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3" name="stage3-cases-main_29">
            <a:extLst>
              <a:ext uri="{FF2B5EF4-FFF2-40B4-BE49-F238E27FC236}">
                <a16:creationId xmlns:a16="http://schemas.microsoft.com/office/drawing/2014/main" id="{282DAC09-3075-4D8C-8955-897A3CFBE39A}"/>
              </a:ext>
            </a:extLst>
          </p:cNvPr>
          <p:cNvSpPr>
            <a:spLocks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5.47 Å   D 81%   Clash 2</a:t>
            </a:r>
          </a:p>
        </p:txBody>
      </p:sp>
      <p:sp>
        <p:nvSpPr>
          <p:cNvPr id="994" name="stage3-cases-main_30">
            <a:extLst>
              <a:ext uri="{FF2B5EF4-FFF2-40B4-BE49-F238E27FC236}">
                <a16:creationId xmlns:a16="http://schemas.microsoft.com/office/drawing/2014/main" id="{21E1B9D5-E4F7-4668-89E5-108011D91CEA}"/>
              </a:ext>
            </a:extLst>
          </p:cNvPr>
          <p:cNvSpPr>
            <a:spLocks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9PXT · MGD (A:1004)</a:t>
            </a:r>
          </a:p>
        </p:txBody>
      </p:sp>
      <p:sp>
        <p:nvSpPr>
          <p:cNvPr id="995" name="stage3-cases-main_31">
            <a:extLst>
              <a:ext uri="{FF2B5EF4-FFF2-40B4-BE49-F238E27FC236}">
                <a16:creationId xmlns:a16="http://schemas.microsoft.com/office/drawing/2014/main" id="{C53D8FC7-331C-45AB-A08C-93E112C4A9E9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72051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96" name="stage3-cases-main_32">
            <a:extLst>
              <a:ext uri="{FF2B5EF4-FFF2-40B4-BE49-F238E27FC236}">
                <a16:creationId xmlns:a16="http://schemas.microsoft.com/office/drawing/2014/main" id="{56CA34B4-3E6D-43C0-B9E7-799B8924FE9F}"/>
              </a:ext>
            </a:extLst>
          </p:cNvPr>
          <p:cNvSpPr>
            <a:spLocks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97" name="9pxt_3_official_Receptor">
            <a:extLst>
              <a:ext uri="{FF2B5EF4-FFF2-40B4-BE49-F238E27FC236}">
                <a16:creationId xmlns:a16="http://schemas.microsoft.com/office/drawing/2014/main" id="{3304812F-38D7-424D-9457-20203432C66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828" y="486422"/>
                </a:moveTo>
                <a:lnTo>
                  <a:pt x="1434321" y="505000"/>
                </a:lnTo>
                <a:moveTo>
                  <a:pt x="1270308" y="455987"/>
                </a:moveTo>
                <a:lnTo>
                  <a:pt x="1344828" y="486422"/>
                </a:lnTo>
                <a:moveTo>
                  <a:pt x="2556742" y="1052266"/>
                </a:moveTo>
                <a:lnTo>
                  <a:pt x="2625450" y="1117918"/>
                </a:lnTo>
                <a:moveTo>
                  <a:pt x="2462633" y="1105987"/>
                </a:moveTo>
                <a:lnTo>
                  <a:pt x="2477147" y="1199130"/>
                </a:lnTo>
                <a:moveTo>
                  <a:pt x="1232235" y="352216"/>
                </a:moveTo>
                <a:lnTo>
                  <a:pt x="1270308" y="455987"/>
                </a:lnTo>
                <a:moveTo>
                  <a:pt x="2462633" y="1105987"/>
                </a:moveTo>
                <a:lnTo>
                  <a:pt x="2556742" y="1052266"/>
                </a:lnTo>
                <a:moveTo>
                  <a:pt x="1270308" y="455987"/>
                </a:moveTo>
                <a:lnTo>
                  <a:pt x="1178553" y="528894"/>
                </a:lnTo>
                <a:moveTo>
                  <a:pt x="2556742" y="1052266"/>
                </a:moveTo>
                <a:lnTo>
                  <a:pt x="2589588" y="954799"/>
                </a:lnTo>
                <a:moveTo>
                  <a:pt x="1178553" y="528894"/>
                </a:moveTo>
                <a:lnTo>
                  <a:pt x="1205618" y="662195"/>
                </a:lnTo>
                <a:moveTo>
                  <a:pt x="1251354" y="1031764"/>
                </a:moveTo>
                <a:lnTo>
                  <a:pt x="1212129" y="1039034"/>
                </a:lnTo>
                <a:moveTo>
                  <a:pt x="2368126" y="1066761"/>
                </a:moveTo>
                <a:lnTo>
                  <a:pt x="2462633" y="1105987"/>
                </a:lnTo>
                <a:moveTo>
                  <a:pt x="1705977" y="853971"/>
                </a:moveTo>
                <a:lnTo>
                  <a:pt x="1663223" y="792336"/>
                </a:lnTo>
                <a:moveTo>
                  <a:pt x="1814327" y="1006179"/>
                </a:moveTo>
                <a:lnTo>
                  <a:pt x="1710946" y="965723"/>
                </a:lnTo>
                <a:moveTo>
                  <a:pt x="2471248" y="531508"/>
                </a:moveTo>
                <a:lnTo>
                  <a:pt x="2496553" y="451770"/>
                </a:lnTo>
                <a:moveTo>
                  <a:pt x="1710946" y="965723"/>
                </a:moveTo>
                <a:lnTo>
                  <a:pt x="1705977" y="853971"/>
                </a:lnTo>
                <a:moveTo>
                  <a:pt x="1212129" y="1039034"/>
                </a:moveTo>
                <a:lnTo>
                  <a:pt x="1097653" y="1030581"/>
                </a:lnTo>
                <a:moveTo>
                  <a:pt x="1710946" y="965723"/>
                </a:moveTo>
                <a:lnTo>
                  <a:pt x="1639612" y="1029513"/>
                </a:lnTo>
                <a:moveTo>
                  <a:pt x="2548547" y="616750"/>
                </a:moveTo>
                <a:lnTo>
                  <a:pt x="2471248" y="531508"/>
                </a:lnTo>
                <a:moveTo>
                  <a:pt x="2346344" y="1108042"/>
                </a:moveTo>
                <a:lnTo>
                  <a:pt x="2368126" y="1066761"/>
                </a:lnTo>
                <a:moveTo>
                  <a:pt x="2657689" y="577447"/>
                </a:moveTo>
                <a:lnTo>
                  <a:pt x="2548547" y="616750"/>
                </a:lnTo>
                <a:moveTo>
                  <a:pt x="2471248" y="531508"/>
                </a:moveTo>
                <a:lnTo>
                  <a:pt x="2384751" y="543803"/>
                </a:lnTo>
                <a:moveTo>
                  <a:pt x="1097653" y="1030581"/>
                </a:moveTo>
                <a:lnTo>
                  <a:pt x="1054894" y="1076372"/>
                </a:lnTo>
                <a:moveTo>
                  <a:pt x="1705977" y="853971"/>
                </a:moveTo>
                <a:lnTo>
                  <a:pt x="1748718" y="825743"/>
                </a:lnTo>
                <a:moveTo>
                  <a:pt x="1763171" y="402099"/>
                </a:moveTo>
                <a:lnTo>
                  <a:pt x="1752127" y="311285"/>
                </a:lnTo>
                <a:moveTo>
                  <a:pt x="1639612" y="1029513"/>
                </a:moveTo>
                <a:lnTo>
                  <a:pt x="1683821" y="1134429"/>
                </a:lnTo>
                <a:moveTo>
                  <a:pt x="2658898" y="484878"/>
                </a:moveTo>
                <a:lnTo>
                  <a:pt x="2657689" y="577447"/>
                </a:lnTo>
                <a:moveTo>
                  <a:pt x="2289514" y="1203449"/>
                </a:moveTo>
                <a:lnTo>
                  <a:pt x="2346344" y="1108042"/>
                </a:lnTo>
                <a:moveTo>
                  <a:pt x="1570788" y="587919"/>
                </a:moveTo>
                <a:lnTo>
                  <a:pt x="1442526" y="599989"/>
                </a:lnTo>
                <a:moveTo>
                  <a:pt x="1639612" y="1029513"/>
                </a:moveTo>
                <a:lnTo>
                  <a:pt x="1625545" y="980482"/>
                </a:lnTo>
                <a:moveTo>
                  <a:pt x="2068970" y="650803"/>
                </a:moveTo>
                <a:lnTo>
                  <a:pt x="2122492" y="575422"/>
                </a:lnTo>
                <a:moveTo>
                  <a:pt x="1752127" y="311285"/>
                </a:moveTo>
                <a:lnTo>
                  <a:pt x="1858608" y="270084"/>
                </a:lnTo>
                <a:moveTo>
                  <a:pt x="2346344" y="1108042"/>
                </a:moveTo>
                <a:lnTo>
                  <a:pt x="2289978" y="1028990"/>
                </a:lnTo>
                <a:moveTo>
                  <a:pt x="1748718" y="825743"/>
                </a:moveTo>
                <a:lnTo>
                  <a:pt x="1751300" y="720101"/>
                </a:lnTo>
                <a:moveTo>
                  <a:pt x="2417689" y="53007"/>
                </a:moveTo>
                <a:lnTo>
                  <a:pt x="2473225" y="22565"/>
                </a:lnTo>
                <a:moveTo>
                  <a:pt x="2289978" y="1028990"/>
                </a:moveTo>
                <a:lnTo>
                  <a:pt x="2278049" y="940961"/>
                </a:lnTo>
                <a:moveTo>
                  <a:pt x="2036758" y="721032"/>
                </a:moveTo>
                <a:lnTo>
                  <a:pt x="2068970" y="650803"/>
                </a:lnTo>
                <a:moveTo>
                  <a:pt x="1752127" y="311285"/>
                </a:moveTo>
                <a:lnTo>
                  <a:pt x="1694714" y="334406"/>
                </a:lnTo>
                <a:moveTo>
                  <a:pt x="1751300" y="720101"/>
                </a:moveTo>
                <a:lnTo>
                  <a:pt x="1857908" y="684627"/>
                </a:lnTo>
                <a:moveTo>
                  <a:pt x="1858608" y="270084"/>
                </a:moveTo>
                <a:lnTo>
                  <a:pt x="1907816" y="292548"/>
                </a:lnTo>
                <a:moveTo>
                  <a:pt x="1573646" y="687269"/>
                </a:moveTo>
                <a:lnTo>
                  <a:pt x="1570788" y="587919"/>
                </a:lnTo>
                <a:moveTo>
                  <a:pt x="1857908" y="684627"/>
                </a:moveTo>
                <a:lnTo>
                  <a:pt x="1931991" y="753760"/>
                </a:lnTo>
                <a:moveTo>
                  <a:pt x="2417689" y="53007"/>
                </a:moveTo>
                <a:lnTo>
                  <a:pt x="2324259" y="45859"/>
                </a:lnTo>
                <a:moveTo>
                  <a:pt x="1857908" y="684627"/>
                </a:moveTo>
                <a:lnTo>
                  <a:pt x="1873023" y="593307"/>
                </a:lnTo>
                <a:moveTo>
                  <a:pt x="1931991" y="753760"/>
                </a:moveTo>
                <a:lnTo>
                  <a:pt x="2036758" y="721032"/>
                </a:lnTo>
                <a:moveTo>
                  <a:pt x="2596562" y="234689"/>
                </a:moveTo>
                <a:lnTo>
                  <a:pt x="2636342" y="173365"/>
                </a:lnTo>
                <a:moveTo>
                  <a:pt x="1751300" y="720101"/>
                </a:moveTo>
                <a:lnTo>
                  <a:pt x="1682203" y="704385"/>
                </a:lnTo>
                <a:moveTo>
                  <a:pt x="1694714" y="334406"/>
                </a:moveTo>
                <a:lnTo>
                  <a:pt x="1581730" y="324575"/>
                </a:lnTo>
                <a:moveTo>
                  <a:pt x="2475010" y="97684"/>
                </a:moveTo>
                <a:lnTo>
                  <a:pt x="2417689" y="53007"/>
                </a:lnTo>
                <a:moveTo>
                  <a:pt x="1682203" y="704385"/>
                </a:moveTo>
                <a:lnTo>
                  <a:pt x="1573646" y="687269"/>
                </a:lnTo>
                <a:moveTo>
                  <a:pt x="1581730" y="324575"/>
                </a:moveTo>
                <a:lnTo>
                  <a:pt x="1526370" y="357592"/>
                </a:lnTo>
                <a:moveTo>
                  <a:pt x="2490890" y="213169"/>
                </a:moveTo>
                <a:lnTo>
                  <a:pt x="2596562" y="234689"/>
                </a:lnTo>
                <a:moveTo>
                  <a:pt x="2490890" y="213169"/>
                </a:moveTo>
                <a:lnTo>
                  <a:pt x="2475010" y="97684"/>
                </a:lnTo>
                <a:moveTo>
                  <a:pt x="1526370" y="357592"/>
                </a:moveTo>
                <a:lnTo>
                  <a:pt x="1425940" y="363118"/>
                </a:lnTo>
                <a:moveTo>
                  <a:pt x="1938568" y="1116174"/>
                </a:moveTo>
                <a:lnTo>
                  <a:pt x="1916807" y="1172528"/>
                </a:lnTo>
                <a:moveTo>
                  <a:pt x="2472103" y="265508"/>
                </a:moveTo>
                <a:lnTo>
                  <a:pt x="2490890" y="213169"/>
                </a:lnTo>
                <a:moveTo>
                  <a:pt x="817922" y="100105"/>
                </a:moveTo>
                <a:lnTo>
                  <a:pt x="803493" y="166346"/>
                </a:lnTo>
                <a:moveTo>
                  <a:pt x="1526370" y="357592"/>
                </a:moveTo>
                <a:lnTo>
                  <a:pt x="1573084" y="378007"/>
                </a:lnTo>
                <a:moveTo>
                  <a:pt x="2577376" y="614812"/>
                </a:moveTo>
                <a:lnTo>
                  <a:pt x="2507682" y="688797"/>
                </a:lnTo>
                <a:moveTo>
                  <a:pt x="894762" y="714750"/>
                </a:moveTo>
                <a:lnTo>
                  <a:pt x="983565" y="699469"/>
                </a:lnTo>
                <a:moveTo>
                  <a:pt x="817922" y="100105"/>
                </a:moveTo>
                <a:lnTo>
                  <a:pt x="801947" y="8654"/>
                </a:lnTo>
                <a:moveTo>
                  <a:pt x="2044693" y="1084626"/>
                </a:moveTo>
                <a:lnTo>
                  <a:pt x="1938568" y="1116174"/>
                </a:lnTo>
                <a:moveTo>
                  <a:pt x="821806" y="700918"/>
                </a:moveTo>
                <a:lnTo>
                  <a:pt x="894762" y="714750"/>
                </a:lnTo>
                <a:moveTo>
                  <a:pt x="2224927" y="155005"/>
                </a:moveTo>
                <a:lnTo>
                  <a:pt x="2140759" y="206988"/>
                </a:lnTo>
                <a:moveTo>
                  <a:pt x="2532140" y="763182"/>
                </a:moveTo>
                <a:lnTo>
                  <a:pt x="2507682" y="688797"/>
                </a:lnTo>
                <a:moveTo>
                  <a:pt x="2205242" y="41505"/>
                </a:moveTo>
                <a:lnTo>
                  <a:pt x="2224927" y="155005"/>
                </a:lnTo>
                <a:moveTo>
                  <a:pt x="1938568" y="1116174"/>
                </a:moveTo>
                <a:lnTo>
                  <a:pt x="1916052" y="1183635"/>
                </a:lnTo>
                <a:moveTo>
                  <a:pt x="854204" y="144626"/>
                </a:moveTo>
                <a:lnTo>
                  <a:pt x="817922" y="100105"/>
                </a:lnTo>
                <a:moveTo>
                  <a:pt x="454864" y="191817"/>
                </a:moveTo>
                <a:lnTo>
                  <a:pt x="452096" y="124686"/>
                </a:lnTo>
                <a:moveTo>
                  <a:pt x="967017" y="675382"/>
                </a:moveTo>
                <a:lnTo>
                  <a:pt x="983565" y="699469"/>
                </a:lnTo>
                <a:moveTo>
                  <a:pt x="1296488" y="641920"/>
                </a:moveTo>
                <a:lnTo>
                  <a:pt x="1360424" y="576618"/>
                </a:lnTo>
                <a:moveTo>
                  <a:pt x="1296488" y="641920"/>
                </a:moveTo>
                <a:lnTo>
                  <a:pt x="1200654" y="644845"/>
                </a:lnTo>
                <a:moveTo>
                  <a:pt x="864987" y="676271"/>
                </a:moveTo>
                <a:lnTo>
                  <a:pt x="821806" y="700918"/>
                </a:lnTo>
                <a:moveTo>
                  <a:pt x="2627086" y="763691"/>
                </a:moveTo>
                <a:lnTo>
                  <a:pt x="2532140" y="763182"/>
                </a:lnTo>
                <a:moveTo>
                  <a:pt x="2120238" y="19728"/>
                </a:moveTo>
                <a:lnTo>
                  <a:pt x="2205242" y="41505"/>
                </a:lnTo>
                <a:moveTo>
                  <a:pt x="452096" y="124686"/>
                </a:moveTo>
                <a:lnTo>
                  <a:pt x="534519" y="44364"/>
                </a:lnTo>
                <a:moveTo>
                  <a:pt x="1824322" y="477699"/>
                </a:moveTo>
                <a:lnTo>
                  <a:pt x="1748911" y="563717"/>
                </a:lnTo>
                <a:moveTo>
                  <a:pt x="1916052" y="1183635"/>
                </a:moveTo>
                <a:lnTo>
                  <a:pt x="1970250" y="1258420"/>
                </a:lnTo>
                <a:moveTo>
                  <a:pt x="534519" y="44364"/>
                </a:moveTo>
                <a:lnTo>
                  <a:pt x="616366" y="51038"/>
                </a:lnTo>
                <a:moveTo>
                  <a:pt x="1748911" y="563717"/>
                </a:moveTo>
                <a:lnTo>
                  <a:pt x="1645580" y="525713"/>
                </a:lnTo>
                <a:moveTo>
                  <a:pt x="1916052" y="1183635"/>
                </a:moveTo>
                <a:lnTo>
                  <a:pt x="1836728" y="1158500"/>
                </a:lnTo>
                <a:moveTo>
                  <a:pt x="864987" y="676271"/>
                </a:moveTo>
                <a:lnTo>
                  <a:pt x="967017" y="675382"/>
                </a:lnTo>
                <a:moveTo>
                  <a:pt x="1330450" y="702893"/>
                </a:moveTo>
                <a:lnTo>
                  <a:pt x="1296488" y="641920"/>
                </a:lnTo>
                <a:moveTo>
                  <a:pt x="899964" y="64855"/>
                </a:moveTo>
                <a:lnTo>
                  <a:pt x="854204" y="144626"/>
                </a:lnTo>
                <a:moveTo>
                  <a:pt x="1815582" y="410394"/>
                </a:moveTo>
                <a:lnTo>
                  <a:pt x="1824322" y="477699"/>
                </a:lnTo>
                <a:moveTo>
                  <a:pt x="452096" y="124686"/>
                </a:moveTo>
                <a:lnTo>
                  <a:pt x="468032" y="185588"/>
                </a:lnTo>
                <a:moveTo>
                  <a:pt x="803350" y="655931"/>
                </a:moveTo>
                <a:lnTo>
                  <a:pt x="864987" y="676271"/>
                </a:lnTo>
                <a:moveTo>
                  <a:pt x="2156105" y="33356"/>
                </a:moveTo>
                <a:lnTo>
                  <a:pt x="2120238" y="19728"/>
                </a:lnTo>
                <a:moveTo>
                  <a:pt x="1903895" y="337342"/>
                </a:moveTo>
                <a:lnTo>
                  <a:pt x="1815582" y="410394"/>
                </a:lnTo>
                <a:moveTo>
                  <a:pt x="1378134" y="1199757"/>
                </a:moveTo>
                <a:lnTo>
                  <a:pt x="1484727" y="1164007"/>
                </a:lnTo>
                <a:moveTo>
                  <a:pt x="1268969" y="780281"/>
                </a:moveTo>
                <a:lnTo>
                  <a:pt x="1330450" y="702893"/>
                </a:lnTo>
                <a:moveTo>
                  <a:pt x="1836728" y="1158500"/>
                </a:moveTo>
                <a:lnTo>
                  <a:pt x="1813550" y="1212298"/>
                </a:lnTo>
                <a:moveTo>
                  <a:pt x="819532" y="15579"/>
                </a:moveTo>
                <a:lnTo>
                  <a:pt x="899964" y="64855"/>
                </a:lnTo>
                <a:moveTo>
                  <a:pt x="2479071" y="1029647"/>
                </a:moveTo>
                <a:lnTo>
                  <a:pt x="2405272" y="969524"/>
                </a:lnTo>
                <a:moveTo>
                  <a:pt x="1363545" y="1314082"/>
                </a:moveTo>
                <a:lnTo>
                  <a:pt x="1378134" y="1199757"/>
                </a:lnTo>
                <a:moveTo>
                  <a:pt x="1484727" y="1164007"/>
                </a:moveTo>
                <a:lnTo>
                  <a:pt x="1489145" y="1040058"/>
                </a:lnTo>
                <a:moveTo>
                  <a:pt x="1878313" y="241130"/>
                </a:moveTo>
                <a:lnTo>
                  <a:pt x="1903895" y="337342"/>
                </a:lnTo>
                <a:moveTo>
                  <a:pt x="1811104" y="176311"/>
                </a:moveTo>
                <a:lnTo>
                  <a:pt x="1878313" y="241130"/>
                </a:lnTo>
                <a:moveTo>
                  <a:pt x="1813550" y="1212298"/>
                </a:moveTo>
                <a:lnTo>
                  <a:pt x="1738443" y="1299216"/>
                </a:lnTo>
                <a:moveTo>
                  <a:pt x="1738443" y="1299216"/>
                </a:moveTo>
                <a:lnTo>
                  <a:pt x="1654531" y="1303509"/>
                </a:lnTo>
                <a:moveTo>
                  <a:pt x="468032" y="185588"/>
                </a:moveTo>
                <a:lnTo>
                  <a:pt x="437971" y="127210"/>
                </a:lnTo>
                <a:moveTo>
                  <a:pt x="2405272" y="969524"/>
                </a:moveTo>
                <a:lnTo>
                  <a:pt x="2456349" y="874792"/>
                </a:lnTo>
                <a:moveTo>
                  <a:pt x="2368429" y="607368"/>
                </a:moveTo>
                <a:lnTo>
                  <a:pt x="2409848" y="557156"/>
                </a:lnTo>
                <a:moveTo>
                  <a:pt x="1320121" y="823344"/>
                </a:moveTo>
                <a:lnTo>
                  <a:pt x="1268969" y="780281"/>
                </a:lnTo>
                <a:moveTo>
                  <a:pt x="1878313" y="241130"/>
                </a:moveTo>
                <a:lnTo>
                  <a:pt x="1975916" y="188110"/>
                </a:lnTo>
                <a:moveTo>
                  <a:pt x="863201" y="665788"/>
                </a:moveTo>
                <a:lnTo>
                  <a:pt x="803350" y="655931"/>
                </a:lnTo>
                <a:moveTo>
                  <a:pt x="2070641" y="31095"/>
                </a:moveTo>
                <a:lnTo>
                  <a:pt x="2156105" y="33356"/>
                </a:lnTo>
                <a:moveTo>
                  <a:pt x="920412" y="1293279"/>
                </a:moveTo>
                <a:lnTo>
                  <a:pt x="846262" y="1213104"/>
                </a:lnTo>
                <a:moveTo>
                  <a:pt x="2456349" y="874792"/>
                </a:moveTo>
                <a:lnTo>
                  <a:pt x="2401298" y="789109"/>
                </a:lnTo>
                <a:moveTo>
                  <a:pt x="2405272" y="969524"/>
                </a:moveTo>
                <a:lnTo>
                  <a:pt x="2358639" y="1031845"/>
                </a:lnTo>
                <a:moveTo>
                  <a:pt x="1975916" y="188110"/>
                </a:moveTo>
                <a:lnTo>
                  <a:pt x="1981638" y="87403"/>
                </a:lnTo>
                <a:moveTo>
                  <a:pt x="1813550" y="1212298"/>
                </a:moveTo>
                <a:lnTo>
                  <a:pt x="1772552" y="1137572"/>
                </a:lnTo>
                <a:moveTo>
                  <a:pt x="2456349" y="874792"/>
                </a:moveTo>
                <a:lnTo>
                  <a:pt x="2543462" y="879497"/>
                </a:lnTo>
                <a:moveTo>
                  <a:pt x="437971" y="127210"/>
                </a:moveTo>
                <a:lnTo>
                  <a:pt x="437707" y="33755"/>
                </a:lnTo>
                <a:moveTo>
                  <a:pt x="1981638" y="87403"/>
                </a:moveTo>
                <a:lnTo>
                  <a:pt x="2070641" y="31095"/>
                </a:lnTo>
                <a:moveTo>
                  <a:pt x="2358639" y="1031845"/>
                </a:moveTo>
                <a:lnTo>
                  <a:pt x="2313546" y="1123097"/>
                </a:lnTo>
                <a:moveTo>
                  <a:pt x="2401298" y="789109"/>
                </a:moveTo>
                <a:lnTo>
                  <a:pt x="2434845" y="699202"/>
                </a:lnTo>
                <a:moveTo>
                  <a:pt x="1975916" y="188110"/>
                </a:moveTo>
                <a:lnTo>
                  <a:pt x="2046967" y="239381"/>
                </a:lnTo>
                <a:moveTo>
                  <a:pt x="1489145" y="1040058"/>
                </a:moveTo>
                <a:lnTo>
                  <a:pt x="1481422" y="1076095"/>
                </a:lnTo>
                <a:moveTo>
                  <a:pt x="2434845" y="699202"/>
                </a:moveTo>
                <a:lnTo>
                  <a:pt x="2368429" y="607368"/>
                </a:lnTo>
                <a:moveTo>
                  <a:pt x="437971" y="127210"/>
                </a:moveTo>
                <a:lnTo>
                  <a:pt x="412430" y="182497"/>
                </a:lnTo>
                <a:moveTo>
                  <a:pt x="870275" y="774173"/>
                </a:moveTo>
                <a:lnTo>
                  <a:pt x="863201" y="665788"/>
                </a:lnTo>
                <a:moveTo>
                  <a:pt x="908896" y="1320864"/>
                </a:moveTo>
                <a:lnTo>
                  <a:pt x="920412" y="1293279"/>
                </a:lnTo>
                <a:moveTo>
                  <a:pt x="2368429" y="607368"/>
                </a:moveTo>
                <a:lnTo>
                  <a:pt x="2363672" y="532599"/>
                </a:lnTo>
                <a:moveTo>
                  <a:pt x="1268054" y="785806"/>
                </a:moveTo>
                <a:lnTo>
                  <a:pt x="1320121" y="823344"/>
                </a:lnTo>
                <a:moveTo>
                  <a:pt x="863201" y="665788"/>
                </a:moveTo>
                <a:lnTo>
                  <a:pt x="820488" y="605291"/>
                </a:lnTo>
                <a:moveTo>
                  <a:pt x="1772552" y="1137572"/>
                </a:moveTo>
                <a:lnTo>
                  <a:pt x="1778670" y="1178488"/>
                </a:lnTo>
                <a:moveTo>
                  <a:pt x="2434845" y="699202"/>
                </a:moveTo>
                <a:lnTo>
                  <a:pt x="2432895" y="719374"/>
                </a:lnTo>
                <a:moveTo>
                  <a:pt x="1614598" y="398018"/>
                </a:moveTo>
                <a:lnTo>
                  <a:pt x="1634785" y="387466"/>
                </a:lnTo>
                <a:moveTo>
                  <a:pt x="1535831" y="562924"/>
                </a:moveTo>
                <a:lnTo>
                  <a:pt x="1437247" y="609833"/>
                </a:lnTo>
                <a:moveTo>
                  <a:pt x="2083805" y="1142322"/>
                </a:moveTo>
                <a:lnTo>
                  <a:pt x="2105701" y="1220605"/>
                </a:lnTo>
                <a:moveTo>
                  <a:pt x="1778670" y="1178488"/>
                </a:moveTo>
                <a:lnTo>
                  <a:pt x="1837549" y="1247890"/>
                </a:lnTo>
                <a:moveTo>
                  <a:pt x="2083805" y="1142322"/>
                </a:moveTo>
                <a:lnTo>
                  <a:pt x="2102168" y="1050378"/>
                </a:lnTo>
                <a:moveTo>
                  <a:pt x="1569016" y="480276"/>
                </a:moveTo>
                <a:lnTo>
                  <a:pt x="1535831" y="562924"/>
                </a:lnTo>
                <a:moveTo>
                  <a:pt x="1341722" y="761348"/>
                </a:moveTo>
                <a:lnTo>
                  <a:pt x="1268054" y="785806"/>
                </a:lnTo>
                <a:moveTo>
                  <a:pt x="1437247" y="609833"/>
                </a:moveTo>
                <a:lnTo>
                  <a:pt x="1433066" y="710944"/>
                </a:lnTo>
                <a:moveTo>
                  <a:pt x="820488" y="605291"/>
                </a:moveTo>
                <a:lnTo>
                  <a:pt x="850676" y="623966"/>
                </a:lnTo>
                <a:moveTo>
                  <a:pt x="1614598" y="398018"/>
                </a:moveTo>
                <a:lnTo>
                  <a:pt x="1569016" y="480276"/>
                </a:lnTo>
                <a:moveTo>
                  <a:pt x="1437247" y="609833"/>
                </a:moveTo>
                <a:lnTo>
                  <a:pt x="1364813" y="554596"/>
                </a:lnTo>
                <a:moveTo>
                  <a:pt x="2432895" y="719374"/>
                </a:moveTo>
                <a:lnTo>
                  <a:pt x="2356042" y="774566"/>
                </a:lnTo>
                <a:moveTo>
                  <a:pt x="1778670" y="1178488"/>
                </a:moveTo>
                <a:lnTo>
                  <a:pt x="1718149" y="1135305"/>
                </a:lnTo>
                <a:moveTo>
                  <a:pt x="2432895" y="719374"/>
                </a:moveTo>
                <a:lnTo>
                  <a:pt x="2500821" y="685576"/>
                </a:lnTo>
                <a:moveTo>
                  <a:pt x="1433066" y="710944"/>
                </a:moveTo>
                <a:lnTo>
                  <a:pt x="1341722" y="761348"/>
                </a:lnTo>
                <a:moveTo>
                  <a:pt x="1642492" y="314976"/>
                </a:moveTo>
                <a:lnTo>
                  <a:pt x="1614598" y="398018"/>
                </a:lnTo>
                <a:moveTo>
                  <a:pt x="2076962" y="618478"/>
                </a:moveTo>
                <a:lnTo>
                  <a:pt x="1999264" y="688518"/>
                </a:lnTo>
                <a:moveTo>
                  <a:pt x="2008551" y="780001"/>
                </a:moveTo>
                <a:lnTo>
                  <a:pt x="1999264" y="688518"/>
                </a:lnTo>
                <a:moveTo>
                  <a:pt x="1642492" y="314976"/>
                </a:moveTo>
                <a:lnTo>
                  <a:pt x="1578935" y="218860"/>
                </a:lnTo>
                <a:moveTo>
                  <a:pt x="2163836" y="639890"/>
                </a:moveTo>
                <a:lnTo>
                  <a:pt x="2076962" y="618478"/>
                </a:lnTo>
                <a:moveTo>
                  <a:pt x="2032684" y="1146831"/>
                </a:moveTo>
                <a:lnTo>
                  <a:pt x="2083805" y="1142322"/>
                </a:lnTo>
                <a:moveTo>
                  <a:pt x="1751098" y="293462"/>
                </a:moveTo>
                <a:lnTo>
                  <a:pt x="1642492" y="314976"/>
                </a:lnTo>
                <a:moveTo>
                  <a:pt x="1578935" y="218860"/>
                </a:moveTo>
                <a:lnTo>
                  <a:pt x="1629978" y="132556"/>
                </a:lnTo>
                <a:moveTo>
                  <a:pt x="1578935" y="218860"/>
                </a:moveTo>
                <a:lnTo>
                  <a:pt x="1475850" y="228787"/>
                </a:lnTo>
                <a:moveTo>
                  <a:pt x="1341722" y="761348"/>
                </a:moveTo>
                <a:lnTo>
                  <a:pt x="1371720" y="857737"/>
                </a:lnTo>
                <a:moveTo>
                  <a:pt x="894272" y="976048"/>
                </a:moveTo>
                <a:lnTo>
                  <a:pt x="979554" y="952048"/>
                </a:lnTo>
                <a:moveTo>
                  <a:pt x="2356042" y="774566"/>
                </a:moveTo>
                <a:lnTo>
                  <a:pt x="2351714" y="811223"/>
                </a:lnTo>
                <a:moveTo>
                  <a:pt x="1371720" y="857737"/>
                </a:moveTo>
                <a:lnTo>
                  <a:pt x="1452050" y="902596"/>
                </a:lnTo>
                <a:moveTo>
                  <a:pt x="2329603" y="924911"/>
                </a:moveTo>
                <a:lnTo>
                  <a:pt x="2260146" y="958364"/>
                </a:lnTo>
                <a:moveTo>
                  <a:pt x="2095466" y="801179"/>
                </a:moveTo>
                <a:lnTo>
                  <a:pt x="2008551" y="780001"/>
                </a:lnTo>
                <a:moveTo>
                  <a:pt x="2174499" y="731567"/>
                </a:moveTo>
                <a:lnTo>
                  <a:pt x="2163836" y="639890"/>
                </a:lnTo>
                <a:moveTo>
                  <a:pt x="2351714" y="811223"/>
                </a:moveTo>
                <a:lnTo>
                  <a:pt x="2329603" y="924911"/>
                </a:lnTo>
                <a:moveTo>
                  <a:pt x="2174499" y="731567"/>
                </a:moveTo>
                <a:lnTo>
                  <a:pt x="2095466" y="801179"/>
                </a:lnTo>
                <a:moveTo>
                  <a:pt x="1284826" y="1073430"/>
                </a:moveTo>
                <a:lnTo>
                  <a:pt x="1236459" y="1064216"/>
                </a:lnTo>
                <a:moveTo>
                  <a:pt x="1371720" y="857737"/>
                </a:moveTo>
                <a:lnTo>
                  <a:pt x="1306598" y="888178"/>
                </a:lnTo>
                <a:moveTo>
                  <a:pt x="878711" y="1008059"/>
                </a:moveTo>
                <a:lnTo>
                  <a:pt x="894272" y="976048"/>
                </a:lnTo>
                <a:moveTo>
                  <a:pt x="1152405" y="1262113"/>
                </a:moveTo>
                <a:lnTo>
                  <a:pt x="1099035" y="1294682"/>
                </a:lnTo>
                <a:moveTo>
                  <a:pt x="2100892" y="1194710"/>
                </a:moveTo>
                <a:lnTo>
                  <a:pt x="2032684" y="1146831"/>
                </a:lnTo>
                <a:moveTo>
                  <a:pt x="2351714" y="811223"/>
                </a:moveTo>
                <a:lnTo>
                  <a:pt x="2270091" y="754606"/>
                </a:lnTo>
                <a:moveTo>
                  <a:pt x="2270091" y="754606"/>
                </a:moveTo>
                <a:lnTo>
                  <a:pt x="2174499" y="731567"/>
                </a:lnTo>
                <a:moveTo>
                  <a:pt x="1267985" y="1257768"/>
                </a:moveTo>
                <a:lnTo>
                  <a:pt x="1152405" y="1262113"/>
                </a:lnTo>
                <a:moveTo>
                  <a:pt x="2207521" y="1173302"/>
                </a:moveTo>
                <a:lnTo>
                  <a:pt x="2100892" y="1194710"/>
                </a:lnTo>
                <a:moveTo>
                  <a:pt x="1309137" y="1164080"/>
                </a:moveTo>
                <a:lnTo>
                  <a:pt x="1267985" y="1257768"/>
                </a:lnTo>
                <a:moveTo>
                  <a:pt x="1284826" y="1073430"/>
                </a:moveTo>
                <a:lnTo>
                  <a:pt x="1309137" y="1164080"/>
                </a:lnTo>
                <a:moveTo>
                  <a:pt x="2100892" y="1194710"/>
                </a:moveTo>
                <a:lnTo>
                  <a:pt x="2085250" y="1309961"/>
                </a:lnTo>
                <a:moveTo>
                  <a:pt x="1306598" y="888178"/>
                </a:moveTo>
                <a:lnTo>
                  <a:pt x="1323360" y="980257"/>
                </a:lnTo>
                <a:moveTo>
                  <a:pt x="1323360" y="980257"/>
                </a:moveTo>
                <a:lnTo>
                  <a:pt x="1284826" y="1073430"/>
                </a:lnTo>
                <a:moveTo>
                  <a:pt x="954106" y="1083689"/>
                </a:moveTo>
                <a:lnTo>
                  <a:pt x="878711" y="1008059"/>
                </a:lnTo>
                <a:moveTo>
                  <a:pt x="878711" y="1008059"/>
                </a:moveTo>
                <a:lnTo>
                  <a:pt x="881223" y="914856"/>
                </a:lnTo>
                <a:moveTo>
                  <a:pt x="1323360" y="980257"/>
                </a:moveTo>
                <a:lnTo>
                  <a:pt x="1272648" y="972918"/>
                </a:lnTo>
                <a:moveTo>
                  <a:pt x="881223" y="914856"/>
                </a:moveTo>
                <a:lnTo>
                  <a:pt x="827630" y="931421"/>
                </a:lnTo>
                <a:moveTo>
                  <a:pt x="1272648" y="972918"/>
                </a:moveTo>
                <a:lnTo>
                  <a:pt x="1161736" y="944072"/>
                </a:lnTo>
                <a:moveTo>
                  <a:pt x="1272648" y="972918"/>
                </a:moveTo>
                <a:lnTo>
                  <a:pt x="1328920" y="896783"/>
                </a:lnTo>
                <a:moveTo>
                  <a:pt x="827630" y="931421"/>
                </a:moveTo>
                <a:lnTo>
                  <a:pt x="878956" y="950333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98" name="9pxt_3_official_ExperimentalDensity">
            <a:extLst>
              <a:ext uri="{FF2B5EF4-FFF2-40B4-BE49-F238E27FC236}">
                <a16:creationId xmlns:a16="http://schemas.microsoft.com/office/drawing/2014/main" id="{CCC8318C-1313-49AD-8518-5CCEE12AF30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3325" y="801817"/>
                </a:moveTo>
                <a:lnTo>
                  <a:pt x="1307967" y="787605"/>
                </a:lnTo>
                <a:moveTo>
                  <a:pt x="1397377" y="797002"/>
                </a:moveTo>
                <a:lnTo>
                  <a:pt x="1383325" y="801817"/>
                </a:lnTo>
                <a:moveTo>
                  <a:pt x="1294532" y="846994"/>
                </a:moveTo>
                <a:lnTo>
                  <a:pt x="1307967" y="787605"/>
                </a:lnTo>
                <a:moveTo>
                  <a:pt x="1369500" y="858817"/>
                </a:moveTo>
                <a:lnTo>
                  <a:pt x="1307967" y="787605"/>
                </a:lnTo>
                <a:moveTo>
                  <a:pt x="1369500" y="858817"/>
                </a:moveTo>
                <a:lnTo>
                  <a:pt x="1383325" y="801817"/>
                </a:lnTo>
                <a:moveTo>
                  <a:pt x="1121522" y="824467"/>
                </a:moveTo>
                <a:lnTo>
                  <a:pt x="1067972" y="807077"/>
                </a:lnTo>
                <a:moveTo>
                  <a:pt x="1397377" y="797002"/>
                </a:moveTo>
                <a:lnTo>
                  <a:pt x="1369500" y="858817"/>
                </a:lnTo>
                <a:moveTo>
                  <a:pt x="1369193" y="860075"/>
                </a:moveTo>
                <a:lnTo>
                  <a:pt x="1397377" y="797002"/>
                </a:lnTo>
                <a:moveTo>
                  <a:pt x="2341353" y="626220"/>
                </a:moveTo>
                <a:lnTo>
                  <a:pt x="2337924" y="627380"/>
                </a:lnTo>
                <a:moveTo>
                  <a:pt x="1456701" y="780454"/>
                </a:moveTo>
                <a:lnTo>
                  <a:pt x="1397377" y="797002"/>
                </a:lnTo>
                <a:moveTo>
                  <a:pt x="1294018" y="849181"/>
                </a:moveTo>
                <a:lnTo>
                  <a:pt x="1294532" y="846994"/>
                </a:lnTo>
                <a:moveTo>
                  <a:pt x="1121840" y="891817"/>
                </a:moveTo>
                <a:lnTo>
                  <a:pt x="1121522" y="824467"/>
                </a:lnTo>
                <a:moveTo>
                  <a:pt x="1294018" y="849181"/>
                </a:moveTo>
                <a:lnTo>
                  <a:pt x="1293713" y="850886"/>
                </a:lnTo>
                <a:moveTo>
                  <a:pt x="1369500" y="858817"/>
                </a:moveTo>
                <a:lnTo>
                  <a:pt x="1294532" y="846994"/>
                </a:lnTo>
                <a:moveTo>
                  <a:pt x="1369500" y="858817"/>
                </a:moveTo>
                <a:lnTo>
                  <a:pt x="1294018" y="849181"/>
                </a:lnTo>
                <a:moveTo>
                  <a:pt x="1369193" y="860075"/>
                </a:moveTo>
                <a:lnTo>
                  <a:pt x="1294018" y="849181"/>
                </a:lnTo>
                <a:moveTo>
                  <a:pt x="1121840" y="891817"/>
                </a:moveTo>
                <a:lnTo>
                  <a:pt x="1067972" y="807077"/>
                </a:lnTo>
                <a:moveTo>
                  <a:pt x="1369193" y="860075"/>
                </a:moveTo>
                <a:lnTo>
                  <a:pt x="1293713" y="850886"/>
                </a:lnTo>
                <a:moveTo>
                  <a:pt x="2324300" y="694773"/>
                </a:moveTo>
                <a:lnTo>
                  <a:pt x="2337924" y="627380"/>
                </a:lnTo>
                <a:moveTo>
                  <a:pt x="1366925" y="871059"/>
                </a:moveTo>
                <a:lnTo>
                  <a:pt x="1293713" y="850886"/>
                </a:lnTo>
                <a:moveTo>
                  <a:pt x="2341353" y="626220"/>
                </a:moveTo>
                <a:lnTo>
                  <a:pt x="2324300" y="694773"/>
                </a:lnTo>
                <a:moveTo>
                  <a:pt x="1369193" y="860075"/>
                </a:moveTo>
                <a:lnTo>
                  <a:pt x="1369500" y="858817"/>
                </a:lnTo>
                <a:moveTo>
                  <a:pt x="1366925" y="871059"/>
                </a:moveTo>
                <a:lnTo>
                  <a:pt x="1369193" y="860075"/>
                </a:lnTo>
                <a:moveTo>
                  <a:pt x="2329577" y="691824"/>
                </a:moveTo>
                <a:lnTo>
                  <a:pt x="2341353" y="626220"/>
                </a:lnTo>
                <a:moveTo>
                  <a:pt x="1067972" y="807077"/>
                </a:moveTo>
                <a:lnTo>
                  <a:pt x="1010238" y="770499"/>
                </a:lnTo>
                <a:moveTo>
                  <a:pt x="1293713" y="850886"/>
                </a:moveTo>
                <a:lnTo>
                  <a:pt x="1280566" y="919645"/>
                </a:lnTo>
                <a:moveTo>
                  <a:pt x="1456701" y="780454"/>
                </a:moveTo>
                <a:lnTo>
                  <a:pt x="1369193" y="860075"/>
                </a:lnTo>
                <a:moveTo>
                  <a:pt x="1053627" y="861543"/>
                </a:moveTo>
                <a:lnTo>
                  <a:pt x="1067972" y="807077"/>
                </a:lnTo>
                <a:moveTo>
                  <a:pt x="1355491" y="926071"/>
                </a:moveTo>
                <a:lnTo>
                  <a:pt x="1293713" y="850886"/>
                </a:lnTo>
                <a:moveTo>
                  <a:pt x="1280566" y="919645"/>
                </a:moveTo>
                <a:lnTo>
                  <a:pt x="1205394" y="908793"/>
                </a:lnTo>
                <a:moveTo>
                  <a:pt x="2350944" y="589709"/>
                </a:moveTo>
                <a:lnTo>
                  <a:pt x="2341353" y="626220"/>
                </a:lnTo>
                <a:moveTo>
                  <a:pt x="2329577" y="691824"/>
                </a:moveTo>
                <a:lnTo>
                  <a:pt x="2324300" y="694773"/>
                </a:lnTo>
                <a:moveTo>
                  <a:pt x="1366925" y="871059"/>
                </a:moveTo>
                <a:lnTo>
                  <a:pt x="1355491" y="926071"/>
                </a:lnTo>
                <a:moveTo>
                  <a:pt x="1357327" y="925827"/>
                </a:moveTo>
                <a:lnTo>
                  <a:pt x="1366925" y="871059"/>
                </a:lnTo>
                <a:moveTo>
                  <a:pt x="1067972" y="807077"/>
                </a:moveTo>
                <a:lnTo>
                  <a:pt x="1022846" y="839624"/>
                </a:lnTo>
                <a:moveTo>
                  <a:pt x="1121840" y="891817"/>
                </a:moveTo>
                <a:lnTo>
                  <a:pt x="1053627" y="861543"/>
                </a:lnTo>
                <a:moveTo>
                  <a:pt x="2317924" y="720354"/>
                </a:moveTo>
                <a:lnTo>
                  <a:pt x="2324300" y="694773"/>
                </a:lnTo>
                <a:moveTo>
                  <a:pt x="1267246" y="992494"/>
                </a:moveTo>
                <a:lnTo>
                  <a:pt x="1205394" y="908793"/>
                </a:lnTo>
                <a:moveTo>
                  <a:pt x="1355491" y="926071"/>
                </a:moveTo>
                <a:lnTo>
                  <a:pt x="1280566" y="919645"/>
                </a:lnTo>
                <a:moveTo>
                  <a:pt x="1488955" y="772332"/>
                </a:moveTo>
                <a:lnTo>
                  <a:pt x="1456701" y="780454"/>
                </a:lnTo>
                <a:moveTo>
                  <a:pt x="2329577" y="691824"/>
                </a:moveTo>
                <a:lnTo>
                  <a:pt x="2317924" y="720354"/>
                </a:lnTo>
                <a:moveTo>
                  <a:pt x="1267246" y="992494"/>
                </a:moveTo>
                <a:lnTo>
                  <a:pt x="1280566" y="919645"/>
                </a:lnTo>
                <a:moveTo>
                  <a:pt x="1442477" y="837075"/>
                </a:moveTo>
                <a:lnTo>
                  <a:pt x="1369193" y="860075"/>
                </a:lnTo>
                <a:moveTo>
                  <a:pt x="1357327" y="925827"/>
                </a:moveTo>
                <a:lnTo>
                  <a:pt x="1355491" y="926071"/>
                </a:lnTo>
                <a:moveTo>
                  <a:pt x="2345182" y="656182"/>
                </a:moveTo>
                <a:lnTo>
                  <a:pt x="2341353" y="626220"/>
                </a:lnTo>
                <a:moveTo>
                  <a:pt x="1442477" y="837075"/>
                </a:moveTo>
                <a:lnTo>
                  <a:pt x="1456701" y="780454"/>
                </a:lnTo>
                <a:moveTo>
                  <a:pt x="1429284" y="912198"/>
                </a:moveTo>
                <a:lnTo>
                  <a:pt x="1369193" y="860075"/>
                </a:lnTo>
                <a:moveTo>
                  <a:pt x="1022846" y="839624"/>
                </a:moveTo>
                <a:lnTo>
                  <a:pt x="1010238" y="770499"/>
                </a:lnTo>
                <a:moveTo>
                  <a:pt x="1341802" y="992295"/>
                </a:moveTo>
                <a:lnTo>
                  <a:pt x="1280566" y="919645"/>
                </a:lnTo>
                <a:moveTo>
                  <a:pt x="1429284" y="912198"/>
                </a:moveTo>
                <a:lnTo>
                  <a:pt x="1366925" y="871059"/>
                </a:lnTo>
                <a:moveTo>
                  <a:pt x="989707" y="740734"/>
                </a:moveTo>
                <a:lnTo>
                  <a:pt x="1010238" y="770499"/>
                </a:lnTo>
                <a:moveTo>
                  <a:pt x="2317924" y="720354"/>
                </a:moveTo>
                <a:lnTo>
                  <a:pt x="2300995" y="755001"/>
                </a:lnTo>
                <a:moveTo>
                  <a:pt x="1053627" y="861543"/>
                </a:moveTo>
                <a:lnTo>
                  <a:pt x="1022846" y="839624"/>
                </a:lnTo>
                <a:moveTo>
                  <a:pt x="1341802" y="992295"/>
                </a:moveTo>
                <a:lnTo>
                  <a:pt x="1355491" y="926071"/>
                </a:lnTo>
                <a:moveTo>
                  <a:pt x="1488955" y="772332"/>
                </a:moveTo>
                <a:lnTo>
                  <a:pt x="1442477" y="837075"/>
                </a:lnTo>
                <a:moveTo>
                  <a:pt x="1357327" y="925827"/>
                </a:moveTo>
                <a:lnTo>
                  <a:pt x="1341802" y="992295"/>
                </a:lnTo>
                <a:moveTo>
                  <a:pt x="2345182" y="656182"/>
                </a:moveTo>
                <a:lnTo>
                  <a:pt x="2329577" y="691824"/>
                </a:lnTo>
                <a:moveTo>
                  <a:pt x="1346737" y="991602"/>
                </a:moveTo>
                <a:lnTo>
                  <a:pt x="1357327" y="925827"/>
                </a:lnTo>
                <a:moveTo>
                  <a:pt x="1341802" y="992295"/>
                </a:moveTo>
                <a:lnTo>
                  <a:pt x="1267246" y="992494"/>
                </a:lnTo>
                <a:moveTo>
                  <a:pt x="1453490" y="834515"/>
                </a:moveTo>
                <a:lnTo>
                  <a:pt x="1488955" y="772332"/>
                </a:lnTo>
                <a:moveTo>
                  <a:pt x="1039525" y="920351"/>
                </a:moveTo>
                <a:lnTo>
                  <a:pt x="1053627" y="861543"/>
                </a:lnTo>
                <a:moveTo>
                  <a:pt x="1429284" y="912198"/>
                </a:moveTo>
                <a:lnTo>
                  <a:pt x="1357327" y="925827"/>
                </a:lnTo>
                <a:moveTo>
                  <a:pt x="2315278" y="684609"/>
                </a:moveTo>
                <a:lnTo>
                  <a:pt x="2329577" y="691824"/>
                </a:lnTo>
                <a:moveTo>
                  <a:pt x="2334873" y="572628"/>
                </a:moveTo>
                <a:lnTo>
                  <a:pt x="2350944" y="589709"/>
                </a:lnTo>
                <a:moveTo>
                  <a:pt x="2345182" y="656182"/>
                </a:moveTo>
                <a:lnTo>
                  <a:pt x="2350944" y="589709"/>
                </a:lnTo>
                <a:moveTo>
                  <a:pt x="1053627" y="861543"/>
                </a:moveTo>
                <a:lnTo>
                  <a:pt x="1026989" y="907527"/>
                </a:lnTo>
                <a:moveTo>
                  <a:pt x="2315278" y="684609"/>
                </a:moveTo>
                <a:lnTo>
                  <a:pt x="2317924" y="720354"/>
                </a:lnTo>
                <a:moveTo>
                  <a:pt x="1453490" y="834515"/>
                </a:moveTo>
                <a:lnTo>
                  <a:pt x="1442477" y="837075"/>
                </a:lnTo>
                <a:moveTo>
                  <a:pt x="1346737" y="991602"/>
                </a:moveTo>
                <a:lnTo>
                  <a:pt x="1341802" y="992295"/>
                </a:lnTo>
                <a:moveTo>
                  <a:pt x="2257595" y="816037"/>
                </a:moveTo>
                <a:lnTo>
                  <a:pt x="2300995" y="755001"/>
                </a:lnTo>
                <a:moveTo>
                  <a:pt x="997278" y="798036"/>
                </a:moveTo>
                <a:lnTo>
                  <a:pt x="1010238" y="770499"/>
                </a:lnTo>
                <a:moveTo>
                  <a:pt x="1338937" y="1004122"/>
                </a:moveTo>
                <a:lnTo>
                  <a:pt x="1341802" y="992295"/>
                </a:lnTo>
                <a:moveTo>
                  <a:pt x="1415792" y="981960"/>
                </a:moveTo>
                <a:lnTo>
                  <a:pt x="1357327" y="925827"/>
                </a:lnTo>
                <a:moveTo>
                  <a:pt x="1429284" y="912198"/>
                </a:moveTo>
                <a:lnTo>
                  <a:pt x="1442477" y="837075"/>
                </a:lnTo>
                <a:moveTo>
                  <a:pt x="1346737" y="991602"/>
                </a:moveTo>
                <a:lnTo>
                  <a:pt x="1338937" y="1004122"/>
                </a:lnTo>
                <a:moveTo>
                  <a:pt x="1368971" y="717108"/>
                </a:moveTo>
                <a:lnTo>
                  <a:pt x="1304173" y="719537"/>
                </a:lnTo>
                <a:moveTo>
                  <a:pt x="1290675" y="789203"/>
                </a:moveTo>
                <a:lnTo>
                  <a:pt x="1304173" y="719537"/>
                </a:lnTo>
                <a:moveTo>
                  <a:pt x="1441863" y="826058"/>
                </a:moveTo>
                <a:lnTo>
                  <a:pt x="1453490" y="834515"/>
                </a:lnTo>
                <a:moveTo>
                  <a:pt x="2315278" y="684609"/>
                </a:moveTo>
                <a:lnTo>
                  <a:pt x="2300995" y="755001"/>
                </a:lnTo>
                <a:moveTo>
                  <a:pt x="1453490" y="834515"/>
                </a:moveTo>
                <a:lnTo>
                  <a:pt x="1429284" y="912198"/>
                </a:lnTo>
                <a:moveTo>
                  <a:pt x="2345182" y="656182"/>
                </a:moveTo>
                <a:lnTo>
                  <a:pt x="2334873" y="572628"/>
                </a:lnTo>
                <a:moveTo>
                  <a:pt x="1026989" y="907527"/>
                </a:moveTo>
                <a:lnTo>
                  <a:pt x="1022846" y="839624"/>
                </a:lnTo>
                <a:moveTo>
                  <a:pt x="984128" y="753106"/>
                </a:moveTo>
                <a:lnTo>
                  <a:pt x="989707" y="740734"/>
                </a:lnTo>
                <a:moveTo>
                  <a:pt x="2192717" y="634162"/>
                </a:moveTo>
                <a:lnTo>
                  <a:pt x="2170607" y="612957"/>
                </a:lnTo>
                <a:moveTo>
                  <a:pt x="2223470" y="533403"/>
                </a:moveTo>
                <a:lnTo>
                  <a:pt x="2192717" y="634162"/>
                </a:lnTo>
                <a:moveTo>
                  <a:pt x="1365631" y="796169"/>
                </a:moveTo>
                <a:lnTo>
                  <a:pt x="1304173" y="719537"/>
                </a:lnTo>
                <a:moveTo>
                  <a:pt x="2285096" y="714809"/>
                </a:moveTo>
                <a:lnTo>
                  <a:pt x="2300995" y="755001"/>
                </a:lnTo>
                <a:moveTo>
                  <a:pt x="2196749" y="702049"/>
                </a:moveTo>
                <a:lnTo>
                  <a:pt x="2192717" y="634162"/>
                </a:lnTo>
                <a:moveTo>
                  <a:pt x="1441863" y="826058"/>
                </a:moveTo>
                <a:lnTo>
                  <a:pt x="1376854" y="727201"/>
                </a:lnTo>
                <a:moveTo>
                  <a:pt x="2334873" y="572628"/>
                </a:moveTo>
                <a:lnTo>
                  <a:pt x="2315125" y="546640"/>
                </a:lnTo>
                <a:moveTo>
                  <a:pt x="1449993" y="747723"/>
                </a:moveTo>
                <a:lnTo>
                  <a:pt x="1453490" y="834515"/>
                </a:lnTo>
                <a:moveTo>
                  <a:pt x="1338937" y="1004122"/>
                </a:moveTo>
                <a:lnTo>
                  <a:pt x="1301678" y="1052399"/>
                </a:lnTo>
                <a:moveTo>
                  <a:pt x="1039525" y="920351"/>
                </a:moveTo>
                <a:lnTo>
                  <a:pt x="1026989" y="907527"/>
                </a:lnTo>
                <a:moveTo>
                  <a:pt x="1378583" y="716737"/>
                </a:moveTo>
                <a:lnTo>
                  <a:pt x="1368971" y="717108"/>
                </a:lnTo>
                <a:moveTo>
                  <a:pt x="2175565" y="564027"/>
                </a:moveTo>
                <a:lnTo>
                  <a:pt x="2192717" y="634162"/>
                </a:lnTo>
                <a:moveTo>
                  <a:pt x="1415792" y="981960"/>
                </a:moveTo>
                <a:lnTo>
                  <a:pt x="1346737" y="991602"/>
                </a:lnTo>
                <a:moveTo>
                  <a:pt x="997278" y="798036"/>
                </a:moveTo>
                <a:lnTo>
                  <a:pt x="1022846" y="839624"/>
                </a:lnTo>
                <a:moveTo>
                  <a:pt x="1376854" y="727201"/>
                </a:moveTo>
                <a:lnTo>
                  <a:pt x="1368971" y="717108"/>
                </a:lnTo>
                <a:moveTo>
                  <a:pt x="2345182" y="656182"/>
                </a:moveTo>
                <a:lnTo>
                  <a:pt x="2315278" y="684609"/>
                </a:lnTo>
                <a:moveTo>
                  <a:pt x="1498225" y="908280"/>
                </a:moveTo>
                <a:lnTo>
                  <a:pt x="1453490" y="834515"/>
                </a:lnTo>
                <a:moveTo>
                  <a:pt x="1441863" y="826058"/>
                </a:moveTo>
                <a:lnTo>
                  <a:pt x="1365631" y="796169"/>
                </a:lnTo>
                <a:moveTo>
                  <a:pt x="1376854" y="727201"/>
                </a:moveTo>
                <a:lnTo>
                  <a:pt x="1378583" y="716737"/>
                </a:lnTo>
                <a:moveTo>
                  <a:pt x="997278" y="798036"/>
                </a:moveTo>
                <a:lnTo>
                  <a:pt x="989707" y="740734"/>
                </a:lnTo>
                <a:moveTo>
                  <a:pt x="2320798" y="631937"/>
                </a:moveTo>
                <a:lnTo>
                  <a:pt x="2334873" y="572628"/>
                </a:lnTo>
                <a:moveTo>
                  <a:pt x="1290675" y="789203"/>
                </a:moveTo>
                <a:lnTo>
                  <a:pt x="1214922" y="767909"/>
                </a:lnTo>
                <a:moveTo>
                  <a:pt x="1449993" y="747723"/>
                </a:moveTo>
                <a:lnTo>
                  <a:pt x="1441863" y="826058"/>
                </a:lnTo>
                <a:moveTo>
                  <a:pt x="1035711" y="924441"/>
                </a:moveTo>
                <a:lnTo>
                  <a:pt x="1039525" y="920351"/>
                </a:lnTo>
                <a:moveTo>
                  <a:pt x="2265266" y="505807"/>
                </a:moveTo>
                <a:lnTo>
                  <a:pt x="2270757" y="448313"/>
                </a:lnTo>
                <a:moveTo>
                  <a:pt x="2220650" y="796621"/>
                </a:moveTo>
                <a:lnTo>
                  <a:pt x="2257595" y="816037"/>
                </a:lnTo>
                <a:moveTo>
                  <a:pt x="2315125" y="546640"/>
                </a:moveTo>
                <a:lnTo>
                  <a:pt x="2265266" y="505807"/>
                </a:lnTo>
                <a:moveTo>
                  <a:pt x="1365631" y="796169"/>
                </a:moveTo>
                <a:lnTo>
                  <a:pt x="1368971" y="717108"/>
                </a:lnTo>
                <a:moveTo>
                  <a:pt x="1415792" y="981960"/>
                </a:moveTo>
                <a:lnTo>
                  <a:pt x="1429284" y="912198"/>
                </a:lnTo>
                <a:moveTo>
                  <a:pt x="1327362" y="1045041"/>
                </a:moveTo>
                <a:lnTo>
                  <a:pt x="1346737" y="991602"/>
                </a:lnTo>
                <a:moveTo>
                  <a:pt x="1365631" y="796169"/>
                </a:moveTo>
                <a:lnTo>
                  <a:pt x="1290675" y="789203"/>
                </a:lnTo>
                <a:moveTo>
                  <a:pt x="1498225" y="908280"/>
                </a:moveTo>
                <a:lnTo>
                  <a:pt x="1429284" y="912198"/>
                </a:lnTo>
                <a:moveTo>
                  <a:pt x="1503313" y="902555"/>
                </a:moveTo>
                <a:lnTo>
                  <a:pt x="1453490" y="834515"/>
                </a:lnTo>
                <a:moveTo>
                  <a:pt x="1376854" y="727201"/>
                </a:moveTo>
                <a:lnTo>
                  <a:pt x="1365631" y="796169"/>
                </a:lnTo>
                <a:moveTo>
                  <a:pt x="1327362" y="1045041"/>
                </a:moveTo>
                <a:lnTo>
                  <a:pt x="1338937" y="1004122"/>
                </a:lnTo>
                <a:moveTo>
                  <a:pt x="2285096" y="714809"/>
                </a:moveTo>
                <a:lnTo>
                  <a:pt x="2257595" y="816037"/>
                </a:lnTo>
                <a:moveTo>
                  <a:pt x="2196749" y="702049"/>
                </a:moveTo>
                <a:lnTo>
                  <a:pt x="2170607" y="612957"/>
                </a:lnTo>
                <a:moveTo>
                  <a:pt x="2345182" y="656182"/>
                </a:moveTo>
                <a:lnTo>
                  <a:pt x="2320798" y="631937"/>
                </a:lnTo>
                <a:moveTo>
                  <a:pt x="1449993" y="747723"/>
                </a:moveTo>
                <a:lnTo>
                  <a:pt x="1376854" y="727201"/>
                </a:lnTo>
                <a:moveTo>
                  <a:pt x="1214922" y="767909"/>
                </a:moveTo>
                <a:lnTo>
                  <a:pt x="1202238" y="760332"/>
                </a:lnTo>
                <a:moveTo>
                  <a:pt x="1035711" y="924441"/>
                </a:moveTo>
                <a:lnTo>
                  <a:pt x="1026989" y="907527"/>
                </a:lnTo>
                <a:moveTo>
                  <a:pt x="2175565" y="564027"/>
                </a:moveTo>
                <a:lnTo>
                  <a:pt x="2170607" y="612957"/>
                </a:lnTo>
                <a:moveTo>
                  <a:pt x="2223470" y="533403"/>
                </a:moveTo>
                <a:lnTo>
                  <a:pt x="2182597" y="516250"/>
                </a:lnTo>
                <a:moveTo>
                  <a:pt x="2227259" y="734828"/>
                </a:moveTo>
                <a:lnTo>
                  <a:pt x="2257595" y="816037"/>
                </a:lnTo>
                <a:moveTo>
                  <a:pt x="2223470" y="533403"/>
                </a:moveTo>
                <a:lnTo>
                  <a:pt x="2175565" y="564027"/>
                </a:lnTo>
                <a:moveTo>
                  <a:pt x="2220650" y="796621"/>
                </a:moveTo>
                <a:lnTo>
                  <a:pt x="2196749" y="702049"/>
                </a:lnTo>
                <a:moveTo>
                  <a:pt x="1490601" y="986299"/>
                </a:moveTo>
                <a:lnTo>
                  <a:pt x="1429284" y="912198"/>
                </a:lnTo>
                <a:moveTo>
                  <a:pt x="2315278" y="684609"/>
                </a:moveTo>
                <a:lnTo>
                  <a:pt x="2285096" y="714809"/>
                </a:lnTo>
                <a:moveTo>
                  <a:pt x="2334873" y="572628"/>
                </a:moveTo>
                <a:lnTo>
                  <a:pt x="2307640" y="612864"/>
                </a:lnTo>
                <a:moveTo>
                  <a:pt x="2298230" y="439000"/>
                </a:moveTo>
                <a:lnTo>
                  <a:pt x="2265266" y="505807"/>
                </a:lnTo>
                <a:moveTo>
                  <a:pt x="2315278" y="684609"/>
                </a:moveTo>
                <a:lnTo>
                  <a:pt x="2320798" y="631937"/>
                </a:lnTo>
                <a:moveTo>
                  <a:pt x="997278" y="798036"/>
                </a:moveTo>
                <a:lnTo>
                  <a:pt x="984128" y="753106"/>
                </a:lnTo>
                <a:moveTo>
                  <a:pt x="1055198" y="978906"/>
                </a:moveTo>
                <a:lnTo>
                  <a:pt x="1039525" y="920351"/>
                </a:lnTo>
                <a:moveTo>
                  <a:pt x="1009527" y="867109"/>
                </a:moveTo>
                <a:lnTo>
                  <a:pt x="1022846" y="839624"/>
                </a:lnTo>
                <a:moveTo>
                  <a:pt x="2170607" y="612957"/>
                </a:moveTo>
                <a:lnTo>
                  <a:pt x="2150239" y="590132"/>
                </a:lnTo>
                <a:moveTo>
                  <a:pt x="1207786" y="794510"/>
                </a:moveTo>
                <a:lnTo>
                  <a:pt x="1214922" y="767909"/>
                </a:lnTo>
                <a:moveTo>
                  <a:pt x="2182597" y="516250"/>
                </a:moveTo>
                <a:lnTo>
                  <a:pt x="2175565" y="564027"/>
                </a:lnTo>
                <a:moveTo>
                  <a:pt x="1327362" y="1045041"/>
                </a:moveTo>
                <a:lnTo>
                  <a:pt x="1301678" y="1052399"/>
                </a:lnTo>
                <a:moveTo>
                  <a:pt x="1301678" y="1052399"/>
                </a:moveTo>
                <a:lnTo>
                  <a:pt x="1241565" y="1098811"/>
                </a:lnTo>
                <a:moveTo>
                  <a:pt x="2227259" y="734828"/>
                </a:moveTo>
                <a:lnTo>
                  <a:pt x="2220650" y="796621"/>
                </a:lnTo>
                <a:moveTo>
                  <a:pt x="2272429" y="423429"/>
                </a:moveTo>
                <a:lnTo>
                  <a:pt x="2270757" y="448313"/>
                </a:lnTo>
                <a:moveTo>
                  <a:pt x="2227259" y="734828"/>
                </a:moveTo>
                <a:lnTo>
                  <a:pt x="2196749" y="702049"/>
                </a:lnTo>
                <a:moveTo>
                  <a:pt x="1502648" y="913959"/>
                </a:moveTo>
                <a:lnTo>
                  <a:pt x="1498225" y="908280"/>
                </a:lnTo>
                <a:moveTo>
                  <a:pt x="2454463" y="739269"/>
                </a:moveTo>
                <a:lnTo>
                  <a:pt x="2454377" y="671952"/>
                </a:lnTo>
                <a:moveTo>
                  <a:pt x="1511034" y="910130"/>
                </a:moveTo>
                <a:lnTo>
                  <a:pt x="1502648" y="913959"/>
                </a:lnTo>
                <a:moveTo>
                  <a:pt x="2320798" y="631937"/>
                </a:moveTo>
                <a:lnTo>
                  <a:pt x="2285096" y="714809"/>
                </a:lnTo>
                <a:moveTo>
                  <a:pt x="1694543" y="936633"/>
                </a:moveTo>
                <a:lnTo>
                  <a:pt x="1685856" y="868074"/>
                </a:lnTo>
                <a:moveTo>
                  <a:pt x="1207786" y="794510"/>
                </a:moveTo>
                <a:lnTo>
                  <a:pt x="1202238" y="760332"/>
                </a:lnTo>
                <a:moveTo>
                  <a:pt x="1415792" y="981960"/>
                </a:moveTo>
                <a:lnTo>
                  <a:pt x="1327362" y="1045041"/>
                </a:lnTo>
                <a:moveTo>
                  <a:pt x="1276277" y="842702"/>
                </a:moveTo>
                <a:lnTo>
                  <a:pt x="1290675" y="789203"/>
                </a:lnTo>
                <a:moveTo>
                  <a:pt x="1503313" y="902555"/>
                </a:moveTo>
                <a:lnTo>
                  <a:pt x="1498225" y="908280"/>
                </a:lnTo>
                <a:moveTo>
                  <a:pt x="2298230" y="439000"/>
                </a:moveTo>
                <a:lnTo>
                  <a:pt x="2270757" y="448313"/>
                </a:lnTo>
                <a:moveTo>
                  <a:pt x="1505109" y="853932"/>
                </a:moveTo>
                <a:lnTo>
                  <a:pt x="1453490" y="834515"/>
                </a:lnTo>
                <a:moveTo>
                  <a:pt x="1511034" y="910130"/>
                </a:moveTo>
                <a:lnTo>
                  <a:pt x="1503313" y="902555"/>
                </a:lnTo>
                <a:moveTo>
                  <a:pt x="2285096" y="714809"/>
                </a:moveTo>
                <a:lnTo>
                  <a:pt x="2227259" y="734828"/>
                </a:lnTo>
                <a:moveTo>
                  <a:pt x="2175565" y="564027"/>
                </a:moveTo>
                <a:lnTo>
                  <a:pt x="2150239" y="590132"/>
                </a:lnTo>
                <a:moveTo>
                  <a:pt x="2298230" y="439000"/>
                </a:moveTo>
                <a:lnTo>
                  <a:pt x="2315125" y="546640"/>
                </a:lnTo>
                <a:moveTo>
                  <a:pt x="1490601" y="986299"/>
                </a:moveTo>
                <a:lnTo>
                  <a:pt x="1415792" y="981960"/>
                </a:lnTo>
                <a:moveTo>
                  <a:pt x="1503313" y="902555"/>
                </a:moveTo>
                <a:lnTo>
                  <a:pt x="1502648" y="913959"/>
                </a:lnTo>
                <a:moveTo>
                  <a:pt x="2156368" y="669314"/>
                </a:moveTo>
                <a:lnTo>
                  <a:pt x="2170607" y="612957"/>
                </a:lnTo>
                <a:moveTo>
                  <a:pt x="1490601" y="986299"/>
                </a:moveTo>
                <a:lnTo>
                  <a:pt x="1498225" y="908280"/>
                </a:lnTo>
                <a:moveTo>
                  <a:pt x="1276277" y="842702"/>
                </a:moveTo>
                <a:lnTo>
                  <a:pt x="1214922" y="767909"/>
                </a:lnTo>
                <a:moveTo>
                  <a:pt x="1502648" y="913959"/>
                </a:moveTo>
                <a:lnTo>
                  <a:pt x="1490601" y="986299"/>
                </a:lnTo>
                <a:moveTo>
                  <a:pt x="1055198" y="978906"/>
                </a:moveTo>
                <a:lnTo>
                  <a:pt x="1035711" y="924441"/>
                </a:lnTo>
                <a:moveTo>
                  <a:pt x="1243266" y="833562"/>
                </a:moveTo>
                <a:lnTo>
                  <a:pt x="1214922" y="767909"/>
                </a:lnTo>
                <a:moveTo>
                  <a:pt x="1138063" y="726786"/>
                </a:moveTo>
                <a:lnTo>
                  <a:pt x="1202238" y="760332"/>
                </a:lnTo>
                <a:moveTo>
                  <a:pt x="1032560" y="697931"/>
                </a:moveTo>
                <a:lnTo>
                  <a:pt x="984128" y="753106"/>
                </a:lnTo>
                <a:moveTo>
                  <a:pt x="1351264" y="850243"/>
                </a:moveTo>
                <a:lnTo>
                  <a:pt x="1290675" y="789203"/>
                </a:lnTo>
                <a:moveTo>
                  <a:pt x="1426422" y="860845"/>
                </a:moveTo>
                <a:lnTo>
                  <a:pt x="1441863" y="826058"/>
                </a:lnTo>
                <a:moveTo>
                  <a:pt x="1163862" y="1099113"/>
                </a:moveTo>
                <a:lnTo>
                  <a:pt x="1164220" y="1098285"/>
                </a:lnTo>
                <a:moveTo>
                  <a:pt x="1505109" y="853932"/>
                </a:moveTo>
                <a:lnTo>
                  <a:pt x="1441863" y="826058"/>
                </a:lnTo>
                <a:moveTo>
                  <a:pt x="1241565" y="1098811"/>
                </a:moveTo>
                <a:lnTo>
                  <a:pt x="1164220" y="1098285"/>
                </a:lnTo>
                <a:moveTo>
                  <a:pt x="1430559" y="860612"/>
                </a:moveTo>
                <a:lnTo>
                  <a:pt x="1441863" y="826058"/>
                </a:lnTo>
                <a:moveTo>
                  <a:pt x="2156368" y="669314"/>
                </a:moveTo>
                <a:lnTo>
                  <a:pt x="2196749" y="702049"/>
                </a:lnTo>
                <a:moveTo>
                  <a:pt x="1241565" y="1098811"/>
                </a:moveTo>
                <a:lnTo>
                  <a:pt x="1163862" y="1099113"/>
                </a:lnTo>
                <a:moveTo>
                  <a:pt x="2307640" y="612864"/>
                </a:moveTo>
                <a:lnTo>
                  <a:pt x="2315125" y="546640"/>
                </a:lnTo>
                <a:moveTo>
                  <a:pt x="2408519" y="627433"/>
                </a:moveTo>
                <a:lnTo>
                  <a:pt x="2454377" y="671952"/>
                </a:lnTo>
                <a:moveTo>
                  <a:pt x="2298230" y="439000"/>
                </a:moveTo>
                <a:lnTo>
                  <a:pt x="2272429" y="423429"/>
                </a:lnTo>
                <a:moveTo>
                  <a:pt x="1674338" y="828515"/>
                </a:moveTo>
                <a:lnTo>
                  <a:pt x="1685856" y="868074"/>
                </a:lnTo>
                <a:moveTo>
                  <a:pt x="1009527" y="867109"/>
                </a:moveTo>
                <a:lnTo>
                  <a:pt x="1026989" y="907527"/>
                </a:lnTo>
                <a:moveTo>
                  <a:pt x="2170607" y="612957"/>
                </a:moveTo>
                <a:lnTo>
                  <a:pt x="2143098" y="656405"/>
                </a:lnTo>
                <a:moveTo>
                  <a:pt x="2307640" y="612864"/>
                </a:moveTo>
                <a:lnTo>
                  <a:pt x="2285096" y="714809"/>
                </a:lnTo>
                <a:moveTo>
                  <a:pt x="2320798" y="631937"/>
                </a:moveTo>
                <a:lnTo>
                  <a:pt x="2307640" y="612864"/>
                </a:lnTo>
                <a:moveTo>
                  <a:pt x="1238202" y="1095055"/>
                </a:moveTo>
                <a:lnTo>
                  <a:pt x="1301678" y="1052399"/>
                </a:lnTo>
                <a:moveTo>
                  <a:pt x="1351264" y="850243"/>
                </a:moveTo>
                <a:lnTo>
                  <a:pt x="1365631" y="796169"/>
                </a:lnTo>
                <a:moveTo>
                  <a:pt x="2458667" y="741662"/>
                </a:moveTo>
                <a:lnTo>
                  <a:pt x="2454463" y="739269"/>
                </a:lnTo>
                <a:moveTo>
                  <a:pt x="1207786" y="794510"/>
                </a:moveTo>
                <a:lnTo>
                  <a:pt x="1138063" y="726786"/>
                </a:lnTo>
                <a:moveTo>
                  <a:pt x="1035711" y="924441"/>
                </a:moveTo>
                <a:lnTo>
                  <a:pt x="1009527" y="867109"/>
                </a:lnTo>
                <a:moveTo>
                  <a:pt x="2457344" y="745678"/>
                </a:moveTo>
                <a:lnTo>
                  <a:pt x="2458667" y="741662"/>
                </a:lnTo>
                <a:moveTo>
                  <a:pt x="2227259" y="734828"/>
                </a:moveTo>
                <a:lnTo>
                  <a:pt x="2156368" y="669314"/>
                </a:lnTo>
                <a:moveTo>
                  <a:pt x="2457344" y="745678"/>
                </a:moveTo>
                <a:lnTo>
                  <a:pt x="2454463" y="739269"/>
                </a:lnTo>
                <a:moveTo>
                  <a:pt x="1426422" y="860845"/>
                </a:moveTo>
                <a:lnTo>
                  <a:pt x="1365631" y="796169"/>
                </a:lnTo>
                <a:moveTo>
                  <a:pt x="1032560" y="697931"/>
                </a:moveTo>
                <a:lnTo>
                  <a:pt x="997278" y="798036"/>
                </a:lnTo>
                <a:moveTo>
                  <a:pt x="1243266" y="833562"/>
                </a:moveTo>
                <a:lnTo>
                  <a:pt x="1207786" y="794510"/>
                </a:lnTo>
                <a:moveTo>
                  <a:pt x="1401385" y="1035301"/>
                </a:moveTo>
                <a:lnTo>
                  <a:pt x="1415792" y="981960"/>
                </a:lnTo>
                <a:moveTo>
                  <a:pt x="1200535" y="821604"/>
                </a:moveTo>
                <a:lnTo>
                  <a:pt x="1207786" y="794510"/>
                </a:lnTo>
                <a:moveTo>
                  <a:pt x="2325663" y="510266"/>
                </a:moveTo>
                <a:lnTo>
                  <a:pt x="2315125" y="546640"/>
                </a:lnTo>
                <a:moveTo>
                  <a:pt x="1476702" y="1048753"/>
                </a:moveTo>
                <a:lnTo>
                  <a:pt x="1415792" y="981960"/>
                </a:lnTo>
                <a:moveTo>
                  <a:pt x="1552780" y="1075875"/>
                </a:moveTo>
                <a:lnTo>
                  <a:pt x="1490601" y="986299"/>
                </a:lnTo>
                <a:moveTo>
                  <a:pt x="1009527" y="867109"/>
                </a:moveTo>
                <a:lnTo>
                  <a:pt x="997278" y="798036"/>
                </a:lnTo>
                <a:moveTo>
                  <a:pt x="1327362" y="1045041"/>
                </a:moveTo>
                <a:lnTo>
                  <a:pt x="1238202" y="1095055"/>
                </a:lnTo>
                <a:moveTo>
                  <a:pt x="1505109" y="853932"/>
                </a:moveTo>
                <a:lnTo>
                  <a:pt x="1511034" y="910130"/>
                </a:lnTo>
                <a:moveTo>
                  <a:pt x="2272429" y="423429"/>
                </a:moveTo>
                <a:lnTo>
                  <a:pt x="2201654" y="343341"/>
                </a:lnTo>
                <a:moveTo>
                  <a:pt x="1238202" y="1095055"/>
                </a:moveTo>
                <a:lnTo>
                  <a:pt x="1163862" y="1099113"/>
                </a:lnTo>
                <a:moveTo>
                  <a:pt x="1238202" y="1095055"/>
                </a:moveTo>
                <a:lnTo>
                  <a:pt x="1241565" y="1098811"/>
                </a:lnTo>
                <a:moveTo>
                  <a:pt x="2404255" y="694122"/>
                </a:moveTo>
                <a:lnTo>
                  <a:pt x="2454377" y="671952"/>
                </a:lnTo>
                <a:moveTo>
                  <a:pt x="2143098" y="656405"/>
                </a:moveTo>
                <a:lnTo>
                  <a:pt x="2150239" y="590132"/>
                </a:lnTo>
                <a:moveTo>
                  <a:pt x="1401385" y="1035301"/>
                </a:moveTo>
                <a:lnTo>
                  <a:pt x="1327362" y="1045041"/>
                </a:lnTo>
                <a:moveTo>
                  <a:pt x="2251968" y="672128"/>
                </a:moveTo>
                <a:lnTo>
                  <a:pt x="2285096" y="714809"/>
                </a:lnTo>
                <a:moveTo>
                  <a:pt x="1505109" y="853932"/>
                </a:moveTo>
                <a:lnTo>
                  <a:pt x="1503313" y="902555"/>
                </a:lnTo>
                <a:moveTo>
                  <a:pt x="1276277" y="842702"/>
                </a:moveTo>
                <a:lnTo>
                  <a:pt x="1243266" y="833562"/>
                </a:lnTo>
                <a:moveTo>
                  <a:pt x="2227259" y="734828"/>
                </a:moveTo>
                <a:lnTo>
                  <a:pt x="2153810" y="667458"/>
                </a:lnTo>
                <a:moveTo>
                  <a:pt x="1200535" y="821604"/>
                </a:moveTo>
                <a:lnTo>
                  <a:pt x="1138063" y="726786"/>
                </a:lnTo>
                <a:moveTo>
                  <a:pt x="2228252" y="681782"/>
                </a:moveTo>
                <a:lnTo>
                  <a:pt x="2285096" y="714809"/>
                </a:lnTo>
                <a:moveTo>
                  <a:pt x="1027374" y="915747"/>
                </a:moveTo>
                <a:lnTo>
                  <a:pt x="1035711" y="924441"/>
                </a:lnTo>
                <a:moveTo>
                  <a:pt x="1696711" y="899050"/>
                </a:moveTo>
                <a:lnTo>
                  <a:pt x="1685856" y="868074"/>
                </a:lnTo>
                <a:moveTo>
                  <a:pt x="1138063" y="726786"/>
                </a:moveTo>
                <a:lnTo>
                  <a:pt x="1068995" y="703193"/>
                </a:lnTo>
                <a:moveTo>
                  <a:pt x="2273876" y="368219"/>
                </a:moveTo>
                <a:lnTo>
                  <a:pt x="2272429" y="423429"/>
                </a:lnTo>
                <a:moveTo>
                  <a:pt x="1476702" y="1048753"/>
                </a:moveTo>
                <a:lnTo>
                  <a:pt x="1490601" y="986299"/>
                </a:lnTo>
                <a:moveTo>
                  <a:pt x="1164220" y="1098285"/>
                </a:moveTo>
                <a:lnTo>
                  <a:pt x="1087030" y="1048698"/>
                </a:lnTo>
                <a:moveTo>
                  <a:pt x="1200535" y="821604"/>
                </a:moveTo>
                <a:lnTo>
                  <a:pt x="1243266" y="833562"/>
                </a:lnTo>
                <a:moveTo>
                  <a:pt x="1164220" y="1098285"/>
                </a:moveTo>
                <a:lnTo>
                  <a:pt x="1089250" y="1051128"/>
                </a:lnTo>
                <a:moveTo>
                  <a:pt x="1351264" y="850243"/>
                </a:moveTo>
                <a:lnTo>
                  <a:pt x="1276277" y="842702"/>
                </a:lnTo>
                <a:moveTo>
                  <a:pt x="2228252" y="681782"/>
                </a:moveTo>
                <a:lnTo>
                  <a:pt x="2227259" y="734828"/>
                </a:lnTo>
                <a:moveTo>
                  <a:pt x="2325663" y="510266"/>
                </a:moveTo>
                <a:lnTo>
                  <a:pt x="2298230" y="439000"/>
                </a:lnTo>
                <a:moveTo>
                  <a:pt x="1163862" y="1099113"/>
                </a:moveTo>
                <a:lnTo>
                  <a:pt x="1089250" y="1051128"/>
                </a:lnTo>
                <a:moveTo>
                  <a:pt x="1272458" y="855284"/>
                </a:moveTo>
                <a:lnTo>
                  <a:pt x="1276277" y="842702"/>
                </a:lnTo>
                <a:moveTo>
                  <a:pt x="1320052" y="1045578"/>
                </a:moveTo>
                <a:lnTo>
                  <a:pt x="1327362" y="1045041"/>
                </a:lnTo>
                <a:moveTo>
                  <a:pt x="1034146" y="937970"/>
                </a:moveTo>
                <a:lnTo>
                  <a:pt x="1035711" y="924441"/>
                </a:lnTo>
                <a:moveTo>
                  <a:pt x="1350256" y="853656"/>
                </a:moveTo>
                <a:lnTo>
                  <a:pt x="1276277" y="842702"/>
                </a:lnTo>
                <a:moveTo>
                  <a:pt x="1397922" y="1043606"/>
                </a:moveTo>
                <a:lnTo>
                  <a:pt x="1327362" y="1045041"/>
                </a:lnTo>
                <a:moveTo>
                  <a:pt x="1708888" y="1006010"/>
                </a:moveTo>
                <a:lnTo>
                  <a:pt x="1694543" y="936633"/>
                </a:lnTo>
                <a:moveTo>
                  <a:pt x="2156368" y="669314"/>
                </a:moveTo>
                <a:lnTo>
                  <a:pt x="2143098" y="656405"/>
                </a:lnTo>
                <a:moveTo>
                  <a:pt x="1272458" y="855284"/>
                </a:moveTo>
                <a:lnTo>
                  <a:pt x="1243266" y="833562"/>
                </a:lnTo>
                <a:moveTo>
                  <a:pt x="1030991" y="765009"/>
                </a:moveTo>
                <a:lnTo>
                  <a:pt x="997278" y="798036"/>
                </a:lnTo>
                <a:moveTo>
                  <a:pt x="1061898" y="698106"/>
                </a:moveTo>
                <a:lnTo>
                  <a:pt x="1032560" y="697931"/>
                </a:lnTo>
                <a:moveTo>
                  <a:pt x="2297208" y="573462"/>
                </a:moveTo>
                <a:lnTo>
                  <a:pt x="2315125" y="546640"/>
                </a:lnTo>
                <a:moveTo>
                  <a:pt x="1272458" y="855284"/>
                </a:moveTo>
                <a:lnTo>
                  <a:pt x="1200535" y="821604"/>
                </a:lnTo>
                <a:moveTo>
                  <a:pt x="2153810" y="667458"/>
                </a:moveTo>
                <a:lnTo>
                  <a:pt x="2156368" y="669314"/>
                </a:lnTo>
                <a:moveTo>
                  <a:pt x="1087030" y="1048698"/>
                </a:moveTo>
                <a:lnTo>
                  <a:pt x="1055198" y="978906"/>
                </a:lnTo>
                <a:moveTo>
                  <a:pt x="1061898" y="698106"/>
                </a:moveTo>
                <a:lnTo>
                  <a:pt x="1068995" y="703193"/>
                </a:lnTo>
                <a:moveTo>
                  <a:pt x="1665417" y="823434"/>
                </a:moveTo>
                <a:lnTo>
                  <a:pt x="1623926" y="821234"/>
                </a:lnTo>
                <a:moveTo>
                  <a:pt x="2251968" y="672128"/>
                </a:moveTo>
                <a:lnTo>
                  <a:pt x="2307640" y="612864"/>
                </a:lnTo>
                <a:moveTo>
                  <a:pt x="1327362" y="1045041"/>
                </a:moveTo>
                <a:lnTo>
                  <a:pt x="1248397" y="1074113"/>
                </a:lnTo>
                <a:moveTo>
                  <a:pt x="2325664" y="405066"/>
                </a:moveTo>
                <a:lnTo>
                  <a:pt x="2272429" y="423429"/>
                </a:lnTo>
                <a:moveTo>
                  <a:pt x="1552780" y="1075875"/>
                </a:moveTo>
                <a:lnTo>
                  <a:pt x="1476702" y="1048753"/>
                </a:lnTo>
                <a:moveTo>
                  <a:pt x="1350256" y="853656"/>
                </a:moveTo>
                <a:lnTo>
                  <a:pt x="1351264" y="850243"/>
                </a:lnTo>
                <a:moveTo>
                  <a:pt x="1665417" y="823434"/>
                </a:moveTo>
                <a:lnTo>
                  <a:pt x="1674338" y="828515"/>
                </a:lnTo>
                <a:moveTo>
                  <a:pt x="1124092" y="787950"/>
                </a:moveTo>
                <a:lnTo>
                  <a:pt x="1138063" y="726786"/>
                </a:lnTo>
                <a:moveTo>
                  <a:pt x="1350256" y="853656"/>
                </a:moveTo>
                <a:lnTo>
                  <a:pt x="1272458" y="855284"/>
                </a:lnTo>
                <a:moveTo>
                  <a:pt x="2404255" y="694122"/>
                </a:moveTo>
                <a:lnTo>
                  <a:pt x="2454463" y="739269"/>
                </a:lnTo>
                <a:moveTo>
                  <a:pt x="1426422" y="860845"/>
                </a:moveTo>
                <a:lnTo>
                  <a:pt x="1351264" y="850243"/>
                </a:lnTo>
                <a:moveTo>
                  <a:pt x="1426174" y="860966"/>
                </a:moveTo>
                <a:lnTo>
                  <a:pt x="1351264" y="850243"/>
                </a:lnTo>
                <a:moveTo>
                  <a:pt x="2325664" y="405066"/>
                </a:moveTo>
                <a:lnTo>
                  <a:pt x="2298230" y="439000"/>
                </a:lnTo>
                <a:moveTo>
                  <a:pt x="2153810" y="667458"/>
                </a:moveTo>
                <a:lnTo>
                  <a:pt x="2143098" y="656405"/>
                </a:lnTo>
                <a:moveTo>
                  <a:pt x="1426174" y="860966"/>
                </a:moveTo>
                <a:lnTo>
                  <a:pt x="1350256" y="853656"/>
                </a:lnTo>
                <a:moveTo>
                  <a:pt x="1138063" y="726786"/>
                </a:moveTo>
                <a:lnTo>
                  <a:pt x="1065617" y="770010"/>
                </a:lnTo>
                <a:moveTo>
                  <a:pt x="1696711" y="899050"/>
                </a:moveTo>
                <a:lnTo>
                  <a:pt x="1694543" y="936633"/>
                </a:lnTo>
                <a:moveTo>
                  <a:pt x="1148522" y="1135718"/>
                </a:moveTo>
                <a:lnTo>
                  <a:pt x="1163862" y="1099113"/>
                </a:lnTo>
                <a:moveTo>
                  <a:pt x="1476702" y="1048753"/>
                </a:moveTo>
                <a:lnTo>
                  <a:pt x="1401385" y="1035301"/>
                </a:lnTo>
                <a:moveTo>
                  <a:pt x="1200535" y="821604"/>
                </a:moveTo>
                <a:lnTo>
                  <a:pt x="1124092" y="787950"/>
                </a:lnTo>
                <a:moveTo>
                  <a:pt x="1430559" y="860612"/>
                </a:moveTo>
                <a:lnTo>
                  <a:pt x="1426422" y="860845"/>
                </a:lnTo>
                <a:moveTo>
                  <a:pt x="1426174" y="860966"/>
                </a:moveTo>
                <a:lnTo>
                  <a:pt x="1426422" y="860845"/>
                </a:lnTo>
                <a:moveTo>
                  <a:pt x="1505109" y="853932"/>
                </a:moveTo>
                <a:lnTo>
                  <a:pt x="1430559" y="860612"/>
                </a:lnTo>
                <a:moveTo>
                  <a:pt x="2273876" y="368219"/>
                </a:moveTo>
                <a:lnTo>
                  <a:pt x="2201654" y="343341"/>
                </a:lnTo>
                <a:moveTo>
                  <a:pt x="1034146" y="937970"/>
                </a:moveTo>
                <a:lnTo>
                  <a:pt x="1055198" y="978906"/>
                </a:lnTo>
                <a:moveTo>
                  <a:pt x="1430559" y="860612"/>
                </a:moveTo>
                <a:lnTo>
                  <a:pt x="1426174" y="860966"/>
                </a:lnTo>
                <a:moveTo>
                  <a:pt x="1030991" y="765009"/>
                </a:moveTo>
                <a:lnTo>
                  <a:pt x="1032560" y="697931"/>
                </a:lnTo>
                <a:moveTo>
                  <a:pt x="1027130" y="831756"/>
                </a:moveTo>
                <a:lnTo>
                  <a:pt x="997278" y="798036"/>
                </a:lnTo>
                <a:moveTo>
                  <a:pt x="2404255" y="694122"/>
                </a:moveTo>
                <a:lnTo>
                  <a:pt x="2408519" y="627433"/>
                </a:lnTo>
                <a:moveTo>
                  <a:pt x="1163862" y="1099113"/>
                </a:moveTo>
                <a:lnTo>
                  <a:pt x="1133982" y="1124893"/>
                </a:lnTo>
                <a:moveTo>
                  <a:pt x="1027374" y="915747"/>
                </a:moveTo>
                <a:lnTo>
                  <a:pt x="1009527" y="867109"/>
                </a:lnTo>
                <a:moveTo>
                  <a:pt x="1065617" y="770010"/>
                </a:moveTo>
                <a:lnTo>
                  <a:pt x="1068995" y="703193"/>
                </a:lnTo>
                <a:moveTo>
                  <a:pt x="2228252" y="681782"/>
                </a:moveTo>
                <a:lnTo>
                  <a:pt x="2153810" y="667458"/>
                </a:lnTo>
                <a:moveTo>
                  <a:pt x="2297208" y="573462"/>
                </a:moveTo>
                <a:lnTo>
                  <a:pt x="2307640" y="612864"/>
                </a:lnTo>
                <a:moveTo>
                  <a:pt x="1397922" y="1043606"/>
                </a:moveTo>
                <a:lnTo>
                  <a:pt x="1401385" y="1035301"/>
                </a:lnTo>
                <a:moveTo>
                  <a:pt x="1065617" y="770010"/>
                </a:moveTo>
                <a:lnTo>
                  <a:pt x="1061898" y="698106"/>
                </a:lnTo>
                <a:moveTo>
                  <a:pt x="2251968" y="672128"/>
                </a:moveTo>
                <a:lnTo>
                  <a:pt x="2228252" y="681782"/>
                </a:lnTo>
                <a:moveTo>
                  <a:pt x="1248397" y="1074113"/>
                </a:moveTo>
                <a:lnTo>
                  <a:pt x="1238202" y="1095055"/>
                </a:lnTo>
                <a:moveTo>
                  <a:pt x="1089250" y="1051128"/>
                </a:moveTo>
                <a:lnTo>
                  <a:pt x="1087030" y="1048698"/>
                </a:lnTo>
                <a:moveTo>
                  <a:pt x="1696711" y="899050"/>
                </a:moveTo>
                <a:lnTo>
                  <a:pt x="1674338" y="828515"/>
                </a:lnTo>
                <a:moveTo>
                  <a:pt x="1086534" y="1049587"/>
                </a:moveTo>
                <a:lnTo>
                  <a:pt x="1087030" y="1048698"/>
                </a:lnTo>
                <a:moveTo>
                  <a:pt x="1089250" y="1051128"/>
                </a:moveTo>
                <a:lnTo>
                  <a:pt x="1086534" y="1049587"/>
                </a:lnTo>
                <a:moveTo>
                  <a:pt x="1234244" y="1085290"/>
                </a:moveTo>
                <a:lnTo>
                  <a:pt x="1238202" y="1095055"/>
                </a:lnTo>
                <a:moveTo>
                  <a:pt x="1500992" y="860910"/>
                </a:moveTo>
                <a:lnTo>
                  <a:pt x="1505109" y="853932"/>
                </a:lnTo>
                <a:moveTo>
                  <a:pt x="1261576" y="890764"/>
                </a:moveTo>
                <a:lnTo>
                  <a:pt x="1200535" y="821604"/>
                </a:lnTo>
                <a:moveTo>
                  <a:pt x="1500992" y="860910"/>
                </a:moveTo>
                <a:lnTo>
                  <a:pt x="1430559" y="860612"/>
                </a:lnTo>
                <a:moveTo>
                  <a:pt x="1709285" y="1036283"/>
                </a:moveTo>
                <a:lnTo>
                  <a:pt x="1708888" y="1006010"/>
                </a:lnTo>
                <a:moveTo>
                  <a:pt x="1238202" y="1095055"/>
                </a:moveTo>
                <a:lnTo>
                  <a:pt x="1148522" y="1135718"/>
                </a:lnTo>
                <a:moveTo>
                  <a:pt x="1047532" y="752189"/>
                </a:moveTo>
                <a:lnTo>
                  <a:pt x="1032560" y="697931"/>
                </a:lnTo>
                <a:moveTo>
                  <a:pt x="2323111" y="472002"/>
                </a:moveTo>
                <a:lnTo>
                  <a:pt x="2298230" y="439000"/>
                </a:lnTo>
                <a:moveTo>
                  <a:pt x="1397922" y="1043606"/>
                </a:moveTo>
                <a:lnTo>
                  <a:pt x="1320052" y="1045578"/>
                </a:lnTo>
                <a:moveTo>
                  <a:pt x="1691061" y="965539"/>
                </a:moveTo>
                <a:lnTo>
                  <a:pt x="1694543" y="936633"/>
                </a:lnTo>
                <a:moveTo>
                  <a:pt x="1261576" y="890764"/>
                </a:moveTo>
                <a:lnTo>
                  <a:pt x="1272458" y="855284"/>
                </a:lnTo>
                <a:moveTo>
                  <a:pt x="1540993" y="1099899"/>
                </a:moveTo>
                <a:lnTo>
                  <a:pt x="1552780" y="1075875"/>
                </a:lnTo>
                <a:moveTo>
                  <a:pt x="1350256" y="853656"/>
                </a:moveTo>
                <a:lnTo>
                  <a:pt x="1261576" y="890764"/>
                </a:lnTo>
                <a:moveTo>
                  <a:pt x="1185776" y="868645"/>
                </a:moveTo>
                <a:lnTo>
                  <a:pt x="1200535" y="821604"/>
                </a:lnTo>
                <a:moveTo>
                  <a:pt x="2325664" y="405066"/>
                </a:moveTo>
                <a:lnTo>
                  <a:pt x="2273876" y="368219"/>
                </a:lnTo>
                <a:moveTo>
                  <a:pt x="1124092" y="787950"/>
                </a:moveTo>
                <a:lnTo>
                  <a:pt x="1065617" y="770010"/>
                </a:lnTo>
                <a:moveTo>
                  <a:pt x="1034011" y="1005255"/>
                </a:moveTo>
                <a:lnTo>
                  <a:pt x="1055198" y="978906"/>
                </a:lnTo>
                <a:moveTo>
                  <a:pt x="1047532" y="752189"/>
                </a:moveTo>
                <a:lnTo>
                  <a:pt x="1061898" y="698106"/>
                </a:lnTo>
                <a:moveTo>
                  <a:pt x="2297208" y="573462"/>
                </a:moveTo>
                <a:lnTo>
                  <a:pt x="2325663" y="510266"/>
                </a:lnTo>
                <a:moveTo>
                  <a:pt x="1465077" y="1092578"/>
                </a:moveTo>
                <a:lnTo>
                  <a:pt x="1401385" y="1035301"/>
                </a:lnTo>
                <a:moveTo>
                  <a:pt x="1320052" y="1045578"/>
                </a:moveTo>
                <a:lnTo>
                  <a:pt x="1248397" y="1074113"/>
                </a:lnTo>
                <a:moveTo>
                  <a:pt x="2254827" y="634645"/>
                </a:moveTo>
                <a:lnTo>
                  <a:pt x="2307640" y="612864"/>
                </a:lnTo>
                <a:moveTo>
                  <a:pt x="1336655" y="899964"/>
                </a:moveTo>
                <a:lnTo>
                  <a:pt x="1350256" y="853656"/>
                </a:lnTo>
                <a:moveTo>
                  <a:pt x="1465077" y="1092578"/>
                </a:moveTo>
                <a:lnTo>
                  <a:pt x="1476702" y="1048753"/>
                </a:lnTo>
                <a:moveTo>
                  <a:pt x="1027130" y="831756"/>
                </a:moveTo>
                <a:lnTo>
                  <a:pt x="1009527" y="867109"/>
                </a:lnTo>
                <a:moveTo>
                  <a:pt x="1034146" y="937970"/>
                </a:moveTo>
                <a:lnTo>
                  <a:pt x="1027374" y="915747"/>
                </a:lnTo>
                <a:moveTo>
                  <a:pt x="1426174" y="860966"/>
                </a:moveTo>
                <a:lnTo>
                  <a:pt x="1336655" y="899964"/>
                </a:lnTo>
                <a:moveTo>
                  <a:pt x="1540993" y="1099899"/>
                </a:moveTo>
                <a:lnTo>
                  <a:pt x="1476702" y="1048753"/>
                </a:lnTo>
                <a:moveTo>
                  <a:pt x="2191043" y="355968"/>
                </a:moveTo>
                <a:lnTo>
                  <a:pt x="2201654" y="343341"/>
                </a:lnTo>
                <a:moveTo>
                  <a:pt x="1465077" y="1092578"/>
                </a:moveTo>
                <a:lnTo>
                  <a:pt x="1397922" y="1043606"/>
                </a:lnTo>
                <a:moveTo>
                  <a:pt x="2141010" y="705594"/>
                </a:moveTo>
                <a:lnTo>
                  <a:pt x="2153810" y="667458"/>
                </a:lnTo>
                <a:moveTo>
                  <a:pt x="1248397" y="1074113"/>
                </a:moveTo>
                <a:lnTo>
                  <a:pt x="1234244" y="1085290"/>
                </a:lnTo>
                <a:moveTo>
                  <a:pt x="1133982" y="1124893"/>
                </a:moveTo>
                <a:lnTo>
                  <a:pt x="1089250" y="1051128"/>
                </a:lnTo>
                <a:moveTo>
                  <a:pt x="1185776" y="868645"/>
                </a:moveTo>
                <a:lnTo>
                  <a:pt x="1124092" y="787950"/>
                </a:lnTo>
                <a:moveTo>
                  <a:pt x="1133982" y="1124893"/>
                </a:moveTo>
                <a:lnTo>
                  <a:pt x="1086534" y="1049587"/>
                </a:lnTo>
                <a:moveTo>
                  <a:pt x="1047532" y="752189"/>
                </a:moveTo>
                <a:lnTo>
                  <a:pt x="1030991" y="765009"/>
                </a:lnTo>
                <a:moveTo>
                  <a:pt x="1320052" y="1045578"/>
                </a:moveTo>
                <a:lnTo>
                  <a:pt x="1324077" y="986116"/>
                </a:lnTo>
                <a:moveTo>
                  <a:pt x="1651439" y="846401"/>
                </a:moveTo>
                <a:lnTo>
                  <a:pt x="1623926" y="821234"/>
                </a:lnTo>
                <a:moveTo>
                  <a:pt x="1114003" y="823807"/>
                </a:moveTo>
                <a:lnTo>
                  <a:pt x="1124092" y="787950"/>
                </a:lnTo>
                <a:moveTo>
                  <a:pt x="2323111" y="472002"/>
                </a:moveTo>
                <a:lnTo>
                  <a:pt x="2325663" y="510266"/>
                </a:lnTo>
                <a:moveTo>
                  <a:pt x="1577957" y="827509"/>
                </a:moveTo>
                <a:lnTo>
                  <a:pt x="1505109" y="853932"/>
                </a:lnTo>
                <a:moveTo>
                  <a:pt x="1248397" y="1074113"/>
                </a:moveTo>
                <a:lnTo>
                  <a:pt x="1236422" y="1063112"/>
                </a:lnTo>
                <a:moveTo>
                  <a:pt x="1047532" y="752189"/>
                </a:moveTo>
                <a:lnTo>
                  <a:pt x="1065617" y="770010"/>
                </a:lnTo>
                <a:moveTo>
                  <a:pt x="1691061" y="965539"/>
                </a:moveTo>
                <a:lnTo>
                  <a:pt x="1708888" y="1006010"/>
                </a:lnTo>
                <a:moveTo>
                  <a:pt x="2273876" y="368219"/>
                </a:moveTo>
                <a:lnTo>
                  <a:pt x="2191043" y="355968"/>
                </a:lnTo>
                <a:moveTo>
                  <a:pt x="1234244" y="1085290"/>
                </a:moveTo>
                <a:lnTo>
                  <a:pt x="1148522" y="1135718"/>
                </a:lnTo>
                <a:moveTo>
                  <a:pt x="1320052" y="1045578"/>
                </a:moveTo>
                <a:lnTo>
                  <a:pt x="1305874" y="977214"/>
                </a:lnTo>
                <a:moveTo>
                  <a:pt x="2254827" y="634645"/>
                </a:moveTo>
                <a:lnTo>
                  <a:pt x="2251968" y="672128"/>
                </a:lnTo>
                <a:moveTo>
                  <a:pt x="1027130" y="831756"/>
                </a:moveTo>
                <a:lnTo>
                  <a:pt x="1030991" y="765009"/>
                </a:lnTo>
                <a:moveTo>
                  <a:pt x="1234244" y="1085290"/>
                </a:moveTo>
                <a:lnTo>
                  <a:pt x="1236422" y="1063112"/>
                </a:lnTo>
                <a:moveTo>
                  <a:pt x="1087030" y="1048698"/>
                </a:moveTo>
                <a:lnTo>
                  <a:pt x="1034011" y="1005255"/>
                </a:lnTo>
                <a:moveTo>
                  <a:pt x="1114003" y="823807"/>
                </a:moveTo>
                <a:lnTo>
                  <a:pt x="1065617" y="770010"/>
                </a:lnTo>
                <a:moveTo>
                  <a:pt x="1658272" y="855603"/>
                </a:moveTo>
                <a:lnTo>
                  <a:pt x="1674338" y="828515"/>
                </a:lnTo>
                <a:moveTo>
                  <a:pt x="1651439" y="846401"/>
                </a:moveTo>
                <a:lnTo>
                  <a:pt x="1665417" y="823434"/>
                </a:lnTo>
                <a:moveTo>
                  <a:pt x="1340626" y="982233"/>
                </a:moveTo>
                <a:lnTo>
                  <a:pt x="1320052" y="1045578"/>
                </a:lnTo>
                <a:moveTo>
                  <a:pt x="2266239" y="367256"/>
                </a:moveTo>
                <a:lnTo>
                  <a:pt x="2273876" y="368219"/>
                </a:lnTo>
                <a:moveTo>
                  <a:pt x="1086534" y="1049587"/>
                </a:moveTo>
                <a:lnTo>
                  <a:pt x="1034011" y="1005255"/>
                </a:lnTo>
                <a:moveTo>
                  <a:pt x="1126884" y="846163"/>
                </a:moveTo>
                <a:lnTo>
                  <a:pt x="1124092" y="787950"/>
                </a:lnTo>
                <a:moveTo>
                  <a:pt x="1017200" y="897626"/>
                </a:moveTo>
                <a:lnTo>
                  <a:pt x="1009527" y="867109"/>
                </a:lnTo>
                <a:moveTo>
                  <a:pt x="1658272" y="855603"/>
                </a:moveTo>
                <a:lnTo>
                  <a:pt x="1665417" y="823434"/>
                </a:lnTo>
                <a:moveTo>
                  <a:pt x="1071892" y="1098705"/>
                </a:moveTo>
                <a:lnTo>
                  <a:pt x="1086534" y="1049587"/>
                </a:lnTo>
                <a:moveTo>
                  <a:pt x="2221080" y="667555"/>
                </a:moveTo>
                <a:lnTo>
                  <a:pt x="2153810" y="667458"/>
                </a:lnTo>
                <a:moveTo>
                  <a:pt x="1709285" y="1036283"/>
                </a:moveTo>
                <a:lnTo>
                  <a:pt x="1691061" y="965539"/>
                </a:lnTo>
                <a:moveTo>
                  <a:pt x="1305874" y="977214"/>
                </a:moveTo>
                <a:lnTo>
                  <a:pt x="1248397" y="1074113"/>
                </a:lnTo>
                <a:moveTo>
                  <a:pt x="1234244" y="1085290"/>
                </a:moveTo>
                <a:lnTo>
                  <a:pt x="1163264" y="1129122"/>
                </a:lnTo>
                <a:moveTo>
                  <a:pt x="1709285" y="1036283"/>
                </a:moveTo>
                <a:lnTo>
                  <a:pt x="1625340" y="1039863"/>
                </a:lnTo>
                <a:moveTo>
                  <a:pt x="1410792" y="892253"/>
                </a:moveTo>
                <a:lnTo>
                  <a:pt x="1430559" y="860612"/>
                </a:lnTo>
                <a:moveTo>
                  <a:pt x="1410792" y="892253"/>
                </a:moveTo>
                <a:lnTo>
                  <a:pt x="1426174" y="860966"/>
                </a:lnTo>
                <a:moveTo>
                  <a:pt x="1261576" y="890764"/>
                </a:moveTo>
                <a:lnTo>
                  <a:pt x="1185776" y="868645"/>
                </a:lnTo>
                <a:moveTo>
                  <a:pt x="1336655" y="899964"/>
                </a:moveTo>
                <a:lnTo>
                  <a:pt x="1261576" y="890764"/>
                </a:lnTo>
                <a:moveTo>
                  <a:pt x="1148522" y="1135718"/>
                </a:moveTo>
                <a:lnTo>
                  <a:pt x="1133982" y="1124893"/>
                </a:lnTo>
                <a:moveTo>
                  <a:pt x="2221080" y="667555"/>
                </a:moveTo>
                <a:lnTo>
                  <a:pt x="2251968" y="672128"/>
                </a:lnTo>
                <a:moveTo>
                  <a:pt x="1163264" y="1129122"/>
                </a:moveTo>
                <a:lnTo>
                  <a:pt x="1148522" y="1135718"/>
                </a:lnTo>
                <a:moveTo>
                  <a:pt x="1577957" y="827509"/>
                </a:moveTo>
                <a:lnTo>
                  <a:pt x="1500992" y="860910"/>
                </a:lnTo>
                <a:moveTo>
                  <a:pt x="1621986" y="1083078"/>
                </a:moveTo>
                <a:lnTo>
                  <a:pt x="1540993" y="1099899"/>
                </a:lnTo>
                <a:moveTo>
                  <a:pt x="1691061" y="965539"/>
                </a:moveTo>
                <a:lnTo>
                  <a:pt x="1696711" y="899050"/>
                </a:lnTo>
                <a:moveTo>
                  <a:pt x="2323111" y="472002"/>
                </a:moveTo>
                <a:lnTo>
                  <a:pt x="2325664" y="405066"/>
                </a:lnTo>
                <a:moveTo>
                  <a:pt x="1540993" y="1099899"/>
                </a:moveTo>
                <a:lnTo>
                  <a:pt x="1465077" y="1092578"/>
                </a:lnTo>
                <a:moveTo>
                  <a:pt x="2221080" y="667555"/>
                </a:moveTo>
                <a:lnTo>
                  <a:pt x="2228252" y="681782"/>
                </a:lnTo>
                <a:moveTo>
                  <a:pt x="1021351" y="906106"/>
                </a:moveTo>
                <a:lnTo>
                  <a:pt x="1027374" y="915747"/>
                </a:lnTo>
                <a:moveTo>
                  <a:pt x="1236422" y="1063112"/>
                </a:moveTo>
                <a:lnTo>
                  <a:pt x="1163264" y="1129122"/>
                </a:lnTo>
                <a:moveTo>
                  <a:pt x="1034011" y="1005255"/>
                </a:moveTo>
                <a:lnTo>
                  <a:pt x="1034146" y="937970"/>
                </a:lnTo>
                <a:moveTo>
                  <a:pt x="1393849" y="1014646"/>
                </a:moveTo>
                <a:lnTo>
                  <a:pt x="1320052" y="1045578"/>
                </a:lnTo>
                <a:moveTo>
                  <a:pt x="1242285" y="998736"/>
                </a:moveTo>
                <a:lnTo>
                  <a:pt x="1248397" y="1074113"/>
                </a:lnTo>
                <a:moveTo>
                  <a:pt x="1393849" y="1014646"/>
                </a:moveTo>
                <a:lnTo>
                  <a:pt x="1397922" y="1043606"/>
                </a:lnTo>
                <a:moveTo>
                  <a:pt x="1114003" y="823807"/>
                </a:moveTo>
                <a:lnTo>
                  <a:pt x="1047532" y="752189"/>
                </a:lnTo>
                <a:moveTo>
                  <a:pt x="2266239" y="367256"/>
                </a:moveTo>
                <a:lnTo>
                  <a:pt x="2325664" y="405066"/>
                </a:lnTo>
                <a:moveTo>
                  <a:pt x="1552392" y="840312"/>
                </a:moveTo>
                <a:lnTo>
                  <a:pt x="1500992" y="860910"/>
                </a:lnTo>
                <a:moveTo>
                  <a:pt x="2286782" y="534060"/>
                </a:moveTo>
                <a:lnTo>
                  <a:pt x="2325663" y="510266"/>
                </a:lnTo>
                <a:moveTo>
                  <a:pt x="1143983" y="1146169"/>
                </a:moveTo>
                <a:lnTo>
                  <a:pt x="1148522" y="1135718"/>
                </a:lnTo>
                <a:moveTo>
                  <a:pt x="2254827" y="634645"/>
                </a:moveTo>
                <a:lnTo>
                  <a:pt x="2297208" y="573462"/>
                </a:lnTo>
                <a:moveTo>
                  <a:pt x="1336655" y="899964"/>
                </a:moveTo>
                <a:lnTo>
                  <a:pt x="1326125" y="968379"/>
                </a:lnTo>
                <a:moveTo>
                  <a:pt x="1462074" y="1098124"/>
                </a:moveTo>
                <a:lnTo>
                  <a:pt x="1465077" y="1092578"/>
                </a:lnTo>
                <a:moveTo>
                  <a:pt x="1326125" y="968379"/>
                </a:moveTo>
                <a:lnTo>
                  <a:pt x="1324077" y="986116"/>
                </a:lnTo>
                <a:moveTo>
                  <a:pt x="1034146" y="937970"/>
                </a:moveTo>
                <a:lnTo>
                  <a:pt x="1021351" y="906106"/>
                </a:lnTo>
                <a:moveTo>
                  <a:pt x="1493773" y="859499"/>
                </a:moveTo>
                <a:lnTo>
                  <a:pt x="1500992" y="860910"/>
                </a:lnTo>
                <a:moveTo>
                  <a:pt x="1027374" y="915747"/>
                </a:moveTo>
                <a:lnTo>
                  <a:pt x="1017200" y="897626"/>
                </a:lnTo>
                <a:moveTo>
                  <a:pt x="1336655" y="899964"/>
                </a:moveTo>
                <a:lnTo>
                  <a:pt x="1305874" y="977214"/>
                </a:lnTo>
                <a:moveTo>
                  <a:pt x="1247954" y="958199"/>
                </a:moveTo>
                <a:lnTo>
                  <a:pt x="1261576" y="890764"/>
                </a:lnTo>
                <a:moveTo>
                  <a:pt x="1621986" y="1083078"/>
                </a:moveTo>
                <a:lnTo>
                  <a:pt x="1625340" y="1039863"/>
                </a:lnTo>
                <a:moveTo>
                  <a:pt x="1242285" y="998736"/>
                </a:moveTo>
                <a:lnTo>
                  <a:pt x="1236422" y="1063112"/>
                </a:lnTo>
                <a:moveTo>
                  <a:pt x="1324077" y="986116"/>
                </a:moveTo>
                <a:lnTo>
                  <a:pt x="1305874" y="977214"/>
                </a:lnTo>
                <a:moveTo>
                  <a:pt x="1500992" y="860910"/>
                </a:moveTo>
                <a:lnTo>
                  <a:pt x="1410792" y="892253"/>
                </a:lnTo>
                <a:moveTo>
                  <a:pt x="1340626" y="982233"/>
                </a:moveTo>
                <a:lnTo>
                  <a:pt x="1336655" y="899964"/>
                </a:lnTo>
                <a:moveTo>
                  <a:pt x="1340626" y="982233"/>
                </a:moveTo>
                <a:lnTo>
                  <a:pt x="1324077" y="986116"/>
                </a:lnTo>
                <a:moveTo>
                  <a:pt x="1143983" y="1146169"/>
                </a:moveTo>
                <a:lnTo>
                  <a:pt x="1133982" y="1124893"/>
                </a:lnTo>
                <a:moveTo>
                  <a:pt x="1326125" y="968379"/>
                </a:moveTo>
                <a:lnTo>
                  <a:pt x="1305874" y="977214"/>
                </a:lnTo>
                <a:moveTo>
                  <a:pt x="1185776" y="868645"/>
                </a:moveTo>
                <a:lnTo>
                  <a:pt x="1126884" y="846163"/>
                </a:lnTo>
                <a:moveTo>
                  <a:pt x="1658272" y="855603"/>
                </a:moveTo>
                <a:lnTo>
                  <a:pt x="1696711" y="899050"/>
                </a:lnTo>
                <a:moveTo>
                  <a:pt x="1163264" y="1129122"/>
                </a:moveTo>
                <a:lnTo>
                  <a:pt x="1143983" y="1146169"/>
                </a:lnTo>
                <a:moveTo>
                  <a:pt x="2141010" y="705594"/>
                </a:moveTo>
                <a:lnTo>
                  <a:pt x="2065570" y="689923"/>
                </a:lnTo>
                <a:moveTo>
                  <a:pt x="1340626" y="982233"/>
                </a:moveTo>
                <a:lnTo>
                  <a:pt x="1326125" y="968379"/>
                </a:lnTo>
                <a:moveTo>
                  <a:pt x="1126884" y="846163"/>
                </a:moveTo>
                <a:lnTo>
                  <a:pt x="1114003" y="823807"/>
                </a:lnTo>
                <a:moveTo>
                  <a:pt x="1247954" y="958199"/>
                </a:moveTo>
                <a:lnTo>
                  <a:pt x="1185776" y="868645"/>
                </a:lnTo>
                <a:moveTo>
                  <a:pt x="1336655" y="899964"/>
                </a:moveTo>
                <a:lnTo>
                  <a:pt x="1247954" y="958199"/>
                </a:lnTo>
                <a:moveTo>
                  <a:pt x="1459167" y="1120677"/>
                </a:moveTo>
                <a:lnTo>
                  <a:pt x="1462074" y="1098124"/>
                </a:lnTo>
                <a:moveTo>
                  <a:pt x="1500992" y="860910"/>
                </a:moveTo>
                <a:lnTo>
                  <a:pt x="1420355" y="888547"/>
                </a:lnTo>
                <a:moveTo>
                  <a:pt x="1133982" y="1124893"/>
                </a:moveTo>
                <a:lnTo>
                  <a:pt x="1071892" y="1098705"/>
                </a:lnTo>
                <a:moveTo>
                  <a:pt x="1465077" y="1092578"/>
                </a:moveTo>
                <a:lnTo>
                  <a:pt x="1393849" y="1014646"/>
                </a:lnTo>
                <a:moveTo>
                  <a:pt x="1236422" y="1063112"/>
                </a:moveTo>
                <a:lnTo>
                  <a:pt x="1214196" y="1031278"/>
                </a:lnTo>
                <a:moveTo>
                  <a:pt x="1305874" y="977214"/>
                </a:moveTo>
                <a:lnTo>
                  <a:pt x="1242285" y="998736"/>
                </a:lnTo>
                <a:moveTo>
                  <a:pt x="1305874" y="977214"/>
                </a:moveTo>
                <a:lnTo>
                  <a:pt x="1247954" y="958199"/>
                </a:lnTo>
                <a:moveTo>
                  <a:pt x="1691061" y="965539"/>
                </a:moveTo>
                <a:lnTo>
                  <a:pt x="1625340" y="1039863"/>
                </a:lnTo>
                <a:moveTo>
                  <a:pt x="2266239" y="367256"/>
                </a:moveTo>
                <a:lnTo>
                  <a:pt x="2191043" y="355968"/>
                </a:lnTo>
                <a:moveTo>
                  <a:pt x="2286782" y="534060"/>
                </a:moveTo>
                <a:lnTo>
                  <a:pt x="2297208" y="573462"/>
                </a:lnTo>
                <a:moveTo>
                  <a:pt x="1143983" y="1146169"/>
                </a:moveTo>
                <a:lnTo>
                  <a:pt x="1071892" y="1098705"/>
                </a:lnTo>
                <a:moveTo>
                  <a:pt x="1410792" y="892253"/>
                </a:moveTo>
                <a:lnTo>
                  <a:pt x="1336655" y="899964"/>
                </a:lnTo>
                <a:moveTo>
                  <a:pt x="1242285" y="998736"/>
                </a:moveTo>
                <a:lnTo>
                  <a:pt x="1247954" y="958199"/>
                </a:lnTo>
                <a:moveTo>
                  <a:pt x="1214196" y="1031278"/>
                </a:moveTo>
                <a:lnTo>
                  <a:pt x="1163264" y="1129122"/>
                </a:lnTo>
                <a:moveTo>
                  <a:pt x="1034011" y="1005255"/>
                </a:moveTo>
                <a:lnTo>
                  <a:pt x="1021351" y="906106"/>
                </a:lnTo>
                <a:moveTo>
                  <a:pt x="2221080" y="667555"/>
                </a:moveTo>
                <a:lnTo>
                  <a:pt x="2141010" y="705594"/>
                </a:lnTo>
                <a:moveTo>
                  <a:pt x="1577957" y="827509"/>
                </a:moveTo>
                <a:lnTo>
                  <a:pt x="1552392" y="840312"/>
                </a:lnTo>
                <a:moveTo>
                  <a:pt x="1017200" y="897626"/>
                </a:moveTo>
                <a:lnTo>
                  <a:pt x="1027130" y="831756"/>
                </a:lnTo>
                <a:moveTo>
                  <a:pt x="1393849" y="1014646"/>
                </a:moveTo>
                <a:lnTo>
                  <a:pt x="1340626" y="982233"/>
                </a:lnTo>
                <a:moveTo>
                  <a:pt x="1174772" y="903141"/>
                </a:moveTo>
                <a:lnTo>
                  <a:pt x="1185776" y="868645"/>
                </a:lnTo>
                <a:moveTo>
                  <a:pt x="1691061" y="965539"/>
                </a:moveTo>
                <a:lnTo>
                  <a:pt x="1627575" y="1008180"/>
                </a:lnTo>
                <a:moveTo>
                  <a:pt x="1651439" y="846401"/>
                </a:moveTo>
                <a:lnTo>
                  <a:pt x="1577957" y="827509"/>
                </a:lnTo>
                <a:moveTo>
                  <a:pt x="1627575" y="1008180"/>
                </a:moveTo>
                <a:lnTo>
                  <a:pt x="1625340" y="1039863"/>
                </a:lnTo>
                <a:moveTo>
                  <a:pt x="1663166" y="923615"/>
                </a:moveTo>
                <a:lnTo>
                  <a:pt x="1696711" y="899050"/>
                </a:lnTo>
                <a:moveTo>
                  <a:pt x="2254827" y="634645"/>
                </a:moveTo>
                <a:lnTo>
                  <a:pt x="2221080" y="667555"/>
                </a:lnTo>
                <a:moveTo>
                  <a:pt x="2299523" y="430699"/>
                </a:moveTo>
                <a:lnTo>
                  <a:pt x="2325664" y="405066"/>
                </a:lnTo>
                <a:moveTo>
                  <a:pt x="1465077" y="1092578"/>
                </a:moveTo>
                <a:lnTo>
                  <a:pt x="1436083" y="1063323"/>
                </a:lnTo>
                <a:moveTo>
                  <a:pt x="1621986" y="1083078"/>
                </a:moveTo>
                <a:lnTo>
                  <a:pt x="1539327" y="1059489"/>
                </a:lnTo>
                <a:moveTo>
                  <a:pt x="2184713" y="375554"/>
                </a:moveTo>
                <a:lnTo>
                  <a:pt x="2191043" y="355968"/>
                </a:lnTo>
                <a:moveTo>
                  <a:pt x="1539327" y="1059489"/>
                </a:moveTo>
                <a:lnTo>
                  <a:pt x="1465077" y="1092578"/>
                </a:lnTo>
                <a:moveTo>
                  <a:pt x="1242285" y="998736"/>
                </a:moveTo>
                <a:lnTo>
                  <a:pt x="1214196" y="1031278"/>
                </a:lnTo>
                <a:moveTo>
                  <a:pt x="1108258" y="815696"/>
                </a:moveTo>
                <a:lnTo>
                  <a:pt x="1047532" y="752189"/>
                </a:lnTo>
                <a:moveTo>
                  <a:pt x="1247954" y="958199"/>
                </a:moveTo>
                <a:lnTo>
                  <a:pt x="1214196" y="1031278"/>
                </a:lnTo>
                <a:moveTo>
                  <a:pt x="2194311" y="693210"/>
                </a:moveTo>
                <a:lnTo>
                  <a:pt x="2141010" y="705594"/>
                </a:lnTo>
                <a:moveTo>
                  <a:pt x="1185169" y="921885"/>
                </a:moveTo>
                <a:lnTo>
                  <a:pt x="1185776" y="868645"/>
                </a:lnTo>
                <a:moveTo>
                  <a:pt x="2261561" y="378442"/>
                </a:moveTo>
                <a:lnTo>
                  <a:pt x="2191043" y="355968"/>
                </a:lnTo>
                <a:moveTo>
                  <a:pt x="1625340" y="1039863"/>
                </a:moveTo>
                <a:lnTo>
                  <a:pt x="1606995" y="1020703"/>
                </a:lnTo>
                <a:moveTo>
                  <a:pt x="1552392" y="840312"/>
                </a:moveTo>
                <a:lnTo>
                  <a:pt x="1493773" y="859499"/>
                </a:lnTo>
                <a:moveTo>
                  <a:pt x="1405272" y="912009"/>
                </a:moveTo>
                <a:lnTo>
                  <a:pt x="1336655" y="899964"/>
                </a:lnTo>
                <a:moveTo>
                  <a:pt x="1539327" y="1059489"/>
                </a:moveTo>
                <a:lnTo>
                  <a:pt x="1540993" y="1099899"/>
                </a:lnTo>
                <a:moveTo>
                  <a:pt x="2286782" y="534060"/>
                </a:moveTo>
                <a:lnTo>
                  <a:pt x="2323111" y="472002"/>
                </a:lnTo>
                <a:moveTo>
                  <a:pt x="1108258" y="815696"/>
                </a:moveTo>
                <a:lnTo>
                  <a:pt x="1114003" y="823807"/>
                </a:lnTo>
                <a:moveTo>
                  <a:pt x="1034011" y="1005255"/>
                </a:moveTo>
                <a:lnTo>
                  <a:pt x="1008145" y="981004"/>
                </a:lnTo>
                <a:moveTo>
                  <a:pt x="1174772" y="903141"/>
                </a:moveTo>
                <a:lnTo>
                  <a:pt x="1126884" y="846163"/>
                </a:lnTo>
                <a:moveTo>
                  <a:pt x="2239841" y="594585"/>
                </a:moveTo>
                <a:lnTo>
                  <a:pt x="2297208" y="573462"/>
                </a:lnTo>
                <a:moveTo>
                  <a:pt x="2261561" y="378442"/>
                </a:moveTo>
                <a:lnTo>
                  <a:pt x="2266239" y="367256"/>
                </a:lnTo>
                <a:moveTo>
                  <a:pt x="2051372" y="747016"/>
                </a:moveTo>
                <a:lnTo>
                  <a:pt x="2065570" y="689923"/>
                </a:lnTo>
                <a:moveTo>
                  <a:pt x="1021351" y="906106"/>
                </a:moveTo>
                <a:lnTo>
                  <a:pt x="1017200" y="897626"/>
                </a:lnTo>
                <a:moveTo>
                  <a:pt x="1658272" y="855603"/>
                </a:moveTo>
                <a:lnTo>
                  <a:pt x="1651439" y="846401"/>
                </a:lnTo>
                <a:moveTo>
                  <a:pt x="1133374" y="1175765"/>
                </a:moveTo>
                <a:lnTo>
                  <a:pt x="1163264" y="1129122"/>
                </a:lnTo>
                <a:moveTo>
                  <a:pt x="1462074" y="1098124"/>
                </a:moveTo>
                <a:lnTo>
                  <a:pt x="1436083" y="1063323"/>
                </a:lnTo>
                <a:moveTo>
                  <a:pt x="1539327" y="1059489"/>
                </a:moveTo>
                <a:lnTo>
                  <a:pt x="1462074" y="1098124"/>
                </a:lnTo>
                <a:moveTo>
                  <a:pt x="1405272" y="912009"/>
                </a:moveTo>
                <a:lnTo>
                  <a:pt x="1340626" y="982233"/>
                </a:lnTo>
                <a:moveTo>
                  <a:pt x="1187289" y="1094696"/>
                </a:moveTo>
                <a:lnTo>
                  <a:pt x="1163264" y="1129122"/>
                </a:lnTo>
                <a:moveTo>
                  <a:pt x="1008145" y="981004"/>
                </a:moveTo>
                <a:lnTo>
                  <a:pt x="1021351" y="906106"/>
                </a:lnTo>
                <a:moveTo>
                  <a:pt x="1108258" y="815696"/>
                </a:moveTo>
                <a:lnTo>
                  <a:pt x="1126884" y="846163"/>
                </a:lnTo>
                <a:moveTo>
                  <a:pt x="1500915" y="1072687"/>
                </a:moveTo>
                <a:lnTo>
                  <a:pt x="1459167" y="1120677"/>
                </a:lnTo>
                <a:moveTo>
                  <a:pt x="1133374" y="1175765"/>
                </a:moveTo>
                <a:lnTo>
                  <a:pt x="1143983" y="1146169"/>
                </a:lnTo>
                <a:moveTo>
                  <a:pt x="1625340" y="1039863"/>
                </a:moveTo>
                <a:lnTo>
                  <a:pt x="1539327" y="1059489"/>
                </a:lnTo>
                <a:moveTo>
                  <a:pt x="1627575" y="1008180"/>
                </a:moveTo>
                <a:lnTo>
                  <a:pt x="1606995" y="1020703"/>
                </a:lnTo>
                <a:moveTo>
                  <a:pt x="1500915" y="1072687"/>
                </a:moveTo>
                <a:lnTo>
                  <a:pt x="1462074" y="1098124"/>
                </a:lnTo>
                <a:moveTo>
                  <a:pt x="1247954" y="958199"/>
                </a:moveTo>
                <a:lnTo>
                  <a:pt x="1185169" y="921885"/>
                </a:lnTo>
                <a:moveTo>
                  <a:pt x="1583894" y="750957"/>
                </a:moveTo>
                <a:lnTo>
                  <a:pt x="1577957" y="827509"/>
                </a:lnTo>
                <a:moveTo>
                  <a:pt x="2126314" y="753749"/>
                </a:moveTo>
                <a:lnTo>
                  <a:pt x="2065570" y="689923"/>
                </a:lnTo>
                <a:moveTo>
                  <a:pt x="2126314" y="753749"/>
                </a:moveTo>
                <a:lnTo>
                  <a:pt x="2141010" y="705594"/>
                </a:lnTo>
                <a:moveTo>
                  <a:pt x="1493773" y="859499"/>
                </a:moveTo>
                <a:lnTo>
                  <a:pt x="1420355" y="888547"/>
                </a:lnTo>
                <a:moveTo>
                  <a:pt x="2221080" y="667555"/>
                </a:moveTo>
                <a:lnTo>
                  <a:pt x="2194311" y="693210"/>
                </a:lnTo>
                <a:moveTo>
                  <a:pt x="1420355" y="888547"/>
                </a:moveTo>
                <a:lnTo>
                  <a:pt x="1410792" y="892253"/>
                </a:lnTo>
                <a:moveTo>
                  <a:pt x="1583894" y="750957"/>
                </a:moveTo>
                <a:lnTo>
                  <a:pt x="1552392" y="840312"/>
                </a:lnTo>
                <a:moveTo>
                  <a:pt x="2261561" y="378442"/>
                </a:moveTo>
                <a:lnTo>
                  <a:pt x="2184713" y="375554"/>
                </a:lnTo>
                <a:moveTo>
                  <a:pt x="1133374" y="1175765"/>
                </a:moveTo>
                <a:lnTo>
                  <a:pt x="1071892" y="1098705"/>
                </a:lnTo>
                <a:moveTo>
                  <a:pt x="1663166" y="923615"/>
                </a:moveTo>
                <a:lnTo>
                  <a:pt x="1691061" y="965539"/>
                </a:lnTo>
                <a:moveTo>
                  <a:pt x="2299523" y="430699"/>
                </a:moveTo>
                <a:lnTo>
                  <a:pt x="2323111" y="472002"/>
                </a:lnTo>
                <a:moveTo>
                  <a:pt x="1436083" y="1063323"/>
                </a:moveTo>
                <a:lnTo>
                  <a:pt x="1393849" y="1014646"/>
                </a:lnTo>
                <a:moveTo>
                  <a:pt x="1651439" y="846401"/>
                </a:moveTo>
                <a:lnTo>
                  <a:pt x="1583894" y="750957"/>
                </a:lnTo>
                <a:moveTo>
                  <a:pt x="1384470" y="950669"/>
                </a:moveTo>
                <a:lnTo>
                  <a:pt x="1340626" y="982233"/>
                </a:lnTo>
                <a:moveTo>
                  <a:pt x="1185169" y="921885"/>
                </a:moveTo>
                <a:lnTo>
                  <a:pt x="1214196" y="1031278"/>
                </a:lnTo>
                <a:moveTo>
                  <a:pt x="2299523" y="430699"/>
                </a:moveTo>
                <a:lnTo>
                  <a:pt x="2266239" y="367256"/>
                </a:lnTo>
                <a:moveTo>
                  <a:pt x="2239841" y="594585"/>
                </a:moveTo>
                <a:lnTo>
                  <a:pt x="2254827" y="634645"/>
                </a:lnTo>
                <a:moveTo>
                  <a:pt x="1405272" y="912009"/>
                </a:moveTo>
                <a:lnTo>
                  <a:pt x="1410792" y="892253"/>
                </a:lnTo>
                <a:moveTo>
                  <a:pt x="2184713" y="375554"/>
                </a:moveTo>
                <a:lnTo>
                  <a:pt x="2161496" y="410765"/>
                </a:lnTo>
                <a:moveTo>
                  <a:pt x="1629887" y="948864"/>
                </a:moveTo>
                <a:lnTo>
                  <a:pt x="1691061" y="965539"/>
                </a:lnTo>
                <a:moveTo>
                  <a:pt x="1606995" y="1020703"/>
                </a:moveTo>
                <a:lnTo>
                  <a:pt x="1539327" y="1059489"/>
                </a:lnTo>
                <a:moveTo>
                  <a:pt x="1658004" y="766858"/>
                </a:moveTo>
                <a:lnTo>
                  <a:pt x="1651439" y="846401"/>
                </a:lnTo>
                <a:moveTo>
                  <a:pt x="1187289" y="1094696"/>
                </a:moveTo>
                <a:lnTo>
                  <a:pt x="1214196" y="1031278"/>
                </a:lnTo>
                <a:moveTo>
                  <a:pt x="1185169" y="921885"/>
                </a:moveTo>
                <a:lnTo>
                  <a:pt x="1174772" y="903141"/>
                </a:lnTo>
                <a:moveTo>
                  <a:pt x="1160297" y="1158103"/>
                </a:moveTo>
                <a:lnTo>
                  <a:pt x="1163264" y="1129122"/>
                </a:lnTo>
                <a:moveTo>
                  <a:pt x="1015159" y="859436"/>
                </a:moveTo>
                <a:lnTo>
                  <a:pt x="1027130" y="831756"/>
                </a:lnTo>
                <a:moveTo>
                  <a:pt x="1405272" y="912009"/>
                </a:moveTo>
                <a:lnTo>
                  <a:pt x="1420355" y="888547"/>
                </a:lnTo>
                <a:moveTo>
                  <a:pt x="1174772" y="903141"/>
                </a:moveTo>
                <a:lnTo>
                  <a:pt x="1108258" y="815696"/>
                </a:lnTo>
                <a:moveTo>
                  <a:pt x="1057202" y="1146969"/>
                </a:moveTo>
                <a:lnTo>
                  <a:pt x="1071892" y="1098705"/>
                </a:lnTo>
                <a:moveTo>
                  <a:pt x="2220859" y="620276"/>
                </a:moveTo>
                <a:lnTo>
                  <a:pt x="2254827" y="634645"/>
                </a:lnTo>
                <a:moveTo>
                  <a:pt x="1529517" y="799112"/>
                </a:moveTo>
                <a:lnTo>
                  <a:pt x="1552392" y="840312"/>
                </a:lnTo>
                <a:moveTo>
                  <a:pt x="1663166" y="923615"/>
                </a:moveTo>
                <a:lnTo>
                  <a:pt x="1658272" y="855603"/>
                </a:lnTo>
                <a:moveTo>
                  <a:pt x="1393849" y="1014646"/>
                </a:moveTo>
                <a:lnTo>
                  <a:pt x="1384470" y="950669"/>
                </a:lnTo>
                <a:moveTo>
                  <a:pt x="2176501" y="406888"/>
                </a:moveTo>
                <a:lnTo>
                  <a:pt x="2184713" y="375554"/>
                </a:lnTo>
                <a:moveTo>
                  <a:pt x="1071892" y="1098705"/>
                </a:moveTo>
                <a:lnTo>
                  <a:pt x="1049445" y="1142093"/>
                </a:lnTo>
                <a:moveTo>
                  <a:pt x="2353322" y="279993"/>
                </a:moveTo>
                <a:lnTo>
                  <a:pt x="2343822" y="264592"/>
                </a:lnTo>
                <a:moveTo>
                  <a:pt x="1980227" y="729596"/>
                </a:moveTo>
                <a:lnTo>
                  <a:pt x="1978103" y="718002"/>
                </a:lnTo>
                <a:moveTo>
                  <a:pt x="2261561" y="378442"/>
                </a:moveTo>
                <a:lnTo>
                  <a:pt x="2176501" y="406888"/>
                </a:lnTo>
                <a:moveTo>
                  <a:pt x="1975758" y="728229"/>
                </a:moveTo>
                <a:lnTo>
                  <a:pt x="1978103" y="718002"/>
                </a:lnTo>
                <a:moveTo>
                  <a:pt x="2051372" y="747016"/>
                </a:moveTo>
                <a:lnTo>
                  <a:pt x="1980227" y="729596"/>
                </a:lnTo>
                <a:moveTo>
                  <a:pt x="2299523" y="430699"/>
                </a:moveTo>
                <a:lnTo>
                  <a:pt x="2261561" y="378442"/>
                </a:lnTo>
                <a:moveTo>
                  <a:pt x="2194311" y="693210"/>
                </a:moveTo>
                <a:lnTo>
                  <a:pt x="2126314" y="753749"/>
                </a:lnTo>
                <a:moveTo>
                  <a:pt x="2259612" y="492240"/>
                </a:moveTo>
                <a:lnTo>
                  <a:pt x="2323111" y="472002"/>
                </a:lnTo>
                <a:moveTo>
                  <a:pt x="1629887" y="948864"/>
                </a:moveTo>
                <a:lnTo>
                  <a:pt x="1627575" y="1008180"/>
                </a:lnTo>
                <a:moveTo>
                  <a:pt x="2051372" y="747016"/>
                </a:moveTo>
                <a:lnTo>
                  <a:pt x="1973973" y="737635"/>
                </a:lnTo>
                <a:moveTo>
                  <a:pt x="1980227" y="729596"/>
                </a:moveTo>
                <a:lnTo>
                  <a:pt x="1975758" y="728229"/>
                </a:lnTo>
                <a:moveTo>
                  <a:pt x="1490479" y="826829"/>
                </a:moveTo>
                <a:lnTo>
                  <a:pt x="1552392" y="840312"/>
                </a:lnTo>
                <a:moveTo>
                  <a:pt x="1392043" y="974903"/>
                </a:moveTo>
                <a:lnTo>
                  <a:pt x="1393849" y="1014646"/>
                </a:lnTo>
                <a:moveTo>
                  <a:pt x="2135526" y="752025"/>
                </a:moveTo>
                <a:lnTo>
                  <a:pt x="2194311" y="693210"/>
                </a:lnTo>
                <a:moveTo>
                  <a:pt x="2239841" y="594585"/>
                </a:moveTo>
                <a:lnTo>
                  <a:pt x="2286782" y="534060"/>
                </a:lnTo>
                <a:moveTo>
                  <a:pt x="1980227" y="729596"/>
                </a:moveTo>
                <a:lnTo>
                  <a:pt x="1973973" y="737635"/>
                </a:lnTo>
                <a:moveTo>
                  <a:pt x="2220859" y="620276"/>
                </a:moveTo>
                <a:lnTo>
                  <a:pt x="2221080" y="667555"/>
                </a:lnTo>
                <a:moveTo>
                  <a:pt x="1975758" y="728229"/>
                </a:moveTo>
                <a:lnTo>
                  <a:pt x="1973973" y="737635"/>
                </a:lnTo>
                <a:moveTo>
                  <a:pt x="1539327" y="1059489"/>
                </a:moveTo>
                <a:lnTo>
                  <a:pt x="1500915" y="1072687"/>
                </a:lnTo>
                <a:moveTo>
                  <a:pt x="1629887" y="948864"/>
                </a:moveTo>
                <a:lnTo>
                  <a:pt x="1606995" y="1020703"/>
                </a:lnTo>
                <a:moveTo>
                  <a:pt x="2126314" y="753749"/>
                </a:moveTo>
                <a:lnTo>
                  <a:pt x="2051372" y="747016"/>
                </a:lnTo>
                <a:moveTo>
                  <a:pt x="2176501" y="406888"/>
                </a:moveTo>
                <a:lnTo>
                  <a:pt x="2161496" y="410765"/>
                </a:lnTo>
                <a:moveTo>
                  <a:pt x="1199200" y="991216"/>
                </a:moveTo>
                <a:lnTo>
                  <a:pt x="1214196" y="1031278"/>
                </a:lnTo>
                <a:moveTo>
                  <a:pt x="1658004" y="766858"/>
                </a:moveTo>
                <a:lnTo>
                  <a:pt x="1583894" y="750957"/>
                </a:lnTo>
                <a:moveTo>
                  <a:pt x="1490479" y="826829"/>
                </a:moveTo>
                <a:lnTo>
                  <a:pt x="1493773" y="859499"/>
                </a:lnTo>
                <a:moveTo>
                  <a:pt x="1704817" y="824429"/>
                </a:moveTo>
                <a:lnTo>
                  <a:pt x="1651439" y="846401"/>
                </a:lnTo>
                <a:moveTo>
                  <a:pt x="1170177" y="900592"/>
                </a:moveTo>
                <a:lnTo>
                  <a:pt x="1174772" y="903141"/>
                </a:lnTo>
                <a:moveTo>
                  <a:pt x="2251185" y="408985"/>
                </a:moveTo>
                <a:lnTo>
                  <a:pt x="2261561" y="378442"/>
                </a:lnTo>
                <a:moveTo>
                  <a:pt x="1106242" y="812377"/>
                </a:moveTo>
                <a:lnTo>
                  <a:pt x="1108258" y="815696"/>
                </a:lnTo>
                <a:moveTo>
                  <a:pt x="1978103" y="718002"/>
                </a:moveTo>
                <a:lnTo>
                  <a:pt x="1899536" y="698528"/>
                </a:lnTo>
                <a:moveTo>
                  <a:pt x="1405272" y="912009"/>
                </a:moveTo>
                <a:lnTo>
                  <a:pt x="1384470" y="950669"/>
                </a:lnTo>
                <a:moveTo>
                  <a:pt x="2220859" y="620276"/>
                </a:moveTo>
                <a:lnTo>
                  <a:pt x="2194311" y="693210"/>
                </a:lnTo>
                <a:moveTo>
                  <a:pt x="2343124" y="310585"/>
                </a:moveTo>
                <a:lnTo>
                  <a:pt x="2353322" y="279993"/>
                </a:lnTo>
                <a:moveTo>
                  <a:pt x="1704817" y="824429"/>
                </a:moveTo>
                <a:lnTo>
                  <a:pt x="1658272" y="855603"/>
                </a:lnTo>
                <a:moveTo>
                  <a:pt x="1015159" y="859436"/>
                </a:moveTo>
                <a:lnTo>
                  <a:pt x="1017200" y="897626"/>
                </a:lnTo>
                <a:moveTo>
                  <a:pt x="2161496" y="410765"/>
                </a:moveTo>
                <a:lnTo>
                  <a:pt x="2088096" y="470433"/>
                </a:lnTo>
                <a:moveTo>
                  <a:pt x="2037793" y="815224"/>
                </a:moveTo>
                <a:lnTo>
                  <a:pt x="2051372" y="747016"/>
                </a:lnTo>
                <a:moveTo>
                  <a:pt x="1595354" y="981125"/>
                </a:moveTo>
                <a:lnTo>
                  <a:pt x="1606995" y="1020703"/>
                </a:lnTo>
                <a:moveTo>
                  <a:pt x="1583894" y="750957"/>
                </a:moveTo>
                <a:lnTo>
                  <a:pt x="1529517" y="799112"/>
                </a:lnTo>
                <a:moveTo>
                  <a:pt x="1975758" y="728229"/>
                </a:moveTo>
                <a:lnTo>
                  <a:pt x="1899536" y="698528"/>
                </a:lnTo>
                <a:moveTo>
                  <a:pt x="1490479" y="826829"/>
                </a:moveTo>
                <a:lnTo>
                  <a:pt x="1420355" y="888547"/>
                </a:lnTo>
                <a:moveTo>
                  <a:pt x="1170177" y="900592"/>
                </a:moveTo>
                <a:lnTo>
                  <a:pt x="1185169" y="921885"/>
                </a:lnTo>
                <a:moveTo>
                  <a:pt x="2051372" y="747016"/>
                </a:moveTo>
                <a:lnTo>
                  <a:pt x="1962263" y="797940"/>
                </a:lnTo>
                <a:moveTo>
                  <a:pt x="1170177" y="900592"/>
                </a:moveTo>
                <a:lnTo>
                  <a:pt x="1108258" y="815696"/>
                </a:lnTo>
                <a:moveTo>
                  <a:pt x="2098008" y="468901"/>
                </a:moveTo>
                <a:lnTo>
                  <a:pt x="2161496" y="410765"/>
                </a:lnTo>
                <a:moveTo>
                  <a:pt x="1133374" y="1175765"/>
                </a:moveTo>
                <a:lnTo>
                  <a:pt x="1057202" y="1146969"/>
                </a:lnTo>
                <a:moveTo>
                  <a:pt x="2135526" y="752025"/>
                </a:moveTo>
                <a:lnTo>
                  <a:pt x="2126314" y="753749"/>
                </a:lnTo>
                <a:moveTo>
                  <a:pt x="1406081" y="1021095"/>
                </a:moveTo>
                <a:lnTo>
                  <a:pt x="1393849" y="1014646"/>
                </a:lnTo>
                <a:moveTo>
                  <a:pt x="2259612" y="492240"/>
                </a:moveTo>
                <a:lnTo>
                  <a:pt x="2286782" y="534060"/>
                </a:lnTo>
                <a:moveTo>
                  <a:pt x="1975758" y="728229"/>
                </a:moveTo>
                <a:lnTo>
                  <a:pt x="1932594" y="790021"/>
                </a:lnTo>
                <a:moveTo>
                  <a:pt x="1199200" y="991216"/>
                </a:moveTo>
                <a:lnTo>
                  <a:pt x="1185169" y="921885"/>
                </a:lnTo>
                <a:moveTo>
                  <a:pt x="1973973" y="737635"/>
                </a:moveTo>
                <a:lnTo>
                  <a:pt x="1962263" y="797940"/>
                </a:lnTo>
                <a:moveTo>
                  <a:pt x="1973973" y="737635"/>
                </a:moveTo>
                <a:lnTo>
                  <a:pt x="1932594" y="790021"/>
                </a:lnTo>
                <a:moveTo>
                  <a:pt x="2201589" y="656365"/>
                </a:moveTo>
                <a:lnTo>
                  <a:pt x="2194311" y="693210"/>
                </a:lnTo>
                <a:moveTo>
                  <a:pt x="1445248" y="854246"/>
                </a:moveTo>
                <a:lnTo>
                  <a:pt x="1420355" y="888547"/>
                </a:lnTo>
                <a:moveTo>
                  <a:pt x="1663166" y="923615"/>
                </a:moveTo>
                <a:lnTo>
                  <a:pt x="1629887" y="948864"/>
                </a:lnTo>
                <a:moveTo>
                  <a:pt x="1771281" y="1061454"/>
                </a:moveTo>
                <a:lnTo>
                  <a:pt x="1739681" y="1107170"/>
                </a:lnTo>
                <a:moveTo>
                  <a:pt x="2343124" y="310585"/>
                </a:moveTo>
                <a:lnTo>
                  <a:pt x="2343822" y="264592"/>
                </a:lnTo>
                <a:moveTo>
                  <a:pt x="1975758" y="728229"/>
                </a:moveTo>
                <a:lnTo>
                  <a:pt x="1886383" y="774375"/>
                </a:lnTo>
                <a:moveTo>
                  <a:pt x="2251185" y="408985"/>
                </a:moveTo>
                <a:lnTo>
                  <a:pt x="2176501" y="406888"/>
                </a:lnTo>
                <a:moveTo>
                  <a:pt x="1160297" y="1158103"/>
                </a:moveTo>
                <a:lnTo>
                  <a:pt x="1133374" y="1175765"/>
                </a:lnTo>
                <a:moveTo>
                  <a:pt x="1170177" y="900592"/>
                </a:moveTo>
                <a:lnTo>
                  <a:pt x="1106242" y="812377"/>
                </a:lnTo>
                <a:moveTo>
                  <a:pt x="2299523" y="430699"/>
                </a:moveTo>
                <a:lnTo>
                  <a:pt x="2251185" y="408985"/>
                </a:lnTo>
                <a:moveTo>
                  <a:pt x="2112424" y="816377"/>
                </a:moveTo>
                <a:lnTo>
                  <a:pt x="2051372" y="747016"/>
                </a:lnTo>
                <a:moveTo>
                  <a:pt x="1202159" y="1058948"/>
                </a:moveTo>
                <a:lnTo>
                  <a:pt x="1214196" y="1031278"/>
                </a:lnTo>
                <a:moveTo>
                  <a:pt x="2239841" y="594585"/>
                </a:moveTo>
                <a:lnTo>
                  <a:pt x="2220859" y="620276"/>
                </a:lnTo>
                <a:moveTo>
                  <a:pt x="1160297" y="1158103"/>
                </a:moveTo>
                <a:lnTo>
                  <a:pt x="1187289" y="1094696"/>
                </a:lnTo>
                <a:moveTo>
                  <a:pt x="2098008" y="468901"/>
                </a:moveTo>
                <a:lnTo>
                  <a:pt x="2088096" y="470433"/>
                </a:lnTo>
                <a:moveTo>
                  <a:pt x="1534065" y="1036180"/>
                </a:moveTo>
                <a:lnTo>
                  <a:pt x="1606995" y="1020703"/>
                </a:lnTo>
                <a:moveTo>
                  <a:pt x="1392043" y="974903"/>
                </a:moveTo>
                <a:lnTo>
                  <a:pt x="1384470" y="950669"/>
                </a:lnTo>
                <a:moveTo>
                  <a:pt x="2086710" y="473245"/>
                </a:moveTo>
                <a:lnTo>
                  <a:pt x="2088096" y="470433"/>
                </a:lnTo>
                <a:moveTo>
                  <a:pt x="1682086" y="888451"/>
                </a:moveTo>
                <a:lnTo>
                  <a:pt x="1658272" y="855603"/>
                </a:lnTo>
                <a:moveTo>
                  <a:pt x="1704817" y="824429"/>
                </a:moveTo>
                <a:lnTo>
                  <a:pt x="1658004" y="766858"/>
                </a:lnTo>
                <a:moveTo>
                  <a:pt x="1057202" y="1146969"/>
                </a:moveTo>
                <a:lnTo>
                  <a:pt x="1049445" y="1142093"/>
                </a:lnTo>
                <a:moveTo>
                  <a:pt x="2037793" y="815224"/>
                </a:moveTo>
                <a:lnTo>
                  <a:pt x="1962263" y="797940"/>
                </a:lnTo>
                <a:moveTo>
                  <a:pt x="2239841" y="594585"/>
                </a:moveTo>
                <a:lnTo>
                  <a:pt x="2225934" y="579589"/>
                </a:lnTo>
                <a:moveTo>
                  <a:pt x="1406081" y="1021095"/>
                </a:moveTo>
                <a:lnTo>
                  <a:pt x="1436083" y="1063323"/>
                </a:lnTo>
                <a:moveTo>
                  <a:pt x="2098008" y="468901"/>
                </a:moveTo>
                <a:lnTo>
                  <a:pt x="2086710" y="473245"/>
                </a:lnTo>
                <a:moveTo>
                  <a:pt x="2259612" y="492240"/>
                </a:moveTo>
                <a:lnTo>
                  <a:pt x="2299523" y="430699"/>
                </a:lnTo>
                <a:moveTo>
                  <a:pt x="1962263" y="797940"/>
                </a:moveTo>
                <a:lnTo>
                  <a:pt x="1932594" y="790021"/>
                </a:lnTo>
                <a:moveTo>
                  <a:pt x="1054574" y="1154673"/>
                </a:moveTo>
                <a:lnTo>
                  <a:pt x="1057202" y="1146969"/>
                </a:lnTo>
                <a:moveTo>
                  <a:pt x="2112424" y="816377"/>
                </a:moveTo>
                <a:lnTo>
                  <a:pt x="2126314" y="753749"/>
                </a:lnTo>
                <a:moveTo>
                  <a:pt x="1394891" y="918786"/>
                </a:moveTo>
                <a:lnTo>
                  <a:pt x="1420355" y="888547"/>
                </a:lnTo>
                <a:moveTo>
                  <a:pt x="1490479" y="826829"/>
                </a:moveTo>
                <a:lnTo>
                  <a:pt x="1529517" y="799112"/>
                </a:lnTo>
                <a:moveTo>
                  <a:pt x="2259612" y="492240"/>
                </a:moveTo>
                <a:lnTo>
                  <a:pt x="2239841" y="594585"/>
                </a:lnTo>
                <a:moveTo>
                  <a:pt x="1886383" y="774375"/>
                </a:moveTo>
                <a:lnTo>
                  <a:pt x="1899536" y="698528"/>
                </a:lnTo>
                <a:moveTo>
                  <a:pt x="1722474" y="821098"/>
                </a:moveTo>
                <a:lnTo>
                  <a:pt x="1658004" y="766858"/>
                </a:lnTo>
                <a:moveTo>
                  <a:pt x="1054574" y="1154673"/>
                </a:moveTo>
                <a:lnTo>
                  <a:pt x="1049445" y="1142093"/>
                </a:lnTo>
                <a:moveTo>
                  <a:pt x="2135526" y="752025"/>
                </a:moveTo>
                <a:lnTo>
                  <a:pt x="2112424" y="816377"/>
                </a:lnTo>
                <a:moveTo>
                  <a:pt x="1629887" y="948864"/>
                </a:moveTo>
                <a:lnTo>
                  <a:pt x="1595354" y="981125"/>
                </a:lnTo>
                <a:moveTo>
                  <a:pt x="1122135" y="1201716"/>
                </a:moveTo>
                <a:lnTo>
                  <a:pt x="1133374" y="1175765"/>
                </a:lnTo>
                <a:moveTo>
                  <a:pt x="2113302" y="816120"/>
                </a:moveTo>
                <a:lnTo>
                  <a:pt x="2135526" y="752025"/>
                </a:lnTo>
                <a:moveTo>
                  <a:pt x="2161926" y="457217"/>
                </a:moveTo>
                <a:lnTo>
                  <a:pt x="2161496" y="410765"/>
                </a:lnTo>
                <a:moveTo>
                  <a:pt x="2235381" y="502906"/>
                </a:moveTo>
                <a:lnTo>
                  <a:pt x="2239841" y="594585"/>
                </a:lnTo>
                <a:moveTo>
                  <a:pt x="2220859" y="620276"/>
                </a:moveTo>
                <a:lnTo>
                  <a:pt x="2225934" y="579589"/>
                </a:lnTo>
                <a:moveTo>
                  <a:pt x="1534065" y="1036180"/>
                </a:moveTo>
                <a:lnTo>
                  <a:pt x="1539327" y="1059489"/>
                </a:lnTo>
                <a:moveTo>
                  <a:pt x="2178755" y="720372"/>
                </a:moveTo>
                <a:lnTo>
                  <a:pt x="2194311" y="693210"/>
                </a:lnTo>
                <a:moveTo>
                  <a:pt x="1181805" y="797388"/>
                </a:moveTo>
                <a:lnTo>
                  <a:pt x="1106242" y="812377"/>
                </a:lnTo>
                <a:moveTo>
                  <a:pt x="1932594" y="790021"/>
                </a:moveTo>
                <a:lnTo>
                  <a:pt x="1886383" y="774375"/>
                </a:lnTo>
                <a:moveTo>
                  <a:pt x="1394891" y="918786"/>
                </a:moveTo>
                <a:lnTo>
                  <a:pt x="1405272" y="912009"/>
                </a:lnTo>
                <a:moveTo>
                  <a:pt x="1148738" y="878728"/>
                </a:moveTo>
                <a:lnTo>
                  <a:pt x="1106242" y="812377"/>
                </a:lnTo>
                <a:moveTo>
                  <a:pt x="2237541" y="476028"/>
                </a:moveTo>
                <a:lnTo>
                  <a:pt x="2176501" y="406888"/>
                </a:lnTo>
                <a:moveTo>
                  <a:pt x="1534065" y="1036180"/>
                </a:moveTo>
                <a:lnTo>
                  <a:pt x="1500915" y="1072687"/>
                </a:lnTo>
                <a:moveTo>
                  <a:pt x="1899536" y="698528"/>
                </a:moveTo>
                <a:lnTo>
                  <a:pt x="1810528" y="751263"/>
                </a:lnTo>
                <a:moveTo>
                  <a:pt x="2112424" y="816377"/>
                </a:moveTo>
                <a:lnTo>
                  <a:pt x="2037793" y="815224"/>
                </a:lnTo>
                <a:moveTo>
                  <a:pt x="1529582" y="1038931"/>
                </a:moveTo>
                <a:lnTo>
                  <a:pt x="1500915" y="1072687"/>
                </a:lnTo>
                <a:moveTo>
                  <a:pt x="2349946" y="332781"/>
                </a:moveTo>
                <a:lnTo>
                  <a:pt x="2343124" y="310585"/>
                </a:lnTo>
                <a:moveTo>
                  <a:pt x="2237541" y="476028"/>
                </a:moveTo>
                <a:lnTo>
                  <a:pt x="2299523" y="430699"/>
                </a:lnTo>
                <a:moveTo>
                  <a:pt x="2088096" y="470433"/>
                </a:moveTo>
                <a:lnTo>
                  <a:pt x="2021310" y="525128"/>
                </a:lnTo>
                <a:moveTo>
                  <a:pt x="2161926" y="457217"/>
                </a:moveTo>
                <a:lnTo>
                  <a:pt x="2176501" y="406888"/>
                </a:lnTo>
                <a:moveTo>
                  <a:pt x="1202159" y="1058948"/>
                </a:moveTo>
                <a:lnTo>
                  <a:pt x="1187289" y="1094696"/>
                </a:lnTo>
                <a:moveTo>
                  <a:pt x="2220859" y="620276"/>
                </a:moveTo>
                <a:lnTo>
                  <a:pt x="2201589" y="656365"/>
                </a:lnTo>
                <a:moveTo>
                  <a:pt x="2338574" y="327222"/>
                </a:moveTo>
                <a:lnTo>
                  <a:pt x="2343124" y="310585"/>
                </a:lnTo>
                <a:moveTo>
                  <a:pt x="1170177" y="900592"/>
                </a:moveTo>
                <a:lnTo>
                  <a:pt x="1148738" y="878728"/>
                </a:lnTo>
                <a:moveTo>
                  <a:pt x="2086710" y="473245"/>
                </a:moveTo>
                <a:lnTo>
                  <a:pt x="2021310" y="525128"/>
                </a:lnTo>
                <a:moveTo>
                  <a:pt x="1948687" y="866192"/>
                </a:moveTo>
                <a:lnTo>
                  <a:pt x="1962263" y="797940"/>
                </a:lnTo>
                <a:moveTo>
                  <a:pt x="2225934" y="579589"/>
                </a:moveTo>
                <a:lnTo>
                  <a:pt x="2201589" y="656365"/>
                </a:lnTo>
                <a:moveTo>
                  <a:pt x="2235381" y="502906"/>
                </a:moveTo>
                <a:lnTo>
                  <a:pt x="2225934" y="579589"/>
                </a:lnTo>
                <a:moveTo>
                  <a:pt x="1122135" y="1201716"/>
                </a:moveTo>
                <a:lnTo>
                  <a:pt x="1057202" y="1146969"/>
                </a:lnTo>
                <a:moveTo>
                  <a:pt x="1490479" y="826829"/>
                </a:moveTo>
                <a:lnTo>
                  <a:pt x="1445248" y="854246"/>
                </a:lnTo>
                <a:moveTo>
                  <a:pt x="1682086" y="888451"/>
                </a:moveTo>
                <a:lnTo>
                  <a:pt x="1663166" y="923615"/>
                </a:lnTo>
                <a:moveTo>
                  <a:pt x="1406081" y="1021095"/>
                </a:moveTo>
                <a:lnTo>
                  <a:pt x="1392043" y="974903"/>
                </a:lnTo>
                <a:moveTo>
                  <a:pt x="2099349" y="893616"/>
                </a:moveTo>
                <a:lnTo>
                  <a:pt x="2037793" y="815224"/>
                </a:lnTo>
                <a:moveTo>
                  <a:pt x="1018461" y="854259"/>
                </a:moveTo>
                <a:lnTo>
                  <a:pt x="1015159" y="859436"/>
                </a:lnTo>
                <a:moveTo>
                  <a:pt x="1763098" y="1052029"/>
                </a:moveTo>
                <a:lnTo>
                  <a:pt x="1771281" y="1061454"/>
                </a:lnTo>
                <a:moveTo>
                  <a:pt x="1165979" y="896613"/>
                </a:moveTo>
                <a:lnTo>
                  <a:pt x="1170177" y="900592"/>
                </a:lnTo>
                <a:moveTo>
                  <a:pt x="1184586" y="951209"/>
                </a:moveTo>
                <a:lnTo>
                  <a:pt x="1185169" y="921885"/>
                </a:lnTo>
                <a:moveTo>
                  <a:pt x="1394891" y="918786"/>
                </a:moveTo>
                <a:lnTo>
                  <a:pt x="1384470" y="950669"/>
                </a:lnTo>
                <a:moveTo>
                  <a:pt x="1886383" y="774375"/>
                </a:moveTo>
                <a:lnTo>
                  <a:pt x="1810528" y="751263"/>
                </a:lnTo>
                <a:moveTo>
                  <a:pt x="1962263" y="797940"/>
                </a:moveTo>
                <a:lnTo>
                  <a:pt x="1917388" y="855130"/>
                </a:lnTo>
                <a:moveTo>
                  <a:pt x="1810528" y="751263"/>
                </a:moveTo>
                <a:lnTo>
                  <a:pt x="1735450" y="742091"/>
                </a:lnTo>
                <a:moveTo>
                  <a:pt x="2349946" y="332781"/>
                </a:moveTo>
                <a:lnTo>
                  <a:pt x="2338574" y="327222"/>
                </a:lnTo>
                <a:moveTo>
                  <a:pt x="2235381" y="502906"/>
                </a:moveTo>
                <a:lnTo>
                  <a:pt x="2259612" y="492240"/>
                </a:lnTo>
                <a:moveTo>
                  <a:pt x="1722474" y="821098"/>
                </a:moveTo>
                <a:lnTo>
                  <a:pt x="1735450" y="742091"/>
                </a:lnTo>
                <a:moveTo>
                  <a:pt x="2237541" y="476028"/>
                </a:moveTo>
                <a:lnTo>
                  <a:pt x="2251185" y="408985"/>
                </a:lnTo>
                <a:moveTo>
                  <a:pt x="1917388" y="855130"/>
                </a:moveTo>
                <a:lnTo>
                  <a:pt x="1932594" y="790021"/>
                </a:lnTo>
                <a:moveTo>
                  <a:pt x="2161926" y="457217"/>
                </a:moveTo>
                <a:lnTo>
                  <a:pt x="2098008" y="468901"/>
                </a:lnTo>
                <a:moveTo>
                  <a:pt x="1722474" y="821098"/>
                </a:moveTo>
                <a:lnTo>
                  <a:pt x="1704817" y="824429"/>
                </a:lnTo>
                <a:moveTo>
                  <a:pt x="1727986" y="1172786"/>
                </a:moveTo>
                <a:lnTo>
                  <a:pt x="1739681" y="1107170"/>
                </a:lnTo>
                <a:moveTo>
                  <a:pt x="1122135" y="1201716"/>
                </a:moveTo>
                <a:lnTo>
                  <a:pt x="1054574" y="1154673"/>
                </a:lnTo>
                <a:moveTo>
                  <a:pt x="2178755" y="720372"/>
                </a:moveTo>
                <a:lnTo>
                  <a:pt x="2135526" y="752025"/>
                </a:lnTo>
                <a:moveTo>
                  <a:pt x="2113302" y="816120"/>
                </a:moveTo>
                <a:lnTo>
                  <a:pt x="2112424" y="816377"/>
                </a:lnTo>
                <a:moveTo>
                  <a:pt x="1160297" y="1158103"/>
                </a:moveTo>
                <a:lnTo>
                  <a:pt x="1122135" y="1201716"/>
                </a:lnTo>
                <a:moveTo>
                  <a:pt x="1497920" y="756653"/>
                </a:moveTo>
                <a:lnTo>
                  <a:pt x="1529517" y="799112"/>
                </a:lnTo>
                <a:moveTo>
                  <a:pt x="1917388" y="855130"/>
                </a:moveTo>
                <a:lnTo>
                  <a:pt x="1886383" y="774375"/>
                </a:lnTo>
                <a:moveTo>
                  <a:pt x="1392043" y="974903"/>
                </a:moveTo>
                <a:lnTo>
                  <a:pt x="1394891" y="918786"/>
                </a:lnTo>
                <a:moveTo>
                  <a:pt x="1202159" y="1058948"/>
                </a:moveTo>
                <a:lnTo>
                  <a:pt x="1199200" y="991216"/>
                </a:lnTo>
                <a:moveTo>
                  <a:pt x="1181805" y="797388"/>
                </a:moveTo>
                <a:lnTo>
                  <a:pt x="1148738" y="878728"/>
                </a:lnTo>
                <a:moveTo>
                  <a:pt x="2237541" y="476028"/>
                </a:moveTo>
                <a:lnTo>
                  <a:pt x="2259612" y="492240"/>
                </a:lnTo>
                <a:moveTo>
                  <a:pt x="1623750" y="929712"/>
                </a:moveTo>
                <a:lnTo>
                  <a:pt x="1663166" y="923615"/>
                </a:lnTo>
                <a:moveTo>
                  <a:pt x="1595354" y="981125"/>
                </a:moveTo>
                <a:lnTo>
                  <a:pt x="1534065" y="1036180"/>
                </a:lnTo>
                <a:moveTo>
                  <a:pt x="2225934" y="579589"/>
                </a:moveTo>
                <a:lnTo>
                  <a:pt x="2196463" y="550424"/>
                </a:lnTo>
                <a:moveTo>
                  <a:pt x="2235381" y="502906"/>
                </a:moveTo>
                <a:lnTo>
                  <a:pt x="2237541" y="476028"/>
                </a:lnTo>
                <a:moveTo>
                  <a:pt x="2099349" y="893616"/>
                </a:moveTo>
                <a:lnTo>
                  <a:pt x="2112424" y="816377"/>
                </a:lnTo>
                <a:moveTo>
                  <a:pt x="2087336" y="983489"/>
                </a:moveTo>
                <a:lnTo>
                  <a:pt x="2082233" y="984138"/>
                </a:lnTo>
                <a:moveTo>
                  <a:pt x="1196843" y="1125485"/>
                </a:moveTo>
                <a:lnTo>
                  <a:pt x="1187289" y="1094696"/>
                </a:lnTo>
                <a:moveTo>
                  <a:pt x="2113302" y="816120"/>
                </a:moveTo>
                <a:lnTo>
                  <a:pt x="2099349" y="893616"/>
                </a:lnTo>
                <a:moveTo>
                  <a:pt x="2089069" y="985125"/>
                </a:moveTo>
                <a:lnTo>
                  <a:pt x="2087336" y="983489"/>
                </a:lnTo>
                <a:moveTo>
                  <a:pt x="1763098" y="1052029"/>
                </a:moveTo>
                <a:lnTo>
                  <a:pt x="1739681" y="1107170"/>
                </a:lnTo>
                <a:moveTo>
                  <a:pt x="1682086" y="888451"/>
                </a:moveTo>
                <a:lnTo>
                  <a:pt x="1704817" y="824429"/>
                </a:lnTo>
                <a:moveTo>
                  <a:pt x="2085531" y="992073"/>
                </a:moveTo>
                <a:lnTo>
                  <a:pt x="2082233" y="984138"/>
                </a:lnTo>
                <a:moveTo>
                  <a:pt x="1533105" y="1034703"/>
                </a:moveTo>
                <a:lnTo>
                  <a:pt x="1595354" y="981125"/>
                </a:lnTo>
                <a:moveTo>
                  <a:pt x="2089069" y="985125"/>
                </a:moveTo>
                <a:lnTo>
                  <a:pt x="2085531" y="992073"/>
                </a:lnTo>
                <a:moveTo>
                  <a:pt x="1165979" y="896613"/>
                </a:moveTo>
                <a:lnTo>
                  <a:pt x="1148738" y="878728"/>
                </a:lnTo>
                <a:moveTo>
                  <a:pt x="1872467" y="836524"/>
                </a:moveTo>
                <a:lnTo>
                  <a:pt x="1886383" y="774375"/>
                </a:lnTo>
                <a:moveTo>
                  <a:pt x="1623750" y="929712"/>
                </a:moveTo>
                <a:lnTo>
                  <a:pt x="1629887" y="948864"/>
                </a:lnTo>
                <a:moveTo>
                  <a:pt x="1184586" y="951209"/>
                </a:moveTo>
                <a:lnTo>
                  <a:pt x="1170177" y="900592"/>
                </a:lnTo>
                <a:moveTo>
                  <a:pt x="2087336" y="983489"/>
                </a:moveTo>
                <a:lnTo>
                  <a:pt x="2099349" y="893616"/>
                </a:lnTo>
                <a:moveTo>
                  <a:pt x="2099349" y="893616"/>
                </a:moveTo>
                <a:lnTo>
                  <a:pt x="2082233" y="984138"/>
                </a:lnTo>
                <a:moveTo>
                  <a:pt x="2082233" y="984138"/>
                </a:moveTo>
                <a:lnTo>
                  <a:pt x="2011344" y="964331"/>
                </a:lnTo>
                <a:moveTo>
                  <a:pt x="1948687" y="866192"/>
                </a:moveTo>
                <a:lnTo>
                  <a:pt x="1917388" y="855130"/>
                </a:lnTo>
                <a:moveTo>
                  <a:pt x="2011344" y="964331"/>
                </a:moveTo>
                <a:lnTo>
                  <a:pt x="1948687" y="866192"/>
                </a:lnTo>
                <a:moveTo>
                  <a:pt x="2196463" y="550424"/>
                </a:moveTo>
                <a:lnTo>
                  <a:pt x="2201589" y="656365"/>
                </a:lnTo>
                <a:moveTo>
                  <a:pt x="1796926" y="819053"/>
                </a:moveTo>
                <a:lnTo>
                  <a:pt x="1735450" y="742091"/>
                </a:lnTo>
                <a:moveTo>
                  <a:pt x="2235381" y="502906"/>
                </a:moveTo>
                <a:lnTo>
                  <a:pt x="2196463" y="550424"/>
                </a:lnTo>
                <a:moveTo>
                  <a:pt x="1747334" y="1070380"/>
                </a:moveTo>
                <a:lnTo>
                  <a:pt x="1739681" y="1107170"/>
                </a:lnTo>
                <a:moveTo>
                  <a:pt x="2085531" y="992073"/>
                </a:moveTo>
                <a:lnTo>
                  <a:pt x="2011344" y="964331"/>
                </a:lnTo>
                <a:moveTo>
                  <a:pt x="2021310" y="525128"/>
                </a:moveTo>
                <a:lnTo>
                  <a:pt x="1991614" y="557110"/>
                </a:lnTo>
                <a:moveTo>
                  <a:pt x="1481783" y="828095"/>
                </a:moveTo>
                <a:lnTo>
                  <a:pt x="1529517" y="799112"/>
                </a:lnTo>
                <a:moveTo>
                  <a:pt x="1184586" y="951209"/>
                </a:moveTo>
                <a:lnTo>
                  <a:pt x="1199200" y="991216"/>
                </a:lnTo>
                <a:moveTo>
                  <a:pt x="1117869" y="1209406"/>
                </a:moveTo>
                <a:lnTo>
                  <a:pt x="1160297" y="1158103"/>
                </a:lnTo>
                <a:moveTo>
                  <a:pt x="2099349" y="893616"/>
                </a:moveTo>
                <a:lnTo>
                  <a:pt x="2011344" y="964331"/>
                </a:lnTo>
                <a:moveTo>
                  <a:pt x="2178755" y="720372"/>
                </a:moveTo>
                <a:lnTo>
                  <a:pt x="2201589" y="656365"/>
                </a:lnTo>
                <a:moveTo>
                  <a:pt x="1872467" y="836524"/>
                </a:moveTo>
                <a:lnTo>
                  <a:pt x="1810528" y="751263"/>
                </a:lnTo>
                <a:moveTo>
                  <a:pt x="2237541" y="476028"/>
                </a:moveTo>
                <a:lnTo>
                  <a:pt x="2161926" y="457217"/>
                </a:lnTo>
                <a:moveTo>
                  <a:pt x="2163726" y="785506"/>
                </a:moveTo>
                <a:lnTo>
                  <a:pt x="2135526" y="752025"/>
                </a:lnTo>
                <a:moveTo>
                  <a:pt x="1796926" y="819053"/>
                </a:moveTo>
                <a:lnTo>
                  <a:pt x="1810528" y="751263"/>
                </a:lnTo>
                <a:moveTo>
                  <a:pt x="2113621" y="883470"/>
                </a:moveTo>
                <a:lnTo>
                  <a:pt x="2113302" y="816120"/>
                </a:lnTo>
                <a:moveTo>
                  <a:pt x="1796926" y="819053"/>
                </a:moveTo>
                <a:lnTo>
                  <a:pt x="1722474" y="821098"/>
                </a:lnTo>
                <a:moveTo>
                  <a:pt x="1623750" y="929712"/>
                </a:moveTo>
                <a:lnTo>
                  <a:pt x="1595354" y="981125"/>
                </a:lnTo>
                <a:moveTo>
                  <a:pt x="2237541" y="476028"/>
                </a:moveTo>
                <a:lnTo>
                  <a:pt x="2196463" y="550424"/>
                </a:lnTo>
                <a:moveTo>
                  <a:pt x="1534065" y="1036180"/>
                </a:moveTo>
                <a:lnTo>
                  <a:pt x="1529582" y="1038931"/>
                </a:lnTo>
                <a:moveTo>
                  <a:pt x="2072440" y="501362"/>
                </a:moveTo>
                <a:lnTo>
                  <a:pt x="2098008" y="468901"/>
                </a:lnTo>
                <a:moveTo>
                  <a:pt x="1487243" y="822415"/>
                </a:moveTo>
                <a:lnTo>
                  <a:pt x="1529517" y="799112"/>
                </a:lnTo>
                <a:moveTo>
                  <a:pt x="2072440" y="501362"/>
                </a:moveTo>
                <a:lnTo>
                  <a:pt x="2086710" y="473245"/>
                </a:lnTo>
                <a:moveTo>
                  <a:pt x="1481783" y="828095"/>
                </a:moveTo>
                <a:lnTo>
                  <a:pt x="1490479" y="826829"/>
                </a:lnTo>
                <a:moveTo>
                  <a:pt x="2113621" y="883470"/>
                </a:moveTo>
                <a:lnTo>
                  <a:pt x="2087336" y="983489"/>
                </a:lnTo>
                <a:moveTo>
                  <a:pt x="2113621" y="883470"/>
                </a:moveTo>
                <a:lnTo>
                  <a:pt x="2089069" y="985125"/>
                </a:lnTo>
                <a:moveTo>
                  <a:pt x="1605556" y="944703"/>
                </a:moveTo>
                <a:lnTo>
                  <a:pt x="1595354" y="981125"/>
                </a:lnTo>
                <a:moveTo>
                  <a:pt x="1917388" y="855130"/>
                </a:moveTo>
                <a:lnTo>
                  <a:pt x="1872467" y="836524"/>
                </a:lnTo>
                <a:moveTo>
                  <a:pt x="1533105" y="1034703"/>
                </a:moveTo>
                <a:lnTo>
                  <a:pt x="1534065" y="1036180"/>
                </a:lnTo>
                <a:moveTo>
                  <a:pt x="1196843" y="1125485"/>
                </a:moveTo>
                <a:lnTo>
                  <a:pt x="1160297" y="1158103"/>
                </a:lnTo>
                <a:moveTo>
                  <a:pt x="1939657" y="900779"/>
                </a:moveTo>
                <a:lnTo>
                  <a:pt x="1948687" y="866192"/>
                </a:lnTo>
                <a:moveTo>
                  <a:pt x="1533105" y="1034703"/>
                </a:moveTo>
                <a:lnTo>
                  <a:pt x="1529582" y="1038931"/>
                </a:lnTo>
                <a:moveTo>
                  <a:pt x="1041524" y="1177514"/>
                </a:moveTo>
                <a:lnTo>
                  <a:pt x="1054574" y="1154673"/>
                </a:lnTo>
                <a:moveTo>
                  <a:pt x="1708054" y="874223"/>
                </a:moveTo>
                <a:lnTo>
                  <a:pt x="1704817" y="824429"/>
                </a:lnTo>
                <a:moveTo>
                  <a:pt x="2113621" y="883470"/>
                </a:moveTo>
                <a:lnTo>
                  <a:pt x="2099349" y="893616"/>
                </a:lnTo>
                <a:moveTo>
                  <a:pt x="1003805" y="903129"/>
                </a:moveTo>
                <a:lnTo>
                  <a:pt x="1015159" y="859436"/>
                </a:lnTo>
                <a:moveTo>
                  <a:pt x="1117869" y="1209406"/>
                </a:moveTo>
                <a:lnTo>
                  <a:pt x="1122135" y="1201716"/>
                </a:lnTo>
                <a:moveTo>
                  <a:pt x="1030927" y="1168827"/>
                </a:moveTo>
                <a:lnTo>
                  <a:pt x="1049445" y="1142093"/>
                </a:lnTo>
                <a:moveTo>
                  <a:pt x="1939657" y="900779"/>
                </a:moveTo>
                <a:lnTo>
                  <a:pt x="1917388" y="855130"/>
                </a:lnTo>
                <a:moveTo>
                  <a:pt x="2162895" y="612881"/>
                </a:moveTo>
                <a:lnTo>
                  <a:pt x="2201589" y="656365"/>
                </a:lnTo>
                <a:moveTo>
                  <a:pt x="1091981" y="835481"/>
                </a:moveTo>
                <a:lnTo>
                  <a:pt x="1018461" y="854259"/>
                </a:lnTo>
                <a:moveTo>
                  <a:pt x="1481783" y="828095"/>
                </a:moveTo>
                <a:lnTo>
                  <a:pt x="1445248" y="854246"/>
                </a:lnTo>
                <a:moveTo>
                  <a:pt x="1991614" y="557110"/>
                </a:moveTo>
                <a:lnTo>
                  <a:pt x="1963243" y="584046"/>
                </a:lnTo>
                <a:moveTo>
                  <a:pt x="1172719" y="816247"/>
                </a:moveTo>
                <a:lnTo>
                  <a:pt x="1181805" y="797388"/>
                </a:lnTo>
                <a:moveTo>
                  <a:pt x="1717573" y="1133386"/>
                </a:moveTo>
                <a:lnTo>
                  <a:pt x="1739681" y="1107170"/>
                </a:lnTo>
                <a:moveTo>
                  <a:pt x="1172719" y="816247"/>
                </a:moveTo>
                <a:lnTo>
                  <a:pt x="1148738" y="878728"/>
                </a:lnTo>
                <a:moveTo>
                  <a:pt x="1184586" y="951209"/>
                </a:moveTo>
                <a:lnTo>
                  <a:pt x="1165979" y="896613"/>
                </a:lnTo>
                <a:moveTo>
                  <a:pt x="1091981" y="835481"/>
                </a:moveTo>
                <a:lnTo>
                  <a:pt x="1148738" y="878728"/>
                </a:lnTo>
                <a:moveTo>
                  <a:pt x="1054574" y="1154673"/>
                </a:moveTo>
                <a:lnTo>
                  <a:pt x="1030927" y="1168827"/>
                </a:lnTo>
                <a:moveTo>
                  <a:pt x="1003805" y="903129"/>
                </a:moveTo>
                <a:lnTo>
                  <a:pt x="1018461" y="854259"/>
                </a:lnTo>
                <a:moveTo>
                  <a:pt x="1708054" y="874223"/>
                </a:moveTo>
                <a:lnTo>
                  <a:pt x="1722474" y="821098"/>
                </a:lnTo>
                <a:moveTo>
                  <a:pt x="1872467" y="836524"/>
                </a:moveTo>
                <a:lnTo>
                  <a:pt x="1796926" y="819053"/>
                </a:lnTo>
                <a:moveTo>
                  <a:pt x="1953357" y="927629"/>
                </a:moveTo>
                <a:lnTo>
                  <a:pt x="1948687" y="866192"/>
                </a:lnTo>
                <a:moveTo>
                  <a:pt x="1984489" y="573063"/>
                </a:moveTo>
                <a:lnTo>
                  <a:pt x="2021310" y="525128"/>
                </a:lnTo>
                <a:moveTo>
                  <a:pt x="2072440" y="501362"/>
                </a:moveTo>
                <a:lnTo>
                  <a:pt x="2021310" y="525128"/>
                </a:lnTo>
                <a:moveTo>
                  <a:pt x="2163726" y="785506"/>
                </a:moveTo>
                <a:lnTo>
                  <a:pt x="2113302" y="816120"/>
                </a:lnTo>
                <a:moveTo>
                  <a:pt x="1204459" y="1021384"/>
                </a:moveTo>
                <a:lnTo>
                  <a:pt x="1199200" y="991216"/>
                </a:lnTo>
                <a:moveTo>
                  <a:pt x="2323987" y="401570"/>
                </a:moveTo>
                <a:lnTo>
                  <a:pt x="2312166" y="477067"/>
                </a:lnTo>
                <a:moveTo>
                  <a:pt x="2324645" y="389134"/>
                </a:moveTo>
                <a:lnTo>
                  <a:pt x="2323987" y="401570"/>
                </a:lnTo>
                <a:moveTo>
                  <a:pt x="1595405" y="593324"/>
                </a:moveTo>
                <a:lnTo>
                  <a:pt x="1577577" y="595652"/>
                </a:lnTo>
                <a:moveTo>
                  <a:pt x="2011344" y="964331"/>
                </a:moveTo>
                <a:lnTo>
                  <a:pt x="1953357" y="927629"/>
                </a:lnTo>
                <a:moveTo>
                  <a:pt x="1939657" y="900779"/>
                </a:moveTo>
                <a:lnTo>
                  <a:pt x="1872467" y="836524"/>
                </a:lnTo>
                <a:moveTo>
                  <a:pt x="1165979" y="896613"/>
                </a:moveTo>
                <a:lnTo>
                  <a:pt x="1091981" y="835481"/>
                </a:lnTo>
                <a:moveTo>
                  <a:pt x="1682086" y="888451"/>
                </a:moveTo>
                <a:lnTo>
                  <a:pt x="1623750" y="929712"/>
                </a:lnTo>
                <a:moveTo>
                  <a:pt x="1546602" y="1003493"/>
                </a:moveTo>
                <a:lnTo>
                  <a:pt x="1595354" y="981125"/>
                </a:lnTo>
                <a:moveTo>
                  <a:pt x="1122135" y="1201716"/>
                </a:moveTo>
                <a:lnTo>
                  <a:pt x="1041524" y="1177514"/>
                </a:lnTo>
                <a:moveTo>
                  <a:pt x="1763098" y="1052029"/>
                </a:moveTo>
                <a:lnTo>
                  <a:pt x="1747334" y="1070380"/>
                </a:lnTo>
                <a:moveTo>
                  <a:pt x="1196843" y="1125485"/>
                </a:moveTo>
                <a:lnTo>
                  <a:pt x="1202159" y="1058948"/>
                </a:lnTo>
                <a:moveTo>
                  <a:pt x="2072369" y="1033197"/>
                </a:moveTo>
                <a:lnTo>
                  <a:pt x="2089069" y="985125"/>
                </a:lnTo>
                <a:moveTo>
                  <a:pt x="2237541" y="476028"/>
                </a:moveTo>
                <a:lnTo>
                  <a:pt x="2147787" y="515357"/>
                </a:lnTo>
                <a:moveTo>
                  <a:pt x="2105296" y="949573"/>
                </a:moveTo>
                <a:lnTo>
                  <a:pt x="2089069" y="985125"/>
                </a:lnTo>
                <a:moveTo>
                  <a:pt x="2161926" y="457217"/>
                </a:moveTo>
                <a:lnTo>
                  <a:pt x="2072440" y="501362"/>
                </a:lnTo>
                <a:moveTo>
                  <a:pt x="1165076" y="1188202"/>
                </a:moveTo>
                <a:lnTo>
                  <a:pt x="1160297" y="1158103"/>
                </a:lnTo>
                <a:moveTo>
                  <a:pt x="2162895" y="612881"/>
                </a:moveTo>
                <a:lnTo>
                  <a:pt x="2196463" y="550424"/>
                </a:lnTo>
                <a:moveTo>
                  <a:pt x="2072369" y="1033197"/>
                </a:moveTo>
                <a:lnTo>
                  <a:pt x="2085531" y="992073"/>
                </a:lnTo>
                <a:moveTo>
                  <a:pt x="1984489" y="573063"/>
                </a:moveTo>
                <a:lnTo>
                  <a:pt x="1991614" y="557110"/>
                </a:lnTo>
                <a:moveTo>
                  <a:pt x="2147787" y="515357"/>
                </a:moveTo>
                <a:lnTo>
                  <a:pt x="2161926" y="457217"/>
                </a:lnTo>
                <a:moveTo>
                  <a:pt x="1708054" y="874223"/>
                </a:moveTo>
                <a:lnTo>
                  <a:pt x="1682086" y="888451"/>
                </a:lnTo>
                <a:moveTo>
                  <a:pt x="2072369" y="1033197"/>
                </a:moveTo>
                <a:lnTo>
                  <a:pt x="2011344" y="964331"/>
                </a:lnTo>
                <a:moveTo>
                  <a:pt x="2323987" y="401570"/>
                </a:moveTo>
                <a:lnTo>
                  <a:pt x="2276164" y="456735"/>
                </a:lnTo>
                <a:moveTo>
                  <a:pt x="2147787" y="515357"/>
                </a:moveTo>
                <a:lnTo>
                  <a:pt x="2196463" y="550424"/>
                </a:lnTo>
                <a:moveTo>
                  <a:pt x="2137001" y="676446"/>
                </a:moveTo>
                <a:lnTo>
                  <a:pt x="2201589" y="656365"/>
                </a:lnTo>
                <a:moveTo>
                  <a:pt x="1796926" y="819053"/>
                </a:moveTo>
                <a:lnTo>
                  <a:pt x="1708054" y="874223"/>
                </a:lnTo>
                <a:moveTo>
                  <a:pt x="1717573" y="1133386"/>
                </a:moveTo>
                <a:lnTo>
                  <a:pt x="1727986" y="1172786"/>
                </a:lnTo>
                <a:moveTo>
                  <a:pt x="1546898" y="658526"/>
                </a:moveTo>
                <a:lnTo>
                  <a:pt x="1577577" y="595652"/>
                </a:lnTo>
                <a:moveTo>
                  <a:pt x="1953357" y="927629"/>
                </a:moveTo>
                <a:lnTo>
                  <a:pt x="1939657" y="900779"/>
                </a:lnTo>
                <a:moveTo>
                  <a:pt x="1984489" y="573063"/>
                </a:moveTo>
                <a:lnTo>
                  <a:pt x="1963243" y="584046"/>
                </a:lnTo>
                <a:moveTo>
                  <a:pt x="2312166" y="477067"/>
                </a:moveTo>
                <a:lnTo>
                  <a:pt x="2276164" y="456735"/>
                </a:lnTo>
                <a:moveTo>
                  <a:pt x="2324645" y="389134"/>
                </a:moveTo>
                <a:lnTo>
                  <a:pt x="2276164" y="456735"/>
                </a:lnTo>
                <a:moveTo>
                  <a:pt x="1153929" y="920909"/>
                </a:moveTo>
                <a:lnTo>
                  <a:pt x="1165979" y="896613"/>
                </a:lnTo>
                <a:moveTo>
                  <a:pt x="1487243" y="822415"/>
                </a:moveTo>
                <a:lnTo>
                  <a:pt x="1497920" y="756653"/>
                </a:lnTo>
                <a:moveTo>
                  <a:pt x="2163726" y="785506"/>
                </a:moveTo>
                <a:lnTo>
                  <a:pt x="2178755" y="720372"/>
                </a:lnTo>
                <a:moveTo>
                  <a:pt x="1623750" y="929712"/>
                </a:moveTo>
                <a:lnTo>
                  <a:pt x="1605556" y="944703"/>
                </a:lnTo>
                <a:moveTo>
                  <a:pt x="1467702" y="887278"/>
                </a:moveTo>
                <a:lnTo>
                  <a:pt x="1445248" y="854246"/>
                </a:lnTo>
                <a:moveTo>
                  <a:pt x="2146133" y="850270"/>
                </a:moveTo>
                <a:lnTo>
                  <a:pt x="2113302" y="816120"/>
                </a:lnTo>
                <a:moveTo>
                  <a:pt x="1919205" y="644991"/>
                </a:moveTo>
                <a:lnTo>
                  <a:pt x="1963243" y="584046"/>
                </a:lnTo>
                <a:moveTo>
                  <a:pt x="1117869" y="1209406"/>
                </a:moveTo>
                <a:lnTo>
                  <a:pt x="1041524" y="1177514"/>
                </a:lnTo>
                <a:moveTo>
                  <a:pt x="1919205" y="644991"/>
                </a:moveTo>
                <a:lnTo>
                  <a:pt x="1897305" y="658507"/>
                </a:lnTo>
                <a:moveTo>
                  <a:pt x="1204459" y="1021384"/>
                </a:moveTo>
                <a:lnTo>
                  <a:pt x="1202159" y="1058948"/>
                </a:lnTo>
                <a:moveTo>
                  <a:pt x="1997795" y="992622"/>
                </a:moveTo>
                <a:lnTo>
                  <a:pt x="2011344" y="964331"/>
                </a:lnTo>
                <a:moveTo>
                  <a:pt x="2105296" y="949573"/>
                </a:moveTo>
                <a:lnTo>
                  <a:pt x="2113621" y="883470"/>
                </a:lnTo>
                <a:moveTo>
                  <a:pt x="1933697" y="909080"/>
                </a:moveTo>
                <a:lnTo>
                  <a:pt x="1872467" y="836524"/>
                </a:lnTo>
                <a:moveTo>
                  <a:pt x="1172719" y="816247"/>
                </a:moveTo>
                <a:lnTo>
                  <a:pt x="1091981" y="835481"/>
                </a:lnTo>
                <a:moveTo>
                  <a:pt x="1546602" y="1003493"/>
                </a:moveTo>
                <a:lnTo>
                  <a:pt x="1533105" y="1034703"/>
                </a:lnTo>
                <a:moveTo>
                  <a:pt x="1581356" y="653085"/>
                </a:moveTo>
                <a:lnTo>
                  <a:pt x="1577577" y="595652"/>
                </a:lnTo>
                <a:moveTo>
                  <a:pt x="2086032" y="1014095"/>
                </a:moveTo>
                <a:lnTo>
                  <a:pt x="2089069" y="985125"/>
                </a:lnTo>
                <a:moveTo>
                  <a:pt x="1891117" y="666658"/>
                </a:moveTo>
                <a:lnTo>
                  <a:pt x="1897305" y="658507"/>
                </a:lnTo>
                <a:moveTo>
                  <a:pt x="2298196" y="538245"/>
                </a:moveTo>
                <a:lnTo>
                  <a:pt x="2312166" y="477067"/>
                </a:lnTo>
                <a:moveTo>
                  <a:pt x="1091981" y="835481"/>
                </a:moveTo>
                <a:lnTo>
                  <a:pt x="1003805" y="903129"/>
                </a:lnTo>
                <a:moveTo>
                  <a:pt x="1933697" y="909080"/>
                </a:moveTo>
                <a:lnTo>
                  <a:pt x="1939657" y="900779"/>
                </a:lnTo>
                <a:moveTo>
                  <a:pt x="1090470" y="839033"/>
                </a:moveTo>
                <a:lnTo>
                  <a:pt x="1091981" y="835481"/>
                </a:lnTo>
                <a:moveTo>
                  <a:pt x="1717573" y="1133386"/>
                </a:moveTo>
                <a:lnTo>
                  <a:pt x="1747334" y="1070380"/>
                </a:lnTo>
                <a:moveTo>
                  <a:pt x="2162895" y="612881"/>
                </a:moveTo>
                <a:lnTo>
                  <a:pt x="2147787" y="515357"/>
                </a:lnTo>
                <a:moveTo>
                  <a:pt x="2072440" y="501362"/>
                </a:moveTo>
                <a:lnTo>
                  <a:pt x="1984489" y="573063"/>
                </a:lnTo>
                <a:moveTo>
                  <a:pt x="1487243" y="822415"/>
                </a:moveTo>
                <a:lnTo>
                  <a:pt x="1481783" y="828095"/>
                </a:lnTo>
                <a:moveTo>
                  <a:pt x="2137001" y="676446"/>
                </a:moveTo>
                <a:lnTo>
                  <a:pt x="2178755" y="720372"/>
                </a:lnTo>
                <a:moveTo>
                  <a:pt x="1581356" y="653085"/>
                </a:moveTo>
                <a:lnTo>
                  <a:pt x="1595405" y="593324"/>
                </a:lnTo>
                <a:moveTo>
                  <a:pt x="1090470" y="839033"/>
                </a:moveTo>
                <a:lnTo>
                  <a:pt x="1003805" y="903129"/>
                </a:lnTo>
                <a:moveTo>
                  <a:pt x="1784325" y="854456"/>
                </a:moveTo>
                <a:lnTo>
                  <a:pt x="1796926" y="819053"/>
                </a:lnTo>
                <a:moveTo>
                  <a:pt x="2147787" y="515357"/>
                </a:moveTo>
                <a:lnTo>
                  <a:pt x="2072440" y="501362"/>
                </a:lnTo>
                <a:moveTo>
                  <a:pt x="1204459" y="1021384"/>
                </a:moveTo>
                <a:lnTo>
                  <a:pt x="1184586" y="951209"/>
                </a:lnTo>
                <a:moveTo>
                  <a:pt x="1165076" y="1188202"/>
                </a:moveTo>
                <a:lnTo>
                  <a:pt x="1117869" y="1209406"/>
                </a:lnTo>
                <a:moveTo>
                  <a:pt x="1153929" y="920909"/>
                </a:moveTo>
                <a:lnTo>
                  <a:pt x="1184586" y="951209"/>
                </a:lnTo>
                <a:moveTo>
                  <a:pt x="1527847" y="723079"/>
                </a:moveTo>
                <a:lnTo>
                  <a:pt x="1497920" y="756653"/>
                </a:lnTo>
                <a:moveTo>
                  <a:pt x="1701574" y="879633"/>
                </a:moveTo>
                <a:lnTo>
                  <a:pt x="1682086" y="888451"/>
                </a:lnTo>
                <a:moveTo>
                  <a:pt x="2312166" y="477067"/>
                </a:moveTo>
                <a:lnTo>
                  <a:pt x="2268504" y="522933"/>
                </a:lnTo>
                <a:moveTo>
                  <a:pt x="1859213" y="866664"/>
                </a:moveTo>
                <a:lnTo>
                  <a:pt x="1872467" y="836524"/>
                </a:lnTo>
                <a:moveTo>
                  <a:pt x="1933697" y="909080"/>
                </a:moveTo>
                <a:lnTo>
                  <a:pt x="1953357" y="927629"/>
                </a:lnTo>
                <a:moveTo>
                  <a:pt x="1859213" y="866664"/>
                </a:moveTo>
                <a:lnTo>
                  <a:pt x="1796926" y="819053"/>
                </a:lnTo>
                <a:moveTo>
                  <a:pt x="1758653" y="1024834"/>
                </a:moveTo>
                <a:lnTo>
                  <a:pt x="1763098" y="1052029"/>
                </a:lnTo>
                <a:moveTo>
                  <a:pt x="1656358" y="660900"/>
                </a:moveTo>
                <a:lnTo>
                  <a:pt x="1595405" y="593324"/>
                </a:lnTo>
                <a:moveTo>
                  <a:pt x="1204417" y="1112545"/>
                </a:moveTo>
                <a:lnTo>
                  <a:pt x="1196843" y="1125485"/>
                </a:lnTo>
                <a:moveTo>
                  <a:pt x="1546602" y="1003493"/>
                </a:moveTo>
                <a:lnTo>
                  <a:pt x="1605556" y="944703"/>
                </a:lnTo>
                <a:moveTo>
                  <a:pt x="2146133" y="850270"/>
                </a:moveTo>
                <a:lnTo>
                  <a:pt x="2113621" y="883470"/>
                </a:lnTo>
                <a:moveTo>
                  <a:pt x="1041524" y="1177514"/>
                </a:moveTo>
                <a:lnTo>
                  <a:pt x="1030927" y="1168827"/>
                </a:lnTo>
                <a:moveTo>
                  <a:pt x="1970438" y="632795"/>
                </a:moveTo>
                <a:lnTo>
                  <a:pt x="1963243" y="584046"/>
                </a:lnTo>
                <a:moveTo>
                  <a:pt x="1153929" y="920909"/>
                </a:moveTo>
                <a:lnTo>
                  <a:pt x="1091981" y="835481"/>
                </a:lnTo>
                <a:moveTo>
                  <a:pt x="1204459" y="1021384"/>
                </a:moveTo>
                <a:lnTo>
                  <a:pt x="1196843" y="1125485"/>
                </a:lnTo>
                <a:moveTo>
                  <a:pt x="982598" y="1031967"/>
                </a:moveTo>
                <a:lnTo>
                  <a:pt x="969390" y="987435"/>
                </a:lnTo>
                <a:moveTo>
                  <a:pt x="2134592" y="590450"/>
                </a:moveTo>
                <a:lnTo>
                  <a:pt x="2162895" y="612881"/>
                </a:lnTo>
                <a:moveTo>
                  <a:pt x="1919205" y="644991"/>
                </a:moveTo>
                <a:lnTo>
                  <a:pt x="1891117" y="666658"/>
                </a:lnTo>
                <a:moveTo>
                  <a:pt x="1758653" y="1024834"/>
                </a:moveTo>
                <a:lnTo>
                  <a:pt x="1747334" y="1070380"/>
                </a:lnTo>
                <a:moveTo>
                  <a:pt x="2134592" y="590450"/>
                </a:moveTo>
                <a:lnTo>
                  <a:pt x="2072440" y="501362"/>
                </a:lnTo>
                <a:moveTo>
                  <a:pt x="1165076" y="1188202"/>
                </a:moveTo>
                <a:lnTo>
                  <a:pt x="1196843" y="1125485"/>
                </a:lnTo>
                <a:moveTo>
                  <a:pt x="1581356" y="653085"/>
                </a:moveTo>
                <a:lnTo>
                  <a:pt x="1546898" y="658526"/>
                </a:lnTo>
                <a:moveTo>
                  <a:pt x="1997795" y="992622"/>
                </a:moveTo>
                <a:lnTo>
                  <a:pt x="1953357" y="927629"/>
                </a:lnTo>
                <a:moveTo>
                  <a:pt x="2137001" y="676446"/>
                </a:moveTo>
                <a:lnTo>
                  <a:pt x="2162895" y="612881"/>
                </a:lnTo>
                <a:moveTo>
                  <a:pt x="1106519" y="1227630"/>
                </a:moveTo>
                <a:lnTo>
                  <a:pt x="1117869" y="1209406"/>
                </a:lnTo>
                <a:moveTo>
                  <a:pt x="1153929" y="920909"/>
                </a:moveTo>
                <a:lnTo>
                  <a:pt x="1090470" y="839033"/>
                </a:lnTo>
                <a:moveTo>
                  <a:pt x="2134592" y="590450"/>
                </a:moveTo>
                <a:lnTo>
                  <a:pt x="2147787" y="515357"/>
                </a:lnTo>
                <a:moveTo>
                  <a:pt x="1810951" y="679542"/>
                </a:moveTo>
                <a:lnTo>
                  <a:pt x="1738622" y="655171"/>
                </a:lnTo>
                <a:moveTo>
                  <a:pt x="1750846" y="1032991"/>
                </a:moveTo>
                <a:lnTo>
                  <a:pt x="1747334" y="1070380"/>
                </a:lnTo>
                <a:moveTo>
                  <a:pt x="1701574" y="879633"/>
                </a:moveTo>
                <a:lnTo>
                  <a:pt x="1623750" y="929712"/>
                </a:lnTo>
                <a:moveTo>
                  <a:pt x="1784325" y="854456"/>
                </a:moveTo>
                <a:lnTo>
                  <a:pt x="1708054" y="874223"/>
                </a:lnTo>
                <a:moveTo>
                  <a:pt x="1036804" y="1190830"/>
                </a:moveTo>
                <a:lnTo>
                  <a:pt x="1041524" y="1177514"/>
                </a:lnTo>
                <a:moveTo>
                  <a:pt x="1033861" y="891545"/>
                </a:moveTo>
                <a:lnTo>
                  <a:pt x="1003805" y="903129"/>
                </a:lnTo>
                <a:moveTo>
                  <a:pt x="2268504" y="522933"/>
                </a:moveTo>
                <a:lnTo>
                  <a:pt x="2276164" y="456735"/>
                </a:lnTo>
                <a:moveTo>
                  <a:pt x="1090470" y="839033"/>
                </a:moveTo>
                <a:lnTo>
                  <a:pt x="1033861" y="891545"/>
                </a:lnTo>
                <a:moveTo>
                  <a:pt x="1765693" y="862630"/>
                </a:moveTo>
                <a:lnTo>
                  <a:pt x="1708054" y="874223"/>
                </a:lnTo>
                <a:moveTo>
                  <a:pt x="990007" y="967400"/>
                </a:moveTo>
                <a:lnTo>
                  <a:pt x="969390" y="987435"/>
                </a:lnTo>
                <a:moveTo>
                  <a:pt x="1467702" y="887278"/>
                </a:moveTo>
                <a:lnTo>
                  <a:pt x="1481783" y="828095"/>
                </a:lnTo>
                <a:moveTo>
                  <a:pt x="2118863" y="741131"/>
                </a:moveTo>
                <a:lnTo>
                  <a:pt x="2178755" y="720372"/>
                </a:lnTo>
                <a:moveTo>
                  <a:pt x="990007" y="967400"/>
                </a:moveTo>
                <a:lnTo>
                  <a:pt x="1003805" y="903129"/>
                </a:lnTo>
                <a:moveTo>
                  <a:pt x="1891117" y="666658"/>
                </a:moveTo>
                <a:lnTo>
                  <a:pt x="1810951" y="679542"/>
                </a:lnTo>
                <a:moveTo>
                  <a:pt x="1527847" y="723079"/>
                </a:moveTo>
                <a:lnTo>
                  <a:pt x="1546898" y="658526"/>
                </a:lnTo>
                <a:moveTo>
                  <a:pt x="2072369" y="1033197"/>
                </a:moveTo>
                <a:lnTo>
                  <a:pt x="1997795" y="992622"/>
                </a:lnTo>
                <a:moveTo>
                  <a:pt x="1036804" y="1190830"/>
                </a:moveTo>
                <a:lnTo>
                  <a:pt x="1030927" y="1168827"/>
                </a:lnTo>
                <a:moveTo>
                  <a:pt x="1701574" y="879633"/>
                </a:moveTo>
                <a:lnTo>
                  <a:pt x="1708054" y="874223"/>
                </a:lnTo>
                <a:moveTo>
                  <a:pt x="1731830" y="677142"/>
                </a:moveTo>
                <a:lnTo>
                  <a:pt x="1738622" y="655171"/>
                </a:lnTo>
                <a:moveTo>
                  <a:pt x="1618317" y="907216"/>
                </a:moveTo>
                <a:lnTo>
                  <a:pt x="1623750" y="929712"/>
                </a:lnTo>
                <a:moveTo>
                  <a:pt x="1204417" y="1112545"/>
                </a:moveTo>
                <a:lnTo>
                  <a:pt x="1204459" y="1021384"/>
                </a:lnTo>
                <a:moveTo>
                  <a:pt x="1120252" y="904022"/>
                </a:moveTo>
                <a:lnTo>
                  <a:pt x="1090470" y="839033"/>
                </a:lnTo>
                <a:moveTo>
                  <a:pt x="2058433" y="561877"/>
                </a:moveTo>
                <a:lnTo>
                  <a:pt x="1984489" y="573063"/>
                </a:lnTo>
                <a:moveTo>
                  <a:pt x="1970438" y="632795"/>
                </a:moveTo>
                <a:lnTo>
                  <a:pt x="1984489" y="573063"/>
                </a:lnTo>
                <a:moveTo>
                  <a:pt x="1529509" y="790624"/>
                </a:moveTo>
                <a:lnTo>
                  <a:pt x="1497920" y="756653"/>
                </a:lnTo>
                <a:moveTo>
                  <a:pt x="2058433" y="561877"/>
                </a:moveTo>
                <a:lnTo>
                  <a:pt x="2072440" y="501362"/>
                </a:lnTo>
                <a:moveTo>
                  <a:pt x="1487243" y="822415"/>
                </a:moveTo>
                <a:lnTo>
                  <a:pt x="1467702" y="887278"/>
                </a:lnTo>
                <a:moveTo>
                  <a:pt x="1469379" y="887140"/>
                </a:moveTo>
                <a:lnTo>
                  <a:pt x="1487243" y="822415"/>
                </a:lnTo>
                <a:moveTo>
                  <a:pt x="2072369" y="1033197"/>
                </a:moveTo>
                <a:lnTo>
                  <a:pt x="2025364" y="1005333"/>
                </a:lnTo>
                <a:moveTo>
                  <a:pt x="2146133" y="850270"/>
                </a:moveTo>
                <a:lnTo>
                  <a:pt x="2163726" y="785506"/>
                </a:lnTo>
                <a:moveTo>
                  <a:pt x="1997795" y="992622"/>
                </a:moveTo>
                <a:lnTo>
                  <a:pt x="1933697" y="909080"/>
                </a:lnTo>
                <a:moveTo>
                  <a:pt x="1618317" y="907216"/>
                </a:moveTo>
                <a:lnTo>
                  <a:pt x="1605556" y="944703"/>
                </a:lnTo>
                <a:moveTo>
                  <a:pt x="1613916" y="908014"/>
                </a:moveTo>
                <a:lnTo>
                  <a:pt x="1605556" y="944703"/>
                </a:lnTo>
                <a:moveTo>
                  <a:pt x="1970438" y="632795"/>
                </a:moveTo>
                <a:lnTo>
                  <a:pt x="1919205" y="644991"/>
                </a:lnTo>
                <a:moveTo>
                  <a:pt x="2119831" y="913776"/>
                </a:moveTo>
                <a:lnTo>
                  <a:pt x="2113621" y="883470"/>
                </a:lnTo>
                <a:moveTo>
                  <a:pt x="2298196" y="538245"/>
                </a:moveTo>
                <a:lnTo>
                  <a:pt x="2268504" y="522933"/>
                </a:lnTo>
                <a:moveTo>
                  <a:pt x="1106519" y="1227630"/>
                </a:moveTo>
                <a:lnTo>
                  <a:pt x="1041524" y="1177514"/>
                </a:lnTo>
                <a:moveTo>
                  <a:pt x="2137001" y="676446"/>
                </a:moveTo>
                <a:lnTo>
                  <a:pt x="2134592" y="590450"/>
                </a:lnTo>
                <a:moveTo>
                  <a:pt x="2086032" y="1014095"/>
                </a:moveTo>
                <a:lnTo>
                  <a:pt x="2072369" y="1033197"/>
                </a:lnTo>
                <a:moveTo>
                  <a:pt x="2086032" y="1014095"/>
                </a:moveTo>
                <a:lnTo>
                  <a:pt x="2105296" y="949573"/>
                </a:lnTo>
                <a:moveTo>
                  <a:pt x="1810951" y="679542"/>
                </a:moveTo>
                <a:lnTo>
                  <a:pt x="1731830" y="677142"/>
                </a:lnTo>
                <a:moveTo>
                  <a:pt x="988495" y="1057498"/>
                </a:moveTo>
                <a:lnTo>
                  <a:pt x="982598" y="1031967"/>
                </a:lnTo>
                <a:moveTo>
                  <a:pt x="982598" y="1031967"/>
                </a:moveTo>
                <a:lnTo>
                  <a:pt x="990007" y="967400"/>
                </a:lnTo>
                <a:moveTo>
                  <a:pt x="1656358" y="660900"/>
                </a:moveTo>
                <a:lnTo>
                  <a:pt x="1581356" y="653085"/>
                </a:lnTo>
                <a:moveTo>
                  <a:pt x="1703998" y="1093530"/>
                </a:moveTo>
                <a:lnTo>
                  <a:pt x="1747334" y="1070380"/>
                </a:lnTo>
                <a:moveTo>
                  <a:pt x="1933697" y="909080"/>
                </a:moveTo>
                <a:lnTo>
                  <a:pt x="1859213" y="866664"/>
                </a:lnTo>
                <a:moveTo>
                  <a:pt x="1891117" y="666658"/>
                </a:moveTo>
                <a:lnTo>
                  <a:pt x="1807033" y="688562"/>
                </a:lnTo>
                <a:moveTo>
                  <a:pt x="1190312" y="1171316"/>
                </a:moveTo>
                <a:lnTo>
                  <a:pt x="1196843" y="1125485"/>
                </a:lnTo>
                <a:moveTo>
                  <a:pt x="1209647" y="1057250"/>
                </a:moveTo>
                <a:lnTo>
                  <a:pt x="1204417" y="1112545"/>
                </a:lnTo>
                <a:moveTo>
                  <a:pt x="1153929" y="920909"/>
                </a:moveTo>
                <a:lnTo>
                  <a:pt x="1120252" y="904022"/>
                </a:lnTo>
                <a:moveTo>
                  <a:pt x="1077238" y="882792"/>
                </a:moveTo>
                <a:lnTo>
                  <a:pt x="1090470" y="839033"/>
                </a:lnTo>
                <a:moveTo>
                  <a:pt x="2121438" y="666267"/>
                </a:moveTo>
                <a:lnTo>
                  <a:pt x="2134592" y="590450"/>
                </a:lnTo>
                <a:moveTo>
                  <a:pt x="1807033" y="688562"/>
                </a:moveTo>
                <a:lnTo>
                  <a:pt x="1810951" y="679542"/>
                </a:lnTo>
                <a:moveTo>
                  <a:pt x="2045176" y="635851"/>
                </a:moveTo>
                <a:lnTo>
                  <a:pt x="1984489" y="573063"/>
                </a:lnTo>
                <a:moveTo>
                  <a:pt x="1164465" y="977712"/>
                </a:moveTo>
                <a:lnTo>
                  <a:pt x="1184586" y="951209"/>
                </a:lnTo>
                <a:moveTo>
                  <a:pt x="1209647" y="1057250"/>
                </a:moveTo>
                <a:lnTo>
                  <a:pt x="1204459" y="1021384"/>
                </a:lnTo>
                <a:moveTo>
                  <a:pt x="2134592" y="590450"/>
                </a:moveTo>
                <a:lnTo>
                  <a:pt x="2058433" y="561877"/>
                </a:lnTo>
                <a:moveTo>
                  <a:pt x="1033861" y="891545"/>
                </a:moveTo>
                <a:lnTo>
                  <a:pt x="990007" y="967400"/>
                </a:lnTo>
                <a:moveTo>
                  <a:pt x="1933697" y="909080"/>
                </a:moveTo>
                <a:lnTo>
                  <a:pt x="1885528" y="879937"/>
                </a:lnTo>
                <a:moveTo>
                  <a:pt x="1784325" y="854456"/>
                </a:moveTo>
                <a:lnTo>
                  <a:pt x="1765693" y="862630"/>
                </a:lnTo>
                <a:moveTo>
                  <a:pt x="2025364" y="1005333"/>
                </a:moveTo>
                <a:lnTo>
                  <a:pt x="1997795" y="992622"/>
                </a:lnTo>
                <a:moveTo>
                  <a:pt x="2121438" y="666267"/>
                </a:moveTo>
                <a:lnTo>
                  <a:pt x="2137001" y="676446"/>
                </a:lnTo>
                <a:moveTo>
                  <a:pt x="2118863" y="741131"/>
                </a:moveTo>
                <a:lnTo>
                  <a:pt x="2163726" y="785506"/>
                </a:lnTo>
                <a:moveTo>
                  <a:pt x="1731830" y="677142"/>
                </a:moveTo>
                <a:lnTo>
                  <a:pt x="1656358" y="660900"/>
                </a:lnTo>
                <a:moveTo>
                  <a:pt x="1881680" y="690003"/>
                </a:moveTo>
                <a:lnTo>
                  <a:pt x="1919205" y="644991"/>
                </a:lnTo>
                <a:moveTo>
                  <a:pt x="1859213" y="866664"/>
                </a:moveTo>
                <a:lnTo>
                  <a:pt x="1784325" y="854456"/>
                </a:lnTo>
                <a:moveTo>
                  <a:pt x="1106519" y="1227630"/>
                </a:moveTo>
                <a:lnTo>
                  <a:pt x="1036804" y="1190830"/>
                </a:lnTo>
                <a:moveTo>
                  <a:pt x="1567029" y="707874"/>
                </a:moveTo>
                <a:lnTo>
                  <a:pt x="1546898" y="658526"/>
                </a:lnTo>
                <a:moveTo>
                  <a:pt x="1165076" y="1188202"/>
                </a:moveTo>
                <a:lnTo>
                  <a:pt x="1106519" y="1227630"/>
                </a:lnTo>
                <a:moveTo>
                  <a:pt x="1807033" y="688562"/>
                </a:moveTo>
                <a:lnTo>
                  <a:pt x="1731830" y="677142"/>
                </a:lnTo>
                <a:moveTo>
                  <a:pt x="1529509" y="790624"/>
                </a:moveTo>
                <a:lnTo>
                  <a:pt x="1487243" y="822415"/>
                </a:lnTo>
                <a:moveTo>
                  <a:pt x="1613916" y="908014"/>
                </a:moveTo>
                <a:lnTo>
                  <a:pt x="1546602" y="1003493"/>
                </a:lnTo>
                <a:moveTo>
                  <a:pt x="1765693" y="862630"/>
                </a:moveTo>
                <a:lnTo>
                  <a:pt x="1701574" y="879633"/>
                </a:lnTo>
                <a:moveTo>
                  <a:pt x="1469379" y="887140"/>
                </a:moveTo>
                <a:lnTo>
                  <a:pt x="1467702" y="887278"/>
                </a:lnTo>
                <a:moveTo>
                  <a:pt x="1929205" y="902146"/>
                </a:moveTo>
                <a:lnTo>
                  <a:pt x="1933697" y="909080"/>
                </a:lnTo>
                <a:moveTo>
                  <a:pt x="1225361" y="1091708"/>
                </a:moveTo>
                <a:lnTo>
                  <a:pt x="1204417" y="1112545"/>
                </a:lnTo>
                <a:moveTo>
                  <a:pt x="1147299" y="937098"/>
                </a:moveTo>
                <a:lnTo>
                  <a:pt x="1153929" y="920909"/>
                </a:lnTo>
                <a:moveTo>
                  <a:pt x="1466972" y="890260"/>
                </a:moveTo>
                <a:lnTo>
                  <a:pt x="1467702" y="887278"/>
                </a:lnTo>
                <a:moveTo>
                  <a:pt x="1881680" y="690003"/>
                </a:moveTo>
                <a:lnTo>
                  <a:pt x="1891117" y="666658"/>
                </a:lnTo>
                <a:moveTo>
                  <a:pt x="1466972" y="890260"/>
                </a:moveTo>
                <a:lnTo>
                  <a:pt x="1469379" y="887140"/>
                </a:lnTo>
                <a:moveTo>
                  <a:pt x="2121438" y="666267"/>
                </a:moveTo>
                <a:lnTo>
                  <a:pt x="2058433" y="561877"/>
                </a:lnTo>
                <a:moveTo>
                  <a:pt x="1190312" y="1171316"/>
                </a:moveTo>
                <a:lnTo>
                  <a:pt x="1204417" y="1112545"/>
                </a:lnTo>
                <a:moveTo>
                  <a:pt x="1007959" y="955109"/>
                </a:moveTo>
                <a:lnTo>
                  <a:pt x="982598" y="1031967"/>
                </a:lnTo>
                <a:moveTo>
                  <a:pt x="2119831" y="913776"/>
                </a:moveTo>
                <a:lnTo>
                  <a:pt x="2105296" y="949573"/>
                </a:lnTo>
                <a:moveTo>
                  <a:pt x="2057499" y="1078241"/>
                </a:moveTo>
                <a:lnTo>
                  <a:pt x="2072369" y="1033197"/>
                </a:lnTo>
                <a:moveTo>
                  <a:pt x="1758653" y="1024834"/>
                </a:moveTo>
                <a:lnTo>
                  <a:pt x="1750846" y="1032991"/>
                </a:lnTo>
                <a:moveTo>
                  <a:pt x="2072369" y="1033197"/>
                </a:moveTo>
                <a:lnTo>
                  <a:pt x="2055242" y="1076953"/>
                </a:lnTo>
                <a:moveTo>
                  <a:pt x="2229288" y="479373"/>
                </a:moveTo>
                <a:lnTo>
                  <a:pt x="2276164" y="456735"/>
                </a:lnTo>
                <a:moveTo>
                  <a:pt x="1077238" y="882792"/>
                </a:moveTo>
                <a:lnTo>
                  <a:pt x="1033861" y="891545"/>
                </a:lnTo>
                <a:moveTo>
                  <a:pt x="1022007" y="1129643"/>
                </a:moveTo>
                <a:lnTo>
                  <a:pt x="1030927" y="1168827"/>
                </a:lnTo>
                <a:moveTo>
                  <a:pt x="1885528" y="879937"/>
                </a:moveTo>
                <a:lnTo>
                  <a:pt x="1859213" y="866664"/>
                </a:lnTo>
                <a:moveTo>
                  <a:pt x="1703998" y="1093530"/>
                </a:moveTo>
                <a:lnTo>
                  <a:pt x="1717573" y="1133386"/>
                </a:lnTo>
                <a:moveTo>
                  <a:pt x="1007959" y="955109"/>
                </a:moveTo>
                <a:lnTo>
                  <a:pt x="1033861" y="891545"/>
                </a:lnTo>
                <a:moveTo>
                  <a:pt x="1997795" y="992622"/>
                </a:moveTo>
                <a:lnTo>
                  <a:pt x="1929205" y="902146"/>
                </a:lnTo>
                <a:moveTo>
                  <a:pt x="2118863" y="741131"/>
                </a:moveTo>
                <a:lnTo>
                  <a:pt x="2137001" y="676446"/>
                </a:lnTo>
                <a:moveTo>
                  <a:pt x="1190312" y="1171316"/>
                </a:moveTo>
                <a:lnTo>
                  <a:pt x="1165076" y="1188202"/>
                </a:lnTo>
                <a:moveTo>
                  <a:pt x="1147299" y="937098"/>
                </a:moveTo>
                <a:lnTo>
                  <a:pt x="1120252" y="904022"/>
                </a:lnTo>
                <a:moveTo>
                  <a:pt x="1567029" y="707874"/>
                </a:moveTo>
                <a:lnTo>
                  <a:pt x="1581356" y="653085"/>
                </a:lnTo>
                <a:moveTo>
                  <a:pt x="1077238" y="882792"/>
                </a:moveTo>
                <a:lnTo>
                  <a:pt x="1120252" y="904022"/>
                </a:lnTo>
                <a:moveTo>
                  <a:pt x="1007959" y="955109"/>
                </a:moveTo>
                <a:lnTo>
                  <a:pt x="988495" y="1057498"/>
                </a:lnTo>
                <a:moveTo>
                  <a:pt x="1756328" y="1026131"/>
                </a:moveTo>
                <a:lnTo>
                  <a:pt x="1758653" y="1024834"/>
                </a:lnTo>
                <a:moveTo>
                  <a:pt x="1701574" y="879633"/>
                </a:moveTo>
                <a:lnTo>
                  <a:pt x="1618317" y="907216"/>
                </a:lnTo>
                <a:moveTo>
                  <a:pt x="1007959" y="955109"/>
                </a:moveTo>
                <a:lnTo>
                  <a:pt x="990007" y="967400"/>
                </a:lnTo>
                <a:moveTo>
                  <a:pt x="1531259" y="952866"/>
                </a:moveTo>
                <a:lnTo>
                  <a:pt x="1546602" y="1003493"/>
                </a:lnTo>
                <a:moveTo>
                  <a:pt x="1036804" y="1190830"/>
                </a:moveTo>
                <a:lnTo>
                  <a:pt x="1022007" y="1129643"/>
                </a:lnTo>
                <a:moveTo>
                  <a:pt x="1164465" y="977712"/>
                </a:moveTo>
                <a:lnTo>
                  <a:pt x="1204459" y="1021384"/>
                </a:lnTo>
                <a:moveTo>
                  <a:pt x="1225361" y="1091708"/>
                </a:moveTo>
                <a:lnTo>
                  <a:pt x="1209647" y="1057250"/>
                </a:lnTo>
                <a:moveTo>
                  <a:pt x="1164465" y="977712"/>
                </a:moveTo>
                <a:lnTo>
                  <a:pt x="1153929" y="920909"/>
                </a:lnTo>
                <a:moveTo>
                  <a:pt x="1756328" y="1026131"/>
                </a:moveTo>
                <a:lnTo>
                  <a:pt x="1750846" y="1032991"/>
                </a:lnTo>
                <a:moveTo>
                  <a:pt x="2118863" y="741131"/>
                </a:moveTo>
                <a:lnTo>
                  <a:pt x="2121438" y="666267"/>
                </a:lnTo>
                <a:moveTo>
                  <a:pt x="2118863" y="741131"/>
                </a:moveTo>
                <a:lnTo>
                  <a:pt x="2146133" y="850270"/>
                </a:lnTo>
                <a:moveTo>
                  <a:pt x="2121438" y="666267"/>
                </a:moveTo>
                <a:lnTo>
                  <a:pt x="2045176" y="635851"/>
                </a:lnTo>
                <a:moveTo>
                  <a:pt x="2074344" y="435379"/>
                </a:moveTo>
                <a:lnTo>
                  <a:pt x="2070988" y="475312"/>
                </a:lnTo>
                <a:moveTo>
                  <a:pt x="2045176" y="635851"/>
                </a:moveTo>
                <a:lnTo>
                  <a:pt x="2058433" y="561877"/>
                </a:lnTo>
                <a:moveTo>
                  <a:pt x="2045176" y="635851"/>
                </a:moveTo>
                <a:lnTo>
                  <a:pt x="1970438" y="632795"/>
                </a:lnTo>
                <a:moveTo>
                  <a:pt x="1881680" y="690003"/>
                </a:moveTo>
                <a:lnTo>
                  <a:pt x="1807033" y="688562"/>
                </a:lnTo>
                <a:moveTo>
                  <a:pt x="1529509" y="790624"/>
                </a:moveTo>
                <a:lnTo>
                  <a:pt x="1527847" y="723079"/>
                </a:lnTo>
                <a:moveTo>
                  <a:pt x="1970438" y="632795"/>
                </a:moveTo>
                <a:lnTo>
                  <a:pt x="1881680" y="690003"/>
                </a:lnTo>
                <a:moveTo>
                  <a:pt x="1022007" y="1129643"/>
                </a:moveTo>
                <a:lnTo>
                  <a:pt x="988495" y="1057498"/>
                </a:lnTo>
                <a:moveTo>
                  <a:pt x="1567029" y="707874"/>
                </a:moveTo>
                <a:lnTo>
                  <a:pt x="1527847" y="723079"/>
                </a:lnTo>
                <a:moveTo>
                  <a:pt x="2107878" y="734809"/>
                </a:moveTo>
                <a:lnTo>
                  <a:pt x="2121438" y="666267"/>
                </a:lnTo>
                <a:moveTo>
                  <a:pt x="1929205" y="902146"/>
                </a:moveTo>
                <a:lnTo>
                  <a:pt x="1885528" y="879937"/>
                </a:lnTo>
                <a:moveTo>
                  <a:pt x="1618317" y="907216"/>
                </a:moveTo>
                <a:lnTo>
                  <a:pt x="1613916" y="908014"/>
                </a:lnTo>
                <a:moveTo>
                  <a:pt x="2070988" y="475312"/>
                </a:moveTo>
                <a:lnTo>
                  <a:pt x="2033065" y="451034"/>
                </a:lnTo>
                <a:moveTo>
                  <a:pt x="1529509" y="790624"/>
                </a:moveTo>
                <a:lnTo>
                  <a:pt x="1469379" y="887140"/>
                </a:lnTo>
                <a:moveTo>
                  <a:pt x="2119831" y="913776"/>
                </a:moveTo>
                <a:lnTo>
                  <a:pt x="2146133" y="850270"/>
                </a:lnTo>
                <a:moveTo>
                  <a:pt x="1034209" y="1154841"/>
                </a:moveTo>
                <a:lnTo>
                  <a:pt x="1036804" y="1190830"/>
                </a:lnTo>
                <a:moveTo>
                  <a:pt x="1780523" y="836582"/>
                </a:moveTo>
                <a:lnTo>
                  <a:pt x="1784325" y="854456"/>
                </a:lnTo>
                <a:moveTo>
                  <a:pt x="2055242" y="1076953"/>
                </a:moveTo>
                <a:lnTo>
                  <a:pt x="2025364" y="1005333"/>
                </a:lnTo>
                <a:moveTo>
                  <a:pt x="1147299" y="937098"/>
                </a:moveTo>
                <a:lnTo>
                  <a:pt x="1077238" y="882792"/>
                </a:lnTo>
                <a:moveTo>
                  <a:pt x="1641721" y="710111"/>
                </a:moveTo>
                <a:lnTo>
                  <a:pt x="1581356" y="653085"/>
                </a:lnTo>
                <a:moveTo>
                  <a:pt x="1780523" y="836582"/>
                </a:moveTo>
                <a:lnTo>
                  <a:pt x="1765693" y="862630"/>
                </a:lnTo>
                <a:moveTo>
                  <a:pt x="2110491" y="979732"/>
                </a:moveTo>
                <a:lnTo>
                  <a:pt x="2105296" y="949573"/>
                </a:lnTo>
                <a:moveTo>
                  <a:pt x="1996602" y="949966"/>
                </a:moveTo>
                <a:lnTo>
                  <a:pt x="1997795" y="992622"/>
                </a:lnTo>
                <a:moveTo>
                  <a:pt x="2145226" y="469412"/>
                </a:moveTo>
                <a:lnTo>
                  <a:pt x="2070988" y="475312"/>
                </a:lnTo>
                <a:moveTo>
                  <a:pt x="1703998" y="1093530"/>
                </a:moveTo>
                <a:lnTo>
                  <a:pt x="1750846" y="1032991"/>
                </a:lnTo>
                <a:moveTo>
                  <a:pt x="2086032" y="1014095"/>
                </a:moveTo>
                <a:lnTo>
                  <a:pt x="2057499" y="1078241"/>
                </a:lnTo>
                <a:moveTo>
                  <a:pt x="1209647" y="1057250"/>
                </a:moveTo>
                <a:lnTo>
                  <a:pt x="1164465" y="977712"/>
                </a:lnTo>
                <a:moveTo>
                  <a:pt x="2060740" y="1077747"/>
                </a:moveTo>
                <a:lnTo>
                  <a:pt x="2086032" y="1014095"/>
                </a:lnTo>
                <a:moveTo>
                  <a:pt x="2229288" y="479373"/>
                </a:moveTo>
                <a:lnTo>
                  <a:pt x="2268504" y="522933"/>
                </a:lnTo>
                <a:moveTo>
                  <a:pt x="1225361" y="1091708"/>
                </a:moveTo>
                <a:lnTo>
                  <a:pt x="1190312" y="1171316"/>
                </a:lnTo>
                <a:moveTo>
                  <a:pt x="1931379" y="867476"/>
                </a:moveTo>
                <a:lnTo>
                  <a:pt x="1859213" y="866664"/>
                </a:lnTo>
                <a:moveTo>
                  <a:pt x="1541476" y="873059"/>
                </a:moveTo>
                <a:lnTo>
                  <a:pt x="1469379" y="887140"/>
                </a:lnTo>
                <a:moveTo>
                  <a:pt x="2023830" y="967216"/>
                </a:moveTo>
                <a:lnTo>
                  <a:pt x="1997795" y="992622"/>
                </a:lnTo>
                <a:moveTo>
                  <a:pt x="1858579" y="821351"/>
                </a:moveTo>
                <a:lnTo>
                  <a:pt x="1784325" y="854456"/>
                </a:lnTo>
                <a:moveTo>
                  <a:pt x="2074344" y="435379"/>
                </a:moveTo>
                <a:lnTo>
                  <a:pt x="2033065" y="451034"/>
                </a:lnTo>
                <a:moveTo>
                  <a:pt x="1641721" y="710111"/>
                </a:moveTo>
                <a:lnTo>
                  <a:pt x="1656358" y="660900"/>
                </a:lnTo>
                <a:moveTo>
                  <a:pt x="1956326" y="691412"/>
                </a:moveTo>
                <a:lnTo>
                  <a:pt x="1970438" y="632795"/>
                </a:lnTo>
                <a:moveTo>
                  <a:pt x="2056821" y="532968"/>
                </a:moveTo>
                <a:lnTo>
                  <a:pt x="2070988" y="475312"/>
                </a:lnTo>
                <a:moveTo>
                  <a:pt x="1613916" y="908014"/>
                </a:moveTo>
                <a:lnTo>
                  <a:pt x="1531259" y="952866"/>
                </a:lnTo>
                <a:moveTo>
                  <a:pt x="2118863" y="741131"/>
                </a:moveTo>
                <a:lnTo>
                  <a:pt x="2107878" y="734809"/>
                </a:lnTo>
                <a:moveTo>
                  <a:pt x="1717097" y="724640"/>
                </a:moveTo>
                <a:lnTo>
                  <a:pt x="1731830" y="677142"/>
                </a:lnTo>
                <a:moveTo>
                  <a:pt x="1931379" y="867476"/>
                </a:moveTo>
                <a:lnTo>
                  <a:pt x="1885528" y="879937"/>
                </a:lnTo>
                <a:moveTo>
                  <a:pt x="2107878" y="734809"/>
                </a:moveTo>
                <a:lnTo>
                  <a:pt x="2045176" y="635851"/>
                </a:lnTo>
                <a:moveTo>
                  <a:pt x="1717097" y="724640"/>
                </a:moveTo>
                <a:lnTo>
                  <a:pt x="1656358" y="660900"/>
                </a:lnTo>
                <a:moveTo>
                  <a:pt x="1014726" y="1023391"/>
                </a:moveTo>
                <a:lnTo>
                  <a:pt x="988495" y="1057498"/>
                </a:lnTo>
                <a:moveTo>
                  <a:pt x="1106519" y="1227630"/>
                </a:moveTo>
                <a:lnTo>
                  <a:pt x="1034209" y="1154841"/>
                </a:lnTo>
                <a:moveTo>
                  <a:pt x="1792430" y="738381"/>
                </a:moveTo>
                <a:lnTo>
                  <a:pt x="1731830" y="677142"/>
                </a:lnTo>
                <a:moveTo>
                  <a:pt x="1779209" y="830454"/>
                </a:moveTo>
                <a:lnTo>
                  <a:pt x="1765693" y="862630"/>
                </a:lnTo>
                <a:moveTo>
                  <a:pt x="1164465" y="977712"/>
                </a:moveTo>
                <a:lnTo>
                  <a:pt x="1147299" y="937098"/>
                </a:lnTo>
                <a:moveTo>
                  <a:pt x="2094561" y="804160"/>
                </a:moveTo>
                <a:lnTo>
                  <a:pt x="2146133" y="850270"/>
                </a:lnTo>
                <a:moveTo>
                  <a:pt x="2094409" y="804990"/>
                </a:moveTo>
                <a:lnTo>
                  <a:pt x="2146133" y="850270"/>
                </a:lnTo>
                <a:moveTo>
                  <a:pt x="2023830" y="967216"/>
                </a:moveTo>
                <a:lnTo>
                  <a:pt x="2025364" y="1005333"/>
                </a:lnTo>
                <a:moveTo>
                  <a:pt x="2031562" y="703433"/>
                </a:moveTo>
                <a:lnTo>
                  <a:pt x="1970438" y="632795"/>
                </a:lnTo>
                <a:moveTo>
                  <a:pt x="1858579" y="821351"/>
                </a:moveTo>
                <a:lnTo>
                  <a:pt x="1859213" y="866664"/>
                </a:lnTo>
                <a:moveTo>
                  <a:pt x="1182077" y="1188322"/>
                </a:moveTo>
                <a:lnTo>
                  <a:pt x="1165076" y="1188202"/>
                </a:lnTo>
                <a:moveTo>
                  <a:pt x="1062918" y="937699"/>
                </a:moveTo>
                <a:lnTo>
                  <a:pt x="1033861" y="891545"/>
                </a:lnTo>
                <a:moveTo>
                  <a:pt x="2145226" y="469412"/>
                </a:moveTo>
                <a:lnTo>
                  <a:pt x="2074344" y="435379"/>
                </a:lnTo>
                <a:moveTo>
                  <a:pt x="2145894" y="463455"/>
                </a:moveTo>
                <a:lnTo>
                  <a:pt x="2074344" y="435379"/>
                </a:lnTo>
                <a:moveTo>
                  <a:pt x="1613916" y="908014"/>
                </a:moveTo>
                <a:lnTo>
                  <a:pt x="1541476" y="873059"/>
                </a:lnTo>
                <a:moveTo>
                  <a:pt x="1792430" y="738381"/>
                </a:moveTo>
                <a:lnTo>
                  <a:pt x="1807033" y="688562"/>
                </a:lnTo>
                <a:moveTo>
                  <a:pt x="1779209" y="830454"/>
                </a:moveTo>
                <a:lnTo>
                  <a:pt x="1701574" y="879633"/>
                </a:lnTo>
                <a:moveTo>
                  <a:pt x="1929205" y="902146"/>
                </a:moveTo>
                <a:lnTo>
                  <a:pt x="1931379" y="867476"/>
                </a:lnTo>
                <a:moveTo>
                  <a:pt x="1933390" y="833920"/>
                </a:moveTo>
                <a:lnTo>
                  <a:pt x="1859213" y="866664"/>
                </a:lnTo>
                <a:moveTo>
                  <a:pt x="2070988" y="475312"/>
                </a:moveTo>
                <a:lnTo>
                  <a:pt x="2049390" y="520696"/>
                </a:lnTo>
                <a:moveTo>
                  <a:pt x="2290329" y="938400"/>
                </a:moveTo>
                <a:lnTo>
                  <a:pt x="2313631" y="874461"/>
                </a:lnTo>
                <a:moveTo>
                  <a:pt x="1553073" y="769302"/>
                </a:moveTo>
                <a:lnTo>
                  <a:pt x="1527847" y="723079"/>
                </a:lnTo>
                <a:moveTo>
                  <a:pt x="1996602" y="949966"/>
                </a:moveTo>
                <a:lnTo>
                  <a:pt x="1929205" y="902146"/>
                </a:lnTo>
                <a:moveTo>
                  <a:pt x="1618317" y="907216"/>
                </a:moveTo>
                <a:lnTo>
                  <a:pt x="1545516" y="836759"/>
                </a:lnTo>
                <a:moveTo>
                  <a:pt x="1138867" y="962499"/>
                </a:moveTo>
                <a:lnTo>
                  <a:pt x="1147299" y="937098"/>
                </a:lnTo>
                <a:moveTo>
                  <a:pt x="1545516" y="836759"/>
                </a:moveTo>
                <a:lnTo>
                  <a:pt x="1613916" y="908014"/>
                </a:lnTo>
                <a:moveTo>
                  <a:pt x="2057499" y="1078241"/>
                </a:moveTo>
                <a:lnTo>
                  <a:pt x="2055242" y="1076953"/>
                </a:lnTo>
                <a:moveTo>
                  <a:pt x="2110491" y="979732"/>
                </a:moveTo>
                <a:lnTo>
                  <a:pt x="2086032" y="1014095"/>
                </a:lnTo>
                <a:moveTo>
                  <a:pt x="1956326" y="691412"/>
                </a:moveTo>
                <a:lnTo>
                  <a:pt x="1881680" y="690003"/>
                </a:lnTo>
                <a:moveTo>
                  <a:pt x="2060740" y="1077747"/>
                </a:moveTo>
                <a:lnTo>
                  <a:pt x="2057499" y="1078241"/>
                </a:lnTo>
                <a:moveTo>
                  <a:pt x="1138867" y="962499"/>
                </a:moveTo>
                <a:lnTo>
                  <a:pt x="1077238" y="882792"/>
                </a:lnTo>
                <a:moveTo>
                  <a:pt x="1696764" y="854173"/>
                </a:moveTo>
                <a:lnTo>
                  <a:pt x="1701574" y="879633"/>
                </a:lnTo>
                <a:moveTo>
                  <a:pt x="1213244" y="1157262"/>
                </a:moveTo>
                <a:lnTo>
                  <a:pt x="1225361" y="1091708"/>
                </a:lnTo>
                <a:moveTo>
                  <a:pt x="2145894" y="463455"/>
                </a:moveTo>
                <a:lnTo>
                  <a:pt x="2145226" y="469412"/>
                </a:lnTo>
                <a:moveTo>
                  <a:pt x="1867420" y="745982"/>
                </a:moveTo>
                <a:lnTo>
                  <a:pt x="1807033" y="688562"/>
                </a:lnTo>
                <a:moveTo>
                  <a:pt x="2056119" y="1083574"/>
                </a:moveTo>
                <a:lnTo>
                  <a:pt x="2057499" y="1078241"/>
                </a:lnTo>
                <a:moveTo>
                  <a:pt x="1202506" y="1042874"/>
                </a:moveTo>
                <a:lnTo>
                  <a:pt x="1209647" y="1057250"/>
                </a:lnTo>
                <a:moveTo>
                  <a:pt x="2056119" y="1083574"/>
                </a:moveTo>
                <a:lnTo>
                  <a:pt x="2055242" y="1076953"/>
                </a:lnTo>
                <a:moveTo>
                  <a:pt x="2031562" y="703433"/>
                </a:moveTo>
                <a:lnTo>
                  <a:pt x="2045176" y="635851"/>
                </a:lnTo>
                <a:moveTo>
                  <a:pt x="1182077" y="1188322"/>
                </a:moveTo>
                <a:lnTo>
                  <a:pt x="1106519" y="1227630"/>
                </a:lnTo>
                <a:moveTo>
                  <a:pt x="2060740" y="1077747"/>
                </a:moveTo>
                <a:lnTo>
                  <a:pt x="2056119" y="1083574"/>
                </a:lnTo>
                <a:moveTo>
                  <a:pt x="1701574" y="879633"/>
                </a:moveTo>
                <a:lnTo>
                  <a:pt x="1616515" y="867454"/>
                </a:lnTo>
                <a:moveTo>
                  <a:pt x="2118863" y="741131"/>
                </a:moveTo>
                <a:lnTo>
                  <a:pt x="2094561" y="804160"/>
                </a:lnTo>
                <a:moveTo>
                  <a:pt x="1213244" y="1157262"/>
                </a:moveTo>
                <a:lnTo>
                  <a:pt x="1190312" y="1171316"/>
                </a:lnTo>
                <a:moveTo>
                  <a:pt x="1541476" y="873059"/>
                </a:moveTo>
                <a:lnTo>
                  <a:pt x="1529509" y="790624"/>
                </a:lnTo>
                <a:moveTo>
                  <a:pt x="1103246" y="1194862"/>
                </a:moveTo>
                <a:lnTo>
                  <a:pt x="1106519" y="1227630"/>
                </a:lnTo>
                <a:moveTo>
                  <a:pt x="2157215" y="468964"/>
                </a:moveTo>
                <a:lnTo>
                  <a:pt x="2145226" y="469412"/>
                </a:lnTo>
                <a:moveTo>
                  <a:pt x="2144394" y="470585"/>
                </a:moveTo>
                <a:lnTo>
                  <a:pt x="2145226" y="469412"/>
                </a:lnTo>
                <a:moveTo>
                  <a:pt x="2157215" y="468964"/>
                </a:moveTo>
                <a:lnTo>
                  <a:pt x="2145894" y="463455"/>
                </a:lnTo>
                <a:moveTo>
                  <a:pt x="1014726" y="1023391"/>
                </a:moveTo>
                <a:lnTo>
                  <a:pt x="1007959" y="955109"/>
                </a:lnTo>
                <a:moveTo>
                  <a:pt x="1214169" y="1052195"/>
                </a:moveTo>
                <a:lnTo>
                  <a:pt x="1209647" y="1057250"/>
                </a:lnTo>
                <a:moveTo>
                  <a:pt x="1034209" y="1154841"/>
                </a:moveTo>
                <a:lnTo>
                  <a:pt x="1022007" y="1129643"/>
                </a:lnTo>
                <a:moveTo>
                  <a:pt x="2107878" y="734809"/>
                </a:moveTo>
                <a:lnTo>
                  <a:pt x="2031562" y="703433"/>
                </a:lnTo>
                <a:moveTo>
                  <a:pt x="1531259" y="952866"/>
                </a:moveTo>
                <a:lnTo>
                  <a:pt x="1541476" y="873059"/>
                </a:lnTo>
                <a:moveTo>
                  <a:pt x="2157215" y="468964"/>
                </a:moveTo>
                <a:lnTo>
                  <a:pt x="2144394" y="470585"/>
                </a:lnTo>
                <a:moveTo>
                  <a:pt x="2094561" y="804160"/>
                </a:moveTo>
                <a:lnTo>
                  <a:pt x="2107878" y="734809"/>
                </a:lnTo>
                <a:moveTo>
                  <a:pt x="2107878" y="734809"/>
                </a:moveTo>
                <a:lnTo>
                  <a:pt x="2094180" y="804871"/>
                </a:lnTo>
                <a:moveTo>
                  <a:pt x="2145226" y="469412"/>
                </a:moveTo>
                <a:lnTo>
                  <a:pt x="2056821" y="532968"/>
                </a:lnTo>
                <a:moveTo>
                  <a:pt x="1062918" y="937699"/>
                </a:moveTo>
                <a:lnTo>
                  <a:pt x="1077238" y="882792"/>
                </a:lnTo>
                <a:moveTo>
                  <a:pt x="1545516" y="836759"/>
                </a:moveTo>
                <a:lnTo>
                  <a:pt x="1529509" y="790624"/>
                </a:lnTo>
                <a:moveTo>
                  <a:pt x="1641721" y="710111"/>
                </a:moveTo>
                <a:lnTo>
                  <a:pt x="1567029" y="707874"/>
                </a:lnTo>
                <a:moveTo>
                  <a:pt x="2119831" y="913776"/>
                </a:moveTo>
                <a:lnTo>
                  <a:pt x="2094409" y="804990"/>
                </a:lnTo>
                <a:moveTo>
                  <a:pt x="1616515" y="867454"/>
                </a:moveTo>
                <a:lnTo>
                  <a:pt x="1618317" y="907216"/>
                </a:lnTo>
                <a:moveTo>
                  <a:pt x="2007430" y="1032152"/>
                </a:moveTo>
                <a:lnTo>
                  <a:pt x="2025364" y="1005333"/>
                </a:lnTo>
                <a:moveTo>
                  <a:pt x="2144394" y="470585"/>
                </a:moveTo>
                <a:lnTo>
                  <a:pt x="2056821" y="532968"/>
                </a:lnTo>
                <a:moveTo>
                  <a:pt x="1062918" y="937699"/>
                </a:moveTo>
                <a:lnTo>
                  <a:pt x="1007959" y="955109"/>
                </a:lnTo>
                <a:moveTo>
                  <a:pt x="1014726" y="1023391"/>
                </a:moveTo>
                <a:lnTo>
                  <a:pt x="1022007" y="1129643"/>
                </a:lnTo>
                <a:moveTo>
                  <a:pt x="1138867" y="962499"/>
                </a:moveTo>
                <a:lnTo>
                  <a:pt x="1164465" y="977712"/>
                </a:lnTo>
                <a:moveTo>
                  <a:pt x="1182077" y="1188322"/>
                </a:moveTo>
                <a:lnTo>
                  <a:pt x="1190312" y="1171316"/>
                </a:lnTo>
                <a:moveTo>
                  <a:pt x="2049390" y="520696"/>
                </a:moveTo>
                <a:lnTo>
                  <a:pt x="2033065" y="451034"/>
                </a:lnTo>
                <a:moveTo>
                  <a:pt x="2312608" y="836417"/>
                </a:moveTo>
                <a:lnTo>
                  <a:pt x="2313631" y="874461"/>
                </a:lnTo>
                <a:moveTo>
                  <a:pt x="2005706" y="863179"/>
                </a:moveTo>
                <a:lnTo>
                  <a:pt x="1929205" y="902146"/>
                </a:lnTo>
                <a:moveTo>
                  <a:pt x="1867420" y="745982"/>
                </a:moveTo>
                <a:lnTo>
                  <a:pt x="1881680" y="690003"/>
                </a:lnTo>
                <a:moveTo>
                  <a:pt x="2081510" y="885385"/>
                </a:moveTo>
                <a:lnTo>
                  <a:pt x="2119831" y="913776"/>
                </a:lnTo>
                <a:moveTo>
                  <a:pt x="1214169" y="1052195"/>
                </a:moveTo>
                <a:lnTo>
                  <a:pt x="1225361" y="1091708"/>
                </a:lnTo>
                <a:moveTo>
                  <a:pt x="1858579" y="821351"/>
                </a:moveTo>
                <a:lnTo>
                  <a:pt x="1780523" y="836582"/>
                </a:lnTo>
                <a:moveTo>
                  <a:pt x="2110491" y="979732"/>
                </a:moveTo>
                <a:lnTo>
                  <a:pt x="2119831" y="913776"/>
                </a:lnTo>
                <a:moveTo>
                  <a:pt x="2031562" y="703433"/>
                </a:moveTo>
                <a:lnTo>
                  <a:pt x="1956326" y="691412"/>
                </a:lnTo>
                <a:moveTo>
                  <a:pt x="1792542" y="828612"/>
                </a:moveTo>
                <a:lnTo>
                  <a:pt x="1780523" y="836582"/>
                </a:lnTo>
                <a:moveTo>
                  <a:pt x="1779209" y="830454"/>
                </a:moveTo>
                <a:lnTo>
                  <a:pt x="1780523" y="836582"/>
                </a:lnTo>
                <a:moveTo>
                  <a:pt x="1545516" y="836759"/>
                </a:moveTo>
                <a:lnTo>
                  <a:pt x="1541476" y="873059"/>
                </a:lnTo>
                <a:moveTo>
                  <a:pt x="2110491" y="979732"/>
                </a:moveTo>
                <a:lnTo>
                  <a:pt x="2060740" y="1077747"/>
                </a:lnTo>
                <a:moveTo>
                  <a:pt x="1553073" y="769302"/>
                </a:moveTo>
                <a:lnTo>
                  <a:pt x="1529509" y="790624"/>
                </a:lnTo>
                <a:moveTo>
                  <a:pt x="1553073" y="769302"/>
                </a:moveTo>
                <a:lnTo>
                  <a:pt x="1567029" y="707874"/>
                </a:lnTo>
                <a:moveTo>
                  <a:pt x="2023830" y="967216"/>
                </a:moveTo>
                <a:lnTo>
                  <a:pt x="1996602" y="949966"/>
                </a:lnTo>
                <a:moveTo>
                  <a:pt x="2144394" y="470585"/>
                </a:moveTo>
                <a:lnTo>
                  <a:pt x="2063173" y="522687"/>
                </a:lnTo>
                <a:moveTo>
                  <a:pt x="1933390" y="833920"/>
                </a:moveTo>
                <a:lnTo>
                  <a:pt x="1931379" y="867476"/>
                </a:lnTo>
                <a:moveTo>
                  <a:pt x="2094561" y="804160"/>
                </a:moveTo>
                <a:lnTo>
                  <a:pt x="2094409" y="804990"/>
                </a:lnTo>
                <a:moveTo>
                  <a:pt x="2094561" y="804160"/>
                </a:moveTo>
                <a:lnTo>
                  <a:pt x="2094180" y="804871"/>
                </a:lnTo>
                <a:moveTo>
                  <a:pt x="2094409" y="804990"/>
                </a:moveTo>
                <a:lnTo>
                  <a:pt x="2094180" y="804871"/>
                </a:lnTo>
                <a:moveTo>
                  <a:pt x="1717097" y="724640"/>
                </a:moveTo>
                <a:lnTo>
                  <a:pt x="1641721" y="710111"/>
                </a:lnTo>
                <a:moveTo>
                  <a:pt x="1202506" y="1042874"/>
                </a:moveTo>
                <a:lnTo>
                  <a:pt x="1164465" y="977712"/>
                </a:lnTo>
                <a:moveTo>
                  <a:pt x="2131511" y="1068277"/>
                </a:moveTo>
                <a:lnTo>
                  <a:pt x="2060740" y="1077747"/>
                </a:lnTo>
                <a:moveTo>
                  <a:pt x="1942306" y="751701"/>
                </a:moveTo>
                <a:lnTo>
                  <a:pt x="1881680" y="690003"/>
                </a:lnTo>
                <a:moveTo>
                  <a:pt x="2056821" y="532968"/>
                </a:moveTo>
                <a:lnTo>
                  <a:pt x="2049390" y="520696"/>
                </a:lnTo>
                <a:moveTo>
                  <a:pt x="2063173" y="522687"/>
                </a:moveTo>
                <a:lnTo>
                  <a:pt x="2056821" y="532968"/>
                </a:lnTo>
                <a:moveTo>
                  <a:pt x="1858579" y="821351"/>
                </a:moveTo>
                <a:lnTo>
                  <a:pt x="1792542" y="828612"/>
                </a:lnTo>
                <a:moveTo>
                  <a:pt x="2055370" y="525585"/>
                </a:moveTo>
                <a:lnTo>
                  <a:pt x="2056821" y="532968"/>
                </a:lnTo>
                <a:moveTo>
                  <a:pt x="1792430" y="738381"/>
                </a:moveTo>
                <a:lnTo>
                  <a:pt x="1717097" y="724640"/>
                </a:lnTo>
                <a:moveTo>
                  <a:pt x="2107878" y="734809"/>
                </a:moveTo>
                <a:lnTo>
                  <a:pt x="2017780" y="767986"/>
                </a:lnTo>
                <a:moveTo>
                  <a:pt x="1037285" y="1101453"/>
                </a:moveTo>
                <a:lnTo>
                  <a:pt x="1022007" y="1129643"/>
                </a:lnTo>
                <a:moveTo>
                  <a:pt x="1103246" y="1194862"/>
                </a:moveTo>
                <a:lnTo>
                  <a:pt x="1034209" y="1154841"/>
                </a:lnTo>
                <a:moveTo>
                  <a:pt x="1792542" y="828612"/>
                </a:moveTo>
                <a:lnTo>
                  <a:pt x="1779209" y="830454"/>
                </a:lnTo>
                <a:moveTo>
                  <a:pt x="1779821" y="823981"/>
                </a:moveTo>
                <a:lnTo>
                  <a:pt x="1717097" y="724640"/>
                </a:lnTo>
                <a:moveTo>
                  <a:pt x="2005706" y="863179"/>
                </a:moveTo>
                <a:lnTo>
                  <a:pt x="1931379" y="867476"/>
                </a:lnTo>
                <a:moveTo>
                  <a:pt x="2081510" y="885385"/>
                </a:moveTo>
                <a:lnTo>
                  <a:pt x="2094409" y="804990"/>
                </a:lnTo>
                <a:moveTo>
                  <a:pt x="1792542" y="828612"/>
                </a:moveTo>
                <a:lnTo>
                  <a:pt x="1779821" y="823981"/>
                </a:lnTo>
                <a:moveTo>
                  <a:pt x="1779209" y="830454"/>
                </a:moveTo>
                <a:lnTo>
                  <a:pt x="1779821" y="823981"/>
                </a:lnTo>
                <a:moveTo>
                  <a:pt x="1779821" y="823981"/>
                </a:moveTo>
                <a:lnTo>
                  <a:pt x="1792430" y="738381"/>
                </a:lnTo>
                <a:moveTo>
                  <a:pt x="1138867" y="962499"/>
                </a:moveTo>
                <a:lnTo>
                  <a:pt x="1062918" y="937699"/>
                </a:lnTo>
                <a:moveTo>
                  <a:pt x="1933390" y="833920"/>
                </a:moveTo>
                <a:lnTo>
                  <a:pt x="1858579" y="821351"/>
                </a:lnTo>
                <a:moveTo>
                  <a:pt x="1213244" y="1157262"/>
                </a:moveTo>
                <a:lnTo>
                  <a:pt x="1182077" y="1188322"/>
                </a:lnTo>
                <a:moveTo>
                  <a:pt x="1996602" y="949966"/>
                </a:moveTo>
                <a:lnTo>
                  <a:pt x="2005706" y="863179"/>
                </a:lnTo>
                <a:moveTo>
                  <a:pt x="1049130" y="1002154"/>
                </a:moveTo>
                <a:lnTo>
                  <a:pt x="1007959" y="955109"/>
                </a:lnTo>
                <a:moveTo>
                  <a:pt x="1641721" y="710111"/>
                </a:moveTo>
                <a:lnTo>
                  <a:pt x="1553073" y="769302"/>
                </a:lnTo>
                <a:moveTo>
                  <a:pt x="1202506" y="1042874"/>
                </a:moveTo>
                <a:lnTo>
                  <a:pt x="1138867" y="962499"/>
                </a:lnTo>
                <a:moveTo>
                  <a:pt x="2007430" y="1032152"/>
                </a:moveTo>
                <a:lnTo>
                  <a:pt x="2055242" y="1076953"/>
                </a:lnTo>
                <a:moveTo>
                  <a:pt x="1779209" y="830454"/>
                </a:moveTo>
                <a:lnTo>
                  <a:pt x="1696764" y="854173"/>
                </a:lnTo>
                <a:moveTo>
                  <a:pt x="1545516" y="836759"/>
                </a:moveTo>
                <a:lnTo>
                  <a:pt x="1553073" y="769302"/>
                </a:lnTo>
                <a:moveTo>
                  <a:pt x="1616515" y="867454"/>
                </a:moveTo>
                <a:lnTo>
                  <a:pt x="1545516" y="836759"/>
                </a:lnTo>
                <a:moveTo>
                  <a:pt x="2299880" y="901883"/>
                </a:moveTo>
                <a:lnTo>
                  <a:pt x="2313631" y="874461"/>
                </a:lnTo>
                <a:moveTo>
                  <a:pt x="1858579" y="821351"/>
                </a:moveTo>
                <a:lnTo>
                  <a:pt x="1867420" y="745982"/>
                </a:lnTo>
                <a:moveTo>
                  <a:pt x="2094409" y="804990"/>
                </a:moveTo>
                <a:lnTo>
                  <a:pt x="2005706" y="863179"/>
                </a:lnTo>
                <a:moveTo>
                  <a:pt x="1034209" y="1154841"/>
                </a:moveTo>
                <a:lnTo>
                  <a:pt x="1037285" y="1101453"/>
                </a:lnTo>
                <a:moveTo>
                  <a:pt x="1779821" y="823981"/>
                </a:moveTo>
                <a:lnTo>
                  <a:pt x="1696764" y="854173"/>
                </a:lnTo>
                <a:moveTo>
                  <a:pt x="1867420" y="745982"/>
                </a:moveTo>
                <a:lnTo>
                  <a:pt x="1792542" y="828612"/>
                </a:lnTo>
                <a:moveTo>
                  <a:pt x="2110491" y="979732"/>
                </a:moveTo>
                <a:lnTo>
                  <a:pt x="2081510" y="885385"/>
                </a:lnTo>
                <a:moveTo>
                  <a:pt x="1867420" y="745982"/>
                </a:moveTo>
                <a:lnTo>
                  <a:pt x="1792430" y="738381"/>
                </a:lnTo>
                <a:moveTo>
                  <a:pt x="2094409" y="804990"/>
                </a:moveTo>
                <a:lnTo>
                  <a:pt x="2006767" y="853311"/>
                </a:lnTo>
                <a:moveTo>
                  <a:pt x="2094180" y="804871"/>
                </a:moveTo>
                <a:lnTo>
                  <a:pt x="2006767" y="853311"/>
                </a:lnTo>
                <a:moveTo>
                  <a:pt x="2055370" y="525585"/>
                </a:moveTo>
                <a:lnTo>
                  <a:pt x="2049390" y="520696"/>
                </a:lnTo>
                <a:moveTo>
                  <a:pt x="2063173" y="522687"/>
                </a:moveTo>
                <a:lnTo>
                  <a:pt x="2055370" y="525585"/>
                </a:lnTo>
                <a:moveTo>
                  <a:pt x="1867420" y="745982"/>
                </a:moveTo>
                <a:lnTo>
                  <a:pt x="1779821" y="823981"/>
                </a:lnTo>
                <a:moveTo>
                  <a:pt x="2017780" y="767986"/>
                </a:moveTo>
                <a:lnTo>
                  <a:pt x="1956326" y="691412"/>
                </a:lnTo>
                <a:moveTo>
                  <a:pt x="1942306" y="751701"/>
                </a:moveTo>
                <a:lnTo>
                  <a:pt x="1956326" y="691412"/>
                </a:lnTo>
                <a:moveTo>
                  <a:pt x="1240185" y="1123257"/>
                </a:moveTo>
                <a:lnTo>
                  <a:pt x="1225361" y="1091708"/>
                </a:lnTo>
                <a:moveTo>
                  <a:pt x="1182077" y="1188322"/>
                </a:moveTo>
                <a:lnTo>
                  <a:pt x="1103246" y="1194862"/>
                </a:lnTo>
                <a:moveTo>
                  <a:pt x="2081510" y="885385"/>
                </a:moveTo>
                <a:lnTo>
                  <a:pt x="2005706" y="863179"/>
                </a:lnTo>
                <a:moveTo>
                  <a:pt x="2005706" y="863179"/>
                </a:moveTo>
                <a:lnTo>
                  <a:pt x="1933390" y="833920"/>
                </a:lnTo>
                <a:moveTo>
                  <a:pt x="2017780" y="767986"/>
                </a:moveTo>
                <a:lnTo>
                  <a:pt x="2031562" y="703433"/>
                </a:lnTo>
                <a:moveTo>
                  <a:pt x="1037285" y="1101453"/>
                </a:moveTo>
                <a:lnTo>
                  <a:pt x="1014726" y="1023391"/>
                </a:lnTo>
                <a:moveTo>
                  <a:pt x="1200572" y="1043572"/>
                </a:moveTo>
                <a:lnTo>
                  <a:pt x="1138867" y="962499"/>
                </a:lnTo>
                <a:moveTo>
                  <a:pt x="2131511" y="1068277"/>
                </a:moveTo>
                <a:lnTo>
                  <a:pt x="2110491" y="979732"/>
                </a:lnTo>
                <a:moveTo>
                  <a:pt x="1696764" y="854173"/>
                </a:moveTo>
                <a:lnTo>
                  <a:pt x="1616515" y="867454"/>
                </a:lnTo>
                <a:moveTo>
                  <a:pt x="2094180" y="804871"/>
                </a:moveTo>
                <a:lnTo>
                  <a:pt x="2017780" y="767986"/>
                </a:lnTo>
                <a:moveTo>
                  <a:pt x="1043323" y="1094826"/>
                </a:moveTo>
                <a:lnTo>
                  <a:pt x="1034209" y="1154841"/>
                </a:lnTo>
                <a:moveTo>
                  <a:pt x="2006767" y="853311"/>
                </a:moveTo>
                <a:lnTo>
                  <a:pt x="1933390" y="833920"/>
                </a:lnTo>
                <a:moveTo>
                  <a:pt x="2067848" y="952088"/>
                </a:moveTo>
                <a:lnTo>
                  <a:pt x="1996602" y="949966"/>
                </a:lnTo>
                <a:moveTo>
                  <a:pt x="1942306" y="751701"/>
                </a:moveTo>
                <a:lnTo>
                  <a:pt x="1858579" y="821351"/>
                </a:lnTo>
                <a:moveTo>
                  <a:pt x="1703234" y="787734"/>
                </a:moveTo>
                <a:lnTo>
                  <a:pt x="1641721" y="710111"/>
                </a:lnTo>
                <a:moveTo>
                  <a:pt x="2007430" y="1032152"/>
                </a:moveTo>
                <a:lnTo>
                  <a:pt x="2023830" y="967216"/>
                </a:lnTo>
                <a:moveTo>
                  <a:pt x="1629914" y="755424"/>
                </a:moveTo>
                <a:lnTo>
                  <a:pt x="1641721" y="710111"/>
                </a:lnTo>
                <a:moveTo>
                  <a:pt x="1703234" y="787734"/>
                </a:moveTo>
                <a:lnTo>
                  <a:pt x="1717097" y="724640"/>
                </a:lnTo>
                <a:moveTo>
                  <a:pt x="1037996" y="1088510"/>
                </a:moveTo>
                <a:lnTo>
                  <a:pt x="1014726" y="1023391"/>
                </a:lnTo>
                <a:moveTo>
                  <a:pt x="2138222" y="1013152"/>
                </a:moveTo>
                <a:lnTo>
                  <a:pt x="2110491" y="979732"/>
                </a:lnTo>
                <a:moveTo>
                  <a:pt x="1214169" y="1052195"/>
                </a:moveTo>
                <a:lnTo>
                  <a:pt x="1202506" y="1042874"/>
                </a:lnTo>
                <a:moveTo>
                  <a:pt x="2006767" y="853311"/>
                </a:moveTo>
                <a:lnTo>
                  <a:pt x="2005706" y="863179"/>
                </a:lnTo>
                <a:moveTo>
                  <a:pt x="2017780" y="767986"/>
                </a:moveTo>
                <a:lnTo>
                  <a:pt x="1933390" y="833920"/>
                </a:lnTo>
                <a:moveTo>
                  <a:pt x="1933390" y="833920"/>
                </a:moveTo>
                <a:lnTo>
                  <a:pt x="1942306" y="751701"/>
                </a:lnTo>
                <a:moveTo>
                  <a:pt x="2067848" y="952088"/>
                </a:moveTo>
                <a:lnTo>
                  <a:pt x="2023830" y="967216"/>
                </a:lnTo>
                <a:moveTo>
                  <a:pt x="1608651" y="764158"/>
                </a:moveTo>
                <a:lnTo>
                  <a:pt x="1545516" y="836759"/>
                </a:lnTo>
                <a:moveTo>
                  <a:pt x="1779821" y="823981"/>
                </a:moveTo>
                <a:lnTo>
                  <a:pt x="1703234" y="787734"/>
                </a:lnTo>
                <a:moveTo>
                  <a:pt x="1650555" y="770210"/>
                </a:moveTo>
                <a:lnTo>
                  <a:pt x="1641721" y="710111"/>
                </a:lnTo>
                <a:moveTo>
                  <a:pt x="2138222" y="1013152"/>
                </a:moveTo>
                <a:lnTo>
                  <a:pt x="2131511" y="1068277"/>
                </a:lnTo>
                <a:moveTo>
                  <a:pt x="1049130" y="1002154"/>
                </a:moveTo>
                <a:lnTo>
                  <a:pt x="1014726" y="1023391"/>
                </a:lnTo>
                <a:moveTo>
                  <a:pt x="1200572" y="1043572"/>
                </a:moveTo>
                <a:lnTo>
                  <a:pt x="1202506" y="1042874"/>
                </a:lnTo>
                <a:moveTo>
                  <a:pt x="1942306" y="751701"/>
                </a:moveTo>
                <a:lnTo>
                  <a:pt x="1867420" y="745982"/>
                </a:lnTo>
                <a:moveTo>
                  <a:pt x="2067848" y="952088"/>
                </a:moveTo>
                <a:lnTo>
                  <a:pt x="2081510" y="885385"/>
                </a:lnTo>
                <a:moveTo>
                  <a:pt x="2299880" y="901883"/>
                </a:moveTo>
                <a:lnTo>
                  <a:pt x="2290329" y="938400"/>
                </a:lnTo>
                <a:moveTo>
                  <a:pt x="1696764" y="854173"/>
                </a:moveTo>
                <a:lnTo>
                  <a:pt x="1703234" y="787734"/>
                </a:lnTo>
                <a:moveTo>
                  <a:pt x="2067848" y="952088"/>
                </a:moveTo>
                <a:lnTo>
                  <a:pt x="2110491" y="979732"/>
                </a:lnTo>
                <a:moveTo>
                  <a:pt x="1124317" y="1013268"/>
                </a:moveTo>
                <a:lnTo>
                  <a:pt x="1138867" y="962499"/>
                </a:lnTo>
                <a:moveTo>
                  <a:pt x="2006767" y="853311"/>
                </a:moveTo>
                <a:lnTo>
                  <a:pt x="2017780" y="767986"/>
                </a:lnTo>
                <a:moveTo>
                  <a:pt x="1200572" y="1043572"/>
                </a:moveTo>
                <a:lnTo>
                  <a:pt x="1214169" y="1052195"/>
                </a:lnTo>
                <a:moveTo>
                  <a:pt x="911215" y="891608"/>
                </a:moveTo>
                <a:lnTo>
                  <a:pt x="924229" y="813261"/>
                </a:lnTo>
                <a:moveTo>
                  <a:pt x="1629914" y="755424"/>
                </a:moveTo>
                <a:lnTo>
                  <a:pt x="1553073" y="769302"/>
                </a:lnTo>
                <a:moveTo>
                  <a:pt x="1240185" y="1123257"/>
                </a:moveTo>
                <a:lnTo>
                  <a:pt x="1213244" y="1157262"/>
                </a:lnTo>
                <a:moveTo>
                  <a:pt x="1049130" y="1002154"/>
                </a:moveTo>
                <a:lnTo>
                  <a:pt x="1062918" y="937699"/>
                </a:lnTo>
                <a:moveTo>
                  <a:pt x="1174434" y="1198256"/>
                </a:moveTo>
                <a:lnTo>
                  <a:pt x="1213244" y="1157262"/>
                </a:lnTo>
                <a:moveTo>
                  <a:pt x="2067848" y="952088"/>
                </a:moveTo>
                <a:lnTo>
                  <a:pt x="2005706" y="863179"/>
                </a:lnTo>
                <a:moveTo>
                  <a:pt x="1608651" y="764158"/>
                </a:moveTo>
                <a:lnTo>
                  <a:pt x="1553073" y="769302"/>
                </a:lnTo>
                <a:moveTo>
                  <a:pt x="1037996" y="1088510"/>
                </a:moveTo>
                <a:lnTo>
                  <a:pt x="1037285" y="1101453"/>
                </a:lnTo>
                <a:moveTo>
                  <a:pt x="2017780" y="767986"/>
                </a:moveTo>
                <a:lnTo>
                  <a:pt x="1942306" y="751701"/>
                </a:lnTo>
                <a:moveTo>
                  <a:pt x="1100767" y="1158320"/>
                </a:moveTo>
                <a:lnTo>
                  <a:pt x="1034209" y="1154841"/>
                </a:lnTo>
                <a:moveTo>
                  <a:pt x="1124317" y="1013268"/>
                </a:moveTo>
                <a:lnTo>
                  <a:pt x="1062918" y="937699"/>
                </a:lnTo>
                <a:moveTo>
                  <a:pt x="1043323" y="1094826"/>
                </a:moveTo>
                <a:lnTo>
                  <a:pt x="1037285" y="1101453"/>
                </a:lnTo>
                <a:moveTo>
                  <a:pt x="971124" y="806693"/>
                </a:moveTo>
                <a:lnTo>
                  <a:pt x="924229" y="813261"/>
                </a:lnTo>
                <a:moveTo>
                  <a:pt x="2138222" y="1013152"/>
                </a:moveTo>
                <a:lnTo>
                  <a:pt x="2067848" y="952088"/>
                </a:lnTo>
                <a:moveTo>
                  <a:pt x="1174434" y="1198256"/>
                </a:moveTo>
                <a:lnTo>
                  <a:pt x="1182077" y="1188322"/>
                </a:lnTo>
                <a:moveTo>
                  <a:pt x="1043323" y="1094826"/>
                </a:moveTo>
                <a:lnTo>
                  <a:pt x="1037996" y="1088510"/>
                </a:lnTo>
                <a:moveTo>
                  <a:pt x="2299880" y="901883"/>
                </a:moveTo>
                <a:lnTo>
                  <a:pt x="2312608" y="836417"/>
                </a:lnTo>
                <a:moveTo>
                  <a:pt x="1614267" y="829816"/>
                </a:moveTo>
                <a:lnTo>
                  <a:pt x="1545516" y="836759"/>
                </a:lnTo>
                <a:moveTo>
                  <a:pt x="2062665" y="955802"/>
                </a:moveTo>
                <a:lnTo>
                  <a:pt x="2023830" y="967216"/>
                </a:lnTo>
                <a:moveTo>
                  <a:pt x="985785" y="891661"/>
                </a:moveTo>
                <a:lnTo>
                  <a:pt x="924229" y="813261"/>
                </a:lnTo>
                <a:moveTo>
                  <a:pt x="1629914" y="755424"/>
                </a:moveTo>
                <a:lnTo>
                  <a:pt x="1608651" y="764158"/>
                </a:lnTo>
                <a:moveTo>
                  <a:pt x="1240185" y="1123257"/>
                </a:moveTo>
                <a:lnTo>
                  <a:pt x="1214169" y="1052195"/>
                </a:lnTo>
                <a:moveTo>
                  <a:pt x="1037996" y="1088510"/>
                </a:moveTo>
                <a:lnTo>
                  <a:pt x="1049130" y="1002154"/>
                </a:lnTo>
                <a:moveTo>
                  <a:pt x="1703234" y="787734"/>
                </a:moveTo>
                <a:lnTo>
                  <a:pt x="1650555" y="770210"/>
                </a:lnTo>
                <a:moveTo>
                  <a:pt x="1200572" y="1043572"/>
                </a:moveTo>
                <a:lnTo>
                  <a:pt x="1124317" y="1013268"/>
                </a:lnTo>
                <a:moveTo>
                  <a:pt x="1650555" y="770210"/>
                </a:moveTo>
                <a:lnTo>
                  <a:pt x="1629914" y="755424"/>
                </a:lnTo>
                <a:moveTo>
                  <a:pt x="1182077" y="1188322"/>
                </a:moveTo>
                <a:lnTo>
                  <a:pt x="1100767" y="1158320"/>
                </a:lnTo>
                <a:moveTo>
                  <a:pt x="1100767" y="1158320"/>
                </a:moveTo>
                <a:lnTo>
                  <a:pt x="1103246" y="1194862"/>
                </a:lnTo>
                <a:moveTo>
                  <a:pt x="1696764" y="854173"/>
                </a:moveTo>
                <a:lnTo>
                  <a:pt x="1614267" y="829816"/>
                </a:lnTo>
                <a:moveTo>
                  <a:pt x="1240185" y="1123257"/>
                </a:moveTo>
                <a:lnTo>
                  <a:pt x="1200572" y="1043572"/>
                </a:lnTo>
                <a:moveTo>
                  <a:pt x="1235503" y="1189886"/>
                </a:moveTo>
                <a:lnTo>
                  <a:pt x="1213244" y="1157262"/>
                </a:lnTo>
                <a:moveTo>
                  <a:pt x="1627210" y="761599"/>
                </a:moveTo>
                <a:lnTo>
                  <a:pt x="1629914" y="755424"/>
                </a:lnTo>
                <a:moveTo>
                  <a:pt x="985785" y="891661"/>
                </a:moveTo>
                <a:lnTo>
                  <a:pt x="911215" y="891608"/>
                </a:lnTo>
                <a:moveTo>
                  <a:pt x="1614267" y="829816"/>
                </a:moveTo>
                <a:lnTo>
                  <a:pt x="1616515" y="867454"/>
                </a:lnTo>
                <a:moveTo>
                  <a:pt x="1627210" y="761599"/>
                </a:moveTo>
                <a:lnTo>
                  <a:pt x="1608651" y="764158"/>
                </a:lnTo>
                <a:moveTo>
                  <a:pt x="1182077" y="1188322"/>
                </a:moveTo>
                <a:lnTo>
                  <a:pt x="1133993" y="1175225"/>
                </a:lnTo>
                <a:moveTo>
                  <a:pt x="2024182" y="996675"/>
                </a:moveTo>
                <a:lnTo>
                  <a:pt x="2023830" y="967216"/>
                </a:lnTo>
                <a:moveTo>
                  <a:pt x="1124317" y="1013268"/>
                </a:moveTo>
                <a:lnTo>
                  <a:pt x="1049130" y="1002154"/>
                </a:lnTo>
                <a:moveTo>
                  <a:pt x="2290661" y="795351"/>
                </a:moveTo>
                <a:lnTo>
                  <a:pt x="2312608" y="836417"/>
                </a:lnTo>
                <a:moveTo>
                  <a:pt x="1627210" y="761599"/>
                </a:moveTo>
                <a:lnTo>
                  <a:pt x="1650555" y="770210"/>
                </a:lnTo>
                <a:moveTo>
                  <a:pt x="2138222" y="1013152"/>
                </a:moveTo>
                <a:lnTo>
                  <a:pt x="2062665" y="955802"/>
                </a:lnTo>
                <a:moveTo>
                  <a:pt x="985785" y="891661"/>
                </a:moveTo>
                <a:lnTo>
                  <a:pt x="971124" y="806693"/>
                </a:lnTo>
                <a:moveTo>
                  <a:pt x="991961" y="842476"/>
                </a:moveTo>
                <a:lnTo>
                  <a:pt x="971124" y="806693"/>
                </a:lnTo>
                <a:moveTo>
                  <a:pt x="1100767" y="1158320"/>
                </a:moveTo>
                <a:lnTo>
                  <a:pt x="1043323" y="1094826"/>
                </a:lnTo>
                <a:moveTo>
                  <a:pt x="1703234" y="787734"/>
                </a:moveTo>
                <a:lnTo>
                  <a:pt x="1614267" y="829816"/>
                </a:lnTo>
                <a:moveTo>
                  <a:pt x="972424" y="963762"/>
                </a:moveTo>
                <a:lnTo>
                  <a:pt x="911215" y="891608"/>
                </a:lnTo>
                <a:moveTo>
                  <a:pt x="2062665" y="955802"/>
                </a:moveTo>
                <a:lnTo>
                  <a:pt x="2067848" y="952088"/>
                </a:lnTo>
                <a:moveTo>
                  <a:pt x="1614267" y="829816"/>
                </a:moveTo>
                <a:lnTo>
                  <a:pt x="1608651" y="764158"/>
                </a:lnTo>
                <a:moveTo>
                  <a:pt x="991961" y="842476"/>
                </a:moveTo>
                <a:lnTo>
                  <a:pt x="985785" y="891661"/>
                </a:lnTo>
                <a:moveTo>
                  <a:pt x="1650555" y="770210"/>
                </a:moveTo>
                <a:lnTo>
                  <a:pt x="1614267" y="829816"/>
                </a:lnTo>
                <a:moveTo>
                  <a:pt x="1627210" y="761599"/>
                </a:moveTo>
                <a:lnTo>
                  <a:pt x="1614267" y="829816"/>
                </a:lnTo>
                <a:moveTo>
                  <a:pt x="2024182" y="996675"/>
                </a:moveTo>
                <a:lnTo>
                  <a:pt x="2007430" y="1032152"/>
                </a:lnTo>
                <a:moveTo>
                  <a:pt x="1200572" y="1043572"/>
                </a:moveTo>
                <a:lnTo>
                  <a:pt x="1110060" y="1069316"/>
                </a:lnTo>
                <a:moveTo>
                  <a:pt x="2278780" y="860940"/>
                </a:moveTo>
                <a:lnTo>
                  <a:pt x="2312608" y="836417"/>
                </a:lnTo>
                <a:moveTo>
                  <a:pt x="1188872" y="1059362"/>
                </a:moveTo>
                <a:lnTo>
                  <a:pt x="1200572" y="1043572"/>
                </a:lnTo>
                <a:moveTo>
                  <a:pt x="1110060" y="1069316"/>
                </a:moveTo>
                <a:lnTo>
                  <a:pt x="1037996" y="1088510"/>
                </a:lnTo>
                <a:moveTo>
                  <a:pt x="972424" y="963762"/>
                </a:moveTo>
                <a:lnTo>
                  <a:pt x="985785" y="891661"/>
                </a:lnTo>
                <a:moveTo>
                  <a:pt x="1110060" y="1069316"/>
                </a:moveTo>
                <a:lnTo>
                  <a:pt x="1043323" y="1094826"/>
                </a:lnTo>
                <a:moveTo>
                  <a:pt x="1003646" y="878694"/>
                </a:moveTo>
                <a:lnTo>
                  <a:pt x="985785" y="891661"/>
                </a:lnTo>
                <a:moveTo>
                  <a:pt x="1174434" y="1198256"/>
                </a:moveTo>
                <a:lnTo>
                  <a:pt x="1133993" y="1175225"/>
                </a:lnTo>
                <a:moveTo>
                  <a:pt x="1110060" y="1069316"/>
                </a:moveTo>
                <a:lnTo>
                  <a:pt x="1049130" y="1002154"/>
                </a:lnTo>
                <a:moveTo>
                  <a:pt x="1003646" y="878694"/>
                </a:moveTo>
                <a:lnTo>
                  <a:pt x="991961" y="842476"/>
                </a:lnTo>
                <a:moveTo>
                  <a:pt x="1235503" y="1189886"/>
                </a:moveTo>
                <a:lnTo>
                  <a:pt x="1240185" y="1123257"/>
                </a:lnTo>
                <a:moveTo>
                  <a:pt x="1235503" y="1189886"/>
                </a:moveTo>
                <a:lnTo>
                  <a:pt x="1174434" y="1198256"/>
                </a:lnTo>
                <a:moveTo>
                  <a:pt x="1110060" y="1069316"/>
                </a:moveTo>
                <a:lnTo>
                  <a:pt x="1124317" y="1013268"/>
                </a:lnTo>
                <a:moveTo>
                  <a:pt x="1133993" y="1175225"/>
                </a:moveTo>
                <a:lnTo>
                  <a:pt x="1100767" y="1158320"/>
                </a:lnTo>
                <a:moveTo>
                  <a:pt x="1167028" y="1211541"/>
                </a:moveTo>
                <a:lnTo>
                  <a:pt x="1174434" y="1198256"/>
                </a:lnTo>
                <a:moveTo>
                  <a:pt x="1003646" y="878694"/>
                </a:moveTo>
                <a:lnTo>
                  <a:pt x="972424" y="963762"/>
                </a:lnTo>
                <a:moveTo>
                  <a:pt x="2278780" y="860940"/>
                </a:moveTo>
                <a:lnTo>
                  <a:pt x="2299880" y="901883"/>
                </a:lnTo>
                <a:moveTo>
                  <a:pt x="2062665" y="955802"/>
                </a:moveTo>
                <a:lnTo>
                  <a:pt x="2024182" y="996675"/>
                </a:lnTo>
                <a:moveTo>
                  <a:pt x="1100767" y="1158320"/>
                </a:moveTo>
                <a:lnTo>
                  <a:pt x="1110060" y="1069316"/>
                </a:lnTo>
                <a:moveTo>
                  <a:pt x="1125888" y="1068854"/>
                </a:moveTo>
                <a:lnTo>
                  <a:pt x="1100767" y="1158320"/>
                </a:lnTo>
                <a:moveTo>
                  <a:pt x="1167028" y="1211541"/>
                </a:moveTo>
                <a:lnTo>
                  <a:pt x="1133993" y="1175225"/>
                </a:lnTo>
                <a:moveTo>
                  <a:pt x="2278780" y="860940"/>
                </a:moveTo>
                <a:lnTo>
                  <a:pt x="2290661" y="795351"/>
                </a:lnTo>
                <a:moveTo>
                  <a:pt x="1125888" y="1068854"/>
                </a:moveTo>
                <a:lnTo>
                  <a:pt x="1133993" y="1175225"/>
                </a:lnTo>
                <a:moveTo>
                  <a:pt x="958601" y="1027592"/>
                </a:moveTo>
                <a:lnTo>
                  <a:pt x="972424" y="963762"/>
                </a:lnTo>
                <a:moveTo>
                  <a:pt x="1004296" y="946093"/>
                </a:moveTo>
                <a:lnTo>
                  <a:pt x="972424" y="963762"/>
                </a:lnTo>
                <a:moveTo>
                  <a:pt x="1004296" y="946093"/>
                </a:moveTo>
                <a:lnTo>
                  <a:pt x="1003646" y="878694"/>
                </a:lnTo>
                <a:moveTo>
                  <a:pt x="1188872" y="1059362"/>
                </a:moveTo>
                <a:lnTo>
                  <a:pt x="1110060" y="1069316"/>
                </a:lnTo>
                <a:moveTo>
                  <a:pt x="1125888" y="1068854"/>
                </a:moveTo>
                <a:lnTo>
                  <a:pt x="1110060" y="1069316"/>
                </a:lnTo>
                <a:moveTo>
                  <a:pt x="1188872" y="1059362"/>
                </a:moveTo>
                <a:lnTo>
                  <a:pt x="1125888" y="1068854"/>
                </a:lnTo>
                <a:moveTo>
                  <a:pt x="1109373" y="1133774"/>
                </a:moveTo>
                <a:lnTo>
                  <a:pt x="1133993" y="1175225"/>
                </a:lnTo>
                <a:moveTo>
                  <a:pt x="1187612" y="1250274"/>
                </a:moveTo>
                <a:lnTo>
                  <a:pt x="1167028" y="1211541"/>
                </a:lnTo>
                <a:moveTo>
                  <a:pt x="1184421" y="1065621"/>
                </a:moveTo>
                <a:lnTo>
                  <a:pt x="1188872" y="1059362"/>
                </a:lnTo>
                <a:moveTo>
                  <a:pt x="1611786" y="793284"/>
                </a:moveTo>
                <a:lnTo>
                  <a:pt x="1613009" y="818641"/>
                </a:lnTo>
                <a:moveTo>
                  <a:pt x="1004296" y="946093"/>
                </a:moveTo>
                <a:lnTo>
                  <a:pt x="958601" y="1027592"/>
                </a:lnTo>
                <a:moveTo>
                  <a:pt x="1613196" y="794223"/>
                </a:moveTo>
                <a:lnTo>
                  <a:pt x="1613009" y="818641"/>
                </a:lnTo>
                <a:moveTo>
                  <a:pt x="1184421" y="1065621"/>
                </a:moveTo>
                <a:lnTo>
                  <a:pt x="1125888" y="1068854"/>
                </a:lnTo>
                <a:moveTo>
                  <a:pt x="1109373" y="1133774"/>
                </a:moveTo>
                <a:lnTo>
                  <a:pt x="1125888" y="1068854"/>
                </a:lnTo>
                <a:moveTo>
                  <a:pt x="1158772" y="1229093"/>
                </a:moveTo>
                <a:lnTo>
                  <a:pt x="1167028" y="1211541"/>
                </a:lnTo>
                <a:moveTo>
                  <a:pt x="1598392" y="868210"/>
                </a:moveTo>
                <a:lnTo>
                  <a:pt x="1613009" y="818641"/>
                </a:lnTo>
                <a:moveTo>
                  <a:pt x="1129395" y="1203970"/>
                </a:moveTo>
                <a:lnTo>
                  <a:pt x="1133993" y="1175225"/>
                </a:lnTo>
                <a:moveTo>
                  <a:pt x="1673595" y="879625"/>
                </a:moveTo>
                <a:lnTo>
                  <a:pt x="1613009" y="818641"/>
                </a:lnTo>
                <a:moveTo>
                  <a:pt x="1003199" y="1013239"/>
                </a:moveTo>
                <a:lnTo>
                  <a:pt x="958601" y="1027592"/>
                </a:lnTo>
                <a:moveTo>
                  <a:pt x="1158772" y="1229093"/>
                </a:moveTo>
                <a:lnTo>
                  <a:pt x="1187612" y="1250274"/>
                </a:lnTo>
                <a:moveTo>
                  <a:pt x="1003199" y="1013239"/>
                </a:moveTo>
                <a:lnTo>
                  <a:pt x="1004296" y="946093"/>
                </a:lnTo>
                <a:moveTo>
                  <a:pt x="1613196" y="794223"/>
                </a:moveTo>
                <a:lnTo>
                  <a:pt x="1611786" y="793284"/>
                </a:lnTo>
                <a:moveTo>
                  <a:pt x="1611544" y="792350"/>
                </a:moveTo>
                <a:lnTo>
                  <a:pt x="1611786" y="793284"/>
                </a:lnTo>
                <a:moveTo>
                  <a:pt x="1611544" y="792350"/>
                </a:moveTo>
                <a:lnTo>
                  <a:pt x="1613196" y="794223"/>
                </a:lnTo>
                <a:moveTo>
                  <a:pt x="1167028" y="1211541"/>
                </a:moveTo>
                <a:lnTo>
                  <a:pt x="1129395" y="1203970"/>
                </a:lnTo>
                <a:moveTo>
                  <a:pt x="1673595" y="879625"/>
                </a:moveTo>
                <a:lnTo>
                  <a:pt x="1613196" y="794223"/>
                </a:lnTo>
                <a:moveTo>
                  <a:pt x="1677111" y="850957"/>
                </a:moveTo>
                <a:lnTo>
                  <a:pt x="1613196" y="794223"/>
                </a:lnTo>
                <a:moveTo>
                  <a:pt x="1677111" y="850957"/>
                </a:moveTo>
                <a:lnTo>
                  <a:pt x="1611544" y="792350"/>
                </a:lnTo>
                <a:moveTo>
                  <a:pt x="1169354" y="1107115"/>
                </a:moveTo>
                <a:lnTo>
                  <a:pt x="1125888" y="1068854"/>
                </a:lnTo>
                <a:moveTo>
                  <a:pt x="1129395" y="1203970"/>
                </a:moveTo>
                <a:lnTo>
                  <a:pt x="1109373" y="1133774"/>
                </a:lnTo>
                <a:moveTo>
                  <a:pt x="1673595" y="879625"/>
                </a:moveTo>
                <a:lnTo>
                  <a:pt x="1598392" y="868210"/>
                </a:lnTo>
                <a:moveTo>
                  <a:pt x="1158772" y="1229093"/>
                </a:moveTo>
                <a:lnTo>
                  <a:pt x="1129395" y="1203970"/>
                </a:lnTo>
                <a:moveTo>
                  <a:pt x="1598392" y="868210"/>
                </a:moveTo>
                <a:lnTo>
                  <a:pt x="1569734" y="855250"/>
                </a:lnTo>
                <a:moveTo>
                  <a:pt x="1677111" y="850957"/>
                </a:moveTo>
                <a:lnTo>
                  <a:pt x="1673595" y="879625"/>
                </a:lnTo>
                <a:moveTo>
                  <a:pt x="1169354" y="1107115"/>
                </a:moveTo>
                <a:lnTo>
                  <a:pt x="1184421" y="1065621"/>
                </a:lnTo>
                <a:moveTo>
                  <a:pt x="1593795" y="878819"/>
                </a:moveTo>
                <a:lnTo>
                  <a:pt x="1598392" y="868210"/>
                </a:lnTo>
                <a:moveTo>
                  <a:pt x="1169354" y="1107115"/>
                </a:moveTo>
                <a:lnTo>
                  <a:pt x="1109373" y="1133774"/>
                </a:lnTo>
                <a:moveTo>
                  <a:pt x="1593795" y="878819"/>
                </a:moveTo>
                <a:lnTo>
                  <a:pt x="1569734" y="855250"/>
                </a:lnTo>
                <a:moveTo>
                  <a:pt x="1146863" y="1259085"/>
                </a:moveTo>
                <a:lnTo>
                  <a:pt x="1158772" y="1229093"/>
                </a:lnTo>
                <a:moveTo>
                  <a:pt x="1169354" y="1107115"/>
                </a:moveTo>
                <a:lnTo>
                  <a:pt x="1129395" y="1203970"/>
                </a:lnTo>
                <a:moveTo>
                  <a:pt x="1146863" y="1259085"/>
                </a:moveTo>
                <a:lnTo>
                  <a:pt x="1129395" y="1203970"/>
                </a:lnTo>
                <a:moveTo>
                  <a:pt x="1014949" y="1101427"/>
                </a:moveTo>
                <a:lnTo>
                  <a:pt x="1009113" y="1081398"/>
                </a:lnTo>
                <a:moveTo>
                  <a:pt x="1129395" y="1203970"/>
                </a:moveTo>
                <a:lnTo>
                  <a:pt x="1080797" y="1167928"/>
                </a:lnTo>
                <a:moveTo>
                  <a:pt x="1005567" y="1156041"/>
                </a:moveTo>
                <a:lnTo>
                  <a:pt x="1009113" y="1081398"/>
                </a:lnTo>
                <a:moveTo>
                  <a:pt x="1083326" y="1144587"/>
                </a:moveTo>
                <a:lnTo>
                  <a:pt x="1129395" y="1203970"/>
                </a:lnTo>
                <a:moveTo>
                  <a:pt x="1174930" y="1105346"/>
                </a:moveTo>
                <a:lnTo>
                  <a:pt x="1169354" y="1107115"/>
                </a:lnTo>
                <a:moveTo>
                  <a:pt x="1167873" y="1110870"/>
                </a:moveTo>
                <a:lnTo>
                  <a:pt x="1169354" y="1107115"/>
                </a:lnTo>
                <a:moveTo>
                  <a:pt x="1014949" y="1101427"/>
                </a:moveTo>
                <a:lnTo>
                  <a:pt x="1005567" y="1156041"/>
                </a:lnTo>
                <a:moveTo>
                  <a:pt x="1174930" y="1105346"/>
                </a:moveTo>
                <a:lnTo>
                  <a:pt x="1167873" y="1110870"/>
                </a:lnTo>
                <a:moveTo>
                  <a:pt x="1080797" y="1167928"/>
                </a:moveTo>
                <a:lnTo>
                  <a:pt x="1014949" y="1101427"/>
                </a:lnTo>
                <a:moveTo>
                  <a:pt x="1146863" y="1259085"/>
                </a:moveTo>
                <a:lnTo>
                  <a:pt x="1080797" y="1167928"/>
                </a:lnTo>
                <a:moveTo>
                  <a:pt x="1083326" y="1144587"/>
                </a:moveTo>
                <a:lnTo>
                  <a:pt x="1014949" y="1101427"/>
                </a:lnTo>
                <a:moveTo>
                  <a:pt x="1169354" y="1107115"/>
                </a:moveTo>
                <a:lnTo>
                  <a:pt x="1083326" y="1144587"/>
                </a:lnTo>
                <a:moveTo>
                  <a:pt x="1080797" y="1167928"/>
                </a:moveTo>
                <a:lnTo>
                  <a:pt x="1005567" y="1156041"/>
                </a:lnTo>
                <a:moveTo>
                  <a:pt x="1167873" y="1110870"/>
                </a:moveTo>
                <a:lnTo>
                  <a:pt x="1083326" y="1144587"/>
                </a:lnTo>
                <a:moveTo>
                  <a:pt x="1083326" y="1144587"/>
                </a:moveTo>
                <a:lnTo>
                  <a:pt x="1080797" y="1167928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99" name="9pxt_3_official_ReferenceLigand_0">
            <a:extLst>
              <a:ext uri="{FF2B5EF4-FFF2-40B4-BE49-F238E27FC236}">
                <a16:creationId xmlns:a16="http://schemas.microsoft.com/office/drawing/2014/main" id="{435C4DD2-BB46-4553-BF4D-A60C1AFB59A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431" y="911041"/>
                </a:moveTo>
                <a:lnTo>
                  <a:pt x="1354754" y="825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0" name="9pxt_3_official_ReferenceLigand_1">
            <a:extLst>
              <a:ext uri="{FF2B5EF4-FFF2-40B4-BE49-F238E27FC236}">
                <a16:creationId xmlns:a16="http://schemas.microsoft.com/office/drawing/2014/main" id="{62AAA118-9AA4-4341-ABDB-33342E1E6C97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635" y="913103"/>
                </a:moveTo>
                <a:lnTo>
                  <a:pt x="1115353" y="8101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1" name="9pxt_3_official_ReferenceLigand_2">
            <a:extLst>
              <a:ext uri="{FF2B5EF4-FFF2-40B4-BE49-F238E27FC236}">
                <a16:creationId xmlns:a16="http://schemas.microsoft.com/office/drawing/2014/main" id="{F9A0D56D-1074-417E-9C5C-F5BAF7096097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635" y="913103"/>
                </a:moveTo>
                <a:lnTo>
                  <a:pt x="1292431" y="9110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2" name="9pxt_3_official_ReferenceLigand_3">
            <a:extLst>
              <a:ext uri="{FF2B5EF4-FFF2-40B4-BE49-F238E27FC236}">
                <a16:creationId xmlns:a16="http://schemas.microsoft.com/office/drawing/2014/main" id="{38E8D4A1-BA80-4E1E-987B-6E06C7428D18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4849" y="651144"/>
                </a:moveTo>
                <a:lnTo>
                  <a:pt x="2317510" y="704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3" name="9pxt_3_official_ReferenceLigand_4">
            <a:extLst>
              <a:ext uri="{FF2B5EF4-FFF2-40B4-BE49-F238E27FC236}">
                <a16:creationId xmlns:a16="http://schemas.microsoft.com/office/drawing/2014/main" id="{C3F55D3A-9307-42EF-A444-8083F6F0DE7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431" y="911041"/>
                </a:moveTo>
                <a:lnTo>
                  <a:pt x="1365211" y="9826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4" name="9pxt_3_official_ReferenceLigand_5">
            <a:extLst>
              <a:ext uri="{FF2B5EF4-FFF2-40B4-BE49-F238E27FC236}">
                <a16:creationId xmlns:a16="http://schemas.microsoft.com/office/drawing/2014/main" id="{7771A97D-69CF-4AD8-A38A-506CB425232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8095" y="549976"/>
                </a:moveTo>
                <a:lnTo>
                  <a:pt x="2274849" y="6511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5" name="9pxt_3_official_ReferenceLigand_6">
            <a:extLst>
              <a:ext uri="{FF2B5EF4-FFF2-40B4-BE49-F238E27FC236}">
                <a16:creationId xmlns:a16="http://schemas.microsoft.com/office/drawing/2014/main" id="{B23FD8D7-D89A-42EC-B066-EAB3DA87804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53" y="983473"/>
                </a:moveTo>
                <a:lnTo>
                  <a:pt x="1192635" y="9131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6" name="9pxt_3_official_ReferenceLigand_7">
            <a:extLst>
              <a:ext uri="{FF2B5EF4-FFF2-40B4-BE49-F238E27FC236}">
                <a16:creationId xmlns:a16="http://schemas.microsoft.com/office/drawing/2014/main" id="{B219956F-9F85-4660-B074-FD464A128D06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3574" y="925811"/>
                </a:moveTo>
                <a:lnTo>
                  <a:pt x="1365211" y="9826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7" name="9pxt_3_official_ReferenceLigand_8">
            <a:extLst>
              <a:ext uri="{FF2B5EF4-FFF2-40B4-BE49-F238E27FC236}">
                <a16:creationId xmlns:a16="http://schemas.microsoft.com/office/drawing/2014/main" id="{F1EED4D4-6374-40C2-92D9-05E7C9CE375C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4849" y="651144"/>
                </a:moveTo>
                <a:lnTo>
                  <a:pt x="2214601" y="696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8" name="9pxt_3_official_ReferenceLigand_9">
            <a:extLst>
              <a:ext uri="{FF2B5EF4-FFF2-40B4-BE49-F238E27FC236}">
                <a16:creationId xmlns:a16="http://schemas.microsoft.com/office/drawing/2014/main" id="{3AED0E4A-10D2-4D8A-B75F-3296516B4D85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491" y="481382"/>
                </a:moveTo>
                <a:lnTo>
                  <a:pt x="2298095" y="5499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9" name="9pxt_3_official_ReferenceLigand_10">
            <a:extLst>
              <a:ext uri="{FF2B5EF4-FFF2-40B4-BE49-F238E27FC236}">
                <a16:creationId xmlns:a16="http://schemas.microsoft.com/office/drawing/2014/main" id="{E95F337A-5147-4B1C-BAF4-060DA40D0AD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5211" y="982602"/>
                </a:moveTo>
                <a:lnTo>
                  <a:pt x="1315645" y="10361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0" name="9pxt_3_official_ReferenceLigand_11">
            <a:extLst>
              <a:ext uri="{FF2B5EF4-FFF2-40B4-BE49-F238E27FC236}">
                <a16:creationId xmlns:a16="http://schemas.microsoft.com/office/drawing/2014/main" id="{F0ACA2BB-AD57-4784-8283-FB66A091646C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53" y="983473"/>
                </a:moveTo>
                <a:lnTo>
                  <a:pt x="1217015" y="1073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1" name="9pxt_3_official_ReferenceLigand_12">
            <a:extLst>
              <a:ext uri="{FF2B5EF4-FFF2-40B4-BE49-F238E27FC236}">
                <a16:creationId xmlns:a16="http://schemas.microsoft.com/office/drawing/2014/main" id="{DBA839E9-A0B2-4DCE-B8C4-C027A0AA2EE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9601" y="995768"/>
                </a:moveTo>
                <a:lnTo>
                  <a:pt x="1453574" y="925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2" name="9pxt_3_official_ReferenceLigand_13">
            <a:extLst>
              <a:ext uri="{FF2B5EF4-FFF2-40B4-BE49-F238E27FC236}">
                <a16:creationId xmlns:a16="http://schemas.microsoft.com/office/drawing/2014/main" id="{3EB123B4-916A-4DE8-A99A-C75FD75AC16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5645" y="1036147"/>
                </a:moveTo>
                <a:lnTo>
                  <a:pt x="1217015" y="1073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3" name="9pxt_3_official_ReferenceLigand_14">
            <a:extLst>
              <a:ext uri="{FF2B5EF4-FFF2-40B4-BE49-F238E27FC236}">
                <a16:creationId xmlns:a16="http://schemas.microsoft.com/office/drawing/2014/main" id="{3059FDED-1FC6-40C2-98A3-F0C9B640949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491" y="481382"/>
                </a:moveTo>
                <a:lnTo>
                  <a:pt x="2286917" y="3923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4" name="9pxt_3_official_ReferenceLigand_15">
            <a:extLst>
              <a:ext uri="{FF2B5EF4-FFF2-40B4-BE49-F238E27FC236}">
                <a16:creationId xmlns:a16="http://schemas.microsoft.com/office/drawing/2014/main" id="{563AA6C1-9428-4585-AF36-CE6459F9722F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533" y="953795"/>
                </a:moveTo>
                <a:lnTo>
                  <a:pt x="1705549" y="9126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5" name="9pxt_3_official_ReferenceLigand_16">
            <a:extLst>
              <a:ext uri="{FF2B5EF4-FFF2-40B4-BE49-F238E27FC236}">
                <a16:creationId xmlns:a16="http://schemas.microsoft.com/office/drawing/2014/main" id="{D09ADD90-B569-4D8F-A154-E999AD22DBE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922" y="927654"/>
                </a:moveTo>
                <a:lnTo>
                  <a:pt x="1145753" y="98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6" name="9pxt_3_official_ReferenceLigand_17">
            <a:extLst>
              <a:ext uri="{FF2B5EF4-FFF2-40B4-BE49-F238E27FC236}">
                <a16:creationId xmlns:a16="http://schemas.microsoft.com/office/drawing/2014/main" id="{D980FBF9-76C1-4256-AFF1-3494C4FCE98C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4601" y="696453"/>
                </a:moveTo>
                <a:lnTo>
                  <a:pt x="2177239" y="6337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7" name="9pxt_3_official_ReferenceLigand_18">
            <a:extLst>
              <a:ext uri="{FF2B5EF4-FFF2-40B4-BE49-F238E27FC236}">
                <a16:creationId xmlns:a16="http://schemas.microsoft.com/office/drawing/2014/main" id="{EE02706C-1434-48BD-94FE-39B16D6374C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7015" y="1073458"/>
                </a:moveTo>
                <a:lnTo>
                  <a:pt x="1197679" y="1127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8" name="9pxt_3_official_ReferenceLigand_19">
            <a:extLst>
              <a:ext uri="{FF2B5EF4-FFF2-40B4-BE49-F238E27FC236}">
                <a16:creationId xmlns:a16="http://schemas.microsoft.com/office/drawing/2014/main" id="{3491E228-592A-4277-832A-D0FBC7FE918C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533" y="953795"/>
                </a:moveTo>
                <a:lnTo>
                  <a:pt x="1529601" y="9957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9" name="9pxt_3_official_ReferenceLigand_20">
            <a:extLst>
              <a:ext uri="{FF2B5EF4-FFF2-40B4-BE49-F238E27FC236}">
                <a16:creationId xmlns:a16="http://schemas.microsoft.com/office/drawing/2014/main" id="{8E07625B-BC51-4BF8-A2D4-24F6638DC5B0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5395" y="531349"/>
                </a:moveTo>
                <a:lnTo>
                  <a:pt x="2261491" y="4813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0" name="9pxt_3_official_ReferenceLigand_21">
            <a:extLst>
              <a:ext uri="{FF2B5EF4-FFF2-40B4-BE49-F238E27FC236}">
                <a16:creationId xmlns:a16="http://schemas.microsoft.com/office/drawing/2014/main" id="{71BD646F-C3FC-4E9C-9EC2-F2AFBC417A9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7239" y="633776"/>
                </a:moveTo>
                <a:lnTo>
                  <a:pt x="2195395" y="5313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1" name="9pxt_3_official_ReferenceLigand_22">
            <a:extLst>
              <a:ext uri="{FF2B5EF4-FFF2-40B4-BE49-F238E27FC236}">
                <a16:creationId xmlns:a16="http://schemas.microsoft.com/office/drawing/2014/main" id="{9029E1FD-5995-4EC6-9101-6E125A7B9C8C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4205" y="861734"/>
                </a:moveTo>
                <a:lnTo>
                  <a:pt x="1637533" y="95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2" name="9pxt_3_official_ReferenceLigand_23">
            <a:extLst>
              <a:ext uri="{FF2B5EF4-FFF2-40B4-BE49-F238E27FC236}">
                <a16:creationId xmlns:a16="http://schemas.microsoft.com/office/drawing/2014/main" id="{73F05B01-BB3F-462D-B7AF-BF37F170CEF0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533" y="953795"/>
                </a:moveTo>
                <a:lnTo>
                  <a:pt x="1679468" y="10319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3" name="9pxt_3_official_ReferenceLigand_24">
            <a:extLst>
              <a:ext uri="{FF2B5EF4-FFF2-40B4-BE49-F238E27FC236}">
                <a16:creationId xmlns:a16="http://schemas.microsoft.com/office/drawing/2014/main" id="{89BD6B06-AAEC-4360-987B-1A46D69A21B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7239" y="633776"/>
                </a:moveTo>
                <a:lnTo>
                  <a:pt x="2113003" y="658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4" name="9pxt_3_official_ReferenceLigand_25">
            <a:extLst>
              <a:ext uri="{FF2B5EF4-FFF2-40B4-BE49-F238E27FC236}">
                <a16:creationId xmlns:a16="http://schemas.microsoft.com/office/drawing/2014/main" id="{48470ECD-9200-431B-A06A-51B84AE0379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2369" y="986355"/>
                </a:moveTo>
                <a:lnTo>
                  <a:pt x="1134922" y="9276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5" name="9pxt_3_official_ReferenceLigand_26">
            <a:extLst>
              <a:ext uri="{FF2B5EF4-FFF2-40B4-BE49-F238E27FC236}">
                <a16:creationId xmlns:a16="http://schemas.microsoft.com/office/drawing/2014/main" id="{860BF714-56AD-43FE-AB81-AA3CC0B4DDA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3284" y="494735"/>
                </a:moveTo>
                <a:lnTo>
                  <a:pt x="2195395" y="5313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6" name="9pxt_3_official_ReferenceLigand_27">
            <a:extLst>
              <a:ext uri="{FF2B5EF4-FFF2-40B4-BE49-F238E27FC236}">
                <a16:creationId xmlns:a16="http://schemas.microsoft.com/office/drawing/2014/main" id="{01CEA06A-FFF7-4BC5-97DA-5A10C5F970AF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7679" y="1127108"/>
                </a:moveTo>
                <a:lnTo>
                  <a:pt x="1154570" y="1084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7" name="9pxt_3_official_ReferenceLigand_28">
            <a:extLst>
              <a:ext uri="{FF2B5EF4-FFF2-40B4-BE49-F238E27FC236}">
                <a16:creationId xmlns:a16="http://schemas.microsoft.com/office/drawing/2014/main" id="{0EEACCC9-D3D3-42C2-93BA-0C710B72F4E7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878" y="758549"/>
                </a:moveTo>
                <a:lnTo>
                  <a:pt x="2113003" y="658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8" name="9pxt_3_official_ReferenceLigand_29">
            <a:extLst>
              <a:ext uri="{FF2B5EF4-FFF2-40B4-BE49-F238E27FC236}">
                <a16:creationId xmlns:a16="http://schemas.microsoft.com/office/drawing/2014/main" id="{05D09A85-9AD7-40B4-9262-94AA29ADB08A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878" y="758549"/>
                </a:moveTo>
                <a:lnTo>
                  <a:pt x="1966639" y="7533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9" name="9pxt_3_official_ReferenceLigand_30">
            <a:extLst>
              <a:ext uri="{FF2B5EF4-FFF2-40B4-BE49-F238E27FC236}">
                <a16:creationId xmlns:a16="http://schemas.microsoft.com/office/drawing/2014/main" id="{2604435D-CBC8-4B82-9D16-E260F61BCAB0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2369" y="986355"/>
                </a:moveTo>
                <a:lnTo>
                  <a:pt x="1154570" y="1084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0" name="9pxt_3_official_ReferenceLigand_31">
            <a:extLst>
              <a:ext uri="{FF2B5EF4-FFF2-40B4-BE49-F238E27FC236}">
                <a16:creationId xmlns:a16="http://schemas.microsoft.com/office/drawing/2014/main" id="{694BEDC1-693C-4B3B-A293-6B1162642D8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3003" y="658987"/>
                </a:moveTo>
                <a:lnTo>
                  <a:pt x="2094417" y="5722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1" name="9pxt_3_official_ReferenceLigand_32">
            <a:extLst>
              <a:ext uri="{FF2B5EF4-FFF2-40B4-BE49-F238E27FC236}">
                <a16:creationId xmlns:a16="http://schemas.microsoft.com/office/drawing/2014/main" id="{B2C7533D-2170-46D3-B8BA-B650170F51B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6639" y="753336"/>
                </a:moveTo>
                <a:lnTo>
                  <a:pt x="1920419" y="8347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2" name="9pxt_3_official_ReferenceLigand_33">
            <a:extLst>
              <a:ext uri="{FF2B5EF4-FFF2-40B4-BE49-F238E27FC236}">
                <a16:creationId xmlns:a16="http://schemas.microsoft.com/office/drawing/2014/main" id="{584C3A26-7D73-4BD4-A9C3-C381E2BCF0E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4417" y="572266"/>
                </a:moveTo>
                <a:lnTo>
                  <a:pt x="2143284" y="494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3" name="9pxt_3_official_ReferenceLigand_34">
            <a:extLst>
              <a:ext uri="{FF2B5EF4-FFF2-40B4-BE49-F238E27FC236}">
                <a16:creationId xmlns:a16="http://schemas.microsoft.com/office/drawing/2014/main" id="{42011E46-6686-4BA1-84A0-CC28AFE4F8AA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836" y="804082"/>
                </a:moveTo>
                <a:lnTo>
                  <a:pt x="1584205" y="8617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4" name="9pxt_3_official_ReferenceLigand_35">
            <a:extLst>
              <a:ext uri="{FF2B5EF4-FFF2-40B4-BE49-F238E27FC236}">
                <a16:creationId xmlns:a16="http://schemas.microsoft.com/office/drawing/2014/main" id="{13A4C263-A19F-450C-9A7A-D08EDC9D143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5975" y="942105"/>
                </a:moveTo>
                <a:lnTo>
                  <a:pt x="1122369" y="9863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5" name="9pxt_3_official_ReferenceLigand_36">
            <a:extLst>
              <a:ext uri="{FF2B5EF4-FFF2-40B4-BE49-F238E27FC236}">
                <a16:creationId xmlns:a16="http://schemas.microsoft.com/office/drawing/2014/main" id="{8E959F34-965A-403E-B496-B180D22E3B16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4570" y="1084668"/>
                </a:moveTo>
                <a:lnTo>
                  <a:pt x="1145027" y="1143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6" name="9pxt_3_official_ReferenceLigand_37">
            <a:extLst>
              <a:ext uri="{FF2B5EF4-FFF2-40B4-BE49-F238E27FC236}">
                <a16:creationId xmlns:a16="http://schemas.microsoft.com/office/drawing/2014/main" id="{3FB9A78F-ACA5-4B4B-9F65-EA74E8C1EC2F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555" y="790349"/>
                </a:moveTo>
                <a:lnTo>
                  <a:pt x="1629836" y="8040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7" name="9pxt_3_official_ReferenceLigand_38">
            <a:extLst>
              <a:ext uri="{FF2B5EF4-FFF2-40B4-BE49-F238E27FC236}">
                <a16:creationId xmlns:a16="http://schemas.microsoft.com/office/drawing/2014/main" id="{D91B332E-2854-4F92-9839-F2075AAA5AD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536" y="798897"/>
                </a:moveTo>
                <a:lnTo>
                  <a:pt x="2071878" y="7585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8" name="9pxt_3_official_ReferenceLigand_39">
            <a:extLst>
              <a:ext uri="{FF2B5EF4-FFF2-40B4-BE49-F238E27FC236}">
                <a16:creationId xmlns:a16="http://schemas.microsoft.com/office/drawing/2014/main" id="{F99F8526-AFF9-45B5-B30B-39F23AF34197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760" y="796904"/>
                </a:moveTo>
                <a:lnTo>
                  <a:pt x="1747555" y="7903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9" name="9pxt_3_official_ReferenceLigand_40">
            <a:extLst>
              <a:ext uri="{FF2B5EF4-FFF2-40B4-BE49-F238E27FC236}">
                <a16:creationId xmlns:a16="http://schemas.microsoft.com/office/drawing/2014/main" id="{E1C3794B-1737-45DB-9681-FD73FA79A12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836" y="804082"/>
                </a:moveTo>
                <a:lnTo>
                  <a:pt x="1582119" y="701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0" name="9pxt_3_official_ReferenceLigand_41">
            <a:extLst>
              <a:ext uri="{FF2B5EF4-FFF2-40B4-BE49-F238E27FC236}">
                <a16:creationId xmlns:a16="http://schemas.microsoft.com/office/drawing/2014/main" id="{E8FC087C-2E3B-4935-9E60-EB9368FFEF08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9" y="834730"/>
                </a:moveTo>
                <a:lnTo>
                  <a:pt x="1826760" y="796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1" name="9pxt_3_official_ReferenceLigand_42">
            <a:extLst>
              <a:ext uri="{FF2B5EF4-FFF2-40B4-BE49-F238E27FC236}">
                <a16:creationId xmlns:a16="http://schemas.microsoft.com/office/drawing/2014/main" id="{1ED469E4-0DC0-4218-9C7C-A2B32A268D5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9" y="834730"/>
                </a:moveTo>
                <a:lnTo>
                  <a:pt x="2003405" y="8791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2" name="9pxt_3_official_ReferenceLigand_43">
            <a:extLst>
              <a:ext uri="{FF2B5EF4-FFF2-40B4-BE49-F238E27FC236}">
                <a16:creationId xmlns:a16="http://schemas.microsoft.com/office/drawing/2014/main" id="{7A92D242-D308-4CC6-8E66-42C8D9339647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5975" y="942105"/>
                </a:moveTo>
                <a:lnTo>
                  <a:pt x="1043414" y="8545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3" name="9pxt_3_official_ReferenceLigand_44">
            <a:extLst>
              <a:ext uri="{FF2B5EF4-FFF2-40B4-BE49-F238E27FC236}">
                <a16:creationId xmlns:a16="http://schemas.microsoft.com/office/drawing/2014/main" id="{2AE8D123-0ED0-4816-A0D3-DF7FDFF0126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3405" y="879164"/>
                </a:moveTo>
                <a:lnTo>
                  <a:pt x="2038463" y="96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4" name="9pxt_3_official_ReferenceLigand_45">
            <a:extLst>
              <a:ext uri="{FF2B5EF4-FFF2-40B4-BE49-F238E27FC236}">
                <a16:creationId xmlns:a16="http://schemas.microsoft.com/office/drawing/2014/main" id="{C9307C4E-22B4-460C-93B2-487633906818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3405" y="879164"/>
                </a:moveTo>
                <a:lnTo>
                  <a:pt x="2087536" y="7988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5" name="9pxt_3_official_ReferenceLigand_46">
            <a:extLst>
              <a:ext uri="{FF2B5EF4-FFF2-40B4-BE49-F238E27FC236}">
                <a16:creationId xmlns:a16="http://schemas.microsoft.com/office/drawing/2014/main" id="{F4721DFA-71AB-497E-9670-D13449695F6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5099" y="839458"/>
                </a:moveTo>
                <a:lnTo>
                  <a:pt x="2087536" y="7988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6" name="9pxt_3_official_ReferenceLigand_47">
            <a:extLst>
              <a:ext uri="{FF2B5EF4-FFF2-40B4-BE49-F238E27FC236}">
                <a16:creationId xmlns:a16="http://schemas.microsoft.com/office/drawing/2014/main" id="{AB860635-8AB8-462C-84BC-3A63C61D5A5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836" y="804082"/>
                </a:moveTo>
                <a:lnTo>
                  <a:pt x="1632124" y="8707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7" name="9pxt_3_official_ReferenceLigand_48">
            <a:extLst>
              <a:ext uri="{FF2B5EF4-FFF2-40B4-BE49-F238E27FC236}">
                <a16:creationId xmlns:a16="http://schemas.microsoft.com/office/drawing/2014/main" id="{E68C3360-D861-46AD-B2D9-E58F8753B974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83" y="1006581"/>
                </a:moveTo>
                <a:lnTo>
                  <a:pt x="1075975" y="9421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8" name="9pxt_3_official_ReferenceLigand_49">
            <a:extLst>
              <a:ext uri="{FF2B5EF4-FFF2-40B4-BE49-F238E27FC236}">
                <a16:creationId xmlns:a16="http://schemas.microsoft.com/office/drawing/2014/main" id="{9299CE69-8D45-401F-A797-2F21E8BD434C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027" y="1143859"/>
                </a:moveTo>
                <a:lnTo>
                  <a:pt x="1102532" y="11034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9" name="9pxt_3_official_ReferenceLigand_50">
            <a:extLst>
              <a:ext uri="{FF2B5EF4-FFF2-40B4-BE49-F238E27FC236}">
                <a16:creationId xmlns:a16="http://schemas.microsoft.com/office/drawing/2014/main" id="{361E9847-D063-46D5-A8CE-062C46E6784F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2532" y="1103487"/>
                </a:moveTo>
                <a:lnTo>
                  <a:pt x="1068283" y="10065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0" name="9pxt_3_official_ReferenceLigand_51">
            <a:extLst>
              <a:ext uri="{FF2B5EF4-FFF2-40B4-BE49-F238E27FC236}">
                <a16:creationId xmlns:a16="http://schemas.microsoft.com/office/drawing/2014/main" id="{BED44245-D4E7-4413-9B16-D2ACB3A9E371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2532" y="1103487"/>
                </a:moveTo>
                <a:lnTo>
                  <a:pt x="1091481" y="1159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1" name="9pxt_3_official_PredictedLigand_0">
            <a:extLst>
              <a:ext uri="{FF2B5EF4-FFF2-40B4-BE49-F238E27FC236}">
                <a16:creationId xmlns:a16="http://schemas.microsoft.com/office/drawing/2014/main" id="{0EAABB2B-98D6-4ED4-A370-802406BB3F9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542" y="909046"/>
                </a:moveTo>
                <a:lnTo>
                  <a:pt x="1389864" y="851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2" name="9pxt_3_official_PredictedLigand_1">
            <a:extLst>
              <a:ext uri="{FF2B5EF4-FFF2-40B4-BE49-F238E27FC236}">
                <a16:creationId xmlns:a16="http://schemas.microsoft.com/office/drawing/2014/main" id="{4BBA2A5B-8FEC-4E87-AB8A-2B2BA95AC95C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9788" y="891788"/>
                </a:moveTo>
                <a:lnTo>
                  <a:pt x="1182361" y="7908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3" name="9pxt_3_official_PredictedLigand_2">
            <a:extLst>
              <a:ext uri="{FF2B5EF4-FFF2-40B4-BE49-F238E27FC236}">
                <a16:creationId xmlns:a16="http://schemas.microsoft.com/office/drawing/2014/main" id="{9ADF9C56-16FC-4B86-BCE2-D605955C677A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9788" y="891788"/>
                </a:moveTo>
                <a:lnTo>
                  <a:pt x="1343542" y="9090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4" name="9pxt_3_official_PredictedLigand_3">
            <a:extLst>
              <a:ext uri="{FF2B5EF4-FFF2-40B4-BE49-F238E27FC236}">
                <a16:creationId xmlns:a16="http://schemas.microsoft.com/office/drawing/2014/main" id="{586C6473-F98C-4F81-BD1F-552863C44B48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542" y="909046"/>
                </a:moveTo>
                <a:lnTo>
                  <a:pt x="1404398" y="983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5" name="9pxt_3_official_PredictedLigand_4">
            <a:extLst>
              <a:ext uri="{FF2B5EF4-FFF2-40B4-BE49-F238E27FC236}">
                <a16:creationId xmlns:a16="http://schemas.microsoft.com/office/drawing/2014/main" id="{9512AA4C-7769-48F6-9BEF-C0E77845865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652" y="693173"/>
                </a:moveTo>
                <a:lnTo>
                  <a:pt x="2301748" y="7428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6" name="9pxt_3_official_PredictedLigand_5">
            <a:extLst>
              <a:ext uri="{FF2B5EF4-FFF2-40B4-BE49-F238E27FC236}">
                <a16:creationId xmlns:a16="http://schemas.microsoft.com/office/drawing/2014/main" id="{657C51C0-3179-4D8D-BD2B-9AF9D47B5BB4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4398" y="983200"/>
                </a:moveTo>
                <a:lnTo>
                  <a:pt x="1346466" y="1065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7" name="9pxt_3_official_PredictedLigand_6">
            <a:extLst>
              <a:ext uri="{FF2B5EF4-FFF2-40B4-BE49-F238E27FC236}">
                <a16:creationId xmlns:a16="http://schemas.microsoft.com/office/drawing/2014/main" id="{8B9C724B-20D8-416D-8C4B-B38ABE9AA100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964" y="955789"/>
                </a:moveTo>
                <a:lnTo>
                  <a:pt x="1249788" y="89178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8" name="9pxt_3_official_PredictedLigand_7">
            <a:extLst>
              <a:ext uri="{FF2B5EF4-FFF2-40B4-BE49-F238E27FC236}">
                <a16:creationId xmlns:a16="http://schemas.microsoft.com/office/drawing/2014/main" id="{2F6098D3-0439-4AC7-8CAE-3AE8E7C6CD5C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153" y="591275"/>
                </a:moveTo>
                <a:lnTo>
                  <a:pt x="2238652" y="6931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9" name="9pxt_3_official_PredictedLigand_8">
            <a:extLst>
              <a:ext uri="{FF2B5EF4-FFF2-40B4-BE49-F238E27FC236}">
                <a16:creationId xmlns:a16="http://schemas.microsoft.com/office/drawing/2014/main" id="{B99FB760-63EE-4C29-8AEA-0EC8428BD68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5829" y="950493"/>
                </a:moveTo>
                <a:lnTo>
                  <a:pt x="1404398" y="983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0" name="9pxt_3_official_PredictedLigand_9">
            <a:extLst>
              <a:ext uri="{FF2B5EF4-FFF2-40B4-BE49-F238E27FC236}">
                <a16:creationId xmlns:a16="http://schemas.microsoft.com/office/drawing/2014/main" id="{0500A0F5-BBEC-45A0-BF88-2A75645130F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6466" y="1065741"/>
                </a:moveTo>
                <a:lnTo>
                  <a:pt x="1244342" y="10577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1" name="9pxt_3_official_PredictedLigand_10">
            <a:extLst>
              <a:ext uri="{FF2B5EF4-FFF2-40B4-BE49-F238E27FC236}">
                <a16:creationId xmlns:a16="http://schemas.microsoft.com/office/drawing/2014/main" id="{599720EB-8DDF-4136-AA89-E8CC0352454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964" y="955789"/>
                </a:moveTo>
                <a:lnTo>
                  <a:pt x="1244342" y="10577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2" name="9pxt_3_official_PredictedLigand_11">
            <a:extLst>
              <a:ext uri="{FF2B5EF4-FFF2-40B4-BE49-F238E27FC236}">
                <a16:creationId xmlns:a16="http://schemas.microsoft.com/office/drawing/2014/main" id="{4C773696-1A53-40F9-AA4A-311FD8E071A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652" y="693173"/>
                </a:moveTo>
                <a:lnTo>
                  <a:pt x="2171421" y="7446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3" name="9pxt_3_official_PredictedLigand_12">
            <a:extLst>
              <a:ext uri="{FF2B5EF4-FFF2-40B4-BE49-F238E27FC236}">
                <a16:creationId xmlns:a16="http://schemas.microsoft.com/office/drawing/2014/main" id="{B2C8FB37-C6EF-4E75-85CB-EDB3F93FC145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72" y="532664"/>
                </a:moveTo>
                <a:lnTo>
                  <a:pt x="2244153" y="5912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4" name="9pxt_3_official_PredictedLigand_13">
            <a:extLst>
              <a:ext uri="{FF2B5EF4-FFF2-40B4-BE49-F238E27FC236}">
                <a16:creationId xmlns:a16="http://schemas.microsoft.com/office/drawing/2014/main" id="{8AE881BD-C3E3-4C73-B3E9-124EA46578E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9083" y="931634"/>
                </a:moveTo>
                <a:lnTo>
                  <a:pt x="1475829" y="950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5" name="9pxt_3_official_PredictedLigand_14">
            <a:extLst>
              <a:ext uri="{FF2B5EF4-FFF2-40B4-BE49-F238E27FC236}">
                <a16:creationId xmlns:a16="http://schemas.microsoft.com/office/drawing/2014/main" id="{407B258E-2D0A-4BEA-BD28-1D4E15784E9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751" y="922715"/>
                </a:moveTo>
                <a:lnTo>
                  <a:pt x="1579083" y="931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6" name="9pxt_3_official_PredictedLigand_15">
            <a:extLst>
              <a:ext uri="{FF2B5EF4-FFF2-40B4-BE49-F238E27FC236}">
                <a16:creationId xmlns:a16="http://schemas.microsoft.com/office/drawing/2014/main" id="{EF2F729A-619C-40E2-8162-4959FB29F4B5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751" y="922715"/>
                </a:moveTo>
                <a:lnTo>
                  <a:pt x="1766078" y="9104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7" name="9pxt_3_official_PredictedLigand_16">
            <a:extLst>
              <a:ext uri="{FF2B5EF4-FFF2-40B4-BE49-F238E27FC236}">
                <a16:creationId xmlns:a16="http://schemas.microsoft.com/office/drawing/2014/main" id="{263ED8E3-8D2F-49C6-9030-4A34589EDA1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5415" y="932160"/>
                </a:moveTo>
                <a:lnTo>
                  <a:pt x="1201964" y="9557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8" name="9pxt_3_official_PredictedLigand_17">
            <a:extLst>
              <a:ext uri="{FF2B5EF4-FFF2-40B4-BE49-F238E27FC236}">
                <a16:creationId xmlns:a16="http://schemas.microsoft.com/office/drawing/2014/main" id="{F3406D4D-58AD-40C5-8CA2-D0EBC880B5EA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4342" y="1057769"/>
                </a:moveTo>
                <a:lnTo>
                  <a:pt x="1208516" y="11139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9" name="9pxt_3_official_PredictedLigand_18">
            <a:extLst>
              <a:ext uri="{FF2B5EF4-FFF2-40B4-BE49-F238E27FC236}">
                <a16:creationId xmlns:a16="http://schemas.microsoft.com/office/drawing/2014/main" id="{21CCCC87-6005-4E50-9CF0-7C9814587D05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72" y="532664"/>
                </a:moveTo>
                <a:lnTo>
                  <a:pt x="2186443" y="4390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0" name="9pxt_3_official_PredictedLigand_19">
            <a:extLst>
              <a:ext uri="{FF2B5EF4-FFF2-40B4-BE49-F238E27FC236}">
                <a16:creationId xmlns:a16="http://schemas.microsoft.com/office/drawing/2014/main" id="{A2EDB91E-8E5D-48AF-B72A-94783C013EC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1421" y="744602"/>
                </a:moveTo>
                <a:lnTo>
                  <a:pt x="2109029" y="6921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1" name="9pxt_3_official_PredictedLigand_20">
            <a:extLst>
              <a:ext uri="{FF2B5EF4-FFF2-40B4-BE49-F238E27FC236}">
                <a16:creationId xmlns:a16="http://schemas.microsoft.com/office/drawing/2014/main" id="{228D1707-6C14-42BF-9EC3-E983DDFC77E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7754" y="588572"/>
                </a:moveTo>
                <a:lnTo>
                  <a:pt x="2182772" y="5326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2" name="9pxt_3_official_PredictedLigand_21">
            <a:extLst>
              <a:ext uri="{FF2B5EF4-FFF2-40B4-BE49-F238E27FC236}">
                <a16:creationId xmlns:a16="http://schemas.microsoft.com/office/drawing/2014/main" id="{BFAC8A38-9F19-4A7F-8170-1173048895B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417" y="822895"/>
                </a:moveTo>
                <a:lnTo>
                  <a:pt x="1674751" y="9227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3" name="9pxt_3_official_PredictedLigand_22">
            <a:extLst>
              <a:ext uri="{FF2B5EF4-FFF2-40B4-BE49-F238E27FC236}">
                <a16:creationId xmlns:a16="http://schemas.microsoft.com/office/drawing/2014/main" id="{A16309A5-5EE2-4DF9-BBAD-A4049BA0117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751" y="922715"/>
                </a:moveTo>
                <a:lnTo>
                  <a:pt x="1688769" y="10118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4" name="9pxt_3_official_PredictedLigand_23">
            <a:extLst>
              <a:ext uri="{FF2B5EF4-FFF2-40B4-BE49-F238E27FC236}">
                <a16:creationId xmlns:a16="http://schemas.microsoft.com/office/drawing/2014/main" id="{1E365EAE-8835-478B-9C59-B2CCF657EDB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29" y="692117"/>
                </a:moveTo>
                <a:lnTo>
                  <a:pt x="2117754" y="588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5" name="9pxt_3_official_PredictedLigand_24">
            <a:extLst>
              <a:ext uri="{FF2B5EF4-FFF2-40B4-BE49-F238E27FC236}">
                <a16:creationId xmlns:a16="http://schemas.microsoft.com/office/drawing/2014/main" id="{C8F1440D-B88B-497C-A4CD-7AB011C16CE6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8063" y="990379"/>
                </a:moveTo>
                <a:lnTo>
                  <a:pt x="1135415" y="932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6" name="9pxt_3_official_PredictedLigand_25">
            <a:extLst>
              <a:ext uri="{FF2B5EF4-FFF2-40B4-BE49-F238E27FC236}">
                <a16:creationId xmlns:a16="http://schemas.microsoft.com/office/drawing/2014/main" id="{AF5F8C94-571C-4E72-B070-1B9AEC533EEF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516" y="1113997"/>
                </a:moveTo>
                <a:lnTo>
                  <a:pt x="1157552" y="10862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7" name="9pxt_3_official_PredictedLigand_26">
            <a:extLst>
              <a:ext uri="{FF2B5EF4-FFF2-40B4-BE49-F238E27FC236}">
                <a16:creationId xmlns:a16="http://schemas.microsoft.com/office/drawing/2014/main" id="{DD1D6455-ABC6-4560-8CF9-4007DBFC153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29" y="692117"/>
                </a:moveTo>
                <a:lnTo>
                  <a:pt x="2030241" y="718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8" name="9pxt_3_official_PredictedLigand_27">
            <a:extLst>
              <a:ext uri="{FF2B5EF4-FFF2-40B4-BE49-F238E27FC236}">
                <a16:creationId xmlns:a16="http://schemas.microsoft.com/office/drawing/2014/main" id="{AC6F27B3-9BDB-4FF6-9EA3-0EA5EA4A3AA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4470" y="557539"/>
                </a:moveTo>
                <a:lnTo>
                  <a:pt x="2117754" y="588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9" name="9pxt_3_official_PredictedLigand_28">
            <a:extLst>
              <a:ext uri="{FF2B5EF4-FFF2-40B4-BE49-F238E27FC236}">
                <a16:creationId xmlns:a16="http://schemas.microsoft.com/office/drawing/2014/main" id="{F13183DF-86D9-49DF-B645-579E8C1F203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9456" y="814200"/>
                </a:moveTo>
                <a:lnTo>
                  <a:pt x="2030241" y="718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0" name="9pxt_3_official_PredictedLigand_29">
            <a:extLst>
              <a:ext uri="{FF2B5EF4-FFF2-40B4-BE49-F238E27FC236}">
                <a16:creationId xmlns:a16="http://schemas.microsoft.com/office/drawing/2014/main" id="{4B48D9EF-1772-4D72-8C09-39469747D04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8063" y="990379"/>
                </a:moveTo>
                <a:lnTo>
                  <a:pt x="1157552" y="10862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1" name="9pxt_3_official_PredictedLigand_30">
            <a:extLst>
              <a:ext uri="{FF2B5EF4-FFF2-40B4-BE49-F238E27FC236}">
                <a16:creationId xmlns:a16="http://schemas.microsoft.com/office/drawing/2014/main" id="{36FB5A78-CBDB-42CE-A7B3-4B50388A7AA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9456" y="814200"/>
                </a:moveTo>
                <a:lnTo>
                  <a:pt x="1870444" y="80548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2" name="9pxt_3_official_PredictedLigand_31">
            <a:extLst>
              <a:ext uri="{FF2B5EF4-FFF2-40B4-BE49-F238E27FC236}">
                <a16:creationId xmlns:a16="http://schemas.microsoft.com/office/drawing/2014/main" id="{03FEFC11-83F2-48E3-948A-28081FEF699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0638" y="772554"/>
                </a:moveTo>
                <a:lnTo>
                  <a:pt x="1656417" y="822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3" name="9pxt_3_official_PredictedLigand_32">
            <a:extLst>
              <a:ext uri="{FF2B5EF4-FFF2-40B4-BE49-F238E27FC236}">
                <a16:creationId xmlns:a16="http://schemas.microsoft.com/office/drawing/2014/main" id="{0AE309A1-47A0-41A8-8789-033AFC34B2DA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0241" y="718623"/>
                </a:moveTo>
                <a:lnTo>
                  <a:pt x="2002705" y="6412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4" name="9pxt_3_official_PredictedLigand_33">
            <a:extLst>
              <a:ext uri="{FF2B5EF4-FFF2-40B4-BE49-F238E27FC236}">
                <a16:creationId xmlns:a16="http://schemas.microsoft.com/office/drawing/2014/main" id="{BE61597F-CF91-4D26-84F6-906E10AE4B71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2705" y="641272"/>
                </a:moveTo>
                <a:lnTo>
                  <a:pt x="2054470" y="557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5" name="9pxt_3_official_PredictedLigand_34">
            <a:extLst>
              <a:ext uri="{FF2B5EF4-FFF2-40B4-BE49-F238E27FC236}">
                <a16:creationId xmlns:a16="http://schemas.microsoft.com/office/drawing/2014/main" id="{5E52B20F-6FD9-4D4B-A8BF-02EC2A13433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0638" y="772554"/>
                </a:moveTo>
                <a:lnTo>
                  <a:pt x="1533150" y="6924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6" name="9pxt_3_official_PredictedLigand_35">
            <a:extLst>
              <a:ext uri="{FF2B5EF4-FFF2-40B4-BE49-F238E27FC236}">
                <a16:creationId xmlns:a16="http://schemas.microsoft.com/office/drawing/2014/main" id="{81D17113-39BC-4BB8-A5AA-E9CF37A50F41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552" y="1086253"/>
                </a:moveTo>
                <a:lnTo>
                  <a:pt x="1146787" y="11438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7" name="9pxt_3_official_PredictedLigand_36">
            <a:extLst>
              <a:ext uri="{FF2B5EF4-FFF2-40B4-BE49-F238E27FC236}">
                <a16:creationId xmlns:a16="http://schemas.microsoft.com/office/drawing/2014/main" id="{43B69969-D30C-4068-BFCA-046FB39289C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389" y="957173"/>
                </a:moveTo>
                <a:lnTo>
                  <a:pt x="1118063" y="9903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8" name="9pxt_3_official_PredictedLigand_37">
            <a:extLst>
              <a:ext uri="{FF2B5EF4-FFF2-40B4-BE49-F238E27FC236}">
                <a16:creationId xmlns:a16="http://schemas.microsoft.com/office/drawing/2014/main" id="{0DDCB0D6-5CF3-4E0E-A94C-CE62ED8D41C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5129" y="867811"/>
                </a:moveTo>
                <a:lnTo>
                  <a:pt x="1979456" y="814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9" name="9pxt_3_official_PredictedLigand_38">
            <a:extLst>
              <a:ext uri="{FF2B5EF4-FFF2-40B4-BE49-F238E27FC236}">
                <a16:creationId xmlns:a16="http://schemas.microsoft.com/office/drawing/2014/main" id="{04A3C11A-93E6-4E22-A01D-F74C94658436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0444" y="805483"/>
                </a:moveTo>
                <a:lnTo>
                  <a:pt x="1835992" y="8486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0" name="9pxt_3_official_PredictedLigand_39">
            <a:extLst>
              <a:ext uri="{FF2B5EF4-FFF2-40B4-BE49-F238E27FC236}">
                <a16:creationId xmlns:a16="http://schemas.microsoft.com/office/drawing/2014/main" id="{45FF723E-E95B-46D6-BC4C-232C9C738ED6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389" y="957173"/>
                </a:moveTo>
                <a:lnTo>
                  <a:pt x="1020535" y="8761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1" name="9pxt_3_official_PredictedLigand_40">
            <a:extLst>
              <a:ext uri="{FF2B5EF4-FFF2-40B4-BE49-F238E27FC236}">
                <a16:creationId xmlns:a16="http://schemas.microsoft.com/office/drawing/2014/main" id="{AFEBB543-D86F-4740-A2C0-DC1E0491427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081" y="962699"/>
                </a:moveTo>
                <a:lnTo>
                  <a:pt x="2015129" y="8678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2" name="9pxt_3_official_PredictedLigand_41">
            <a:extLst>
              <a:ext uri="{FF2B5EF4-FFF2-40B4-BE49-F238E27FC236}">
                <a16:creationId xmlns:a16="http://schemas.microsoft.com/office/drawing/2014/main" id="{3CF6D14B-13C5-436D-9450-5957B5395157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776" y="736356"/>
                </a:moveTo>
                <a:lnTo>
                  <a:pt x="1600638" y="77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3" name="9pxt_3_official_PredictedLigand_42">
            <a:extLst>
              <a:ext uri="{FF2B5EF4-FFF2-40B4-BE49-F238E27FC236}">
                <a16:creationId xmlns:a16="http://schemas.microsoft.com/office/drawing/2014/main" id="{ED5A9FB2-D59E-47BF-A996-FDBD434834D5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0638" y="772554"/>
                </a:moveTo>
                <a:lnTo>
                  <a:pt x="1539234" y="8329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4" name="9pxt_3_official_PredictedLigand_43">
            <a:extLst>
              <a:ext uri="{FF2B5EF4-FFF2-40B4-BE49-F238E27FC236}">
                <a16:creationId xmlns:a16="http://schemas.microsoft.com/office/drawing/2014/main" id="{7FA1249D-E804-4B40-8E5E-A4856F388650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6787" y="1143867"/>
                </a:moveTo>
                <a:lnTo>
                  <a:pt x="1105775" y="11106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5" name="9pxt_3_official_PredictedLigand_44">
            <a:extLst>
              <a:ext uri="{FF2B5EF4-FFF2-40B4-BE49-F238E27FC236}">
                <a16:creationId xmlns:a16="http://schemas.microsoft.com/office/drawing/2014/main" id="{18DFFE77-DCC8-4CCF-8C9F-F2280236FE25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374" y="1020602"/>
                </a:moveTo>
                <a:lnTo>
                  <a:pt x="1064389" y="9571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6" name="9pxt_3_official_PredictedLigand_45">
            <a:extLst>
              <a:ext uri="{FF2B5EF4-FFF2-40B4-BE49-F238E27FC236}">
                <a16:creationId xmlns:a16="http://schemas.microsoft.com/office/drawing/2014/main" id="{52092177-2FBC-483B-8970-36382C38B7FF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708" y="867304"/>
                </a:moveTo>
                <a:lnTo>
                  <a:pt x="2015129" y="8678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7" name="9pxt_3_official_PredictedLigand_46">
            <a:extLst>
              <a:ext uri="{FF2B5EF4-FFF2-40B4-BE49-F238E27FC236}">
                <a16:creationId xmlns:a16="http://schemas.microsoft.com/office/drawing/2014/main" id="{3C340E4C-1719-44F9-9A6D-BAAE7AE91A6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5992" y="848635"/>
                </a:moveTo>
                <a:lnTo>
                  <a:pt x="1928708" y="8673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8" name="9pxt_3_official_PredictedLigand_47">
            <a:extLst>
              <a:ext uri="{FF2B5EF4-FFF2-40B4-BE49-F238E27FC236}">
                <a16:creationId xmlns:a16="http://schemas.microsoft.com/office/drawing/2014/main" id="{F777D325-70D2-4BD1-8770-0507BB91D78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5992" y="848635"/>
                </a:moveTo>
                <a:lnTo>
                  <a:pt x="1747399" y="814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9" name="9pxt_3_official_PredictedLigand_48">
            <a:extLst>
              <a:ext uri="{FF2B5EF4-FFF2-40B4-BE49-F238E27FC236}">
                <a16:creationId xmlns:a16="http://schemas.microsoft.com/office/drawing/2014/main" id="{3FB48783-EE31-4AFB-B650-08E52432CA4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399" y="814149"/>
                </a:moveTo>
                <a:lnTo>
                  <a:pt x="1688776" y="7363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0" name="9pxt_3_official_PredictedLigand_49">
            <a:extLst>
              <a:ext uri="{FF2B5EF4-FFF2-40B4-BE49-F238E27FC236}">
                <a16:creationId xmlns:a16="http://schemas.microsoft.com/office/drawing/2014/main" id="{8EFABD09-7466-45E6-AE1A-9CC8664B19EA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5775" y="1110608"/>
                </a:moveTo>
                <a:lnTo>
                  <a:pt x="1063374" y="10206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1" name="9pxt_3_official_PredictedLigand_50">
            <a:extLst>
              <a:ext uri="{FF2B5EF4-FFF2-40B4-BE49-F238E27FC236}">
                <a16:creationId xmlns:a16="http://schemas.microsoft.com/office/drawing/2014/main" id="{99679CC5-E3DD-4FAC-A2F9-9F2306942D34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708" y="867304"/>
                </a:moveTo>
                <a:lnTo>
                  <a:pt x="1933216" y="9483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2" name="9pxt_3_official_PredictedLigand_51">
            <a:extLst>
              <a:ext uri="{FF2B5EF4-FFF2-40B4-BE49-F238E27FC236}">
                <a16:creationId xmlns:a16="http://schemas.microsoft.com/office/drawing/2014/main" id="{5A76786C-C67E-4EC6-A6C1-3485E04259B0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5775" y="1110608"/>
                </a:moveTo>
                <a:lnTo>
                  <a:pt x="1106981" y="1166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3" name="9pxt_3_official_PredictedAtoms_0">
            <a:extLst>
              <a:ext uri="{FF2B5EF4-FFF2-40B4-BE49-F238E27FC236}">
                <a16:creationId xmlns:a16="http://schemas.microsoft.com/office/drawing/2014/main" id="{5EE9538F-8E75-44CF-93CF-82C53FFC901F}"/>
              </a:ext>
            </a:extLst>
          </p:cNvPr>
          <p:cNvSpPr>
            <a:spLocks/>
          </p:cNvSpPr>
          <p:nvPr/>
        </p:nvSpPr>
        <p:spPr>
          <a:xfrm>
            <a:off x="2274488" y="71091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4" name="9pxt_3_official_PredictedAtoms_1">
            <a:extLst>
              <a:ext uri="{FF2B5EF4-FFF2-40B4-BE49-F238E27FC236}">
                <a16:creationId xmlns:a16="http://schemas.microsoft.com/office/drawing/2014/main" id="{F4CC8031-B413-4D40-85BB-D2A31441E683}"/>
              </a:ext>
            </a:extLst>
          </p:cNvPr>
          <p:cNvSpPr>
            <a:spLocks/>
          </p:cNvSpPr>
          <p:nvPr/>
        </p:nvSpPr>
        <p:spPr>
          <a:xfrm>
            <a:off x="2227537" y="70142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5" name="9pxt_3_official_PredictedAtoms_2">
            <a:extLst>
              <a:ext uri="{FF2B5EF4-FFF2-40B4-BE49-F238E27FC236}">
                <a16:creationId xmlns:a16="http://schemas.microsoft.com/office/drawing/2014/main" id="{48032A68-4B2D-4883-BFD4-BDC3DC4D85AB}"/>
              </a:ext>
            </a:extLst>
          </p:cNvPr>
          <p:cNvSpPr>
            <a:spLocks/>
          </p:cNvSpPr>
          <p:nvPr/>
        </p:nvSpPr>
        <p:spPr>
          <a:xfrm>
            <a:off x="2191863" y="69606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6" name="9pxt_3_official_PredictedAtoms_3">
            <a:extLst>
              <a:ext uri="{FF2B5EF4-FFF2-40B4-BE49-F238E27FC236}">
                <a16:creationId xmlns:a16="http://schemas.microsoft.com/office/drawing/2014/main" id="{E15C6267-C38D-48EF-B1DB-8EAC233A55CA}"/>
              </a:ext>
            </a:extLst>
          </p:cNvPr>
          <p:cNvSpPr>
            <a:spLocks/>
          </p:cNvSpPr>
          <p:nvPr/>
        </p:nvSpPr>
        <p:spPr>
          <a:xfrm>
            <a:off x="2242649" y="68651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7" name="9pxt_3_official_PredictedAtoms_4">
            <a:extLst>
              <a:ext uri="{FF2B5EF4-FFF2-40B4-BE49-F238E27FC236}">
                <a16:creationId xmlns:a16="http://schemas.microsoft.com/office/drawing/2014/main" id="{9FA30D97-C70F-4DAC-832E-AA5BFE0EA44B}"/>
              </a:ext>
            </a:extLst>
          </p:cNvPr>
          <p:cNvSpPr>
            <a:spLocks/>
          </p:cNvSpPr>
          <p:nvPr/>
        </p:nvSpPr>
        <p:spPr>
          <a:xfrm>
            <a:off x="2215112" y="67877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8" name="9pxt_3_official_PredictedAtoms_5">
            <a:extLst>
              <a:ext uri="{FF2B5EF4-FFF2-40B4-BE49-F238E27FC236}">
                <a16:creationId xmlns:a16="http://schemas.microsoft.com/office/drawing/2014/main" id="{0C438379-815E-4854-AE8C-6FB8FFBD6219}"/>
              </a:ext>
            </a:extLst>
          </p:cNvPr>
          <p:cNvSpPr>
            <a:spLocks/>
          </p:cNvSpPr>
          <p:nvPr/>
        </p:nvSpPr>
        <p:spPr>
          <a:xfrm>
            <a:off x="2266878" y="6704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9" name="9pxt_3_official_PredictedAtoms_6">
            <a:extLst>
              <a:ext uri="{FF2B5EF4-FFF2-40B4-BE49-F238E27FC236}">
                <a16:creationId xmlns:a16="http://schemas.microsoft.com/office/drawing/2014/main" id="{024C9E63-471D-4E1C-A861-5DEACDB1023C}"/>
              </a:ext>
            </a:extLst>
          </p:cNvPr>
          <p:cNvSpPr>
            <a:spLocks/>
          </p:cNvSpPr>
          <p:nvPr/>
        </p:nvSpPr>
        <p:spPr>
          <a:xfrm>
            <a:off x="2330162" y="67350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0" name="9pxt_3_official_PredictedAtoms_7">
            <a:extLst>
              <a:ext uri="{FF2B5EF4-FFF2-40B4-BE49-F238E27FC236}">
                <a16:creationId xmlns:a16="http://schemas.microsoft.com/office/drawing/2014/main" id="{28C1D616-9925-4E31-8E9C-B0AD1DB17DB2}"/>
              </a:ext>
            </a:extLst>
          </p:cNvPr>
          <p:cNvSpPr>
            <a:spLocks/>
          </p:cNvSpPr>
          <p:nvPr/>
        </p:nvSpPr>
        <p:spPr>
          <a:xfrm>
            <a:off x="2395179" y="667914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1" name="9pxt_3_official_PredictedAtoms_8">
            <a:extLst>
              <a:ext uri="{FF2B5EF4-FFF2-40B4-BE49-F238E27FC236}">
                <a16:creationId xmlns:a16="http://schemas.microsoft.com/office/drawing/2014/main" id="{D05407BF-36D3-41EC-88F8-84F0BD3047D4}"/>
              </a:ext>
            </a:extLst>
          </p:cNvPr>
          <p:cNvSpPr>
            <a:spLocks/>
          </p:cNvSpPr>
          <p:nvPr/>
        </p:nvSpPr>
        <p:spPr>
          <a:xfrm>
            <a:off x="2398851" y="65855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2" name="9pxt_3_official_PredictedAtoms_9">
            <a:extLst>
              <a:ext uri="{FF2B5EF4-FFF2-40B4-BE49-F238E27FC236}">
                <a16:creationId xmlns:a16="http://schemas.microsoft.com/office/drawing/2014/main" id="{E44920B7-D161-4477-A141-37A33C3B584C}"/>
              </a:ext>
            </a:extLst>
          </p:cNvPr>
          <p:cNvSpPr>
            <a:spLocks/>
          </p:cNvSpPr>
          <p:nvPr/>
        </p:nvSpPr>
        <p:spPr>
          <a:xfrm>
            <a:off x="2456561" y="67377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3" name="9pxt_3_official_PredictedAtoms_10">
            <a:extLst>
              <a:ext uri="{FF2B5EF4-FFF2-40B4-BE49-F238E27FC236}">
                <a16:creationId xmlns:a16="http://schemas.microsoft.com/office/drawing/2014/main" id="{B9F66337-6084-491E-AEFF-B4FC4B837DFA}"/>
              </a:ext>
            </a:extLst>
          </p:cNvPr>
          <p:cNvSpPr>
            <a:spLocks/>
          </p:cNvSpPr>
          <p:nvPr/>
        </p:nvSpPr>
        <p:spPr>
          <a:xfrm>
            <a:off x="2451059" y="683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4" name="9pxt_3_official_PredictedAtoms_11">
            <a:extLst>
              <a:ext uri="{FF2B5EF4-FFF2-40B4-BE49-F238E27FC236}">
                <a16:creationId xmlns:a16="http://schemas.microsoft.com/office/drawing/2014/main" id="{406D9D92-D78B-4EFC-BC93-D93A9E1B2510}"/>
              </a:ext>
            </a:extLst>
          </p:cNvPr>
          <p:cNvSpPr>
            <a:spLocks/>
          </p:cNvSpPr>
          <p:nvPr/>
        </p:nvSpPr>
        <p:spPr>
          <a:xfrm>
            <a:off x="2514156" y="68893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5" name="9pxt_3_official_PredictedAtoms_12">
            <a:extLst>
              <a:ext uri="{FF2B5EF4-FFF2-40B4-BE49-F238E27FC236}">
                <a16:creationId xmlns:a16="http://schemas.microsoft.com/office/drawing/2014/main" id="{A4258A6B-CFE4-41E9-9902-96A0AB775739}"/>
              </a:ext>
            </a:extLst>
          </p:cNvPr>
          <p:cNvSpPr>
            <a:spLocks/>
          </p:cNvSpPr>
          <p:nvPr/>
        </p:nvSpPr>
        <p:spPr>
          <a:xfrm>
            <a:off x="2383828" y="68910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6" name="9pxt_3_official_PredictedAtoms_13">
            <a:extLst>
              <a:ext uri="{FF2B5EF4-FFF2-40B4-BE49-F238E27FC236}">
                <a16:creationId xmlns:a16="http://schemas.microsoft.com/office/drawing/2014/main" id="{1AFE7D87-9C5D-449E-970B-884258B476B3}"/>
              </a:ext>
            </a:extLst>
          </p:cNvPr>
          <p:cNvSpPr>
            <a:spLocks/>
          </p:cNvSpPr>
          <p:nvPr/>
        </p:nvSpPr>
        <p:spPr>
          <a:xfrm>
            <a:off x="2321436" y="68385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7" name="9pxt_3_official_PredictedAtoms_14">
            <a:extLst>
              <a:ext uri="{FF2B5EF4-FFF2-40B4-BE49-F238E27FC236}">
                <a16:creationId xmlns:a16="http://schemas.microsoft.com/office/drawing/2014/main" id="{8A69D00D-CBB8-4DB2-B797-9D3507E67F0F}"/>
              </a:ext>
            </a:extLst>
          </p:cNvPr>
          <p:cNvSpPr>
            <a:spLocks/>
          </p:cNvSpPr>
          <p:nvPr/>
        </p:nvSpPr>
        <p:spPr>
          <a:xfrm>
            <a:off x="2082852" y="69519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8" name="9pxt_3_official_PredictedAtoms_15">
            <a:extLst>
              <a:ext uri="{FF2B5EF4-FFF2-40B4-BE49-F238E27FC236}">
                <a16:creationId xmlns:a16="http://schemas.microsoft.com/office/drawing/2014/main" id="{86453F19-686C-4EA5-8CAF-B062C076B041}"/>
              </a:ext>
            </a:extLst>
          </p:cNvPr>
          <p:cNvSpPr>
            <a:spLocks/>
          </p:cNvSpPr>
          <p:nvPr/>
        </p:nvSpPr>
        <p:spPr>
          <a:xfrm>
            <a:off x="2048400" y="69951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9" name="9pxt_3_official_PredictedAtoms_16">
            <a:extLst>
              <a:ext uri="{FF2B5EF4-FFF2-40B4-BE49-F238E27FC236}">
                <a16:creationId xmlns:a16="http://schemas.microsoft.com/office/drawing/2014/main" id="{2DEA152D-EBE8-4253-BC4A-4965A5F996D9}"/>
              </a:ext>
            </a:extLst>
          </p:cNvPr>
          <p:cNvSpPr>
            <a:spLocks/>
          </p:cNvSpPr>
          <p:nvPr/>
        </p:nvSpPr>
        <p:spPr>
          <a:xfrm>
            <a:off x="1959806" y="69606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0" name="9pxt_3_official_PredictedAtoms_17">
            <a:extLst>
              <a:ext uri="{FF2B5EF4-FFF2-40B4-BE49-F238E27FC236}">
                <a16:creationId xmlns:a16="http://schemas.microsoft.com/office/drawing/2014/main" id="{3A66B9E3-B5F1-43D7-8874-7EC72E64C40D}"/>
              </a:ext>
            </a:extLst>
          </p:cNvPr>
          <p:cNvSpPr>
            <a:spLocks/>
          </p:cNvSpPr>
          <p:nvPr/>
        </p:nvSpPr>
        <p:spPr>
          <a:xfrm>
            <a:off x="1901184" y="68828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1" name="9pxt_3_official_PredictedAtoms_18">
            <a:extLst>
              <a:ext uri="{FF2B5EF4-FFF2-40B4-BE49-F238E27FC236}">
                <a16:creationId xmlns:a16="http://schemas.microsoft.com/office/drawing/2014/main" id="{4CEB1E00-90F6-4D0C-8724-4D268CE019E7}"/>
              </a:ext>
            </a:extLst>
          </p:cNvPr>
          <p:cNvSpPr>
            <a:spLocks/>
          </p:cNvSpPr>
          <p:nvPr/>
        </p:nvSpPr>
        <p:spPr>
          <a:xfrm>
            <a:off x="1813046" y="69190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2" name="9pxt_3_official_PredictedAtoms_19">
            <a:extLst>
              <a:ext uri="{FF2B5EF4-FFF2-40B4-BE49-F238E27FC236}">
                <a16:creationId xmlns:a16="http://schemas.microsoft.com/office/drawing/2014/main" id="{6235346D-2361-46B4-94CD-E3C80B910623}"/>
              </a:ext>
            </a:extLst>
          </p:cNvPr>
          <p:cNvSpPr>
            <a:spLocks/>
          </p:cNvSpPr>
          <p:nvPr/>
        </p:nvSpPr>
        <p:spPr>
          <a:xfrm>
            <a:off x="1751641" y="69794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3" name="9pxt_3_official_PredictedAtoms_20">
            <a:extLst>
              <a:ext uri="{FF2B5EF4-FFF2-40B4-BE49-F238E27FC236}">
                <a16:creationId xmlns:a16="http://schemas.microsoft.com/office/drawing/2014/main" id="{E85B60AD-F17E-4231-8E64-49717096F035}"/>
              </a:ext>
            </a:extLst>
          </p:cNvPr>
          <p:cNvSpPr>
            <a:spLocks/>
          </p:cNvSpPr>
          <p:nvPr/>
        </p:nvSpPr>
        <p:spPr>
          <a:xfrm>
            <a:off x="1745557" y="68388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4" name="9pxt_3_official_PredictedAtoms_21">
            <a:extLst>
              <a:ext uri="{FF2B5EF4-FFF2-40B4-BE49-F238E27FC236}">
                <a16:creationId xmlns:a16="http://schemas.microsoft.com/office/drawing/2014/main" id="{F142DB8E-95B7-49FE-85A4-5693C08D3C8F}"/>
              </a:ext>
            </a:extLst>
          </p:cNvPr>
          <p:cNvSpPr>
            <a:spLocks/>
          </p:cNvSpPr>
          <p:nvPr/>
        </p:nvSpPr>
        <p:spPr>
          <a:xfrm>
            <a:off x="1868825" y="696937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5" name="9pxt_3_official_PredictedAtoms_22">
            <a:extLst>
              <a:ext uri="{FF2B5EF4-FFF2-40B4-BE49-F238E27FC236}">
                <a16:creationId xmlns:a16="http://schemas.microsoft.com/office/drawing/2014/main" id="{4370E556-DC05-4143-9C21-7C52355BAD82}"/>
              </a:ext>
            </a:extLst>
          </p:cNvPr>
          <p:cNvSpPr>
            <a:spLocks/>
          </p:cNvSpPr>
          <p:nvPr/>
        </p:nvSpPr>
        <p:spPr>
          <a:xfrm>
            <a:off x="1887158" y="70691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6" name="9pxt_3_official_PredictedAtoms_23">
            <a:extLst>
              <a:ext uri="{FF2B5EF4-FFF2-40B4-BE49-F238E27FC236}">
                <a16:creationId xmlns:a16="http://schemas.microsoft.com/office/drawing/2014/main" id="{AD2BB6FE-AB55-4B10-ACA6-9669421AE40C}"/>
              </a:ext>
            </a:extLst>
          </p:cNvPr>
          <p:cNvSpPr>
            <a:spLocks/>
          </p:cNvSpPr>
          <p:nvPr/>
        </p:nvSpPr>
        <p:spPr>
          <a:xfrm>
            <a:off x="1901177" y="71583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7" name="9pxt_3_official_PredictedAtoms_24">
            <a:extLst>
              <a:ext uri="{FF2B5EF4-FFF2-40B4-BE49-F238E27FC236}">
                <a16:creationId xmlns:a16="http://schemas.microsoft.com/office/drawing/2014/main" id="{9E888839-30E3-4EE5-8C5F-35F54DFE64E9}"/>
              </a:ext>
            </a:extLst>
          </p:cNvPr>
          <p:cNvSpPr>
            <a:spLocks/>
          </p:cNvSpPr>
          <p:nvPr/>
        </p:nvSpPr>
        <p:spPr>
          <a:xfrm>
            <a:off x="1978486" y="70569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8" name="9pxt_3_official_PredictedAtoms_25">
            <a:extLst>
              <a:ext uri="{FF2B5EF4-FFF2-40B4-BE49-F238E27FC236}">
                <a16:creationId xmlns:a16="http://schemas.microsoft.com/office/drawing/2014/main" id="{98A77E47-99AB-42EA-B073-19C74109D3A7}"/>
              </a:ext>
            </a:extLst>
          </p:cNvPr>
          <p:cNvSpPr>
            <a:spLocks/>
          </p:cNvSpPr>
          <p:nvPr/>
        </p:nvSpPr>
        <p:spPr>
          <a:xfrm>
            <a:off x="1791491" y="70781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9" name="9pxt_3_official_PredictedAtoms_26">
            <a:extLst>
              <a:ext uri="{FF2B5EF4-FFF2-40B4-BE49-F238E27FC236}">
                <a16:creationId xmlns:a16="http://schemas.microsoft.com/office/drawing/2014/main" id="{A01681FB-E75C-4479-A34F-6E6ABD985296}"/>
              </a:ext>
            </a:extLst>
          </p:cNvPr>
          <p:cNvSpPr>
            <a:spLocks/>
          </p:cNvSpPr>
          <p:nvPr/>
        </p:nvSpPr>
        <p:spPr>
          <a:xfrm>
            <a:off x="1688237" y="70969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0" name="9pxt_3_official_PredictedAtoms_27">
            <a:extLst>
              <a:ext uri="{FF2B5EF4-FFF2-40B4-BE49-F238E27FC236}">
                <a16:creationId xmlns:a16="http://schemas.microsoft.com/office/drawing/2014/main" id="{800F9A4B-41F2-4743-B2E2-9EF67EBBE30B}"/>
              </a:ext>
            </a:extLst>
          </p:cNvPr>
          <p:cNvSpPr>
            <a:spLocks/>
          </p:cNvSpPr>
          <p:nvPr/>
        </p:nvSpPr>
        <p:spPr>
          <a:xfrm>
            <a:off x="1616806" y="71296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1" name="9pxt_3_official_PredictedAtoms_28">
            <a:extLst>
              <a:ext uri="{FF2B5EF4-FFF2-40B4-BE49-F238E27FC236}">
                <a16:creationId xmlns:a16="http://schemas.microsoft.com/office/drawing/2014/main" id="{69E45088-BF92-44FF-A50B-2260B435C4B0}"/>
              </a:ext>
            </a:extLst>
          </p:cNvPr>
          <p:cNvSpPr>
            <a:spLocks/>
          </p:cNvSpPr>
          <p:nvPr/>
        </p:nvSpPr>
        <p:spPr>
          <a:xfrm>
            <a:off x="1558874" y="72122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2" name="9pxt_3_official_PredictedAtoms_29">
            <a:extLst>
              <a:ext uri="{FF2B5EF4-FFF2-40B4-BE49-F238E27FC236}">
                <a16:creationId xmlns:a16="http://schemas.microsoft.com/office/drawing/2014/main" id="{D1F93907-919F-41C6-959E-F3DF41B181D8}"/>
              </a:ext>
            </a:extLst>
          </p:cNvPr>
          <p:cNvSpPr>
            <a:spLocks/>
          </p:cNvSpPr>
          <p:nvPr/>
        </p:nvSpPr>
        <p:spPr>
          <a:xfrm>
            <a:off x="1456750" y="72042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3" name="9pxt_3_official_PredictedAtoms_30">
            <a:extLst>
              <a:ext uri="{FF2B5EF4-FFF2-40B4-BE49-F238E27FC236}">
                <a16:creationId xmlns:a16="http://schemas.microsoft.com/office/drawing/2014/main" id="{51413CB7-5E56-4715-A01D-A7FF9B03BB74}"/>
              </a:ext>
            </a:extLst>
          </p:cNvPr>
          <p:cNvSpPr>
            <a:spLocks/>
          </p:cNvSpPr>
          <p:nvPr/>
        </p:nvSpPr>
        <p:spPr>
          <a:xfrm>
            <a:off x="1420924" y="72604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4" name="9pxt_3_official_PredictedAtoms_31">
            <a:extLst>
              <a:ext uri="{FF2B5EF4-FFF2-40B4-BE49-F238E27FC236}">
                <a16:creationId xmlns:a16="http://schemas.microsoft.com/office/drawing/2014/main" id="{D1B7F3FE-4DB9-4277-908B-B7A85A7FFE0F}"/>
              </a:ext>
            </a:extLst>
          </p:cNvPr>
          <p:cNvSpPr>
            <a:spLocks/>
          </p:cNvSpPr>
          <p:nvPr/>
        </p:nvSpPr>
        <p:spPr>
          <a:xfrm>
            <a:off x="1369959" y="72327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5" name="9pxt_3_official_PredictedAtoms_32">
            <a:extLst>
              <a:ext uri="{FF2B5EF4-FFF2-40B4-BE49-F238E27FC236}">
                <a16:creationId xmlns:a16="http://schemas.microsoft.com/office/drawing/2014/main" id="{4C5D9F42-6910-4721-ACAC-8ACA1EBFDBA7}"/>
              </a:ext>
            </a:extLst>
          </p:cNvPr>
          <p:cNvSpPr>
            <a:spLocks/>
          </p:cNvSpPr>
          <p:nvPr/>
        </p:nvSpPr>
        <p:spPr>
          <a:xfrm>
            <a:off x="1359194" y="72903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6" name="9pxt_3_official_PredictedAtoms_33">
            <a:extLst>
              <a:ext uri="{FF2B5EF4-FFF2-40B4-BE49-F238E27FC236}">
                <a16:creationId xmlns:a16="http://schemas.microsoft.com/office/drawing/2014/main" id="{0A420F23-B1CE-4C0A-8A4B-80320B180182}"/>
              </a:ext>
            </a:extLst>
          </p:cNvPr>
          <p:cNvSpPr>
            <a:spLocks/>
          </p:cNvSpPr>
          <p:nvPr/>
        </p:nvSpPr>
        <p:spPr>
          <a:xfrm>
            <a:off x="1318183" y="7257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7" name="9pxt_3_official_PredictedAtoms_34">
            <a:extLst>
              <a:ext uri="{FF2B5EF4-FFF2-40B4-BE49-F238E27FC236}">
                <a16:creationId xmlns:a16="http://schemas.microsoft.com/office/drawing/2014/main" id="{5A0F13EC-406E-443E-B8BA-14FE57792B42}"/>
              </a:ext>
            </a:extLst>
          </p:cNvPr>
          <p:cNvSpPr>
            <a:spLocks/>
          </p:cNvSpPr>
          <p:nvPr/>
        </p:nvSpPr>
        <p:spPr>
          <a:xfrm>
            <a:off x="1319388" y="73126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8" name="9pxt_3_official_PredictedAtoms_35">
            <a:extLst>
              <a:ext uri="{FF2B5EF4-FFF2-40B4-BE49-F238E27FC236}">
                <a16:creationId xmlns:a16="http://schemas.microsoft.com/office/drawing/2014/main" id="{7218F933-D725-4EC0-B6C3-EF8E8B3B403B}"/>
              </a:ext>
            </a:extLst>
          </p:cNvPr>
          <p:cNvSpPr>
            <a:spLocks/>
          </p:cNvSpPr>
          <p:nvPr/>
        </p:nvSpPr>
        <p:spPr>
          <a:xfrm>
            <a:off x="1275782" y="71670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9" name="9pxt_3_official_PredictedAtoms_36">
            <a:extLst>
              <a:ext uri="{FF2B5EF4-FFF2-40B4-BE49-F238E27FC236}">
                <a16:creationId xmlns:a16="http://schemas.microsoft.com/office/drawing/2014/main" id="{1375B56A-3445-4806-8E19-406288E2CEBB}"/>
              </a:ext>
            </a:extLst>
          </p:cNvPr>
          <p:cNvSpPr>
            <a:spLocks/>
          </p:cNvSpPr>
          <p:nvPr/>
        </p:nvSpPr>
        <p:spPr>
          <a:xfrm>
            <a:off x="1276797" y="7103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0" name="9pxt_3_official_PredictedAtoms_37">
            <a:extLst>
              <a:ext uri="{FF2B5EF4-FFF2-40B4-BE49-F238E27FC236}">
                <a16:creationId xmlns:a16="http://schemas.microsoft.com/office/drawing/2014/main" id="{9A97927E-E4EE-40A9-A141-5CD0BC2B2AB9}"/>
              </a:ext>
            </a:extLst>
          </p:cNvPr>
          <p:cNvSpPr>
            <a:spLocks/>
          </p:cNvSpPr>
          <p:nvPr/>
        </p:nvSpPr>
        <p:spPr>
          <a:xfrm>
            <a:off x="1232942" y="70225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1" name="9pxt_3_official_PredictedAtoms_38">
            <a:extLst>
              <a:ext uri="{FF2B5EF4-FFF2-40B4-BE49-F238E27FC236}">
                <a16:creationId xmlns:a16="http://schemas.microsoft.com/office/drawing/2014/main" id="{683447B5-A36C-4778-8DFC-4A74F651BC1F}"/>
              </a:ext>
            </a:extLst>
          </p:cNvPr>
          <p:cNvSpPr>
            <a:spLocks/>
          </p:cNvSpPr>
          <p:nvPr/>
        </p:nvSpPr>
        <p:spPr>
          <a:xfrm>
            <a:off x="1330470" y="71368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2" name="9pxt_3_official_PredictedAtoms_39">
            <a:extLst>
              <a:ext uri="{FF2B5EF4-FFF2-40B4-BE49-F238E27FC236}">
                <a16:creationId xmlns:a16="http://schemas.microsoft.com/office/drawing/2014/main" id="{D8A1FB7C-C0B5-41AA-ADD7-006FD43C664F}"/>
              </a:ext>
            </a:extLst>
          </p:cNvPr>
          <p:cNvSpPr>
            <a:spLocks/>
          </p:cNvSpPr>
          <p:nvPr/>
        </p:nvSpPr>
        <p:spPr>
          <a:xfrm>
            <a:off x="1347823" y="70786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3" name="9pxt_3_official_PredictedAtoms_40">
            <a:extLst>
              <a:ext uri="{FF2B5EF4-FFF2-40B4-BE49-F238E27FC236}">
                <a16:creationId xmlns:a16="http://schemas.microsoft.com/office/drawing/2014/main" id="{2E98896E-68CB-43E8-9E3A-A93E2F6FDE91}"/>
              </a:ext>
            </a:extLst>
          </p:cNvPr>
          <p:cNvSpPr>
            <a:spLocks/>
          </p:cNvSpPr>
          <p:nvPr/>
        </p:nvSpPr>
        <p:spPr>
          <a:xfrm>
            <a:off x="1414372" y="71022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4" name="9pxt_3_official_PredictedAtoms_41">
            <a:extLst>
              <a:ext uri="{FF2B5EF4-FFF2-40B4-BE49-F238E27FC236}">
                <a16:creationId xmlns:a16="http://schemas.microsoft.com/office/drawing/2014/main" id="{2FABE840-A426-48CD-A233-656AA156ACDE}"/>
              </a:ext>
            </a:extLst>
          </p:cNvPr>
          <p:cNvSpPr>
            <a:spLocks/>
          </p:cNvSpPr>
          <p:nvPr/>
        </p:nvSpPr>
        <p:spPr>
          <a:xfrm>
            <a:off x="1462195" y="70382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5" name="9pxt_3_official_PredictedAtoms_42">
            <a:extLst>
              <a:ext uri="{FF2B5EF4-FFF2-40B4-BE49-F238E27FC236}">
                <a16:creationId xmlns:a16="http://schemas.microsoft.com/office/drawing/2014/main" id="{CC399894-6F08-4B6C-9898-B64B368E151C}"/>
              </a:ext>
            </a:extLst>
          </p:cNvPr>
          <p:cNvSpPr>
            <a:spLocks/>
          </p:cNvSpPr>
          <p:nvPr/>
        </p:nvSpPr>
        <p:spPr>
          <a:xfrm>
            <a:off x="1394769" y="69373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6" name="9pxt_3_official_PredictedAtoms_43">
            <a:extLst>
              <a:ext uri="{FF2B5EF4-FFF2-40B4-BE49-F238E27FC236}">
                <a16:creationId xmlns:a16="http://schemas.microsoft.com/office/drawing/2014/main" id="{D7319F0A-3375-4212-8142-6B1135A0B00E}"/>
              </a:ext>
            </a:extLst>
          </p:cNvPr>
          <p:cNvSpPr>
            <a:spLocks/>
          </p:cNvSpPr>
          <p:nvPr/>
        </p:nvSpPr>
        <p:spPr>
          <a:xfrm>
            <a:off x="1555949" y="70555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7" name="9pxt_3_official_PredictedAtoms_44">
            <a:extLst>
              <a:ext uri="{FF2B5EF4-FFF2-40B4-BE49-F238E27FC236}">
                <a16:creationId xmlns:a16="http://schemas.microsoft.com/office/drawing/2014/main" id="{4CC35FC0-EA62-40BE-8568-230C5E790111}"/>
              </a:ext>
            </a:extLst>
          </p:cNvPr>
          <p:cNvSpPr>
            <a:spLocks/>
          </p:cNvSpPr>
          <p:nvPr/>
        </p:nvSpPr>
        <p:spPr>
          <a:xfrm>
            <a:off x="1602272" y="69975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8" name="9pxt_3_official_PredictedAtoms_45">
            <a:extLst>
              <a:ext uri="{FF2B5EF4-FFF2-40B4-BE49-F238E27FC236}">
                <a16:creationId xmlns:a16="http://schemas.microsoft.com/office/drawing/2014/main" id="{5C7DDBB5-F5FC-4DB2-A0EA-257529925ECA}"/>
              </a:ext>
            </a:extLst>
          </p:cNvPr>
          <p:cNvSpPr>
            <a:spLocks/>
          </p:cNvSpPr>
          <p:nvPr/>
        </p:nvSpPr>
        <p:spPr>
          <a:xfrm>
            <a:off x="2141116" y="70137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9" name="9pxt_3_official_PredictedAtoms_46">
            <a:extLst>
              <a:ext uri="{FF2B5EF4-FFF2-40B4-BE49-F238E27FC236}">
                <a16:creationId xmlns:a16="http://schemas.microsoft.com/office/drawing/2014/main" id="{C6017B54-F2F8-4A78-9F4A-A82A93ED7343}"/>
              </a:ext>
            </a:extLst>
          </p:cNvPr>
          <p:cNvSpPr>
            <a:spLocks/>
          </p:cNvSpPr>
          <p:nvPr/>
        </p:nvSpPr>
        <p:spPr>
          <a:xfrm>
            <a:off x="2145624" y="70947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0" name="stage3-cases-main_34">
            <a:extLst>
              <a:ext uri="{FF2B5EF4-FFF2-40B4-BE49-F238E27FC236}">
                <a16:creationId xmlns:a16="http://schemas.microsoft.com/office/drawing/2014/main" id="{19471928-3DAE-4AB2-BEC8-AB2792F25D77}"/>
              </a:ext>
            </a:extLst>
          </p:cNvPr>
          <p:cNvSpPr>
            <a:spLocks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1.07 Å   D 64%   Clash 0</a:t>
            </a:r>
          </a:p>
        </p:txBody>
      </p:sp>
      <p:sp>
        <p:nvSpPr>
          <p:cNvPr id="1151" name="9pxt_3_tuned_Receptor">
            <a:extLst>
              <a:ext uri="{FF2B5EF4-FFF2-40B4-BE49-F238E27FC236}">
                <a16:creationId xmlns:a16="http://schemas.microsoft.com/office/drawing/2014/main" id="{58FB74D0-C2D3-4CCC-9887-18261A66627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828" y="486422"/>
                </a:moveTo>
                <a:lnTo>
                  <a:pt x="1434321" y="505000"/>
                </a:lnTo>
                <a:moveTo>
                  <a:pt x="1270308" y="455987"/>
                </a:moveTo>
                <a:lnTo>
                  <a:pt x="1344828" y="486422"/>
                </a:lnTo>
                <a:moveTo>
                  <a:pt x="2556742" y="1052266"/>
                </a:moveTo>
                <a:lnTo>
                  <a:pt x="2625450" y="1117918"/>
                </a:lnTo>
                <a:moveTo>
                  <a:pt x="2462633" y="1105987"/>
                </a:moveTo>
                <a:lnTo>
                  <a:pt x="2477147" y="1199130"/>
                </a:lnTo>
                <a:moveTo>
                  <a:pt x="1232235" y="352216"/>
                </a:moveTo>
                <a:lnTo>
                  <a:pt x="1270308" y="455987"/>
                </a:lnTo>
                <a:moveTo>
                  <a:pt x="2462633" y="1105987"/>
                </a:moveTo>
                <a:lnTo>
                  <a:pt x="2556742" y="1052266"/>
                </a:lnTo>
                <a:moveTo>
                  <a:pt x="1270308" y="455987"/>
                </a:moveTo>
                <a:lnTo>
                  <a:pt x="1178553" y="528894"/>
                </a:lnTo>
                <a:moveTo>
                  <a:pt x="2556742" y="1052266"/>
                </a:moveTo>
                <a:lnTo>
                  <a:pt x="2589588" y="954799"/>
                </a:lnTo>
                <a:moveTo>
                  <a:pt x="1178553" y="528894"/>
                </a:moveTo>
                <a:lnTo>
                  <a:pt x="1205618" y="662195"/>
                </a:lnTo>
                <a:moveTo>
                  <a:pt x="1251354" y="1031764"/>
                </a:moveTo>
                <a:lnTo>
                  <a:pt x="1212129" y="1039034"/>
                </a:lnTo>
                <a:moveTo>
                  <a:pt x="2368126" y="1066761"/>
                </a:moveTo>
                <a:lnTo>
                  <a:pt x="2462633" y="1105987"/>
                </a:lnTo>
                <a:moveTo>
                  <a:pt x="1705977" y="853971"/>
                </a:moveTo>
                <a:lnTo>
                  <a:pt x="1663223" y="792336"/>
                </a:lnTo>
                <a:moveTo>
                  <a:pt x="1814327" y="1006179"/>
                </a:moveTo>
                <a:lnTo>
                  <a:pt x="1710946" y="965723"/>
                </a:lnTo>
                <a:moveTo>
                  <a:pt x="2471248" y="531508"/>
                </a:moveTo>
                <a:lnTo>
                  <a:pt x="2496553" y="451770"/>
                </a:lnTo>
                <a:moveTo>
                  <a:pt x="1710946" y="965723"/>
                </a:moveTo>
                <a:lnTo>
                  <a:pt x="1705977" y="853971"/>
                </a:lnTo>
                <a:moveTo>
                  <a:pt x="1212129" y="1039034"/>
                </a:moveTo>
                <a:lnTo>
                  <a:pt x="1097653" y="1030581"/>
                </a:lnTo>
                <a:moveTo>
                  <a:pt x="1710946" y="965723"/>
                </a:moveTo>
                <a:lnTo>
                  <a:pt x="1639612" y="1029513"/>
                </a:lnTo>
                <a:moveTo>
                  <a:pt x="2548547" y="616750"/>
                </a:moveTo>
                <a:lnTo>
                  <a:pt x="2471248" y="531508"/>
                </a:lnTo>
                <a:moveTo>
                  <a:pt x="2346344" y="1108042"/>
                </a:moveTo>
                <a:lnTo>
                  <a:pt x="2368126" y="1066761"/>
                </a:lnTo>
                <a:moveTo>
                  <a:pt x="2657689" y="577447"/>
                </a:moveTo>
                <a:lnTo>
                  <a:pt x="2548547" y="616750"/>
                </a:lnTo>
                <a:moveTo>
                  <a:pt x="2471248" y="531508"/>
                </a:moveTo>
                <a:lnTo>
                  <a:pt x="2384751" y="543803"/>
                </a:lnTo>
                <a:moveTo>
                  <a:pt x="1097653" y="1030581"/>
                </a:moveTo>
                <a:lnTo>
                  <a:pt x="1054894" y="1076372"/>
                </a:lnTo>
                <a:moveTo>
                  <a:pt x="1705977" y="853971"/>
                </a:moveTo>
                <a:lnTo>
                  <a:pt x="1748718" y="825743"/>
                </a:lnTo>
                <a:moveTo>
                  <a:pt x="1763171" y="402099"/>
                </a:moveTo>
                <a:lnTo>
                  <a:pt x="1752127" y="311285"/>
                </a:lnTo>
                <a:moveTo>
                  <a:pt x="1639612" y="1029513"/>
                </a:moveTo>
                <a:lnTo>
                  <a:pt x="1683821" y="1134429"/>
                </a:lnTo>
                <a:moveTo>
                  <a:pt x="2658898" y="484878"/>
                </a:moveTo>
                <a:lnTo>
                  <a:pt x="2657689" y="577447"/>
                </a:lnTo>
                <a:moveTo>
                  <a:pt x="2289514" y="1203449"/>
                </a:moveTo>
                <a:lnTo>
                  <a:pt x="2346344" y="1108042"/>
                </a:lnTo>
                <a:moveTo>
                  <a:pt x="1570788" y="587919"/>
                </a:moveTo>
                <a:lnTo>
                  <a:pt x="1442526" y="599989"/>
                </a:lnTo>
                <a:moveTo>
                  <a:pt x="1639612" y="1029513"/>
                </a:moveTo>
                <a:lnTo>
                  <a:pt x="1625545" y="980482"/>
                </a:lnTo>
                <a:moveTo>
                  <a:pt x="2068970" y="650803"/>
                </a:moveTo>
                <a:lnTo>
                  <a:pt x="2122492" y="575422"/>
                </a:lnTo>
                <a:moveTo>
                  <a:pt x="1752127" y="311285"/>
                </a:moveTo>
                <a:lnTo>
                  <a:pt x="1858608" y="270084"/>
                </a:lnTo>
                <a:moveTo>
                  <a:pt x="2346344" y="1108042"/>
                </a:moveTo>
                <a:lnTo>
                  <a:pt x="2289978" y="1028990"/>
                </a:lnTo>
                <a:moveTo>
                  <a:pt x="1748718" y="825743"/>
                </a:moveTo>
                <a:lnTo>
                  <a:pt x="1751300" y="720101"/>
                </a:lnTo>
                <a:moveTo>
                  <a:pt x="2417689" y="53007"/>
                </a:moveTo>
                <a:lnTo>
                  <a:pt x="2473225" y="22565"/>
                </a:lnTo>
                <a:moveTo>
                  <a:pt x="2289978" y="1028990"/>
                </a:moveTo>
                <a:lnTo>
                  <a:pt x="2278049" y="940961"/>
                </a:lnTo>
                <a:moveTo>
                  <a:pt x="2036758" y="721032"/>
                </a:moveTo>
                <a:lnTo>
                  <a:pt x="2068970" y="650803"/>
                </a:lnTo>
                <a:moveTo>
                  <a:pt x="1752127" y="311285"/>
                </a:moveTo>
                <a:lnTo>
                  <a:pt x="1694714" y="334406"/>
                </a:lnTo>
                <a:moveTo>
                  <a:pt x="1751300" y="720101"/>
                </a:moveTo>
                <a:lnTo>
                  <a:pt x="1857908" y="684627"/>
                </a:lnTo>
                <a:moveTo>
                  <a:pt x="1858608" y="270084"/>
                </a:moveTo>
                <a:lnTo>
                  <a:pt x="1907816" y="292548"/>
                </a:lnTo>
                <a:moveTo>
                  <a:pt x="1573646" y="687269"/>
                </a:moveTo>
                <a:lnTo>
                  <a:pt x="1570788" y="587919"/>
                </a:lnTo>
                <a:moveTo>
                  <a:pt x="1857908" y="684627"/>
                </a:moveTo>
                <a:lnTo>
                  <a:pt x="1931991" y="753760"/>
                </a:lnTo>
                <a:moveTo>
                  <a:pt x="2417689" y="53007"/>
                </a:moveTo>
                <a:lnTo>
                  <a:pt x="2324259" y="45859"/>
                </a:lnTo>
                <a:moveTo>
                  <a:pt x="1857908" y="684627"/>
                </a:moveTo>
                <a:lnTo>
                  <a:pt x="1873023" y="593307"/>
                </a:lnTo>
                <a:moveTo>
                  <a:pt x="1931991" y="753760"/>
                </a:moveTo>
                <a:lnTo>
                  <a:pt x="2036758" y="721032"/>
                </a:lnTo>
                <a:moveTo>
                  <a:pt x="2596562" y="234689"/>
                </a:moveTo>
                <a:lnTo>
                  <a:pt x="2636342" y="173365"/>
                </a:lnTo>
                <a:moveTo>
                  <a:pt x="1751300" y="720101"/>
                </a:moveTo>
                <a:lnTo>
                  <a:pt x="1682203" y="704385"/>
                </a:lnTo>
                <a:moveTo>
                  <a:pt x="1694714" y="334406"/>
                </a:moveTo>
                <a:lnTo>
                  <a:pt x="1581730" y="324575"/>
                </a:lnTo>
                <a:moveTo>
                  <a:pt x="2475010" y="97684"/>
                </a:moveTo>
                <a:lnTo>
                  <a:pt x="2417689" y="53007"/>
                </a:lnTo>
                <a:moveTo>
                  <a:pt x="1682203" y="704385"/>
                </a:moveTo>
                <a:lnTo>
                  <a:pt x="1573646" y="687269"/>
                </a:lnTo>
                <a:moveTo>
                  <a:pt x="1581730" y="324575"/>
                </a:moveTo>
                <a:lnTo>
                  <a:pt x="1526370" y="357592"/>
                </a:lnTo>
                <a:moveTo>
                  <a:pt x="2490890" y="213169"/>
                </a:moveTo>
                <a:lnTo>
                  <a:pt x="2596562" y="234689"/>
                </a:lnTo>
                <a:moveTo>
                  <a:pt x="2490890" y="213169"/>
                </a:moveTo>
                <a:lnTo>
                  <a:pt x="2475010" y="97684"/>
                </a:lnTo>
                <a:moveTo>
                  <a:pt x="1526370" y="357592"/>
                </a:moveTo>
                <a:lnTo>
                  <a:pt x="1425940" y="363118"/>
                </a:lnTo>
                <a:moveTo>
                  <a:pt x="1938568" y="1116174"/>
                </a:moveTo>
                <a:lnTo>
                  <a:pt x="1916807" y="1172528"/>
                </a:lnTo>
                <a:moveTo>
                  <a:pt x="2472103" y="265508"/>
                </a:moveTo>
                <a:lnTo>
                  <a:pt x="2490890" y="213169"/>
                </a:lnTo>
                <a:moveTo>
                  <a:pt x="817922" y="100105"/>
                </a:moveTo>
                <a:lnTo>
                  <a:pt x="803493" y="166346"/>
                </a:lnTo>
                <a:moveTo>
                  <a:pt x="1526370" y="357592"/>
                </a:moveTo>
                <a:lnTo>
                  <a:pt x="1573084" y="378007"/>
                </a:lnTo>
                <a:moveTo>
                  <a:pt x="2577376" y="614812"/>
                </a:moveTo>
                <a:lnTo>
                  <a:pt x="2507682" y="688797"/>
                </a:lnTo>
                <a:moveTo>
                  <a:pt x="894762" y="714750"/>
                </a:moveTo>
                <a:lnTo>
                  <a:pt x="983565" y="699469"/>
                </a:lnTo>
                <a:moveTo>
                  <a:pt x="817922" y="100105"/>
                </a:moveTo>
                <a:lnTo>
                  <a:pt x="801947" y="8654"/>
                </a:lnTo>
                <a:moveTo>
                  <a:pt x="2044693" y="1084626"/>
                </a:moveTo>
                <a:lnTo>
                  <a:pt x="1938568" y="1116174"/>
                </a:lnTo>
                <a:moveTo>
                  <a:pt x="821806" y="700918"/>
                </a:moveTo>
                <a:lnTo>
                  <a:pt x="894762" y="714750"/>
                </a:lnTo>
                <a:moveTo>
                  <a:pt x="2224927" y="155005"/>
                </a:moveTo>
                <a:lnTo>
                  <a:pt x="2140759" y="206988"/>
                </a:lnTo>
                <a:moveTo>
                  <a:pt x="2532140" y="763182"/>
                </a:moveTo>
                <a:lnTo>
                  <a:pt x="2507682" y="688797"/>
                </a:lnTo>
                <a:moveTo>
                  <a:pt x="2205242" y="41505"/>
                </a:moveTo>
                <a:lnTo>
                  <a:pt x="2224927" y="155005"/>
                </a:lnTo>
                <a:moveTo>
                  <a:pt x="1938568" y="1116174"/>
                </a:moveTo>
                <a:lnTo>
                  <a:pt x="1916052" y="1183635"/>
                </a:lnTo>
                <a:moveTo>
                  <a:pt x="854204" y="144626"/>
                </a:moveTo>
                <a:lnTo>
                  <a:pt x="817922" y="100105"/>
                </a:lnTo>
                <a:moveTo>
                  <a:pt x="454864" y="191817"/>
                </a:moveTo>
                <a:lnTo>
                  <a:pt x="452096" y="124686"/>
                </a:lnTo>
                <a:moveTo>
                  <a:pt x="967017" y="675382"/>
                </a:moveTo>
                <a:lnTo>
                  <a:pt x="983565" y="699469"/>
                </a:lnTo>
                <a:moveTo>
                  <a:pt x="1296488" y="641920"/>
                </a:moveTo>
                <a:lnTo>
                  <a:pt x="1360424" y="576618"/>
                </a:lnTo>
                <a:moveTo>
                  <a:pt x="1296488" y="641920"/>
                </a:moveTo>
                <a:lnTo>
                  <a:pt x="1200654" y="644845"/>
                </a:lnTo>
                <a:moveTo>
                  <a:pt x="864987" y="676271"/>
                </a:moveTo>
                <a:lnTo>
                  <a:pt x="821806" y="700918"/>
                </a:lnTo>
                <a:moveTo>
                  <a:pt x="2627086" y="763691"/>
                </a:moveTo>
                <a:lnTo>
                  <a:pt x="2532140" y="763182"/>
                </a:lnTo>
                <a:moveTo>
                  <a:pt x="2120238" y="19728"/>
                </a:moveTo>
                <a:lnTo>
                  <a:pt x="2205242" y="41505"/>
                </a:lnTo>
                <a:moveTo>
                  <a:pt x="452096" y="124686"/>
                </a:moveTo>
                <a:lnTo>
                  <a:pt x="534519" y="44364"/>
                </a:lnTo>
                <a:moveTo>
                  <a:pt x="1824322" y="477699"/>
                </a:moveTo>
                <a:lnTo>
                  <a:pt x="1748911" y="563717"/>
                </a:lnTo>
                <a:moveTo>
                  <a:pt x="1916052" y="1183635"/>
                </a:moveTo>
                <a:lnTo>
                  <a:pt x="1970250" y="1258420"/>
                </a:lnTo>
                <a:moveTo>
                  <a:pt x="534519" y="44364"/>
                </a:moveTo>
                <a:lnTo>
                  <a:pt x="616366" y="51038"/>
                </a:lnTo>
                <a:moveTo>
                  <a:pt x="1748911" y="563717"/>
                </a:moveTo>
                <a:lnTo>
                  <a:pt x="1645580" y="525713"/>
                </a:lnTo>
                <a:moveTo>
                  <a:pt x="1916052" y="1183635"/>
                </a:moveTo>
                <a:lnTo>
                  <a:pt x="1836728" y="1158500"/>
                </a:lnTo>
                <a:moveTo>
                  <a:pt x="864987" y="676271"/>
                </a:moveTo>
                <a:lnTo>
                  <a:pt x="967017" y="675382"/>
                </a:lnTo>
                <a:moveTo>
                  <a:pt x="1330450" y="702893"/>
                </a:moveTo>
                <a:lnTo>
                  <a:pt x="1296488" y="641920"/>
                </a:lnTo>
                <a:moveTo>
                  <a:pt x="899964" y="64855"/>
                </a:moveTo>
                <a:lnTo>
                  <a:pt x="854204" y="144626"/>
                </a:lnTo>
                <a:moveTo>
                  <a:pt x="1815582" y="410394"/>
                </a:moveTo>
                <a:lnTo>
                  <a:pt x="1824322" y="477699"/>
                </a:lnTo>
                <a:moveTo>
                  <a:pt x="452096" y="124686"/>
                </a:moveTo>
                <a:lnTo>
                  <a:pt x="468032" y="185588"/>
                </a:lnTo>
                <a:moveTo>
                  <a:pt x="803350" y="655931"/>
                </a:moveTo>
                <a:lnTo>
                  <a:pt x="864987" y="676271"/>
                </a:lnTo>
                <a:moveTo>
                  <a:pt x="2156105" y="33356"/>
                </a:moveTo>
                <a:lnTo>
                  <a:pt x="2120238" y="19728"/>
                </a:lnTo>
                <a:moveTo>
                  <a:pt x="1903895" y="337342"/>
                </a:moveTo>
                <a:lnTo>
                  <a:pt x="1815582" y="410394"/>
                </a:lnTo>
                <a:moveTo>
                  <a:pt x="1378134" y="1199757"/>
                </a:moveTo>
                <a:lnTo>
                  <a:pt x="1484727" y="1164007"/>
                </a:lnTo>
                <a:moveTo>
                  <a:pt x="1268969" y="780281"/>
                </a:moveTo>
                <a:lnTo>
                  <a:pt x="1330450" y="702893"/>
                </a:lnTo>
                <a:moveTo>
                  <a:pt x="1836728" y="1158500"/>
                </a:moveTo>
                <a:lnTo>
                  <a:pt x="1813550" y="1212298"/>
                </a:lnTo>
                <a:moveTo>
                  <a:pt x="819532" y="15579"/>
                </a:moveTo>
                <a:lnTo>
                  <a:pt x="899964" y="64855"/>
                </a:lnTo>
                <a:moveTo>
                  <a:pt x="2479071" y="1029647"/>
                </a:moveTo>
                <a:lnTo>
                  <a:pt x="2405272" y="969524"/>
                </a:lnTo>
                <a:moveTo>
                  <a:pt x="1363545" y="1314082"/>
                </a:moveTo>
                <a:lnTo>
                  <a:pt x="1378134" y="1199757"/>
                </a:lnTo>
                <a:moveTo>
                  <a:pt x="1484727" y="1164007"/>
                </a:moveTo>
                <a:lnTo>
                  <a:pt x="1489145" y="1040058"/>
                </a:lnTo>
                <a:moveTo>
                  <a:pt x="1878313" y="241130"/>
                </a:moveTo>
                <a:lnTo>
                  <a:pt x="1903895" y="337342"/>
                </a:lnTo>
                <a:moveTo>
                  <a:pt x="1811104" y="176311"/>
                </a:moveTo>
                <a:lnTo>
                  <a:pt x="1878313" y="241130"/>
                </a:lnTo>
                <a:moveTo>
                  <a:pt x="1813550" y="1212298"/>
                </a:moveTo>
                <a:lnTo>
                  <a:pt x="1738443" y="1299216"/>
                </a:lnTo>
                <a:moveTo>
                  <a:pt x="1738443" y="1299216"/>
                </a:moveTo>
                <a:lnTo>
                  <a:pt x="1654531" y="1303509"/>
                </a:lnTo>
                <a:moveTo>
                  <a:pt x="468032" y="185588"/>
                </a:moveTo>
                <a:lnTo>
                  <a:pt x="437971" y="127210"/>
                </a:lnTo>
                <a:moveTo>
                  <a:pt x="2405272" y="969524"/>
                </a:moveTo>
                <a:lnTo>
                  <a:pt x="2456349" y="874792"/>
                </a:lnTo>
                <a:moveTo>
                  <a:pt x="2368429" y="607368"/>
                </a:moveTo>
                <a:lnTo>
                  <a:pt x="2409848" y="557156"/>
                </a:lnTo>
                <a:moveTo>
                  <a:pt x="1320121" y="823344"/>
                </a:moveTo>
                <a:lnTo>
                  <a:pt x="1268969" y="780281"/>
                </a:lnTo>
                <a:moveTo>
                  <a:pt x="1878313" y="241130"/>
                </a:moveTo>
                <a:lnTo>
                  <a:pt x="1975916" y="188110"/>
                </a:lnTo>
                <a:moveTo>
                  <a:pt x="863201" y="665788"/>
                </a:moveTo>
                <a:lnTo>
                  <a:pt x="803350" y="655931"/>
                </a:lnTo>
                <a:moveTo>
                  <a:pt x="2070641" y="31095"/>
                </a:moveTo>
                <a:lnTo>
                  <a:pt x="2156105" y="33356"/>
                </a:lnTo>
                <a:moveTo>
                  <a:pt x="920412" y="1293279"/>
                </a:moveTo>
                <a:lnTo>
                  <a:pt x="846262" y="1213104"/>
                </a:lnTo>
                <a:moveTo>
                  <a:pt x="2456349" y="874792"/>
                </a:moveTo>
                <a:lnTo>
                  <a:pt x="2401298" y="789109"/>
                </a:lnTo>
                <a:moveTo>
                  <a:pt x="2405272" y="969524"/>
                </a:moveTo>
                <a:lnTo>
                  <a:pt x="2358639" y="1031845"/>
                </a:lnTo>
                <a:moveTo>
                  <a:pt x="1975916" y="188110"/>
                </a:moveTo>
                <a:lnTo>
                  <a:pt x="1981638" y="87403"/>
                </a:lnTo>
                <a:moveTo>
                  <a:pt x="1813550" y="1212298"/>
                </a:moveTo>
                <a:lnTo>
                  <a:pt x="1772552" y="1137572"/>
                </a:lnTo>
                <a:moveTo>
                  <a:pt x="2456349" y="874792"/>
                </a:moveTo>
                <a:lnTo>
                  <a:pt x="2543462" y="879497"/>
                </a:lnTo>
                <a:moveTo>
                  <a:pt x="437971" y="127210"/>
                </a:moveTo>
                <a:lnTo>
                  <a:pt x="437707" y="33755"/>
                </a:lnTo>
                <a:moveTo>
                  <a:pt x="1981638" y="87403"/>
                </a:moveTo>
                <a:lnTo>
                  <a:pt x="2070641" y="31095"/>
                </a:lnTo>
                <a:moveTo>
                  <a:pt x="2358639" y="1031845"/>
                </a:moveTo>
                <a:lnTo>
                  <a:pt x="2313546" y="1123097"/>
                </a:lnTo>
                <a:moveTo>
                  <a:pt x="2401298" y="789109"/>
                </a:moveTo>
                <a:lnTo>
                  <a:pt x="2434845" y="699202"/>
                </a:lnTo>
                <a:moveTo>
                  <a:pt x="1975916" y="188110"/>
                </a:moveTo>
                <a:lnTo>
                  <a:pt x="2046967" y="239381"/>
                </a:lnTo>
                <a:moveTo>
                  <a:pt x="1489145" y="1040058"/>
                </a:moveTo>
                <a:lnTo>
                  <a:pt x="1481422" y="1076095"/>
                </a:lnTo>
                <a:moveTo>
                  <a:pt x="2434845" y="699202"/>
                </a:moveTo>
                <a:lnTo>
                  <a:pt x="2368429" y="607368"/>
                </a:lnTo>
                <a:moveTo>
                  <a:pt x="437971" y="127210"/>
                </a:moveTo>
                <a:lnTo>
                  <a:pt x="412430" y="182497"/>
                </a:lnTo>
                <a:moveTo>
                  <a:pt x="870275" y="774173"/>
                </a:moveTo>
                <a:lnTo>
                  <a:pt x="863201" y="665788"/>
                </a:lnTo>
                <a:moveTo>
                  <a:pt x="908896" y="1320864"/>
                </a:moveTo>
                <a:lnTo>
                  <a:pt x="920412" y="1293279"/>
                </a:lnTo>
                <a:moveTo>
                  <a:pt x="2368429" y="607368"/>
                </a:moveTo>
                <a:lnTo>
                  <a:pt x="2363672" y="532599"/>
                </a:lnTo>
                <a:moveTo>
                  <a:pt x="1268054" y="785806"/>
                </a:moveTo>
                <a:lnTo>
                  <a:pt x="1320121" y="823344"/>
                </a:lnTo>
                <a:moveTo>
                  <a:pt x="863201" y="665788"/>
                </a:moveTo>
                <a:lnTo>
                  <a:pt x="820488" y="605291"/>
                </a:lnTo>
                <a:moveTo>
                  <a:pt x="1772552" y="1137572"/>
                </a:moveTo>
                <a:lnTo>
                  <a:pt x="1778670" y="1178488"/>
                </a:lnTo>
                <a:moveTo>
                  <a:pt x="2434845" y="699202"/>
                </a:moveTo>
                <a:lnTo>
                  <a:pt x="2432895" y="719374"/>
                </a:lnTo>
                <a:moveTo>
                  <a:pt x="1614598" y="398018"/>
                </a:moveTo>
                <a:lnTo>
                  <a:pt x="1634785" y="387466"/>
                </a:lnTo>
                <a:moveTo>
                  <a:pt x="1535831" y="562924"/>
                </a:moveTo>
                <a:lnTo>
                  <a:pt x="1437247" y="609833"/>
                </a:lnTo>
                <a:moveTo>
                  <a:pt x="2083805" y="1142322"/>
                </a:moveTo>
                <a:lnTo>
                  <a:pt x="2105701" y="1220605"/>
                </a:lnTo>
                <a:moveTo>
                  <a:pt x="1778670" y="1178488"/>
                </a:moveTo>
                <a:lnTo>
                  <a:pt x="1837549" y="1247890"/>
                </a:lnTo>
                <a:moveTo>
                  <a:pt x="2083805" y="1142322"/>
                </a:moveTo>
                <a:lnTo>
                  <a:pt x="2102168" y="1050378"/>
                </a:lnTo>
                <a:moveTo>
                  <a:pt x="1569016" y="480276"/>
                </a:moveTo>
                <a:lnTo>
                  <a:pt x="1535831" y="562924"/>
                </a:lnTo>
                <a:moveTo>
                  <a:pt x="1341722" y="761348"/>
                </a:moveTo>
                <a:lnTo>
                  <a:pt x="1268054" y="785806"/>
                </a:lnTo>
                <a:moveTo>
                  <a:pt x="1437247" y="609833"/>
                </a:moveTo>
                <a:lnTo>
                  <a:pt x="1433066" y="710944"/>
                </a:lnTo>
                <a:moveTo>
                  <a:pt x="820488" y="605291"/>
                </a:moveTo>
                <a:lnTo>
                  <a:pt x="850676" y="623966"/>
                </a:lnTo>
                <a:moveTo>
                  <a:pt x="1614598" y="398018"/>
                </a:moveTo>
                <a:lnTo>
                  <a:pt x="1569016" y="480276"/>
                </a:lnTo>
                <a:moveTo>
                  <a:pt x="1437247" y="609833"/>
                </a:moveTo>
                <a:lnTo>
                  <a:pt x="1364813" y="554596"/>
                </a:lnTo>
                <a:moveTo>
                  <a:pt x="2432895" y="719374"/>
                </a:moveTo>
                <a:lnTo>
                  <a:pt x="2356042" y="774566"/>
                </a:lnTo>
                <a:moveTo>
                  <a:pt x="1778670" y="1178488"/>
                </a:moveTo>
                <a:lnTo>
                  <a:pt x="1718149" y="1135305"/>
                </a:lnTo>
                <a:moveTo>
                  <a:pt x="2432895" y="719374"/>
                </a:moveTo>
                <a:lnTo>
                  <a:pt x="2500821" y="685576"/>
                </a:lnTo>
                <a:moveTo>
                  <a:pt x="1433066" y="710944"/>
                </a:moveTo>
                <a:lnTo>
                  <a:pt x="1341722" y="761348"/>
                </a:lnTo>
                <a:moveTo>
                  <a:pt x="1642492" y="314976"/>
                </a:moveTo>
                <a:lnTo>
                  <a:pt x="1614598" y="398018"/>
                </a:lnTo>
                <a:moveTo>
                  <a:pt x="2076962" y="618478"/>
                </a:moveTo>
                <a:lnTo>
                  <a:pt x="1999264" y="688518"/>
                </a:lnTo>
                <a:moveTo>
                  <a:pt x="2008551" y="780001"/>
                </a:moveTo>
                <a:lnTo>
                  <a:pt x="1999264" y="688518"/>
                </a:lnTo>
                <a:moveTo>
                  <a:pt x="1642492" y="314976"/>
                </a:moveTo>
                <a:lnTo>
                  <a:pt x="1578935" y="218860"/>
                </a:lnTo>
                <a:moveTo>
                  <a:pt x="2163836" y="639890"/>
                </a:moveTo>
                <a:lnTo>
                  <a:pt x="2076962" y="618478"/>
                </a:lnTo>
                <a:moveTo>
                  <a:pt x="2032684" y="1146831"/>
                </a:moveTo>
                <a:lnTo>
                  <a:pt x="2083805" y="1142322"/>
                </a:lnTo>
                <a:moveTo>
                  <a:pt x="1751098" y="293462"/>
                </a:moveTo>
                <a:lnTo>
                  <a:pt x="1642492" y="314976"/>
                </a:lnTo>
                <a:moveTo>
                  <a:pt x="1578935" y="218860"/>
                </a:moveTo>
                <a:lnTo>
                  <a:pt x="1629978" y="132556"/>
                </a:lnTo>
                <a:moveTo>
                  <a:pt x="1578935" y="218860"/>
                </a:moveTo>
                <a:lnTo>
                  <a:pt x="1475850" y="228787"/>
                </a:lnTo>
                <a:moveTo>
                  <a:pt x="1341722" y="761348"/>
                </a:moveTo>
                <a:lnTo>
                  <a:pt x="1371720" y="857737"/>
                </a:lnTo>
                <a:moveTo>
                  <a:pt x="894272" y="976048"/>
                </a:moveTo>
                <a:lnTo>
                  <a:pt x="979554" y="952048"/>
                </a:lnTo>
                <a:moveTo>
                  <a:pt x="2356042" y="774566"/>
                </a:moveTo>
                <a:lnTo>
                  <a:pt x="2351714" y="811223"/>
                </a:lnTo>
                <a:moveTo>
                  <a:pt x="1371720" y="857737"/>
                </a:moveTo>
                <a:lnTo>
                  <a:pt x="1452050" y="902596"/>
                </a:lnTo>
                <a:moveTo>
                  <a:pt x="2329603" y="924911"/>
                </a:moveTo>
                <a:lnTo>
                  <a:pt x="2260146" y="958364"/>
                </a:lnTo>
                <a:moveTo>
                  <a:pt x="2095466" y="801179"/>
                </a:moveTo>
                <a:lnTo>
                  <a:pt x="2008551" y="780001"/>
                </a:lnTo>
                <a:moveTo>
                  <a:pt x="2174499" y="731567"/>
                </a:moveTo>
                <a:lnTo>
                  <a:pt x="2163836" y="639890"/>
                </a:lnTo>
                <a:moveTo>
                  <a:pt x="2351714" y="811223"/>
                </a:moveTo>
                <a:lnTo>
                  <a:pt x="2329603" y="924911"/>
                </a:lnTo>
                <a:moveTo>
                  <a:pt x="2174499" y="731567"/>
                </a:moveTo>
                <a:lnTo>
                  <a:pt x="2095466" y="801179"/>
                </a:lnTo>
                <a:moveTo>
                  <a:pt x="1284826" y="1073430"/>
                </a:moveTo>
                <a:lnTo>
                  <a:pt x="1236459" y="1064216"/>
                </a:lnTo>
                <a:moveTo>
                  <a:pt x="1371720" y="857737"/>
                </a:moveTo>
                <a:lnTo>
                  <a:pt x="1306598" y="888178"/>
                </a:lnTo>
                <a:moveTo>
                  <a:pt x="878711" y="1008059"/>
                </a:moveTo>
                <a:lnTo>
                  <a:pt x="894272" y="976048"/>
                </a:lnTo>
                <a:moveTo>
                  <a:pt x="1152405" y="1262113"/>
                </a:moveTo>
                <a:lnTo>
                  <a:pt x="1099035" y="1294682"/>
                </a:lnTo>
                <a:moveTo>
                  <a:pt x="2100892" y="1194710"/>
                </a:moveTo>
                <a:lnTo>
                  <a:pt x="2032684" y="1146831"/>
                </a:lnTo>
                <a:moveTo>
                  <a:pt x="2351714" y="811223"/>
                </a:moveTo>
                <a:lnTo>
                  <a:pt x="2270091" y="754606"/>
                </a:lnTo>
                <a:moveTo>
                  <a:pt x="2270091" y="754606"/>
                </a:moveTo>
                <a:lnTo>
                  <a:pt x="2174499" y="731567"/>
                </a:lnTo>
                <a:moveTo>
                  <a:pt x="1267985" y="1257768"/>
                </a:moveTo>
                <a:lnTo>
                  <a:pt x="1152405" y="1262113"/>
                </a:lnTo>
                <a:moveTo>
                  <a:pt x="2207521" y="1173302"/>
                </a:moveTo>
                <a:lnTo>
                  <a:pt x="2100892" y="1194710"/>
                </a:lnTo>
                <a:moveTo>
                  <a:pt x="1309137" y="1164080"/>
                </a:moveTo>
                <a:lnTo>
                  <a:pt x="1267985" y="1257768"/>
                </a:lnTo>
                <a:moveTo>
                  <a:pt x="1284826" y="1073430"/>
                </a:moveTo>
                <a:lnTo>
                  <a:pt x="1309137" y="1164080"/>
                </a:lnTo>
                <a:moveTo>
                  <a:pt x="2100892" y="1194710"/>
                </a:moveTo>
                <a:lnTo>
                  <a:pt x="2085250" y="1309961"/>
                </a:lnTo>
                <a:moveTo>
                  <a:pt x="1306598" y="888178"/>
                </a:moveTo>
                <a:lnTo>
                  <a:pt x="1323360" y="980257"/>
                </a:lnTo>
                <a:moveTo>
                  <a:pt x="1323360" y="980257"/>
                </a:moveTo>
                <a:lnTo>
                  <a:pt x="1284826" y="1073430"/>
                </a:lnTo>
                <a:moveTo>
                  <a:pt x="954106" y="1083689"/>
                </a:moveTo>
                <a:lnTo>
                  <a:pt x="878711" y="1008059"/>
                </a:lnTo>
                <a:moveTo>
                  <a:pt x="878711" y="1008059"/>
                </a:moveTo>
                <a:lnTo>
                  <a:pt x="881223" y="914856"/>
                </a:lnTo>
                <a:moveTo>
                  <a:pt x="1323360" y="980257"/>
                </a:moveTo>
                <a:lnTo>
                  <a:pt x="1272648" y="972918"/>
                </a:lnTo>
                <a:moveTo>
                  <a:pt x="881223" y="914856"/>
                </a:moveTo>
                <a:lnTo>
                  <a:pt x="827630" y="931421"/>
                </a:lnTo>
                <a:moveTo>
                  <a:pt x="1272648" y="972918"/>
                </a:moveTo>
                <a:lnTo>
                  <a:pt x="1161736" y="944072"/>
                </a:lnTo>
                <a:moveTo>
                  <a:pt x="1272648" y="972918"/>
                </a:moveTo>
                <a:lnTo>
                  <a:pt x="1328920" y="896783"/>
                </a:lnTo>
                <a:moveTo>
                  <a:pt x="827630" y="931421"/>
                </a:moveTo>
                <a:lnTo>
                  <a:pt x="878956" y="950333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52" name="9pxt_3_tuned_ExperimentalDensity">
            <a:extLst>
              <a:ext uri="{FF2B5EF4-FFF2-40B4-BE49-F238E27FC236}">
                <a16:creationId xmlns:a16="http://schemas.microsoft.com/office/drawing/2014/main" id="{4BFD2E77-6565-454E-A8B3-AFE5040E9A2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3325" y="801817"/>
                </a:moveTo>
                <a:lnTo>
                  <a:pt x="1307967" y="787605"/>
                </a:lnTo>
                <a:moveTo>
                  <a:pt x="1397377" y="797002"/>
                </a:moveTo>
                <a:lnTo>
                  <a:pt x="1383325" y="801817"/>
                </a:lnTo>
                <a:moveTo>
                  <a:pt x="1294532" y="846994"/>
                </a:moveTo>
                <a:lnTo>
                  <a:pt x="1307967" y="787605"/>
                </a:lnTo>
                <a:moveTo>
                  <a:pt x="1369500" y="858817"/>
                </a:moveTo>
                <a:lnTo>
                  <a:pt x="1307967" y="787605"/>
                </a:lnTo>
                <a:moveTo>
                  <a:pt x="1369500" y="858817"/>
                </a:moveTo>
                <a:lnTo>
                  <a:pt x="1383325" y="801817"/>
                </a:lnTo>
                <a:moveTo>
                  <a:pt x="1121522" y="824467"/>
                </a:moveTo>
                <a:lnTo>
                  <a:pt x="1067972" y="807077"/>
                </a:lnTo>
                <a:moveTo>
                  <a:pt x="1397377" y="797002"/>
                </a:moveTo>
                <a:lnTo>
                  <a:pt x="1369500" y="858817"/>
                </a:lnTo>
                <a:moveTo>
                  <a:pt x="1369193" y="860075"/>
                </a:moveTo>
                <a:lnTo>
                  <a:pt x="1397377" y="797002"/>
                </a:lnTo>
                <a:moveTo>
                  <a:pt x="2341353" y="626220"/>
                </a:moveTo>
                <a:lnTo>
                  <a:pt x="2337924" y="627380"/>
                </a:lnTo>
                <a:moveTo>
                  <a:pt x="1456701" y="780454"/>
                </a:moveTo>
                <a:lnTo>
                  <a:pt x="1397377" y="797002"/>
                </a:lnTo>
                <a:moveTo>
                  <a:pt x="1294018" y="849181"/>
                </a:moveTo>
                <a:lnTo>
                  <a:pt x="1294532" y="846994"/>
                </a:lnTo>
                <a:moveTo>
                  <a:pt x="1121840" y="891817"/>
                </a:moveTo>
                <a:lnTo>
                  <a:pt x="1121522" y="824467"/>
                </a:lnTo>
                <a:moveTo>
                  <a:pt x="1294018" y="849181"/>
                </a:moveTo>
                <a:lnTo>
                  <a:pt x="1293713" y="850886"/>
                </a:lnTo>
                <a:moveTo>
                  <a:pt x="1369500" y="858817"/>
                </a:moveTo>
                <a:lnTo>
                  <a:pt x="1294532" y="846994"/>
                </a:lnTo>
                <a:moveTo>
                  <a:pt x="1369500" y="858817"/>
                </a:moveTo>
                <a:lnTo>
                  <a:pt x="1294018" y="849181"/>
                </a:lnTo>
                <a:moveTo>
                  <a:pt x="1369193" y="860075"/>
                </a:moveTo>
                <a:lnTo>
                  <a:pt x="1294018" y="849181"/>
                </a:lnTo>
                <a:moveTo>
                  <a:pt x="1121840" y="891817"/>
                </a:moveTo>
                <a:lnTo>
                  <a:pt x="1067972" y="807077"/>
                </a:lnTo>
                <a:moveTo>
                  <a:pt x="1369193" y="860075"/>
                </a:moveTo>
                <a:lnTo>
                  <a:pt x="1293713" y="850886"/>
                </a:lnTo>
                <a:moveTo>
                  <a:pt x="2324300" y="694773"/>
                </a:moveTo>
                <a:lnTo>
                  <a:pt x="2337924" y="627380"/>
                </a:lnTo>
                <a:moveTo>
                  <a:pt x="1366925" y="871059"/>
                </a:moveTo>
                <a:lnTo>
                  <a:pt x="1293713" y="850886"/>
                </a:lnTo>
                <a:moveTo>
                  <a:pt x="2341353" y="626220"/>
                </a:moveTo>
                <a:lnTo>
                  <a:pt x="2324300" y="694773"/>
                </a:lnTo>
                <a:moveTo>
                  <a:pt x="1369193" y="860075"/>
                </a:moveTo>
                <a:lnTo>
                  <a:pt x="1369500" y="858817"/>
                </a:lnTo>
                <a:moveTo>
                  <a:pt x="1366925" y="871059"/>
                </a:moveTo>
                <a:lnTo>
                  <a:pt x="1369193" y="860075"/>
                </a:lnTo>
                <a:moveTo>
                  <a:pt x="2329577" y="691824"/>
                </a:moveTo>
                <a:lnTo>
                  <a:pt x="2341353" y="626220"/>
                </a:lnTo>
                <a:moveTo>
                  <a:pt x="1067972" y="807077"/>
                </a:moveTo>
                <a:lnTo>
                  <a:pt x="1010238" y="770499"/>
                </a:lnTo>
                <a:moveTo>
                  <a:pt x="1293713" y="850886"/>
                </a:moveTo>
                <a:lnTo>
                  <a:pt x="1280566" y="919645"/>
                </a:lnTo>
                <a:moveTo>
                  <a:pt x="1456701" y="780454"/>
                </a:moveTo>
                <a:lnTo>
                  <a:pt x="1369193" y="860075"/>
                </a:lnTo>
                <a:moveTo>
                  <a:pt x="1053627" y="861543"/>
                </a:moveTo>
                <a:lnTo>
                  <a:pt x="1067972" y="807077"/>
                </a:lnTo>
                <a:moveTo>
                  <a:pt x="1355491" y="926071"/>
                </a:moveTo>
                <a:lnTo>
                  <a:pt x="1293713" y="850886"/>
                </a:lnTo>
                <a:moveTo>
                  <a:pt x="1280566" y="919645"/>
                </a:moveTo>
                <a:lnTo>
                  <a:pt x="1205394" y="908793"/>
                </a:lnTo>
                <a:moveTo>
                  <a:pt x="2350944" y="589709"/>
                </a:moveTo>
                <a:lnTo>
                  <a:pt x="2341353" y="626220"/>
                </a:lnTo>
                <a:moveTo>
                  <a:pt x="2329577" y="691824"/>
                </a:moveTo>
                <a:lnTo>
                  <a:pt x="2324300" y="694773"/>
                </a:lnTo>
                <a:moveTo>
                  <a:pt x="1366925" y="871059"/>
                </a:moveTo>
                <a:lnTo>
                  <a:pt x="1355491" y="926071"/>
                </a:lnTo>
                <a:moveTo>
                  <a:pt x="1357327" y="925827"/>
                </a:moveTo>
                <a:lnTo>
                  <a:pt x="1366925" y="871059"/>
                </a:lnTo>
                <a:moveTo>
                  <a:pt x="1067972" y="807077"/>
                </a:moveTo>
                <a:lnTo>
                  <a:pt x="1022846" y="839624"/>
                </a:lnTo>
                <a:moveTo>
                  <a:pt x="1121840" y="891817"/>
                </a:moveTo>
                <a:lnTo>
                  <a:pt x="1053627" y="861543"/>
                </a:lnTo>
                <a:moveTo>
                  <a:pt x="2317924" y="720354"/>
                </a:moveTo>
                <a:lnTo>
                  <a:pt x="2324300" y="694773"/>
                </a:lnTo>
                <a:moveTo>
                  <a:pt x="1267246" y="992494"/>
                </a:moveTo>
                <a:lnTo>
                  <a:pt x="1205394" y="908793"/>
                </a:lnTo>
                <a:moveTo>
                  <a:pt x="1355491" y="926071"/>
                </a:moveTo>
                <a:lnTo>
                  <a:pt x="1280566" y="919645"/>
                </a:lnTo>
                <a:moveTo>
                  <a:pt x="1488955" y="772332"/>
                </a:moveTo>
                <a:lnTo>
                  <a:pt x="1456701" y="780454"/>
                </a:lnTo>
                <a:moveTo>
                  <a:pt x="2329577" y="691824"/>
                </a:moveTo>
                <a:lnTo>
                  <a:pt x="2317924" y="720354"/>
                </a:lnTo>
                <a:moveTo>
                  <a:pt x="1267246" y="992494"/>
                </a:moveTo>
                <a:lnTo>
                  <a:pt x="1280566" y="919645"/>
                </a:lnTo>
                <a:moveTo>
                  <a:pt x="1442477" y="837075"/>
                </a:moveTo>
                <a:lnTo>
                  <a:pt x="1369193" y="860075"/>
                </a:lnTo>
                <a:moveTo>
                  <a:pt x="1357327" y="925827"/>
                </a:moveTo>
                <a:lnTo>
                  <a:pt x="1355491" y="926071"/>
                </a:lnTo>
                <a:moveTo>
                  <a:pt x="2345182" y="656182"/>
                </a:moveTo>
                <a:lnTo>
                  <a:pt x="2341353" y="626220"/>
                </a:lnTo>
                <a:moveTo>
                  <a:pt x="1442477" y="837075"/>
                </a:moveTo>
                <a:lnTo>
                  <a:pt x="1456701" y="780454"/>
                </a:lnTo>
                <a:moveTo>
                  <a:pt x="1429284" y="912198"/>
                </a:moveTo>
                <a:lnTo>
                  <a:pt x="1369193" y="860075"/>
                </a:lnTo>
                <a:moveTo>
                  <a:pt x="1022846" y="839624"/>
                </a:moveTo>
                <a:lnTo>
                  <a:pt x="1010238" y="770499"/>
                </a:lnTo>
                <a:moveTo>
                  <a:pt x="1341802" y="992295"/>
                </a:moveTo>
                <a:lnTo>
                  <a:pt x="1280566" y="919645"/>
                </a:lnTo>
                <a:moveTo>
                  <a:pt x="1429284" y="912198"/>
                </a:moveTo>
                <a:lnTo>
                  <a:pt x="1366925" y="871059"/>
                </a:lnTo>
                <a:moveTo>
                  <a:pt x="989707" y="740734"/>
                </a:moveTo>
                <a:lnTo>
                  <a:pt x="1010238" y="770499"/>
                </a:lnTo>
                <a:moveTo>
                  <a:pt x="2317924" y="720354"/>
                </a:moveTo>
                <a:lnTo>
                  <a:pt x="2300995" y="755001"/>
                </a:lnTo>
                <a:moveTo>
                  <a:pt x="1053627" y="861543"/>
                </a:moveTo>
                <a:lnTo>
                  <a:pt x="1022846" y="839624"/>
                </a:lnTo>
                <a:moveTo>
                  <a:pt x="1341802" y="992295"/>
                </a:moveTo>
                <a:lnTo>
                  <a:pt x="1355491" y="926071"/>
                </a:lnTo>
                <a:moveTo>
                  <a:pt x="1488955" y="772332"/>
                </a:moveTo>
                <a:lnTo>
                  <a:pt x="1442477" y="837075"/>
                </a:lnTo>
                <a:moveTo>
                  <a:pt x="1357327" y="925827"/>
                </a:moveTo>
                <a:lnTo>
                  <a:pt x="1341802" y="992295"/>
                </a:lnTo>
                <a:moveTo>
                  <a:pt x="2345182" y="656182"/>
                </a:moveTo>
                <a:lnTo>
                  <a:pt x="2329577" y="691824"/>
                </a:lnTo>
                <a:moveTo>
                  <a:pt x="1346737" y="991602"/>
                </a:moveTo>
                <a:lnTo>
                  <a:pt x="1357327" y="925827"/>
                </a:lnTo>
                <a:moveTo>
                  <a:pt x="1341802" y="992295"/>
                </a:moveTo>
                <a:lnTo>
                  <a:pt x="1267246" y="992494"/>
                </a:lnTo>
                <a:moveTo>
                  <a:pt x="1453490" y="834515"/>
                </a:moveTo>
                <a:lnTo>
                  <a:pt x="1488955" y="772332"/>
                </a:lnTo>
                <a:moveTo>
                  <a:pt x="1039525" y="920351"/>
                </a:moveTo>
                <a:lnTo>
                  <a:pt x="1053627" y="861543"/>
                </a:lnTo>
                <a:moveTo>
                  <a:pt x="1429284" y="912198"/>
                </a:moveTo>
                <a:lnTo>
                  <a:pt x="1357327" y="925827"/>
                </a:lnTo>
                <a:moveTo>
                  <a:pt x="2315278" y="684609"/>
                </a:moveTo>
                <a:lnTo>
                  <a:pt x="2329577" y="691824"/>
                </a:lnTo>
                <a:moveTo>
                  <a:pt x="2334873" y="572628"/>
                </a:moveTo>
                <a:lnTo>
                  <a:pt x="2350944" y="589709"/>
                </a:lnTo>
                <a:moveTo>
                  <a:pt x="2345182" y="656182"/>
                </a:moveTo>
                <a:lnTo>
                  <a:pt x="2350944" y="589709"/>
                </a:lnTo>
                <a:moveTo>
                  <a:pt x="1053627" y="861543"/>
                </a:moveTo>
                <a:lnTo>
                  <a:pt x="1026989" y="907527"/>
                </a:lnTo>
                <a:moveTo>
                  <a:pt x="2315278" y="684609"/>
                </a:moveTo>
                <a:lnTo>
                  <a:pt x="2317924" y="720354"/>
                </a:lnTo>
                <a:moveTo>
                  <a:pt x="1453490" y="834515"/>
                </a:moveTo>
                <a:lnTo>
                  <a:pt x="1442477" y="837075"/>
                </a:lnTo>
                <a:moveTo>
                  <a:pt x="1346737" y="991602"/>
                </a:moveTo>
                <a:lnTo>
                  <a:pt x="1341802" y="992295"/>
                </a:lnTo>
                <a:moveTo>
                  <a:pt x="2257595" y="816037"/>
                </a:moveTo>
                <a:lnTo>
                  <a:pt x="2300995" y="755001"/>
                </a:lnTo>
                <a:moveTo>
                  <a:pt x="997278" y="798036"/>
                </a:moveTo>
                <a:lnTo>
                  <a:pt x="1010238" y="770499"/>
                </a:lnTo>
                <a:moveTo>
                  <a:pt x="1338937" y="1004122"/>
                </a:moveTo>
                <a:lnTo>
                  <a:pt x="1341802" y="992295"/>
                </a:lnTo>
                <a:moveTo>
                  <a:pt x="1415792" y="981960"/>
                </a:moveTo>
                <a:lnTo>
                  <a:pt x="1357327" y="925827"/>
                </a:lnTo>
                <a:moveTo>
                  <a:pt x="1429284" y="912198"/>
                </a:moveTo>
                <a:lnTo>
                  <a:pt x="1442477" y="837075"/>
                </a:lnTo>
                <a:moveTo>
                  <a:pt x="1346737" y="991602"/>
                </a:moveTo>
                <a:lnTo>
                  <a:pt x="1338937" y="1004122"/>
                </a:lnTo>
                <a:moveTo>
                  <a:pt x="1368971" y="717108"/>
                </a:moveTo>
                <a:lnTo>
                  <a:pt x="1304173" y="719537"/>
                </a:lnTo>
                <a:moveTo>
                  <a:pt x="1290675" y="789203"/>
                </a:moveTo>
                <a:lnTo>
                  <a:pt x="1304173" y="719537"/>
                </a:lnTo>
                <a:moveTo>
                  <a:pt x="1441863" y="826058"/>
                </a:moveTo>
                <a:lnTo>
                  <a:pt x="1453490" y="834515"/>
                </a:lnTo>
                <a:moveTo>
                  <a:pt x="2315278" y="684609"/>
                </a:moveTo>
                <a:lnTo>
                  <a:pt x="2300995" y="755001"/>
                </a:lnTo>
                <a:moveTo>
                  <a:pt x="1453490" y="834515"/>
                </a:moveTo>
                <a:lnTo>
                  <a:pt x="1429284" y="912198"/>
                </a:lnTo>
                <a:moveTo>
                  <a:pt x="2345182" y="656182"/>
                </a:moveTo>
                <a:lnTo>
                  <a:pt x="2334873" y="572628"/>
                </a:lnTo>
                <a:moveTo>
                  <a:pt x="1026989" y="907527"/>
                </a:moveTo>
                <a:lnTo>
                  <a:pt x="1022846" y="839624"/>
                </a:lnTo>
                <a:moveTo>
                  <a:pt x="984128" y="753106"/>
                </a:moveTo>
                <a:lnTo>
                  <a:pt x="989707" y="740734"/>
                </a:lnTo>
                <a:moveTo>
                  <a:pt x="2192717" y="634162"/>
                </a:moveTo>
                <a:lnTo>
                  <a:pt x="2170607" y="612957"/>
                </a:lnTo>
                <a:moveTo>
                  <a:pt x="2223470" y="533403"/>
                </a:moveTo>
                <a:lnTo>
                  <a:pt x="2192717" y="634162"/>
                </a:lnTo>
                <a:moveTo>
                  <a:pt x="1365631" y="796169"/>
                </a:moveTo>
                <a:lnTo>
                  <a:pt x="1304173" y="719537"/>
                </a:lnTo>
                <a:moveTo>
                  <a:pt x="2285096" y="714809"/>
                </a:moveTo>
                <a:lnTo>
                  <a:pt x="2300995" y="755001"/>
                </a:lnTo>
                <a:moveTo>
                  <a:pt x="2196749" y="702049"/>
                </a:moveTo>
                <a:lnTo>
                  <a:pt x="2192717" y="634162"/>
                </a:lnTo>
                <a:moveTo>
                  <a:pt x="1441863" y="826058"/>
                </a:moveTo>
                <a:lnTo>
                  <a:pt x="1376854" y="727201"/>
                </a:lnTo>
                <a:moveTo>
                  <a:pt x="2334873" y="572628"/>
                </a:moveTo>
                <a:lnTo>
                  <a:pt x="2315125" y="546640"/>
                </a:lnTo>
                <a:moveTo>
                  <a:pt x="1449993" y="747723"/>
                </a:moveTo>
                <a:lnTo>
                  <a:pt x="1453490" y="834515"/>
                </a:lnTo>
                <a:moveTo>
                  <a:pt x="1338937" y="1004122"/>
                </a:moveTo>
                <a:lnTo>
                  <a:pt x="1301678" y="1052399"/>
                </a:lnTo>
                <a:moveTo>
                  <a:pt x="1039525" y="920351"/>
                </a:moveTo>
                <a:lnTo>
                  <a:pt x="1026989" y="907527"/>
                </a:lnTo>
                <a:moveTo>
                  <a:pt x="1378583" y="716737"/>
                </a:moveTo>
                <a:lnTo>
                  <a:pt x="1368971" y="717108"/>
                </a:lnTo>
                <a:moveTo>
                  <a:pt x="2175565" y="564027"/>
                </a:moveTo>
                <a:lnTo>
                  <a:pt x="2192717" y="634162"/>
                </a:lnTo>
                <a:moveTo>
                  <a:pt x="1415792" y="981960"/>
                </a:moveTo>
                <a:lnTo>
                  <a:pt x="1346737" y="991602"/>
                </a:lnTo>
                <a:moveTo>
                  <a:pt x="997278" y="798036"/>
                </a:moveTo>
                <a:lnTo>
                  <a:pt x="1022846" y="839624"/>
                </a:lnTo>
                <a:moveTo>
                  <a:pt x="1376854" y="727201"/>
                </a:moveTo>
                <a:lnTo>
                  <a:pt x="1368971" y="717108"/>
                </a:lnTo>
                <a:moveTo>
                  <a:pt x="2345182" y="656182"/>
                </a:moveTo>
                <a:lnTo>
                  <a:pt x="2315278" y="684609"/>
                </a:lnTo>
                <a:moveTo>
                  <a:pt x="1498225" y="908280"/>
                </a:moveTo>
                <a:lnTo>
                  <a:pt x="1453490" y="834515"/>
                </a:lnTo>
                <a:moveTo>
                  <a:pt x="1441863" y="826058"/>
                </a:moveTo>
                <a:lnTo>
                  <a:pt x="1365631" y="796169"/>
                </a:lnTo>
                <a:moveTo>
                  <a:pt x="1376854" y="727201"/>
                </a:moveTo>
                <a:lnTo>
                  <a:pt x="1378583" y="716737"/>
                </a:lnTo>
                <a:moveTo>
                  <a:pt x="997278" y="798036"/>
                </a:moveTo>
                <a:lnTo>
                  <a:pt x="989707" y="740734"/>
                </a:lnTo>
                <a:moveTo>
                  <a:pt x="2320798" y="631937"/>
                </a:moveTo>
                <a:lnTo>
                  <a:pt x="2334873" y="572628"/>
                </a:lnTo>
                <a:moveTo>
                  <a:pt x="1290675" y="789203"/>
                </a:moveTo>
                <a:lnTo>
                  <a:pt x="1214922" y="767909"/>
                </a:lnTo>
                <a:moveTo>
                  <a:pt x="1449993" y="747723"/>
                </a:moveTo>
                <a:lnTo>
                  <a:pt x="1441863" y="826058"/>
                </a:lnTo>
                <a:moveTo>
                  <a:pt x="1035711" y="924441"/>
                </a:moveTo>
                <a:lnTo>
                  <a:pt x="1039525" y="920351"/>
                </a:lnTo>
                <a:moveTo>
                  <a:pt x="2265266" y="505807"/>
                </a:moveTo>
                <a:lnTo>
                  <a:pt x="2270757" y="448313"/>
                </a:lnTo>
                <a:moveTo>
                  <a:pt x="2220650" y="796621"/>
                </a:moveTo>
                <a:lnTo>
                  <a:pt x="2257595" y="816037"/>
                </a:lnTo>
                <a:moveTo>
                  <a:pt x="2315125" y="546640"/>
                </a:moveTo>
                <a:lnTo>
                  <a:pt x="2265266" y="505807"/>
                </a:lnTo>
                <a:moveTo>
                  <a:pt x="1365631" y="796169"/>
                </a:moveTo>
                <a:lnTo>
                  <a:pt x="1368971" y="717108"/>
                </a:lnTo>
                <a:moveTo>
                  <a:pt x="1415792" y="981960"/>
                </a:moveTo>
                <a:lnTo>
                  <a:pt x="1429284" y="912198"/>
                </a:lnTo>
                <a:moveTo>
                  <a:pt x="1327362" y="1045041"/>
                </a:moveTo>
                <a:lnTo>
                  <a:pt x="1346737" y="991602"/>
                </a:lnTo>
                <a:moveTo>
                  <a:pt x="1365631" y="796169"/>
                </a:moveTo>
                <a:lnTo>
                  <a:pt x="1290675" y="789203"/>
                </a:lnTo>
                <a:moveTo>
                  <a:pt x="1498225" y="908280"/>
                </a:moveTo>
                <a:lnTo>
                  <a:pt x="1429284" y="912198"/>
                </a:lnTo>
                <a:moveTo>
                  <a:pt x="1503313" y="902555"/>
                </a:moveTo>
                <a:lnTo>
                  <a:pt x="1453490" y="834515"/>
                </a:lnTo>
                <a:moveTo>
                  <a:pt x="1376854" y="727201"/>
                </a:moveTo>
                <a:lnTo>
                  <a:pt x="1365631" y="796169"/>
                </a:lnTo>
                <a:moveTo>
                  <a:pt x="1327362" y="1045041"/>
                </a:moveTo>
                <a:lnTo>
                  <a:pt x="1338937" y="1004122"/>
                </a:lnTo>
                <a:moveTo>
                  <a:pt x="2285096" y="714809"/>
                </a:moveTo>
                <a:lnTo>
                  <a:pt x="2257595" y="816037"/>
                </a:lnTo>
                <a:moveTo>
                  <a:pt x="2196749" y="702049"/>
                </a:moveTo>
                <a:lnTo>
                  <a:pt x="2170607" y="612957"/>
                </a:lnTo>
                <a:moveTo>
                  <a:pt x="2345182" y="656182"/>
                </a:moveTo>
                <a:lnTo>
                  <a:pt x="2320798" y="631937"/>
                </a:lnTo>
                <a:moveTo>
                  <a:pt x="1449993" y="747723"/>
                </a:moveTo>
                <a:lnTo>
                  <a:pt x="1376854" y="727201"/>
                </a:lnTo>
                <a:moveTo>
                  <a:pt x="1214922" y="767909"/>
                </a:moveTo>
                <a:lnTo>
                  <a:pt x="1202238" y="760332"/>
                </a:lnTo>
                <a:moveTo>
                  <a:pt x="1035711" y="924441"/>
                </a:moveTo>
                <a:lnTo>
                  <a:pt x="1026989" y="907527"/>
                </a:lnTo>
                <a:moveTo>
                  <a:pt x="2175565" y="564027"/>
                </a:moveTo>
                <a:lnTo>
                  <a:pt x="2170607" y="612957"/>
                </a:lnTo>
                <a:moveTo>
                  <a:pt x="2223470" y="533403"/>
                </a:moveTo>
                <a:lnTo>
                  <a:pt x="2182597" y="516250"/>
                </a:lnTo>
                <a:moveTo>
                  <a:pt x="2227259" y="734828"/>
                </a:moveTo>
                <a:lnTo>
                  <a:pt x="2257595" y="816037"/>
                </a:lnTo>
                <a:moveTo>
                  <a:pt x="2223470" y="533403"/>
                </a:moveTo>
                <a:lnTo>
                  <a:pt x="2175565" y="564027"/>
                </a:lnTo>
                <a:moveTo>
                  <a:pt x="2220650" y="796621"/>
                </a:moveTo>
                <a:lnTo>
                  <a:pt x="2196749" y="702049"/>
                </a:lnTo>
                <a:moveTo>
                  <a:pt x="1490601" y="986299"/>
                </a:moveTo>
                <a:lnTo>
                  <a:pt x="1429284" y="912198"/>
                </a:lnTo>
                <a:moveTo>
                  <a:pt x="2315278" y="684609"/>
                </a:moveTo>
                <a:lnTo>
                  <a:pt x="2285096" y="714809"/>
                </a:lnTo>
                <a:moveTo>
                  <a:pt x="2334873" y="572628"/>
                </a:moveTo>
                <a:lnTo>
                  <a:pt x="2307640" y="612864"/>
                </a:lnTo>
                <a:moveTo>
                  <a:pt x="2298230" y="439000"/>
                </a:moveTo>
                <a:lnTo>
                  <a:pt x="2265266" y="505807"/>
                </a:lnTo>
                <a:moveTo>
                  <a:pt x="2315278" y="684609"/>
                </a:moveTo>
                <a:lnTo>
                  <a:pt x="2320798" y="631937"/>
                </a:lnTo>
                <a:moveTo>
                  <a:pt x="997278" y="798036"/>
                </a:moveTo>
                <a:lnTo>
                  <a:pt x="984128" y="753106"/>
                </a:lnTo>
                <a:moveTo>
                  <a:pt x="1055198" y="978906"/>
                </a:moveTo>
                <a:lnTo>
                  <a:pt x="1039525" y="920351"/>
                </a:lnTo>
                <a:moveTo>
                  <a:pt x="1009527" y="867109"/>
                </a:moveTo>
                <a:lnTo>
                  <a:pt x="1022846" y="839624"/>
                </a:lnTo>
                <a:moveTo>
                  <a:pt x="2170607" y="612957"/>
                </a:moveTo>
                <a:lnTo>
                  <a:pt x="2150239" y="590132"/>
                </a:lnTo>
                <a:moveTo>
                  <a:pt x="1207786" y="794510"/>
                </a:moveTo>
                <a:lnTo>
                  <a:pt x="1214922" y="767909"/>
                </a:lnTo>
                <a:moveTo>
                  <a:pt x="2182597" y="516250"/>
                </a:moveTo>
                <a:lnTo>
                  <a:pt x="2175565" y="564027"/>
                </a:lnTo>
                <a:moveTo>
                  <a:pt x="1327362" y="1045041"/>
                </a:moveTo>
                <a:lnTo>
                  <a:pt x="1301678" y="1052399"/>
                </a:lnTo>
                <a:moveTo>
                  <a:pt x="1301678" y="1052399"/>
                </a:moveTo>
                <a:lnTo>
                  <a:pt x="1241565" y="1098811"/>
                </a:lnTo>
                <a:moveTo>
                  <a:pt x="2227259" y="734828"/>
                </a:moveTo>
                <a:lnTo>
                  <a:pt x="2220650" y="796621"/>
                </a:lnTo>
                <a:moveTo>
                  <a:pt x="2272429" y="423429"/>
                </a:moveTo>
                <a:lnTo>
                  <a:pt x="2270757" y="448313"/>
                </a:lnTo>
                <a:moveTo>
                  <a:pt x="2227259" y="734828"/>
                </a:moveTo>
                <a:lnTo>
                  <a:pt x="2196749" y="702049"/>
                </a:lnTo>
                <a:moveTo>
                  <a:pt x="1502648" y="913959"/>
                </a:moveTo>
                <a:lnTo>
                  <a:pt x="1498225" y="908280"/>
                </a:lnTo>
                <a:moveTo>
                  <a:pt x="2454463" y="739269"/>
                </a:moveTo>
                <a:lnTo>
                  <a:pt x="2454377" y="671952"/>
                </a:lnTo>
                <a:moveTo>
                  <a:pt x="1511034" y="910130"/>
                </a:moveTo>
                <a:lnTo>
                  <a:pt x="1502648" y="913959"/>
                </a:lnTo>
                <a:moveTo>
                  <a:pt x="2320798" y="631937"/>
                </a:moveTo>
                <a:lnTo>
                  <a:pt x="2285096" y="714809"/>
                </a:lnTo>
                <a:moveTo>
                  <a:pt x="1694543" y="936633"/>
                </a:moveTo>
                <a:lnTo>
                  <a:pt x="1685856" y="868074"/>
                </a:lnTo>
                <a:moveTo>
                  <a:pt x="1207786" y="794510"/>
                </a:moveTo>
                <a:lnTo>
                  <a:pt x="1202238" y="760332"/>
                </a:lnTo>
                <a:moveTo>
                  <a:pt x="1415792" y="981960"/>
                </a:moveTo>
                <a:lnTo>
                  <a:pt x="1327362" y="1045041"/>
                </a:lnTo>
                <a:moveTo>
                  <a:pt x="1276277" y="842702"/>
                </a:moveTo>
                <a:lnTo>
                  <a:pt x="1290675" y="789203"/>
                </a:lnTo>
                <a:moveTo>
                  <a:pt x="1503313" y="902555"/>
                </a:moveTo>
                <a:lnTo>
                  <a:pt x="1498225" y="908280"/>
                </a:lnTo>
                <a:moveTo>
                  <a:pt x="2298230" y="439000"/>
                </a:moveTo>
                <a:lnTo>
                  <a:pt x="2270757" y="448313"/>
                </a:lnTo>
                <a:moveTo>
                  <a:pt x="1505109" y="853932"/>
                </a:moveTo>
                <a:lnTo>
                  <a:pt x="1453490" y="834515"/>
                </a:lnTo>
                <a:moveTo>
                  <a:pt x="1511034" y="910130"/>
                </a:moveTo>
                <a:lnTo>
                  <a:pt x="1503313" y="902555"/>
                </a:lnTo>
                <a:moveTo>
                  <a:pt x="2285096" y="714809"/>
                </a:moveTo>
                <a:lnTo>
                  <a:pt x="2227259" y="734828"/>
                </a:lnTo>
                <a:moveTo>
                  <a:pt x="2175565" y="564027"/>
                </a:moveTo>
                <a:lnTo>
                  <a:pt x="2150239" y="590132"/>
                </a:lnTo>
                <a:moveTo>
                  <a:pt x="2298230" y="439000"/>
                </a:moveTo>
                <a:lnTo>
                  <a:pt x="2315125" y="546640"/>
                </a:lnTo>
                <a:moveTo>
                  <a:pt x="1490601" y="986299"/>
                </a:moveTo>
                <a:lnTo>
                  <a:pt x="1415792" y="981960"/>
                </a:lnTo>
                <a:moveTo>
                  <a:pt x="1503313" y="902555"/>
                </a:moveTo>
                <a:lnTo>
                  <a:pt x="1502648" y="913959"/>
                </a:lnTo>
                <a:moveTo>
                  <a:pt x="2156368" y="669314"/>
                </a:moveTo>
                <a:lnTo>
                  <a:pt x="2170607" y="612957"/>
                </a:lnTo>
                <a:moveTo>
                  <a:pt x="1490601" y="986299"/>
                </a:moveTo>
                <a:lnTo>
                  <a:pt x="1498225" y="908280"/>
                </a:lnTo>
                <a:moveTo>
                  <a:pt x="1276277" y="842702"/>
                </a:moveTo>
                <a:lnTo>
                  <a:pt x="1214922" y="767909"/>
                </a:lnTo>
                <a:moveTo>
                  <a:pt x="1502648" y="913959"/>
                </a:moveTo>
                <a:lnTo>
                  <a:pt x="1490601" y="986299"/>
                </a:lnTo>
                <a:moveTo>
                  <a:pt x="1055198" y="978906"/>
                </a:moveTo>
                <a:lnTo>
                  <a:pt x="1035711" y="924441"/>
                </a:lnTo>
                <a:moveTo>
                  <a:pt x="1243266" y="833562"/>
                </a:moveTo>
                <a:lnTo>
                  <a:pt x="1214922" y="767909"/>
                </a:lnTo>
                <a:moveTo>
                  <a:pt x="1138063" y="726786"/>
                </a:moveTo>
                <a:lnTo>
                  <a:pt x="1202238" y="760332"/>
                </a:lnTo>
                <a:moveTo>
                  <a:pt x="1032560" y="697931"/>
                </a:moveTo>
                <a:lnTo>
                  <a:pt x="984128" y="753106"/>
                </a:lnTo>
                <a:moveTo>
                  <a:pt x="1351264" y="850243"/>
                </a:moveTo>
                <a:lnTo>
                  <a:pt x="1290675" y="789203"/>
                </a:lnTo>
                <a:moveTo>
                  <a:pt x="1426422" y="860845"/>
                </a:moveTo>
                <a:lnTo>
                  <a:pt x="1441863" y="826058"/>
                </a:lnTo>
                <a:moveTo>
                  <a:pt x="1163862" y="1099113"/>
                </a:moveTo>
                <a:lnTo>
                  <a:pt x="1164220" y="1098285"/>
                </a:lnTo>
                <a:moveTo>
                  <a:pt x="1505109" y="853932"/>
                </a:moveTo>
                <a:lnTo>
                  <a:pt x="1441863" y="826058"/>
                </a:lnTo>
                <a:moveTo>
                  <a:pt x="1241565" y="1098811"/>
                </a:moveTo>
                <a:lnTo>
                  <a:pt x="1164220" y="1098285"/>
                </a:lnTo>
                <a:moveTo>
                  <a:pt x="1430559" y="860612"/>
                </a:moveTo>
                <a:lnTo>
                  <a:pt x="1441863" y="826058"/>
                </a:lnTo>
                <a:moveTo>
                  <a:pt x="2156368" y="669314"/>
                </a:moveTo>
                <a:lnTo>
                  <a:pt x="2196749" y="702049"/>
                </a:lnTo>
                <a:moveTo>
                  <a:pt x="1241565" y="1098811"/>
                </a:moveTo>
                <a:lnTo>
                  <a:pt x="1163862" y="1099113"/>
                </a:lnTo>
                <a:moveTo>
                  <a:pt x="2307640" y="612864"/>
                </a:moveTo>
                <a:lnTo>
                  <a:pt x="2315125" y="546640"/>
                </a:lnTo>
                <a:moveTo>
                  <a:pt x="2408519" y="627433"/>
                </a:moveTo>
                <a:lnTo>
                  <a:pt x="2454377" y="671952"/>
                </a:lnTo>
                <a:moveTo>
                  <a:pt x="2298230" y="439000"/>
                </a:moveTo>
                <a:lnTo>
                  <a:pt x="2272429" y="423429"/>
                </a:lnTo>
                <a:moveTo>
                  <a:pt x="1674338" y="828515"/>
                </a:moveTo>
                <a:lnTo>
                  <a:pt x="1685856" y="868074"/>
                </a:lnTo>
                <a:moveTo>
                  <a:pt x="1009527" y="867109"/>
                </a:moveTo>
                <a:lnTo>
                  <a:pt x="1026989" y="907527"/>
                </a:lnTo>
                <a:moveTo>
                  <a:pt x="2170607" y="612957"/>
                </a:moveTo>
                <a:lnTo>
                  <a:pt x="2143098" y="656405"/>
                </a:lnTo>
                <a:moveTo>
                  <a:pt x="2307640" y="612864"/>
                </a:moveTo>
                <a:lnTo>
                  <a:pt x="2285096" y="714809"/>
                </a:lnTo>
                <a:moveTo>
                  <a:pt x="2320798" y="631937"/>
                </a:moveTo>
                <a:lnTo>
                  <a:pt x="2307640" y="612864"/>
                </a:lnTo>
                <a:moveTo>
                  <a:pt x="1238202" y="1095055"/>
                </a:moveTo>
                <a:lnTo>
                  <a:pt x="1301678" y="1052399"/>
                </a:lnTo>
                <a:moveTo>
                  <a:pt x="1351264" y="850243"/>
                </a:moveTo>
                <a:lnTo>
                  <a:pt x="1365631" y="796169"/>
                </a:lnTo>
                <a:moveTo>
                  <a:pt x="2458667" y="741662"/>
                </a:moveTo>
                <a:lnTo>
                  <a:pt x="2454463" y="739269"/>
                </a:lnTo>
                <a:moveTo>
                  <a:pt x="1207786" y="794510"/>
                </a:moveTo>
                <a:lnTo>
                  <a:pt x="1138063" y="726786"/>
                </a:lnTo>
                <a:moveTo>
                  <a:pt x="1035711" y="924441"/>
                </a:moveTo>
                <a:lnTo>
                  <a:pt x="1009527" y="867109"/>
                </a:lnTo>
                <a:moveTo>
                  <a:pt x="2457344" y="745678"/>
                </a:moveTo>
                <a:lnTo>
                  <a:pt x="2458667" y="741662"/>
                </a:lnTo>
                <a:moveTo>
                  <a:pt x="2227259" y="734828"/>
                </a:moveTo>
                <a:lnTo>
                  <a:pt x="2156368" y="669314"/>
                </a:lnTo>
                <a:moveTo>
                  <a:pt x="2457344" y="745678"/>
                </a:moveTo>
                <a:lnTo>
                  <a:pt x="2454463" y="739269"/>
                </a:lnTo>
                <a:moveTo>
                  <a:pt x="1426422" y="860845"/>
                </a:moveTo>
                <a:lnTo>
                  <a:pt x="1365631" y="796169"/>
                </a:lnTo>
                <a:moveTo>
                  <a:pt x="1032560" y="697931"/>
                </a:moveTo>
                <a:lnTo>
                  <a:pt x="997278" y="798036"/>
                </a:lnTo>
                <a:moveTo>
                  <a:pt x="1243266" y="833562"/>
                </a:moveTo>
                <a:lnTo>
                  <a:pt x="1207786" y="794510"/>
                </a:lnTo>
                <a:moveTo>
                  <a:pt x="1401385" y="1035301"/>
                </a:moveTo>
                <a:lnTo>
                  <a:pt x="1415792" y="981960"/>
                </a:lnTo>
                <a:moveTo>
                  <a:pt x="1200535" y="821604"/>
                </a:moveTo>
                <a:lnTo>
                  <a:pt x="1207786" y="794510"/>
                </a:lnTo>
                <a:moveTo>
                  <a:pt x="2325663" y="510266"/>
                </a:moveTo>
                <a:lnTo>
                  <a:pt x="2315125" y="546640"/>
                </a:lnTo>
                <a:moveTo>
                  <a:pt x="1476702" y="1048753"/>
                </a:moveTo>
                <a:lnTo>
                  <a:pt x="1415792" y="981960"/>
                </a:lnTo>
                <a:moveTo>
                  <a:pt x="1552780" y="1075875"/>
                </a:moveTo>
                <a:lnTo>
                  <a:pt x="1490601" y="986299"/>
                </a:lnTo>
                <a:moveTo>
                  <a:pt x="1009527" y="867109"/>
                </a:moveTo>
                <a:lnTo>
                  <a:pt x="997278" y="798036"/>
                </a:lnTo>
                <a:moveTo>
                  <a:pt x="1327362" y="1045041"/>
                </a:moveTo>
                <a:lnTo>
                  <a:pt x="1238202" y="1095055"/>
                </a:lnTo>
                <a:moveTo>
                  <a:pt x="1505109" y="853932"/>
                </a:moveTo>
                <a:lnTo>
                  <a:pt x="1511034" y="910130"/>
                </a:lnTo>
                <a:moveTo>
                  <a:pt x="2272429" y="423429"/>
                </a:moveTo>
                <a:lnTo>
                  <a:pt x="2201654" y="343341"/>
                </a:lnTo>
                <a:moveTo>
                  <a:pt x="1238202" y="1095055"/>
                </a:moveTo>
                <a:lnTo>
                  <a:pt x="1163862" y="1099113"/>
                </a:lnTo>
                <a:moveTo>
                  <a:pt x="1238202" y="1095055"/>
                </a:moveTo>
                <a:lnTo>
                  <a:pt x="1241565" y="1098811"/>
                </a:lnTo>
                <a:moveTo>
                  <a:pt x="2404255" y="694122"/>
                </a:moveTo>
                <a:lnTo>
                  <a:pt x="2454377" y="671952"/>
                </a:lnTo>
                <a:moveTo>
                  <a:pt x="2143098" y="656405"/>
                </a:moveTo>
                <a:lnTo>
                  <a:pt x="2150239" y="590132"/>
                </a:lnTo>
                <a:moveTo>
                  <a:pt x="1401385" y="1035301"/>
                </a:moveTo>
                <a:lnTo>
                  <a:pt x="1327362" y="1045041"/>
                </a:lnTo>
                <a:moveTo>
                  <a:pt x="2251968" y="672128"/>
                </a:moveTo>
                <a:lnTo>
                  <a:pt x="2285096" y="714809"/>
                </a:lnTo>
                <a:moveTo>
                  <a:pt x="1505109" y="853932"/>
                </a:moveTo>
                <a:lnTo>
                  <a:pt x="1503313" y="902555"/>
                </a:lnTo>
                <a:moveTo>
                  <a:pt x="1276277" y="842702"/>
                </a:moveTo>
                <a:lnTo>
                  <a:pt x="1243266" y="833562"/>
                </a:lnTo>
                <a:moveTo>
                  <a:pt x="2227259" y="734828"/>
                </a:moveTo>
                <a:lnTo>
                  <a:pt x="2153810" y="667458"/>
                </a:lnTo>
                <a:moveTo>
                  <a:pt x="1200535" y="821604"/>
                </a:moveTo>
                <a:lnTo>
                  <a:pt x="1138063" y="726786"/>
                </a:lnTo>
                <a:moveTo>
                  <a:pt x="2228252" y="681782"/>
                </a:moveTo>
                <a:lnTo>
                  <a:pt x="2285096" y="714809"/>
                </a:lnTo>
                <a:moveTo>
                  <a:pt x="1027374" y="915747"/>
                </a:moveTo>
                <a:lnTo>
                  <a:pt x="1035711" y="924441"/>
                </a:lnTo>
                <a:moveTo>
                  <a:pt x="1696711" y="899050"/>
                </a:moveTo>
                <a:lnTo>
                  <a:pt x="1685856" y="868074"/>
                </a:lnTo>
                <a:moveTo>
                  <a:pt x="1138063" y="726786"/>
                </a:moveTo>
                <a:lnTo>
                  <a:pt x="1068995" y="703193"/>
                </a:lnTo>
                <a:moveTo>
                  <a:pt x="2273876" y="368219"/>
                </a:moveTo>
                <a:lnTo>
                  <a:pt x="2272429" y="423429"/>
                </a:lnTo>
                <a:moveTo>
                  <a:pt x="1476702" y="1048753"/>
                </a:moveTo>
                <a:lnTo>
                  <a:pt x="1490601" y="986299"/>
                </a:lnTo>
                <a:moveTo>
                  <a:pt x="1164220" y="1098285"/>
                </a:moveTo>
                <a:lnTo>
                  <a:pt x="1087030" y="1048698"/>
                </a:lnTo>
                <a:moveTo>
                  <a:pt x="1200535" y="821604"/>
                </a:moveTo>
                <a:lnTo>
                  <a:pt x="1243266" y="833562"/>
                </a:lnTo>
                <a:moveTo>
                  <a:pt x="1164220" y="1098285"/>
                </a:moveTo>
                <a:lnTo>
                  <a:pt x="1089250" y="1051128"/>
                </a:lnTo>
                <a:moveTo>
                  <a:pt x="1351264" y="850243"/>
                </a:moveTo>
                <a:lnTo>
                  <a:pt x="1276277" y="842702"/>
                </a:lnTo>
                <a:moveTo>
                  <a:pt x="2228252" y="681782"/>
                </a:moveTo>
                <a:lnTo>
                  <a:pt x="2227259" y="734828"/>
                </a:lnTo>
                <a:moveTo>
                  <a:pt x="2325663" y="510266"/>
                </a:moveTo>
                <a:lnTo>
                  <a:pt x="2298230" y="439000"/>
                </a:lnTo>
                <a:moveTo>
                  <a:pt x="1163862" y="1099113"/>
                </a:moveTo>
                <a:lnTo>
                  <a:pt x="1089250" y="1051128"/>
                </a:lnTo>
                <a:moveTo>
                  <a:pt x="1272458" y="855284"/>
                </a:moveTo>
                <a:lnTo>
                  <a:pt x="1276277" y="842702"/>
                </a:lnTo>
                <a:moveTo>
                  <a:pt x="1320052" y="1045578"/>
                </a:moveTo>
                <a:lnTo>
                  <a:pt x="1327362" y="1045041"/>
                </a:lnTo>
                <a:moveTo>
                  <a:pt x="1034146" y="937970"/>
                </a:moveTo>
                <a:lnTo>
                  <a:pt x="1035711" y="924441"/>
                </a:lnTo>
                <a:moveTo>
                  <a:pt x="1350256" y="853656"/>
                </a:moveTo>
                <a:lnTo>
                  <a:pt x="1276277" y="842702"/>
                </a:lnTo>
                <a:moveTo>
                  <a:pt x="1397922" y="1043606"/>
                </a:moveTo>
                <a:lnTo>
                  <a:pt x="1327362" y="1045041"/>
                </a:lnTo>
                <a:moveTo>
                  <a:pt x="1708888" y="1006010"/>
                </a:moveTo>
                <a:lnTo>
                  <a:pt x="1694543" y="936633"/>
                </a:lnTo>
                <a:moveTo>
                  <a:pt x="2156368" y="669314"/>
                </a:moveTo>
                <a:lnTo>
                  <a:pt x="2143098" y="656405"/>
                </a:lnTo>
                <a:moveTo>
                  <a:pt x="1272458" y="855284"/>
                </a:moveTo>
                <a:lnTo>
                  <a:pt x="1243266" y="833562"/>
                </a:lnTo>
                <a:moveTo>
                  <a:pt x="1030991" y="765009"/>
                </a:moveTo>
                <a:lnTo>
                  <a:pt x="997278" y="798036"/>
                </a:lnTo>
                <a:moveTo>
                  <a:pt x="1061898" y="698106"/>
                </a:moveTo>
                <a:lnTo>
                  <a:pt x="1032560" y="697931"/>
                </a:lnTo>
                <a:moveTo>
                  <a:pt x="2297208" y="573462"/>
                </a:moveTo>
                <a:lnTo>
                  <a:pt x="2315125" y="546640"/>
                </a:lnTo>
                <a:moveTo>
                  <a:pt x="1272458" y="855284"/>
                </a:moveTo>
                <a:lnTo>
                  <a:pt x="1200535" y="821604"/>
                </a:lnTo>
                <a:moveTo>
                  <a:pt x="2153810" y="667458"/>
                </a:moveTo>
                <a:lnTo>
                  <a:pt x="2156368" y="669314"/>
                </a:lnTo>
                <a:moveTo>
                  <a:pt x="1087030" y="1048698"/>
                </a:moveTo>
                <a:lnTo>
                  <a:pt x="1055198" y="978906"/>
                </a:lnTo>
                <a:moveTo>
                  <a:pt x="1061898" y="698106"/>
                </a:moveTo>
                <a:lnTo>
                  <a:pt x="1068995" y="703193"/>
                </a:lnTo>
                <a:moveTo>
                  <a:pt x="1665417" y="823434"/>
                </a:moveTo>
                <a:lnTo>
                  <a:pt x="1623926" y="821234"/>
                </a:lnTo>
                <a:moveTo>
                  <a:pt x="2251968" y="672128"/>
                </a:moveTo>
                <a:lnTo>
                  <a:pt x="2307640" y="612864"/>
                </a:lnTo>
                <a:moveTo>
                  <a:pt x="1327362" y="1045041"/>
                </a:moveTo>
                <a:lnTo>
                  <a:pt x="1248397" y="1074113"/>
                </a:lnTo>
                <a:moveTo>
                  <a:pt x="2325664" y="405066"/>
                </a:moveTo>
                <a:lnTo>
                  <a:pt x="2272429" y="423429"/>
                </a:lnTo>
                <a:moveTo>
                  <a:pt x="1552780" y="1075875"/>
                </a:moveTo>
                <a:lnTo>
                  <a:pt x="1476702" y="1048753"/>
                </a:lnTo>
                <a:moveTo>
                  <a:pt x="1350256" y="853656"/>
                </a:moveTo>
                <a:lnTo>
                  <a:pt x="1351264" y="850243"/>
                </a:lnTo>
                <a:moveTo>
                  <a:pt x="1665417" y="823434"/>
                </a:moveTo>
                <a:lnTo>
                  <a:pt x="1674338" y="828515"/>
                </a:lnTo>
                <a:moveTo>
                  <a:pt x="1124092" y="787950"/>
                </a:moveTo>
                <a:lnTo>
                  <a:pt x="1138063" y="726786"/>
                </a:lnTo>
                <a:moveTo>
                  <a:pt x="1350256" y="853656"/>
                </a:moveTo>
                <a:lnTo>
                  <a:pt x="1272458" y="855284"/>
                </a:lnTo>
                <a:moveTo>
                  <a:pt x="2404255" y="694122"/>
                </a:moveTo>
                <a:lnTo>
                  <a:pt x="2454463" y="739269"/>
                </a:lnTo>
                <a:moveTo>
                  <a:pt x="1426422" y="860845"/>
                </a:moveTo>
                <a:lnTo>
                  <a:pt x="1351264" y="850243"/>
                </a:lnTo>
                <a:moveTo>
                  <a:pt x="1426174" y="860966"/>
                </a:moveTo>
                <a:lnTo>
                  <a:pt x="1351264" y="850243"/>
                </a:lnTo>
                <a:moveTo>
                  <a:pt x="2325664" y="405066"/>
                </a:moveTo>
                <a:lnTo>
                  <a:pt x="2298230" y="439000"/>
                </a:lnTo>
                <a:moveTo>
                  <a:pt x="2153810" y="667458"/>
                </a:moveTo>
                <a:lnTo>
                  <a:pt x="2143098" y="656405"/>
                </a:lnTo>
                <a:moveTo>
                  <a:pt x="1426174" y="860966"/>
                </a:moveTo>
                <a:lnTo>
                  <a:pt x="1350256" y="853656"/>
                </a:lnTo>
                <a:moveTo>
                  <a:pt x="1138063" y="726786"/>
                </a:moveTo>
                <a:lnTo>
                  <a:pt x="1065617" y="770010"/>
                </a:lnTo>
                <a:moveTo>
                  <a:pt x="1696711" y="899050"/>
                </a:moveTo>
                <a:lnTo>
                  <a:pt x="1694543" y="936633"/>
                </a:lnTo>
                <a:moveTo>
                  <a:pt x="1148522" y="1135718"/>
                </a:moveTo>
                <a:lnTo>
                  <a:pt x="1163862" y="1099113"/>
                </a:lnTo>
                <a:moveTo>
                  <a:pt x="1476702" y="1048753"/>
                </a:moveTo>
                <a:lnTo>
                  <a:pt x="1401385" y="1035301"/>
                </a:lnTo>
                <a:moveTo>
                  <a:pt x="1200535" y="821604"/>
                </a:moveTo>
                <a:lnTo>
                  <a:pt x="1124092" y="787950"/>
                </a:lnTo>
                <a:moveTo>
                  <a:pt x="1430559" y="860612"/>
                </a:moveTo>
                <a:lnTo>
                  <a:pt x="1426422" y="860845"/>
                </a:lnTo>
                <a:moveTo>
                  <a:pt x="1426174" y="860966"/>
                </a:moveTo>
                <a:lnTo>
                  <a:pt x="1426422" y="860845"/>
                </a:lnTo>
                <a:moveTo>
                  <a:pt x="1505109" y="853932"/>
                </a:moveTo>
                <a:lnTo>
                  <a:pt x="1430559" y="860612"/>
                </a:lnTo>
                <a:moveTo>
                  <a:pt x="2273876" y="368219"/>
                </a:moveTo>
                <a:lnTo>
                  <a:pt x="2201654" y="343341"/>
                </a:lnTo>
                <a:moveTo>
                  <a:pt x="1034146" y="937970"/>
                </a:moveTo>
                <a:lnTo>
                  <a:pt x="1055198" y="978906"/>
                </a:lnTo>
                <a:moveTo>
                  <a:pt x="1430559" y="860612"/>
                </a:moveTo>
                <a:lnTo>
                  <a:pt x="1426174" y="860966"/>
                </a:lnTo>
                <a:moveTo>
                  <a:pt x="1030991" y="765009"/>
                </a:moveTo>
                <a:lnTo>
                  <a:pt x="1032560" y="697931"/>
                </a:lnTo>
                <a:moveTo>
                  <a:pt x="1027130" y="831756"/>
                </a:moveTo>
                <a:lnTo>
                  <a:pt x="997278" y="798036"/>
                </a:lnTo>
                <a:moveTo>
                  <a:pt x="2404255" y="694122"/>
                </a:moveTo>
                <a:lnTo>
                  <a:pt x="2408519" y="627433"/>
                </a:lnTo>
                <a:moveTo>
                  <a:pt x="1163862" y="1099113"/>
                </a:moveTo>
                <a:lnTo>
                  <a:pt x="1133982" y="1124893"/>
                </a:lnTo>
                <a:moveTo>
                  <a:pt x="1027374" y="915747"/>
                </a:moveTo>
                <a:lnTo>
                  <a:pt x="1009527" y="867109"/>
                </a:lnTo>
                <a:moveTo>
                  <a:pt x="1065617" y="770010"/>
                </a:moveTo>
                <a:lnTo>
                  <a:pt x="1068995" y="703193"/>
                </a:lnTo>
                <a:moveTo>
                  <a:pt x="2228252" y="681782"/>
                </a:moveTo>
                <a:lnTo>
                  <a:pt x="2153810" y="667458"/>
                </a:lnTo>
                <a:moveTo>
                  <a:pt x="2297208" y="573462"/>
                </a:moveTo>
                <a:lnTo>
                  <a:pt x="2307640" y="612864"/>
                </a:lnTo>
                <a:moveTo>
                  <a:pt x="1397922" y="1043606"/>
                </a:moveTo>
                <a:lnTo>
                  <a:pt x="1401385" y="1035301"/>
                </a:lnTo>
                <a:moveTo>
                  <a:pt x="1065617" y="770010"/>
                </a:moveTo>
                <a:lnTo>
                  <a:pt x="1061898" y="698106"/>
                </a:lnTo>
                <a:moveTo>
                  <a:pt x="2251968" y="672128"/>
                </a:moveTo>
                <a:lnTo>
                  <a:pt x="2228252" y="681782"/>
                </a:lnTo>
                <a:moveTo>
                  <a:pt x="1248397" y="1074113"/>
                </a:moveTo>
                <a:lnTo>
                  <a:pt x="1238202" y="1095055"/>
                </a:lnTo>
                <a:moveTo>
                  <a:pt x="1089250" y="1051128"/>
                </a:moveTo>
                <a:lnTo>
                  <a:pt x="1087030" y="1048698"/>
                </a:lnTo>
                <a:moveTo>
                  <a:pt x="1696711" y="899050"/>
                </a:moveTo>
                <a:lnTo>
                  <a:pt x="1674338" y="828515"/>
                </a:lnTo>
                <a:moveTo>
                  <a:pt x="1086534" y="1049587"/>
                </a:moveTo>
                <a:lnTo>
                  <a:pt x="1087030" y="1048698"/>
                </a:lnTo>
                <a:moveTo>
                  <a:pt x="1089250" y="1051128"/>
                </a:moveTo>
                <a:lnTo>
                  <a:pt x="1086534" y="1049587"/>
                </a:lnTo>
                <a:moveTo>
                  <a:pt x="1234244" y="1085290"/>
                </a:moveTo>
                <a:lnTo>
                  <a:pt x="1238202" y="1095055"/>
                </a:lnTo>
                <a:moveTo>
                  <a:pt x="1500992" y="860910"/>
                </a:moveTo>
                <a:lnTo>
                  <a:pt x="1505109" y="853932"/>
                </a:lnTo>
                <a:moveTo>
                  <a:pt x="1261576" y="890764"/>
                </a:moveTo>
                <a:lnTo>
                  <a:pt x="1200535" y="821604"/>
                </a:lnTo>
                <a:moveTo>
                  <a:pt x="1500992" y="860910"/>
                </a:moveTo>
                <a:lnTo>
                  <a:pt x="1430559" y="860612"/>
                </a:lnTo>
                <a:moveTo>
                  <a:pt x="1709285" y="1036283"/>
                </a:moveTo>
                <a:lnTo>
                  <a:pt x="1708888" y="1006010"/>
                </a:lnTo>
                <a:moveTo>
                  <a:pt x="1238202" y="1095055"/>
                </a:moveTo>
                <a:lnTo>
                  <a:pt x="1148522" y="1135718"/>
                </a:lnTo>
                <a:moveTo>
                  <a:pt x="1047532" y="752189"/>
                </a:moveTo>
                <a:lnTo>
                  <a:pt x="1032560" y="697931"/>
                </a:lnTo>
                <a:moveTo>
                  <a:pt x="2323111" y="472002"/>
                </a:moveTo>
                <a:lnTo>
                  <a:pt x="2298230" y="439000"/>
                </a:lnTo>
                <a:moveTo>
                  <a:pt x="1397922" y="1043606"/>
                </a:moveTo>
                <a:lnTo>
                  <a:pt x="1320052" y="1045578"/>
                </a:lnTo>
                <a:moveTo>
                  <a:pt x="1691061" y="965539"/>
                </a:moveTo>
                <a:lnTo>
                  <a:pt x="1694543" y="936633"/>
                </a:lnTo>
                <a:moveTo>
                  <a:pt x="1261576" y="890764"/>
                </a:moveTo>
                <a:lnTo>
                  <a:pt x="1272458" y="855284"/>
                </a:lnTo>
                <a:moveTo>
                  <a:pt x="1540993" y="1099899"/>
                </a:moveTo>
                <a:lnTo>
                  <a:pt x="1552780" y="1075875"/>
                </a:lnTo>
                <a:moveTo>
                  <a:pt x="1350256" y="853656"/>
                </a:moveTo>
                <a:lnTo>
                  <a:pt x="1261576" y="890764"/>
                </a:lnTo>
                <a:moveTo>
                  <a:pt x="1185776" y="868645"/>
                </a:moveTo>
                <a:lnTo>
                  <a:pt x="1200535" y="821604"/>
                </a:lnTo>
                <a:moveTo>
                  <a:pt x="2325664" y="405066"/>
                </a:moveTo>
                <a:lnTo>
                  <a:pt x="2273876" y="368219"/>
                </a:lnTo>
                <a:moveTo>
                  <a:pt x="1124092" y="787950"/>
                </a:moveTo>
                <a:lnTo>
                  <a:pt x="1065617" y="770010"/>
                </a:lnTo>
                <a:moveTo>
                  <a:pt x="1034011" y="1005255"/>
                </a:moveTo>
                <a:lnTo>
                  <a:pt x="1055198" y="978906"/>
                </a:lnTo>
                <a:moveTo>
                  <a:pt x="1047532" y="752189"/>
                </a:moveTo>
                <a:lnTo>
                  <a:pt x="1061898" y="698106"/>
                </a:lnTo>
                <a:moveTo>
                  <a:pt x="2297208" y="573462"/>
                </a:moveTo>
                <a:lnTo>
                  <a:pt x="2325663" y="510266"/>
                </a:lnTo>
                <a:moveTo>
                  <a:pt x="1465077" y="1092578"/>
                </a:moveTo>
                <a:lnTo>
                  <a:pt x="1401385" y="1035301"/>
                </a:lnTo>
                <a:moveTo>
                  <a:pt x="1320052" y="1045578"/>
                </a:moveTo>
                <a:lnTo>
                  <a:pt x="1248397" y="1074113"/>
                </a:lnTo>
                <a:moveTo>
                  <a:pt x="2254827" y="634645"/>
                </a:moveTo>
                <a:lnTo>
                  <a:pt x="2307640" y="612864"/>
                </a:lnTo>
                <a:moveTo>
                  <a:pt x="1336655" y="899964"/>
                </a:moveTo>
                <a:lnTo>
                  <a:pt x="1350256" y="853656"/>
                </a:lnTo>
                <a:moveTo>
                  <a:pt x="1465077" y="1092578"/>
                </a:moveTo>
                <a:lnTo>
                  <a:pt x="1476702" y="1048753"/>
                </a:lnTo>
                <a:moveTo>
                  <a:pt x="1027130" y="831756"/>
                </a:moveTo>
                <a:lnTo>
                  <a:pt x="1009527" y="867109"/>
                </a:lnTo>
                <a:moveTo>
                  <a:pt x="1034146" y="937970"/>
                </a:moveTo>
                <a:lnTo>
                  <a:pt x="1027374" y="915747"/>
                </a:lnTo>
                <a:moveTo>
                  <a:pt x="1426174" y="860966"/>
                </a:moveTo>
                <a:lnTo>
                  <a:pt x="1336655" y="899964"/>
                </a:lnTo>
                <a:moveTo>
                  <a:pt x="1540993" y="1099899"/>
                </a:moveTo>
                <a:lnTo>
                  <a:pt x="1476702" y="1048753"/>
                </a:lnTo>
                <a:moveTo>
                  <a:pt x="2191043" y="355968"/>
                </a:moveTo>
                <a:lnTo>
                  <a:pt x="2201654" y="343341"/>
                </a:lnTo>
                <a:moveTo>
                  <a:pt x="1465077" y="1092578"/>
                </a:moveTo>
                <a:lnTo>
                  <a:pt x="1397922" y="1043606"/>
                </a:lnTo>
                <a:moveTo>
                  <a:pt x="2141010" y="705594"/>
                </a:moveTo>
                <a:lnTo>
                  <a:pt x="2153810" y="667458"/>
                </a:lnTo>
                <a:moveTo>
                  <a:pt x="1248397" y="1074113"/>
                </a:moveTo>
                <a:lnTo>
                  <a:pt x="1234244" y="1085290"/>
                </a:lnTo>
                <a:moveTo>
                  <a:pt x="1133982" y="1124893"/>
                </a:moveTo>
                <a:lnTo>
                  <a:pt x="1089250" y="1051128"/>
                </a:lnTo>
                <a:moveTo>
                  <a:pt x="1185776" y="868645"/>
                </a:moveTo>
                <a:lnTo>
                  <a:pt x="1124092" y="787950"/>
                </a:lnTo>
                <a:moveTo>
                  <a:pt x="1133982" y="1124893"/>
                </a:moveTo>
                <a:lnTo>
                  <a:pt x="1086534" y="1049587"/>
                </a:lnTo>
                <a:moveTo>
                  <a:pt x="1047532" y="752189"/>
                </a:moveTo>
                <a:lnTo>
                  <a:pt x="1030991" y="765009"/>
                </a:lnTo>
                <a:moveTo>
                  <a:pt x="1320052" y="1045578"/>
                </a:moveTo>
                <a:lnTo>
                  <a:pt x="1324077" y="986116"/>
                </a:lnTo>
                <a:moveTo>
                  <a:pt x="1651439" y="846401"/>
                </a:moveTo>
                <a:lnTo>
                  <a:pt x="1623926" y="821234"/>
                </a:lnTo>
                <a:moveTo>
                  <a:pt x="1114003" y="823807"/>
                </a:moveTo>
                <a:lnTo>
                  <a:pt x="1124092" y="787950"/>
                </a:lnTo>
                <a:moveTo>
                  <a:pt x="2323111" y="472002"/>
                </a:moveTo>
                <a:lnTo>
                  <a:pt x="2325663" y="510266"/>
                </a:lnTo>
                <a:moveTo>
                  <a:pt x="1577957" y="827509"/>
                </a:moveTo>
                <a:lnTo>
                  <a:pt x="1505109" y="853932"/>
                </a:lnTo>
                <a:moveTo>
                  <a:pt x="1248397" y="1074113"/>
                </a:moveTo>
                <a:lnTo>
                  <a:pt x="1236422" y="1063112"/>
                </a:lnTo>
                <a:moveTo>
                  <a:pt x="1047532" y="752189"/>
                </a:moveTo>
                <a:lnTo>
                  <a:pt x="1065617" y="770010"/>
                </a:lnTo>
                <a:moveTo>
                  <a:pt x="1691061" y="965539"/>
                </a:moveTo>
                <a:lnTo>
                  <a:pt x="1708888" y="1006010"/>
                </a:lnTo>
                <a:moveTo>
                  <a:pt x="2273876" y="368219"/>
                </a:moveTo>
                <a:lnTo>
                  <a:pt x="2191043" y="355968"/>
                </a:lnTo>
                <a:moveTo>
                  <a:pt x="1234244" y="1085290"/>
                </a:moveTo>
                <a:lnTo>
                  <a:pt x="1148522" y="1135718"/>
                </a:lnTo>
                <a:moveTo>
                  <a:pt x="1320052" y="1045578"/>
                </a:moveTo>
                <a:lnTo>
                  <a:pt x="1305874" y="977214"/>
                </a:lnTo>
                <a:moveTo>
                  <a:pt x="2254827" y="634645"/>
                </a:moveTo>
                <a:lnTo>
                  <a:pt x="2251968" y="672128"/>
                </a:lnTo>
                <a:moveTo>
                  <a:pt x="1027130" y="831756"/>
                </a:moveTo>
                <a:lnTo>
                  <a:pt x="1030991" y="765009"/>
                </a:lnTo>
                <a:moveTo>
                  <a:pt x="1234244" y="1085290"/>
                </a:moveTo>
                <a:lnTo>
                  <a:pt x="1236422" y="1063112"/>
                </a:lnTo>
                <a:moveTo>
                  <a:pt x="1087030" y="1048698"/>
                </a:moveTo>
                <a:lnTo>
                  <a:pt x="1034011" y="1005255"/>
                </a:lnTo>
                <a:moveTo>
                  <a:pt x="1114003" y="823807"/>
                </a:moveTo>
                <a:lnTo>
                  <a:pt x="1065617" y="770010"/>
                </a:lnTo>
                <a:moveTo>
                  <a:pt x="1658272" y="855603"/>
                </a:moveTo>
                <a:lnTo>
                  <a:pt x="1674338" y="828515"/>
                </a:lnTo>
                <a:moveTo>
                  <a:pt x="1651439" y="846401"/>
                </a:moveTo>
                <a:lnTo>
                  <a:pt x="1665417" y="823434"/>
                </a:lnTo>
                <a:moveTo>
                  <a:pt x="1340626" y="982233"/>
                </a:moveTo>
                <a:lnTo>
                  <a:pt x="1320052" y="1045578"/>
                </a:lnTo>
                <a:moveTo>
                  <a:pt x="2266239" y="367256"/>
                </a:moveTo>
                <a:lnTo>
                  <a:pt x="2273876" y="368219"/>
                </a:lnTo>
                <a:moveTo>
                  <a:pt x="1086534" y="1049587"/>
                </a:moveTo>
                <a:lnTo>
                  <a:pt x="1034011" y="1005255"/>
                </a:lnTo>
                <a:moveTo>
                  <a:pt x="1126884" y="846163"/>
                </a:moveTo>
                <a:lnTo>
                  <a:pt x="1124092" y="787950"/>
                </a:lnTo>
                <a:moveTo>
                  <a:pt x="1017200" y="897626"/>
                </a:moveTo>
                <a:lnTo>
                  <a:pt x="1009527" y="867109"/>
                </a:lnTo>
                <a:moveTo>
                  <a:pt x="1658272" y="855603"/>
                </a:moveTo>
                <a:lnTo>
                  <a:pt x="1665417" y="823434"/>
                </a:lnTo>
                <a:moveTo>
                  <a:pt x="1071892" y="1098705"/>
                </a:moveTo>
                <a:lnTo>
                  <a:pt x="1086534" y="1049587"/>
                </a:lnTo>
                <a:moveTo>
                  <a:pt x="2221080" y="667555"/>
                </a:moveTo>
                <a:lnTo>
                  <a:pt x="2153810" y="667458"/>
                </a:lnTo>
                <a:moveTo>
                  <a:pt x="1709285" y="1036283"/>
                </a:moveTo>
                <a:lnTo>
                  <a:pt x="1691061" y="965539"/>
                </a:lnTo>
                <a:moveTo>
                  <a:pt x="1305874" y="977214"/>
                </a:moveTo>
                <a:lnTo>
                  <a:pt x="1248397" y="1074113"/>
                </a:lnTo>
                <a:moveTo>
                  <a:pt x="1234244" y="1085290"/>
                </a:moveTo>
                <a:lnTo>
                  <a:pt x="1163264" y="1129122"/>
                </a:lnTo>
                <a:moveTo>
                  <a:pt x="1709285" y="1036283"/>
                </a:moveTo>
                <a:lnTo>
                  <a:pt x="1625340" y="1039863"/>
                </a:lnTo>
                <a:moveTo>
                  <a:pt x="1410792" y="892253"/>
                </a:moveTo>
                <a:lnTo>
                  <a:pt x="1430559" y="860612"/>
                </a:lnTo>
                <a:moveTo>
                  <a:pt x="1410792" y="892253"/>
                </a:moveTo>
                <a:lnTo>
                  <a:pt x="1426174" y="860966"/>
                </a:lnTo>
                <a:moveTo>
                  <a:pt x="1261576" y="890764"/>
                </a:moveTo>
                <a:lnTo>
                  <a:pt x="1185776" y="868645"/>
                </a:lnTo>
                <a:moveTo>
                  <a:pt x="1336655" y="899964"/>
                </a:moveTo>
                <a:lnTo>
                  <a:pt x="1261576" y="890764"/>
                </a:lnTo>
                <a:moveTo>
                  <a:pt x="1148522" y="1135718"/>
                </a:moveTo>
                <a:lnTo>
                  <a:pt x="1133982" y="1124893"/>
                </a:lnTo>
                <a:moveTo>
                  <a:pt x="2221080" y="667555"/>
                </a:moveTo>
                <a:lnTo>
                  <a:pt x="2251968" y="672128"/>
                </a:lnTo>
                <a:moveTo>
                  <a:pt x="1163264" y="1129122"/>
                </a:moveTo>
                <a:lnTo>
                  <a:pt x="1148522" y="1135718"/>
                </a:lnTo>
                <a:moveTo>
                  <a:pt x="1577957" y="827509"/>
                </a:moveTo>
                <a:lnTo>
                  <a:pt x="1500992" y="860910"/>
                </a:lnTo>
                <a:moveTo>
                  <a:pt x="1621986" y="1083078"/>
                </a:moveTo>
                <a:lnTo>
                  <a:pt x="1540993" y="1099899"/>
                </a:lnTo>
                <a:moveTo>
                  <a:pt x="1691061" y="965539"/>
                </a:moveTo>
                <a:lnTo>
                  <a:pt x="1696711" y="899050"/>
                </a:lnTo>
                <a:moveTo>
                  <a:pt x="2323111" y="472002"/>
                </a:moveTo>
                <a:lnTo>
                  <a:pt x="2325664" y="405066"/>
                </a:lnTo>
                <a:moveTo>
                  <a:pt x="1540993" y="1099899"/>
                </a:moveTo>
                <a:lnTo>
                  <a:pt x="1465077" y="1092578"/>
                </a:lnTo>
                <a:moveTo>
                  <a:pt x="2221080" y="667555"/>
                </a:moveTo>
                <a:lnTo>
                  <a:pt x="2228252" y="681782"/>
                </a:lnTo>
                <a:moveTo>
                  <a:pt x="1021351" y="906106"/>
                </a:moveTo>
                <a:lnTo>
                  <a:pt x="1027374" y="915747"/>
                </a:lnTo>
                <a:moveTo>
                  <a:pt x="1236422" y="1063112"/>
                </a:moveTo>
                <a:lnTo>
                  <a:pt x="1163264" y="1129122"/>
                </a:lnTo>
                <a:moveTo>
                  <a:pt x="1034011" y="1005255"/>
                </a:moveTo>
                <a:lnTo>
                  <a:pt x="1034146" y="937970"/>
                </a:lnTo>
                <a:moveTo>
                  <a:pt x="1393849" y="1014646"/>
                </a:moveTo>
                <a:lnTo>
                  <a:pt x="1320052" y="1045578"/>
                </a:lnTo>
                <a:moveTo>
                  <a:pt x="1242285" y="998736"/>
                </a:moveTo>
                <a:lnTo>
                  <a:pt x="1248397" y="1074113"/>
                </a:lnTo>
                <a:moveTo>
                  <a:pt x="1393849" y="1014646"/>
                </a:moveTo>
                <a:lnTo>
                  <a:pt x="1397922" y="1043606"/>
                </a:lnTo>
                <a:moveTo>
                  <a:pt x="1114003" y="823807"/>
                </a:moveTo>
                <a:lnTo>
                  <a:pt x="1047532" y="752189"/>
                </a:lnTo>
                <a:moveTo>
                  <a:pt x="2266239" y="367256"/>
                </a:moveTo>
                <a:lnTo>
                  <a:pt x="2325664" y="405066"/>
                </a:lnTo>
                <a:moveTo>
                  <a:pt x="1552392" y="840312"/>
                </a:moveTo>
                <a:lnTo>
                  <a:pt x="1500992" y="860910"/>
                </a:lnTo>
                <a:moveTo>
                  <a:pt x="2286782" y="534060"/>
                </a:moveTo>
                <a:lnTo>
                  <a:pt x="2325663" y="510266"/>
                </a:lnTo>
                <a:moveTo>
                  <a:pt x="1143983" y="1146169"/>
                </a:moveTo>
                <a:lnTo>
                  <a:pt x="1148522" y="1135718"/>
                </a:lnTo>
                <a:moveTo>
                  <a:pt x="2254827" y="634645"/>
                </a:moveTo>
                <a:lnTo>
                  <a:pt x="2297208" y="573462"/>
                </a:lnTo>
                <a:moveTo>
                  <a:pt x="1336655" y="899964"/>
                </a:moveTo>
                <a:lnTo>
                  <a:pt x="1326125" y="968379"/>
                </a:lnTo>
                <a:moveTo>
                  <a:pt x="1462074" y="1098124"/>
                </a:moveTo>
                <a:lnTo>
                  <a:pt x="1465077" y="1092578"/>
                </a:lnTo>
                <a:moveTo>
                  <a:pt x="1326125" y="968379"/>
                </a:moveTo>
                <a:lnTo>
                  <a:pt x="1324077" y="986116"/>
                </a:lnTo>
                <a:moveTo>
                  <a:pt x="1034146" y="937970"/>
                </a:moveTo>
                <a:lnTo>
                  <a:pt x="1021351" y="906106"/>
                </a:lnTo>
                <a:moveTo>
                  <a:pt x="1493773" y="859499"/>
                </a:moveTo>
                <a:lnTo>
                  <a:pt x="1500992" y="860910"/>
                </a:lnTo>
                <a:moveTo>
                  <a:pt x="1027374" y="915747"/>
                </a:moveTo>
                <a:lnTo>
                  <a:pt x="1017200" y="897626"/>
                </a:lnTo>
                <a:moveTo>
                  <a:pt x="1336655" y="899964"/>
                </a:moveTo>
                <a:lnTo>
                  <a:pt x="1305874" y="977214"/>
                </a:lnTo>
                <a:moveTo>
                  <a:pt x="1247954" y="958199"/>
                </a:moveTo>
                <a:lnTo>
                  <a:pt x="1261576" y="890764"/>
                </a:lnTo>
                <a:moveTo>
                  <a:pt x="1621986" y="1083078"/>
                </a:moveTo>
                <a:lnTo>
                  <a:pt x="1625340" y="1039863"/>
                </a:lnTo>
                <a:moveTo>
                  <a:pt x="1242285" y="998736"/>
                </a:moveTo>
                <a:lnTo>
                  <a:pt x="1236422" y="1063112"/>
                </a:lnTo>
                <a:moveTo>
                  <a:pt x="1324077" y="986116"/>
                </a:moveTo>
                <a:lnTo>
                  <a:pt x="1305874" y="977214"/>
                </a:lnTo>
                <a:moveTo>
                  <a:pt x="1500992" y="860910"/>
                </a:moveTo>
                <a:lnTo>
                  <a:pt x="1410792" y="892253"/>
                </a:lnTo>
                <a:moveTo>
                  <a:pt x="1340626" y="982233"/>
                </a:moveTo>
                <a:lnTo>
                  <a:pt x="1336655" y="899964"/>
                </a:lnTo>
                <a:moveTo>
                  <a:pt x="1340626" y="982233"/>
                </a:moveTo>
                <a:lnTo>
                  <a:pt x="1324077" y="986116"/>
                </a:lnTo>
                <a:moveTo>
                  <a:pt x="1143983" y="1146169"/>
                </a:moveTo>
                <a:lnTo>
                  <a:pt x="1133982" y="1124893"/>
                </a:lnTo>
                <a:moveTo>
                  <a:pt x="1326125" y="968379"/>
                </a:moveTo>
                <a:lnTo>
                  <a:pt x="1305874" y="977214"/>
                </a:lnTo>
                <a:moveTo>
                  <a:pt x="1185776" y="868645"/>
                </a:moveTo>
                <a:lnTo>
                  <a:pt x="1126884" y="846163"/>
                </a:lnTo>
                <a:moveTo>
                  <a:pt x="1658272" y="855603"/>
                </a:moveTo>
                <a:lnTo>
                  <a:pt x="1696711" y="899050"/>
                </a:lnTo>
                <a:moveTo>
                  <a:pt x="1163264" y="1129122"/>
                </a:moveTo>
                <a:lnTo>
                  <a:pt x="1143983" y="1146169"/>
                </a:lnTo>
                <a:moveTo>
                  <a:pt x="2141010" y="705594"/>
                </a:moveTo>
                <a:lnTo>
                  <a:pt x="2065570" y="689923"/>
                </a:lnTo>
                <a:moveTo>
                  <a:pt x="1340626" y="982233"/>
                </a:moveTo>
                <a:lnTo>
                  <a:pt x="1326125" y="968379"/>
                </a:lnTo>
                <a:moveTo>
                  <a:pt x="1126884" y="846163"/>
                </a:moveTo>
                <a:lnTo>
                  <a:pt x="1114003" y="823807"/>
                </a:lnTo>
                <a:moveTo>
                  <a:pt x="1247954" y="958199"/>
                </a:moveTo>
                <a:lnTo>
                  <a:pt x="1185776" y="868645"/>
                </a:lnTo>
                <a:moveTo>
                  <a:pt x="1336655" y="899964"/>
                </a:moveTo>
                <a:lnTo>
                  <a:pt x="1247954" y="958199"/>
                </a:lnTo>
                <a:moveTo>
                  <a:pt x="1459167" y="1120677"/>
                </a:moveTo>
                <a:lnTo>
                  <a:pt x="1462074" y="1098124"/>
                </a:lnTo>
                <a:moveTo>
                  <a:pt x="1500992" y="860910"/>
                </a:moveTo>
                <a:lnTo>
                  <a:pt x="1420355" y="888547"/>
                </a:lnTo>
                <a:moveTo>
                  <a:pt x="1133982" y="1124893"/>
                </a:moveTo>
                <a:lnTo>
                  <a:pt x="1071892" y="1098705"/>
                </a:lnTo>
                <a:moveTo>
                  <a:pt x="1465077" y="1092578"/>
                </a:moveTo>
                <a:lnTo>
                  <a:pt x="1393849" y="1014646"/>
                </a:lnTo>
                <a:moveTo>
                  <a:pt x="1236422" y="1063112"/>
                </a:moveTo>
                <a:lnTo>
                  <a:pt x="1214196" y="1031278"/>
                </a:lnTo>
                <a:moveTo>
                  <a:pt x="1305874" y="977214"/>
                </a:moveTo>
                <a:lnTo>
                  <a:pt x="1242285" y="998736"/>
                </a:lnTo>
                <a:moveTo>
                  <a:pt x="1305874" y="977214"/>
                </a:moveTo>
                <a:lnTo>
                  <a:pt x="1247954" y="958199"/>
                </a:lnTo>
                <a:moveTo>
                  <a:pt x="1691061" y="965539"/>
                </a:moveTo>
                <a:lnTo>
                  <a:pt x="1625340" y="1039863"/>
                </a:lnTo>
                <a:moveTo>
                  <a:pt x="2266239" y="367256"/>
                </a:moveTo>
                <a:lnTo>
                  <a:pt x="2191043" y="355968"/>
                </a:lnTo>
                <a:moveTo>
                  <a:pt x="2286782" y="534060"/>
                </a:moveTo>
                <a:lnTo>
                  <a:pt x="2297208" y="573462"/>
                </a:lnTo>
                <a:moveTo>
                  <a:pt x="1143983" y="1146169"/>
                </a:moveTo>
                <a:lnTo>
                  <a:pt x="1071892" y="1098705"/>
                </a:lnTo>
                <a:moveTo>
                  <a:pt x="1410792" y="892253"/>
                </a:moveTo>
                <a:lnTo>
                  <a:pt x="1336655" y="899964"/>
                </a:lnTo>
                <a:moveTo>
                  <a:pt x="1242285" y="998736"/>
                </a:moveTo>
                <a:lnTo>
                  <a:pt x="1247954" y="958199"/>
                </a:lnTo>
                <a:moveTo>
                  <a:pt x="1214196" y="1031278"/>
                </a:moveTo>
                <a:lnTo>
                  <a:pt x="1163264" y="1129122"/>
                </a:lnTo>
                <a:moveTo>
                  <a:pt x="1034011" y="1005255"/>
                </a:moveTo>
                <a:lnTo>
                  <a:pt x="1021351" y="906106"/>
                </a:lnTo>
                <a:moveTo>
                  <a:pt x="2221080" y="667555"/>
                </a:moveTo>
                <a:lnTo>
                  <a:pt x="2141010" y="705594"/>
                </a:lnTo>
                <a:moveTo>
                  <a:pt x="1577957" y="827509"/>
                </a:moveTo>
                <a:lnTo>
                  <a:pt x="1552392" y="840312"/>
                </a:lnTo>
                <a:moveTo>
                  <a:pt x="1017200" y="897626"/>
                </a:moveTo>
                <a:lnTo>
                  <a:pt x="1027130" y="831756"/>
                </a:lnTo>
                <a:moveTo>
                  <a:pt x="1393849" y="1014646"/>
                </a:moveTo>
                <a:lnTo>
                  <a:pt x="1340626" y="982233"/>
                </a:lnTo>
                <a:moveTo>
                  <a:pt x="1174772" y="903141"/>
                </a:moveTo>
                <a:lnTo>
                  <a:pt x="1185776" y="868645"/>
                </a:lnTo>
                <a:moveTo>
                  <a:pt x="1691061" y="965539"/>
                </a:moveTo>
                <a:lnTo>
                  <a:pt x="1627575" y="1008180"/>
                </a:lnTo>
                <a:moveTo>
                  <a:pt x="1651439" y="846401"/>
                </a:moveTo>
                <a:lnTo>
                  <a:pt x="1577957" y="827509"/>
                </a:lnTo>
                <a:moveTo>
                  <a:pt x="1627575" y="1008180"/>
                </a:moveTo>
                <a:lnTo>
                  <a:pt x="1625340" y="1039863"/>
                </a:lnTo>
                <a:moveTo>
                  <a:pt x="1663166" y="923615"/>
                </a:moveTo>
                <a:lnTo>
                  <a:pt x="1696711" y="899050"/>
                </a:lnTo>
                <a:moveTo>
                  <a:pt x="2254827" y="634645"/>
                </a:moveTo>
                <a:lnTo>
                  <a:pt x="2221080" y="667555"/>
                </a:lnTo>
                <a:moveTo>
                  <a:pt x="2299523" y="430699"/>
                </a:moveTo>
                <a:lnTo>
                  <a:pt x="2325664" y="405066"/>
                </a:lnTo>
                <a:moveTo>
                  <a:pt x="1465077" y="1092578"/>
                </a:moveTo>
                <a:lnTo>
                  <a:pt x="1436083" y="1063323"/>
                </a:lnTo>
                <a:moveTo>
                  <a:pt x="1621986" y="1083078"/>
                </a:moveTo>
                <a:lnTo>
                  <a:pt x="1539327" y="1059489"/>
                </a:lnTo>
                <a:moveTo>
                  <a:pt x="2184713" y="375554"/>
                </a:moveTo>
                <a:lnTo>
                  <a:pt x="2191043" y="355968"/>
                </a:lnTo>
                <a:moveTo>
                  <a:pt x="1539327" y="1059489"/>
                </a:moveTo>
                <a:lnTo>
                  <a:pt x="1465077" y="1092578"/>
                </a:lnTo>
                <a:moveTo>
                  <a:pt x="1242285" y="998736"/>
                </a:moveTo>
                <a:lnTo>
                  <a:pt x="1214196" y="1031278"/>
                </a:lnTo>
                <a:moveTo>
                  <a:pt x="1108258" y="815696"/>
                </a:moveTo>
                <a:lnTo>
                  <a:pt x="1047532" y="752189"/>
                </a:lnTo>
                <a:moveTo>
                  <a:pt x="1247954" y="958199"/>
                </a:moveTo>
                <a:lnTo>
                  <a:pt x="1214196" y="1031278"/>
                </a:lnTo>
                <a:moveTo>
                  <a:pt x="2194311" y="693210"/>
                </a:moveTo>
                <a:lnTo>
                  <a:pt x="2141010" y="705594"/>
                </a:lnTo>
                <a:moveTo>
                  <a:pt x="1185169" y="921885"/>
                </a:moveTo>
                <a:lnTo>
                  <a:pt x="1185776" y="868645"/>
                </a:lnTo>
                <a:moveTo>
                  <a:pt x="2261561" y="378442"/>
                </a:moveTo>
                <a:lnTo>
                  <a:pt x="2191043" y="355968"/>
                </a:lnTo>
                <a:moveTo>
                  <a:pt x="1625340" y="1039863"/>
                </a:moveTo>
                <a:lnTo>
                  <a:pt x="1606995" y="1020703"/>
                </a:lnTo>
                <a:moveTo>
                  <a:pt x="1552392" y="840312"/>
                </a:moveTo>
                <a:lnTo>
                  <a:pt x="1493773" y="859499"/>
                </a:lnTo>
                <a:moveTo>
                  <a:pt x="1405272" y="912009"/>
                </a:moveTo>
                <a:lnTo>
                  <a:pt x="1336655" y="899964"/>
                </a:lnTo>
                <a:moveTo>
                  <a:pt x="1539327" y="1059489"/>
                </a:moveTo>
                <a:lnTo>
                  <a:pt x="1540993" y="1099899"/>
                </a:lnTo>
                <a:moveTo>
                  <a:pt x="2286782" y="534060"/>
                </a:moveTo>
                <a:lnTo>
                  <a:pt x="2323111" y="472002"/>
                </a:lnTo>
                <a:moveTo>
                  <a:pt x="1108258" y="815696"/>
                </a:moveTo>
                <a:lnTo>
                  <a:pt x="1114003" y="823807"/>
                </a:lnTo>
                <a:moveTo>
                  <a:pt x="1034011" y="1005255"/>
                </a:moveTo>
                <a:lnTo>
                  <a:pt x="1008145" y="981004"/>
                </a:lnTo>
                <a:moveTo>
                  <a:pt x="1174772" y="903141"/>
                </a:moveTo>
                <a:lnTo>
                  <a:pt x="1126884" y="846163"/>
                </a:lnTo>
                <a:moveTo>
                  <a:pt x="2239841" y="594585"/>
                </a:moveTo>
                <a:lnTo>
                  <a:pt x="2297208" y="573462"/>
                </a:lnTo>
                <a:moveTo>
                  <a:pt x="2261561" y="378442"/>
                </a:moveTo>
                <a:lnTo>
                  <a:pt x="2266239" y="367256"/>
                </a:lnTo>
                <a:moveTo>
                  <a:pt x="2051372" y="747016"/>
                </a:moveTo>
                <a:lnTo>
                  <a:pt x="2065570" y="689923"/>
                </a:lnTo>
                <a:moveTo>
                  <a:pt x="1021351" y="906106"/>
                </a:moveTo>
                <a:lnTo>
                  <a:pt x="1017200" y="897626"/>
                </a:lnTo>
                <a:moveTo>
                  <a:pt x="1658272" y="855603"/>
                </a:moveTo>
                <a:lnTo>
                  <a:pt x="1651439" y="846401"/>
                </a:lnTo>
                <a:moveTo>
                  <a:pt x="1133374" y="1175765"/>
                </a:moveTo>
                <a:lnTo>
                  <a:pt x="1163264" y="1129122"/>
                </a:lnTo>
                <a:moveTo>
                  <a:pt x="1462074" y="1098124"/>
                </a:moveTo>
                <a:lnTo>
                  <a:pt x="1436083" y="1063323"/>
                </a:lnTo>
                <a:moveTo>
                  <a:pt x="1539327" y="1059489"/>
                </a:moveTo>
                <a:lnTo>
                  <a:pt x="1462074" y="1098124"/>
                </a:lnTo>
                <a:moveTo>
                  <a:pt x="1405272" y="912009"/>
                </a:moveTo>
                <a:lnTo>
                  <a:pt x="1340626" y="982233"/>
                </a:lnTo>
                <a:moveTo>
                  <a:pt x="1187289" y="1094696"/>
                </a:moveTo>
                <a:lnTo>
                  <a:pt x="1163264" y="1129122"/>
                </a:lnTo>
                <a:moveTo>
                  <a:pt x="1008145" y="981004"/>
                </a:moveTo>
                <a:lnTo>
                  <a:pt x="1021351" y="906106"/>
                </a:lnTo>
                <a:moveTo>
                  <a:pt x="1108258" y="815696"/>
                </a:moveTo>
                <a:lnTo>
                  <a:pt x="1126884" y="846163"/>
                </a:lnTo>
                <a:moveTo>
                  <a:pt x="1500915" y="1072687"/>
                </a:moveTo>
                <a:lnTo>
                  <a:pt x="1459167" y="1120677"/>
                </a:lnTo>
                <a:moveTo>
                  <a:pt x="1133374" y="1175765"/>
                </a:moveTo>
                <a:lnTo>
                  <a:pt x="1143983" y="1146169"/>
                </a:lnTo>
                <a:moveTo>
                  <a:pt x="1625340" y="1039863"/>
                </a:moveTo>
                <a:lnTo>
                  <a:pt x="1539327" y="1059489"/>
                </a:lnTo>
                <a:moveTo>
                  <a:pt x="1627575" y="1008180"/>
                </a:moveTo>
                <a:lnTo>
                  <a:pt x="1606995" y="1020703"/>
                </a:lnTo>
                <a:moveTo>
                  <a:pt x="1500915" y="1072687"/>
                </a:moveTo>
                <a:lnTo>
                  <a:pt x="1462074" y="1098124"/>
                </a:lnTo>
                <a:moveTo>
                  <a:pt x="1247954" y="958199"/>
                </a:moveTo>
                <a:lnTo>
                  <a:pt x="1185169" y="921885"/>
                </a:lnTo>
                <a:moveTo>
                  <a:pt x="1583894" y="750957"/>
                </a:moveTo>
                <a:lnTo>
                  <a:pt x="1577957" y="827509"/>
                </a:lnTo>
                <a:moveTo>
                  <a:pt x="2126314" y="753749"/>
                </a:moveTo>
                <a:lnTo>
                  <a:pt x="2065570" y="689923"/>
                </a:lnTo>
                <a:moveTo>
                  <a:pt x="2126314" y="753749"/>
                </a:moveTo>
                <a:lnTo>
                  <a:pt x="2141010" y="705594"/>
                </a:lnTo>
                <a:moveTo>
                  <a:pt x="1493773" y="859499"/>
                </a:moveTo>
                <a:lnTo>
                  <a:pt x="1420355" y="888547"/>
                </a:lnTo>
                <a:moveTo>
                  <a:pt x="2221080" y="667555"/>
                </a:moveTo>
                <a:lnTo>
                  <a:pt x="2194311" y="693210"/>
                </a:lnTo>
                <a:moveTo>
                  <a:pt x="1420355" y="888547"/>
                </a:moveTo>
                <a:lnTo>
                  <a:pt x="1410792" y="892253"/>
                </a:lnTo>
                <a:moveTo>
                  <a:pt x="1583894" y="750957"/>
                </a:moveTo>
                <a:lnTo>
                  <a:pt x="1552392" y="840312"/>
                </a:lnTo>
                <a:moveTo>
                  <a:pt x="2261561" y="378442"/>
                </a:moveTo>
                <a:lnTo>
                  <a:pt x="2184713" y="375554"/>
                </a:lnTo>
                <a:moveTo>
                  <a:pt x="1133374" y="1175765"/>
                </a:moveTo>
                <a:lnTo>
                  <a:pt x="1071892" y="1098705"/>
                </a:lnTo>
                <a:moveTo>
                  <a:pt x="1663166" y="923615"/>
                </a:moveTo>
                <a:lnTo>
                  <a:pt x="1691061" y="965539"/>
                </a:lnTo>
                <a:moveTo>
                  <a:pt x="2299523" y="430699"/>
                </a:moveTo>
                <a:lnTo>
                  <a:pt x="2323111" y="472002"/>
                </a:lnTo>
                <a:moveTo>
                  <a:pt x="1436083" y="1063323"/>
                </a:moveTo>
                <a:lnTo>
                  <a:pt x="1393849" y="1014646"/>
                </a:lnTo>
                <a:moveTo>
                  <a:pt x="1651439" y="846401"/>
                </a:moveTo>
                <a:lnTo>
                  <a:pt x="1583894" y="750957"/>
                </a:lnTo>
                <a:moveTo>
                  <a:pt x="1384470" y="950669"/>
                </a:moveTo>
                <a:lnTo>
                  <a:pt x="1340626" y="982233"/>
                </a:lnTo>
                <a:moveTo>
                  <a:pt x="1185169" y="921885"/>
                </a:moveTo>
                <a:lnTo>
                  <a:pt x="1214196" y="1031278"/>
                </a:lnTo>
                <a:moveTo>
                  <a:pt x="2299523" y="430699"/>
                </a:moveTo>
                <a:lnTo>
                  <a:pt x="2266239" y="367256"/>
                </a:lnTo>
                <a:moveTo>
                  <a:pt x="2239841" y="594585"/>
                </a:moveTo>
                <a:lnTo>
                  <a:pt x="2254827" y="634645"/>
                </a:lnTo>
                <a:moveTo>
                  <a:pt x="1405272" y="912009"/>
                </a:moveTo>
                <a:lnTo>
                  <a:pt x="1410792" y="892253"/>
                </a:lnTo>
                <a:moveTo>
                  <a:pt x="2184713" y="375554"/>
                </a:moveTo>
                <a:lnTo>
                  <a:pt x="2161496" y="410765"/>
                </a:lnTo>
                <a:moveTo>
                  <a:pt x="1629887" y="948864"/>
                </a:moveTo>
                <a:lnTo>
                  <a:pt x="1691061" y="965539"/>
                </a:lnTo>
                <a:moveTo>
                  <a:pt x="1606995" y="1020703"/>
                </a:moveTo>
                <a:lnTo>
                  <a:pt x="1539327" y="1059489"/>
                </a:lnTo>
                <a:moveTo>
                  <a:pt x="1658004" y="766858"/>
                </a:moveTo>
                <a:lnTo>
                  <a:pt x="1651439" y="846401"/>
                </a:lnTo>
                <a:moveTo>
                  <a:pt x="1187289" y="1094696"/>
                </a:moveTo>
                <a:lnTo>
                  <a:pt x="1214196" y="1031278"/>
                </a:lnTo>
                <a:moveTo>
                  <a:pt x="1185169" y="921885"/>
                </a:moveTo>
                <a:lnTo>
                  <a:pt x="1174772" y="903141"/>
                </a:lnTo>
                <a:moveTo>
                  <a:pt x="1160297" y="1158103"/>
                </a:moveTo>
                <a:lnTo>
                  <a:pt x="1163264" y="1129122"/>
                </a:lnTo>
                <a:moveTo>
                  <a:pt x="1015159" y="859436"/>
                </a:moveTo>
                <a:lnTo>
                  <a:pt x="1027130" y="831756"/>
                </a:lnTo>
                <a:moveTo>
                  <a:pt x="1405272" y="912009"/>
                </a:moveTo>
                <a:lnTo>
                  <a:pt x="1420355" y="888547"/>
                </a:lnTo>
                <a:moveTo>
                  <a:pt x="1174772" y="903141"/>
                </a:moveTo>
                <a:lnTo>
                  <a:pt x="1108258" y="815696"/>
                </a:lnTo>
                <a:moveTo>
                  <a:pt x="1057202" y="1146969"/>
                </a:moveTo>
                <a:lnTo>
                  <a:pt x="1071892" y="1098705"/>
                </a:lnTo>
                <a:moveTo>
                  <a:pt x="2220859" y="620276"/>
                </a:moveTo>
                <a:lnTo>
                  <a:pt x="2254827" y="634645"/>
                </a:lnTo>
                <a:moveTo>
                  <a:pt x="1529517" y="799112"/>
                </a:moveTo>
                <a:lnTo>
                  <a:pt x="1552392" y="840312"/>
                </a:lnTo>
                <a:moveTo>
                  <a:pt x="1663166" y="923615"/>
                </a:moveTo>
                <a:lnTo>
                  <a:pt x="1658272" y="855603"/>
                </a:lnTo>
                <a:moveTo>
                  <a:pt x="1393849" y="1014646"/>
                </a:moveTo>
                <a:lnTo>
                  <a:pt x="1384470" y="950669"/>
                </a:lnTo>
                <a:moveTo>
                  <a:pt x="2176501" y="406888"/>
                </a:moveTo>
                <a:lnTo>
                  <a:pt x="2184713" y="375554"/>
                </a:lnTo>
                <a:moveTo>
                  <a:pt x="1071892" y="1098705"/>
                </a:moveTo>
                <a:lnTo>
                  <a:pt x="1049445" y="1142093"/>
                </a:lnTo>
                <a:moveTo>
                  <a:pt x="2353322" y="279993"/>
                </a:moveTo>
                <a:lnTo>
                  <a:pt x="2343822" y="264592"/>
                </a:lnTo>
                <a:moveTo>
                  <a:pt x="1980227" y="729596"/>
                </a:moveTo>
                <a:lnTo>
                  <a:pt x="1978103" y="718002"/>
                </a:lnTo>
                <a:moveTo>
                  <a:pt x="2261561" y="378442"/>
                </a:moveTo>
                <a:lnTo>
                  <a:pt x="2176501" y="406888"/>
                </a:lnTo>
                <a:moveTo>
                  <a:pt x="1975758" y="728229"/>
                </a:moveTo>
                <a:lnTo>
                  <a:pt x="1978103" y="718002"/>
                </a:lnTo>
                <a:moveTo>
                  <a:pt x="2051372" y="747016"/>
                </a:moveTo>
                <a:lnTo>
                  <a:pt x="1980227" y="729596"/>
                </a:lnTo>
                <a:moveTo>
                  <a:pt x="2299523" y="430699"/>
                </a:moveTo>
                <a:lnTo>
                  <a:pt x="2261561" y="378442"/>
                </a:lnTo>
                <a:moveTo>
                  <a:pt x="2194311" y="693210"/>
                </a:moveTo>
                <a:lnTo>
                  <a:pt x="2126314" y="753749"/>
                </a:lnTo>
                <a:moveTo>
                  <a:pt x="2259612" y="492240"/>
                </a:moveTo>
                <a:lnTo>
                  <a:pt x="2323111" y="472002"/>
                </a:lnTo>
                <a:moveTo>
                  <a:pt x="1629887" y="948864"/>
                </a:moveTo>
                <a:lnTo>
                  <a:pt x="1627575" y="1008180"/>
                </a:lnTo>
                <a:moveTo>
                  <a:pt x="2051372" y="747016"/>
                </a:moveTo>
                <a:lnTo>
                  <a:pt x="1973973" y="737635"/>
                </a:lnTo>
                <a:moveTo>
                  <a:pt x="1980227" y="729596"/>
                </a:moveTo>
                <a:lnTo>
                  <a:pt x="1975758" y="728229"/>
                </a:lnTo>
                <a:moveTo>
                  <a:pt x="1490479" y="826829"/>
                </a:moveTo>
                <a:lnTo>
                  <a:pt x="1552392" y="840312"/>
                </a:lnTo>
                <a:moveTo>
                  <a:pt x="1392043" y="974903"/>
                </a:moveTo>
                <a:lnTo>
                  <a:pt x="1393849" y="1014646"/>
                </a:lnTo>
                <a:moveTo>
                  <a:pt x="2135526" y="752025"/>
                </a:moveTo>
                <a:lnTo>
                  <a:pt x="2194311" y="693210"/>
                </a:lnTo>
                <a:moveTo>
                  <a:pt x="2239841" y="594585"/>
                </a:moveTo>
                <a:lnTo>
                  <a:pt x="2286782" y="534060"/>
                </a:lnTo>
                <a:moveTo>
                  <a:pt x="1980227" y="729596"/>
                </a:moveTo>
                <a:lnTo>
                  <a:pt x="1973973" y="737635"/>
                </a:lnTo>
                <a:moveTo>
                  <a:pt x="2220859" y="620276"/>
                </a:moveTo>
                <a:lnTo>
                  <a:pt x="2221080" y="667555"/>
                </a:lnTo>
                <a:moveTo>
                  <a:pt x="1975758" y="728229"/>
                </a:moveTo>
                <a:lnTo>
                  <a:pt x="1973973" y="737635"/>
                </a:lnTo>
                <a:moveTo>
                  <a:pt x="1539327" y="1059489"/>
                </a:moveTo>
                <a:lnTo>
                  <a:pt x="1500915" y="1072687"/>
                </a:lnTo>
                <a:moveTo>
                  <a:pt x="1629887" y="948864"/>
                </a:moveTo>
                <a:lnTo>
                  <a:pt x="1606995" y="1020703"/>
                </a:lnTo>
                <a:moveTo>
                  <a:pt x="2126314" y="753749"/>
                </a:moveTo>
                <a:lnTo>
                  <a:pt x="2051372" y="747016"/>
                </a:lnTo>
                <a:moveTo>
                  <a:pt x="2176501" y="406888"/>
                </a:moveTo>
                <a:lnTo>
                  <a:pt x="2161496" y="410765"/>
                </a:lnTo>
                <a:moveTo>
                  <a:pt x="1199200" y="991216"/>
                </a:moveTo>
                <a:lnTo>
                  <a:pt x="1214196" y="1031278"/>
                </a:lnTo>
                <a:moveTo>
                  <a:pt x="1658004" y="766858"/>
                </a:moveTo>
                <a:lnTo>
                  <a:pt x="1583894" y="750957"/>
                </a:lnTo>
                <a:moveTo>
                  <a:pt x="1490479" y="826829"/>
                </a:moveTo>
                <a:lnTo>
                  <a:pt x="1493773" y="859499"/>
                </a:lnTo>
                <a:moveTo>
                  <a:pt x="1704817" y="824429"/>
                </a:moveTo>
                <a:lnTo>
                  <a:pt x="1651439" y="846401"/>
                </a:lnTo>
                <a:moveTo>
                  <a:pt x="1170177" y="900592"/>
                </a:moveTo>
                <a:lnTo>
                  <a:pt x="1174772" y="903141"/>
                </a:lnTo>
                <a:moveTo>
                  <a:pt x="2251185" y="408985"/>
                </a:moveTo>
                <a:lnTo>
                  <a:pt x="2261561" y="378442"/>
                </a:lnTo>
                <a:moveTo>
                  <a:pt x="1106242" y="812377"/>
                </a:moveTo>
                <a:lnTo>
                  <a:pt x="1108258" y="815696"/>
                </a:lnTo>
                <a:moveTo>
                  <a:pt x="1978103" y="718002"/>
                </a:moveTo>
                <a:lnTo>
                  <a:pt x="1899536" y="698528"/>
                </a:lnTo>
                <a:moveTo>
                  <a:pt x="1405272" y="912009"/>
                </a:moveTo>
                <a:lnTo>
                  <a:pt x="1384470" y="950669"/>
                </a:lnTo>
                <a:moveTo>
                  <a:pt x="2220859" y="620276"/>
                </a:moveTo>
                <a:lnTo>
                  <a:pt x="2194311" y="693210"/>
                </a:lnTo>
                <a:moveTo>
                  <a:pt x="2343124" y="310585"/>
                </a:moveTo>
                <a:lnTo>
                  <a:pt x="2353322" y="279993"/>
                </a:lnTo>
                <a:moveTo>
                  <a:pt x="1704817" y="824429"/>
                </a:moveTo>
                <a:lnTo>
                  <a:pt x="1658272" y="855603"/>
                </a:lnTo>
                <a:moveTo>
                  <a:pt x="1015159" y="859436"/>
                </a:moveTo>
                <a:lnTo>
                  <a:pt x="1017200" y="897626"/>
                </a:lnTo>
                <a:moveTo>
                  <a:pt x="2161496" y="410765"/>
                </a:moveTo>
                <a:lnTo>
                  <a:pt x="2088096" y="470433"/>
                </a:lnTo>
                <a:moveTo>
                  <a:pt x="2037793" y="815224"/>
                </a:moveTo>
                <a:lnTo>
                  <a:pt x="2051372" y="747016"/>
                </a:lnTo>
                <a:moveTo>
                  <a:pt x="1595354" y="981125"/>
                </a:moveTo>
                <a:lnTo>
                  <a:pt x="1606995" y="1020703"/>
                </a:lnTo>
                <a:moveTo>
                  <a:pt x="1583894" y="750957"/>
                </a:moveTo>
                <a:lnTo>
                  <a:pt x="1529517" y="799112"/>
                </a:lnTo>
                <a:moveTo>
                  <a:pt x="1975758" y="728229"/>
                </a:moveTo>
                <a:lnTo>
                  <a:pt x="1899536" y="698528"/>
                </a:lnTo>
                <a:moveTo>
                  <a:pt x="1490479" y="826829"/>
                </a:moveTo>
                <a:lnTo>
                  <a:pt x="1420355" y="888547"/>
                </a:lnTo>
                <a:moveTo>
                  <a:pt x="1170177" y="900592"/>
                </a:moveTo>
                <a:lnTo>
                  <a:pt x="1185169" y="921885"/>
                </a:lnTo>
                <a:moveTo>
                  <a:pt x="2051372" y="747016"/>
                </a:moveTo>
                <a:lnTo>
                  <a:pt x="1962263" y="797940"/>
                </a:lnTo>
                <a:moveTo>
                  <a:pt x="1170177" y="900592"/>
                </a:moveTo>
                <a:lnTo>
                  <a:pt x="1108258" y="815696"/>
                </a:lnTo>
                <a:moveTo>
                  <a:pt x="2098008" y="468901"/>
                </a:moveTo>
                <a:lnTo>
                  <a:pt x="2161496" y="410765"/>
                </a:lnTo>
                <a:moveTo>
                  <a:pt x="1133374" y="1175765"/>
                </a:moveTo>
                <a:lnTo>
                  <a:pt x="1057202" y="1146969"/>
                </a:lnTo>
                <a:moveTo>
                  <a:pt x="2135526" y="752025"/>
                </a:moveTo>
                <a:lnTo>
                  <a:pt x="2126314" y="753749"/>
                </a:lnTo>
                <a:moveTo>
                  <a:pt x="1406081" y="1021095"/>
                </a:moveTo>
                <a:lnTo>
                  <a:pt x="1393849" y="1014646"/>
                </a:lnTo>
                <a:moveTo>
                  <a:pt x="2259612" y="492240"/>
                </a:moveTo>
                <a:lnTo>
                  <a:pt x="2286782" y="534060"/>
                </a:lnTo>
                <a:moveTo>
                  <a:pt x="1975758" y="728229"/>
                </a:moveTo>
                <a:lnTo>
                  <a:pt x="1932594" y="790021"/>
                </a:lnTo>
                <a:moveTo>
                  <a:pt x="1199200" y="991216"/>
                </a:moveTo>
                <a:lnTo>
                  <a:pt x="1185169" y="921885"/>
                </a:lnTo>
                <a:moveTo>
                  <a:pt x="1973973" y="737635"/>
                </a:moveTo>
                <a:lnTo>
                  <a:pt x="1962263" y="797940"/>
                </a:lnTo>
                <a:moveTo>
                  <a:pt x="1973973" y="737635"/>
                </a:moveTo>
                <a:lnTo>
                  <a:pt x="1932594" y="790021"/>
                </a:lnTo>
                <a:moveTo>
                  <a:pt x="2201589" y="656365"/>
                </a:moveTo>
                <a:lnTo>
                  <a:pt x="2194311" y="693210"/>
                </a:lnTo>
                <a:moveTo>
                  <a:pt x="1445248" y="854246"/>
                </a:moveTo>
                <a:lnTo>
                  <a:pt x="1420355" y="888547"/>
                </a:lnTo>
                <a:moveTo>
                  <a:pt x="1663166" y="923615"/>
                </a:moveTo>
                <a:lnTo>
                  <a:pt x="1629887" y="948864"/>
                </a:lnTo>
                <a:moveTo>
                  <a:pt x="1771281" y="1061454"/>
                </a:moveTo>
                <a:lnTo>
                  <a:pt x="1739681" y="1107170"/>
                </a:lnTo>
                <a:moveTo>
                  <a:pt x="2343124" y="310585"/>
                </a:moveTo>
                <a:lnTo>
                  <a:pt x="2343822" y="264592"/>
                </a:lnTo>
                <a:moveTo>
                  <a:pt x="1975758" y="728229"/>
                </a:moveTo>
                <a:lnTo>
                  <a:pt x="1886383" y="774375"/>
                </a:lnTo>
                <a:moveTo>
                  <a:pt x="2251185" y="408985"/>
                </a:moveTo>
                <a:lnTo>
                  <a:pt x="2176501" y="406888"/>
                </a:lnTo>
                <a:moveTo>
                  <a:pt x="1160297" y="1158103"/>
                </a:moveTo>
                <a:lnTo>
                  <a:pt x="1133374" y="1175765"/>
                </a:lnTo>
                <a:moveTo>
                  <a:pt x="1170177" y="900592"/>
                </a:moveTo>
                <a:lnTo>
                  <a:pt x="1106242" y="812377"/>
                </a:lnTo>
                <a:moveTo>
                  <a:pt x="2299523" y="430699"/>
                </a:moveTo>
                <a:lnTo>
                  <a:pt x="2251185" y="408985"/>
                </a:lnTo>
                <a:moveTo>
                  <a:pt x="2112424" y="816377"/>
                </a:moveTo>
                <a:lnTo>
                  <a:pt x="2051372" y="747016"/>
                </a:lnTo>
                <a:moveTo>
                  <a:pt x="1202159" y="1058948"/>
                </a:moveTo>
                <a:lnTo>
                  <a:pt x="1214196" y="1031278"/>
                </a:lnTo>
                <a:moveTo>
                  <a:pt x="2239841" y="594585"/>
                </a:moveTo>
                <a:lnTo>
                  <a:pt x="2220859" y="620276"/>
                </a:lnTo>
                <a:moveTo>
                  <a:pt x="1160297" y="1158103"/>
                </a:moveTo>
                <a:lnTo>
                  <a:pt x="1187289" y="1094696"/>
                </a:lnTo>
                <a:moveTo>
                  <a:pt x="2098008" y="468901"/>
                </a:moveTo>
                <a:lnTo>
                  <a:pt x="2088096" y="470433"/>
                </a:lnTo>
                <a:moveTo>
                  <a:pt x="1534065" y="1036180"/>
                </a:moveTo>
                <a:lnTo>
                  <a:pt x="1606995" y="1020703"/>
                </a:lnTo>
                <a:moveTo>
                  <a:pt x="1392043" y="974903"/>
                </a:moveTo>
                <a:lnTo>
                  <a:pt x="1384470" y="950669"/>
                </a:lnTo>
                <a:moveTo>
                  <a:pt x="2086710" y="473245"/>
                </a:moveTo>
                <a:lnTo>
                  <a:pt x="2088096" y="470433"/>
                </a:lnTo>
                <a:moveTo>
                  <a:pt x="1682086" y="888451"/>
                </a:moveTo>
                <a:lnTo>
                  <a:pt x="1658272" y="855603"/>
                </a:lnTo>
                <a:moveTo>
                  <a:pt x="1704817" y="824429"/>
                </a:moveTo>
                <a:lnTo>
                  <a:pt x="1658004" y="766858"/>
                </a:lnTo>
                <a:moveTo>
                  <a:pt x="1057202" y="1146969"/>
                </a:moveTo>
                <a:lnTo>
                  <a:pt x="1049445" y="1142093"/>
                </a:lnTo>
                <a:moveTo>
                  <a:pt x="2037793" y="815224"/>
                </a:moveTo>
                <a:lnTo>
                  <a:pt x="1962263" y="797940"/>
                </a:lnTo>
                <a:moveTo>
                  <a:pt x="2239841" y="594585"/>
                </a:moveTo>
                <a:lnTo>
                  <a:pt x="2225934" y="579589"/>
                </a:lnTo>
                <a:moveTo>
                  <a:pt x="1406081" y="1021095"/>
                </a:moveTo>
                <a:lnTo>
                  <a:pt x="1436083" y="1063323"/>
                </a:lnTo>
                <a:moveTo>
                  <a:pt x="2098008" y="468901"/>
                </a:moveTo>
                <a:lnTo>
                  <a:pt x="2086710" y="473245"/>
                </a:lnTo>
                <a:moveTo>
                  <a:pt x="2259612" y="492240"/>
                </a:moveTo>
                <a:lnTo>
                  <a:pt x="2299523" y="430699"/>
                </a:lnTo>
                <a:moveTo>
                  <a:pt x="1962263" y="797940"/>
                </a:moveTo>
                <a:lnTo>
                  <a:pt x="1932594" y="790021"/>
                </a:lnTo>
                <a:moveTo>
                  <a:pt x="1054574" y="1154673"/>
                </a:moveTo>
                <a:lnTo>
                  <a:pt x="1057202" y="1146969"/>
                </a:lnTo>
                <a:moveTo>
                  <a:pt x="2112424" y="816377"/>
                </a:moveTo>
                <a:lnTo>
                  <a:pt x="2126314" y="753749"/>
                </a:lnTo>
                <a:moveTo>
                  <a:pt x="1394891" y="918786"/>
                </a:moveTo>
                <a:lnTo>
                  <a:pt x="1420355" y="888547"/>
                </a:lnTo>
                <a:moveTo>
                  <a:pt x="1490479" y="826829"/>
                </a:moveTo>
                <a:lnTo>
                  <a:pt x="1529517" y="799112"/>
                </a:lnTo>
                <a:moveTo>
                  <a:pt x="2259612" y="492240"/>
                </a:moveTo>
                <a:lnTo>
                  <a:pt x="2239841" y="594585"/>
                </a:lnTo>
                <a:moveTo>
                  <a:pt x="1886383" y="774375"/>
                </a:moveTo>
                <a:lnTo>
                  <a:pt x="1899536" y="698528"/>
                </a:lnTo>
                <a:moveTo>
                  <a:pt x="1722474" y="821098"/>
                </a:moveTo>
                <a:lnTo>
                  <a:pt x="1658004" y="766858"/>
                </a:lnTo>
                <a:moveTo>
                  <a:pt x="1054574" y="1154673"/>
                </a:moveTo>
                <a:lnTo>
                  <a:pt x="1049445" y="1142093"/>
                </a:lnTo>
                <a:moveTo>
                  <a:pt x="2135526" y="752025"/>
                </a:moveTo>
                <a:lnTo>
                  <a:pt x="2112424" y="816377"/>
                </a:lnTo>
                <a:moveTo>
                  <a:pt x="1629887" y="948864"/>
                </a:moveTo>
                <a:lnTo>
                  <a:pt x="1595354" y="981125"/>
                </a:lnTo>
                <a:moveTo>
                  <a:pt x="1122135" y="1201716"/>
                </a:moveTo>
                <a:lnTo>
                  <a:pt x="1133374" y="1175765"/>
                </a:lnTo>
                <a:moveTo>
                  <a:pt x="2113302" y="816120"/>
                </a:moveTo>
                <a:lnTo>
                  <a:pt x="2135526" y="752025"/>
                </a:lnTo>
                <a:moveTo>
                  <a:pt x="2161926" y="457217"/>
                </a:moveTo>
                <a:lnTo>
                  <a:pt x="2161496" y="410765"/>
                </a:lnTo>
                <a:moveTo>
                  <a:pt x="2235381" y="502906"/>
                </a:moveTo>
                <a:lnTo>
                  <a:pt x="2239841" y="594585"/>
                </a:lnTo>
                <a:moveTo>
                  <a:pt x="2220859" y="620276"/>
                </a:moveTo>
                <a:lnTo>
                  <a:pt x="2225934" y="579589"/>
                </a:lnTo>
                <a:moveTo>
                  <a:pt x="1534065" y="1036180"/>
                </a:moveTo>
                <a:lnTo>
                  <a:pt x="1539327" y="1059489"/>
                </a:lnTo>
                <a:moveTo>
                  <a:pt x="2178755" y="720372"/>
                </a:moveTo>
                <a:lnTo>
                  <a:pt x="2194311" y="693210"/>
                </a:lnTo>
                <a:moveTo>
                  <a:pt x="1181805" y="797388"/>
                </a:moveTo>
                <a:lnTo>
                  <a:pt x="1106242" y="812377"/>
                </a:lnTo>
                <a:moveTo>
                  <a:pt x="1932594" y="790021"/>
                </a:moveTo>
                <a:lnTo>
                  <a:pt x="1886383" y="774375"/>
                </a:lnTo>
                <a:moveTo>
                  <a:pt x="1394891" y="918786"/>
                </a:moveTo>
                <a:lnTo>
                  <a:pt x="1405272" y="912009"/>
                </a:lnTo>
                <a:moveTo>
                  <a:pt x="1148738" y="878728"/>
                </a:moveTo>
                <a:lnTo>
                  <a:pt x="1106242" y="812377"/>
                </a:lnTo>
                <a:moveTo>
                  <a:pt x="2237541" y="476028"/>
                </a:moveTo>
                <a:lnTo>
                  <a:pt x="2176501" y="406888"/>
                </a:lnTo>
                <a:moveTo>
                  <a:pt x="1534065" y="1036180"/>
                </a:moveTo>
                <a:lnTo>
                  <a:pt x="1500915" y="1072687"/>
                </a:lnTo>
                <a:moveTo>
                  <a:pt x="1899536" y="698528"/>
                </a:moveTo>
                <a:lnTo>
                  <a:pt x="1810528" y="751263"/>
                </a:lnTo>
                <a:moveTo>
                  <a:pt x="2112424" y="816377"/>
                </a:moveTo>
                <a:lnTo>
                  <a:pt x="2037793" y="815224"/>
                </a:lnTo>
                <a:moveTo>
                  <a:pt x="1529582" y="1038931"/>
                </a:moveTo>
                <a:lnTo>
                  <a:pt x="1500915" y="1072687"/>
                </a:lnTo>
                <a:moveTo>
                  <a:pt x="2349946" y="332781"/>
                </a:moveTo>
                <a:lnTo>
                  <a:pt x="2343124" y="310585"/>
                </a:lnTo>
                <a:moveTo>
                  <a:pt x="2237541" y="476028"/>
                </a:moveTo>
                <a:lnTo>
                  <a:pt x="2299523" y="430699"/>
                </a:lnTo>
                <a:moveTo>
                  <a:pt x="2088096" y="470433"/>
                </a:moveTo>
                <a:lnTo>
                  <a:pt x="2021310" y="525128"/>
                </a:lnTo>
                <a:moveTo>
                  <a:pt x="2161926" y="457217"/>
                </a:moveTo>
                <a:lnTo>
                  <a:pt x="2176501" y="406888"/>
                </a:lnTo>
                <a:moveTo>
                  <a:pt x="1202159" y="1058948"/>
                </a:moveTo>
                <a:lnTo>
                  <a:pt x="1187289" y="1094696"/>
                </a:lnTo>
                <a:moveTo>
                  <a:pt x="2220859" y="620276"/>
                </a:moveTo>
                <a:lnTo>
                  <a:pt x="2201589" y="656365"/>
                </a:lnTo>
                <a:moveTo>
                  <a:pt x="2338574" y="327222"/>
                </a:moveTo>
                <a:lnTo>
                  <a:pt x="2343124" y="310585"/>
                </a:lnTo>
                <a:moveTo>
                  <a:pt x="1170177" y="900592"/>
                </a:moveTo>
                <a:lnTo>
                  <a:pt x="1148738" y="878728"/>
                </a:lnTo>
                <a:moveTo>
                  <a:pt x="2086710" y="473245"/>
                </a:moveTo>
                <a:lnTo>
                  <a:pt x="2021310" y="525128"/>
                </a:lnTo>
                <a:moveTo>
                  <a:pt x="1948687" y="866192"/>
                </a:moveTo>
                <a:lnTo>
                  <a:pt x="1962263" y="797940"/>
                </a:lnTo>
                <a:moveTo>
                  <a:pt x="2225934" y="579589"/>
                </a:moveTo>
                <a:lnTo>
                  <a:pt x="2201589" y="656365"/>
                </a:lnTo>
                <a:moveTo>
                  <a:pt x="2235381" y="502906"/>
                </a:moveTo>
                <a:lnTo>
                  <a:pt x="2225934" y="579589"/>
                </a:lnTo>
                <a:moveTo>
                  <a:pt x="1122135" y="1201716"/>
                </a:moveTo>
                <a:lnTo>
                  <a:pt x="1057202" y="1146969"/>
                </a:lnTo>
                <a:moveTo>
                  <a:pt x="1490479" y="826829"/>
                </a:moveTo>
                <a:lnTo>
                  <a:pt x="1445248" y="854246"/>
                </a:lnTo>
                <a:moveTo>
                  <a:pt x="1682086" y="888451"/>
                </a:moveTo>
                <a:lnTo>
                  <a:pt x="1663166" y="923615"/>
                </a:lnTo>
                <a:moveTo>
                  <a:pt x="1406081" y="1021095"/>
                </a:moveTo>
                <a:lnTo>
                  <a:pt x="1392043" y="974903"/>
                </a:lnTo>
                <a:moveTo>
                  <a:pt x="2099349" y="893616"/>
                </a:moveTo>
                <a:lnTo>
                  <a:pt x="2037793" y="815224"/>
                </a:lnTo>
                <a:moveTo>
                  <a:pt x="1018461" y="854259"/>
                </a:moveTo>
                <a:lnTo>
                  <a:pt x="1015159" y="859436"/>
                </a:lnTo>
                <a:moveTo>
                  <a:pt x="1763098" y="1052029"/>
                </a:moveTo>
                <a:lnTo>
                  <a:pt x="1771281" y="1061454"/>
                </a:lnTo>
                <a:moveTo>
                  <a:pt x="1165979" y="896613"/>
                </a:moveTo>
                <a:lnTo>
                  <a:pt x="1170177" y="900592"/>
                </a:lnTo>
                <a:moveTo>
                  <a:pt x="1184586" y="951209"/>
                </a:moveTo>
                <a:lnTo>
                  <a:pt x="1185169" y="921885"/>
                </a:lnTo>
                <a:moveTo>
                  <a:pt x="1394891" y="918786"/>
                </a:moveTo>
                <a:lnTo>
                  <a:pt x="1384470" y="950669"/>
                </a:lnTo>
                <a:moveTo>
                  <a:pt x="1886383" y="774375"/>
                </a:moveTo>
                <a:lnTo>
                  <a:pt x="1810528" y="751263"/>
                </a:lnTo>
                <a:moveTo>
                  <a:pt x="1962263" y="797940"/>
                </a:moveTo>
                <a:lnTo>
                  <a:pt x="1917388" y="855130"/>
                </a:lnTo>
                <a:moveTo>
                  <a:pt x="1810528" y="751263"/>
                </a:moveTo>
                <a:lnTo>
                  <a:pt x="1735450" y="742091"/>
                </a:lnTo>
                <a:moveTo>
                  <a:pt x="2349946" y="332781"/>
                </a:moveTo>
                <a:lnTo>
                  <a:pt x="2338574" y="327222"/>
                </a:lnTo>
                <a:moveTo>
                  <a:pt x="2235381" y="502906"/>
                </a:moveTo>
                <a:lnTo>
                  <a:pt x="2259612" y="492240"/>
                </a:lnTo>
                <a:moveTo>
                  <a:pt x="1722474" y="821098"/>
                </a:moveTo>
                <a:lnTo>
                  <a:pt x="1735450" y="742091"/>
                </a:lnTo>
                <a:moveTo>
                  <a:pt x="2237541" y="476028"/>
                </a:moveTo>
                <a:lnTo>
                  <a:pt x="2251185" y="408985"/>
                </a:lnTo>
                <a:moveTo>
                  <a:pt x="1917388" y="855130"/>
                </a:moveTo>
                <a:lnTo>
                  <a:pt x="1932594" y="790021"/>
                </a:lnTo>
                <a:moveTo>
                  <a:pt x="2161926" y="457217"/>
                </a:moveTo>
                <a:lnTo>
                  <a:pt x="2098008" y="468901"/>
                </a:lnTo>
                <a:moveTo>
                  <a:pt x="1722474" y="821098"/>
                </a:moveTo>
                <a:lnTo>
                  <a:pt x="1704817" y="824429"/>
                </a:lnTo>
                <a:moveTo>
                  <a:pt x="1727986" y="1172786"/>
                </a:moveTo>
                <a:lnTo>
                  <a:pt x="1739681" y="1107170"/>
                </a:lnTo>
                <a:moveTo>
                  <a:pt x="1122135" y="1201716"/>
                </a:moveTo>
                <a:lnTo>
                  <a:pt x="1054574" y="1154673"/>
                </a:lnTo>
                <a:moveTo>
                  <a:pt x="2178755" y="720372"/>
                </a:moveTo>
                <a:lnTo>
                  <a:pt x="2135526" y="752025"/>
                </a:lnTo>
                <a:moveTo>
                  <a:pt x="2113302" y="816120"/>
                </a:moveTo>
                <a:lnTo>
                  <a:pt x="2112424" y="816377"/>
                </a:lnTo>
                <a:moveTo>
                  <a:pt x="1160297" y="1158103"/>
                </a:moveTo>
                <a:lnTo>
                  <a:pt x="1122135" y="1201716"/>
                </a:lnTo>
                <a:moveTo>
                  <a:pt x="1497920" y="756653"/>
                </a:moveTo>
                <a:lnTo>
                  <a:pt x="1529517" y="799112"/>
                </a:lnTo>
                <a:moveTo>
                  <a:pt x="1917388" y="855130"/>
                </a:moveTo>
                <a:lnTo>
                  <a:pt x="1886383" y="774375"/>
                </a:lnTo>
                <a:moveTo>
                  <a:pt x="1392043" y="974903"/>
                </a:moveTo>
                <a:lnTo>
                  <a:pt x="1394891" y="918786"/>
                </a:lnTo>
                <a:moveTo>
                  <a:pt x="1202159" y="1058948"/>
                </a:moveTo>
                <a:lnTo>
                  <a:pt x="1199200" y="991216"/>
                </a:lnTo>
                <a:moveTo>
                  <a:pt x="1181805" y="797388"/>
                </a:moveTo>
                <a:lnTo>
                  <a:pt x="1148738" y="878728"/>
                </a:lnTo>
                <a:moveTo>
                  <a:pt x="2237541" y="476028"/>
                </a:moveTo>
                <a:lnTo>
                  <a:pt x="2259612" y="492240"/>
                </a:lnTo>
                <a:moveTo>
                  <a:pt x="1623750" y="929712"/>
                </a:moveTo>
                <a:lnTo>
                  <a:pt x="1663166" y="923615"/>
                </a:lnTo>
                <a:moveTo>
                  <a:pt x="1595354" y="981125"/>
                </a:moveTo>
                <a:lnTo>
                  <a:pt x="1534065" y="1036180"/>
                </a:lnTo>
                <a:moveTo>
                  <a:pt x="2225934" y="579589"/>
                </a:moveTo>
                <a:lnTo>
                  <a:pt x="2196463" y="550424"/>
                </a:lnTo>
                <a:moveTo>
                  <a:pt x="2235381" y="502906"/>
                </a:moveTo>
                <a:lnTo>
                  <a:pt x="2237541" y="476028"/>
                </a:lnTo>
                <a:moveTo>
                  <a:pt x="2099349" y="893616"/>
                </a:moveTo>
                <a:lnTo>
                  <a:pt x="2112424" y="816377"/>
                </a:lnTo>
                <a:moveTo>
                  <a:pt x="2087336" y="983489"/>
                </a:moveTo>
                <a:lnTo>
                  <a:pt x="2082233" y="984138"/>
                </a:lnTo>
                <a:moveTo>
                  <a:pt x="1196843" y="1125485"/>
                </a:moveTo>
                <a:lnTo>
                  <a:pt x="1187289" y="1094696"/>
                </a:lnTo>
                <a:moveTo>
                  <a:pt x="2113302" y="816120"/>
                </a:moveTo>
                <a:lnTo>
                  <a:pt x="2099349" y="893616"/>
                </a:lnTo>
                <a:moveTo>
                  <a:pt x="2089069" y="985125"/>
                </a:moveTo>
                <a:lnTo>
                  <a:pt x="2087336" y="983489"/>
                </a:lnTo>
                <a:moveTo>
                  <a:pt x="1763098" y="1052029"/>
                </a:moveTo>
                <a:lnTo>
                  <a:pt x="1739681" y="1107170"/>
                </a:lnTo>
                <a:moveTo>
                  <a:pt x="1682086" y="888451"/>
                </a:moveTo>
                <a:lnTo>
                  <a:pt x="1704817" y="824429"/>
                </a:lnTo>
                <a:moveTo>
                  <a:pt x="2085531" y="992073"/>
                </a:moveTo>
                <a:lnTo>
                  <a:pt x="2082233" y="984138"/>
                </a:lnTo>
                <a:moveTo>
                  <a:pt x="1533105" y="1034703"/>
                </a:moveTo>
                <a:lnTo>
                  <a:pt x="1595354" y="981125"/>
                </a:lnTo>
                <a:moveTo>
                  <a:pt x="2089069" y="985125"/>
                </a:moveTo>
                <a:lnTo>
                  <a:pt x="2085531" y="992073"/>
                </a:lnTo>
                <a:moveTo>
                  <a:pt x="1165979" y="896613"/>
                </a:moveTo>
                <a:lnTo>
                  <a:pt x="1148738" y="878728"/>
                </a:lnTo>
                <a:moveTo>
                  <a:pt x="1872467" y="836524"/>
                </a:moveTo>
                <a:lnTo>
                  <a:pt x="1886383" y="774375"/>
                </a:lnTo>
                <a:moveTo>
                  <a:pt x="1623750" y="929712"/>
                </a:moveTo>
                <a:lnTo>
                  <a:pt x="1629887" y="948864"/>
                </a:lnTo>
                <a:moveTo>
                  <a:pt x="1184586" y="951209"/>
                </a:moveTo>
                <a:lnTo>
                  <a:pt x="1170177" y="900592"/>
                </a:lnTo>
                <a:moveTo>
                  <a:pt x="2087336" y="983489"/>
                </a:moveTo>
                <a:lnTo>
                  <a:pt x="2099349" y="893616"/>
                </a:lnTo>
                <a:moveTo>
                  <a:pt x="2099349" y="893616"/>
                </a:moveTo>
                <a:lnTo>
                  <a:pt x="2082233" y="984138"/>
                </a:lnTo>
                <a:moveTo>
                  <a:pt x="2082233" y="984138"/>
                </a:moveTo>
                <a:lnTo>
                  <a:pt x="2011344" y="964331"/>
                </a:lnTo>
                <a:moveTo>
                  <a:pt x="1948687" y="866192"/>
                </a:moveTo>
                <a:lnTo>
                  <a:pt x="1917388" y="855130"/>
                </a:lnTo>
                <a:moveTo>
                  <a:pt x="2011344" y="964331"/>
                </a:moveTo>
                <a:lnTo>
                  <a:pt x="1948687" y="866192"/>
                </a:lnTo>
                <a:moveTo>
                  <a:pt x="2196463" y="550424"/>
                </a:moveTo>
                <a:lnTo>
                  <a:pt x="2201589" y="656365"/>
                </a:lnTo>
                <a:moveTo>
                  <a:pt x="1796926" y="819053"/>
                </a:moveTo>
                <a:lnTo>
                  <a:pt x="1735450" y="742091"/>
                </a:lnTo>
                <a:moveTo>
                  <a:pt x="2235381" y="502906"/>
                </a:moveTo>
                <a:lnTo>
                  <a:pt x="2196463" y="550424"/>
                </a:lnTo>
                <a:moveTo>
                  <a:pt x="1747334" y="1070380"/>
                </a:moveTo>
                <a:lnTo>
                  <a:pt x="1739681" y="1107170"/>
                </a:lnTo>
                <a:moveTo>
                  <a:pt x="2085531" y="992073"/>
                </a:moveTo>
                <a:lnTo>
                  <a:pt x="2011344" y="964331"/>
                </a:lnTo>
                <a:moveTo>
                  <a:pt x="2021310" y="525128"/>
                </a:moveTo>
                <a:lnTo>
                  <a:pt x="1991614" y="557110"/>
                </a:lnTo>
                <a:moveTo>
                  <a:pt x="1481783" y="828095"/>
                </a:moveTo>
                <a:lnTo>
                  <a:pt x="1529517" y="799112"/>
                </a:lnTo>
                <a:moveTo>
                  <a:pt x="1184586" y="951209"/>
                </a:moveTo>
                <a:lnTo>
                  <a:pt x="1199200" y="991216"/>
                </a:lnTo>
                <a:moveTo>
                  <a:pt x="1117869" y="1209406"/>
                </a:moveTo>
                <a:lnTo>
                  <a:pt x="1160297" y="1158103"/>
                </a:lnTo>
                <a:moveTo>
                  <a:pt x="2099349" y="893616"/>
                </a:moveTo>
                <a:lnTo>
                  <a:pt x="2011344" y="964331"/>
                </a:lnTo>
                <a:moveTo>
                  <a:pt x="2178755" y="720372"/>
                </a:moveTo>
                <a:lnTo>
                  <a:pt x="2201589" y="656365"/>
                </a:lnTo>
                <a:moveTo>
                  <a:pt x="1872467" y="836524"/>
                </a:moveTo>
                <a:lnTo>
                  <a:pt x="1810528" y="751263"/>
                </a:lnTo>
                <a:moveTo>
                  <a:pt x="2237541" y="476028"/>
                </a:moveTo>
                <a:lnTo>
                  <a:pt x="2161926" y="457217"/>
                </a:lnTo>
                <a:moveTo>
                  <a:pt x="2163726" y="785506"/>
                </a:moveTo>
                <a:lnTo>
                  <a:pt x="2135526" y="752025"/>
                </a:lnTo>
                <a:moveTo>
                  <a:pt x="1796926" y="819053"/>
                </a:moveTo>
                <a:lnTo>
                  <a:pt x="1810528" y="751263"/>
                </a:lnTo>
                <a:moveTo>
                  <a:pt x="2113621" y="883470"/>
                </a:moveTo>
                <a:lnTo>
                  <a:pt x="2113302" y="816120"/>
                </a:lnTo>
                <a:moveTo>
                  <a:pt x="1796926" y="819053"/>
                </a:moveTo>
                <a:lnTo>
                  <a:pt x="1722474" y="821098"/>
                </a:lnTo>
                <a:moveTo>
                  <a:pt x="1623750" y="929712"/>
                </a:moveTo>
                <a:lnTo>
                  <a:pt x="1595354" y="981125"/>
                </a:lnTo>
                <a:moveTo>
                  <a:pt x="2237541" y="476028"/>
                </a:moveTo>
                <a:lnTo>
                  <a:pt x="2196463" y="550424"/>
                </a:lnTo>
                <a:moveTo>
                  <a:pt x="1534065" y="1036180"/>
                </a:moveTo>
                <a:lnTo>
                  <a:pt x="1529582" y="1038931"/>
                </a:lnTo>
                <a:moveTo>
                  <a:pt x="2072440" y="501362"/>
                </a:moveTo>
                <a:lnTo>
                  <a:pt x="2098008" y="468901"/>
                </a:lnTo>
                <a:moveTo>
                  <a:pt x="1487243" y="822415"/>
                </a:moveTo>
                <a:lnTo>
                  <a:pt x="1529517" y="799112"/>
                </a:lnTo>
                <a:moveTo>
                  <a:pt x="2072440" y="501362"/>
                </a:moveTo>
                <a:lnTo>
                  <a:pt x="2086710" y="473245"/>
                </a:lnTo>
                <a:moveTo>
                  <a:pt x="1481783" y="828095"/>
                </a:moveTo>
                <a:lnTo>
                  <a:pt x="1490479" y="826829"/>
                </a:lnTo>
                <a:moveTo>
                  <a:pt x="2113621" y="883470"/>
                </a:moveTo>
                <a:lnTo>
                  <a:pt x="2087336" y="983489"/>
                </a:lnTo>
                <a:moveTo>
                  <a:pt x="2113621" y="883470"/>
                </a:moveTo>
                <a:lnTo>
                  <a:pt x="2089069" y="985125"/>
                </a:lnTo>
                <a:moveTo>
                  <a:pt x="1605556" y="944703"/>
                </a:moveTo>
                <a:lnTo>
                  <a:pt x="1595354" y="981125"/>
                </a:lnTo>
                <a:moveTo>
                  <a:pt x="1917388" y="855130"/>
                </a:moveTo>
                <a:lnTo>
                  <a:pt x="1872467" y="836524"/>
                </a:lnTo>
                <a:moveTo>
                  <a:pt x="1533105" y="1034703"/>
                </a:moveTo>
                <a:lnTo>
                  <a:pt x="1534065" y="1036180"/>
                </a:lnTo>
                <a:moveTo>
                  <a:pt x="1196843" y="1125485"/>
                </a:moveTo>
                <a:lnTo>
                  <a:pt x="1160297" y="1158103"/>
                </a:lnTo>
                <a:moveTo>
                  <a:pt x="1939657" y="900779"/>
                </a:moveTo>
                <a:lnTo>
                  <a:pt x="1948687" y="866192"/>
                </a:lnTo>
                <a:moveTo>
                  <a:pt x="1533105" y="1034703"/>
                </a:moveTo>
                <a:lnTo>
                  <a:pt x="1529582" y="1038931"/>
                </a:lnTo>
                <a:moveTo>
                  <a:pt x="1041524" y="1177514"/>
                </a:moveTo>
                <a:lnTo>
                  <a:pt x="1054574" y="1154673"/>
                </a:lnTo>
                <a:moveTo>
                  <a:pt x="1708054" y="874223"/>
                </a:moveTo>
                <a:lnTo>
                  <a:pt x="1704817" y="824429"/>
                </a:lnTo>
                <a:moveTo>
                  <a:pt x="2113621" y="883470"/>
                </a:moveTo>
                <a:lnTo>
                  <a:pt x="2099349" y="893616"/>
                </a:lnTo>
                <a:moveTo>
                  <a:pt x="1003805" y="903129"/>
                </a:moveTo>
                <a:lnTo>
                  <a:pt x="1015159" y="859436"/>
                </a:lnTo>
                <a:moveTo>
                  <a:pt x="1117869" y="1209406"/>
                </a:moveTo>
                <a:lnTo>
                  <a:pt x="1122135" y="1201716"/>
                </a:lnTo>
                <a:moveTo>
                  <a:pt x="1030927" y="1168827"/>
                </a:moveTo>
                <a:lnTo>
                  <a:pt x="1049445" y="1142093"/>
                </a:lnTo>
                <a:moveTo>
                  <a:pt x="1939657" y="900779"/>
                </a:moveTo>
                <a:lnTo>
                  <a:pt x="1917388" y="855130"/>
                </a:lnTo>
                <a:moveTo>
                  <a:pt x="2162895" y="612881"/>
                </a:moveTo>
                <a:lnTo>
                  <a:pt x="2201589" y="656365"/>
                </a:lnTo>
                <a:moveTo>
                  <a:pt x="1091981" y="835481"/>
                </a:moveTo>
                <a:lnTo>
                  <a:pt x="1018461" y="854259"/>
                </a:lnTo>
                <a:moveTo>
                  <a:pt x="1481783" y="828095"/>
                </a:moveTo>
                <a:lnTo>
                  <a:pt x="1445248" y="854246"/>
                </a:lnTo>
                <a:moveTo>
                  <a:pt x="1991614" y="557110"/>
                </a:moveTo>
                <a:lnTo>
                  <a:pt x="1963243" y="584046"/>
                </a:lnTo>
                <a:moveTo>
                  <a:pt x="1172719" y="816247"/>
                </a:moveTo>
                <a:lnTo>
                  <a:pt x="1181805" y="797388"/>
                </a:lnTo>
                <a:moveTo>
                  <a:pt x="1717573" y="1133386"/>
                </a:moveTo>
                <a:lnTo>
                  <a:pt x="1739681" y="1107170"/>
                </a:lnTo>
                <a:moveTo>
                  <a:pt x="1172719" y="816247"/>
                </a:moveTo>
                <a:lnTo>
                  <a:pt x="1148738" y="878728"/>
                </a:lnTo>
                <a:moveTo>
                  <a:pt x="1184586" y="951209"/>
                </a:moveTo>
                <a:lnTo>
                  <a:pt x="1165979" y="896613"/>
                </a:lnTo>
                <a:moveTo>
                  <a:pt x="1091981" y="835481"/>
                </a:moveTo>
                <a:lnTo>
                  <a:pt x="1148738" y="878728"/>
                </a:lnTo>
                <a:moveTo>
                  <a:pt x="1054574" y="1154673"/>
                </a:moveTo>
                <a:lnTo>
                  <a:pt x="1030927" y="1168827"/>
                </a:lnTo>
                <a:moveTo>
                  <a:pt x="1003805" y="903129"/>
                </a:moveTo>
                <a:lnTo>
                  <a:pt x="1018461" y="854259"/>
                </a:lnTo>
                <a:moveTo>
                  <a:pt x="1708054" y="874223"/>
                </a:moveTo>
                <a:lnTo>
                  <a:pt x="1722474" y="821098"/>
                </a:lnTo>
                <a:moveTo>
                  <a:pt x="1872467" y="836524"/>
                </a:moveTo>
                <a:lnTo>
                  <a:pt x="1796926" y="819053"/>
                </a:lnTo>
                <a:moveTo>
                  <a:pt x="1953357" y="927629"/>
                </a:moveTo>
                <a:lnTo>
                  <a:pt x="1948687" y="866192"/>
                </a:lnTo>
                <a:moveTo>
                  <a:pt x="1984489" y="573063"/>
                </a:moveTo>
                <a:lnTo>
                  <a:pt x="2021310" y="525128"/>
                </a:lnTo>
                <a:moveTo>
                  <a:pt x="2072440" y="501362"/>
                </a:moveTo>
                <a:lnTo>
                  <a:pt x="2021310" y="525128"/>
                </a:lnTo>
                <a:moveTo>
                  <a:pt x="2163726" y="785506"/>
                </a:moveTo>
                <a:lnTo>
                  <a:pt x="2113302" y="816120"/>
                </a:lnTo>
                <a:moveTo>
                  <a:pt x="1204459" y="1021384"/>
                </a:moveTo>
                <a:lnTo>
                  <a:pt x="1199200" y="991216"/>
                </a:lnTo>
                <a:moveTo>
                  <a:pt x="2323987" y="401570"/>
                </a:moveTo>
                <a:lnTo>
                  <a:pt x="2312166" y="477067"/>
                </a:lnTo>
                <a:moveTo>
                  <a:pt x="2324645" y="389134"/>
                </a:moveTo>
                <a:lnTo>
                  <a:pt x="2323987" y="401570"/>
                </a:lnTo>
                <a:moveTo>
                  <a:pt x="1595405" y="593324"/>
                </a:moveTo>
                <a:lnTo>
                  <a:pt x="1577577" y="595652"/>
                </a:lnTo>
                <a:moveTo>
                  <a:pt x="2011344" y="964331"/>
                </a:moveTo>
                <a:lnTo>
                  <a:pt x="1953357" y="927629"/>
                </a:lnTo>
                <a:moveTo>
                  <a:pt x="1939657" y="900779"/>
                </a:moveTo>
                <a:lnTo>
                  <a:pt x="1872467" y="836524"/>
                </a:lnTo>
                <a:moveTo>
                  <a:pt x="1165979" y="896613"/>
                </a:moveTo>
                <a:lnTo>
                  <a:pt x="1091981" y="835481"/>
                </a:lnTo>
                <a:moveTo>
                  <a:pt x="1682086" y="888451"/>
                </a:moveTo>
                <a:lnTo>
                  <a:pt x="1623750" y="929712"/>
                </a:lnTo>
                <a:moveTo>
                  <a:pt x="1546602" y="1003493"/>
                </a:moveTo>
                <a:lnTo>
                  <a:pt x="1595354" y="981125"/>
                </a:lnTo>
                <a:moveTo>
                  <a:pt x="1122135" y="1201716"/>
                </a:moveTo>
                <a:lnTo>
                  <a:pt x="1041524" y="1177514"/>
                </a:lnTo>
                <a:moveTo>
                  <a:pt x="1763098" y="1052029"/>
                </a:moveTo>
                <a:lnTo>
                  <a:pt x="1747334" y="1070380"/>
                </a:lnTo>
                <a:moveTo>
                  <a:pt x="1196843" y="1125485"/>
                </a:moveTo>
                <a:lnTo>
                  <a:pt x="1202159" y="1058948"/>
                </a:lnTo>
                <a:moveTo>
                  <a:pt x="2072369" y="1033197"/>
                </a:moveTo>
                <a:lnTo>
                  <a:pt x="2089069" y="985125"/>
                </a:lnTo>
                <a:moveTo>
                  <a:pt x="2237541" y="476028"/>
                </a:moveTo>
                <a:lnTo>
                  <a:pt x="2147787" y="515357"/>
                </a:lnTo>
                <a:moveTo>
                  <a:pt x="2105296" y="949573"/>
                </a:moveTo>
                <a:lnTo>
                  <a:pt x="2089069" y="985125"/>
                </a:lnTo>
                <a:moveTo>
                  <a:pt x="2161926" y="457217"/>
                </a:moveTo>
                <a:lnTo>
                  <a:pt x="2072440" y="501362"/>
                </a:lnTo>
                <a:moveTo>
                  <a:pt x="1165076" y="1188202"/>
                </a:moveTo>
                <a:lnTo>
                  <a:pt x="1160297" y="1158103"/>
                </a:lnTo>
                <a:moveTo>
                  <a:pt x="2162895" y="612881"/>
                </a:moveTo>
                <a:lnTo>
                  <a:pt x="2196463" y="550424"/>
                </a:lnTo>
                <a:moveTo>
                  <a:pt x="2072369" y="1033197"/>
                </a:moveTo>
                <a:lnTo>
                  <a:pt x="2085531" y="992073"/>
                </a:lnTo>
                <a:moveTo>
                  <a:pt x="1984489" y="573063"/>
                </a:moveTo>
                <a:lnTo>
                  <a:pt x="1991614" y="557110"/>
                </a:lnTo>
                <a:moveTo>
                  <a:pt x="2147787" y="515357"/>
                </a:moveTo>
                <a:lnTo>
                  <a:pt x="2161926" y="457217"/>
                </a:lnTo>
                <a:moveTo>
                  <a:pt x="1708054" y="874223"/>
                </a:moveTo>
                <a:lnTo>
                  <a:pt x="1682086" y="888451"/>
                </a:lnTo>
                <a:moveTo>
                  <a:pt x="2072369" y="1033197"/>
                </a:moveTo>
                <a:lnTo>
                  <a:pt x="2011344" y="964331"/>
                </a:lnTo>
                <a:moveTo>
                  <a:pt x="2323987" y="401570"/>
                </a:moveTo>
                <a:lnTo>
                  <a:pt x="2276164" y="456735"/>
                </a:lnTo>
                <a:moveTo>
                  <a:pt x="2147787" y="515357"/>
                </a:moveTo>
                <a:lnTo>
                  <a:pt x="2196463" y="550424"/>
                </a:lnTo>
                <a:moveTo>
                  <a:pt x="2137001" y="676446"/>
                </a:moveTo>
                <a:lnTo>
                  <a:pt x="2201589" y="656365"/>
                </a:lnTo>
                <a:moveTo>
                  <a:pt x="1796926" y="819053"/>
                </a:moveTo>
                <a:lnTo>
                  <a:pt x="1708054" y="874223"/>
                </a:lnTo>
                <a:moveTo>
                  <a:pt x="1717573" y="1133386"/>
                </a:moveTo>
                <a:lnTo>
                  <a:pt x="1727986" y="1172786"/>
                </a:lnTo>
                <a:moveTo>
                  <a:pt x="1546898" y="658526"/>
                </a:moveTo>
                <a:lnTo>
                  <a:pt x="1577577" y="595652"/>
                </a:lnTo>
                <a:moveTo>
                  <a:pt x="1953357" y="927629"/>
                </a:moveTo>
                <a:lnTo>
                  <a:pt x="1939657" y="900779"/>
                </a:lnTo>
                <a:moveTo>
                  <a:pt x="1984489" y="573063"/>
                </a:moveTo>
                <a:lnTo>
                  <a:pt x="1963243" y="584046"/>
                </a:lnTo>
                <a:moveTo>
                  <a:pt x="2312166" y="477067"/>
                </a:moveTo>
                <a:lnTo>
                  <a:pt x="2276164" y="456735"/>
                </a:lnTo>
                <a:moveTo>
                  <a:pt x="2324645" y="389134"/>
                </a:moveTo>
                <a:lnTo>
                  <a:pt x="2276164" y="456735"/>
                </a:lnTo>
                <a:moveTo>
                  <a:pt x="1153929" y="920909"/>
                </a:moveTo>
                <a:lnTo>
                  <a:pt x="1165979" y="896613"/>
                </a:lnTo>
                <a:moveTo>
                  <a:pt x="1487243" y="822415"/>
                </a:moveTo>
                <a:lnTo>
                  <a:pt x="1497920" y="756653"/>
                </a:lnTo>
                <a:moveTo>
                  <a:pt x="2163726" y="785506"/>
                </a:moveTo>
                <a:lnTo>
                  <a:pt x="2178755" y="720372"/>
                </a:lnTo>
                <a:moveTo>
                  <a:pt x="1623750" y="929712"/>
                </a:moveTo>
                <a:lnTo>
                  <a:pt x="1605556" y="944703"/>
                </a:lnTo>
                <a:moveTo>
                  <a:pt x="1467702" y="887278"/>
                </a:moveTo>
                <a:lnTo>
                  <a:pt x="1445248" y="854246"/>
                </a:lnTo>
                <a:moveTo>
                  <a:pt x="2146133" y="850270"/>
                </a:moveTo>
                <a:lnTo>
                  <a:pt x="2113302" y="816120"/>
                </a:lnTo>
                <a:moveTo>
                  <a:pt x="1919205" y="644991"/>
                </a:moveTo>
                <a:lnTo>
                  <a:pt x="1963243" y="584046"/>
                </a:lnTo>
                <a:moveTo>
                  <a:pt x="1117869" y="1209406"/>
                </a:moveTo>
                <a:lnTo>
                  <a:pt x="1041524" y="1177514"/>
                </a:lnTo>
                <a:moveTo>
                  <a:pt x="1919205" y="644991"/>
                </a:moveTo>
                <a:lnTo>
                  <a:pt x="1897305" y="658507"/>
                </a:lnTo>
                <a:moveTo>
                  <a:pt x="1204459" y="1021384"/>
                </a:moveTo>
                <a:lnTo>
                  <a:pt x="1202159" y="1058948"/>
                </a:lnTo>
                <a:moveTo>
                  <a:pt x="1997795" y="992622"/>
                </a:moveTo>
                <a:lnTo>
                  <a:pt x="2011344" y="964331"/>
                </a:lnTo>
                <a:moveTo>
                  <a:pt x="2105296" y="949573"/>
                </a:moveTo>
                <a:lnTo>
                  <a:pt x="2113621" y="883470"/>
                </a:lnTo>
                <a:moveTo>
                  <a:pt x="1933697" y="909080"/>
                </a:moveTo>
                <a:lnTo>
                  <a:pt x="1872467" y="836524"/>
                </a:lnTo>
                <a:moveTo>
                  <a:pt x="1172719" y="816247"/>
                </a:moveTo>
                <a:lnTo>
                  <a:pt x="1091981" y="835481"/>
                </a:lnTo>
                <a:moveTo>
                  <a:pt x="1546602" y="1003493"/>
                </a:moveTo>
                <a:lnTo>
                  <a:pt x="1533105" y="1034703"/>
                </a:lnTo>
                <a:moveTo>
                  <a:pt x="1581356" y="653085"/>
                </a:moveTo>
                <a:lnTo>
                  <a:pt x="1577577" y="595652"/>
                </a:lnTo>
                <a:moveTo>
                  <a:pt x="2086032" y="1014095"/>
                </a:moveTo>
                <a:lnTo>
                  <a:pt x="2089069" y="985125"/>
                </a:lnTo>
                <a:moveTo>
                  <a:pt x="1891117" y="666658"/>
                </a:moveTo>
                <a:lnTo>
                  <a:pt x="1897305" y="658507"/>
                </a:lnTo>
                <a:moveTo>
                  <a:pt x="2298196" y="538245"/>
                </a:moveTo>
                <a:lnTo>
                  <a:pt x="2312166" y="477067"/>
                </a:lnTo>
                <a:moveTo>
                  <a:pt x="1091981" y="835481"/>
                </a:moveTo>
                <a:lnTo>
                  <a:pt x="1003805" y="903129"/>
                </a:lnTo>
                <a:moveTo>
                  <a:pt x="1933697" y="909080"/>
                </a:moveTo>
                <a:lnTo>
                  <a:pt x="1939657" y="900779"/>
                </a:lnTo>
                <a:moveTo>
                  <a:pt x="1090470" y="839033"/>
                </a:moveTo>
                <a:lnTo>
                  <a:pt x="1091981" y="835481"/>
                </a:lnTo>
                <a:moveTo>
                  <a:pt x="1717573" y="1133386"/>
                </a:moveTo>
                <a:lnTo>
                  <a:pt x="1747334" y="1070380"/>
                </a:lnTo>
                <a:moveTo>
                  <a:pt x="2162895" y="612881"/>
                </a:moveTo>
                <a:lnTo>
                  <a:pt x="2147787" y="515357"/>
                </a:lnTo>
                <a:moveTo>
                  <a:pt x="2072440" y="501362"/>
                </a:moveTo>
                <a:lnTo>
                  <a:pt x="1984489" y="573063"/>
                </a:lnTo>
                <a:moveTo>
                  <a:pt x="1487243" y="822415"/>
                </a:moveTo>
                <a:lnTo>
                  <a:pt x="1481783" y="828095"/>
                </a:lnTo>
                <a:moveTo>
                  <a:pt x="2137001" y="676446"/>
                </a:moveTo>
                <a:lnTo>
                  <a:pt x="2178755" y="720372"/>
                </a:lnTo>
                <a:moveTo>
                  <a:pt x="1581356" y="653085"/>
                </a:moveTo>
                <a:lnTo>
                  <a:pt x="1595405" y="593324"/>
                </a:lnTo>
                <a:moveTo>
                  <a:pt x="1090470" y="839033"/>
                </a:moveTo>
                <a:lnTo>
                  <a:pt x="1003805" y="903129"/>
                </a:lnTo>
                <a:moveTo>
                  <a:pt x="1784325" y="854456"/>
                </a:moveTo>
                <a:lnTo>
                  <a:pt x="1796926" y="819053"/>
                </a:lnTo>
                <a:moveTo>
                  <a:pt x="2147787" y="515357"/>
                </a:moveTo>
                <a:lnTo>
                  <a:pt x="2072440" y="501362"/>
                </a:lnTo>
                <a:moveTo>
                  <a:pt x="1204459" y="1021384"/>
                </a:moveTo>
                <a:lnTo>
                  <a:pt x="1184586" y="951209"/>
                </a:lnTo>
                <a:moveTo>
                  <a:pt x="1165076" y="1188202"/>
                </a:moveTo>
                <a:lnTo>
                  <a:pt x="1117869" y="1209406"/>
                </a:lnTo>
                <a:moveTo>
                  <a:pt x="1153929" y="920909"/>
                </a:moveTo>
                <a:lnTo>
                  <a:pt x="1184586" y="951209"/>
                </a:lnTo>
                <a:moveTo>
                  <a:pt x="1527847" y="723079"/>
                </a:moveTo>
                <a:lnTo>
                  <a:pt x="1497920" y="756653"/>
                </a:lnTo>
                <a:moveTo>
                  <a:pt x="1701574" y="879633"/>
                </a:moveTo>
                <a:lnTo>
                  <a:pt x="1682086" y="888451"/>
                </a:lnTo>
                <a:moveTo>
                  <a:pt x="2312166" y="477067"/>
                </a:moveTo>
                <a:lnTo>
                  <a:pt x="2268504" y="522933"/>
                </a:lnTo>
                <a:moveTo>
                  <a:pt x="1859213" y="866664"/>
                </a:moveTo>
                <a:lnTo>
                  <a:pt x="1872467" y="836524"/>
                </a:lnTo>
                <a:moveTo>
                  <a:pt x="1933697" y="909080"/>
                </a:moveTo>
                <a:lnTo>
                  <a:pt x="1953357" y="927629"/>
                </a:lnTo>
                <a:moveTo>
                  <a:pt x="1859213" y="866664"/>
                </a:moveTo>
                <a:lnTo>
                  <a:pt x="1796926" y="819053"/>
                </a:lnTo>
                <a:moveTo>
                  <a:pt x="1758653" y="1024834"/>
                </a:moveTo>
                <a:lnTo>
                  <a:pt x="1763098" y="1052029"/>
                </a:lnTo>
                <a:moveTo>
                  <a:pt x="1656358" y="660900"/>
                </a:moveTo>
                <a:lnTo>
                  <a:pt x="1595405" y="593324"/>
                </a:lnTo>
                <a:moveTo>
                  <a:pt x="1204417" y="1112545"/>
                </a:moveTo>
                <a:lnTo>
                  <a:pt x="1196843" y="1125485"/>
                </a:lnTo>
                <a:moveTo>
                  <a:pt x="1546602" y="1003493"/>
                </a:moveTo>
                <a:lnTo>
                  <a:pt x="1605556" y="944703"/>
                </a:lnTo>
                <a:moveTo>
                  <a:pt x="2146133" y="850270"/>
                </a:moveTo>
                <a:lnTo>
                  <a:pt x="2113621" y="883470"/>
                </a:lnTo>
                <a:moveTo>
                  <a:pt x="1041524" y="1177514"/>
                </a:moveTo>
                <a:lnTo>
                  <a:pt x="1030927" y="1168827"/>
                </a:lnTo>
                <a:moveTo>
                  <a:pt x="1970438" y="632795"/>
                </a:moveTo>
                <a:lnTo>
                  <a:pt x="1963243" y="584046"/>
                </a:lnTo>
                <a:moveTo>
                  <a:pt x="1153929" y="920909"/>
                </a:moveTo>
                <a:lnTo>
                  <a:pt x="1091981" y="835481"/>
                </a:lnTo>
                <a:moveTo>
                  <a:pt x="1204459" y="1021384"/>
                </a:moveTo>
                <a:lnTo>
                  <a:pt x="1196843" y="1125485"/>
                </a:lnTo>
                <a:moveTo>
                  <a:pt x="982598" y="1031967"/>
                </a:moveTo>
                <a:lnTo>
                  <a:pt x="969390" y="987435"/>
                </a:lnTo>
                <a:moveTo>
                  <a:pt x="2134592" y="590450"/>
                </a:moveTo>
                <a:lnTo>
                  <a:pt x="2162895" y="612881"/>
                </a:lnTo>
                <a:moveTo>
                  <a:pt x="1919205" y="644991"/>
                </a:moveTo>
                <a:lnTo>
                  <a:pt x="1891117" y="666658"/>
                </a:lnTo>
                <a:moveTo>
                  <a:pt x="1758653" y="1024834"/>
                </a:moveTo>
                <a:lnTo>
                  <a:pt x="1747334" y="1070380"/>
                </a:lnTo>
                <a:moveTo>
                  <a:pt x="2134592" y="590450"/>
                </a:moveTo>
                <a:lnTo>
                  <a:pt x="2072440" y="501362"/>
                </a:lnTo>
                <a:moveTo>
                  <a:pt x="1165076" y="1188202"/>
                </a:moveTo>
                <a:lnTo>
                  <a:pt x="1196843" y="1125485"/>
                </a:lnTo>
                <a:moveTo>
                  <a:pt x="1581356" y="653085"/>
                </a:moveTo>
                <a:lnTo>
                  <a:pt x="1546898" y="658526"/>
                </a:lnTo>
                <a:moveTo>
                  <a:pt x="1997795" y="992622"/>
                </a:moveTo>
                <a:lnTo>
                  <a:pt x="1953357" y="927629"/>
                </a:lnTo>
                <a:moveTo>
                  <a:pt x="2137001" y="676446"/>
                </a:moveTo>
                <a:lnTo>
                  <a:pt x="2162895" y="612881"/>
                </a:lnTo>
                <a:moveTo>
                  <a:pt x="1106519" y="1227630"/>
                </a:moveTo>
                <a:lnTo>
                  <a:pt x="1117869" y="1209406"/>
                </a:lnTo>
                <a:moveTo>
                  <a:pt x="1153929" y="920909"/>
                </a:moveTo>
                <a:lnTo>
                  <a:pt x="1090470" y="839033"/>
                </a:lnTo>
                <a:moveTo>
                  <a:pt x="2134592" y="590450"/>
                </a:moveTo>
                <a:lnTo>
                  <a:pt x="2147787" y="515357"/>
                </a:lnTo>
                <a:moveTo>
                  <a:pt x="1810951" y="679542"/>
                </a:moveTo>
                <a:lnTo>
                  <a:pt x="1738622" y="655171"/>
                </a:lnTo>
                <a:moveTo>
                  <a:pt x="1750846" y="1032991"/>
                </a:moveTo>
                <a:lnTo>
                  <a:pt x="1747334" y="1070380"/>
                </a:lnTo>
                <a:moveTo>
                  <a:pt x="1701574" y="879633"/>
                </a:moveTo>
                <a:lnTo>
                  <a:pt x="1623750" y="929712"/>
                </a:lnTo>
                <a:moveTo>
                  <a:pt x="1784325" y="854456"/>
                </a:moveTo>
                <a:lnTo>
                  <a:pt x="1708054" y="874223"/>
                </a:lnTo>
                <a:moveTo>
                  <a:pt x="1036804" y="1190830"/>
                </a:moveTo>
                <a:lnTo>
                  <a:pt x="1041524" y="1177514"/>
                </a:lnTo>
                <a:moveTo>
                  <a:pt x="1033861" y="891545"/>
                </a:moveTo>
                <a:lnTo>
                  <a:pt x="1003805" y="903129"/>
                </a:lnTo>
                <a:moveTo>
                  <a:pt x="2268504" y="522933"/>
                </a:moveTo>
                <a:lnTo>
                  <a:pt x="2276164" y="456735"/>
                </a:lnTo>
                <a:moveTo>
                  <a:pt x="1090470" y="839033"/>
                </a:moveTo>
                <a:lnTo>
                  <a:pt x="1033861" y="891545"/>
                </a:lnTo>
                <a:moveTo>
                  <a:pt x="1765693" y="862630"/>
                </a:moveTo>
                <a:lnTo>
                  <a:pt x="1708054" y="874223"/>
                </a:lnTo>
                <a:moveTo>
                  <a:pt x="990007" y="967400"/>
                </a:moveTo>
                <a:lnTo>
                  <a:pt x="969390" y="987435"/>
                </a:lnTo>
                <a:moveTo>
                  <a:pt x="1467702" y="887278"/>
                </a:moveTo>
                <a:lnTo>
                  <a:pt x="1481783" y="828095"/>
                </a:lnTo>
                <a:moveTo>
                  <a:pt x="2118863" y="741131"/>
                </a:moveTo>
                <a:lnTo>
                  <a:pt x="2178755" y="720372"/>
                </a:lnTo>
                <a:moveTo>
                  <a:pt x="990007" y="967400"/>
                </a:moveTo>
                <a:lnTo>
                  <a:pt x="1003805" y="903129"/>
                </a:lnTo>
                <a:moveTo>
                  <a:pt x="1891117" y="666658"/>
                </a:moveTo>
                <a:lnTo>
                  <a:pt x="1810951" y="679542"/>
                </a:lnTo>
                <a:moveTo>
                  <a:pt x="1527847" y="723079"/>
                </a:moveTo>
                <a:lnTo>
                  <a:pt x="1546898" y="658526"/>
                </a:lnTo>
                <a:moveTo>
                  <a:pt x="2072369" y="1033197"/>
                </a:moveTo>
                <a:lnTo>
                  <a:pt x="1997795" y="992622"/>
                </a:lnTo>
                <a:moveTo>
                  <a:pt x="1036804" y="1190830"/>
                </a:moveTo>
                <a:lnTo>
                  <a:pt x="1030927" y="1168827"/>
                </a:lnTo>
                <a:moveTo>
                  <a:pt x="1701574" y="879633"/>
                </a:moveTo>
                <a:lnTo>
                  <a:pt x="1708054" y="874223"/>
                </a:lnTo>
                <a:moveTo>
                  <a:pt x="1731830" y="677142"/>
                </a:moveTo>
                <a:lnTo>
                  <a:pt x="1738622" y="655171"/>
                </a:lnTo>
                <a:moveTo>
                  <a:pt x="1618317" y="907216"/>
                </a:moveTo>
                <a:lnTo>
                  <a:pt x="1623750" y="929712"/>
                </a:lnTo>
                <a:moveTo>
                  <a:pt x="1204417" y="1112545"/>
                </a:moveTo>
                <a:lnTo>
                  <a:pt x="1204459" y="1021384"/>
                </a:lnTo>
                <a:moveTo>
                  <a:pt x="1120252" y="904022"/>
                </a:moveTo>
                <a:lnTo>
                  <a:pt x="1090470" y="839033"/>
                </a:lnTo>
                <a:moveTo>
                  <a:pt x="2058433" y="561877"/>
                </a:moveTo>
                <a:lnTo>
                  <a:pt x="1984489" y="573063"/>
                </a:lnTo>
                <a:moveTo>
                  <a:pt x="1970438" y="632795"/>
                </a:moveTo>
                <a:lnTo>
                  <a:pt x="1984489" y="573063"/>
                </a:lnTo>
                <a:moveTo>
                  <a:pt x="1529509" y="790624"/>
                </a:moveTo>
                <a:lnTo>
                  <a:pt x="1497920" y="756653"/>
                </a:lnTo>
                <a:moveTo>
                  <a:pt x="2058433" y="561877"/>
                </a:moveTo>
                <a:lnTo>
                  <a:pt x="2072440" y="501362"/>
                </a:lnTo>
                <a:moveTo>
                  <a:pt x="1487243" y="822415"/>
                </a:moveTo>
                <a:lnTo>
                  <a:pt x="1467702" y="887278"/>
                </a:lnTo>
                <a:moveTo>
                  <a:pt x="1469379" y="887140"/>
                </a:moveTo>
                <a:lnTo>
                  <a:pt x="1487243" y="822415"/>
                </a:lnTo>
                <a:moveTo>
                  <a:pt x="2072369" y="1033197"/>
                </a:moveTo>
                <a:lnTo>
                  <a:pt x="2025364" y="1005333"/>
                </a:lnTo>
                <a:moveTo>
                  <a:pt x="2146133" y="850270"/>
                </a:moveTo>
                <a:lnTo>
                  <a:pt x="2163726" y="785506"/>
                </a:lnTo>
                <a:moveTo>
                  <a:pt x="1997795" y="992622"/>
                </a:moveTo>
                <a:lnTo>
                  <a:pt x="1933697" y="909080"/>
                </a:lnTo>
                <a:moveTo>
                  <a:pt x="1618317" y="907216"/>
                </a:moveTo>
                <a:lnTo>
                  <a:pt x="1605556" y="944703"/>
                </a:lnTo>
                <a:moveTo>
                  <a:pt x="1613916" y="908014"/>
                </a:moveTo>
                <a:lnTo>
                  <a:pt x="1605556" y="944703"/>
                </a:lnTo>
                <a:moveTo>
                  <a:pt x="1970438" y="632795"/>
                </a:moveTo>
                <a:lnTo>
                  <a:pt x="1919205" y="644991"/>
                </a:lnTo>
                <a:moveTo>
                  <a:pt x="2119831" y="913776"/>
                </a:moveTo>
                <a:lnTo>
                  <a:pt x="2113621" y="883470"/>
                </a:lnTo>
                <a:moveTo>
                  <a:pt x="2298196" y="538245"/>
                </a:moveTo>
                <a:lnTo>
                  <a:pt x="2268504" y="522933"/>
                </a:lnTo>
                <a:moveTo>
                  <a:pt x="1106519" y="1227630"/>
                </a:moveTo>
                <a:lnTo>
                  <a:pt x="1041524" y="1177514"/>
                </a:lnTo>
                <a:moveTo>
                  <a:pt x="2137001" y="676446"/>
                </a:moveTo>
                <a:lnTo>
                  <a:pt x="2134592" y="590450"/>
                </a:lnTo>
                <a:moveTo>
                  <a:pt x="2086032" y="1014095"/>
                </a:moveTo>
                <a:lnTo>
                  <a:pt x="2072369" y="1033197"/>
                </a:lnTo>
                <a:moveTo>
                  <a:pt x="2086032" y="1014095"/>
                </a:moveTo>
                <a:lnTo>
                  <a:pt x="2105296" y="949573"/>
                </a:lnTo>
                <a:moveTo>
                  <a:pt x="1810951" y="679542"/>
                </a:moveTo>
                <a:lnTo>
                  <a:pt x="1731830" y="677142"/>
                </a:lnTo>
                <a:moveTo>
                  <a:pt x="988495" y="1057498"/>
                </a:moveTo>
                <a:lnTo>
                  <a:pt x="982598" y="1031967"/>
                </a:lnTo>
                <a:moveTo>
                  <a:pt x="982598" y="1031967"/>
                </a:moveTo>
                <a:lnTo>
                  <a:pt x="990007" y="967400"/>
                </a:lnTo>
                <a:moveTo>
                  <a:pt x="1656358" y="660900"/>
                </a:moveTo>
                <a:lnTo>
                  <a:pt x="1581356" y="653085"/>
                </a:lnTo>
                <a:moveTo>
                  <a:pt x="1703998" y="1093530"/>
                </a:moveTo>
                <a:lnTo>
                  <a:pt x="1747334" y="1070380"/>
                </a:lnTo>
                <a:moveTo>
                  <a:pt x="1933697" y="909080"/>
                </a:moveTo>
                <a:lnTo>
                  <a:pt x="1859213" y="866664"/>
                </a:lnTo>
                <a:moveTo>
                  <a:pt x="1891117" y="666658"/>
                </a:moveTo>
                <a:lnTo>
                  <a:pt x="1807033" y="688562"/>
                </a:lnTo>
                <a:moveTo>
                  <a:pt x="1190312" y="1171316"/>
                </a:moveTo>
                <a:lnTo>
                  <a:pt x="1196843" y="1125485"/>
                </a:lnTo>
                <a:moveTo>
                  <a:pt x="1209647" y="1057250"/>
                </a:moveTo>
                <a:lnTo>
                  <a:pt x="1204417" y="1112545"/>
                </a:lnTo>
                <a:moveTo>
                  <a:pt x="1153929" y="920909"/>
                </a:moveTo>
                <a:lnTo>
                  <a:pt x="1120252" y="904022"/>
                </a:lnTo>
                <a:moveTo>
                  <a:pt x="1077238" y="882792"/>
                </a:moveTo>
                <a:lnTo>
                  <a:pt x="1090470" y="839033"/>
                </a:lnTo>
                <a:moveTo>
                  <a:pt x="2121438" y="666267"/>
                </a:moveTo>
                <a:lnTo>
                  <a:pt x="2134592" y="590450"/>
                </a:lnTo>
                <a:moveTo>
                  <a:pt x="1807033" y="688562"/>
                </a:moveTo>
                <a:lnTo>
                  <a:pt x="1810951" y="679542"/>
                </a:lnTo>
                <a:moveTo>
                  <a:pt x="2045176" y="635851"/>
                </a:moveTo>
                <a:lnTo>
                  <a:pt x="1984489" y="573063"/>
                </a:lnTo>
                <a:moveTo>
                  <a:pt x="1164465" y="977712"/>
                </a:moveTo>
                <a:lnTo>
                  <a:pt x="1184586" y="951209"/>
                </a:lnTo>
                <a:moveTo>
                  <a:pt x="1209647" y="1057250"/>
                </a:moveTo>
                <a:lnTo>
                  <a:pt x="1204459" y="1021384"/>
                </a:lnTo>
                <a:moveTo>
                  <a:pt x="2134592" y="590450"/>
                </a:moveTo>
                <a:lnTo>
                  <a:pt x="2058433" y="561877"/>
                </a:lnTo>
                <a:moveTo>
                  <a:pt x="1033861" y="891545"/>
                </a:moveTo>
                <a:lnTo>
                  <a:pt x="990007" y="967400"/>
                </a:lnTo>
                <a:moveTo>
                  <a:pt x="1933697" y="909080"/>
                </a:moveTo>
                <a:lnTo>
                  <a:pt x="1885528" y="879937"/>
                </a:lnTo>
                <a:moveTo>
                  <a:pt x="1784325" y="854456"/>
                </a:moveTo>
                <a:lnTo>
                  <a:pt x="1765693" y="862630"/>
                </a:lnTo>
                <a:moveTo>
                  <a:pt x="2025364" y="1005333"/>
                </a:moveTo>
                <a:lnTo>
                  <a:pt x="1997795" y="992622"/>
                </a:lnTo>
                <a:moveTo>
                  <a:pt x="2121438" y="666267"/>
                </a:moveTo>
                <a:lnTo>
                  <a:pt x="2137001" y="676446"/>
                </a:lnTo>
                <a:moveTo>
                  <a:pt x="2118863" y="741131"/>
                </a:moveTo>
                <a:lnTo>
                  <a:pt x="2163726" y="785506"/>
                </a:lnTo>
                <a:moveTo>
                  <a:pt x="1731830" y="677142"/>
                </a:moveTo>
                <a:lnTo>
                  <a:pt x="1656358" y="660900"/>
                </a:lnTo>
                <a:moveTo>
                  <a:pt x="1881680" y="690003"/>
                </a:moveTo>
                <a:lnTo>
                  <a:pt x="1919205" y="644991"/>
                </a:lnTo>
                <a:moveTo>
                  <a:pt x="1859213" y="866664"/>
                </a:moveTo>
                <a:lnTo>
                  <a:pt x="1784325" y="854456"/>
                </a:lnTo>
                <a:moveTo>
                  <a:pt x="1106519" y="1227630"/>
                </a:moveTo>
                <a:lnTo>
                  <a:pt x="1036804" y="1190830"/>
                </a:lnTo>
                <a:moveTo>
                  <a:pt x="1567029" y="707874"/>
                </a:moveTo>
                <a:lnTo>
                  <a:pt x="1546898" y="658526"/>
                </a:lnTo>
                <a:moveTo>
                  <a:pt x="1165076" y="1188202"/>
                </a:moveTo>
                <a:lnTo>
                  <a:pt x="1106519" y="1227630"/>
                </a:lnTo>
                <a:moveTo>
                  <a:pt x="1807033" y="688562"/>
                </a:moveTo>
                <a:lnTo>
                  <a:pt x="1731830" y="677142"/>
                </a:lnTo>
                <a:moveTo>
                  <a:pt x="1529509" y="790624"/>
                </a:moveTo>
                <a:lnTo>
                  <a:pt x="1487243" y="822415"/>
                </a:lnTo>
                <a:moveTo>
                  <a:pt x="1613916" y="908014"/>
                </a:moveTo>
                <a:lnTo>
                  <a:pt x="1546602" y="1003493"/>
                </a:lnTo>
                <a:moveTo>
                  <a:pt x="1765693" y="862630"/>
                </a:moveTo>
                <a:lnTo>
                  <a:pt x="1701574" y="879633"/>
                </a:lnTo>
                <a:moveTo>
                  <a:pt x="1469379" y="887140"/>
                </a:moveTo>
                <a:lnTo>
                  <a:pt x="1467702" y="887278"/>
                </a:lnTo>
                <a:moveTo>
                  <a:pt x="1929205" y="902146"/>
                </a:moveTo>
                <a:lnTo>
                  <a:pt x="1933697" y="909080"/>
                </a:lnTo>
                <a:moveTo>
                  <a:pt x="1225361" y="1091708"/>
                </a:moveTo>
                <a:lnTo>
                  <a:pt x="1204417" y="1112545"/>
                </a:lnTo>
                <a:moveTo>
                  <a:pt x="1147299" y="937098"/>
                </a:moveTo>
                <a:lnTo>
                  <a:pt x="1153929" y="920909"/>
                </a:lnTo>
                <a:moveTo>
                  <a:pt x="1466972" y="890260"/>
                </a:moveTo>
                <a:lnTo>
                  <a:pt x="1467702" y="887278"/>
                </a:lnTo>
                <a:moveTo>
                  <a:pt x="1881680" y="690003"/>
                </a:moveTo>
                <a:lnTo>
                  <a:pt x="1891117" y="666658"/>
                </a:lnTo>
                <a:moveTo>
                  <a:pt x="1466972" y="890260"/>
                </a:moveTo>
                <a:lnTo>
                  <a:pt x="1469379" y="887140"/>
                </a:lnTo>
                <a:moveTo>
                  <a:pt x="2121438" y="666267"/>
                </a:moveTo>
                <a:lnTo>
                  <a:pt x="2058433" y="561877"/>
                </a:lnTo>
                <a:moveTo>
                  <a:pt x="1190312" y="1171316"/>
                </a:moveTo>
                <a:lnTo>
                  <a:pt x="1204417" y="1112545"/>
                </a:lnTo>
                <a:moveTo>
                  <a:pt x="1007959" y="955109"/>
                </a:moveTo>
                <a:lnTo>
                  <a:pt x="982598" y="1031967"/>
                </a:lnTo>
                <a:moveTo>
                  <a:pt x="2119831" y="913776"/>
                </a:moveTo>
                <a:lnTo>
                  <a:pt x="2105296" y="949573"/>
                </a:lnTo>
                <a:moveTo>
                  <a:pt x="2057499" y="1078241"/>
                </a:moveTo>
                <a:lnTo>
                  <a:pt x="2072369" y="1033197"/>
                </a:lnTo>
                <a:moveTo>
                  <a:pt x="1758653" y="1024834"/>
                </a:moveTo>
                <a:lnTo>
                  <a:pt x="1750846" y="1032991"/>
                </a:lnTo>
                <a:moveTo>
                  <a:pt x="2072369" y="1033197"/>
                </a:moveTo>
                <a:lnTo>
                  <a:pt x="2055242" y="1076953"/>
                </a:lnTo>
                <a:moveTo>
                  <a:pt x="2229288" y="479373"/>
                </a:moveTo>
                <a:lnTo>
                  <a:pt x="2276164" y="456735"/>
                </a:lnTo>
                <a:moveTo>
                  <a:pt x="1077238" y="882792"/>
                </a:moveTo>
                <a:lnTo>
                  <a:pt x="1033861" y="891545"/>
                </a:lnTo>
                <a:moveTo>
                  <a:pt x="1022007" y="1129643"/>
                </a:moveTo>
                <a:lnTo>
                  <a:pt x="1030927" y="1168827"/>
                </a:lnTo>
                <a:moveTo>
                  <a:pt x="1885528" y="879937"/>
                </a:moveTo>
                <a:lnTo>
                  <a:pt x="1859213" y="866664"/>
                </a:lnTo>
                <a:moveTo>
                  <a:pt x="1703998" y="1093530"/>
                </a:moveTo>
                <a:lnTo>
                  <a:pt x="1717573" y="1133386"/>
                </a:lnTo>
                <a:moveTo>
                  <a:pt x="1007959" y="955109"/>
                </a:moveTo>
                <a:lnTo>
                  <a:pt x="1033861" y="891545"/>
                </a:lnTo>
                <a:moveTo>
                  <a:pt x="1997795" y="992622"/>
                </a:moveTo>
                <a:lnTo>
                  <a:pt x="1929205" y="902146"/>
                </a:lnTo>
                <a:moveTo>
                  <a:pt x="2118863" y="741131"/>
                </a:moveTo>
                <a:lnTo>
                  <a:pt x="2137001" y="676446"/>
                </a:lnTo>
                <a:moveTo>
                  <a:pt x="1190312" y="1171316"/>
                </a:moveTo>
                <a:lnTo>
                  <a:pt x="1165076" y="1188202"/>
                </a:lnTo>
                <a:moveTo>
                  <a:pt x="1147299" y="937098"/>
                </a:moveTo>
                <a:lnTo>
                  <a:pt x="1120252" y="904022"/>
                </a:lnTo>
                <a:moveTo>
                  <a:pt x="1567029" y="707874"/>
                </a:moveTo>
                <a:lnTo>
                  <a:pt x="1581356" y="653085"/>
                </a:lnTo>
                <a:moveTo>
                  <a:pt x="1077238" y="882792"/>
                </a:moveTo>
                <a:lnTo>
                  <a:pt x="1120252" y="904022"/>
                </a:lnTo>
                <a:moveTo>
                  <a:pt x="1007959" y="955109"/>
                </a:moveTo>
                <a:lnTo>
                  <a:pt x="988495" y="1057498"/>
                </a:lnTo>
                <a:moveTo>
                  <a:pt x="1756328" y="1026131"/>
                </a:moveTo>
                <a:lnTo>
                  <a:pt x="1758653" y="1024834"/>
                </a:lnTo>
                <a:moveTo>
                  <a:pt x="1701574" y="879633"/>
                </a:moveTo>
                <a:lnTo>
                  <a:pt x="1618317" y="907216"/>
                </a:lnTo>
                <a:moveTo>
                  <a:pt x="1007959" y="955109"/>
                </a:moveTo>
                <a:lnTo>
                  <a:pt x="990007" y="967400"/>
                </a:lnTo>
                <a:moveTo>
                  <a:pt x="1531259" y="952866"/>
                </a:moveTo>
                <a:lnTo>
                  <a:pt x="1546602" y="1003493"/>
                </a:lnTo>
                <a:moveTo>
                  <a:pt x="1036804" y="1190830"/>
                </a:moveTo>
                <a:lnTo>
                  <a:pt x="1022007" y="1129643"/>
                </a:lnTo>
                <a:moveTo>
                  <a:pt x="1164465" y="977712"/>
                </a:moveTo>
                <a:lnTo>
                  <a:pt x="1204459" y="1021384"/>
                </a:lnTo>
                <a:moveTo>
                  <a:pt x="1225361" y="1091708"/>
                </a:moveTo>
                <a:lnTo>
                  <a:pt x="1209647" y="1057250"/>
                </a:lnTo>
                <a:moveTo>
                  <a:pt x="1164465" y="977712"/>
                </a:moveTo>
                <a:lnTo>
                  <a:pt x="1153929" y="920909"/>
                </a:lnTo>
                <a:moveTo>
                  <a:pt x="1756328" y="1026131"/>
                </a:moveTo>
                <a:lnTo>
                  <a:pt x="1750846" y="1032991"/>
                </a:lnTo>
                <a:moveTo>
                  <a:pt x="2118863" y="741131"/>
                </a:moveTo>
                <a:lnTo>
                  <a:pt x="2121438" y="666267"/>
                </a:lnTo>
                <a:moveTo>
                  <a:pt x="2118863" y="741131"/>
                </a:moveTo>
                <a:lnTo>
                  <a:pt x="2146133" y="850270"/>
                </a:lnTo>
                <a:moveTo>
                  <a:pt x="2121438" y="666267"/>
                </a:moveTo>
                <a:lnTo>
                  <a:pt x="2045176" y="635851"/>
                </a:lnTo>
                <a:moveTo>
                  <a:pt x="2074344" y="435379"/>
                </a:moveTo>
                <a:lnTo>
                  <a:pt x="2070988" y="475312"/>
                </a:lnTo>
                <a:moveTo>
                  <a:pt x="2045176" y="635851"/>
                </a:moveTo>
                <a:lnTo>
                  <a:pt x="2058433" y="561877"/>
                </a:lnTo>
                <a:moveTo>
                  <a:pt x="2045176" y="635851"/>
                </a:moveTo>
                <a:lnTo>
                  <a:pt x="1970438" y="632795"/>
                </a:lnTo>
                <a:moveTo>
                  <a:pt x="1881680" y="690003"/>
                </a:moveTo>
                <a:lnTo>
                  <a:pt x="1807033" y="688562"/>
                </a:lnTo>
                <a:moveTo>
                  <a:pt x="1529509" y="790624"/>
                </a:moveTo>
                <a:lnTo>
                  <a:pt x="1527847" y="723079"/>
                </a:lnTo>
                <a:moveTo>
                  <a:pt x="1970438" y="632795"/>
                </a:moveTo>
                <a:lnTo>
                  <a:pt x="1881680" y="690003"/>
                </a:lnTo>
                <a:moveTo>
                  <a:pt x="1022007" y="1129643"/>
                </a:moveTo>
                <a:lnTo>
                  <a:pt x="988495" y="1057498"/>
                </a:lnTo>
                <a:moveTo>
                  <a:pt x="1567029" y="707874"/>
                </a:moveTo>
                <a:lnTo>
                  <a:pt x="1527847" y="723079"/>
                </a:lnTo>
                <a:moveTo>
                  <a:pt x="2107878" y="734809"/>
                </a:moveTo>
                <a:lnTo>
                  <a:pt x="2121438" y="666267"/>
                </a:lnTo>
                <a:moveTo>
                  <a:pt x="1929205" y="902146"/>
                </a:moveTo>
                <a:lnTo>
                  <a:pt x="1885528" y="879937"/>
                </a:lnTo>
                <a:moveTo>
                  <a:pt x="1618317" y="907216"/>
                </a:moveTo>
                <a:lnTo>
                  <a:pt x="1613916" y="908014"/>
                </a:lnTo>
                <a:moveTo>
                  <a:pt x="2070988" y="475312"/>
                </a:moveTo>
                <a:lnTo>
                  <a:pt x="2033065" y="451034"/>
                </a:lnTo>
                <a:moveTo>
                  <a:pt x="1529509" y="790624"/>
                </a:moveTo>
                <a:lnTo>
                  <a:pt x="1469379" y="887140"/>
                </a:lnTo>
                <a:moveTo>
                  <a:pt x="2119831" y="913776"/>
                </a:moveTo>
                <a:lnTo>
                  <a:pt x="2146133" y="850270"/>
                </a:lnTo>
                <a:moveTo>
                  <a:pt x="1034209" y="1154841"/>
                </a:moveTo>
                <a:lnTo>
                  <a:pt x="1036804" y="1190830"/>
                </a:lnTo>
                <a:moveTo>
                  <a:pt x="1780523" y="836582"/>
                </a:moveTo>
                <a:lnTo>
                  <a:pt x="1784325" y="854456"/>
                </a:lnTo>
                <a:moveTo>
                  <a:pt x="2055242" y="1076953"/>
                </a:moveTo>
                <a:lnTo>
                  <a:pt x="2025364" y="1005333"/>
                </a:lnTo>
                <a:moveTo>
                  <a:pt x="1147299" y="937098"/>
                </a:moveTo>
                <a:lnTo>
                  <a:pt x="1077238" y="882792"/>
                </a:lnTo>
                <a:moveTo>
                  <a:pt x="1641721" y="710111"/>
                </a:moveTo>
                <a:lnTo>
                  <a:pt x="1581356" y="653085"/>
                </a:lnTo>
                <a:moveTo>
                  <a:pt x="1780523" y="836582"/>
                </a:moveTo>
                <a:lnTo>
                  <a:pt x="1765693" y="862630"/>
                </a:lnTo>
                <a:moveTo>
                  <a:pt x="2110491" y="979732"/>
                </a:moveTo>
                <a:lnTo>
                  <a:pt x="2105296" y="949573"/>
                </a:lnTo>
                <a:moveTo>
                  <a:pt x="1996602" y="949966"/>
                </a:moveTo>
                <a:lnTo>
                  <a:pt x="1997795" y="992622"/>
                </a:lnTo>
                <a:moveTo>
                  <a:pt x="2145226" y="469412"/>
                </a:moveTo>
                <a:lnTo>
                  <a:pt x="2070988" y="475312"/>
                </a:lnTo>
                <a:moveTo>
                  <a:pt x="1703998" y="1093530"/>
                </a:moveTo>
                <a:lnTo>
                  <a:pt x="1750846" y="1032991"/>
                </a:lnTo>
                <a:moveTo>
                  <a:pt x="2086032" y="1014095"/>
                </a:moveTo>
                <a:lnTo>
                  <a:pt x="2057499" y="1078241"/>
                </a:lnTo>
                <a:moveTo>
                  <a:pt x="1209647" y="1057250"/>
                </a:moveTo>
                <a:lnTo>
                  <a:pt x="1164465" y="977712"/>
                </a:lnTo>
                <a:moveTo>
                  <a:pt x="2060740" y="1077747"/>
                </a:moveTo>
                <a:lnTo>
                  <a:pt x="2086032" y="1014095"/>
                </a:lnTo>
                <a:moveTo>
                  <a:pt x="2229288" y="479373"/>
                </a:moveTo>
                <a:lnTo>
                  <a:pt x="2268504" y="522933"/>
                </a:lnTo>
                <a:moveTo>
                  <a:pt x="1225361" y="1091708"/>
                </a:moveTo>
                <a:lnTo>
                  <a:pt x="1190312" y="1171316"/>
                </a:lnTo>
                <a:moveTo>
                  <a:pt x="1931379" y="867476"/>
                </a:moveTo>
                <a:lnTo>
                  <a:pt x="1859213" y="866664"/>
                </a:lnTo>
                <a:moveTo>
                  <a:pt x="1541476" y="873059"/>
                </a:moveTo>
                <a:lnTo>
                  <a:pt x="1469379" y="887140"/>
                </a:lnTo>
                <a:moveTo>
                  <a:pt x="2023830" y="967216"/>
                </a:moveTo>
                <a:lnTo>
                  <a:pt x="1997795" y="992622"/>
                </a:lnTo>
                <a:moveTo>
                  <a:pt x="1858579" y="821351"/>
                </a:moveTo>
                <a:lnTo>
                  <a:pt x="1784325" y="854456"/>
                </a:lnTo>
                <a:moveTo>
                  <a:pt x="2074344" y="435379"/>
                </a:moveTo>
                <a:lnTo>
                  <a:pt x="2033065" y="451034"/>
                </a:lnTo>
                <a:moveTo>
                  <a:pt x="1641721" y="710111"/>
                </a:moveTo>
                <a:lnTo>
                  <a:pt x="1656358" y="660900"/>
                </a:lnTo>
                <a:moveTo>
                  <a:pt x="1956326" y="691412"/>
                </a:moveTo>
                <a:lnTo>
                  <a:pt x="1970438" y="632795"/>
                </a:lnTo>
                <a:moveTo>
                  <a:pt x="2056821" y="532968"/>
                </a:moveTo>
                <a:lnTo>
                  <a:pt x="2070988" y="475312"/>
                </a:lnTo>
                <a:moveTo>
                  <a:pt x="1613916" y="908014"/>
                </a:moveTo>
                <a:lnTo>
                  <a:pt x="1531259" y="952866"/>
                </a:lnTo>
                <a:moveTo>
                  <a:pt x="2118863" y="741131"/>
                </a:moveTo>
                <a:lnTo>
                  <a:pt x="2107878" y="734809"/>
                </a:lnTo>
                <a:moveTo>
                  <a:pt x="1717097" y="724640"/>
                </a:moveTo>
                <a:lnTo>
                  <a:pt x="1731830" y="677142"/>
                </a:lnTo>
                <a:moveTo>
                  <a:pt x="1931379" y="867476"/>
                </a:moveTo>
                <a:lnTo>
                  <a:pt x="1885528" y="879937"/>
                </a:lnTo>
                <a:moveTo>
                  <a:pt x="2107878" y="734809"/>
                </a:moveTo>
                <a:lnTo>
                  <a:pt x="2045176" y="635851"/>
                </a:lnTo>
                <a:moveTo>
                  <a:pt x="1717097" y="724640"/>
                </a:moveTo>
                <a:lnTo>
                  <a:pt x="1656358" y="660900"/>
                </a:lnTo>
                <a:moveTo>
                  <a:pt x="1014726" y="1023391"/>
                </a:moveTo>
                <a:lnTo>
                  <a:pt x="988495" y="1057498"/>
                </a:lnTo>
                <a:moveTo>
                  <a:pt x="1106519" y="1227630"/>
                </a:moveTo>
                <a:lnTo>
                  <a:pt x="1034209" y="1154841"/>
                </a:lnTo>
                <a:moveTo>
                  <a:pt x="1792430" y="738381"/>
                </a:moveTo>
                <a:lnTo>
                  <a:pt x="1731830" y="677142"/>
                </a:lnTo>
                <a:moveTo>
                  <a:pt x="1779209" y="830454"/>
                </a:moveTo>
                <a:lnTo>
                  <a:pt x="1765693" y="862630"/>
                </a:lnTo>
                <a:moveTo>
                  <a:pt x="1164465" y="977712"/>
                </a:moveTo>
                <a:lnTo>
                  <a:pt x="1147299" y="937098"/>
                </a:lnTo>
                <a:moveTo>
                  <a:pt x="2094561" y="804160"/>
                </a:moveTo>
                <a:lnTo>
                  <a:pt x="2146133" y="850270"/>
                </a:lnTo>
                <a:moveTo>
                  <a:pt x="2094409" y="804990"/>
                </a:moveTo>
                <a:lnTo>
                  <a:pt x="2146133" y="850270"/>
                </a:lnTo>
                <a:moveTo>
                  <a:pt x="2023830" y="967216"/>
                </a:moveTo>
                <a:lnTo>
                  <a:pt x="2025364" y="1005333"/>
                </a:lnTo>
                <a:moveTo>
                  <a:pt x="2031562" y="703433"/>
                </a:moveTo>
                <a:lnTo>
                  <a:pt x="1970438" y="632795"/>
                </a:lnTo>
                <a:moveTo>
                  <a:pt x="1858579" y="821351"/>
                </a:moveTo>
                <a:lnTo>
                  <a:pt x="1859213" y="866664"/>
                </a:lnTo>
                <a:moveTo>
                  <a:pt x="1182077" y="1188322"/>
                </a:moveTo>
                <a:lnTo>
                  <a:pt x="1165076" y="1188202"/>
                </a:lnTo>
                <a:moveTo>
                  <a:pt x="1062918" y="937699"/>
                </a:moveTo>
                <a:lnTo>
                  <a:pt x="1033861" y="891545"/>
                </a:lnTo>
                <a:moveTo>
                  <a:pt x="2145226" y="469412"/>
                </a:moveTo>
                <a:lnTo>
                  <a:pt x="2074344" y="435379"/>
                </a:lnTo>
                <a:moveTo>
                  <a:pt x="2145894" y="463455"/>
                </a:moveTo>
                <a:lnTo>
                  <a:pt x="2074344" y="435379"/>
                </a:lnTo>
                <a:moveTo>
                  <a:pt x="1613916" y="908014"/>
                </a:moveTo>
                <a:lnTo>
                  <a:pt x="1541476" y="873059"/>
                </a:lnTo>
                <a:moveTo>
                  <a:pt x="1792430" y="738381"/>
                </a:moveTo>
                <a:lnTo>
                  <a:pt x="1807033" y="688562"/>
                </a:lnTo>
                <a:moveTo>
                  <a:pt x="1779209" y="830454"/>
                </a:moveTo>
                <a:lnTo>
                  <a:pt x="1701574" y="879633"/>
                </a:lnTo>
                <a:moveTo>
                  <a:pt x="1929205" y="902146"/>
                </a:moveTo>
                <a:lnTo>
                  <a:pt x="1931379" y="867476"/>
                </a:lnTo>
                <a:moveTo>
                  <a:pt x="1933390" y="833920"/>
                </a:moveTo>
                <a:lnTo>
                  <a:pt x="1859213" y="866664"/>
                </a:lnTo>
                <a:moveTo>
                  <a:pt x="2070988" y="475312"/>
                </a:moveTo>
                <a:lnTo>
                  <a:pt x="2049390" y="520696"/>
                </a:lnTo>
                <a:moveTo>
                  <a:pt x="2290329" y="938400"/>
                </a:moveTo>
                <a:lnTo>
                  <a:pt x="2313631" y="874461"/>
                </a:lnTo>
                <a:moveTo>
                  <a:pt x="1553073" y="769302"/>
                </a:moveTo>
                <a:lnTo>
                  <a:pt x="1527847" y="723079"/>
                </a:lnTo>
                <a:moveTo>
                  <a:pt x="1996602" y="949966"/>
                </a:moveTo>
                <a:lnTo>
                  <a:pt x="1929205" y="902146"/>
                </a:lnTo>
                <a:moveTo>
                  <a:pt x="1618317" y="907216"/>
                </a:moveTo>
                <a:lnTo>
                  <a:pt x="1545516" y="836759"/>
                </a:lnTo>
                <a:moveTo>
                  <a:pt x="1138867" y="962499"/>
                </a:moveTo>
                <a:lnTo>
                  <a:pt x="1147299" y="937098"/>
                </a:lnTo>
                <a:moveTo>
                  <a:pt x="1545516" y="836759"/>
                </a:moveTo>
                <a:lnTo>
                  <a:pt x="1613916" y="908014"/>
                </a:lnTo>
                <a:moveTo>
                  <a:pt x="2057499" y="1078241"/>
                </a:moveTo>
                <a:lnTo>
                  <a:pt x="2055242" y="1076953"/>
                </a:lnTo>
                <a:moveTo>
                  <a:pt x="2110491" y="979732"/>
                </a:moveTo>
                <a:lnTo>
                  <a:pt x="2086032" y="1014095"/>
                </a:lnTo>
                <a:moveTo>
                  <a:pt x="1956326" y="691412"/>
                </a:moveTo>
                <a:lnTo>
                  <a:pt x="1881680" y="690003"/>
                </a:lnTo>
                <a:moveTo>
                  <a:pt x="2060740" y="1077747"/>
                </a:moveTo>
                <a:lnTo>
                  <a:pt x="2057499" y="1078241"/>
                </a:lnTo>
                <a:moveTo>
                  <a:pt x="1138867" y="962499"/>
                </a:moveTo>
                <a:lnTo>
                  <a:pt x="1077238" y="882792"/>
                </a:lnTo>
                <a:moveTo>
                  <a:pt x="1696764" y="854173"/>
                </a:moveTo>
                <a:lnTo>
                  <a:pt x="1701574" y="879633"/>
                </a:lnTo>
                <a:moveTo>
                  <a:pt x="1213244" y="1157262"/>
                </a:moveTo>
                <a:lnTo>
                  <a:pt x="1225361" y="1091708"/>
                </a:lnTo>
                <a:moveTo>
                  <a:pt x="2145894" y="463455"/>
                </a:moveTo>
                <a:lnTo>
                  <a:pt x="2145226" y="469412"/>
                </a:lnTo>
                <a:moveTo>
                  <a:pt x="1867420" y="745982"/>
                </a:moveTo>
                <a:lnTo>
                  <a:pt x="1807033" y="688562"/>
                </a:lnTo>
                <a:moveTo>
                  <a:pt x="2056119" y="1083574"/>
                </a:moveTo>
                <a:lnTo>
                  <a:pt x="2057499" y="1078241"/>
                </a:lnTo>
                <a:moveTo>
                  <a:pt x="1202506" y="1042874"/>
                </a:moveTo>
                <a:lnTo>
                  <a:pt x="1209647" y="1057250"/>
                </a:lnTo>
                <a:moveTo>
                  <a:pt x="2056119" y="1083574"/>
                </a:moveTo>
                <a:lnTo>
                  <a:pt x="2055242" y="1076953"/>
                </a:lnTo>
                <a:moveTo>
                  <a:pt x="2031562" y="703433"/>
                </a:moveTo>
                <a:lnTo>
                  <a:pt x="2045176" y="635851"/>
                </a:lnTo>
                <a:moveTo>
                  <a:pt x="1182077" y="1188322"/>
                </a:moveTo>
                <a:lnTo>
                  <a:pt x="1106519" y="1227630"/>
                </a:lnTo>
                <a:moveTo>
                  <a:pt x="2060740" y="1077747"/>
                </a:moveTo>
                <a:lnTo>
                  <a:pt x="2056119" y="1083574"/>
                </a:lnTo>
                <a:moveTo>
                  <a:pt x="1701574" y="879633"/>
                </a:moveTo>
                <a:lnTo>
                  <a:pt x="1616515" y="867454"/>
                </a:lnTo>
                <a:moveTo>
                  <a:pt x="2118863" y="741131"/>
                </a:moveTo>
                <a:lnTo>
                  <a:pt x="2094561" y="804160"/>
                </a:lnTo>
                <a:moveTo>
                  <a:pt x="1213244" y="1157262"/>
                </a:moveTo>
                <a:lnTo>
                  <a:pt x="1190312" y="1171316"/>
                </a:lnTo>
                <a:moveTo>
                  <a:pt x="1541476" y="873059"/>
                </a:moveTo>
                <a:lnTo>
                  <a:pt x="1529509" y="790624"/>
                </a:lnTo>
                <a:moveTo>
                  <a:pt x="1103246" y="1194862"/>
                </a:moveTo>
                <a:lnTo>
                  <a:pt x="1106519" y="1227630"/>
                </a:lnTo>
                <a:moveTo>
                  <a:pt x="2157215" y="468964"/>
                </a:moveTo>
                <a:lnTo>
                  <a:pt x="2145226" y="469412"/>
                </a:lnTo>
                <a:moveTo>
                  <a:pt x="2144394" y="470585"/>
                </a:moveTo>
                <a:lnTo>
                  <a:pt x="2145226" y="469412"/>
                </a:lnTo>
                <a:moveTo>
                  <a:pt x="2157215" y="468964"/>
                </a:moveTo>
                <a:lnTo>
                  <a:pt x="2145894" y="463455"/>
                </a:lnTo>
                <a:moveTo>
                  <a:pt x="1014726" y="1023391"/>
                </a:moveTo>
                <a:lnTo>
                  <a:pt x="1007959" y="955109"/>
                </a:lnTo>
                <a:moveTo>
                  <a:pt x="1214169" y="1052195"/>
                </a:moveTo>
                <a:lnTo>
                  <a:pt x="1209647" y="1057250"/>
                </a:lnTo>
                <a:moveTo>
                  <a:pt x="1034209" y="1154841"/>
                </a:moveTo>
                <a:lnTo>
                  <a:pt x="1022007" y="1129643"/>
                </a:lnTo>
                <a:moveTo>
                  <a:pt x="2107878" y="734809"/>
                </a:moveTo>
                <a:lnTo>
                  <a:pt x="2031562" y="703433"/>
                </a:lnTo>
                <a:moveTo>
                  <a:pt x="1531259" y="952866"/>
                </a:moveTo>
                <a:lnTo>
                  <a:pt x="1541476" y="873059"/>
                </a:lnTo>
                <a:moveTo>
                  <a:pt x="2157215" y="468964"/>
                </a:moveTo>
                <a:lnTo>
                  <a:pt x="2144394" y="470585"/>
                </a:lnTo>
                <a:moveTo>
                  <a:pt x="2094561" y="804160"/>
                </a:moveTo>
                <a:lnTo>
                  <a:pt x="2107878" y="734809"/>
                </a:lnTo>
                <a:moveTo>
                  <a:pt x="2107878" y="734809"/>
                </a:moveTo>
                <a:lnTo>
                  <a:pt x="2094180" y="804871"/>
                </a:lnTo>
                <a:moveTo>
                  <a:pt x="2145226" y="469412"/>
                </a:moveTo>
                <a:lnTo>
                  <a:pt x="2056821" y="532968"/>
                </a:lnTo>
                <a:moveTo>
                  <a:pt x="1062918" y="937699"/>
                </a:moveTo>
                <a:lnTo>
                  <a:pt x="1077238" y="882792"/>
                </a:lnTo>
                <a:moveTo>
                  <a:pt x="1545516" y="836759"/>
                </a:moveTo>
                <a:lnTo>
                  <a:pt x="1529509" y="790624"/>
                </a:lnTo>
                <a:moveTo>
                  <a:pt x="1641721" y="710111"/>
                </a:moveTo>
                <a:lnTo>
                  <a:pt x="1567029" y="707874"/>
                </a:lnTo>
                <a:moveTo>
                  <a:pt x="2119831" y="913776"/>
                </a:moveTo>
                <a:lnTo>
                  <a:pt x="2094409" y="804990"/>
                </a:lnTo>
                <a:moveTo>
                  <a:pt x="1616515" y="867454"/>
                </a:moveTo>
                <a:lnTo>
                  <a:pt x="1618317" y="907216"/>
                </a:lnTo>
                <a:moveTo>
                  <a:pt x="2007430" y="1032152"/>
                </a:moveTo>
                <a:lnTo>
                  <a:pt x="2025364" y="1005333"/>
                </a:lnTo>
                <a:moveTo>
                  <a:pt x="2144394" y="470585"/>
                </a:moveTo>
                <a:lnTo>
                  <a:pt x="2056821" y="532968"/>
                </a:lnTo>
                <a:moveTo>
                  <a:pt x="1062918" y="937699"/>
                </a:moveTo>
                <a:lnTo>
                  <a:pt x="1007959" y="955109"/>
                </a:lnTo>
                <a:moveTo>
                  <a:pt x="1014726" y="1023391"/>
                </a:moveTo>
                <a:lnTo>
                  <a:pt x="1022007" y="1129643"/>
                </a:lnTo>
                <a:moveTo>
                  <a:pt x="1138867" y="962499"/>
                </a:moveTo>
                <a:lnTo>
                  <a:pt x="1164465" y="977712"/>
                </a:lnTo>
                <a:moveTo>
                  <a:pt x="1182077" y="1188322"/>
                </a:moveTo>
                <a:lnTo>
                  <a:pt x="1190312" y="1171316"/>
                </a:lnTo>
                <a:moveTo>
                  <a:pt x="2049390" y="520696"/>
                </a:moveTo>
                <a:lnTo>
                  <a:pt x="2033065" y="451034"/>
                </a:lnTo>
                <a:moveTo>
                  <a:pt x="2312608" y="836417"/>
                </a:moveTo>
                <a:lnTo>
                  <a:pt x="2313631" y="874461"/>
                </a:lnTo>
                <a:moveTo>
                  <a:pt x="2005706" y="863179"/>
                </a:moveTo>
                <a:lnTo>
                  <a:pt x="1929205" y="902146"/>
                </a:lnTo>
                <a:moveTo>
                  <a:pt x="1867420" y="745982"/>
                </a:moveTo>
                <a:lnTo>
                  <a:pt x="1881680" y="690003"/>
                </a:lnTo>
                <a:moveTo>
                  <a:pt x="2081510" y="885385"/>
                </a:moveTo>
                <a:lnTo>
                  <a:pt x="2119831" y="913776"/>
                </a:lnTo>
                <a:moveTo>
                  <a:pt x="1214169" y="1052195"/>
                </a:moveTo>
                <a:lnTo>
                  <a:pt x="1225361" y="1091708"/>
                </a:lnTo>
                <a:moveTo>
                  <a:pt x="1858579" y="821351"/>
                </a:moveTo>
                <a:lnTo>
                  <a:pt x="1780523" y="836582"/>
                </a:lnTo>
                <a:moveTo>
                  <a:pt x="2110491" y="979732"/>
                </a:moveTo>
                <a:lnTo>
                  <a:pt x="2119831" y="913776"/>
                </a:lnTo>
                <a:moveTo>
                  <a:pt x="2031562" y="703433"/>
                </a:moveTo>
                <a:lnTo>
                  <a:pt x="1956326" y="691412"/>
                </a:lnTo>
                <a:moveTo>
                  <a:pt x="1792542" y="828612"/>
                </a:moveTo>
                <a:lnTo>
                  <a:pt x="1780523" y="836582"/>
                </a:lnTo>
                <a:moveTo>
                  <a:pt x="1779209" y="830454"/>
                </a:moveTo>
                <a:lnTo>
                  <a:pt x="1780523" y="836582"/>
                </a:lnTo>
                <a:moveTo>
                  <a:pt x="1545516" y="836759"/>
                </a:moveTo>
                <a:lnTo>
                  <a:pt x="1541476" y="873059"/>
                </a:lnTo>
                <a:moveTo>
                  <a:pt x="2110491" y="979732"/>
                </a:moveTo>
                <a:lnTo>
                  <a:pt x="2060740" y="1077747"/>
                </a:lnTo>
                <a:moveTo>
                  <a:pt x="1553073" y="769302"/>
                </a:moveTo>
                <a:lnTo>
                  <a:pt x="1529509" y="790624"/>
                </a:lnTo>
                <a:moveTo>
                  <a:pt x="1553073" y="769302"/>
                </a:moveTo>
                <a:lnTo>
                  <a:pt x="1567029" y="707874"/>
                </a:lnTo>
                <a:moveTo>
                  <a:pt x="2023830" y="967216"/>
                </a:moveTo>
                <a:lnTo>
                  <a:pt x="1996602" y="949966"/>
                </a:lnTo>
                <a:moveTo>
                  <a:pt x="2144394" y="470585"/>
                </a:moveTo>
                <a:lnTo>
                  <a:pt x="2063173" y="522687"/>
                </a:lnTo>
                <a:moveTo>
                  <a:pt x="1933390" y="833920"/>
                </a:moveTo>
                <a:lnTo>
                  <a:pt x="1931379" y="867476"/>
                </a:lnTo>
                <a:moveTo>
                  <a:pt x="2094561" y="804160"/>
                </a:moveTo>
                <a:lnTo>
                  <a:pt x="2094409" y="804990"/>
                </a:lnTo>
                <a:moveTo>
                  <a:pt x="2094561" y="804160"/>
                </a:moveTo>
                <a:lnTo>
                  <a:pt x="2094180" y="804871"/>
                </a:lnTo>
                <a:moveTo>
                  <a:pt x="2094409" y="804990"/>
                </a:moveTo>
                <a:lnTo>
                  <a:pt x="2094180" y="804871"/>
                </a:lnTo>
                <a:moveTo>
                  <a:pt x="1717097" y="724640"/>
                </a:moveTo>
                <a:lnTo>
                  <a:pt x="1641721" y="710111"/>
                </a:lnTo>
                <a:moveTo>
                  <a:pt x="1202506" y="1042874"/>
                </a:moveTo>
                <a:lnTo>
                  <a:pt x="1164465" y="977712"/>
                </a:lnTo>
                <a:moveTo>
                  <a:pt x="2131511" y="1068277"/>
                </a:moveTo>
                <a:lnTo>
                  <a:pt x="2060740" y="1077747"/>
                </a:lnTo>
                <a:moveTo>
                  <a:pt x="1942306" y="751701"/>
                </a:moveTo>
                <a:lnTo>
                  <a:pt x="1881680" y="690003"/>
                </a:lnTo>
                <a:moveTo>
                  <a:pt x="2056821" y="532968"/>
                </a:moveTo>
                <a:lnTo>
                  <a:pt x="2049390" y="520696"/>
                </a:lnTo>
                <a:moveTo>
                  <a:pt x="2063173" y="522687"/>
                </a:moveTo>
                <a:lnTo>
                  <a:pt x="2056821" y="532968"/>
                </a:lnTo>
                <a:moveTo>
                  <a:pt x="1858579" y="821351"/>
                </a:moveTo>
                <a:lnTo>
                  <a:pt x="1792542" y="828612"/>
                </a:lnTo>
                <a:moveTo>
                  <a:pt x="2055370" y="525585"/>
                </a:moveTo>
                <a:lnTo>
                  <a:pt x="2056821" y="532968"/>
                </a:lnTo>
                <a:moveTo>
                  <a:pt x="1792430" y="738381"/>
                </a:moveTo>
                <a:lnTo>
                  <a:pt x="1717097" y="724640"/>
                </a:lnTo>
                <a:moveTo>
                  <a:pt x="2107878" y="734809"/>
                </a:moveTo>
                <a:lnTo>
                  <a:pt x="2017780" y="767986"/>
                </a:lnTo>
                <a:moveTo>
                  <a:pt x="1037285" y="1101453"/>
                </a:moveTo>
                <a:lnTo>
                  <a:pt x="1022007" y="1129643"/>
                </a:lnTo>
                <a:moveTo>
                  <a:pt x="1103246" y="1194862"/>
                </a:moveTo>
                <a:lnTo>
                  <a:pt x="1034209" y="1154841"/>
                </a:lnTo>
                <a:moveTo>
                  <a:pt x="1792542" y="828612"/>
                </a:moveTo>
                <a:lnTo>
                  <a:pt x="1779209" y="830454"/>
                </a:lnTo>
                <a:moveTo>
                  <a:pt x="1779821" y="823981"/>
                </a:moveTo>
                <a:lnTo>
                  <a:pt x="1717097" y="724640"/>
                </a:lnTo>
                <a:moveTo>
                  <a:pt x="2005706" y="863179"/>
                </a:moveTo>
                <a:lnTo>
                  <a:pt x="1931379" y="867476"/>
                </a:lnTo>
                <a:moveTo>
                  <a:pt x="2081510" y="885385"/>
                </a:moveTo>
                <a:lnTo>
                  <a:pt x="2094409" y="804990"/>
                </a:lnTo>
                <a:moveTo>
                  <a:pt x="1792542" y="828612"/>
                </a:moveTo>
                <a:lnTo>
                  <a:pt x="1779821" y="823981"/>
                </a:lnTo>
                <a:moveTo>
                  <a:pt x="1779209" y="830454"/>
                </a:moveTo>
                <a:lnTo>
                  <a:pt x="1779821" y="823981"/>
                </a:lnTo>
                <a:moveTo>
                  <a:pt x="1779821" y="823981"/>
                </a:moveTo>
                <a:lnTo>
                  <a:pt x="1792430" y="738381"/>
                </a:lnTo>
                <a:moveTo>
                  <a:pt x="1138867" y="962499"/>
                </a:moveTo>
                <a:lnTo>
                  <a:pt x="1062918" y="937699"/>
                </a:lnTo>
                <a:moveTo>
                  <a:pt x="1933390" y="833920"/>
                </a:moveTo>
                <a:lnTo>
                  <a:pt x="1858579" y="821351"/>
                </a:lnTo>
                <a:moveTo>
                  <a:pt x="1213244" y="1157262"/>
                </a:moveTo>
                <a:lnTo>
                  <a:pt x="1182077" y="1188322"/>
                </a:lnTo>
                <a:moveTo>
                  <a:pt x="1996602" y="949966"/>
                </a:moveTo>
                <a:lnTo>
                  <a:pt x="2005706" y="863179"/>
                </a:lnTo>
                <a:moveTo>
                  <a:pt x="1049130" y="1002154"/>
                </a:moveTo>
                <a:lnTo>
                  <a:pt x="1007959" y="955109"/>
                </a:lnTo>
                <a:moveTo>
                  <a:pt x="1641721" y="710111"/>
                </a:moveTo>
                <a:lnTo>
                  <a:pt x="1553073" y="769302"/>
                </a:lnTo>
                <a:moveTo>
                  <a:pt x="1202506" y="1042874"/>
                </a:moveTo>
                <a:lnTo>
                  <a:pt x="1138867" y="962499"/>
                </a:lnTo>
                <a:moveTo>
                  <a:pt x="2007430" y="1032152"/>
                </a:moveTo>
                <a:lnTo>
                  <a:pt x="2055242" y="1076953"/>
                </a:lnTo>
                <a:moveTo>
                  <a:pt x="1779209" y="830454"/>
                </a:moveTo>
                <a:lnTo>
                  <a:pt x="1696764" y="854173"/>
                </a:lnTo>
                <a:moveTo>
                  <a:pt x="1545516" y="836759"/>
                </a:moveTo>
                <a:lnTo>
                  <a:pt x="1553073" y="769302"/>
                </a:lnTo>
                <a:moveTo>
                  <a:pt x="1616515" y="867454"/>
                </a:moveTo>
                <a:lnTo>
                  <a:pt x="1545516" y="836759"/>
                </a:lnTo>
                <a:moveTo>
                  <a:pt x="2299880" y="901883"/>
                </a:moveTo>
                <a:lnTo>
                  <a:pt x="2313631" y="874461"/>
                </a:lnTo>
                <a:moveTo>
                  <a:pt x="1858579" y="821351"/>
                </a:moveTo>
                <a:lnTo>
                  <a:pt x="1867420" y="745982"/>
                </a:lnTo>
                <a:moveTo>
                  <a:pt x="2094409" y="804990"/>
                </a:moveTo>
                <a:lnTo>
                  <a:pt x="2005706" y="863179"/>
                </a:lnTo>
                <a:moveTo>
                  <a:pt x="1034209" y="1154841"/>
                </a:moveTo>
                <a:lnTo>
                  <a:pt x="1037285" y="1101453"/>
                </a:lnTo>
                <a:moveTo>
                  <a:pt x="1779821" y="823981"/>
                </a:moveTo>
                <a:lnTo>
                  <a:pt x="1696764" y="854173"/>
                </a:lnTo>
                <a:moveTo>
                  <a:pt x="1867420" y="745982"/>
                </a:moveTo>
                <a:lnTo>
                  <a:pt x="1792542" y="828612"/>
                </a:lnTo>
                <a:moveTo>
                  <a:pt x="2110491" y="979732"/>
                </a:moveTo>
                <a:lnTo>
                  <a:pt x="2081510" y="885385"/>
                </a:lnTo>
                <a:moveTo>
                  <a:pt x="1867420" y="745982"/>
                </a:moveTo>
                <a:lnTo>
                  <a:pt x="1792430" y="738381"/>
                </a:lnTo>
                <a:moveTo>
                  <a:pt x="2094409" y="804990"/>
                </a:moveTo>
                <a:lnTo>
                  <a:pt x="2006767" y="853311"/>
                </a:lnTo>
                <a:moveTo>
                  <a:pt x="2094180" y="804871"/>
                </a:moveTo>
                <a:lnTo>
                  <a:pt x="2006767" y="853311"/>
                </a:lnTo>
                <a:moveTo>
                  <a:pt x="2055370" y="525585"/>
                </a:moveTo>
                <a:lnTo>
                  <a:pt x="2049390" y="520696"/>
                </a:lnTo>
                <a:moveTo>
                  <a:pt x="2063173" y="522687"/>
                </a:moveTo>
                <a:lnTo>
                  <a:pt x="2055370" y="525585"/>
                </a:lnTo>
                <a:moveTo>
                  <a:pt x="1867420" y="745982"/>
                </a:moveTo>
                <a:lnTo>
                  <a:pt x="1779821" y="823981"/>
                </a:lnTo>
                <a:moveTo>
                  <a:pt x="2017780" y="767986"/>
                </a:moveTo>
                <a:lnTo>
                  <a:pt x="1956326" y="691412"/>
                </a:lnTo>
                <a:moveTo>
                  <a:pt x="1942306" y="751701"/>
                </a:moveTo>
                <a:lnTo>
                  <a:pt x="1956326" y="691412"/>
                </a:lnTo>
                <a:moveTo>
                  <a:pt x="1240185" y="1123257"/>
                </a:moveTo>
                <a:lnTo>
                  <a:pt x="1225361" y="1091708"/>
                </a:lnTo>
                <a:moveTo>
                  <a:pt x="1182077" y="1188322"/>
                </a:moveTo>
                <a:lnTo>
                  <a:pt x="1103246" y="1194862"/>
                </a:lnTo>
                <a:moveTo>
                  <a:pt x="2081510" y="885385"/>
                </a:moveTo>
                <a:lnTo>
                  <a:pt x="2005706" y="863179"/>
                </a:lnTo>
                <a:moveTo>
                  <a:pt x="2005706" y="863179"/>
                </a:moveTo>
                <a:lnTo>
                  <a:pt x="1933390" y="833920"/>
                </a:lnTo>
                <a:moveTo>
                  <a:pt x="2017780" y="767986"/>
                </a:moveTo>
                <a:lnTo>
                  <a:pt x="2031562" y="703433"/>
                </a:lnTo>
                <a:moveTo>
                  <a:pt x="1037285" y="1101453"/>
                </a:moveTo>
                <a:lnTo>
                  <a:pt x="1014726" y="1023391"/>
                </a:lnTo>
                <a:moveTo>
                  <a:pt x="1200572" y="1043572"/>
                </a:moveTo>
                <a:lnTo>
                  <a:pt x="1138867" y="962499"/>
                </a:lnTo>
                <a:moveTo>
                  <a:pt x="2131511" y="1068277"/>
                </a:moveTo>
                <a:lnTo>
                  <a:pt x="2110491" y="979732"/>
                </a:lnTo>
                <a:moveTo>
                  <a:pt x="1696764" y="854173"/>
                </a:moveTo>
                <a:lnTo>
                  <a:pt x="1616515" y="867454"/>
                </a:lnTo>
                <a:moveTo>
                  <a:pt x="2094180" y="804871"/>
                </a:moveTo>
                <a:lnTo>
                  <a:pt x="2017780" y="767986"/>
                </a:lnTo>
                <a:moveTo>
                  <a:pt x="1043323" y="1094826"/>
                </a:moveTo>
                <a:lnTo>
                  <a:pt x="1034209" y="1154841"/>
                </a:lnTo>
                <a:moveTo>
                  <a:pt x="2006767" y="853311"/>
                </a:moveTo>
                <a:lnTo>
                  <a:pt x="1933390" y="833920"/>
                </a:lnTo>
                <a:moveTo>
                  <a:pt x="2067848" y="952088"/>
                </a:moveTo>
                <a:lnTo>
                  <a:pt x="1996602" y="949966"/>
                </a:lnTo>
                <a:moveTo>
                  <a:pt x="1942306" y="751701"/>
                </a:moveTo>
                <a:lnTo>
                  <a:pt x="1858579" y="821351"/>
                </a:lnTo>
                <a:moveTo>
                  <a:pt x="1703234" y="787734"/>
                </a:moveTo>
                <a:lnTo>
                  <a:pt x="1641721" y="710111"/>
                </a:lnTo>
                <a:moveTo>
                  <a:pt x="2007430" y="1032152"/>
                </a:moveTo>
                <a:lnTo>
                  <a:pt x="2023830" y="967216"/>
                </a:lnTo>
                <a:moveTo>
                  <a:pt x="1629914" y="755424"/>
                </a:moveTo>
                <a:lnTo>
                  <a:pt x="1641721" y="710111"/>
                </a:lnTo>
                <a:moveTo>
                  <a:pt x="1703234" y="787734"/>
                </a:moveTo>
                <a:lnTo>
                  <a:pt x="1717097" y="724640"/>
                </a:lnTo>
                <a:moveTo>
                  <a:pt x="1037996" y="1088510"/>
                </a:moveTo>
                <a:lnTo>
                  <a:pt x="1014726" y="1023391"/>
                </a:lnTo>
                <a:moveTo>
                  <a:pt x="2138222" y="1013152"/>
                </a:moveTo>
                <a:lnTo>
                  <a:pt x="2110491" y="979732"/>
                </a:lnTo>
                <a:moveTo>
                  <a:pt x="1214169" y="1052195"/>
                </a:moveTo>
                <a:lnTo>
                  <a:pt x="1202506" y="1042874"/>
                </a:lnTo>
                <a:moveTo>
                  <a:pt x="2006767" y="853311"/>
                </a:moveTo>
                <a:lnTo>
                  <a:pt x="2005706" y="863179"/>
                </a:lnTo>
                <a:moveTo>
                  <a:pt x="2017780" y="767986"/>
                </a:moveTo>
                <a:lnTo>
                  <a:pt x="1933390" y="833920"/>
                </a:lnTo>
                <a:moveTo>
                  <a:pt x="1933390" y="833920"/>
                </a:moveTo>
                <a:lnTo>
                  <a:pt x="1942306" y="751701"/>
                </a:lnTo>
                <a:moveTo>
                  <a:pt x="2067848" y="952088"/>
                </a:moveTo>
                <a:lnTo>
                  <a:pt x="2023830" y="967216"/>
                </a:lnTo>
                <a:moveTo>
                  <a:pt x="1608651" y="764158"/>
                </a:moveTo>
                <a:lnTo>
                  <a:pt x="1545516" y="836759"/>
                </a:lnTo>
                <a:moveTo>
                  <a:pt x="1779821" y="823981"/>
                </a:moveTo>
                <a:lnTo>
                  <a:pt x="1703234" y="787734"/>
                </a:lnTo>
                <a:moveTo>
                  <a:pt x="1650555" y="770210"/>
                </a:moveTo>
                <a:lnTo>
                  <a:pt x="1641721" y="710111"/>
                </a:lnTo>
                <a:moveTo>
                  <a:pt x="2138222" y="1013152"/>
                </a:moveTo>
                <a:lnTo>
                  <a:pt x="2131511" y="1068277"/>
                </a:lnTo>
                <a:moveTo>
                  <a:pt x="1049130" y="1002154"/>
                </a:moveTo>
                <a:lnTo>
                  <a:pt x="1014726" y="1023391"/>
                </a:lnTo>
                <a:moveTo>
                  <a:pt x="1200572" y="1043572"/>
                </a:moveTo>
                <a:lnTo>
                  <a:pt x="1202506" y="1042874"/>
                </a:lnTo>
                <a:moveTo>
                  <a:pt x="1942306" y="751701"/>
                </a:moveTo>
                <a:lnTo>
                  <a:pt x="1867420" y="745982"/>
                </a:lnTo>
                <a:moveTo>
                  <a:pt x="2067848" y="952088"/>
                </a:moveTo>
                <a:lnTo>
                  <a:pt x="2081510" y="885385"/>
                </a:lnTo>
                <a:moveTo>
                  <a:pt x="2299880" y="901883"/>
                </a:moveTo>
                <a:lnTo>
                  <a:pt x="2290329" y="938400"/>
                </a:lnTo>
                <a:moveTo>
                  <a:pt x="1696764" y="854173"/>
                </a:moveTo>
                <a:lnTo>
                  <a:pt x="1703234" y="787734"/>
                </a:lnTo>
                <a:moveTo>
                  <a:pt x="2067848" y="952088"/>
                </a:moveTo>
                <a:lnTo>
                  <a:pt x="2110491" y="979732"/>
                </a:lnTo>
                <a:moveTo>
                  <a:pt x="1124317" y="1013268"/>
                </a:moveTo>
                <a:lnTo>
                  <a:pt x="1138867" y="962499"/>
                </a:lnTo>
                <a:moveTo>
                  <a:pt x="2006767" y="853311"/>
                </a:moveTo>
                <a:lnTo>
                  <a:pt x="2017780" y="767986"/>
                </a:lnTo>
                <a:moveTo>
                  <a:pt x="1200572" y="1043572"/>
                </a:moveTo>
                <a:lnTo>
                  <a:pt x="1214169" y="1052195"/>
                </a:lnTo>
                <a:moveTo>
                  <a:pt x="911215" y="891608"/>
                </a:moveTo>
                <a:lnTo>
                  <a:pt x="924229" y="813261"/>
                </a:lnTo>
                <a:moveTo>
                  <a:pt x="1629914" y="755424"/>
                </a:moveTo>
                <a:lnTo>
                  <a:pt x="1553073" y="769302"/>
                </a:lnTo>
                <a:moveTo>
                  <a:pt x="1240185" y="1123257"/>
                </a:moveTo>
                <a:lnTo>
                  <a:pt x="1213244" y="1157262"/>
                </a:lnTo>
                <a:moveTo>
                  <a:pt x="1049130" y="1002154"/>
                </a:moveTo>
                <a:lnTo>
                  <a:pt x="1062918" y="937699"/>
                </a:lnTo>
                <a:moveTo>
                  <a:pt x="1174434" y="1198256"/>
                </a:moveTo>
                <a:lnTo>
                  <a:pt x="1213244" y="1157262"/>
                </a:lnTo>
                <a:moveTo>
                  <a:pt x="2067848" y="952088"/>
                </a:moveTo>
                <a:lnTo>
                  <a:pt x="2005706" y="863179"/>
                </a:lnTo>
                <a:moveTo>
                  <a:pt x="1608651" y="764158"/>
                </a:moveTo>
                <a:lnTo>
                  <a:pt x="1553073" y="769302"/>
                </a:lnTo>
                <a:moveTo>
                  <a:pt x="1037996" y="1088510"/>
                </a:moveTo>
                <a:lnTo>
                  <a:pt x="1037285" y="1101453"/>
                </a:lnTo>
                <a:moveTo>
                  <a:pt x="2017780" y="767986"/>
                </a:moveTo>
                <a:lnTo>
                  <a:pt x="1942306" y="751701"/>
                </a:lnTo>
                <a:moveTo>
                  <a:pt x="1100767" y="1158320"/>
                </a:moveTo>
                <a:lnTo>
                  <a:pt x="1034209" y="1154841"/>
                </a:lnTo>
                <a:moveTo>
                  <a:pt x="1124317" y="1013268"/>
                </a:moveTo>
                <a:lnTo>
                  <a:pt x="1062918" y="937699"/>
                </a:lnTo>
                <a:moveTo>
                  <a:pt x="1043323" y="1094826"/>
                </a:moveTo>
                <a:lnTo>
                  <a:pt x="1037285" y="1101453"/>
                </a:lnTo>
                <a:moveTo>
                  <a:pt x="971124" y="806693"/>
                </a:moveTo>
                <a:lnTo>
                  <a:pt x="924229" y="813261"/>
                </a:lnTo>
                <a:moveTo>
                  <a:pt x="2138222" y="1013152"/>
                </a:moveTo>
                <a:lnTo>
                  <a:pt x="2067848" y="952088"/>
                </a:lnTo>
                <a:moveTo>
                  <a:pt x="1174434" y="1198256"/>
                </a:moveTo>
                <a:lnTo>
                  <a:pt x="1182077" y="1188322"/>
                </a:lnTo>
                <a:moveTo>
                  <a:pt x="1043323" y="1094826"/>
                </a:moveTo>
                <a:lnTo>
                  <a:pt x="1037996" y="1088510"/>
                </a:lnTo>
                <a:moveTo>
                  <a:pt x="2299880" y="901883"/>
                </a:moveTo>
                <a:lnTo>
                  <a:pt x="2312608" y="836417"/>
                </a:lnTo>
                <a:moveTo>
                  <a:pt x="1614267" y="829816"/>
                </a:moveTo>
                <a:lnTo>
                  <a:pt x="1545516" y="836759"/>
                </a:lnTo>
                <a:moveTo>
                  <a:pt x="2062665" y="955802"/>
                </a:moveTo>
                <a:lnTo>
                  <a:pt x="2023830" y="967216"/>
                </a:lnTo>
                <a:moveTo>
                  <a:pt x="985785" y="891661"/>
                </a:moveTo>
                <a:lnTo>
                  <a:pt x="924229" y="813261"/>
                </a:lnTo>
                <a:moveTo>
                  <a:pt x="1629914" y="755424"/>
                </a:moveTo>
                <a:lnTo>
                  <a:pt x="1608651" y="764158"/>
                </a:lnTo>
                <a:moveTo>
                  <a:pt x="1240185" y="1123257"/>
                </a:moveTo>
                <a:lnTo>
                  <a:pt x="1214169" y="1052195"/>
                </a:lnTo>
                <a:moveTo>
                  <a:pt x="1037996" y="1088510"/>
                </a:moveTo>
                <a:lnTo>
                  <a:pt x="1049130" y="1002154"/>
                </a:lnTo>
                <a:moveTo>
                  <a:pt x="1703234" y="787734"/>
                </a:moveTo>
                <a:lnTo>
                  <a:pt x="1650555" y="770210"/>
                </a:lnTo>
                <a:moveTo>
                  <a:pt x="1200572" y="1043572"/>
                </a:moveTo>
                <a:lnTo>
                  <a:pt x="1124317" y="1013268"/>
                </a:lnTo>
                <a:moveTo>
                  <a:pt x="1650555" y="770210"/>
                </a:moveTo>
                <a:lnTo>
                  <a:pt x="1629914" y="755424"/>
                </a:lnTo>
                <a:moveTo>
                  <a:pt x="1182077" y="1188322"/>
                </a:moveTo>
                <a:lnTo>
                  <a:pt x="1100767" y="1158320"/>
                </a:lnTo>
                <a:moveTo>
                  <a:pt x="1100767" y="1158320"/>
                </a:moveTo>
                <a:lnTo>
                  <a:pt x="1103246" y="1194862"/>
                </a:lnTo>
                <a:moveTo>
                  <a:pt x="1696764" y="854173"/>
                </a:moveTo>
                <a:lnTo>
                  <a:pt x="1614267" y="829816"/>
                </a:lnTo>
                <a:moveTo>
                  <a:pt x="1240185" y="1123257"/>
                </a:moveTo>
                <a:lnTo>
                  <a:pt x="1200572" y="1043572"/>
                </a:lnTo>
                <a:moveTo>
                  <a:pt x="1235503" y="1189886"/>
                </a:moveTo>
                <a:lnTo>
                  <a:pt x="1213244" y="1157262"/>
                </a:lnTo>
                <a:moveTo>
                  <a:pt x="1627210" y="761599"/>
                </a:moveTo>
                <a:lnTo>
                  <a:pt x="1629914" y="755424"/>
                </a:lnTo>
                <a:moveTo>
                  <a:pt x="985785" y="891661"/>
                </a:moveTo>
                <a:lnTo>
                  <a:pt x="911215" y="891608"/>
                </a:lnTo>
                <a:moveTo>
                  <a:pt x="1614267" y="829816"/>
                </a:moveTo>
                <a:lnTo>
                  <a:pt x="1616515" y="867454"/>
                </a:lnTo>
                <a:moveTo>
                  <a:pt x="1627210" y="761599"/>
                </a:moveTo>
                <a:lnTo>
                  <a:pt x="1608651" y="764158"/>
                </a:lnTo>
                <a:moveTo>
                  <a:pt x="1182077" y="1188322"/>
                </a:moveTo>
                <a:lnTo>
                  <a:pt x="1133993" y="1175225"/>
                </a:lnTo>
                <a:moveTo>
                  <a:pt x="2024182" y="996675"/>
                </a:moveTo>
                <a:lnTo>
                  <a:pt x="2023830" y="967216"/>
                </a:lnTo>
                <a:moveTo>
                  <a:pt x="1124317" y="1013268"/>
                </a:moveTo>
                <a:lnTo>
                  <a:pt x="1049130" y="1002154"/>
                </a:lnTo>
                <a:moveTo>
                  <a:pt x="2290661" y="795351"/>
                </a:moveTo>
                <a:lnTo>
                  <a:pt x="2312608" y="836417"/>
                </a:lnTo>
                <a:moveTo>
                  <a:pt x="1627210" y="761599"/>
                </a:moveTo>
                <a:lnTo>
                  <a:pt x="1650555" y="770210"/>
                </a:lnTo>
                <a:moveTo>
                  <a:pt x="2138222" y="1013152"/>
                </a:moveTo>
                <a:lnTo>
                  <a:pt x="2062665" y="955802"/>
                </a:lnTo>
                <a:moveTo>
                  <a:pt x="985785" y="891661"/>
                </a:moveTo>
                <a:lnTo>
                  <a:pt x="971124" y="806693"/>
                </a:lnTo>
                <a:moveTo>
                  <a:pt x="991961" y="842476"/>
                </a:moveTo>
                <a:lnTo>
                  <a:pt x="971124" y="806693"/>
                </a:lnTo>
                <a:moveTo>
                  <a:pt x="1100767" y="1158320"/>
                </a:moveTo>
                <a:lnTo>
                  <a:pt x="1043323" y="1094826"/>
                </a:lnTo>
                <a:moveTo>
                  <a:pt x="1703234" y="787734"/>
                </a:moveTo>
                <a:lnTo>
                  <a:pt x="1614267" y="829816"/>
                </a:lnTo>
                <a:moveTo>
                  <a:pt x="972424" y="963762"/>
                </a:moveTo>
                <a:lnTo>
                  <a:pt x="911215" y="891608"/>
                </a:lnTo>
                <a:moveTo>
                  <a:pt x="2062665" y="955802"/>
                </a:moveTo>
                <a:lnTo>
                  <a:pt x="2067848" y="952088"/>
                </a:lnTo>
                <a:moveTo>
                  <a:pt x="1614267" y="829816"/>
                </a:moveTo>
                <a:lnTo>
                  <a:pt x="1608651" y="764158"/>
                </a:lnTo>
                <a:moveTo>
                  <a:pt x="991961" y="842476"/>
                </a:moveTo>
                <a:lnTo>
                  <a:pt x="985785" y="891661"/>
                </a:lnTo>
                <a:moveTo>
                  <a:pt x="1650555" y="770210"/>
                </a:moveTo>
                <a:lnTo>
                  <a:pt x="1614267" y="829816"/>
                </a:lnTo>
                <a:moveTo>
                  <a:pt x="1627210" y="761599"/>
                </a:moveTo>
                <a:lnTo>
                  <a:pt x="1614267" y="829816"/>
                </a:lnTo>
                <a:moveTo>
                  <a:pt x="2024182" y="996675"/>
                </a:moveTo>
                <a:lnTo>
                  <a:pt x="2007430" y="1032152"/>
                </a:lnTo>
                <a:moveTo>
                  <a:pt x="1200572" y="1043572"/>
                </a:moveTo>
                <a:lnTo>
                  <a:pt x="1110060" y="1069316"/>
                </a:lnTo>
                <a:moveTo>
                  <a:pt x="2278780" y="860940"/>
                </a:moveTo>
                <a:lnTo>
                  <a:pt x="2312608" y="836417"/>
                </a:lnTo>
                <a:moveTo>
                  <a:pt x="1188872" y="1059362"/>
                </a:moveTo>
                <a:lnTo>
                  <a:pt x="1200572" y="1043572"/>
                </a:lnTo>
                <a:moveTo>
                  <a:pt x="1110060" y="1069316"/>
                </a:moveTo>
                <a:lnTo>
                  <a:pt x="1037996" y="1088510"/>
                </a:lnTo>
                <a:moveTo>
                  <a:pt x="972424" y="963762"/>
                </a:moveTo>
                <a:lnTo>
                  <a:pt x="985785" y="891661"/>
                </a:lnTo>
                <a:moveTo>
                  <a:pt x="1110060" y="1069316"/>
                </a:moveTo>
                <a:lnTo>
                  <a:pt x="1043323" y="1094826"/>
                </a:lnTo>
                <a:moveTo>
                  <a:pt x="1003646" y="878694"/>
                </a:moveTo>
                <a:lnTo>
                  <a:pt x="985785" y="891661"/>
                </a:lnTo>
                <a:moveTo>
                  <a:pt x="1174434" y="1198256"/>
                </a:moveTo>
                <a:lnTo>
                  <a:pt x="1133993" y="1175225"/>
                </a:lnTo>
                <a:moveTo>
                  <a:pt x="1110060" y="1069316"/>
                </a:moveTo>
                <a:lnTo>
                  <a:pt x="1049130" y="1002154"/>
                </a:lnTo>
                <a:moveTo>
                  <a:pt x="1003646" y="878694"/>
                </a:moveTo>
                <a:lnTo>
                  <a:pt x="991961" y="842476"/>
                </a:lnTo>
                <a:moveTo>
                  <a:pt x="1235503" y="1189886"/>
                </a:moveTo>
                <a:lnTo>
                  <a:pt x="1240185" y="1123257"/>
                </a:lnTo>
                <a:moveTo>
                  <a:pt x="1235503" y="1189886"/>
                </a:moveTo>
                <a:lnTo>
                  <a:pt x="1174434" y="1198256"/>
                </a:lnTo>
                <a:moveTo>
                  <a:pt x="1110060" y="1069316"/>
                </a:moveTo>
                <a:lnTo>
                  <a:pt x="1124317" y="1013268"/>
                </a:lnTo>
                <a:moveTo>
                  <a:pt x="1133993" y="1175225"/>
                </a:moveTo>
                <a:lnTo>
                  <a:pt x="1100767" y="1158320"/>
                </a:lnTo>
                <a:moveTo>
                  <a:pt x="1167028" y="1211541"/>
                </a:moveTo>
                <a:lnTo>
                  <a:pt x="1174434" y="1198256"/>
                </a:lnTo>
                <a:moveTo>
                  <a:pt x="1003646" y="878694"/>
                </a:moveTo>
                <a:lnTo>
                  <a:pt x="972424" y="963762"/>
                </a:lnTo>
                <a:moveTo>
                  <a:pt x="2278780" y="860940"/>
                </a:moveTo>
                <a:lnTo>
                  <a:pt x="2299880" y="901883"/>
                </a:lnTo>
                <a:moveTo>
                  <a:pt x="2062665" y="955802"/>
                </a:moveTo>
                <a:lnTo>
                  <a:pt x="2024182" y="996675"/>
                </a:lnTo>
                <a:moveTo>
                  <a:pt x="1100767" y="1158320"/>
                </a:moveTo>
                <a:lnTo>
                  <a:pt x="1110060" y="1069316"/>
                </a:lnTo>
                <a:moveTo>
                  <a:pt x="1125888" y="1068854"/>
                </a:moveTo>
                <a:lnTo>
                  <a:pt x="1100767" y="1158320"/>
                </a:lnTo>
                <a:moveTo>
                  <a:pt x="1167028" y="1211541"/>
                </a:moveTo>
                <a:lnTo>
                  <a:pt x="1133993" y="1175225"/>
                </a:lnTo>
                <a:moveTo>
                  <a:pt x="2278780" y="860940"/>
                </a:moveTo>
                <a:lnTo>
                  <a:pt x="2290661" y="795351"/>
                </a:lnTo>
                <a:moveTo>
                  <a:pt x="1125888" y="1068854"/>
                </a:moveTo>
                <a:lnTo>
                  <a:pt x="1133993" y="1175225"/>
                </a:lnTo>
                <a:moveTo>
                  <a:pt x="958601" y="1027592"/>
                </a:moveTo>
                <a:lnTo>
                  <a:pt x="972424" y="963762"/>
                </a:lnTo>
                <a:moveTo>
                  <a:pt x="1004296" y="946093"/>
                </a:moveTo>
                <a:lnTo>
                  <a:pt x="972424" y="963762"/>
                </a:lnTo>
                <a:moveTo>
                  <a:pt x="1004296" y="946093"/>
                </a:moveTo>
                <a:lnTo>
                  <a:pt x="1003646" y="878694"/>
                </a:lnTo>
                <a:moveTo>
                  <a:pt x="1188872" y="1059362"/>
                </a:moveTo>
                <a:lnTo>
                  <a:pt x="1110060" y="1069316"/>
                </a:lnTo>
                <a:moveTo>
                  <a:pt x="1125888" y="1068854"/>
                </a:moveTo>
                <a:lnTo>
                  <a:pt x="1110060" y="1069316"/>
                </a:lnTo>
                <a:moveTo>
                  <a:pt x="1188872" y="1059362"/>
                </a:moveTo>
                <a:lnTo>
                  <a:pt x="1125888" y="1068854"/>
                </a:lnTo>
                <a:moveTo>
                  <a:pt x="1109373" y="1133774"/>
                </a:moveTo>
                <a:lnTo>
                  <a:pt x="1133993" y="1175225"/>
                </a:lnTo>
                <a:moveTo>
                  <a:pt x="1187612" y="1250274"/>
                </a:moveTo>
                <a:lnTo>
                  <a:pt x="1167028" y="1211541"/>
                </a:lnTo>
                <a:moveTo>
                  <a:pt x="1184421" y="1065621"/>
                </a:moveTo>
                <a:lnTo>
                  <a:pt x="1188872" y="1059362"/>
                </a:lnTo>
                <a:moveTo>
                  <a:pt x="1611786" y="793284"/>
                </a:moveTo>
                <a:lnTo>
                  <a:pt x="1613009" y="818641"/>
                </a:lnTo>
                <a:moveTo>
                  <a:pt x="1004296" y="946093"/>
                </a:moveTo>
                <a:lnTo>
                  <a:pt x="958601" y="1027592"/>
                </a:lnTo>
                <a:moveTo>
                  <a:pt x="1613196" y="794223"/>
                </a:moveTo>
                <a:lnTo>
                  <a:pt x="1613009" y="818641"/>
                </a:lnTo>
                <a:moveTo>
                  <a:pt x="1184421" y="1065621"/>
                </a:moveTo>
                <a:lnTo>
                  <a:pt x="1125888" y="1068854"/>
                </a:lnTo>
                <a:moveTo>
                  <a:pt x="1109373" y="1133774"/>
                </a:moveTo>
                <a:lnTo>
                  <a:pt x="1125888" y="1068854"/>
                </a:lnTo>
                <a:moveTo>
                  <a:pt x="1158772" y="1229093"/>
                </a:moveTo>
                <a:lnTo>
                  <a:pt x="1167028" y="1211541"/>
                </a:lnTo>
                <a:moveTo>
                  <a:pt x="1598392" y="868210"/>
                </a:moveTo>
                <a:lnTo>
                  <a:pt x="1613009" y="818641"/>
                </a:lnTo>
                <a:moveTo>
                  <a:pt x="1129395" y="1203970"/>
                </a:moveTo>
                <a:lnTo>
                  <a:pt x="1133993" y="1175225"/>
                </a:lnTo>
                <a:moveTo>
                  <a:pt x="1673595" y="879625"/>
                </a:moveTo>
                <a:lnTo>
                  <a:pt x="1613009" y="818641"/>
                </a:lnTo>
                <a:moveTo>
                  <a:pt x="1003199" y="1013239"/>
                </a:moveTo>
                <a:lnTo>
                  <a:pt x="958601" y="1027592"/>
                </a:lnTo>
                <a:moveTo>
                  <a:pt x="1158772" y="1229093"/>
                </a:moveTo>
                <a:lnTo>
                  <a:pt x="1187612" y="1250274"/>
                </a:lnTo>
                <a:moveTo>
                  <a:pt x="1003199" y="1013239"/>
                </a:moveTo>
                <a:lnTo>
                  <a:pt x="1004296" y="946093"/>
                </a:lnTo>
                <a:moveTo>
                  <a:pt x="1613196" y="794223"/>
                </a:moveTo>
                <a:lnTo>
                  <a:pt x="1611786" y="793284"/>
                </a:lnTo>
                <a:moveTo>
                  <a:pt x="1611544" y="792350"/>
                </a:moveTo>
                <a:lnTo>
                  <a:pt x="1611786" y="793284"/>
                </a:lnTo>
                <a:moveTo>
                  <a:pt x="1611544" y="792350"/>
                </a:moveTo>
                <a:lnTo>
                  <a:pt x="1613196" y="794223"/>
                </a:lnTo>
                <a:moveTo>
                  <a:pt x="1167028" y="1211541"/>
                </a:moveTo>
                <a:lnTo>
                  <a:pt x="1129395" y="1203970"/>
                </a:lnTo>
                <a:moveTo>
                  <a:pt x="1673595" y="879625"/>
                </a:moveTo>
                <a:lnTo>
                  <a:pt x="1613196" y="794223"/>
                </a:lnTo>
                <a:moveTo>
                  <a:pt x="1677111" y="850957"/>
                </a:moveTo>
                <a:lnTo>
                  <a:pt x="1613196" y="794223"/>
                </a:lnTo>
                <a:moveTo>
                  <a:pt x="1677111" y="850957"/>
                </a:moveTo>
                <a:lnTo>
                  <a:pt x="1611544" y="792350"/>
                </a:lnTo>
                <a:moveTo>
                  <a:pt x="1169354" y="1107115"/>
                </a:moveTo>
                <a:lnTo>
                  <a:pt x="1125888" y="1068854"/>
                </a:lnTo>
                <a:moveTo>
                  <a:pt x="1129395" y="1203970"/>
                </a:moveTo>
                <a:lnTo>
                  <a:pt x="1109373" y="1133774"/>
                </a:lnTo>
                <a:moveTo>
                  <a:pt x="1673595" y="879625"/>
                </a:moveTo>
                <a:lnTo>
                  <a:pt x="1598392" y="868210"/>
                </a:lnTo>
                <a:moveTo>
                  <a:pt x="1158772" y="1229093"/>
                </a:moveTo>
                <a:lnTo>
                  <a:pt x="1129395" y="1203970"/>
                </a:lnTo>
                <a:moveTo>
                  <a:pt x="1598392" y="868210"/>
                </a:moveTo>
                <a:lnTo>
                  <a:pt x="1569734" y="855250"/>
                </a:lnTo>
                <a:moveTo>
                  <a:pt x="1677111" y="850957"/>
                </a:moveTo>
                <a:lnTo>
                  <a:pt x="1673595" y="879625"/>
                </a:lnTo>
                <a:moveTo>
                  <a:pt x="1169354" y="1107115"/>
                </a:moveTo>
                <a:lnTo>
                  <a:pt x="1184421" y="1065621"/>
                </a:lnTo>
                <a:moveTo>
                  <a:pt x="1593795" y="878819"/>
                </a:moveTo>
                <a:lnTo>
                  <a:pt x="1598392" y="868210"/>
                </a:lnTo>
                <a:moveTo>
                  <a:pt x="1169354" y="1107115"/>
                </a:moveTo>
                <a:lnTo>
                  <a:pt x="1109373" y="1133774"/>
                </a:lnTo>
                <a:moveTo>
                  <a:pt x="1593795" y="878819"/>
                </a:moveTo>
                <a:lnTo>
                  <a:pt x="1569734" y="855250"/>
                </a:lnTo>
                <a:moveTo>
                  <a:pt x="1146863" y="1259085"/>
                </a:moveTo>
                <a:lnTo>
                  <a:pt x="1158772" y="1229093"/>
                </a:lnTo>
                <a:moveTo>
                  <a:pt x="1169354" y="1107115"/>
                </a:moveTo>
                <a:lnTo>
                  <a:pt x="1129395" y="1203970"/>
                </a:lnTo>
                <a:moveTo>
                  <a:pt x="1146863" y="1259085"/>
                </a:moveTo>
                <a:lnTo>
                  <a:pt x="1129395" y="1203970"/>
                </a:lnTo>
                <a:moveTo>
                  <a:pt x="1014949" y="1101427"/>
                </a:moveTo>
                <a:lnTo>
                  <a:pt x="1009113" y="1081398"/>
                </a:lnTo>
                <a:moveTo>
                  <a:pt x="1129395" y="1203970"/>
                </a:moveTo>
                <a:lnTo>
                  <a:pt x="1080797" y="1167928"/>
                </a:lnTo>
                <a:moveTo>
                  <a:pt x="1005567" y="1156041"/>
                </a:moveTo>
                <a:lnTo>
                  <a:pt x="1009113" y="1081398"/>
                </a:lnTo>
                <a:moveTo>
                  <a:pt x="1083326" y="1144587"/>
                </a:moveTo>
                <a:lnTo>
                  <a:pt x="1129395" y="1203970"/>
                </a:lnTo>
                <a:moveTo>
                  <a:pt x="1174930" y="1105346"/>
                </a:moveTo>
                <a:lnTo>
                  <a:pt x="1169354" y="1107115"/>
                </a:lnTo>
                <a:moveTo>
                  <a:pt x="1167873" y="1110870"/>
                </a:moveTo>
                <a:lnTo>
                  <a:pt x="1169354" y="1107115"/>
                </a:lnTo>
                <a:moveTo>
                  <a:pt x="1014949" y="1101427"/>
                </a:moveTo>
                <a:lnTo>
                  <a:pt x="1005567" y="1156041"/>
                </a:lnTo>
                <a:moveTo>
                  <a:pt x="1174930" y="1105346"/>
                </a:moveTo>
                <a:lnTo>
                  <a:pt x="1167873" y="1110870"/>
                </a:lnTo>
                <a:moveTo>
                  <a:pt x="1080797" y="1167928"/>
                </a:moveTo>
                <a:lnTo>
                  <a:pt x="1014949" y="1101427"/>
                </a:lnTo>
                <a:moveTo>
                  <a:pt x="1146863" y="1259085"/>
                </a:moveTo>
                <a:lnTo>
                  <a:pt x="1080797" y="1167928"/>
                </a:lnTo>
                <a:moveTo>
                  <a:pt x="1083326" y="1144587"/>
                </a:moveTo>
                <a:lnTo>
                  <a:pt x="1014949" y="1101427"/>
                </a:lnTo>
                <a:moveTo>
                  <a:pt x="1169354" y="1107115"/>
                </a:moveTo>
                <a:lnTo>
                  <a:pt x="1083326" y="1144587"/>
                </a:lnTo>
                <a:moveTo>
                  <a:pt x="1080797" y="1167928"/>
                </a:moveTo>
                <a:lnTo>
                  <a:pt x="1005567" y="1156041"/>
                </a:lnTo>
                <a:moveTo>
                  <a:pt x="1167873" y="1110870"/>
                </a:moveTo>
                <a:lnTo>
                  <a:pt x="1083326" y="1144587"/>
                </a:lnTo>
                <a:moveTo>
                  <a:pt x="1083326" y="1144587"/>
                </a:moveTo>
                <a:lnTo>
                  <a:pt x="1080797" y="1167928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53" name="9pxt_3_tuned_ReferenceLigand_0">
            <a:extLst>
              <a:ext uri="{FF2B5EF4-FFF2-40B4-BE49-F238E27FC236}">
                <a16:creationId xmlns:a16="http://schemas.microsoft.com/office/drawing/2014/main" id="{FA3C1892-2794-473D-B915-0AA382F8C9CE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431" y="911041"/>
                </a:moveTo>
                <a:lnTo>
                  <a:pt x="1354754" y="825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4" name="9pxt_3_tuned_ReferenceLigand_1">
            <a:extLst>
              <a:ext uri="{FF2B5EF4-FFF2-40B4-BE49-F238E27FC236}">
                <a16:creationId xmlns:a16="http://schemas.microsoft.com/office/drawing/2014/main" id="{32D1AD4A-8A53-4CD9-A357-9B1A77AE062F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635" y="913103"/>
                </a:moveTo>
                <a:lnTo>
                  <a:pt x="1115353" y="8101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5" name="9pxt_3_tuned_ReferenceLigand_2">
            <a:extLst>
              <a:ext uri="{FF2B5EF4-FFF2-40B4-BE49-F238E27FC236}">
                <a16:creationId xmlns:a16="http://schemas.microsoft.com/office/drawing/2014/main" id="{AEF2D00B-EFC6-48B8-A4DC-22092D10B0D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635" y="913103"/>
                </a:moveTo>
                <a:lnTo>
                  <a:pt x="1292431" y="9110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6" name="9pxt_3_tuned_ReferenceLigand_3">
            <a:extLst>
              <a:ext uri="{FF2B5EF4-FFF2-40B4-BE49-F238E27FC236}">
                <a16:creationId xmlns:a16="http://schemas.microsoft.com/office/drawing/2014/main" id="{92E40434-CB59-4B0E-9558-2A26223121BF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4849" y="651144"/>
                </a:moveTo>
                <a:lnTo>
                  <a:pt x="2317510" y="704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7" name="9pxt_3_tuned_ReferenceLigand_4">
            <a:extLst>
              <a:ext uri="{FF2B5EF4-FFF2-40B4-BE49-F238E27FC236}">
                <a16:creationId xmlns:a16="http://schemas.microsoft.com/office/drawing/2014/main" id="{9C03FA33-4611-4C93-8FD5-739756F2356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431" y="911041"/>
                </a:moveTo>
                <a:lnTo>
                  <a:pt x="1365211" y="9826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8" name="9pxt_3_tuned_ReferenceLigand_5">
            <a:extLst>
              <a:ext uri="{FF2B5EF4-FFF2-40B4-BE49-F238E27FC236}">
                <a16:creationId xmlns:a16="http://schemas.microsoft.com/office/drawing/2014/main" id="{D5A99DF8-7471-4C23-AE92-AE9663EA659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8095" y="549976"/>
                </a:moveTo>
                <a:lnTo>
                  <a:pt x="2274849" y="6511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9" name="9pxt_3_tuned_ReferenceLigand_6">
            <a:extLst>
              <a:ext uri="{FF2B5EF4-FFF2-40B4-BE49-F238E27FC236}">
                <a16:creationId xmlns:a16="http://schemas.microsoft.com/office/drawing/2014/main" id="{573637A7-35C4-42DD-9426-5F62ECACA274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53" y="983473"/>
                </a:moveTo>
                <a:lnTo>
                  <a:pt x="1192635" y="9131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0" name="9pxt_3_tuned_ReferenceLigand_7">
            <a:extLst>
              <a:ext uri="{FF2B5EF4-FFF2-40B4-BE49-F238E27FC236}">
                <a16:creationId xmlns:a16="http://schemas.microsoft.com/office/drawing/2014/main" id="{8F91F2F3-4896-44ED-A9DA-2C054C73A03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3574" y="925811"/>
                </a:moveTo>
                <a:lnTo>
                  <a:pt x="1365211" y="9826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1" name="9pxt_3_tuned_ReferenceLigand_8">
            <a:extLst>
              <a:ext uri="{FF2B5EF4-FFF2-40B4-BE49-F238E27FC236}">
                <a16:creationId xmlns:a16="http://schemas.microsoft.com/office/drawing/2014/main" id="{DA29026D-FA25-489D-B3E1-8C5154EDC72A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4849" y="651144"/>
                </a:moveTo>
                <a:lnTo>
                  <a:pt x="2214601" y="696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2" name="9pxt_3_tuned_ReferenceLigand_9">
            <a:extLst>
              <a:ext uri="{FF2B5EF4-FFF2-40B4-BE49-F238E27FC236}">
                <a16:creationId xmlns:a16="http://schemas.microsoft.com/office/drawing/2014/main" id="{E1702C01-6ECD-41B4-95EE-E86A5973A4AF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491" y="481382"/>
                </a:moveTo>
                <a:lnTo>
                  <a:pt x="2298095" y="5499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3" name="9pxt_3_tuned_ReferenceLigand_10">
            <a:extLst>
              <a:ext uri="{FF2B5EF4-FFF2-40B4-BE49-F238E27FC236}">
                <a16:creationId xmlns:a16="http://schemas.microsoft.com/office/drawing/2014/main" id="{04544213-79AE-4302-B4DB-3A0F1FF5C072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5211" y="982602"/>
                </a:moveTo>
                <a:lnTo>
                  <a:pt x="1315645" y="10361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4" name="9pxt_3_tuned_ReferenceLigand_11">
            <a:extLst>
              <a:ext uri="{FF2B5EF4-FFF2-40B4-BE49-F238E27FC236}">
                <a16:creationId xmlns:a16="http://schemas.microsoft.com/office/drawing/2014/main" id="{C615D796-73AC-4C57-8AB7-3284D70870F4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53" y="983473"/>
                </a:moveTo>
                <a:lnTo>
                  <a:pt x="1217015" y="1073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5" name="9pxt_3_tuned_ReferenceLigand_12">
            <a:extLst>
              <a:ext uri="{FF2B5EF4-FFF2-40B4-BE49-F238E27FC236}">
                <a16:creationId xmlns:a16="http://schemas.microsoft.com/office/drawing/2014/main" id="{B182E142-4AE7-46D3-A85F-06643847457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9601" y="995768"/>
                </a:moveTo>
                <a:lnTo>
                  <a:pt x="1453574" y="925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6" name="9pxt_3_tuned_ReferenceLigand_13">
            <a:extLst>
              <a:ext uri="{FF2B5EF4-FFF2-40B4-BE49-F238E27FC236}">
                <a16:creationId xmlns:a16="http://schemas.microsoft.com/office/drawing/2014/main" id="{EF44FDD1-3D7D-4E14-8E2D-36DDD2D1B64E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5645" y="1036147"/>
                </a:moveTo>
                <a:lnTo>
                  <a:pt x="1217015" y="1073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7" name="9pxt_3_tuned_ReferenceLigand_14">
            <a:extLst>
              <a:ext uri="{FF2B5EF4-FFF2-40B4-BE49-F238E27FC236}">
                <a16:creationId xmlns:a16="http://schemas.microsoft.com/office/drawing/2014/main" id="{D00FB41C-DC85-4B9B-A90D-BC2F62C4CEB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491" y="481382"/>
                </a:moveTo>
                <a:lnTo>
                  <a:pt x="2286917" y="3923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8" name="9pxt_3_tuned_ReferenceLigand_15">
            <a:extLst>
              <a:ext uri="{FF2B5EF4-FFF2-40B4-BE49-F238E27FC236}">
                <a16:creationId xmlns:a16="http://schemas.microsoft.com/office/drawing/2014/main" id="{CA10E056-0DBD-4275-8453-FCAC6E2DF126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533" y="953795"/>
                </a:moveTo>
                <a:lnTo>
                  <a:pt x="1705549" y="9126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9" name="9pxt_3_tuned_ReferenceLigand_16">
            <a:extLst>
              <a:ext uri="{FF2B5EF4-FFF2-40B4-BE49-F238E27FC236}">
                <a16:creationId xmlns:a16="http://schemas.microsoft.com/office/drawing/2014/main" id="{C080AEAB-8881-4B7D-85C7-28F7B04E5FFA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922" y="927654"/>
                </a:moveTo>
                <a:lnTo>
                  <a:pt x="1145753" y="98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0" name="9pxt_3_tuned_ReferenceLigand_17">
            <a:extLst>
              <a:ext uri="{FF2B5EF4-FFF2-40B4-BE49-F238E27FC236}">
                <a16:creationId xmlns:a16="http://schemas.microsoft.com/office/drawing/2014/main" id="{7726AEBC-C349-4595-944A-500CAD2C4114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4601" y="696453"/>
                </a:moveTo>
                <a:lnTo>
                  <a:pt x="2177239" y="6337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1" name="9pxt_3_tuned_ReferenceLigand_18">
            <a:extLst>
              <a:ext uri="{FF2B5EF4-FFF2-40B4-BE49-F238E27FC236}">
                <a16:creationId xmlns:a16="http://schemas.microsoft.com/office/drawing/2014/main" id="{B53F75B9-A729-4573-A359-832BF3B40F4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7015" y="1073458"/>
                </a:moveTo>
                <a:lnTo>
                  <a:pt x="1197679" y="1127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2" name="9pxt_3_tuned_ReferenceLigand_19">
            <a:extLst>
              <a:ext uri="{FF2B5EF4-FFF2-40B4-BE49-F238E27FC236}">
                <a16:creationId xmlns:a16="http://schemas.microsoft.com/office/drawing/2014/main" id="{30FCD7E2-3714-4A35-B78D-CBC2D7381EF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533" y="953795"/>
                </a:moveTo>
                <a:lnTo>
                  <a:pt x="1529601" y="9957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3" name="9pxt_3_tuned_ReferenceLigand_20">
            <a:extLst>
              <a:ext uri="{FF2B5EF4-FFF2-40B4-BE49-F238E27FC236}">
                <a16:creationId xmlns:a16="http://schemas.microsoft.com/office/drawing/2014/main" id="{B843D587-6F77-4591-A494-786BA86E9B4F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5395" y="531349"/>
                </a:moveTo>
                <a:lnTo>
                  <a:pt x="2261491" y="4813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4" name="9pxt_3_tuned_ReferenceLigand_21">
            <a:extLst>
              <a:ext uri="{FF2B5EF4-FFF2-40B4-BE49-F238E27FC236}">
                <a16:creationId xmlns:a16="http://schemas.microsoft.com/office/drawing/2014/main" id="{A39A715B-D09B-4188-AF1D-034E1A29058F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7239" y="633776"/>
                </a:moveTo>
                <a:lnTo>
                  <a:pt x="2195395" y="5313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5" name="9pxt_3_tuned_ReferenceLigand_22">
            <a:extLst>
              <a:ext uri="{FF2B5EF4-FFF2-40B4-BE49-F238E27FC236}">
                <a16:creationId xmlns:a16="http://schemas.microsoft.com/office/drawing/2014/main" id="{2EBAC77E-2099-4387-80DE-FEC662B2952A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4205" y="861734"/>
                </a:moveTo>
                <a:lnTo>
                  <a:pt x="1637533" y="95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6" name="9pxt_3_tuned_ReferenceLigand_23">
            <a:extLst>
              <a:ext uri="{FF2B5EF4-FFF2-40B4-BE49-F238E27FC236}">
                <a16:creationId xmlns:a16="http://schemas.microsoft.com/office/drawing/2014/main" id="{7F2D7D12-3EC1-4390-B4AB-FB886326400F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533" y="953795"/>
                </a:moveTo>
                <a:lnTo>
                  <a:pt x="1679468" y="10319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7" name="9pxt_3_tuned_ReferenceLigand_24">
            <a:extLst>
              <a:ext uri="{FF2B5EF4-FFF2-40B4-BE49-F238E27FC236}">
                <a16:creationId xmlns:a16="http://schemas.microsoft.com/office/drawing/2014/main" id="{C9E00965-4A19-4DCE-82DB-194CD83F300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7239" y="633776"/>
                </a:moveTo>
                <a:lnTo>
                  <a:pt x="2113003" y="658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8" name="9pxt_3_tuned_ReferenceLigand_25">
            <a:extLst>
              <a:ext uri="{FF2B5EF4-FFF2-40B4-BE49-F238E27FC236}">
                <a16:creationId xmlns:a16="http://schemas.microsoft.com/office/drawing/2014/main" id="{97EF4099-0F02-45A4-A9A7-A179017DA82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2369" y="986355"/>
                </a:moveTo>
                <a:lnTo>
                  <a:pt x="1134922" y="9276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9" name="9pxt_3_tuned_ReferenceLigand_26">
            <a:extLst>
              <a:ext uri="{FF2B5EF4-FFF2-40B4-BE49-F238E27FC236}">
                <a16:creationId xmlns:a16="http://schemas.microsoft.com/office/drawing/2014/main" id="{F761AC1C-37C3-47EF-8259-50CD9F0BBECE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3284" y="494735"/>
                </a:moveTo>
                <a:lnTo>
                  <a:pt x="2195395" y="5313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0" name="9pxt_3_tuned_ReferenceLigand_27">
            <a:extLst>
              <a:ext uri="{FF2B5EF4-FFF2-40B4-BE49-F238E27FC236}">
                <a16:creationId xmlns:a16="http://schemas.microsoft.com/office/drawing/2014/main" id="{CE981F0A-36D0-4022-B5A8-A9DD51E0CF2A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7679" y="1127108"/>
                </a:moveTo>
                <a:lnTo>
                  <a:pt x="1154570" y="1084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1" name="9pxt_3_tuned_ReferenceLigand_28">
            <a:extLst>
              <a:ext uri="{FF2B5EF4-FFF2-40B4-BE49-F238E27FC236}">
                <a16:creationId xmlns:a16="http://schemas.microsoft.com/office/drawing/2014/main" id="{4575AA4E-6AC4-4B0F-B527-59B59BEEA3F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878" y="758549"/>
                </a:moveTo>
                <a:lnTo>
                  <a:pt x="2113003" y="658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2" name="9pxt_3_tuned_ReferenceLigand_29">
            <a:extLst>
              <a:ext uri="{FF2B5EF4-FFF2-40B4-BE49-F238E27FC236}">
                <a16:creationId xmlns:a16="http://schemas.microsoft.com/office/drawing/2014/main" id="{5090F67B-B510-4BC8-83AB-BCB4C2B0786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878" y="758549"/>
                </a:moveTo>
                <a:lnTo>
                  <a:pt x="1966639" y="7533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3" name="9pxt_3_tuned_ReferenceLigand_30">
            <a:extLst>
              <a:ext uri="{FF2B5EF4-FFF2-40B4-BE49-F238E27FC236}">
                <a16:creationId xmlns:a16="http://schemas.microsoft.com/office/drawing/2014/main" id="{50B999E2-8875-411F-ABBB-BA7CE20708A6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2369" y="986355"/>
                </a:moveTo>
                <a:lnTo>
                  <a:pt x="1154570" y="1084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4" name="9pxt_3_tuned_ReferenceLigand_31">
            <a:extLst>
              <a:ext uri="{FF2B5EF4-FFF2-40B4-BE49-F238E27FC236}">
                <a16:creationId xmlns:a16="http://schemas.microsoft.com/office/drawing/2014/main" id="{4BFCFE14-2392-4076-8474-CA85C2F0F52E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3003" y="658987"/>
                </a:moveTo>
                <a:lnTo>
                  <a:pt x="2094417" y="5722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5" name="9pxt_3_tuned_ReferenceLigand_32">
            <a:extLst>
              <a:ext uri="{FF2B5EF4-FFF2-40B4-BE49-F238E27FC236}">
                <a16:creationId xmlns:a16="http://schemas.microsoft.com/office/drawing/2014/main" id="{BEB46C84-6371-4CDE-9B29-58E432CF88B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6639" y="753336"/>
                </a:moveTo>
                <a:lnTo>
                  <a:pt x="1920419" y="8347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6" name="9pxt_3_tuned_ReferenceLigand_33">
            <a:extLst>
              <a:ext uri="{FF2B5EF4-FFF2-40B4-BE49-F238E27FC236}">
                <a16:creationId xmlns:a16="http://schemas.microsoft.com/office/drawing/2014/main" id="{9EF41094-843A-4341-BF2B-DC6842C0704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4417" y="572266"/>
                </a:moveTo>
                <a:lnTo>
                  <a:pt x="2143284" y="494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7" name="9pxt_3_tuned_ReferenceLigand_34">
            <a:extLst>
              <a:ext uri="{FF2B5EF4-FFF2-40B4-BE49-F238E27FC236}">
                <a16:creationId xmlns:a16="http://schemas.microsoft.com/office/drawing/2014/main" id="{F496E59E-ECA0-410C-A998-829D0930D773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836" y="804082"/>
                </a:moveTo>
                <a:lnTo>
                  <a:pt x="1584205" y="8617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8" name="9pxt_3_tuned_ReferenceLigand_35">
            <a:extLst>
              <a:ext uri="{FF2B5EF4-FFF2-40B4-BE49-F238E27FC236}">
                <a16:creationId xmlns:a16="http://schemas.microsoft.com/office/drawing/2014/main" id="{24CC6FED-119B-4C38-82FF-5CE9CACB7077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5975" y="942105"/>
                </a:moveTo>
                <a:lnTo>
                  <a:pt x="1122369" y="9863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9" name="9pxt_3_tuned_ReferenceLigand_36">
            <a:extLst>
              <a:ext uri="{FF2B5EF4-FFF2-40B4-BE49-F238E27FC236}">
                <a16:creationId xmlns:a16="http://schemas.microsoft.com/office/drawing/2014/main" id="{B1149265-8257-4ABC-8957-4A0FDF6FBAF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4570" y="1084668"/>
                </a:moveTo>
                <a:lnTo>
                  <a:pt x="1145027" y="1143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0" name="9pxt_3_tuned_ReferenceLigand_37">
            <a:extLst>
              <a:ext uri="{FF2B5EF4-FFF2-40B4-BE49-F238E27FC236}">
                <a16:creationId xmlns:a16="http://schemas.microsoft.com/office/drawing/2014/main" id="{C31ECB8E-D5C9-42E5-B980-F1D4B238238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555" y="790349"/>
                </a:moveTo>
                <a:lnTo>
                  <a:pt x="1629836" y="8040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1" name="9pxt_3_tuned_ReferenceLigand_38">
            <a:extLst>
              <a:ext uri="{FF2B5EF4-FFF2-40B4-BE49-F238E27FC236}">
                <a16:creationId xmlns:a16="http://schemas.microsoft.com/office/drawing/2014/main" id="{B431E2B1-130F-46A9-BEEC-DA3D34FE7C2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536" y="798897"/>
                </a:moveTo>
                <a:lnTo>
                  <a:pt x="2071878" y="7585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2" name="9pxt_3_tuned_ReferenceLigand_39">
            <a:extLst>
              <a:ext uri="{FF2B5EF4-FFF2-40B4-BE49-F238E27FC236}">
                <a16:creationId xmlns:a16="http://schemas.microsoft.com/office/drawing/2014/main" id="{90EFFD8B-B3D3-4410-8816-2192A238313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760" y="796904"/>
                </a:moveTo>
                <a:lnTo>
                  <a:pt x="1747555" y="7903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3" name="9pxt_3_tuned_ReferenceLigand_40">
            <a:extLst>
              <a:ext uri="{FF2B5EF4-FFF2-40B4-BE49-F238E27FC236}">
                <a16:creationId xmlns:a16="http://schemas.microsoft.com/office/drawing/2014/main" id="{A2C765D0-8923-44B6-8C73-5C004B017F73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836" y="804082"/>
                </a:moveTo>
                <a:lnTo>
                  <a:pt x="1582119" y="701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4" name="9pxt_3_tuned_ReferenceLigand_41">
            <a:extLst>
              <a:ext uri="{FF2B5EF4-FFF2-40B4-BE49-F238E27FC236}">
                <a16:creationId xmlns:a16="http://schemas.microsoft.com/office/drawing/2014/main" id="{AF92FC08-F54C-4765-95C0-670AB75AAF52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9" y="834730"/>
                </a:moveTo>
                <a:lnTo>
                  <a:pt x="1826760" y="796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5" name="9pxt_3_tuned_ReferenceLigand_42">
            <a:extLst>
              <a:ext uri="{FF2B5EF4-FFF2-40B4-BE49-F238E27FC236}">
                <a16:creationId xmlns:a16="http://schemas.microsoft.com/office/drawing/2014/main" id="{F2CED0CF-5E52-40B9-BD7D-575F49759316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9" y="834730"/>
                </a:moveTo>
                <a:lnTo>
                  <a:pt x="2003405" y="8791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6" name="9pxt_3_tuned_ReferenceLigand_43">
            <a:extLst>
              <a:ext uri="{FF2B5EF4-FFF2-40B4-BE49-F238E27FC236}">
                <a16:creationId xmlns:a16="http://schemas.microsoft.com/office/drawing/2014/main" id="{E6CFE1C1-F7CB-411A-84D2-9D1D5908085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5975" y="942105"/>
                </a:moveTo>
                <a:lnTo>
                  <a:pt x="1043414" y="8545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7" name="9pxt_3_tuned_ReferenceLigand_44">
            <a:extLst>
              <a:ext uri="{FF2B5EF4-FFF2-40B4-BE49-F238E27FC236}">
                <a16:creationId xmlns:a16="http://schemas.microsoft.com/office/drawing/2014/main" id="{6528433B-7E1A-4F2C-9448-5E3BEC890B5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3405" y="879164"/>
                </a:moveTo>
                <a:lnTo>
                  <a:pt x="2038463" y="96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8" name="9pxt_3_tuned_ReferenceLigand_45">
            <a:extLst>
              <a:ext uri="{FF2B5EF4-FFF2-40B4-BE49-F238E27FC236}">
                <a16:creationId xmlns:a16="http://schemas.microsoft.com/office/drawing/2014/main" id="{ABFADAB7-53DF-4765-84D9-B974C3FE1C43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3405" y="879164"/>
                </a:moveTo>
                <a:lnTo>
                  <a:pt x="2087536" y="7988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9" name="9pxt_3_tuned_ReferenceLigand_46">
            <a:extLst>
              <a:ext uri="{FF2B5EF4-FFF2-40B4-BE49-F238E27FC236}">
                <a16:creationId xmlns:a16="http://schemas.microsoft.com/office/drawing/2014/main" id="{8A26ED6C-2D79-441E-A4D5-27D8247CEFC0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5099" y="839458"/>
                </a:moveTo>
                <a:lnTo>
                  <a:pt x="2087536" y="7988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0" name="9pxt_3_tuned_ReferenceLigand_47">
            <a:extLst>
              <a:ext uri="{FF2B5EF4-FFF2-40B4-BE49-F238E27FC236}">
                <a16:creationId xmlns:a16="http://schemas.microsoft.com/office/drawing/2014/main" id="{CAF4D9FC-2561-4859-B06B-AF7CF53D6F86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836" y="804082"/>
                </a:moveTo>
                <a:lnTo>
                  <a:pt x="1632124" y="8707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1" name="9pxt_3_tuned_ReferenceLigand_48">
            <a:extLst>
              <a:ext uri="{FF2B5EF4-FFF2-40B4-BE49-F238E27FC236}">
                <a16:creationId xmlns:a16="http://schemas.microsoft.com/office/drawing/2014/main" id="{AB6F4E64-6F44-489B-B738-D996A66190C6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83" y="1006581"/>
                </a:moveTo>
                <a:lnTo>
                  <a:pt x="1075975" y="9421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2" name="9pxt_3_tuned_ReferenceLigand_49">
            <a:extLst>
              <a:ext uri="{FF2B5EF4-FFF2-40B4-BE49-F238E27FC236}">
                <a16:creationId xmlns:a16="http://schemas.microsoft.com/office/drawing/2014/main" id="{C5387F82-3B56-4C26-95F7-A1901536036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027" y="1143859"/>
                </a:moveTo>
                <a:lnTo>
                  <a:pt x="1102532" y="11034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3" name="9pxt_3_tuned_ReferenceLigand_50">
            <a:extLst>
              <a:ext uri="{FF2B5EF4-FFF2-40B4-BE49-F238E27FC236}">
                <a16:creationId xmlns:a16="http://schemas.microsoft.com/office/drawing/2014/main" id="{7C1FCDD7-4021-4AAD-BC3E-617E313B02C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2532" y="1103487"/>
                </a:moveTo>
                <a:lnTo>
                  <a:pt x="1068283" y="10065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4" name="9pxt_3_tuned_ReferenceLigand_51">
            <a:extLst>
              <a:ext uri="{FF2B5EF4-FFF2-40B4-BE49-F238E27FC236}">
                <a16:creationId xmlns:a16="http://schemas.microsoft.com/office/drawing/2014/main" id="{7D5F1F1B-0008-4D77-9093-ADB7ADD95A7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2532" y="1103487"/>
                </a:moveTo>
                <a:lnTo>
                  <a:pt x="1091481" y="1159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5" name="9pxt_3_tuned_PredictedLigand_0">
            <a:extLst>
              <a:ext uri="{FF2B5EF4-FFF2-40B4-BE49-F238E27FC236}">
                <a16:creationId xmlns:a16="http://schemas.microsoft.com/office/drawing/2014/main" id="{92B4D864-A733-415A-8D84-E5F425D0928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8774" y="863689"/>
                </a:moveTo>
                <a:lnTo>
                  <a:pt x="1072934" y="7806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06" name="9pxt_3_tuned_PredictedLigand_1">
            <a:extLst>
              <a:ext uri="{FF2B5EF4-FFF2-40B4-BE49-F238E27FC236}">
                <a16:creationId xmlns:a16="http://schemas.microsoft.com/office/drawing/2014/main" id="{80D80D18-F768-401A-918D-BA96CC7C04F6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1758" y="656354"/>
                </a:moveTo>
                <a:lnTo>
                  <a:pt x="2333448" y="7166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07" name="9pxt_3_tuned_PredictedLigand_2">
            <a:extLst>
              <a:ext uri="{FF2B5EF4-FFF2-40B4-BE49-F238E27FC236}">
                <a16:creationId xmlns:a16="http://schemas.microsoft.com/office/drawing/2014/main" id="{407F086D-1585-48EB-9D9A-E6C3C836CCC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89" y="846478"/>
                </a:moveTo>
                <a:lnTo>
                  <a:pt x="1322819" y="717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08" name="9pxt_3_tuned_PredictedLigand_3">
            <a:extLst>
              <a:ext uri="{FF2B5EF4-FFF2-40B4-BE49-F238E27FC236}">
                <a16:creationId xmlns:a16="http://schemas.microsoft.com/office/drawing/2014/main" id="{3876F5F7-A661-44A9-B2A1-9016C9699D5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8774" y="863689"/>
                </a:moveTo>
                <a:lnTo>
                  <a:pt x="1271589" y="84647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09" name="9pxt_3_tuned_PredictedLigand_4">
            <a:extLst>
              <a:ext uri="{FF2B5EF4-FFF2-40B4-BE49-F238E27FC236}">
                <a16:creationId xmlns:a16="http://schemas.microsoft.com/office/drawing/2014/main" id="{EF1440B8-0599-43E0-B00A-43E3227F74AE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89" y="846478"/>
                </a:moveTo>
                <a:lnTo>
                  <a:pt x="1347430" y="9260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10" name="9pxt_3_tuned_PredictedLigand_5">
            <a:extLst>
              <a:ext uri="{FF2B5EF4-FFF2-40B4-BE49-F238E27FC236}">
                <a16:creationId xmlns:a16="http://schemas.microsoft.com/office/drawing/2014/main" id="{3652B820-EFFB-496C-8B7B-4C09D8FA36F3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5553" y="552966"/>
                </a:moveTo>
                <a:lnTo>
                  <a:pt x="2291758" y="656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11" name="9pxt_3_tuned_PredictedLigand_6">
            <a:extLst>
              <a:ext uri="{FF2B5EF4-FFF2-40B4-BE49-F238E27FC236}">
                <a16:creationId xmlns:a16="http://schemas.microsoft.com/office/drawing/2014/main" id="{2B3A8DCA-2E1F-48AA-A146-94851B42BC96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7430" y="926060"/>
                </a:moveTo>
                <a:lnTo>
                  <a:pt x="1303010" y="1019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12" name="9pxt_3_tuned_PredictedLigand_7">
            <a:extLst>
              <a:ext uri="{FF2B5EF4-FFF2-40B4-BE49-F238E27FC236}">
                <a16:creationId xmlns:a16="http://schemas.microsoft.com/office/drawing/2014/main" id="{03706836-9DA7-4C8B-85FE-F6DA875D48F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7753" y="949662"/>
                </a:moveTo>
                <a:lnTo>
                  <a:pt x="1168774" y="8636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13" name="9pxt_3_tuned_PredictedLigand_8">
            <a:extLst>
              <a:ext uri="{FF2B5EF4-FFF2-40B4-BE49-F238E27FC236}">
                <a16:creationId xmlns:a16="http://schemas.microsoft.com/office/drawing/2014/main" id="{6D87E67E-6177-4211-B5C8-61EF87281FE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3010" y="1019539"/>
                </a:moveTo>
                <a:lnTo>
                  <a:pt x="1201723" y="10389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14" name="9pxt_3_tuned_PredictedLigand_9">
            <a:extLst>
              <a:ext uri="{FF2B5EF4-FFF2-40B4-BE49-F238E27FC236}">
                <a16:creationId xmlns:a16="http://schemas.microsoft.com/office/drawing/2014/main" id="{70AE7FE4-22D1-48BE-B962-E61B943A192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6718" y="488104"/>
                </a:moveTo>
                <a:lnTo>
                  <a:pt x="2305553" y="5529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15" name="9pxt_3_tuned_PredictedLigand_10">
            <a:extLst>
              <a:ext uri="{FF2B5EF4-FFF2-40B4-BE49-F238E27FC236}">
                <a16:creationId xmlns:a16="http://schemas.microsoft.com/office/drawing/2014/main" id="{AFF45949-FC10-47AD-846E-C34959AC9D7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1758" y="656354"/>
                </a:moveTo>
                <a:lnTo>
                  <a:pt x="2234560" y="6986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16" name="9pxt_3_tuned_PredictedLigand_11">
            <a:extLst>
              <a:ext uri="{FF2B5EF4-FFF2-40B4-BE49-F238E27FC236}">
                <a16:creationId xmlns:a16="http://schemas.microsoft.com/office/drawing/2014/main" id="{9BA40D9A-A291-4B27-90A0-2DA788A035E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7753" y="949662"/>
                </a:moveTo>
                <a:lnTo>
                  <a:pt x="1201723" y="10389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17" name="9pxt_3_tuned_PredictedLigand_12">
            <a:extLst>
              <a:ext uri="{FF2B5EF4-FFF2-40B4-BE49-F238E27FC236}">
                <a16:creationId xmlns:a16="http://schemas.microsoft.com/office/drawing/2014/main" id="{DC93CF13-D2A8-4B2F-A156-D7376AA41C9A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745" y="909907"/>
                </a:moveTo>
                <a:lnTo>
                  <a:pt x="1347430" y="9260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18" name="9pxt_3_tuned_PredictedLigand_13">
            <a:extLst>
              <a:ext uri="{FF2B5EF4-FFF2-40B4-BE49-F238E27FC236}">
                <a16:creationId xmlns:a16="http://schemas.microsoft.com/office/drawing/2014/main" id="{4983C561-D2EC-4815-9413-1157982E071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6718" y="488104"/>
                </a:moveTo>
                <a:lnTo>
                  <a:pt x="2284171" y="3952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19" name="9pxt_3_tuned_PredictedLigand_14">
            <a:extLst>
              <a:ext uri="{FF2B5EF4-FFF2-40B4-BE49-F238E27FC236}">
                <a16:creationId xmlns:a16="http://schemas.microsoft.com/office/drawing/2014/main" id="{00C76FD2-2335-4994-A4DA-4070C05600F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583" y="974549"/>
                </a:moveTo>
                <a:lnTo>
                  <a:pt x="1425745" y="9099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20" name="9pxt_3_tuned_PredictedLigand_15">
            <a:extLst>
              <a:ext uri="{FF2B5EF4-FFF2-40B4-BE49-F238E27FC236}">
                <a16:creationId xmlns:a16="http://schemas.microsoft.com/office/drawing/2014/main" id="{7A61CA22-2AD6-42EF-A6F0-33AFD5009CCE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723" y="1038926"/>
                </a:moveTo>
                <a:lnTo>
                  <a:pt x="1188779" y="11006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21" name="9pxt_3_tuned_PredictedLigand_16">
            <a:extLst>
              <a:ext uri="{FF2B5EF4-FFF2-40B4-BE49-F238E27FC236}">
                <a16:creationId xmlns:a16="http://schemas.microsoft.com/office/drawing/2014/main" id="{1273618D-CE1C-4C7E-87BD-84D072957127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7331" y="938174"/>
                </a:moveTo>
                <a:lnTo>
                  <a:pt x="1127753" y="9496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22" name="9pxt_3_tuned_PredictedLigand_17">
            <a:extLst>
              <a:ext uri="{FF2B5EF4-FFF2-40B4-BE49-F238E27FC236}">
                <a16:creationId xmlns:a16="http://schemas.microsoft.com/office/drawing/2014/main" id="{5C7AD6C2-0431-4744-A82A-38F4E8838CE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3132" y="534979"/>
                </a:moveTo>
                <a:lnTo>
                  <a:pt x="2266718" y="488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23" name="9pxt_3_tuned_PredictedLigand_18">
            <a:extLst>
              <a:ext uri="{FF2B5EF4-FFF2-40B4-BE49-F238E27FC236}">
                <a16:creationId xmlns:a16="http://schemas.microsoft.com/office/drawing/2014/main" id="{A0C45238-FD34-4068-9DA0-2BCFF850FB50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415" y="944233"/>
                </a:moveTo>
                <a:lnTo>
                  <a:pt x="1695722" y="9141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24" name="9pxt_3_tuned_PredictedLigand_19">
            <a:extLst>
              <a:ext uri="{FF2B5EF4-FFF2-40B4-BE49-F238E27FC236}">
                <a16:creationId xmlns:a16="http://schemas.microsoft.com/office/drawing/2014/main" id="{6D10173C-349F-475E-A111-8E3B1BAFC210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4560" y="698681"/>
                </a:moveTo>
                <a:lnTo>
                  <a:pt x="2189546" y="641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25" name="9pxt_3_tuned_PredictedLigand_20">
            <a:extLst>
              <a:ext uri="{FF2B5EF4-FFF2-40B4-BE49-F238E27FC236}">
                <a16:creationId xmlns:a16="http://schemas.microsoft.com/office/drawing/2014/main" id="{9722AE19-1B99-4E3F-A3A4-3939392EB51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415" y="944233"/>
                </a:moveTo>
                <a:lnTo>
                  <a:pt x="1516583" y="9745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26" name="9pxt_3_tuned_PredictedLigand_21">
            <a:extLst>
              <a:ext uri="{FF2B5EF4-FFF2-40B4-BE49-F238E27FC236}">
                <a16:creationId xmlns:a16="http://schemas.microsoft.com/office/drawing/2014/main" id="{7C88522C-9118-4D4C-905D-F33A952EEF57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9546" y="641077"/>
                </a:moveTo>
                <a:lnTo>
                  <a:pt x="2203132" y="534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27" name="9pxt_3_tuned_PredictedLigand_22">
            <a:extLst>
              <a:ext uri="{FF2B5EF4-FFF2-40B4-BE49-F238E27FC236}">
                <a16:creationId xmlns:a16="http://schemas.microsoft.com/office/drawing/2014/main" id="{E867E77B-93B1-4922-81D0-AD91C43AA75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415" y="944233"/>
                </a:moveTo>
                <a:lnTo>
                  <a:pt x="1652640" y="10360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28" name="9pxt_3_tuned_PredictedLigand_23">
            <a:extLst>
              <a:ext uri="{FF2B5EF4-FFF2-40B4-BE49-F238E27FC236}">
                <a16:creationId xmlns:a16="http://schemas.microsoft.com/office/drawing/2014/main" id="{26EC41CF-14E3-4E3D-885B-DBD98F37E76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8779" y="1100620"/>
                </a:moveTo>
                <a:lnTo>
                  <a:pt x="1146135" y="1083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29" name="9pxt_3_tuned_PredictedLigand_24">
            <a:extLst>
              <a:ext uri="{FF2B5EF4-FFF2-40B4-BE49-F238E27FC236}">
                <a16:creationId xmlns:a16="http://schemas.microsoft.com/office/drawing/2014/main" id="{11AD3C57-E1FF-49C1-8927-21DB80BE77C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084" y="856805"/>
                </a:moveTo>
                <a:lnTo>
                  <a:pt x="1616415" y="9442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30" name="9pxt_3_tuned_PredictedLigand_25">
            <a:extLst>
              <a:ext uri="{FF2B5EF4-FFF2-40B4-BE49-F238E27FC236}">
                <a16:creationId xmlns:a16="http://schemas.microsoft.com/office/drawing/2014/main" id="{84F51B87-6E4A-4921-813D-5136C390DC4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9546" y="641077"/>
                </a:moveTo>
                <a:lnTo>
                  <a:pt x="2125869" y="666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31" name="9pxt_3_tuned_PredictedLigand_26">
            <a:extLst>
              <a:ext uri="{FF2B5EF4-FFF2-40B4-BE49-F238E27FC236}">
                <a16:creationId xmlns:a16="http://schemas.microsoft.com/office/drawing/2014/main" id="{A973E7C3-1380-423E-91FB-93A3C2E408D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5422" y="494958"/>
                </a:moveTo>
                <a:lnTo>
                  <a:pt x="2203132" y="534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32" name="9pxt_3_tuned_PredictedLigand_27">
            <a:extLst>
              <a:ext uri="{FF2B5EF4-FFF2-40B4-BE49-F238E27FC236}">
                <a16:creationId xmlns:a16="http://schemas.microsoft.com/office/drawing/2014/main" id="{CA9F3D68-AB18-48C5-92C7-781B9054799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8130" y="991009"/>
                </a:moveTo>
                <a:lnTo>
                  <a:pt x="1097331" y="938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33" name="9pxt_3_tuned_PredictedLigand_28">
            <a:extLst>
              <a:ext uri="{FF2B5EF4-FFF2-40B4-BE49-F238E27FC236}">
                <a16:creationId xmlns:a16="http://schemas.microsoft.com/office/drawing/2014/main" id="{7B05099C-4D9B-4ED7-8CB9-D451DD1EE65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8130" y="991009"/>
                </a:moveTo>
                <a:lnTo>
                  <a:pt x="1146135" y="1083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34" name="9pxt_3_tuned_PredictedLigand_29">
            <a:extLst>
              <a:ext uri="{FF2B5EF4-FFF2-40B4-BE49-F238E27FC236}">
                <a16:creationId xmlns:a16="http://schemas.microsoft.com/office/drawing/2014/main" id="{1D36696C-50E4-4470-AAE8-7D734B2EE9DE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0284" y="769430"/>
                </a:moveTo>
                <a:lnTo>
                  <a:pt x="1996702" y="7977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35" name="9pxt_3_tuned_PredictedLigand_30">
            <a:extLst>
              <a:ext uri="{FF2B5EF4-FFF2-40B4-BE49-F238E27FC236}">
                <a16:creationId xmlns:a16="http://schemas.microsoft.com/office/drawing/2014/main" id="{805E6930-5328-48F5-AFE4-E97A3D9186CF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6702" y="797754"/>
                </a:moveTo>
                <a:lnTo>
                  <a:pt x="1939392" y="8705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36" name="9pxt_3_tuned_PredictedLigand_31">
            <a:extLst>
              <a:ext uri="{FF2B5EF4-FFF2-40B4-BE49-F238E27FC236}">
                <a16:creationId xmlns:a16="http://schemas.microsoft.com/office/drawing/2014/main" id="{C5538256-7501-4C2A-AA39-B143CD7DCEB4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0284" y="769430"/>
                </a:moveTo>
                <a:lnTo>
                  <a:pt x="2125869" y="666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37" name="9pxt_3_tuned_PredictedLigand_32">
            <a:extLst>
              <a:ext uri="{FF2B5EF4-FFF2-40B4-BE49-F238E27FC236}">
                <a16:creationId xmlns:a16="http://schemas.microsoft.com/office/drawing/2014/main" id="{06A14879-93EE-4A4C-89DE-B99FF6F0F663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5869" y="666226"/>
                </a:moveTo>
                <a:lnTo>
                  <a:pt x="2097360" y="5773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38" name="9pxt_3_tuned_PredictedLigand_33">
            <a:extLst>
              <a:ext uri="{FF2B5EF4-FFF2-40B4-BE49-F238E27FC236}">
                <a16:creationId xmlns:a16="http://schemas.microsoft.com/office/drawing/2014/main" id="{49ACF8EE-9F9D-4740-B715-509F8F40C6A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7360" y="577386"/>
                </a:moveTo>
                <a:lnTo>
                  <a:pt x="2145422" y="4949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39" name="9pxt_3_tuned_PredictedLigand_34">
            <a:extLst>
              <a:ext uri="{FF2B5EF4-FFF2-40B4-BE49-F238E27FC236}">
                <a16:creationId xmlns:a16="http://schemas.microsoft.com/office/drawing/2014/main" id="{287F8E98-D78C-4999-8E20-E252485D0AD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392" y="870580"/>
                </a:moveTo>
                <a:lnTo>
                  <a:pt x="1829316" y="88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40" name="9pxt_3_tuned_PredictedLigand_35">
            <a:extLst>
              <a:ext uri="{FF2B5EF4-FFF2-40B4-BE49-F238E27FC236}">
                <a16:creationId xmlns:a16="http://schemas.microsoft.com/office/drawing/2014/main" id="{F2E46F37-89D7-4076-BA70-B73B1F21EB77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6135" y="1083357"/>
                </a:moveTo>
                <a:lnTo>
                  <a:pt x="1149870" y="11497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41" name="9pxt_3_tuned_PredictedLigand_36">
            <a:extLst>
              <a:ext uri="{FF2B5EF4-FFF2-40B4-BE49-F238E27FC236}">
                <a16:creationId xmlns:a16="http://schemas.microsoft.com/office/drawing/2014/main" id="{B42C664A-8ED6-43E2-9E77-A3C5FFA486E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316" y="885881"/>
                </a:moveTo>
                <a:lnTo>
                  <a:pt x="1766989" y="805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42" name="9pxt_3_tuned_PredictedLigand_37">
            <a:extLst>
              <a:ext uri="{FF2B5EF4-FFF2-40B4-BE49-F238E27FC236}">
                <a16:creationId xmlns:a16="http://schemas.microsoft.com/office/drawing/2014/main" id="{D9C22FAF-67B2-49EE-9366-8887FEAC2C53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9809" y="810226"/>
                </a:moveTo>
                <a:lnTo>
                  <a:pt x="1585084" y="85680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43" name="9pxt_3_tuned_PredictedLigand_38">
            <a:extLst>
              <a:ext uri="{FF2B5EF4-FFF2-40B4-BE49-F238E27FC236}">
                <a16:creationId xmlns:a16="http://schemas.microsoft.com/office/drawing/2014/main" id="{6C5AEEC0-6511-4F64-910C-7DFE4062CC2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8817" y="963026"/>
                </a:moveTo>
                <a:lnTo>
                  <a:pt x="1098130" y="9910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44" name="9pxt_3_tuned_PredictedLigand_39">
            <a:extLst>
              <a:ext uri="{FF2B5EF4-FFF2-40B4-BE49-F238E27FC236}">
                <a16:creationId xmlns:a16="http://schemas.microsoft.com/office/drawing/2014/main" id="{5E62F552-AC09-486E-9C85-DAAAED8771C4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6989" y="805609"/>
                </a:moveTo>
                <a:lnTo>
                  <a:pt x="1649809" y="810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45" name="9pxt_3_tuned_PredictedLigand_40">
            <a:extLst>
              <a:ext uri="{FF2B5EF4-FFF2-40B4-BE49-F238E27FC236}">
                <a16:creationId xmlns:a16="http://schemas.microsoft.com/office/drawing/2014/main" id="{0B0A0638-0C34-436A-8CBF-D76D1B3DA43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482" y="794029"/>
                </a:moveTo>
                <a:lnTo>
                  <a:pt x="2090284" y="769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46" name="9pxt_3_tuned_PredictedLigand_41">
            <a:extLst>
              <a:ext uri="{FF2B5EF4-FFF2-40B4-BE49-F238E27FC236}">
                <a16:creationId xmlns:a16="http://schemas.microsoft.com/office/drawing/2014/main" id="{DC642EA8-2DAE-4B8F-A23F-319BC42CBEC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392" y="870580"/>
                </a:moveTo>
                <a:lnTo>
                  <a:pt x="1963916" y="8442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47" name="9pxt_3_tuned_PredictedLigand_42">
            <a:extLst>
              <a:ext uri="{FF2B5EF4-FFF2-40B4-BE49-F238E27FC236}">
                <a16:creationId xmlns:a16="http://schemas.microsoft.com/office/drawing/2014/main" id="{B1631CF4-10A6-48CE-8DC5-A872F5E68826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9809" y="810226"/>
                </a:moveTo>
                <a:lnTo>
                  <a:pt x="1615904" y="7089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48" name="9pxt_3_tuned_PredictedLigand_43">
            <a:extLst>
              <a:ext uri="{FF2B5EF4-FFF2-40B4-BE49-F238E27FC236}">
                <a16:creationId xmlns:a16="http://schemas.microsoft.com/office/drawing/2014/main" id="{E38D6D5E-566E-41AB-AD99-2295CC3AF014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8817" y="963026"/>
                </a:moveTo>
                <a:lnTo>
                  <a:pt x="1016062" y="8763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49" name="9pxt_3_tuned_PredictedLigand_44">
            <a:extLst>
              <a:ext uri="{FF2B5EF4-FFF2-40B4-BE49-F238E27FC236}">
                <a16:creationId xmlns:a16="http://schemas.microsoft.com/office/drawing/2014/main" id="{6CAD9A02-7793-4B2F-8461-9DCD30C40BD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870" y="1149759"/>
                </a:moveTo>
                <a:lnTo>
                  <a:pt x="1111491" y="11247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0" name="9pxt_3_tuned_PredictedLigand_45">
            <a:extLst>
              <a:ext uri="{FF2B5EF4-FFF2-40B4-BE49-F238E27FC236}">
                <a16:creationId xmlns:a16="http://schemas.microsoft.com/office/drawing/2014/main" id="{451350BB-889F-4E36-ADDA-20A0DF3E97DE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9809" y="810226"/>
                </a:moveTo>
                <a:lnTo>
                  <a:pt x="1638206" y="8823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1" name="9pxt_3_tuned_PredictedLigand_46">
            <a:extLst>
              <a:ext uri="{FF2B5EF4-FFF2-40B4-BE49-F238E27FC236}">
                <a16:creationId xmlns:a16="http://schemas.microsoft.com/office/drawing/2014/main" id="{5B16F4F3-9598-48D7-B354-5CA5C24FBAE4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3916" y="844264"/>
                </a:moveTo>
                <a:lnTo>
                  <a:pt x="2068482" y="7940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2" name="9pxt_3_tuned_PredictedLigand_47">
            <a:extLst>
              <a:ext uri="{FF2B5EF4-FFF2-40B4-BE49-F238E27FC236}">
                <a16:creationId xmlns:a16="http://schemas.microsoft.com/office/drawing/2014/main" id="{67004813-FF2C-4BB2-9BB4-48C2D373E3E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032" y="1033486"/>
                </a:moveTo>
                <a:lnTo>
                  <a:pt x="1058817" y="9630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3" name="9pxt_3_tuned_PredictedLigand_48">
            <a:extLst>
              <a:ext uri="{FF2B5EF4-FFF2-40B4-BE49-F238E27FC236}">
                <a16:creationId xmlns:a16="http://schemas.microsoft.com/office/drawing/2014/main" id="{4D6FC945-8F86-41B7-AA8E-77A205A71C57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2777" y="858650"/>
                </a:moveTo>
                <a:lnTo>
                  <a:pt x="2068482" y="7940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4" name="9pxt_3_tuned_PredictedLigand_49">
            <a:extLst>
              <a:ext uri="{FF2B5EF4-FFF2-40B4-BE49-F238E27FC236}">
                <a16:creationId xmlns:a16="http://schemas.microsoft.com/office/drawing/2014/main" id="{DDDA80FC-9893-4545-A30E-EDFAC2AEC7D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3916" y="844264"/>
                </a:moveTo>
                <a:lnTo>
                  <a:pt x="1960912" y="9330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5" name="9pxt_3_tuned_PredictedLigand_50">
            <a:extLst>
              <a:ext uri="{FF2B5EF4-FFF2-40B4-BE49-F238E27FC236}">
                <a16:creationId xmlns:a16="http://schemas.microsoft.com/office/drawing/2014/main" id="{D43E0190-A36F-41DB-B3E6-1B69A5398044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491" y="1124772"/>
                </a:moveTo>
                <a:lnTo>
                  <a:pt x="1069032" y="10334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6" name="9pxt_3_tuned_PredictedLigand_51">
            <a:extLst>
              <a:ext uri="{FF2B5EF4-FFF2-40B4-BE49-F238E27FC236}">
                <a16:creationId xmlns:a16="http://schemas.microsoft.com/office/drawing/2014/main" id="{C1DDA343-3471-4ED1-96FC-A9CE8D6BB9B2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491" y="1124772"/>
                </a:moveTo>
                <a:lnTo>
                  <a:pt x="1117050" y="11913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7" name="9pxt_3_tuned_PredictedAtoms_0">
            <a:extLst>
              <a:ext uri="{FF2B5EF4-FFF2-40B4-BE49-F238E27FC236}">
                <a16:creationId xmlns:a16="http://schemas.microsoft.com/office/drawing/2014/main" id="{151EACCA-BFEE-4000-BA1F-5C44C1C6CCD3}"/>
              </a:ext>
            </a:extLst>
          </p:cNvPr>
          <p:cNvSpPr>
            <a:spLocks/>
          </p:cNvSpPr>
          <p:nvPr/>
        </p:nvSpPr>
        <p:spPr>
          <a:xfrm>
            <a:off x="5326984" y="70051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58" name="9pxt_3_tuned_PredictedAtoms_1">
            <a:extLst>
              <a:ext uri="{FF2B5EF4-FFF2-40B4-BE49-F238E27FC236}">
                <a16:creationId xmlns:a16="http://schemas.microsoft.com/office/drawing/2014/main" id="{0006123D-3703-43FB-BEE5-D48CD0762C63}"/>
              </a:ext>
            </a:extLst>
          </p:cNvPr>
          <p:cNvSpPr>
            <a:spLocks/>
          </p:cNvSpPr>
          <p:nvPr/>
        </p:nvSpPr>
        <p:spPr>
          <a:xfrm>
            <a:off x="5252689" y="69405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59" name="9pxt_3_tuned_PredictedAtoms_2">
            <a:extLst>
              <a:ext uri="{FF2B5EF4-FFF2-40B4-BE49-F238E27FC236}">
                <a16:creationId xmlns:a16="http://schemas.microsoft.com/office/drawing/2014/main" id="{E5748EEA-EBF4-414A-AA19-13FF040A45CC}"/>
              </a:ext>
            </a:extLst>
          </p:cNvPr>
          <p:cNvSpPr>
            <a:spLocks/>
          </p:cNvSpPr>
          <p:nvPr/>
        </p:nvSpPr>
        <p:spPr>
          <a:xfrm>
            <a:off x="5274491" y="69159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60" name="9pxt_3_tuned_PredictedAtoms_3">
            <a:extLst>
              <a:ext uri="{FF2B5EF4-FFF2-40B4-BE49-F238E27FC236}">
                <a16:creationId xmlns:a16="http://schemas.microsoft.com/office/drawing/2014/main" id="{3358E530-ADD3-40D2-8F01-6B7A5CB59C8A}"/>
              </a:ext>
            </a:extLst>
          </p:cNvPr>
          <p:cNvSpPr>
            <a:spLocks/>
          </p:cNvSpPr>
          <p:nvPr/>
        </p:nvSpPr>
        <p:spPr>
          <a:xfrm>
            <a:off x="5310077" y="68127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61" name="9pxt_3_tuned_PredictedAtoms_4">
            <a:extLst>
              <a:ext uri="{FF2B5EF4-FFF2-40B4-BE49-F238E27FC236}">
                <a16:creationId xmlns:a16="http://schemas.microsoft.com/office/drawing/2014/main" id="{A602B836-D3EF-4DEC-B635-0B1F942197B3}"/>
              </a:ext>
            </a:extLst>
          </p:cNvPr>
          <p:cNvSpPr>
            <a:spLocks/>
          </p:cNvSpPr>
          <p:nvPr/>
        </p:nvSpPr>
        <p:spPr>
          <a:xfrm>
            <a:off x="5281567" y="67238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62" name="9pxt_3_tuned_PredictedAtoms_5">
            <a:extLst>
              <a:ext uri="{FF2B5EF4-FFF2-40B4-BE49-F238E27FC236}">
                <a16:creationId xmlns:a16="http://schemas.microsoft.com/office/drawing/2014/main" id="{EAD49E1F-57D5-48AC-96E0-960D97EB9561}"/>
              </a:ext>
            </a:extLst>
          </p:cNvPr>
          <p:cNvSpPr>
            <a:spLocks/>
          </p:cNvSpPr>
          <p:nvPr/>
        </p:nvSpPr>
        <p:spPr>
          <a:xfrm>
            <a:off x="5329629" y="66414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63" name="9pxt_3_tuned_PredictedAtoms_6">
            <a:extLst>
              <a:ext uri="{FF2B5EF4-FFF2-40B4-BE49-F238E27FC236}">
                <a16:creationId xmlns:a16="http://schemas.microsoft.com/office/drawing/2014/main" id="{8F5A7BC1-48E7-4410-9060-DB5E7A80662F}"/>
              </a:ext>
            </a:extLst>
          </p:cNvPr>
          <p:cNvSpPr>
            <a:spLocks/>
          </p:cNvSpPr>
          <p:nvPr/>
        </p:nvSpPr>
        <p:spPr>
          <a:xfrm>
            <a:off x="5387340" y="668146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64" name="9pxt_3_tuned_PredictedAtoms_7">
            <a:extLst>
              <a:ext uri="{FF2B5EF4-FFF2-40B4-BE49-F238E27FC236}">
                <a16:creationId xmlns:a16="http://schemas.microsoft.com/office/drawing/2014/main" id="{D3B87C65-0FA7-4151-9C8A-50B15CDBF42D}"/>
              </a:ext>
            </a:extLst>
          </p:cNvPr>
          <p:cNvSpPr>
            <a:spLocks/>
          </p:cNvSpPr>
          <p:nvPr/>
        </p:nvSpPr>
        <p:spPr>
          <a:xfrm>
            <a:off x="5450925" y="66345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65" name="9pxt_3_tuned_PredictedAtoms_8">
            <a:extLst>
              <a:ext uri="{FF2B5EF4-FFF2-40B4-BE49-F238E27FC236}">
                <a16:creationId xmlns:a16="http://schemas.microsoft.com/office/drawing/2014/main" id="{90614ECE-D67C-4DB9-9D27-818B22EED087}"/>
              </a:ext>
            </a:extLst>
          </p:cNvPr>
          <p:cNvSpPr>
            <a:spLocks/>
          </p:cNvSpPr>
          <p:nvPr/>
        </p:nvSpPr>
        <p:spPr>
          <a:xfrm>
            <a:off x="5468378" y="65417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66" name="9pxt_3_tuned_PredictedAtoms_9">
            <a:extLst>
              <a:ext uri="{FF2B5EF4-FFF2-40B4-BE49-F238E27FC236}">
                <a16:creationId xmlns:a16="http://schemas.microsoft.com/office/drawing/2014/main" id="{33105800-8E20-4790-A614-DC28A1AB2E5A}"/>
              </a:ext>
            </a:extLst>
          </p:cNvPr>
          <p:cNvSpPr>
            <a:spLocks/>
          </p:cNvSpPr>
          <p:nvPr/>
        </p:nvSpPr>
        <p:spPr>
          <a:xfrm>
            <a:off x="5489761" y="66994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67" name="9pxt_3_tuned_PredictedAtoms_10">
            <a:extLst>
              <a:ext uri="{FF2B5EF4-FFF2-40B4-BE49-F238E27FC236}">
                <a16:creationId xmlns:a16="http://schemas.microsoft.com/office/drawing/2014/main" id="{46F6B850-083D-4978-8315-FB70FC6C5183}"/>
              </a:ext>
            </a:extLst>
          </p:cNvPr>
          <p:cNvSpPr>
            <a:spLocks/>
          </p:cNvSpPr>
          <p:nvPr/>
        </p:nvSpPr>
        <p:spPr>
          <a:xfrm>
            <a:off x="5475965" y="68028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68" name="9pxt_3_tuned_PredictedAtoms_11">
            <a:extLst>
              <a:ext uri="{FF2B5EF4-FFF2-40B4-BE49-F238E27FC236}">
                <a16:creationId xmlns:a16="http://schemas.microsoft.com/office/drawing/2014/main" id="{2D4D2B13-1FE8-499E-BDA3-B4F3E1398878}"/>
              </a:ext>
            </a:extLst>
          </p:cNvPr>
          <p:cNvSpPr>
            <a:spLocks/>
          </p:cNvSpPr>
          <p:nvPr/>
        </p:nvSpPr>
        <p:spPr>
          <a:xfrm>
            <a:off x="5517656" y="68631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69" name="9pxt_3_tuned_PredictedAtoms_12">
            <a:extLst>
              <a:ext uri="{FF2B5EF4-FFF2-40B4-BE49-F238E27FC236}">
                <a16:creationId xmlns:a16="http://schemas.microsoft.com/office/drawing/2014/main" id="{1A68BE1D-74B0-4743-8D4E-E5660F90631D}"/>
              </a:ext>
            </a:extLst>
          </p:cNvPr>
          <p:cNvSpPr>
            <a:spLocks/>
          </p:cNvSpPr>
          <p:nvPr/>
        </p:nvSpPr>
        <p:spPr>
          <a:xfrm>
            <a:off x="5418768" y="68451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70" name="9pxt_3_tuned_PredictedAtoms_13">
            <a:extLst>
              <a:ext uri="{FF2B5EF4-FFF2-40B4-BE49-F238E27FC236}">
                <a16:creationId xmlns:a16="http://schemas.microsoft.com/office/drawing/2014/main" id="{E6C461C4-617D-4C93-94E3-2B49D39695E9}"/>
              </a:ext>
            </a:extLst>
          </p:cNvPr>
          <p:cNvSpPr>
            <a:spLocks/>
          </p:cNvSpPr>
          <p:nvPr/>
        </p:nvSpPr>
        <p:spPr>
          <a:xfrm>
            <a:off x="5373754" y="67875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71" name="9pxt_3_tuned_PredictedAtoms_14">
            <a:extLst>
              <a:ext uri="{FF2B5EF4-FFF2-40B4-BE49-F238E27FC236}">
                <a16:creationId xmlns:a16="http://schemas.microsoft.com/office/drawing/2014/main" id="{2F003347-66FD-4116-ABA2-ED0CE8DD0863}"/>
              </a:ext>
            </a:extLst>
          </p:cNvPr>
          <p:cNvSpPr>
            <a:spLocks/>
          </p:cNvSpPr>
          <p:nvPr/>
        </p:nvSpPr>
        <p:spPr>
          <a:xfrm>
            <a:off x="5180910" y="6944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72" name="9pxt_3_tuned_PredictedAtoms_15">
            <a:extLst>
              <a:ext uri="{FF2B5EF4-FFF2-40B4-BE49-F238E27FC236}">
                <a16:creationId xmlns:a16="http://schemas.microsoft.com/office/drawing/2014/main" id="{8C0A469B-3547-4AF5-8B7F-A179A6E9F453}"/>
              </a:ext>
            </a:extLst>
          </p:cNvPr>
          <p:cNvSpPr>
            <a:spLocks/>
          </p:cNvSpPr>
          <p:nvPr/>
        </p:nvSpPr>
        <p:spPr>
          <a:xfrm>
            <a:off x="5123599" y="70170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73" name="9pxt_3_tuned_PredictedAtoms_16">
            <a:extLst>
              <a:ext uri="{FF2B5EF4-FFF2-40B4-BE49-F238E27FC236}">
                <a16:creationId xmlns:a16="http://schemas.microsoft.com/office/drawing/2014/main" id="{AB99AC74-2067-43A4-897B-1EAC1172D13E}"/>
              </a:ext>
            </a:extLst>
          </p:cNvPr>
          <p:cNvSpPr>
            <a:spLocks/>
          </p:cNvSpPr>
          <p:nvPr/>
        </p:nvSpPr>
        <p:spPr>
          <a:xfrm>
            <a:off x="5013523" y="7032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74" name="9pxt_3_tuned_PredictedAtoms_17">
            <a:extLst>
              <a:ext uri="{FF2B5EF4-FFF2-40B4-BE49-F238E27FC236}">
                <a16:creationId xmlns:a16="http://schemas.microsoft.com/office/drawing/2014/main" id="{0DFB8AAB-6009-4D3D-AB1F-F99BF6C19C78}"/>
              </a:ext>
            </a:extLst>
          </p:cNvPr>
          <p:cNvSpPr>
            <a:spLocks/>
          </p:cNvSpPr>
          <p:nvPr/>
        </p:nvSpPr>
        <p:spPr>
          <a:xfrm>
            <a:off x="4951196" y="6952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75" name="9pxt_3_tuned_PredictedAtoms_18">
            <a:extLst>
              <a:ext uri="{FF2B5EF4-FFF2-40B4-BE49-F238E27FC236}">
                <a16:creationId xmlns:a16="http://schemas.microsoft.com/office/drawing/2014/main" id="{7D2EC139-FA87-4883-87D4-D76180597503}"/>
              </a:ext>
            </a:extLst>
          </p:cNvPr>
          <p:cNvSpPr>
            <a:spLocks/>
          </p:cNvSpPr>
          <p:nvPr/>
        </p:nvSpPr>
        <p:spPr>
          <a:xfrm>
            <a:off x="4834017" y="69567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76" name="9pxt_3_tuned_PredictedAtoms_19">
            <a:extLst>
              <a:ext uri="{FF2B5EF4-FFF2-40B4-BE49-F238E27FC236}">
                <a16:creationId xmlns:a16="http://schemas.microsoft.com/office/drawing/2014/main" id="{77AF3EAB-FFE2-4E0C-9610-DA76E0EA7821}"/>
              </a:ext>
            </a:extLst>
          </p:cNvPr>
          <p:cNvSpPr>
            <a:spLocks/>
          </p:cNvSpPr>
          <p:nvPr/>
        </p:nvSpPr>
        <p:spPr>
          <a:xfrm>
            <a:off x="4800111" y="68554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77" name="9pxt_3_tuned_PredictedAtoms_20">
            <a:extLst>
              <a:ext uri="{FF2B5EF4-FFF2-40B4-BE49-F238E27FC236}">
                <a16:creationId xmlns:a16="http://schemas.microsoft.com/office/drawing/2014/main" id="{A255DECC-FBA1-45FC-97CF-6EB95BBDB0E4}"/>
              </a:ext>
            </a:extLst>
          </p:cNvPr>
          <p:cNvSpPr>
            <a:spLocks/>
          </p:cNvSpPr>
          <p:nvPr/>
        </p:nvSpPr>
        <p:spPr>
          <a:xfrm>
            <a:off x="4822413" y="70288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78" name="9pxt_3_tuned_PredictedAtoms_21">
            <a:extLst>
              <a:ext uri="{FF2B5EF4-FFF2-40B4-BE49-F238E27FC236}">
                <a16:creationId xmlns:a16="http://schemas.microsoft.com/office/drawing/2014/main" id="{2315FB69-0EB6-4C21-959F-24C418B68792}"/>
              </a:ext>
            </a:extLst>
          </p:cNvPr>
          <p:cNvSpPr>
            <a:spLocks/>
          </p:cNvSpPr>
          <p:nvPr/>
        </p:nvSpPr>
        <p:spPr>
          <a:xfrm>
            <a:off x="4769291" y="70032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79" name="9pxt_3_tuned_PredictedAtoms_22">
            <a:extLst>
              <a:ext uri="{FF2B5EF4-FFF2-40B4-BE49-F238E27FC236}">
                <a16:creationId xmlns:a16="http://schemas.microsoft.com/office/drawing/2014/main" id="{CA979A3E-A5C9-4A58-8933-040BD1565D57}"/>
              </a:ext>
            </a:extLst>
          </p:cNvPr>
          <p:cNvSpPr>
            <a:spLocks/>
          </p:cNvSpPr>
          <p:nvPr/>
        </p:nvSpPr>
        <p:spPr>
          <a:xfrm>
            <a:off x="4800623" y="70907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80" name="9pxt_3_tuned_PredictedAtoms_23">
            <a:extLst>
              <a:ext uri="{FF2B5EF4-FFF2-40B4-BE49-F238E27FC236}">
                <a16:creationId xmlns:a16="http://schemas.microsoft.com/office/drawing/2014/main" id="{27376A6E-583D-4799-8B91-8487012E55CF}"/>
              </a:ext>
            </a:extLst>
          </p:cNvPr>
          <p:cNvSpPr>
            <a:spLocks/>
          </p:cNvSpPr>
          <p:nvPr/>
        </p:nvSpPr>
        <p:spPr>
          <a:xfrm>
            <a:off x="4879930" y="70606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81" name="9pxt_3_tuned_PredictedAtoms_24">
            <a:extLst>
              <a:ext uri="{FF2B5EF4-FFF2-40B4-BE49-F238E27FC236}">
                <a16:creationId xmlns:a16="http://schemas.microsoft.com/office/drawing/2014/main" id="{EE4E399A-EB25-4079-83E7-68CBF693B5F4}"/>
              </a:ext>
            </a:extLst>
          </p:cNvPr>
          <p:cNvSpPr>
            <a:spLocks/>
          </p:cNvSpPr>
          <p:nvPr/>
        </p:nvSpPr>
        <p:spPr>
          <a:xfrm>
            <a:off x="4836848" y="71825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82" name="9pxt_3_tuned_PredictedAtoms_25">
            <a:extLst>
              <a:ext uri="{FF2B5EF4-FFF2-40B4-BE49-F238E27FC236}">
                <a16:creationId xmlns:a16="http://schemas.microsoft.com/office/drawing/2014/main" id="{2CD22D2F-35C3-452A-B891-A7B2B0277B4A}"/>
              </a:ext>
            </a:extLst>
          </p:cNvPr>
          <p:cNvSpPr>
            <a:spLocks/>
          </p:cNvSpPr>
          <p:nvPr/>
        </p:nvSpPr>
        <p:spPr>
          <a:xfrm>
            <a:off x="4700790" y="71210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83" name="9pxt_3_tuned_PredictedAtoms_26">
            <a:extLst>
              <a:ext uri="{FF2B5EF4-FFF2-40B4-BE49-F238E27FC236}">
                <a16:creationId xmlns:a16="http://schemas.microsoft.com/office/drawing/2014/main" id="{DC9254AB-A5C4-4FBE-9EF4-0A5566EB2B4B}"/>
              </a:ext>
            </a:extLst>
          </p:cNvPr>
          <p:cNvSpPr>
            <a:spLocks/>
          </p:cNvSpPr>
          <p:nvPr/>
        </p:nvSpPr>
        <p:spPr>
          <a:xfrm>
            <a:off x="4609953" y="7056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84" name="9pxt_3_tuned_PredictedAtoms_27">
            <a:extLst>
              <a:ext uri="{FF2B5EF4-FFF2-40B4-BE49-F238E27FC236}">
                <a16:creationId xmlns:a16="http://schemas.microsoft.com/office/drawing/2014/main" id="{66ABFBAD-5AA2-45EB-B5E0-22C3F95DF75D}"/>
              </a:ext>
            </a:extLst>
          </p:cNvPr>
          <p:cNvSpPr>
            <a:spLocks/>
          </p:cNvSpPr>
          <p:nvPr/>
        </p:nvSpPr>
        <p:spPr>
          <a:xfrm>
            <a:off x="4531637" y="70725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85" name="9pxt_3_tuned_PredictedAtoms_28">
            <a:extLst>
              <a:ext uri="{FF2B5EF4-FFF2-40B4-BE49-F238E27FC236}">
                <a16:creationId xmlns:a16="http://schemas.microsoft.com/office/drawing/2014/main" id="{20C95EAF-5592-4632-B212-1833EC173118}"/>
              </a:ext>
            </a:extLst>
          </p:cNvPr>
          <p:cNvSpPr>
            <a:spLocks/>
          </p:cNvSpPr>
          <p:nvPr/>
        </p:nvSpPr>
        <p:spPr>
          <a:xfrm>
            <a:off x="4487218" y="71660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86" name="9pxt_3_tuned_PredictedAtoms_29">
            <a:extLst>
              <a:ext uri="{FF2B5EF4-FFF2-40B4-BE49-F238E27FC236}">
                <a16:creationId xmlns:a16="http://schemas.microsoft.com/office/drawing/2014/main" id="{5A33AB5E-AC84-44A3-A762-0A90A930E2D0}"/>
              </a:ext>
            </a:extLst>
          </p:cNvPr>
          <p:cNvSpPr>
            <a:spLocks/>
          </p:cNvSpPr>
          <p:nvPr/>
        </p:nvSpPr>
        <p:spPr>
          <a:xfrm>
            <a:off x="4385930" y="71854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87" name="9pxt_3_tuned_PredictedAtoms_30">
            <a:extLst>
              <a:ext uri="{FF2B5EF4-FFF2-40B4-BE49-F238E27FC236}">
                <a16:creationId xmlns:a16="http://schemas.microsoft.com/office/drawing/2014/main" id="{505A513F-51FA-4B79-9973-77660501058E}"/>
              </a:ext>
            </a:extLst>
          </p:cNvPr>
          <p:cNvSpPr>
            <a:spLocks/>
          </p:cNvSpPr>
          <p:nvPr/>
        </p:nvSpPr>
        <p:spPr>
          <a:xfrm>
            <a:off x="4372987" y="72471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88" name="9pxt_3_tuned_PredictedAtoms_31">
            <a:extLst>
              <a:ext uri="{FF2B5EF4-FFF2-40B4-BE49-F238E27FC236}">
                <a16:creationId xmlns:a16="http://schemas.microsoft.com/office/drawing/2014/main" id="{DF312923-CF11-41CA-89CB-253506DA2770}"/>
              </a:ext>
            </a:extLst>
          </p:cNvPr>
          <p:cNvSpPr>
            <a:spLocks/>
          </p:cNvSpPr>
          <p:nvPr/>
        </p:nvSpPr>
        <p:spPr>
          <a:xfrm>
            <a:off x="4330342" y="72298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89" name="9pxt_3_tuned_PredictedAtoms_32">
            <a:extLst>
              <a:ext uri="{FF2B5EF4-FFF2-40B4-BE49-F238E27FC236}">
                <a16:creationId xmlns:a16="http://schemas.microsoft.com/office/drawing/2014/main" id="{FA08AFBD-1A05-4C93-9C30-F6373B25F51B}"/>
              </a:ext>
            </a:extLst>
          </p:cNvPr>
          <p:cNvSpPr>
            <a:spLocks/>
          </p:cNvSpPr>
          <p:nvPr/>
        </p:nvSpPr>
        <p:spPr>
          <a:xfrm>
            <a:off x="4334078" y="72962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90" name="9pxt_3_tuned_PredictedAtoms_33">
            <a:extLst>
              <a:ext uri="{FF2B5EF4-FFF2-40B4-BE49-F238E27FC236}">
                <a16:creationId xmlns:a16="http://schemas.microsoft.com/office/drawing/2014/main" id="{11986787-4401-4B5B-99DB-ED3FF2AF2045}"/>
              </a:ext>
            </a:extLst>
          </p:cNvPr>
          <p:cNvSpPr>
            <a:spLocks/>
          </p:cNvSpPr>
          <p:nvPr/>
        </p:nvSpPr>
        <p:spPr>
          <a:xfrm>
            <a:off x="4295698" y="72712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91" name="9pxt_3_tuned_PredictedAtoms_34">
            <a:extLst>
              <a:ext uri="{FF2B5EF4-FFF2-40B4-BE49-F238E27FC236}">
                <a16:creationId xmlns:a16="http://schemas.microsoft.com/office/drawing/2014/main" id="{9F7E18C3-C4AB-4453-836B-774A4CD97636}"/>
              </a:ext>
            </a:extLst>
          </p:cNvPr>
          <p:cNvSpPr>
            <a:spLocks/>
          </p:cNvSpPr>
          <p:nvPr/>
        </p:nvSpPr>
        <p:spPr>
          <a:xfrm>
            <a:off x="4301257" y="7337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92" name="9pxt_3_tuned_PredictedAtoms_35">
            <a:extLst>
              <a:ext uri="{FF2B5EF4-FFF2-40B4-BE49-F238E27FC236}">
                <a16:creationId xmlns:a16="http://schemas.microsoft.com/office/drawing/2014/main" id="{2AA68E29-49BD-479A-BC70-44B8F9B0EA06}"/>
              </a:ext>
            </a:extLst>
          </p:cNvPr>
          <p:cNvSpPr>
            <a:spLocks/>
          </p:cNvSpPr>
          <p:nvPr/>
        </p:nvSpPr>
        <p:spPr>
          <a:xfrm>
            <a:off x="4253239" y="7179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93" name="9pxt_3_tuned_PredictedAtoms_36">
            <a:extLst>
              <a:ext uri="{FF2B5EF4-FFF2-40B4-BE49-F238E27FC236}">
                <a16:creationId xmlns:a16="http://schemas.microsoft.com/office/drawing/2014/main" id="{A5FCD4C6-C07E-4C83-A4CB-6662792A35DA}"/>
              </a:ext>
            </a:extLst>
          </p:cNvPr>
          <p:cNvSpPr>
            <a:spLocks/>
          </p:cNvSpPr>
          <p:nvPr/>
        </p:nvSpPr>
        <p:spPr>
          <a:xfrm>
            <a:off x="4243024" y="7109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94" name="9pxt_3_tuned_PredictedAtoms_37">
            <a:extLst>
              <a:ext uri="{FF2B5EF4-FFF2-40B4-BE49-F238E27FC236}">
                <a16:creationId xmlns:a16="http://schemas.microsoft.com/office/drawing/2014/main" id="{7D261CD5-8C94-47E7-BE64-42E90EFE7F35}"/>
              </a:ext>
            </a:extLst>
          </p:cNvPr>
          <p:cNvSpPr>
            <a:spLocks/>
          </p:cNvSpPr>
          <p:nvPr/>
        </p:nvSpPr>
        <p:spPr>
          <a:xfrm>
            <a:off x="4200270" y="70228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95" name="9pxt_3_tuned_PredictedAtoms_38">
            <a:extLst>
              <a:ext uri="{FF2B5EF4-FFF2-40B4-BE49-F238E27FC236}">
                <a16:creationId xmlns:a16="http://schemas.microsoft.com/office/drawing/2014/main" id="{5C0F55BF-4C7B-42A1-9B10-2DFD785E64B7}"/>
              </a:ext>
            </a:extLst>
          </p:cNvPr>
          <p:cNvSpPr>
            <a:spLocks/>
          </p:cNvSpPr>
          <p:nvPr/>
        </p:nvSpPr>
        <p:spPr>
          <a:xfrm>
            <a:off x="4282338" y="71374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96" name="9pxt_3_tuned_PredictedAtoms_39">
            <a:extLst>
              <a:ext uri="{FF2B5EF4-FFF2-40B4-BE49-F238E27FC236}">
                <a16:creationId xmlns:a16="http://schemas.microsoft.com/office/drawing/2014/main" id="{74D36148-D469-44B6-85ED-8C8A10E33390}"/>
              </a:ext>
            </a:extLst>
          </p:cNvPr>
          <p:cNvSpPr>
            <a:spLocks/>
          </p:cNvSpPr>
          <p:nvPr/>
        </p:nvSpPr>
        <p:spPr>
          <a:xfrm>
            <a:off x="4281539" y="70846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97" name="9pxt_3_tuned_PredictedAtoms_40">
            <a:extLst>
              <a:ext uri="{FF2B5EF4-FFF2-40B4-BE49-F238E27FC236}">
                <a16:creationId xmlns:a16="http://schemas.microsoft.com/office/drawing/2014/main" id="{BE83FD0F-93EF-472F-BDB6-95BD58ECF44E}"/>
              </a:ext>
            </a:extLst>
          </p:cNvPr>
          <p:cNvSpPr>
            <a:spLocks/>
          </p:cNvSpPr>
          <p:nvPr/>
        </p:nvSpPr>
        <p:spPr>
          <a:xfrm>
            <a:off x="4311960" y="70961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98" name="9pxt_3_tuned_PredictedAtoms_41">
            <a:extLst>
              <a:ext uri="{FF2B5EF4-FFF2-40B4-BE49-F238E27FC236}">
                <a16:creationId xmlns:a16="http://schemas.microsoft.com/office/drawing/2014/main" id="{AF1E3884-EA9E-4B04-92B3-3964FCD0D226}"/>
              </a:ext>
            </a:extLst>
          </p:cNvPr>
          <p:cNvSpPr>
            <a:spLocks/>
          </p:cNvSpPr>
          <p:nvPr/>
        </p:nvSpPr>
        <p:spPr>
          <a:xfrm>
            <a:off x="4352982" y="70101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99" name="9pxt_3_tuned_PredictedAtoms_42">
            <a:extLst>
              <a:ext uri="{FF2B5EF4-FFF2-40B4-BE49-F238E27FC236}">
                <a16:creationId xmlns:a16="http://schemas.microsoft.com/office/drawing/2014/main" id="{97E46C86-E572-4AE5-941C-0966EEDEB1DD}"/>
              </a:ext>
            </a:extLst>
          </p:cNvPr>
          <p:cNvSpPr>
            <a:spLocks/>
          </p:cNvSpPr>
          <p:nvPr/>
        </p:nvSpPr>
        <p:spPr>
          <a:xfrm>
            <a:off x="4257141" y="69271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00" name="9pxt_3_tuned_PredictedAtoms_43">
            <a:extLst>
              <a:ext uri="{FF2B5EF4-FFF2-40B4-BE49-F238E27FC236}">
                <a16:creationId xmlns:a16="http://schemas.microsoft.com/office/drawing/2014/main" id="{445C06DC-333E-498D-95F4-321660C79544}"/>
              </a:ext>
            </a:extLst>
          </p:cNvPr>
          <p:cNvSpPr>
            <a:spLocks/>
          </p:cNvSpPr>
          <p:nvPr/>
        </p:nvSpPr>
        <p:spPr>
          <a:xfrm>
            <a:off x="4455796" y="699296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01" name="9pxt_3_tuned_PredictedAtoms_44">
            <a:extLst>
              <a:ext uri="{FF2B5EF4-FFF2-40B4-BE49-F238E27FC236}">
                <a16:creationId xmlns:a16="http://schemas.microsoft.com/office/drawing/2014/main" id="{B6F7DF4C-C9F6-4729-A25C-A1F4E9F766FD}"/>
              </a:ext>
            </a:extLst>
          </p:cNvPr>
          <p:cNvSpPr>
            <a:spLocks/>
          </p:cNvSpPr>
          <p:nvPr/>
        </p:nvSpPr>
        <p:spPr>
          <a:xfrm>
            <a:off x="4507027" y="68639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02" name="9pxt_3_tuned_PredictedAtoms_45">
            <a:extLst>
              <a:ext uri="{FF2B5EF4-FFF2-40B4-BE49-F238E27FC236}">
                <a16:creationId xmlns:a16="http://schemas.microsoft.com/office/drawing/2014/main" id="{2E180BB2-BEF3-485A-BFFA-5C22A8E804D4}"/>
              </a:ext>
            </a:extLst>
          </p:cNvPr>
          <p:cNvSpPr>
            <a:spLocks/>
          </p:cNvSpPr>
          <p:nvPr/>
        </p:nvSpPr>
        <p:spPr>
          <a:xfrm>
            <a:off x="5148124" y="69907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03" name="9pxt_3_tuned_PredictedAtoms_46">
            <a:extLst>
              <a:ext uri="{FF2B5EF4-FFF2-40B4-BE49-F238E27FC236}">
                <a16:creationId xmlns:a16="http://schemas.microsoft.com/office/drawing/2014/main" id="{B3E2A565-6273-43CA-908C-BE6648902E62}"/>
              </a:ext>
            </a:extLst>
          </p:cNvPr>
          <p:cNvSpPr>
            <a:spLocks/>
          </p:cNvSpPr>
          <p:nvPr/>
        </p:nvSpPr>
        <p:spPr>
          <a:xfrm>
            <a:off x="5145120" y="70795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04" name="stage3-cases-main_36">
            <a:extLst>
              <a:ext uri="{FF2B5EF4-FFF2-40B4-BE49-F238E27FC236}">
                <a16:creationId xmlns:a16="http://schemas.microsoft.com/office/drawing/2014/main" id="{A13F595C-E4C3-499F-9238-8B01CC3AE2F5}"/>
              </a:ext>
            </a:extLst>
          </p:cNvPr>
          <p:cNvSpPr>
            <a:spLocks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0.72 Å   D 72%   Clash 0</a:t>
            </a:r>
          </a:p>
        </p:txBody>
      </p:sp>
      <p:sp>
        <p:nvSpPr>
          <p:cNvPr id="1305" name="9pxt_3_build_Receptor">
            <a:extLst>
              <a:ext uri="{FF2B5EF4-FFF2-40B4-BE49-F238E27FC236}">
                <a16:creationId xmlns:a16="http://schemas.microsoft.com/office/drawing/2014/main" id="{BF989DBF-95A2-4EB5-86B7-88641A750560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828" y="486422"/>
                </a:moveTo>
                <a:lnTo>
                  <a:pt x="1434321" y="505000"/>
                </a:lnTo>
                <a:moveTo>
                  <a:pt x="1270308" y="455987"/>
                </a:moveTo>
                <a:lnTo>
                  <a:pt x="1344828" y="486422"/>
                </a:lnTo>
                <a:moveTo>
                  <a:pt x="2556742" y="1052266"/>
                </a:moveTo>
                <a:lnTo>
                  <a:pt x="2625450" y="1117918"/>
                </a:lnTo>
                <a:moveTo>
                  <a:pt x="2462633" y="1105987"/>
                </a:moveTo>
                <a:lnTo>
                  <a:pt x="2477147" y="1199130"/>
                </a:lnTo>
                <a:moveTo>
                  <a:pt x="1232235" y="352216"/>
                </a:moveTo>
                <a:lnTo>
                  <a:pt x="1270308" y="455987"/>
                </a:lnTo>
                <a:moveTo>
                  <a:pt x="2462633" y="1105987"/>
                </a:moveTo>
                <a:lnTo>
                  <a:pt x="2556742" y="1052266"/>
                </a:lnTo>
                <a:moveTo>
                  <a:pt x="1270308" y="455987"/>
                </a:moveTo>
                <a:lnTo>
                  <a:pt x="1178553" y="528894"/>
                </a:lnTo>
                <a:moveTo>
                  <a:pt x="2556742" y="1052266"/>
                </a:moveTo>
                <a:lnTo>
                  <a:pt x="2589588" y="954799"/>
                </a:lnTo>
                <a:moveTo>
                  <a:pt x="1178553" y="528894"/>
                </a:moveTo>
                <a:lnTo>
                  <a:pt x="1205618" y="662195"/>
                </a:lnTo>
                <a:moveTo>
                  <a:pt x="1251354" y="1031764"/>
                </a:moveTo>
                <a:lnTo>
                  <a:pt x="1212129" y="1039034"/>
                </a:lnTo>
                <a:moveTo>
                  <a:pt x="2368126" y="1066761"/>
                </a:moveTo>
                <a:lnTo>
                  <a:pt x="2462633" y="1105987"/>
                </a:lnTo>
                <a:moveTo>
                  <a:pt x="1705977" y="853971"/>
                </a:moveTo>
                <a:lnTo>
                  <a:pt x="1663223" y="792336"/>
                </a:lnTo>
                <a:moveTo>
                  <a:pt x="1814327" y="1006179"/>
                </a:moveTo>
                <a:lnTo>
                  <a:pt x="1710946" y="965723"/>
                </a:lnTo>
                <a:moveTo>
                  <a:pt x="2471248" y="531508"/>
                </a:moveTo>
                <a:lnTo>
                  <a:pt x="2496553" y="451770"/>
                </a:lnTo>
                <a:moveTo>
                  <a:pt x="1710946" y="965723"/>
                </a:moveTo>
                <a:lnTo>
                  <a:pt x="1705977" y="853971"/>
                </a:lnTo>
                <a:moveTo>
                  <a:pt x="1212129" y="1039034"/>
                </a:moveTo>
                <a:lnTo>
                  <a:pt x="1097653" y="1030581"/>
                </a:lnTo>
                <a:moveTo>
                  <a:pt x="1710946" y="965723"/>
                </a:moveTo>
                <a:lnTo>
                  <a:pt x="1639612" y="1029513"/>
                </a:lnTo>
                <a:moveTo>
                  <a:pt x="2548547" y="616750"/>
                </a:moveTo>
                <a:lnTo>
                  <a:pt x="2471248" y="531508"/>
                </a:lnTo>
                <a:moveTo>
                  <a:pt x="2346344" y="1108042"/>
                </a:moveTo>
                <a:lnTo>
                  <a:pt x="2368126" y="1066761"/>
                </a:lnTo>
                <a:moveTo>
                  <a:pt x="2657689" y="577447"/>
                </a:moveTo>
                <a:lnTo>
                  <a:pt x="2548547" y="616750"/>
                </a:lnTo>
                <a:moveTo>
                  <a:pt x="2471248" y="531508"/>
                </a:moveTo>
                <a:lnTo>
                  <a:pt x="2384751" y="543803"/>
                </a:lnTo>
                <a:moveTo>
                  <a:pt x="1097653" y="1030581"/>
                </a:moveTo>
                <a:lnTo>
                  <a:pt x="1054894" y="1076372"/>
                </a:lnTo>
                <a:moveTo>
                  <a:pt x="1705977" y="853971"/>
                </a:moveTo>
                <a:lnTo>
                  <a:pt x="1748718" y="825743"/>
                </a:lnTo>
                <a:moveTo>
                  <a:pt x="1763171" y="402099"/>
                </a:moveTo>
                <a:lnTo>
                  <a:pt x="1752127" y="311285"/>
                </a:lnTo>
                <a:moveTo>
                  <a:pt x="1639612" y="1029513"/>
                </a:moveTo>
                <a:lnTo>
                  <a:pt x="1683821" y="1134429"/>
                </a:lnTo>
                <a:moveTo>
                  <a:pt x="2658898" y="484878"/>
                </a:moveTo>
                <a:lnTo>
                  <a:pt x="2657689" y="577447"/>
                </a:lnTo>
                <a:moveTo>
                  <a:pt x="2289514" y="1203449"/>
                </a:moveTo>
                <a:lnTo>
                  <a:pt x="2346344" y="1108042"/>
                </a:lnTo>
                <a:moveTo>
                  <a:pt x="1570788" y="587919"/>
                </a:moveTo>
                <a:lnTo>
                  <a:pt x="1442526" y="599989"/>
                </a:lnTo>
                <a:moveTo>
                  <a:pt x="1639612" y="1029513"/>
                </a:moveTo>
                <a:lnTo>
                  <a:pt x="1625545" y="980482"/>
                </a:lnTo>
                <a:moveTo>
                  <a:pt x="2068970" y="650803"/>
                </a:moveTo>
                <a:lnTo>
                  <a:pt x="2122492" y="575422"/>
                </a:lnTo>
                <a:moveTo>
                  <a:pt x="1752127" y="311285"/>
                </a:moveTo>
                <a:lnTo>
                  <a:pt x="1858608" y="270084"/>
                </a:lnTo>
                <a:moveTo>
                  <a:pt x="2346344" y="1108042"/>
                </a:moveTo>
                <a:lnTo>
                  <a:pt x="2289978" y="1028990"/>
                </a:lnTo>
                <a:moveTo>
                  <a:pt x="1748718" y="825743"/>
                </a:moveTo>
                <a:lnTo>
                  <a:pt x="1751300" y="720101"/>
                </a:lnTo>
                <a:moveTo>
                  <a:pt x="2417689" y="53007"/>
                </a:moveTo>
                <a:lnTo>
                  <a:pt x="2473225" y="22565"/>
                </a:lnTo>
                <a:moveTo>
                  <a:pt x="2289978" y="1028990"/>
                </a:moveTo>
                <a:lnTo>
                  <a:pt x="2278049" y="940961"/>
                </a:lnTo>
                <a:moveTo>
                  <a:pt x="2036758" y="721032"/>
                </a:moveTo>
                <a:lnTo>
                  <a:pt x="2068970" y="650803"/>
                </a:lnTo>
                <a:moveTo>
                  <a:pt x="1752127" y="311285"/>
                </a:moveTo>
                <a:lnTo>
                  <a:pt x="1694714" y="334406"/>
                </a:lnTo>
                <a:moveTo>
                  <a:pt x="1751300" y="720101"/>
                </a:moveTo>
                <a:lnTo>
                  <a:pt x="1857908" y="684627"/>
                </a:lnTo>
                <a:moveTo>
                  <a:pt x="1858608" y="270084"/>
                </a:moveTo>
                <a:lnTo>
                  <a:pt x="1907816" y="292548"/>
                </a:lnTo>
                <a:moveTo>
                  <a:pt x="1573646" y="687269"/>
                </a:moveTo>
                <a:lnTo>
                  <a:pt x="1570788" y="587919"/>
                </a:lnTo>
                <a:moveTo>
                  <a:pt x="1857908" y="684627"/>
                </a:moveTo>
                <a:lnTo>
                  <a:pt x="1931991" y="753760"/>
                </a:lnTo>
                <a:moveTo>
                  <a:pt x="2417689" y="53007"/>
                </a:moveTo>
                <a:lnTo>
                  <a:pt x="2324259" y="45859"/>
                </a:lnTo>
                <a:moveTo>
                  <a:pt x="1857908" y="684627"/>
                </a:moveTo>
                <a:lnTo>
                  <a:pt x="1873023" y="593307"/>
                </a:lnTo>
                <a:moveTo>
                  <a:pt x="1931991" y="753760"/>
                </a:moveTo>
                <a:lnTo>
                  <a:pt x="2036758" y="721032"/>
                </a:lnTo>
                <a:moveTo>
                  <a:pt x="2596562" y="234689"/>
                </a:moveTo>
                <a:lnTo>
                  <a:pt x="2636342" y="173365"/>
                </a:lnTo>
                <a:moveTo>
                  <a:pt x="1751300" y="720101"/>
                </a:moveTo>
                <a:lnTo>
                  <a:pt x="1682203" y="704385"/>
                </a:lnTo>
                <a:moveTo>
                  <a:pt x="1694714" y="334406"/>
                </a:moveTo>
                <a:lnTo>
                  <a:pt x="1581730" y="324575"/>
                </a:lnTo>
                <a:moveTo>
                  <a:pt x="2475010" y="97684"/>
                </a:moveTo>
                <a:lnTo>
                  <a:pt x="2417689" y="53007"/>
                </a:lnTo>
                <a:moveTo>
                  <a:pt x="1682203" y="704385"/>
                </a:moveTo>
                <a:lnTo>
                  <a:pt x="1573646" y="687269"/>
                </a:lnTo>
                <a:moveTo>
                  <a:pt x="1581730" y="324575"/>
                </a:moveTo>
                <a:lnTo>
                  <a:pt x="1526370" y="357592"/>
                </a:lnTo>
                <a:moveTo>
                  <a:pt x="2490890" y="213169"/>
                </a:moveTo>
                <a:lnTo>
                  <a:pt x="2596562" y="234689"/>
                </a:lnTo>
                <a:moveTo>
                  <a:pt x="2490890" y="213169"/>
                </a:moveTo>
                <a:lnTo>
                  <a:pt x="2475010" y="97684"/>
                </a:lnTo>
                <a:moveTo>
                  <a:pt x="1526370" y="357592"/>
                </a:moveTo>
                <a:lnTo>
                  <a:pt x="1425940" y="363118"/>
                </a:lnTo>
                <a:moveTo>
                  <a:pt x="1938568" y="1116174"/>
                </a:moveTo>
                <a:lnTo>
                  <a:pt x="1916807" y="1172528"/>
                </a:lnTo>
                <a:moveTo>
                  <a:pt x="2472103" y="265508"/>
                </a:moveTo>
                <a:lnTo>
                  <a:pt x="2490890" y="213169"/>
                </a:lnTo>
                <a:moveTo>
                  <a:pt x="817922" y="100105"/>
                </a:moveTo>
                <a:lnTo>
                  <a:pt x="803493" y="166346"/>
                </a:lnTo>
                <a:moveTo>
                  <a:pt x="1526370" y="357592"/>
                </a:moveTo>
                <a:lnTo>
                  <a:pt x="1573084" y="378007"/>
                </a:lnTo>
                <a:moveTo>
                  <a:pt x="2577376" y="614812"/>
                </a:moveTo>
                <a:lnTo>
                  <a:pt x="2507682" y="688797"/>
                </a:lnTo>
                <a:moveTo>
                  <a:pt x="894762" y="714750"/>
                </a:moveTo>
                <a:lnTo>
                  <a:pt x="983565" y="699469"/>
                </a:lnTo>
                <a:moveTo>
                  <a:pt x="817922" y="100105"/>
                </a:moveTo>
                <a:lnTo>
                  <a:pt x="801947" y="8654"/>
                </a:lnTo>
                <a:moveTo>
                  <a:pt x="2044693" y="1084626"/>
                </a:moveTo>
                <a:lnTo>
                  <a:pt x="1938568" y="1116174"/>
                </a:lnTo>
                <a:moveTo>
                  <a:pt x="821806" y="700918"/>
                </a:moveTo>
                <a:lnTo>
                  <a:pt x="894762" y="714750"/>
                </a:lnTo>
                <a:moveTo>
                  <a:pt x="2224927" y="155005"/>
                </a:moveTo>
                <a:lnTo>
                  <a:pt x="2140759" y="206988"/>
                </a:lnTo>
                <a:moveTo>
                  <a:pt x="2532140" y="763182"/>
                </a:moveTo>
                <a:lnTo>
                  <a:pt x="2507682" y="688797"/>
                </a:lnTo>
                <a:moveTo>
                  <a:pt x="2205242" y="41505"/>
                </a:moveTo>
                <a:lnTo>
                  <a:pt x="2224927" y="155005"/>
                </a:lnTo>
                <a:moveTo>
                  <a:pt x="1938568" y="1116174"/>
                </a:moveTo>
                <a:lnTo>
                  <a:pt x="1916052" y="1183635"/>
                </a:lnTo>
                <a:moveTo>
                  <a:pt x="854204" y="144626"/>
                </a:moveTo>
                <a:lnTo>
                  <a:pt x="817922" y="100105"/>
                </a:lnTo>
                <a:moveTo>
                  <a:pt x="454864" y="191817"/>
                </a:moveTo>
                <a:lnTo>
                  <a:pt x="452096" y="124686"/>
                </a:lnTo>
                <a:moveTo>
                  <a:pt x="967017" y="675382"/>
                </a:moveTo>
                <a:lnTo>
                  <a:pt x="983565" y="699469"/>
                </a:lnTo>
                <a:moveTo>
                  <a:pt x="1296488" y="641920"/>
                </a:moveTo>
                <a:lnTo>
                  <a:pt x="1360424" y="576618"/>
                </a:lnTo>
                <a:moveTo>
                  <a:pt x="1296488" y="641920"/>
                </a:moveTo>
                <a:lnTo>
                  <a:pt x="1200654" y="644845"/>
                </a:lnTo>
                <a:moveTo>
                  <a:pt x="864987" y="676271"/>
                </a:moveTo>
                <a:lnTo>
                  <a:pt x="821806" y="700918"/>
                </a:lnTo>
                <a:moveTo>
                  <a:pt x="2627086" y="763691"/>
                </a:moveTo>
                <a:lnTo>
                  <a:pt x="2532140" y="763182"/>
                </a:lnTo>
                <a:moveTo>
                  <a:pt x="2120238" y="19728"/>
                </a:moveTo>
                <a:lnTo>
                  <a:pt x="2205242" y="41505"/>
                </a:lnTo>
                <a:moveTo>
                  <a:pt x="452096" y="124686"/>
                </a:moveTo>
                <a:lnTo>
                  <a:pt x="534519" y="44364"/>
                </a:lnTo>
                <a:moveTo>
                  <a:pt x="1824322" y="477699"/>
                </a:moveTo>
                <a:lnTo>
                  <a:pt x="1748911" y="563717"/>
                </a:lnTo>
                <a:moveTo>
                  <a:pt x="1916052" y="1183635"/>
                </a:moveTo>
                <a:lnTo>
                  <a:pt x="1970250" y="1258420"/>
                </a:lnTo>
                <a:moveTo>
                  <a:pt x="534519" y="44364"/>
                </a:moveTo>
                <a:lnTo>
                  <a:pt x="616366" y="51038"/>
                </a:lnTo>
                <a:moveTo>
                  <a:pt x="1748911" y="563717"/>
                </a:moveTo>
                <a:lnTo>
                  <a:pt x="1645580" y="525713"/>
                </a:lnTo>
                <a:moveTo>
                  <a:pt x="1916052" y="1183635"/>
                </a:moveTo>
                <a:lnTo>
                  <a:pt x="1836728" y="1158500"/>
                </a:lnTo>
                <a:moveTo>
                  <a:pt x="864987" y="676271"/>
                </a:moveTo>
                <a:lnTo>
                  <a:pt x="967017" y="675382"/>
                </a:lnTo>
                <a:moveTo>
                  <a:pt x="1330450" y="702893"/>
                </a:moveTo>
                <a:lnTo>
                  <a:pt x="1296488" y="641920"/>
                </a:lnTo>
                <a:moveTo>
                  <a:pt x="899964" y="64855"/>
                </a:moveTo>
                <a:lnTo>
                  <a:pt x="854204" y="144626"/>
                </a:lnTo>
                <a:moveTo>
                  <a:pt x="1815582" y="410394"/>
                </a:moveTo>
                <a:lnTo>
                  <a:pt x="1824322" y="477699"/>
                </a:lnTo>
                <a:moveTo>
                  <a:pt x="452096" y="124686"/>
                </a:moveTo>
                <a:lnTo>
                  <a:pt x="468032" y="185588"/>
                </a:lnTo>
                <a:moveTo>
                  <a:pt x="803350" y="655931"/>
                </a:moveTo>
                <a:lnTo>
                  <a:pt x="864987" y="676271"/>
                </a:lnTo>
                <a:moveTo>
                  <a:pt x="2156105" y="33356"/>
                </a:moveTo>
                <a:lnTo>
                  <a:pt x="2120238" y="19728"/>
                </a:lnTo>
                <a:moveTo>
                  <a:pt x="1903895" y="337342"/>
                </a:moveTo>
                <a:lnTo>
                  <a:pt x="1815582" y="410394"/>
                </a:lnTo>
                <a:moveTo>
                  <a:pt x="1378134" y="1199757"/>
                </a:moveTo>
                <a:lnTo>
                  <a:pt x="1484727" y="1164007"/>
                </a:lnTo>
                <a:moveTo>
                  <a:pt x="1268969" y="780281"/>
                </a:moveTo>
                <a:lnTo>
                  <a:pt x="1330450" y="702893"/>
                </a:lnTo>
                <a:moveTo>
                  <a:pt x="1836728" y="1158500"/>
                </a:moveTo>
                <a:lnTo>
                  <a:pt x="1813550" y="1212298"/>
                </a:lnTo>
                <a:moveTo>
                  <a:pt x="819532" y="15579"/>
                </a:moveTo>
                <a:lnTo>
                  <a:pt x="899964" y="64855"/>
                </a:lnTo>
                <a:moveTo>
                  <a:pt x="2479071" y="1029647"/>
                </a:moveTo>
                <a:lnTo>
                  <a:pt x="2405272" y="969524"/>
                </a:lnTo>
                <a:moveTo>
                  <a:pt x="1363545" y="1314082"/>
                </a:moveTo>
                <a:lnTo>
                  <a:pt x="1378134" y="1199757"/>
                </a:lnTo>
                <a:moveTo>
                  <a:pt x="1484727" y="1164007"/>
                </a:moveTo>
                <a:lnTo>
                  <a:pt x="1489145" y="1040058"/>
                </a:lnTo>
                <a:moveTo>
                  <a:pt x="1878313" y="241130"/>
                </a:moveTo>
                <a:lnTo>
                  <a:pt x="1903895" y="337342"/>
                </a:lnTo>
                <a:moveTo>
                  <a:pt x="1811104" y="176311"/>
                </a:moveTo>
                <a:lnTo>
                  <a:pt x="1878313" y="241130"/>
                </a:lnTo>
                <a:moveTo>
                  <a:pt x="1813550" y="1212298"/>
                </a:moveTo>
                <a:lnTo>
                  <a:pt x="1738443" y="1299216"/>
                </a:lnTo>
                <a:moveTo>
                  <a:pt x="1738443" y="1299216"/>
                </a:moveTo>
                <a:lnTo>
                  <a:pt x="1654531" y="1303509"/>
                </a:lnTo>
                <a:moveTo>
                  <a:pt x="468032" y="185588"/>
                </a:moveTo>
                <a:lnTo>
                  <a:pt x="437971" y="127210"/>
                </a:lnTo>
                <a:moveTo>
                  <a:pt x="2405272" y="969524"/>
                </a:moveTo>
                <a:lnTo>
                  <a:pt x="2456349" y="874792"/>
                </a:lnTo>
                <a:moveTo>
                  <a:pt x="2368429" y="607368"/>
                </a:moveTo>
                <a:lnTo>
                  <a:pt x="2409848" y="557156"/>
                </a:lnTo>
                <a:moveTo>
                  <a:pt x="1320121" y="823344"/>
                </a:moveTo>
                <a:lnTo>
                  <a:pt x="1268969" y="780281"/>
                </a:lnTo>
                <a:moveTo>
                  <a:pt x="1878313" y="241130"/>
                </a:moveTo>
                <a:lnTo>
                  <a:pt x="1975916" y="188110"/>
                </a:lnTo>
                <a:moveTo>
                  <a:pt x="863201" y="665788"/>
                </a:moveTo>
                <a:lnTo>
                  <a:pt x="803350" y="655931"/>
                </a:lnTo>
                <a:moveTo>
                  <a:pt x="2070641" y="31095"/>
                </a:moveTo>
                <a:lnTo>
                  <a:pt x="2156105" y="33356"/>
                </a:lnTo>
                <a:moveTo>
                  <a:pt x="920412" y="1293279"/>
                </a:moveTo>
                <a:lnTo>
                  <a:pt x="846262" y="1213104"/>
                </a:lnTo>
                <a:moveTo>
                  <a:pt x="2456349" y="874792"/>
                </a:moveTo>
                <a:lnTo>
                  <a:pt x="2401298" y="789109"/>
                </a:lnTo>
                <a:moveTo>
                  <a:pt x="2405272" y="969524"/>
                </a:moveTo>
                <a:lnTo>
                  <a:pt x="2358639" y="1031845"/>
                </a:lnTo>
                <a:moveTo>
                  <a:pt x="1975916" y="188110"/>
                </a:moveTo>
                <a:lnTo>
                  <a:pt x="1981638" y="87403"/>
                </a:lnTo>
                <a:moveTo>
                  <a:pt x="1813550" y="1212298"/>
                </a:moveTo>
                <a:lnTo>
                  <a:pt x="1772552" y="1137572"/>
                </a:lnTo>
                <a:moveTo>
                  <a:pt x="2456349" y="874792"/>
                </a:moveTo>
                <a:lnTo>
                  <a:pt x="2543462" y="879497"/>
                </a:lnTo>
                <a:moveTo>
                  <a:pt x="437971" y="127210"/>
                </a:moveTo>
                <a:lnTo>
                  <a:pt x="437707" y="33755"/>
                </a:lnTo>
                <a:moveTo>
                  <a:pt x="1981638" y="87403"/>
                </a:moveTo>
                <a:lnTo>
                  <a:pt x="2070641" y="31095"/>
                </a:lnTo>
                <a:moveTo>
                  <a:pt x="2358639" y="1031845"/>
                </a:moveTo>
                <a:lnTo>
                  <a:pt x="2313546" y="1123097"/>
                </a:lnTo>
                <a:moveTo>
                  <a:pt x="2401298" y="789109"/>
                </a:moveTo>
                <a:lnTo>
                  <a:pt x="2434845" y="699202"/>
                </a:lnTo>
                <a:moveTo>
                  <a:pt x="1975916" y="188110"/>
                </a:moveTo>
                <a:lnTo>
                  <a:pt x="2046967" y="239381"/>
                </a:lnTo>
                <a:moveTo>
                  <a:pt x="1489145" y="1040058"/>
                </a:moveTo>
                <a:lnTo>
                  <a:pt x="1481422" y="1076095"/>
                </a:lnTo>
                <a:moveTo>
                  <a:pt x="2434845" y="699202"/>
                </a:moveTo>
                <a:lnTo>
                  <a:pt x="2368429" y="607368"/>
                </a:lnTo>
                <a:moveTo>
                  <a:pt x="437971" y="127210"/>
                </a:moveTo>
                <a:lnTo>
                  <a:pt x="412430" y="182497"/>
                </a:lnTo>
                <a:moveTo>
                  <a:pt x="870275" y="774173"/>
                </a:moveTo>
                <a:lnTo>
                  <a:pt x="863201" y="665788"/>
                </a:lnTo>
                <a:moveTo>
                  <a:pt x="908896" y="1320864"/>
                </a:moveTo>
                <a:lnTo>
                  <a:pt x="920412" y="1293279"/>
                </a:lnTo>
                <a:moveTo>
                  <a:pt x="2368429" y="607368"/>
                </a:moveTo>
                <a:lnTo>
                  <a:pt x="2363672" y="532599"/>
                </a:lnTo>
                <a:moveTo>
                  <a:pt x="1268054" y="785806"/>
                </a:moveTo>
                <a:lnTo>
                  <a:pt x="1320121" y="823344"/>
                </a:lnTo>
                <a:moveTo>
                  <a:pt x="863201" y="665788"/>
                </a:moveTo>
                <a:lnTo>
                  <a:pt x="820488" y="605291"/>
                </a:lnTo>
                <a:moveTo>
                  <a:pt x="1772552" y="1137572"/>
                </a:moveTo>
                <a:lnTo>
                  <a:pt x="1778670" y="1178488"/>
                </a:lnTo>
                <a:moveTo>
                  <a:pt x="2434845" y="699202"/>
                </a:moveTo>
                <a:lnTo>
                  <a:pt x="2432895" y="719374"/>
                </a:lnTo>
                <a:moveTo>
                  <a:pt x="1614598" y="398018"/>
                </a:moveTo>
                <a:lnTo>
                  <a:pt x="1634785" y="387466"/>
                </a:lnTo>
                <a:moveTo>
                  <a:pt x="1535831" y="562924"/>
                </a:moveTo>
                <a:lnTo>
                  <a:pt x="1437247" y="609833"/>
                </a:lnTo>
                <a:moveTo>
                  <a:pt x="2083805" y="1142322"/>
                </a:moveTo>
                <a:lnTo>
                  <a:pt x="2105701" y="1220605"/>
                </a:lnTo>
                <a:moveTo>
                  <a:pt x="1778670" y="1178488"/>
                </a:moveTo>
                <a:lnTo>
                  <a:pt x="1837549" y="1247890"/>
                </a:lnTo>
                <a:moveTo>
                  <a:pt x="2083805" y="1142322"/>
                </a:moveTo>
                <a:lnTo>
                  <a:pt x="2102168" y="1050378"/>
                </a:lnTo>
                <a:moveTo>
                  <a:pt x="1569016" y="480276"/>
                </a:moveTo>
                <a:lnTo>
                  <a:pt x="1535831" y="562924"/>
                </a:lnTo>
                <a:moveTo>
                  <a:pt x="1341722" y="761348"/>
                </a:moveTo>
                <a:lnTo>
                  <a:pt x="1268054" y="785806"/>
                </a:lnTo>
                <a:moveTo>
                  <a:pt x="1437247" y="609833"/>
                </a:moveTo>
                <a:lnTo>
                  <a:pt x="1433066" y="710944"/>
                </a:lnTo>
                <a:moveTo>
                  <a:pt x="820488" y="605291"/>
                </a:moveTo>
                <a:lnTo>
                  <a:pt x="850676" y="623966"/>
                </a:lnTo>
                <a:moveTo>
                  <a:pt x="1614598" y="398018"/>
                </a:moveTo>
                <a:lnTo>
                  <a:pt x="1569016" y="480276"/>
                </a:lnTo>
                <a:moveTo>
                  <a:pt x="1437247" y="609833"/>
                </a:moveTo>
                <a:lnTo>
                  <a:pt x="1364813" y="554596"/>
                </a:lnTo>
                <a:moveTo>
                  <a:pt x="2432895" y="719374"/>
                </a:moveTo>
                <a:lnTo>
                  <a:pt x="2356042" y="774566"/>
                </a:lnTo>
                <a:moveTo>
                  <a:pt x="1778670" y="1178488"/>
                </a:moveTo>
                <a:lnTo>
                  <a:pt x="1718149" y="1135305"/>
                </a:lnTo>
                <a:moveTo>
                  <a:pt x="2432895" y="719374"/>
                </a:moveTo>
                <a:lnTo>
                  <a:pt x="2500821" y="685576"/>
                </a:lnTo>
                <a:moveTo>
                  <a:pt x="1433066" y="710944"/>
                </a:moveTo>
                <a:lnTo>
                  <a:pt x="1341722" y="761348"/>
                </a:lnTo>
                <a:moveTo>
                  <a:pt x="1642492" y="314976"/>
                </a:moveTo>
                <a:lnTo>
                  <a:pt x="1614598" y="398018"/>
                </a:lnTo>
                <a:moveTo>
                  <a:pt x="2076962" y="618478"/>
                </a:moveTo>
                <a:lnTo>
                  <a:pt x="1999264" y="688518"/>
                </a:lnTo>
                <a:moveTo>
                  <a:pt x="2008551" y="780001"/>
                </a:moveTo>
                <a:lnTo>
                  <a:pt x="1999264" y="688518"/>
                </a:lnTo>
                <a:moveTo>
                  <a:pt x="1642492" y="314976"/>
                </a:moveTo>
                <a:lnTo>
                  <a:pt x="1578935" y="218860"/>
                </a:lnTo>
                <a:moveTo>
                  <a:pt x="2163836" y="639890"/>
                </a:moveTo>
                <a:lnTo>
                  <a:pt x="2076962" y="618478"/>
                </a:lnTo>
                <a:moveTo>
                  <a:pt x="2032684" y="1146831"/>
                </a:moveTo>
                <a:lnTo>
                  <a:pt x="2083805" y="1142322"/>
                </a:lnTo>
                <a:moveTo>
                  <a:pt x="1751098" y="293462"/>
                </a:moveTo>
                <a:lnTo>
                  <a:pt x="1642492" y="314976"/>
                </a:lnTo>
                <a:moveTo>
                  <a:pt x="1578935" y="218860"/>
                </a:moveTo>
                <a:lnTo>
                  <a:pt x="1629978" y="132556"/>
                </a:lnTo>
                <a:moveTo>
                  <a:pt x="1578935" y="218860"/>
                </a:moveTo>
                <a:lnTo>
                  <a:pt x="1475850" y="228787"/>
                </a:lnTo>
                <a:moveTo>
                  <a:pt x="1341722" y="761348"/>
                </a:moveTo>
                <a:lnTo>
                  <a:pt x="1371720" y="857737"/>
                </a:lnTo>
                <a:moveTo>
                  <a:pt x="894272" y="976048"/>
                </a:moveTo>
                <a:lnTo>
                  <a:pt x="979554" y="952048"/>
                </a:lnTo>
                <a:moveTo>
                  <a:pt x="2356042" y="774566"/>
                </a:moveTo>
                <a:lnTo>
                  <a:pt x="2351714" y="811223"/>
                </a:lnTo>
                <a:moveTo>
                  <a:pt x="1371720" y="857737"/>
                </a:moveTo>
                <a:lnTo>
                  <a:pt x="1452050" y="902596"/>
                </a:lnTo>
                <a:moveTo>
                  <a:pt x="2329603" y="924911"/>
                </a:moveTo>
                <a:lnTo>
                  <a:pt x="2260146" y="958364"/>
                </a:lnTo>
                <a:moveTo>
                  <a:pt x="2095466" y="801179"/>
                </a:moveTo>
                <a:lnTo>
                  <a:pt x="2008551" y="780001"/>
                </a:lnTo>
                <a:moveTo>
                  <a:pt x="2174499" y="731567"/>
                </a:moveTo>
                <a:lnTo>
                  <a:pt x="2163836" y="639890"/>
                </a:lnTo>
                <a:moveTo>
                  <a:pt x="2351714" y="811223"/>
                </a:moveTo>
                <a:lnTo>
                  <a:pt x="2329603" y="924911"/>
                </a:lnTo>
                <a:moveTo>
                  <a:pt x="2174499" y="731567"/>
                </a:moveTo>
                <a:lnTo>
                  <a:pt x="2095466" y="801179"/>
                </a:lnTo>
                <a:moveTo>
                  <a:pt x="1284826" y="1073430"/>
                </a:moveTo>
                <a:lnTo>
                  <a:pt x="1236459" y="1064216"/>
                </a:lnTo>
                <a:moveTo>
                  <a:pt x="1371720" y="857737"/>
                </a:moveTo>
                <a:lnTo>
                  <a:pt x="1306598" y="888178"/>
                </a:lnTo>
                <a:moveTo>
                  <a:pt x="878711" y="1008059"/>
                </a:moveTo>
                <a:lnTo>
                  <a:pt x="894272" y="976048"/>
                </a:lnTo>
                <a:moveTo>
                  <a:pt x="1152405" y="1262113"/>
                </a:moveTo>
                <a:lnTo>
                  <a:pt x="1099035" y="1294682"/>
                </a:lnTo>
                <a:moveTo>
                  <a:pt x="2100892" y="1194710"/>
                </a:moveTo>
                <a:lnTo>
                  <a:pt x="2032684" y="1146831"/>
                </a:lnTo>
                <a:moveTo>
                  <a:pt x="2351714" y="811223"/>
                </a:moveTo>
                <a:lnTo>
                  <a:pt x="2270091" y="754606"/>
                </a:lnTo>
                <a:moveTo>
                  <a:pt x="2270091" y="754606"/>
                </a:moveTo>
                <a:lnTo>
                  <a:pt x="2174499" y="731567"/>
                </a:lnTo>
                <a:moveTo>
                  <a:pt x="1267985" y="1257768"/>
                </a:moveTo>
                <a:lnTo>
                  <a:pt x="1152405" y="1262113"/>
                </a:lnTo>
                <a:moveTo>
                  <a:pt x="2207521" y="1173302"/>
                </a:moveTo>
                <a:lnTo>
                  <a:pt x="2100892" y="1194710"/>
                </a:lnTo>
                <a:moveTo>
                  <a:pt x="1309137" y="1164080"/>
                </a:moveTo>
                <a:lnTo>
                  <a:pt x="1267985" y="1257768"/>
                </a:lnTo>
                <a:moveTo>
                  <a:pt x="1284826" y="1073430"/>
                </a:moveTo>
                <a:lnTo>
                  <a:pt x="1309137" y="1164080"/>
                </a:lnTo>
                <a:moveTo>
                  <a:pt x="2100892" y="1194710"/>
                </a:moveTo>
                <a:lnTo>
                  <a:pt x="2085250" y="1309961"/>
                </a:lnTo>
                <a:moveTo>
                  <a:pt x="1306598" y="888178"/>
                </a:moveTo>
                <a:lnTo>
                  <a:pt x="1323360" y="980257"/>
                </a:lnTo>
                <a:moveTo>
                  <a:pt x="1323360" y="980257"/>
                </a:moveTo>
                <a:lnTo>
                  <a:pt x="1284826" y="1073430"/>
                </a:lnTo>
                <a:moveTo>
                  <a:pt x="954106" y="1083689"/>
                </a:moveTo>
                <a:lnTo>
                  <a:pt x="878711" y="1008059"/>
                </a:lnTo>
                <a:moveTo>
                  <a:pt x="878711" y="1008059"/>
                </a:moveTo>
                <a:lnTo>
                  <a:pt x="881223" y="914856"/>
                </a:lnTo>
                <a:moveTo>
                  <a:pt x="1323360" y="980257"/>
                </a:moveTo>
                <a:lnTo>
                  <a:pt x="1272648" y="972918"/>
                </a:lnTo>
                <a:moveTo>
                  <a:pt x="881223" y="914856"/>
                </a:moveTo>
                <a:lnTo>
                  <a:pt x="827630" y="931421"/>
                </a:lnTo>
                <a:moveTo>
                  <a:pt x="1272648" y="972918"/>
                </a:moveTo>
                <a:lnTo>
                  <a:pt x="1161736" y="944072"/>
                </a:lnTo>
                <a:moveTo>
                  <a:pt x="1272648" y="972918"/>
                </a:moveTo>
                <a:lnTo>
                  <a:pt x="1328920" y="896783"/>
                </a:lnTo>
                <a:moveTo>
                  <a:pt x="827630" y="931421"/>
                </a:moveTo>
                <a:lnTo>
                  <a:pt x="878956" y="950333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306" name="9pxt_3_build_ExperimentalDensity">
            <a:extLst>
              <a:ext uri="{FF2B5EF4-FFF2-40B4-BE49-F238E27FC236}">
                <a16:creationId xmlns:a16="http://schemas.microsoft.com/office/drawing/2014/main" id="{D216FC14-ACCA-4CA4-A677-2496E29F332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3325" y="801817"/>
                </a:moveTo>
                <a:lnTo>
                  <a:pt x="1307967" y="787605"/>
                </a:lnTo>
                <a:moveTo>
                  <a:pt x="1397377" y="797002"/>
                </a:moveTo>
                <a:lnTo>
                  <a:pt x="1383325" y="801817"/>
                </a:lnTo>
                <a:moveTo>
                  <a:pt x="1294532" y="846994"/>
                </a:moveTo>
                <a:lnTo>
                  <a:pt x="1307967" y="787605"/>
                </a:lnTo>
                <a:moveTo>
                  <a:pt x="1369500" y="858817"/>
                </a:moveTo>
                <a:lnTo>
                  <a:pt x="1307967" y="787605"/>
                </a:lnTo>
                <a:moveTo>
                  <a:pt x="1369500" y="858817"/>
                </a:moveTo>
                <a:lnTo>
                  <a:pt x="1383325" y="801817"/>
                </a:lnTo>
                <a:moveTo>
                  <a:pt x="1121522" y="824467"/>
                </a:moveTo>
                <a:lnTo>
                  <a:pt x="1067972" y="807077"/>
                </a:lnTo>
                <a:moveTo>
                  <a:pt x="1397377" y="797002"/>
                </a:moveTo>
                <a:lnTo>
                  <a:pt x="1369500" y="858817"/>
                </a:lnTo>
                <a:moveTo>
                  <a:pt x="1369193" y="860075"/>
                </a:moveTo>
                <a:lnTo>
                  <a:pt x="1397377" y="797002"/>
                </a:lnTo>
                <a:moveTo>
                  <a:pt x="2341353" y="626220"/>
                </a:moveTo>
                <a:lnTo>
                  <a:pt x="2337924" y="627380"/>
                </a:lnTo>
                <a:moveTo>
                  <a:pt x="1456701" y="780454"/>
                </a:moveTo>
                <a:lnTo>
                  <a:pt x="1397377" y="797002"/>
                </a:lnTo>
                <a:moveTo>
                  <a:pt x="1294018" y="849181"/>
                </a:moveTo>
                <a:lnTo>
                  <a:pt x="1294532" y="846994"/>
                </a:lnTo>
                <a:moveTo>
                  <a:pt x="1121840" y="891817"/>
                </a:moveTo>
                <a:lnTo>
                  <a:pt x="1121522" y="824467"/>
                </a:lnTo>
                <a:moveTo>
                  <a:pt x="1294018" y="849181"/>
                </a:moveTo>
                <a:lnTo>
                  <a:pt x="1293713" y="850886"/>
                </a:lnTo>
                <a:moveTo>
                  <a:pt x="1369500" y="858817"/>
                </a:moveTo>
                <a:lnTo>
                  <a:pt x="1294532" y="846994"/>
                </a:lnTo>
                <a:moveTo>
                  <a:pt x="1369500" y="858817"/>
                </a:moveTo>
                <a:lnTo>
                  <a:pt x="1294018" y="849181"/>
                </a:lnTo>
                <a:moveTo>
                  <a:pt x="1369193" y="860075"/>
                </a:moveTo>
                <a:lnTo>
                  <a:pt x="1294018" y="849181"/>
                </a:lnTo>
                <a:moveTo>
                  <a:pt x="1121840" y="891817"/>
                </a:moveTo>
                <a:lnTo>
                  <a:pt x="1067972" y="807077"/>
                </a:lnTo>
                <a:moveTo>
                  <a:pt x="1369193" y="860075"/>
                </a:moveTo>
                <a:lnTo>
                  <a:pt x="1293713" y="850886"/>
                </a:lnTo>
                <a:moveTo>
                  <a:pt x="2324300" y="694773"/>
                </a:moveTo>
                <a:lnTo>
                  <a:pt x="2337924" y="627380"/>
                </a:lnTo>
                <a:moveTo>
                  <a:pt x="1366925" y="871059"/>
                </a:moveTo>
                <a:lnTo>
                  <a:pt x="1293713" y="850886"/>
                </a:lnTo>
                <a:moveTo>
                  <a:pt x="2341353" y="626220"/>
                </a:moveTo>
                <a:lnTo>
                  <a:pt x="2324300" y="694773"/>
                </a:lnTo>
                <a:moveTo>
                  <a:pt x="1369193" y="860075"/>
                </a:moveTo>
                <a:lnTo>
                  <a:pt x="1369500" y="858817"/>
                </a:lnTo>
                <a:moveTo>
                  <a:pt x="1366925" y="871059"/>
                </a:moveTo>
                <a:lnTo>
                  <a:pt x="1369193" y="860075"/>
                </a:lnTo>
                <a:moveTo>
                  <a:pt x="2329577" y="691824"/>
                </a:moveTo>
                <a:lnTo>
                  <a:pt x="2341353" y="626220"/>
                </a:lnTo>
                <a:moveTo>
                  <a:pt x="1067972" y="807077"/>
                </a:moveTo>
                <a:lnTo>
                  <a:pt x="1010238" y="770499"/>
                </a:lnTo>
                <a:moveTo>
                  <a:pt x="1293713" y="850886"/>
                </a:moveTo>
                <a:lnTo>
                  <a:pt x="1280566" y="919645"/>
                </a:lnTo>
                <a:moveTo>
                  <a:pt x="1456701" y="780454"/>
                </a:moveTo>
                <a:lnTo>
                  <a:pt x="1369193" y="860075"/>
                </a:lnTo>
                <a:moveTo>
                  <a:pt x="1053627" y="861543"/>
                </a:moveTo>
                <a:lnTo>
                  <a:pt x="1067972" y="807077"/>
                </a:lnTo>
                <a:moveTo>
                  <a:pt x="1355491" y="926071"/>
                </a:moveTo>
                <a:lnTo>
                  <a:pt x="1293713" y="850886"/>
                </a:lnTo>
                <a:moveTo>
                  <a:pt x="1280566" y="919645"/>
                </a:moveTo>
                <a:lnTo>
                  <a:pt x="1205394" y="908793"/>
                </a:lnTo>
                <a:moveTo>
                  <a:pt x="2350944" y="589709"/>
                </a:moveTo>
                <a:lnTo>
                  <a:pt x="2341353" y="626220"/>
                </a:lnTo>
                <a:moveTo>
                  <a:pt x="2329577" y="691824"/>
                </a:moveTo>
                <a:lnTo>
                  <a:pt x="2324300" y="694773"/>
                </a:lnTo>
                <a:moveTo>
                  <a:pt x="1366925" y="871059"/>
                </a:moveTo>
                <a:lnTo>
                  <a:pt x="1355491" y="926071"/>
                </a:lnTo>
                <a:moveTo>
                  <a:pt x="1357327" y="925827"/>
                </a:moveTo>
                <a:lnTo>
                  <a:pt x="1366925" y="871059"/>
                </a:lnTo>
                <a:moveTo>
                  <a:pt x="1067972" y="807077"/>
                </a:moveTo>
                <a:lnTo>
                  <a:pt x="1022846" y="839624"/>
                </a:lnTo>
                <a:moveTo>
                  <a:pt x="1121840" y="891817"/>
                </a:moveTo>
                <a:lnTo>
                  <a:pt x="1053627" y="861543"/>
                </a:lnTo>
                <a:moveTo>
                  <a:pt x="2317924" y="720354"/>
                </a:moveTo>
                <a:lnTo>
                  <a:pt x="2324300" y="694773"/>
                </a:lnTo>
                <a:moveTo>
                  <a:pt x="1267246" y="992494"/>
                </a:moveTo>
                <a:lnTo>
                  <a:pt x="1205394" y="908793"/>
                </a:lnTo>
                <a:moveTo>
                  <a:pt x="1355491" y="926071"/>
                </a:moveTo>
                <a:lnTo>
                  <a:pt x="1280566" y="919645"/>
                </a:lnTo>
                <a:moveTo>
                  <a:pt x="1488955" y="772332"/>
                </a:moveTo>
                <a:lnTo>
                  <a:pt x="1456701" y="780454"/>
                </a:lnTo>
                <a:moveTo>
                  <a:pt x="2329577" y="691824"/>
                </a:moveTo>
                <a:lnTo>
                  <a:pt x="2317924" y="720354"/>
                </a:lnTo>
                <a:moveTo>
                  <a:pt x="1267246" y="992494"/>
                </a:moveTo>
                <a:lnTo>
                  <a:pt x="1280566" y="919645"/>
                </a:lnTo>
                <a:moveTo>
                  <a:pt x="1442477" y="837075"/>
                </a:moveTo>
                <a:lnTo>
                  <a:pt x="1369193" y="860075"/>
                </a:lnTo>
                <a:moveTo>
                  <a:pt x="1357327" y="925827"/>
                </a:moveTo>
                <a:lnTo>
                  <a:pt x="1355491" y="926071"/>
                </a:lnTo>
                <a:moveTo>
                  <a:pt x="2345182" y="656182"/>
                </a:moveTo>
                <a:lnTo>
                  <a:pt x="2341353" y="626220"/>
                </a:lnTo>
                <a:moveTo>
                  <a:pt x="1442477" y="837075"/>
                </a:moveTo>
                <a:lnTo>
                  <a:pt x="1456701" y="780454"/>
                </a:lnTo>
                <a:moveTo>
                  <a:pt x="1429284" y="912198"/>
                </a:moveTo>
                <a:lnTo>
                  <a:pt x="1369193" y="860075"/>
                </a:lnTo>
                <a:moveTo>
                  <a:pt x="1022846" y="839624"/>
                </a:moveTo>
                <a:lnTo>
                  <a:pt x="1010238" y="770499"/>
                </a:lnTo>
                <a:moveTo>
                  <a:pt x="1341802" y="992295"/>
                </a:moveTo>
                <a:lnTo>
                  <a:pt x="1280566" y="919645"/>
                </a:lnTo>
                <a:moveTo>
                  <a:pt x="1429284" y="912198"/>
                </a:moveTo>
                <a:lnTo>
                  <a:pt x="1366925" y="871059"/>
                </a:lnTo>
                <a:moveTo>
                  <a:pt x="989707" y="740734"/>
                </a:moveTo>
                <a:lnTo>
                  <a:pt x="1010238" y="770499"/>
                </a:lnTo>
                <a:moveTo>
                  <a:pt x="2317924" y="720354"/>
                </a:moveTo>
                <a:lnTo>
                  <a:pt x="2300995" y="755001"/>
                </a:lnTo>
                <a:moveTo>
                  <a:pt x="1053627" y="861543"/>
                </a:moveTo>
                <a:lnTo>
                  <a:pt x="1022846" y="839624"/>
                </a:lnTo>
                <a:moveTo>
                  <a:pt x="1341802" y="992295"/>
                </a:moveTo>
                <a:lnTo>
                  <a:pt x="1355491" y="926071"/>
                </a:lnTo>
                <a:moveTo>
                  <a:pt x="1488955" y="772332"/>
                </a:moveTo>
                <a:lnTo>
                  <a:pt x="1442477" y="837075"/>
                </a:lnTo>
                <a:moveTo>
                  <a:pt x="1357327" y="925827"/>
                </a:moveTo>
                <a:lnTo>
                  <a:pt x="1341802" y="992295"/>
                </a:lnTo>
                <a:moveTo>
                  <a:pt x="2345182" y="656182"/>
                </a:moveTo>
                <a:lnTo>
                  <a:pt x="2329577" y="691824"/>
                </a:lnTo>
                <a:moveTo>
                  <a:pt x="1346737" y="991602"/>
                </a:moveTo>
                <a:lnTo>
                  <a:pt x="1357327" y="925827"/>
                </a:lnTo>
                <a:moveTo>
                  <a:pt x="1341802" y="992295"/>
                </a:moveTo>
                <a:lnTo>
                  <a:pt x="1267246" y="992494"/>
                </a:lnTo>
                <a:moveTo>
                  <a:pt x="1453490" y="834515"/>
                </a:moveTo>
                <a:lnTo>
                  <a:pt x="1488955" y="772332"/>
                </a:lnTo>
                <a:moveTo>
                  <a:pt x="1039525" y="920351"/>
                </a:moveTo>
                <a:lnTo>
                  <a:pt x="1053627" y="861543"/>
                </a:lnTo>
                <a:moveTo>
                  <a:pt x="1429284" y="912198"/>
                </a:moveTo>
                <a:lnTo>
                  <a:pt x="1357327" y="925827"/>
                </a:lnTo>
                <a:moveTo>
                  <a:pt x="2315278" y="684609"/>
                </a:moveTo>
                <a:lnTo>
                  <a:pt x="2329577" y="691824"/>
                </a:lnTo>
                <a:moveTo>
                  <a:pt x="2334873" y="572628"/>
                </a:moveTo>
                <a:lnTo>
                  <a:pt x="2350944" y="589709"/>
                </a:lnTo>
                <a:moveTo>
                  <a:pt x="2345182" y="656182"/>
                </a:moveTo>
                <a:lnTo>
                  <a:pt x="2350944" y="589709"/>
                </a:lnTo>
                <a:moveTo>
                  <a:pt x="1053627" y="861543"/>
                </a:moveTo>
                <a:lnTo>
                  <a:pt x="1026989" y="907527"/>
                </a:lnTo>
                <a:moveTo>
                  <a:pt x="2315278" y="684609"/>
                </a:moveTo>
                <a:lnTo>
                  <a:pt x="2317924" y="720354"/>
                </a:lnTo>
                <a:moveTo>
                  <a:pt x="1453490" y="834515"/>
                </a:moveTo>
                <a:lnTo>
                  <a:pt x="1442477" y="837075"/>
                </a:lnTo>
                <a:moveTo>
                  <a:pt x="1346737" y="991602"/>
                </a:moveTo>
                <a:lnTo>
                  <a:pt x="1341802" y="992295"/>
                </a:lnTo>
                <a:moveTo>
                  <a:pt x="2257595" y="816037"/>
                </a:moveTo>
                <a:lnTo>
                  <a:pt x="2300995" y="755001"/>
                </a:lnTo>
                <a:moveTo>
                  <a:pt x="997278" y="798036"/>
                </a:moveTo>
                <a:lnTo>
                  <a:pt x="1010238" y="770499"/>
                </a:lnTo>
                <a:moveTo>
                  <a:pt x="1338937" y="1004122"/>
                </a:moveTo>
                <a:lnTo>
                  <a:pt x="1341802" y="992295"/>
                </a:lnTo>
                <a:moveTo>
                  <a:pt x="1415792" y="981960"/>
                </a:moveTo>
                <a:lnTo>
                  <a:pt x="1357327" y="925827"/>
                </a:lnTo>
                <a:moveTo>
                  <a:pt x="1429284" y="912198"/>
                </a:moveTo>
                <a:lnTo>
                  <a:pt x="1442477" y="837075"/>
                </a:lnTo>
                <a:moveTo>
                  <a:pt x="1346737" y="991602"/>
                </a:moveTo>
                <a:lnTo>
                  <a:pt x="1338937" y="1004122"/>
                </a:lnTo>
                <a:moveTo>
                  <a:pt x="1368971" y="717108"/>
                </a:moveTo>
                <a:lnTo>
                  <a:pt x="1304173" y="719537"/>
                </a:lnTo>
                <a:moveTo>
                  <a:pt x="1290675" y="789203"/>
                </a:moveTo>
                <a:lnTo>
                  <a:pt x="1304173" y="719537"/>
                </a:lnTo>
                <a:moveTo>
                  <a:pt x="1441863" y="826058"/>
                </a:moveTo>
                <a:lnTo>
                  <a:pt x="1453490" y="834515"/>
                </a:lnTo>
                <a:moveTo>
                  <a:pt x="2315278" y="684609"/>
                </a:moveTo>
                <a:lnTo>
                  <a:pt x="2300995" y="755001"/>
                </a:lnTo>
                <a:moveTo>
                  <a:pt x="1453490" y="834515"/>
                </a:moveTo>
                <a:lnTo>
                  <a:pt x="1429284" y="912198"/>
                </a:lnTo>
                <a:moveTo>
                  <a:pt x="2345182" y="656182"/>
                </a:moveTo>
                <a:lnTo>
                  <a:pt x="2334873" y="572628"/>
                </a:lnTo>
                <a:moveTo>
                  <a:pt x="1026989" y="907527"/>
                </a:moveTo>
                <a:lnTo>
                  <a:pt x="1022846" y="839624"/>
                </a:lnTo>
                <a:moveTo>
                  <a:pt x="984128" y="753106"/>
                </a:moveTo>
                <a:lnTo>
                  <a:pt x="989707" y="740734"/>
                </a:lnTo>
                <a:moveTo>
                  <a:pt x="2192717" y="634162"/>
                </a:moveTo>
                <a:lnTo>
                  <a:pt x="2170607" y="612957"/>
                </a:lnTo>
                <a:moveTo>
                  <a:pt x="2223470" y="533403"/>
                </a:moveTo>
                <a:lnTo>
                  <a:pt x="2192717" y="634162"/>
                </a:lnTo>
                <a:moveTo>
                  <a:pt x="1365631" y="796169"/>
                </a:moveTo>
                <a:lnTo>
                  <a:pt x="1304173" y="719537"/>
                </a:lnTo>
                <a:moveTo>
                  <a:pt x="2285096" y="714809"/>
                </a:moveTo>
                <a:lnTo>
                  <a:pt x="2300995" y="755001"/>
                </a:lnTo>
                <a:moveTo>
                  <a:pt x="2196749" y="702049"/>
                </a:moveTo>
                <a:lnTo>
                  <a:pt x="2192717" y="634162"/>
                </a:lnTo>
                <a:moveTo>
                  <a:pt x="1441863" y="826058"/>
                </a:moveTo>
                <a:lnTo>
                  <a:pt x="1376854" y="727201"/>
                </a:lnTo>
                <a:moveTo>
                  <a:pt x="2334873" y="572628"/>
                </a:moveTo>
                <a:lnTo>
                  <a:pt x="2315125" y="546640"/>
                </a:lnTo>
                <a:moveTo>
                  <a:pt x="1449993" y="747723"/>
                </a:moveTo>
                <a:lnTo>
                  <a:pt x="1453490" y="834515"/>
                </a:lnTo>
                <a:moveTo>
                  <a:pt x="1338937" y="1004122"/>
                </a:moveTo>
                <a:lnTo>
                  <a:pt x="1301678" y="1052399"/>
                </a:lnTo>
                <a:moveTo>
                  <a:pt x="1039525" y="920351"/>
                </a:moveTo>
                <a:lnTo>
                  <a:pt x="1026989" y="907527"/>
                </a:lnTo>
                <a:moveTo>
                  <a:pt x="1378583" y="716737"/>
                </a:moveTo>
                <a:lnTo>
                  <a:pt x="1368971" y="717108"/>
                </a:lnTo>
                <a:moveTo>
                  <a:pt x="2175565" y="564027"/>
                </a:moveTo>
                <a:lnTo>
                  <a:pt x="2192717" y="634162"/>
                </a:lnTo>
                <a:moveTo>
                  <a:pt x="1415792" y="981960"/>
                </a:moveTo>
                <a:lnTo>
                  <a:pt x="1346737" y="991602"/>
                </a:lnTo>
                <a:moveTo>
                  <a:pt x="997278" y="798036"/>
                </a:moveTo>
                <a:lnTo>
                  <a:pt x="1022846" y="839624"/>
                </a:lnTo>
                <a:moveTo>
                  <a:pt x="1376854" y="727201"/>
                </a:moveTo>
                <a:lnTo>
                  <a:pt x="1368971" y="717108"/>
                </a:lnTo>
                <a:moveTo>
                  <a:pt x="2345182" y="656182"/>
                </a:moveTo>
                <a:lnTo>
                  <a:pt x="2315278" y="684609"/>
                </a:lnTo>
                <a:moveTo>
                  <a:pt x="1498225" y="908280"/>
                </a:moveTo>
                <a:lnTo>
                  <a:pt x="1453490" y="834515"/>
                </a:lnTo>
                <a:moveTo>
                  <a:pt x="1441863" y="826058"/>
                </a:moveTo>
                <a:lnTo>
                  <a:pt x="1365631" y="796169"/>
                </a:lnTo>
                <a:moveTo>
                  <a:pt x="1376854" y="727201"/>
                </a:moveTo>
                <a:lnTo>
                  <a:pt x="1378583" y="716737"/>
                </a:lnTo>
                <a:moveTo>
                  <a:pt x="997278" y="798036"/>
                </a:moveTo>
                <a:lnTo>
                  <a:pt x="989707" y="740734"/>
                </a:lnTo>
                <a:moveTo>
                  <a:pt x="2320798" y="631937"/>
                </a:moveTo>
                <a:lnTo>
                  <a:pt x="2334873" y="572628"/>
                </a:lnTo>
                <a:moveTo>
                  <a:pt x="1290675" y="789203"/>
                </a:moveTo>
                <a:lnTo>
                  <a:pt x="1214922" y="767909"/>
                </a:lnTo>
                <a:moveTo>
                  <a:pt x="1449993" y="747723"/>
                </a:moveTo>
                <a:lnTo>
                  <a:pt x="1441863" y="826058"/>
                </a:lnTo>
                <a:moveTo>
                  <a:pt x="1035711" y="924441"/>
                </a:moveTo>
                <a:lnTo>
                  <a:pt x="1039525" y="920351"/>
                </a:lnTo>
                <a:moveTo>
                  <a:pt x="2265266" y="505807"/>
                </a:moveTo>
                <a:lnTo>
                  <a:pt x="2270757" y="448313"/>
                </a:lnTo>
                <a:moveTo>
                  <a:pt x="2220650" y="796621"/>
                </a:moveTo>
                <a:lnTo>
                  <a:pt x="2257595" y="816037"/>
                </a:lnTo>
                <a:moveTo>
                  <a:pt x="2315125" y="546640"/>
                </a:moveTo>
                <a:lnTo>
                  <a:pt x="2265266" y="505807"/>
                </a:lnTo>
                <a:moveTo>
                  <a:pt x="1365631" y="796169"/>
                </a:moveTo>
                <a:lnTo>
                  <a:pt x="1368971" y="717108"/>
                </a:lnTo>
                <a:moveTo>
                  <a:pt x="1415792" y="981960"/>
                </a:moveTo>
                <a:lnTo>
                  <a:pt x="1429284" y="912198"/>
                </a:lnTo>
                <a:moveTo>
                  <a:pt x="1327362" y="1045041"/>
                </a:moveTo>
                <a:lnTo>
                  <a:pt x="1346737" y="991602"/>
                </a:lnTo>
                <a:moveTo>
                  <a:pt x="1365631" y="796169"/>
                </a:moveTo>
                <a:lnTo>
                  <a:pt x="1290675" y="789203"/>
                </a:lnTo>
                <a:moveTo>
                  <a:pt x="1498225" y="908280"/>
                </a:moveTo>
                <a:lnTo>
                  <a:pt x="1429284" y="912198"/>
                </a:lnTo>
                <a:moveTo>
                  <a:pt x="1503313" y="902555"/>
                </a:moveTo>
                <a:lnTo>
                  <a:pt x="1453490" y="834515"/>
                </a:lnTo>
                <a:moveTo>
                  <a:pt x="1376854" y="727201"/>
                </a:moveTo>
                <a:lnTo>
                  <a:pt x="1365631" y="796169"/>
                </a:lnTo>
                <a:moveTo>
                  <a:pt x="1327362" y="1045041"/>
                </a:moveTo>
                <a:lnTo>
                  <a:pt x="1338937" y="1004122"/>
                </a:lnTo>
                <a:moveTo>
                  <a:pt x="2285096" y="714809"/>
                </a:moveTo>
                <a:lnTo>
                  <a:pt x="2257595" y="816037"/>
                </a:lnTo>
                <a:moveTo>
                  <a:pt x="2196749" y="702049"/>
                </a:moveTo>
                <a:lnTo>
                  <a:pt x="2170607" y="612957"/>
                </a:lnTo>
                <a:moveTo>
                  <a:pt x="2345182" y="656182"/>
                </a:moveTo>
                <a:lnTo>
                  <a:pt x="2320798" y="631937"/>
                </a:lnTo>
                <a:moveTo>
                  <a:pt x="1449993" y="747723"/>
                </a:moveTo>
                <a:lnTo>
                  <a:pt x="1376854" y="727201"/>
                </a:lnTo>
                <a:moveTo>
                  <a:pt x="1214922" y="767909"/>
                </a:moveTo>
                <a:lnTo>
                  <a:pt x="1202238" y="760332"/>
                </a:lnTo>
                <a:moveTo>
                  <a:pt x="1035711" y="924441"/>
                </a:moveTo>
                <a:lnTo>
                  <a:pt x="1026989" y="907527"/>
                </a:lnTo>
                <a:moveTo>
                  <a:pt x="2175565" y="564027"/>
                </a:moveTo>
                <a:lnTo>
                  <a:pt x="2170607" y="612957"/>
                </a:lnTo>
                <a:moveTo>
                  <a:pt x="2223470" y="533403"/>
                </a:moveTo>
                <a:lnTo>
                  <a:pt x="2182597" y="516250"/>
                </a:lnTo>
                <a:moveTo>
                  <a:pt x="2227259" y="734828"/>
                </a:moveTo>
                <a:lnTo>
                  <a:pt x="2257595" y="816037"/>
                </a:lnTo>
                <a:moveTo>
                  <a:pt x="2223470" y="533403"/>
                </a:moveTo>
                <a:lnTo>
                  <a:pt x="2175565" y="564027"/>
                </a:lnTo>
                <a:moveTo>
                  <a:pt x="2220650" y="796621"/>
                </a:moveTo>
                <a:lnTo>
                  <a:pt x="2196749" y="702049"/>
                </a:lnTo>
                <a:moveTo>
                  <a:pt x="1490601" y="986299"/>
                </a:moveTo>
                <a:lnTo>
                  <a:pt x="1429284" y="912198"/>
                </a:lnTo>
                <a:moveTo>
                  <a:pt x="2315278" y="684609"/>
                </a:moveTo>
                <a:lnTo>
                  <a:pt x="2285096" y="714809"/>
                </a:lnTo>
                <a:moveTo>
                  <a:pt x="2334873" y="572628"/>
                </a:moveTo>
                <a:lnTo>
                  <a:pt x="2307640" y="612864"/>
                </a:lnTo>
                <a:moveTo>
                  <a:pt x="2298230" y="439000"/>
                </a:moveTo>
                <a:lnTo>
                  <a:pt x="2265266" y="505807"/>
                </a:lnTo>
                <a:moveTo>
                  <a:pt x="2315278" y="684609"/>
                </a:moveTo>
                <a:lnTo>
                  <a:pt x="2320798" y="631937"/>
                </a:lnTo>
                <a:moveTo>
                  <a:pt x="997278" y="798036"/>
                </a:moveTo>
                <a:lnTo>
                  <a:pt x="984128" y="753106"/>
                </a:lnTo>
                <a:moveTo>
                  <a:pt x="1055198" y="978906"/>
                </a:moveTo>
                <a:lnTo>
                  <a:pt x="1039525" y="920351"/>
                </a:lnTo>
                <a:moveTo>
                  <a:pt x="1009527" y="867109"/>
                </a:moveTo>
                <a:lnTo>
                  <a:pt x="1022846" y="839624"/>
                </a:lnTo>
                <a:moveTo>
                  <a:pt x="2170607" y="612957"/>
                </a:moveTo>
                <a:lnTo>
                  <a:pt x="2150239" y="590132"/>
                </a:lnTo>
                <a:moveTo>
                  <a:pt x="1207786" y="794510"/>
                </a:moveTo>
                <a:lnTo>
                  <a:pt x="1214922" y="767909"/>
                </a:lnTo>
                <a:moveTo>
                  <a:pt x="2182597" y="516250"/>
                </a:moveTo>
                <a:lnTo>
                  <a:pt x="2175565" y="564027"/>
                </a:lnTo>
                <a:moveTo>
                  <a:pt x="1327362" y="1045041"/>
                </a:moveTo>
                <a:lnTo>
                  <a:pt x="1301678" y="1052399"/>
                </a:lnTo>
                <a:moveTo>
                  <a:pt x="1301678" y="1052399"/>
                </a:moveTo>
                <a:lnTo>
                  <a:pt x="1241565" y="1098811"/>
                </a:lnTo>
                <a:moveTo>
                  <a:pt x="2227259" y="734828"/>
                </a:moveTo>
                <a:lnTo>
                  <a:pt x="2220650" y="796621"/>
                </a:lnTo>
                <a:moveTo>
                  <a:pt x="2272429" y="423429"/>
                </a:moveTo>
                <a:lnTo>
                  <a:pt x="2270757" y="448313"/>
                </a:lnTo>
                <a:moveTo>
                  <a:pt x="2227259" y="734828"/>
                </a:moveTo>
                <a:lnTo>
                  <a:pt x="2196749" y="702049"/>
                </a:lnTo>
                <a:moveTo>
                  <a:pt x="1502648" y="913959"/>
                </a:moveTo>
                <a:lnTo>
                  <a:pt x="1498225" y="908280"/>
                </a:lnTo>
                <a:moveTo>
                  <a:pt x="2454463" y="739269"/>
                </a:moveTo>
                <a:lnTo>
                  <a:pt x="2454377" y="671952"/>
                </a:lnTo>
                <a:moveTo>
                  <a:pt x="1511034" y="910130"/>
                </a:moveTo>
                <a:lnTo>
                  <a:pt x="1502648" y="913959"/>
                </a:lnTo>
                <a:moveTo>
                  <a:pt x="2320798" y="631937"/>
                </a:moveTo>
                <a:lnTo>
                  <a:pt x="2285096" y="714809"/>
                </a:lnTo>
                <a:moveTo>
                  <a:pt x="1694543" y="936633"/>
                </a:moveTo>
                <a:lnTo>
                  <a:pt x="1685856" y="868074"/>
                </a:lnTo>
                <a:moveTo>
                  <a:pt x="1207786" y="794510"/>
                </a:moveTo>
                <a:lnTo>
                  <a:pt x="1202238" y="760332"/>
                </a:lnTo>
                <a:moveTo>
                  <a:pt x="1415792" y="981960"/>
                </a:moveTo>
                <a:lnTo>
                  <a:pt x="1327362" y="1045041"/>
                </a:lnTo>
                <a:moveTo>
                  <a:pt x="1276277" y="842702"/>
                </a:moveTo>
                <a:lnTo>
                  <a:pt x="1290675" y="789203"/>
                </a:lnTo>
                <a:moveTo>
                  <a:pt x="1503313" y="902555"/>
                </a:moveTo>
                <a:lnTo>
                  <a:pt x="1498225" y="908280"/>
                </a:lnTo>
                <a:moveTo>
                  <a:pt x="2298230" y="439000"/>
                </a:moveTo>
                <a:lnTo>
                  <a:pt x="2270757" y="448313"/>
                </a:lnTo>
                <a:moveTo>
                  <a:pt x="1505109" y="853932"/>
                </a:moveTo>
                <a:lnTo>
                  <a:pt x="1453490" y="834515"/>
                </a:lnTo>
                <a:moveTo>
                  <a:pt x="1511034" y="910130"/>
                </a:moveTo>
                <a:lnTo>
                  <a:pt x="1503313" y="902555"/>
                </a:lnTo>
                <a:moveTo>
                  <a:pt x="2285096" y="714809"/>
                </a:moveTo>
                <a:lnTo>
                  <a:pt x="2227259" y="734828"/>
                </a:lnTo>
                <a:moveTo>
                  <a:pt x="2175565" y="564027"/>
                </a:moveTo>
                <a:lnTo>
                  <a:pt x="2150239" y="590132"/>
                </a:lnTo>
                <a:moveTo>
                  <a:pt x="2298230" y="439000"/>
                </a:moveTo>
                <a:lnTo>
                  <a:pt x="2315125" y="546640"/>
                </a:lnTo>
                <a:moveTo>
                  <a:pt x="1490601" y="986299"/>
                </a:moveTo>
                <a:lnTo>
                  <a:pt x="1415792" y="981960"/>
                </a:lnTo>
                <a:moveTo>
                  <a:pt x="1503313" y="902555"/>
                </a:moveTo>
                <a:lnTo>
                  <a:pt x="1502648" y="913959"/>
                </a:lnTo>
                <a:moveTo>
                  <a:pt x="2156368" y="669314"/>
                </a:moveTo>
                <a:lnTo>
                  <a:pt x="2170607" y="612957"/>
                </a:lnTo>
                <a:moveTo>
                  <a:pt x="1490601" y="986299"/>
                </a:moveTo>
                <a:lnTo>
                  <a:pt x="1498225" y="908280"/>
                </a:lnTo>
                <a:moveTo>
                  <a:pt x="1276277" y="842702"/>
                </a:moveTo>
                <a:lnTo>
                  <a:pt x="1214922" y="767909"/>
                </a:lnTo>
                <a:moveTo>
                  <a:pt x="1502648" y="913959"/>
                </a:moveTo>
                <a:lnTo>
                  <a:pt x="1490601" y="986299"/>
                </a:lnTo>
                <a:moveTo>
                  <a:pt x="1055198" y="978906"/>
                </a:moveTo>
                <a:lnTo>
                  <a:pt x="1035711" y="924441"/>
                </a:lnTo>
                <a:moveTo>
                  <a:pt x="1243266" y="833562"/>
                </a:moveTo>
                <a:lnTo>
                  <a:pt x="1214922" y="767909"/>
                </a:lnTo>
                <a:moveTo>
                  <a:pt x="1138063" y="726786"/>
                </a:moveTo>
                <a:lnTo>
                  <a:pt x="1202238" y="760332"/>
                </a:lnTo>
                <a:moveTo>
                  <a:pt x="1032560" y="697931"/>
                </a:moveTo>
                <a:lnTo>
                  <a:pt x="984128" y="753106"/>
                </a:lnTo>
                <a:moveTo>
                  <a:pt x="1351264" y="850243"/>
                </a:moveTo>
                <a:lnTo>
                  <a:pt x="1290675" y="789203"/>
                </a:lnTo>
                <a:moveTo>
                  <a:pt x="1426422" y="860845"/>
                </a:moveTo>
                <a:lnTo>
                  <a:pt x="1441863" y="826058"/>
                </a:lnTo>
                <a:moveTo>
                  <a:pt x="1163862" y="1099113"/>
                </a:moveTo>
                <a:lnTo>
                  <a:pt x="1164220" y="1098285"/>
                </a:lnTo>
                <a:moveTo>
                  <a:pt x="1505109" y="853932"/>
                </a:moveTo>
                <a:lnTo>
                  <a:pt x="1441863" y="826058"/>
                </a:lnTo>
                <a:moveTo>
                  <a:pt x="1241565" y="1098811"/>
                </a:moveTo>
                <a:lnTo>
                  <a:pt x="1164220" y="1098285"/>
                </a:lnTo>
                <a:moveTo>
                  <a:pt x="1430559" y="860612"/>
                </a:moveTo>
                <a:lnTo>
                  <a:pt x="1441863" y="826058"/>
                </a:lnTo>
                <a:moveTo>
                  <a:pt x="2156368" y="669314"/>
                </a:moveTo>
                <a:lnTo>
                  <a:pt x="2196749" y="702049"/>
                </a:lnTo>
                <a:moveTo>
                  <a:pt x="1241565" y="1098811"/>
                </a:moveTo>
                <a:lnTo>
                  <a:pt x="1163862" y="1099113"/>
                </a:lnTo>
                <a:moveTo>
                  <a:pt x="2307640" y="612864"/>
                </a:moveTo>
                <a:lnTo>
                  <a:pt x="2315125" y="546640"/>
                </a:lnTo>
                <a:moveTo>
                  <a:pt x="2408519" y="627433"/>
                </a:moveTo>
                <a:lnTo>
                  <a:pt x="2454377" y="671952"/>
                </a:lnTo>
                <a:moveTo>
                  <a:pt x="2298230" y="439000"/>
                </a:moveTo>
                <a:lnTo>
                  <a:pt x="2272429" y="423429"/>
                </a:lnTo>
                <a:moveTo>
                  <a:pt x="1674338" y="828515"/>
                </a:moveTo>
                <a:lnTo>
                  <a:pt x="1685856" y="868074"/>
                </a:lnTo>
                <a:moveTo>
                  <a:pt x="1009527" y="867109"/>
                </a:moveTo>
                <a:lnTo>
                  <a:pt x="1026989" y="907527"/>
                </a:lnTo>
                <a:moveTo>
                  <a:pt x="2170607" y="612957"/>
                </a:moveTo>
                <a:lnTo>
                  <a:pt x="2143098" y="656405"/>
                </a:lnTo>
                <a:moveTo>
                  <a:pt x="2307640" y="612864"/>
                </a:moveTo>
                <a:lnTo>
                  <a:pt x="2285096" y="714809"/>
                </a:lnTo>
                <a:moveTo>
                  <a:pt x="2320798" y="631937"/>
                </a:moveTo>
                <a:lnTo>
                  <a:pt x="2307640" y="612864"/>
                </a:lnTo>
                <a:moveTo>
                  <a:pt x="1238202" y="1095055"/>
                </a:moveTo>
                <a:lnTo>
                  <a:pt x="1301678" y="1052399"/>
                </a:lnTo>
                <a:moveTo>
                  <a:pt x="1351264" y="850243"/>
                </a:moveTo>
                <a:lnTo>
                  <a:pt x="1365631" y="796169"/>
                </a:lnTo>
                <a:moveTo>
                  <a:pt x="2458667" y="741662"/>
                </a:moveTo>
                <a:lnTo>
                  <a:pt x="2454463" y="739269"/>
                </a:lnTo>
                <a:moveTo>
                  <a:pt x="1207786" y="794510"/>
                </a:moveTo>
                <a:lnTo>
                  <a:pt x="1138063" y="726786"/>
                </a:lnTo>
                <a:moveTo>
                  <a:pt x="1035711" y="924441"/>
                </a:moveTo>
                <a:lnTo>
                  <a:pt x="1009527" y="867109"/>
                </a:lnTo>
                <a:moveTo>
                  <a:pt x="2457344" y="745678"/>
                </a:moveTo>
                <a:lnTo>
                  <a:pt x="2458667" y="741662"/>
                </a:lnTo>
                <a:moveTo>
                  <a:pt x="2227259" y="734828"/>
                </a:moveTo>
                <a:lnTo>
                  <a:pt x="2156368" y="669314"/>
                </a:lnTo>
                <a:moveTo>
                  <a:pt x="2457344" y="745678"/>
                </a:moveTo>
                <a:lnTo>
                  <a:pt x="2454463" y="739269"/>
                </a:lnTo>
                <a:moveTo>
                  <a:pt x="1426422" y="860845"/>
                </a:moveTo>
                <a:lnTo>
                  <a:pt x="1365631" y="796169"/>
                </a:lnTo>
                <a:moveTo>
                  <a:pt x="1032560" y="697931"/>
                </a:moveTo>
                <a:lnTo>
                  <a:pt x="997278" y="798036"/>
                </a:lnTo>
                <a:moveTo>
                  <a:pt x="1243266" y="833562"/>
                </a:moveTo>
                <a:lnTo>
                  <a:pt x="1207786" y="794510"/>
                </a:lnTo>
                <a:moveTo>
                  <a:pt x="1401385" y="1035301"/>
                </a:moveTo>
                <a:lnTo>
                  <a:pt x="1415792" y="981960"/>
                </a:lnTo>
                <a:moveTo>
                  <a:pt x="1200535" y="821604"/>
                </a:moveTo>
                <a:lnTo>
                  <a:pt x="1207786" y="794510"/>
                </a:lnTo>
                <a:moveTo>
                  <a:pt x="2325663" y="510266"/>
                </a:moveTo>
                <a:lnTo>
                  <a:pt x="2315125" y="546640"/>
                </a:lnTo>
                <a:moveTo>
                  <a:pt x="1476702" y="1048753"/>
                </a:moveTo>
                <a:lnTo>
                  <a:pt x="1415792" y="981960"/>
                </a:lnTo>
                <a:moveTo>
                  <a:pt x="1552780" y="1075875"/>
                </a:moveTo>
                <a:lnTo>
                  <a:pt x="1490601" y="986299"/>
                </a:lnTo>
                <a:moveTo>
                  <a:pt x="1009527" y="867109"/>
                </a:moveTo>
                <a:lnTo>
                  <a:pt x="997278" y="798036"/>
                </a:lnTo>
                <a:moveTo>
                  <a:pt x="1327362" y="1045041"/>
                </a:moveTo>
                <a:lnTo>
                  <a:pt x="1238202" y="1095055"/>
                </a:lnTo>
                <a:moveTo>
                  <a:pt x="1505109" y="853932"/>
                </a:moveTo>
                <a:lnTo>
                  <a:pt x="1511034" y="910130"/>
                </a:lnTo>
                <a:moveTo>
                  <a:pt x="2272429" y="423429"/>
                </a:moveTo>
                <a:lnTo>
                  <a:pt x="2201654" y="343341"/>
                </a:lnTo>
                <a:moveTo>
                  <a:pt x="1238202" y="1095055"/>
                </a:moveTo>
                <a:lnTo>
                  <a:pt x="1163862" y="1099113"/>
                </a:lnTo>
                <a:moveTo>
                  <a:pt x="1238202" y="1095055"/>
                </a:moveTo>
                <a:lnTo>
                  <a:pt x="1241565" y="1098811"/>
                </a:lnTo>
                <a:moveTo>
                  <a:pt x="2404255" y="694122"/>
                </a:moveTo>
                <a:lnTo>
                  <a:pt x="2454377" y="671952"/>
                </a:lnTo>
                <a:moveTo>
                  <a:pt x="2143098" y="656405"/>
                </a:moveTo>
                <a:lnTo>
                  <a:pt x="2150239" y="590132"/>
                </a:lnTo>
                <a:moveTo>
                  <a:pt x="1401385" y="1035301"/>
                </a:moveTo>
                <a:lnTo>
                  <a:pt x="1327362" y="1045041"/>
                </a:lnTo>
                <a:moveTo>
                  <a:pt x="2251968" y="672128"/>
                </a:moveTo>
                <a:lnTo>
                  <a:pt x="2285096" y="714809"/>
                </a:lnTo>
                <a:moveTo>
                  <a:pt x="1505109" y="853932"/>
                </a:moveTo>
                <a:lnTo>
                  <a:pt x="1503313" y="902555"/>
                </a:lnTo>
                <a:moveTo>
                  <a:pt x="1276277" y="842702"/>
                </a:moveTo>
                <a:lnTo>
                  <a:pt x="1243266" y="833562"/>
                </a:lnTo>
                <a:moveTo>
                  <a:pt x="2227259" y="734828"/>
                </a:moveTo>
                <a:lnTo>
                  <a:pt x="2153810" y="667458"/>
                </a:lnTo>
                <a:moveTo>
                  <a:pt x="1200535" y="821604"/>
                </a:moveTo>
                <a:lnTo>
                  <a:pt x="1138063" y="726786"/>
                </a:lnTo>
                <a:moveTo>
                  <a:pt x="2228252" y="681782"/>
                </a:moveTo>
                <a:lnTo>
                  <a:pt x="2285096" y="714809"/>
                </a:lnTo>
                <a:moveTo>
                  <a:pt x="1027374" y="915747"/>
                </a:moveTo>
                <a:lnTo>
                  <a:pt x="1035711" y="924441"/>
                </a:lnTo>
                <a:moveTo>
                  <a:pt x="1696711" y="899050"/>
                </a:moveTo>
                <a:lnTo>
                  <a:pt x="1685856" y="868074"/>
                </a:lnTo>
                <a:moveTo>
                  <a:pt x="1138063" y="726786"/>
                </a:moveTo>
                <a:lnTo>
                  <a:pt x="1068995" y="703193"/>
                </a:lnTo>
                <a:moveTo>
                  <a:pt x="2273876" y="368219"/>
                </a:moveTo>
                <a:lnTo>
                  <a:pt x="2272429" y="423429"/>
                </a:lnTo>
                <a:moveTo>
                  <a:pt x="1476702" y="1048753"/>
                </a:moveTo>
                <a:lnTo>
                  <a:pt x="1490601" y="986299"/>
                </a:lnTo>
                <a:moveTo>
                  <a:pt x="1164220" y="1098285"/>
                </a:moveTo>
                <a:lnTo>
                  <a:pt x="1087030" y="1048698"/>
                </a:lnTo>
                <a:moveTo>
                  <a:pt x="1200535" y="821604"/>
                </a:moveTo>
                <a:lnTo>
                  <a:pt x="1243266" y="833562"/>
                </a:lnTo>
                <a:moveTo>
                  <a:pt x="1164220" y="1098285"/>
                </a:moveTo>
                <a:lnTo>
                  <a:pt x="1089250" y="1051128"/>
                </a:lnTo>
                <a:moveTo>
                  <a:pt x="1351264" y="850243"/>
                </a:moveTo>
                <a:lnTo>
                  <a:pt x="1276277" y="842702"/>
                </a:lnTo>
                <a:moveTo>
                  <a:pt x="2228252" y="681782"/>
                </a:moveTo>
                <a:lnTo>
                  <a:pt x="2227259" y="734828"/>
                </a:lnTo>
                <a:moveTo>
                  <a:pt x="2325663" y="510266"/>
                </a:moveTo>
                <a:lnTo>
                  <a:pt x="2298230" y="439000"/>
                </a:lnTo>
                <a:moveTo>
                  <a:pt x="1163862" y="1099113"/>
                </a:moveTo>
                <a:lnTo>
                  <a:pt x="1089250" y="1051128"/>
                </a:lnTo>
                <a:moveTo>
                  <a:pt x="1272458" y="855284"/>
                </a:moveTo>
                <a:lnTo>
                  <a:pt x="1276277" y="842702"/>
                </a:lnTo>
                <a:moveTo>
                  <a:pt x="1320052" y="1045578"/>
                </a:moveTo>
                <a:lnTo>
                  <a:pt x="1327362" y="1045041"/>
                </a:lnTo>
                <a:moveTo>
                  <a:pt x="1034146" y="937970"/>
                </a:moveTo>
                <a:lnTo>
                  <a:pt x="1035711" y="924441"/>
                </a:lnTo>
                <a:moveTo>
                  <a:pt x="1350256" y="853656"/>
                </a:moveTo>
                <a:lnTo>
                  <a:pt x="1276277" y="842702"/>
                </a:lnTo>
                <a:moveTo>
                  <a:pt x="1397922" y="1043606"/>
                </a:moveTo>
                <a:lnTo>
                  <a:pt x="1327362" y="1045041"/>
                </a:lnTo>
                <a:moveTo>
                  <a:pt x="1708888" y="1006010"/>
                </a:moveTo>
                <a:lnTo>
                  <a:pt x="1694543" y="936633"/>
                </a:lnTo>
                <a:moveTo>
                  <a:pt x="2156368" y="669314"/>
                </a:moveTo>
                <a:lnTo>
                  <a:pt x="2143098" y="656405"/>
                </a:lnTo>
                <a:moveTo>
                  <a:pt x="1272458" y="855284"/>
                </a:moveTo>
                <a:lnTo>
                  <a:pt x="1243266" y="833562"/>
                </a:lnTo>
                <a:moveTo>
                  <a:pt x="1030991" y="765009"/>
                </a:moveTo>
                <a:lnTo>
                  <a:pt x="997278" y="798036"/>
                </a:lnTo>
                <a:moveTo>
                  <a:pt x="1061898" y="698106"/>
                </a:moveTo>
                <a:lnTo>
                  <a:pt x="1032560" y="697931"/>
                </a:lnTo>
                <a:moveTo>
                  <a:pt x="2297208" y="573462"/>
                </a:moveTo>
                <a:lnTo>
                  <a:pt x="2315125" y="546640"/>
                </a:lnTo>
                <a:moveTo>
                  <a:pt x="1272458" y="855284"/>
                </a:moveTo>
                <a:lnTo>
                  <a:pt x="1200535" y="821604"/>
                </a:lnTo>
                <a:moveTo>
                  <a:pt x="2153810" y="667458"/>
                </a:moveTo>
                <a:lnTo>
                  <a:pt x="2156368" y="669314"/>
                </a:lnTo>
                <a:moveTo>
                  <a:pt x="1087030" y="1048698"/>
                </a:moveTo>
                <a:lnTo>
                  <a:pt x="1055198" y="978906"/>
                </a:lnTo>
                <a:moveTo>
                  <a:pt x="1061898" y="698106"/>
                </a:moveTo>
                <a:lnTo>
                  <a:pt x="1068995" y="703193"/>
                </a:lnTo>
                <a:moveTo>
                  <a:pt x="1665417" y="823434"/>
                </a:moveTo>
                <a:lnTo>
                  <a:pt x="1623926" y="821234"/>
                </a:lnTo>
                <a:moveTo>
                  <a:pt x="2251968" y="672128"/>
                </a:moveTo>
                <a:lnTo>
                  <a:pt x="2307640" y="612864"/>
                </a:lnTo>
                <a:moveTo>
                  <a:pt x="1327362" y="1045041"/>
                </a:moveTo>
                <a:lnTo>
                  <a:pt x="1248397" y="1074113"/>
                </a:lnTo>
                <a:moveTo>
                  <a:pt x="2325664" y="405066"/>
                </a:moveTo>
                <a:lnTo>
                  <a:pt x="2272429" y="423429"/>
                </a:lnTo>
                <a:moveTo>
                  <a:pt x="1552780" y="1075875"/>
                </a:moveTo>
                <a:lnTo>
                  <a:pt x="1476702" y="1048753"/>
                </a:lnTo>
                <a:moveTo>
                  <a:pt x="1350256" y="853656"/>
                </a:moveTo>
                <a:lnTo>
                  <a:pt x="1351264" y="850243"/>
                </a:lnTo>
                <a:moveTo>
                  <a:pt x="1665417" y="823434"/>
                </a:moveTo>
                <a:lnTo>
                  <a:pt x="1674338" y="828515"/>
                </a:lnTo>
                <a:moveTo>
                  <a:pt x="1124092" y="787950"/>
                </a:moveTo>
                <a:lnTo>
                  <a:pt x="1138063" y="726786"/>
                </a:lnTo>
                <a:moveTo>
                  <a:pt x="1350256" y="853656"/>
                </a:moveTo>
                <a:lnTo>
                  <a:pt x="1272458" y="855284"/>
                </a:lnTo>
                <a:moveTo>
                  <a:pt x="2404255" y="694122"/>
                </a:moveTo>
                <a:lnTo>
                  <a:pt x="2454463" y="739269"/>
                </a:lnTo>
                <a:moveTo>
                  <a:pt x="1426422" y="860845"/>
                </a:moveTo>
                <a:lnTo>
                  <a:pt x="1351264" y="850243"/>
                </a:lnTo>
                <a:moveTo>
                  <a:pt x="1426174" y="860966"/>
                </a:moveTo>
                <a:lnTo>
                  <a:pt x="1351264" y="850243"/>
                </a:lnTo>
                <a:moveTo>
                  <a:pt x="2325664" y="405066"/>
                </a:moveTo>
                <a:lnTo>
                  <a:pt x="2298230" y="439000"/>
                </a:lnTo>
                <a:moveTo>
                  <a:pt x="2153810" y="667458"/>
                </a:moveTo>
                <a:lnTo>
                  <a:pt x="2143098" y="656405"/>
                </a:lnTo>
                <a:moveTo>
                  <a:pt x="1426174" y="860966"/>
                </a:moveTo>
                <a:lnTo>
                  <a:pt x="1350256" y="853656"/>
                </a:lnTo>
                <a:moveTo>
                  <a:pt x="1138063" y="726786"/>
                </a:moveTo>
                <a:lnTo>
                  <a:pt x="1065617" y="770010"/>
                </a:lnTo>
                <a:moveTo>
                  <a:pt x="1696711" y="899050"/>
                </a:moveTo>
                <a:lnTo>
                  <a:pt x="1694543" y="936633"/>
                </a:lnTo>
                <a:moveTo>
                  <a:pt x="1148522" y="1135718"/>
                </a:moveTo>
                <a:lnTo>
                  <a:pt x="1163862" y="1099113"/>
                </a:lnTo>
                <a:moveTo>
                  <a:pt x="1476702" y="1048753"/>
                </a:moveTo>
                <a:lnTo>
                  <a:pt x="1401385" y="1035301"/>
                </a:lnTo>
                <a:moveTo>
                  <a:pt x="1200535" y="821604"/>
                </a:moveTo>
                <a:lnTo>
                  <a:pt x="1124092" y="787950"/>
                </a:lnTo>
                <a:moveTo>
                  <a:pt x="1430559" y="860612"/>
                </a:moveTo>
                <a:lnTo>
                  <a:pt x="1426422" y="860845"/>
                </a:lnTo>
                <a:moveTo>
                  <a:pt x="1426174" y="860966"/>
                </a:moveTo>
                <a:lnTo>
                  <a:pt x="1426422" y="860845"/>
                </a:lnTo>
                <a:moveTo>
                  <a:pt x="1505109" y="853932"/>
                </a:moveTo>
                <a:lnTo>
                  <a:pt x="1430559" y="860612"/>
                </a:lnTo>
                <a:moveTo>
                  <a:pt x="2273876" y="368219"/>
                </a:moveTo>
                <a:lnTo>
                  <a:pt x="2201654" y="343341"/>
                </a:lnTo>
                <a:moveTo>
                  <a:pt x="1034146" y="937970"/>
                </a:moveTo>
                <a:lnTo>
                  <a:pt x="1055198" y="978906"/>
                </a:lnTo>
                <a:moveTo>
                  <a:pt x="1430559" y="860612"/>
                </a:moveTo>
                <a:lnTo>
                  <a:pt x="1426174" y="860966"/>
                </a:lnTo>
                <a:moveTo>
                  <a:pt x="1030991" y="765009"/>
                </a:moveTo>
                <a:lnTo>
                  <a:pt x="1032560" y="697931"/>
                </a:lnTo>
                <a:moveTo>
                  <a:pt x="1027130" y="831756"/>
                </a:moveTo>
                <a:lnTo>
                  <a:pt x="997278" y="798036"/>
                </a:lnTo>
                <a:moveTo>
                  <a:pt x="2404255" y="694122"/>
                </a:moveTo>
                <a:lnTo>
                  <a:pt x="2408519" y="627433"/>
                </a:lnTo>
                <a:moveTo>
                  <a:pt x="1163862" y="1099113"/>
                </a:moveTo>
                <a:lnTo>
                  <a:pt x="1133982" y="1124893"/>
                </a:lnTo>
                <a:moveTo>
                  <a:pt x="1027374" y="915747"/>
                </a:moveTo>
                <a:lnTo>
                  <a:pt x="1009527" y="867109"/>
                </a:lnTo>
                <a:moveTo>
                  <a:pt x="1065617" y="770010"/>
                </a:moveTo>
                <a:lnTo>
                  <a:pt x="1068995" y="703193"/>
                </a:lnTo>
                <a:moveTo>
                  <a:pt x="2228252" y="681782"/>
                </a:moveTo>
                <a:lnTo>
                  <a:pt x="2153810" y="667458"/>
                </a:lnTo>
                <a:moveTo>
                  <a:pt x="2297208" y="573462"/>
                </a:moveTo>
                <a:lnTo>
                  <a:pt x="2307640" y="612864"/>
                </a:lnTo>
                <a:moveTo>
                  <a:pt x="1397922" y="1043606"/>
                </a:moveTo>
                <a:lnTo>
                  <a:pt x="1401385" y="1035301"/>
                </a:lnTo>
                <a:moveTo>
                  <a:pt x="1065617" y="770010"/>
                </a:moveTo>
                <a:lnTo>
                  <a:pt x="1061898" y="698106"/>
                </a:lnTo>
                <a:moveTo>
                  <a:pt x="2251968" y="672128"/>
                </a:moveTo>
                <a:lnTo>
                  <a:pt x="2228252" y="681782"/>
                </a:lnTo>
                <a:moveTo>
                  <a:pt x="1248397" y="1074113"/>
                </a:moveTo>
                <a:lnTo>
                  <a:pt x="1238202" y="1095055"/>
                </a:lnTo>
                <a:moveTo>
                  <a:pt x="1089250" y="1051128"/>
                </a:moveTo>
                <a:lnTo>
                  <a:pt x="1087030" y="1048698"/>
                </a:lnTo>
                <a:moveTo>
                  <a:pt x="1696711" y="899050"/>
                </a:moveTo>
                <a:lnTo>
                  <a:pt x="1674338" y="828515"/>
                </a:lnTo>
                <a:moveTo>
                  <a:pt x="1086534" y="1049587"/>
                </a:moveTo>
                <a:lnTo>
                  <a:pt x="1087030" y="1048698"/>
                </a:lnTo>
                <a:moveTo>
                  <a:pt x="1089250" y="1051128"/>
                </a:moveTo>
                <a:lnTo>
                  <a:pt x="1086534" y="1049587"/>
                </a:lnTo>
                <a:moveTo>
                  <a:pt x="1234244" y="1085290"/>
                </a:moveTo>
                <a:lnTo>
                  <a:pt x="1238202" y="1095055"/>
                </a:lnTo>
                <a:moveTo>
                  <a:pt x="1500992" y="860910"/>
                </a:moveTo>
                <a:lnTo>
                  <a:pt x="1505109" y="853932"/>
                </a:lnTo>
                <a:moveTo>
                  <a:pt x="1261576" y="890764"/>
                </a:moveTo>
                <a:lnTo>
                  <a:pt x="1200535" y="821604"/>
                </a:lnTo>
                <a:moveTo>
                  <a:pt x="1500992" y="860910"/>
                </a:moveTo>
                <a:lnTo>
                  <a:pt x="1430559" y="860612"/>
                </a:lnTo>
                <a:moveTo>
                  <a:pt x="1709285" y="1036283"/>
                </a:moveTo>
                <a:lnTo>
                  <a:pt x="1708888" y="1006010"/>
                </a:lnTo>
                <a:moveTo>
                  <a:pt x="1238202" y="1095055"/>
                </a:moveTo>
                <a:lnTo>
                  <a:pt x="1148522" y="1135718"/>
                </a:lnTo>
                <a:moveTo>
                  <a:pt x="1047532" y="752189"/>
                </a:moveTo>
                <a:lnTo>
                  <a:pt x="1032560" y="697931"/>
                </a:lnTo>
                <a:moveTo>
                  <a:pt x="2323111" y="472002"/>
                </a:moveTo>
                <a:lnTo>
                  <a:pt x="2298230" y="439000"/>
                </a:lnTo>
                <a:moveTo>
                  <a:pt x="1397922" y="1043606"/>
                </a:moveTo>
                <a:lnTo>
                  <a:pt x="1320052" y="1045578"/>
                </a:lnTo>
                <a:moveTo>
                  <a:pt x="1691061" y="965539"/>
                </a:moveTo>
                <a:lnTo>
                  <a:pt x="1694543" y="936633"/>
                </a:lnTo>
                <a:moveTo>
                  <a:pt x="1261576" y="890764"/>
                </a:moveTo>
                <a:lnTo>
                  <a:pt x="1272458" y="855284"/>
                </a:lnTo>
                <a:moveTo>
                  <a:pt x="1540993" y="1099899"/>
                </a:moveTo>
                <a:lnTo>
                  <a:pt x="1552780" y="1075875"/>
                </a:lnTo>
                <a:moveTo>
                  <a:pt x="1350256" y="853656"/>
                </a:moveTo>
                <a:lnTo>
                  <a:pt x="1261576" y="890764"/>
                </a:lnTo>
                <a:moveTo>
                  <a:pt x="1185776" y="868645"/>
                </a:moveTo>
                <a:lnTo>
                  <a:pt x="1200535" y="821604"/>
                </a:lnTo>
                <a:moveTo>
                  <a:pt x="2325664" y="405066"/>
                </a:moveTo>
                <a:lnTo>
                  <a:pt x="2273876" y="368219"/>
                </a:lnTo>
                <a:moveTo>
                  <a:pt x="1124092" y="787950"/>
                </a:moveTo>
                <a:lnTo>
                  <a:pt x="1065617" y="770010"/>
                </a:lnTo>
                <a:moveTo>
                  <a:pt x="1034011" y="1005255"/>
                </a:moveTo>
                <a:lnTo>
                  <a:pt x="1055198" y="978906"/>
                </a:lnTo>
                <a:moveTo>
                  <a:pt x="1047532" y="752189"/>
                </a:moveTo>
                <a:lnTo>
                  <a:pt x="1061898" y="698106"/>
                </a:lnTo>
                <a:moveTo>
                  <a:pt x="2297208" y="573462"/>
                </a:moveTo>
                <a:lnTo>
                  <a:pt x="2325663" y="510266"/>
                </a:lnTo>
                <a:moveTo>
                  <a:pt x="1465077" y="1092578"/>
                </a:moveTo>
                <a:lnTo>
                  <a:pt x="1401385" y="1035301"/>
                </a:lnTo>
                <a:moveTo>
                  <a:pt x="1320052" y="1045578"/>
                </a:moveTo>
                <a:lnTo>
                  <a:pt x="1248397" y="1074113"/>
                </a:lnTo>
                <a:moveTo>
                  <a:pt x="2254827" y="634645"/>
                </a:moveTo>
                <a:lnTo>
                  <a:pt x="2307640" y="612864"/>
                </a:lnTo>
                <a:moveTo>
                  <a:pt x="1336655" y="899964"/>
                </a:moveTo>
                <a:lnTo>
                  <a:pt x="1350256" y="853656"/>
                </a:lnTo>
                <a:moveTo>
                  <a:pt x="1465077" y="1092578"/>
                </a:moveTo>
                <a:lnTo>
                  <a:pt x="1476702" y="1048753"/>
                </a:lnTo>
                <a:moveTo>
                  <a:pt x="1027130" y="831756"/>
                </a:moveTo>
                <a:lnTo>
                  <a:pt x="1009527" y="867109"/>
                </a:lnTo>
                <a:moveTo>
                  <a:pt x="1034146" y="937970"/>
                </a:moveTo>
                <a:lnTo>
                  <a:pt x="1027374" y="915747"/>
                </a:lnTo>
                <a:moveTo>
                  <a:pt x="1426174" y="860966"/>
                </a:moveTo>
                <a:lnTo>
                  <a:pt x="1336655" y="899964"/>
                </a:lnTo>
                <a:moveTo>
                  <a:pt x="1540993" y="1099899"/>
                </a:moveTo>
                <a:lnTo>
                  <a:pt x="1476702" y="1048753"/>
                </a:lnTo>
                <a:moveTo>
                  <a:pt x="2191043" y="355968"/>
                </a:moveTo>
                <a:lnTo>
                  <a:pt x="2201654" y="343341"/>
                </a:lnTo>
                <a:moveTo>
                  <a:pt x="1465077" y="1092578"/>
                </a:moveTo>
                <a:lnTo>
                  <a:pt x="1397922" y="1043606"/>
                </a:lnTo>
                <a:moveTo>
                  <a:pt x="2141010" y="705594"/>
                </a:moveTo>
                <a:lnTo>
                  <a:pt x="2153810" y="667458"/>
                </a:lnTo>
                <a:moveTo>
                  <a:pt x="1248397" y="1074113"/>
                </a:moveTo>
                <a:lnTo>
                  <a:pt x="1234244" y="1085290"/>
                </a:lnTo>
                <a:moveTo>
                  <a:pt x="1133982" y="1124893"/>
                </a:moveTo>
                <a:lnTo>
                  <a:pt x="1089250" y="1051128"/>
                </a:lnTo>
                <a:moveTo>
                  <a:pt x="1185776" y="868645"/>
                </a:moveTo>
                <a:lnTo>
                  <a:pt x="1124092" y="787950"/>
                </a:lnTo>
                <a:moveTo>
                  <a:pt x="1133982" y="1124893"/>
                </a:moveTo>
                <a:lnTo>
                  <a:pt x="1086534" y="1049587"/>
                </a:lnTo>
                <a:moveTo>
                  <a:pt x="1047532" y="752189"/>
                </a:moveTo>
                <a:lnTo>
                  <a:pt x="1030991" y="765009"/>
                </a:lnTo>
                <a:moveTo>
                  <a:pt x="1320052" y="1045578"/>
                </a:moveTo>
                <a:lnTo>
                  <a:pt x="1324077" y="986116"/>
                </a:lnTo>
                <a:moveTo>
                  <a:pt x="1651439" y="846401"/>
                </a:moveTo>
                <a:lnTo>
                  <a:pt x="1623926" y="821234"/>
                </a:lnTo>
                <a:moveTo>
                  <a:pt x="1114003" y="823807"/>
                </a:moveTo>
                <a:lnTo>
                  <a:pt x="1124092" y="787950"/>
                </a:lnTo>
                <a:moveTo>
                  <a:pt x="2323111" y="472002"/>
                </a:moveTo>
                <a:lnTo>
                  <a:pt x="2325663" y="510266"/>
                </a:lnTo>
                <a:moveTo>
                  <a:pt x="1577957" y="827509"/>
                </a:moveTo>
                <a:lnTo>
                  <a:pt x="1505109" y="853932"/>
                </a:lnTo>
                <a:moveTo>
                  <a:pt x="1248397" y="1074113"/>
                </a:moveTo>
                <a:lnTo>
                  <a:pt x="1236422" y="1063112"/>
                </a:lnTo>
                <a:moveTo>
                  <a:pt x="1047532" y="752189"/>
                </a:moveTo>
                <a:lnTo>
                  <a:pt x="1065617" y="770010"/>
                </a:lnTo>
                <a:moveTo>
                  <a:pt x="1691061" y="965539"/>
                </a:moveTo>
                <a:lnTo>
                  <a:pt x="1708888" y="1006010"/>
                </a:lnTo>
                <a:moveTo>
                  <a:pt x="2273876" y="368219"/>
                </a:moveTo>
                <a:lnTo>
                  <a:pt x="2191043" y="355968"/>
                </a:lnTo>
                <a:moveTo>
                  <a:pt x="1234244" y="1085290"/>
                </a:moveTo>
                <a:lnTo>
                  <a:pt x="1148522" y="1135718"/>
                </a:lnTo>
                <a:moveTo>
                  <a:pt x="1320052" y="1045578"/>
                </a:moveTo>
                <a:lnTo>
                  <a:pt x="1305874" y="977214"/>
                </a:lnTo>
                <a:moveTo>
                  <a:pt x="2254827" y="634645"/>
                </a:moveTo>
                <a:lnTo>
                  <a:pt x="2251968" y="672128"/>
                </a:lnTo>
                <a:moveTo>
                  <a:pt x="1027130" y="831756"/>
                </a:moveTo>
                <a:lnTo>
                  <a:pt x="1030991" y="765009"/>
                </a:lnTo>
                <a:moveTo>
                  <a:pt x="1234244" y="1085290"/>
                </a:moveTo>
                <a:lnTo>
                  <a:pt x="1236422" y="1063112"/>
                </a:lnTo>
                <a:moveTo>
                  <a:pt x="1087030" y="1048698"/>
                </a:moveTo>
                <a:lnTo>
                  <a:pt x="1034011" y="1005255"/>
                </a:lnTo>
                <a:moveTo>
                  <a:pt x="1114003" y="823807"/>
                </a:moveTo>
                <a:lnTo>
                  <a:pt x="1065617" y="770010"/>
                </a:lnTo>
                <a:moveTo>
                  <a:pt x="1658272" y="855603"/>
                </a:moveTo>
                <a:lnTo>
                  <a:pt x="1674338" y="828515"/>
                </a:lnTo>
                <a:moveTo>
                  <a:pt x="1651439" y="846401"/>
                </a:moveTo>
                <a:lnTo>
                  <a:pt x="1665417" y="823434"/>
                </a:lnTo>
                <a:moveTo>
                  <a:pt x="1340626" y="982233"/>
                </a:moveTo>
                <a:lnTo>
                  <a:pt x="1320052" y="1045578"/>
                </a:lnTo>
                <a:moveTo>
                  <a:pt x="2266239" y="367256"/>
                </a:moveTo>
                <a:lnTo>
                  <a:pt x="2273876" y="368219"/>
                </a:lnTo>
                <a:moveTo>
                  <a:pt x="1086534" y="1049587"/>
                </a:moveTo>
                <a:lnTo>
                  <a:pt x="1034011" y="1005255"/>
                </a:lnTo>
                <a:moveTo>
                  <a:pt x="1126884" y="846163"/>
                </a:moveTo>
                <a:lnTo>
                  <a:pt x="1124092" y="787950"/>
                </a:lnTo>
                <a:moveTo>
                  <a:pt x="1017200" y="897626"/>
                </a:moveTo>
                <a:lnTo>
                  <a:pt x="1009527" y="867109"/>
                </a:lnTo>
                <a:moveTo>
                  <a:pt x="1658272" y="855603"/>
                </a:moveTo>
                <a:lnTo>
                  <a:pt x="1665417" y="823434"/>
                </a:lnTo>
                <a:moveTo>
                  <a:pt x="1071892" y="1098705"/>
                </a:moveTo>
                <a:lnTo>
                  <a:pt x="1086534" y="1049587"/>
                </a:lnTo>
                <a:moveTo>
                  <a:pt x="2221080" y="667555"/>
                </a:moveTo>
                <a:lnTo>
                  <a:pt x="2153810" y="667458"/>
                </a:lnTo>
                <a:moveTo>
                  <a:pt x="1709285" y="1036283"/>
                </a:moveTo>
                <a:lnTo>
                  <a:pt x="1691061" y="965539"/>
                </a:lnTo>
                <a:moveTo>
                  <a:pt x="1305874" y="977214"/>
                </a:moveTo>
                <a:lnTo>
                  <a:pt x="1248397" y="1074113"/>
                </a:lnTo>
                <a:moveTo>
                  <a:pt x="1234244" y="1085290"/>
                </a:moveTo>
                <a:lnTo>
                  <a:pt x="1163264" y="1129122"/>
                </a:lnTo>
                <a:moveTo>
                  <a:pt x="1709285" y="1036283"/>
                </a:moveTo>
                <a:lnTo>
                  <a:pt x="1625340" y="1039863"/>
                </a:lnTo>
                <a:moveTo>
                  <a:pt x="1410792" y="892253"/>
                </a:moveTo>
                <a:lnTo>
                  <a:pt x="1430559" y="860612"/>
                </a:lnTo>
                <a:moveTo>
                  <a:pt x="1410792" y="892253"/>
                </a:moveTo>
                <a:lnTo>
                  <a:pt x="1426174" y="860966"/>
                </a:lnTo>
                <a:moveTo>
                  <a:pt x="1261576" y="890764"/>
                </a:moveTo>
                <a:lnTo>
                  <a:pt x="1185776" y="868645"/>
                </a:lnTo>
                <a:moveTo>
                  <a:pt x="1336655" y="899964"/>
                </a:moveTo>
                <a:lnTo>
                  <a:pt x="1261576" y="890764"/>
                </a:lnTo>
                <a:moveTo>
                  <a:pt x="1148522" y="1135718"/>
                </a:moveTo>
                <a:lnTo>
                  <a:pt x="1133982" y="1124893"/>
                </a:lnTo>
                <a:moveTo>
                  <a:pt x="2221080" y="667555"/>
                </a:moveTo>
                <a:lnTo>
                  <a:pt x="2251968" y="672128"/>
                </a:lnTo>
                <a:moveTo>
                  <a:pt x="1163264" y="1129122"/>
                </a:moveTo>
                <a:lnTo>
                  <a:pt x="1148522" y="1135718"/>
                </a:lnTo>
                <a:moveTo>
                  <a:pt x="1577957" y="827509"/>
                </a:moveTo>
                <a:lnTo>
                  <a:pt x="1500992" y="860910"/>
                </a:lnTo>
                <a:moveTo>
                  <a:pt x="1621986" y="1083078"/>
                </a:moveTo>
                <a:lnTo>
                  <a:pt x="1540993" y="1099899"/>
                </a:lnTo>
                <a:moveTo>
                  <a:pt x="1691061" y="965539"/>
                </a:moveTo>
                <a:lnTo>
                  <a:pt x="1696711" y="899050"/>
                </a:lnTo>
                <a:moveTo>
                  <a:pt x="2323111" y="472002"/>
                </a:moveTo>
                <a:lnTo>
                  <a:pt x="2325664" y="405066"/>
                </a:lnTo>
                <a:moveTo>
                  <a:pt x="1540993" y="1099899"/>
                </a:moveTo>
                <a:lnTo>
                  <a:pt x="1465077" y="1092578"/>
                </a:lnTo>
                <a:moveTo>
                  <a:pt x="2221080" y="667555"/>
                </a:moveTo>
                <a:lnTo>
                  <a:pt x="2228252" y="681782"/>
                </a:lnTo>
                <a:moveTo>
                  <a:pt x="1021351" y="906106"/>
                </a:moveTo>
                <a:lnTo>
                  <a:pt x="1027374" y="915747"/>
                </a:lnTo>
                <a:moveTo>
                  <a:pt x="1236422" y="1063112"/>
                </a:moveTo>
                <a:lnTo>
                  <a:pt x="1163264" y="1129122"/>
                </a:lnTo>
                <a:moveTo>
                  <a:pt x="1034011" y="1005255"/>
                </a:moveTo>
                <a:lnTo>
                  <a:pt x="1034146" y="937970"/>
                </a:lnTo>
                <a:moveTo>
                  <a:pt x="1393849" y="1014646"/>
                </a:moveTo>
                <a:lnTo>
                  <a:pt x="1320052" y="1045578"/>
                </a:lnTo>
                <a:moveTo>
                  <a:pt x="1242285" y="998736"/>
                </a:moveTo>
                <a:lnTo>
                  <a:pt x="1248397" y="1074113"/>
                </a:lnTo>
                <a:moveTo>
                  <a:pt x="1393849" y="1014646"/>
                </a:moveTo>
                <a:lnTo>
                  <a:pt x="1397922" y="1043606"/>
                </a:lnTo>
                <a:moveTo>
                  <a:pt x="1114003" y="823807"/>
                </a:moveTo>
                <a:lnTo>
                  <a:pt x="1047532" y="752189"/>
                </a:lnTo>
                <a:moveTo>
                  <a:pt x="2266239" y="367256"/>
                </a:moveTo>
                <a:lnTo>
                  <a:pt x="2325664" y="405066"/>
                </a:lnTo>
                <a:moveTo>
                  <a:pt x="1552392" y="840312"/>
                </a:moveTo>
                <a:lnTo>
                  <a:pt x="1500992" y="860910"/>
                </a:lnTo>
                <a:moveTo>
                  <a:pt x="2286782" y="534060"/>
                </a:moveTo>
                <a:lnTo>
                  <a:pt x="2325663" y="510266"/>
                </a:lnTo>
                <a:moveTo>
                  <a:pt x="1143983" y="1146169"/>
                </a:moveTo>
                <a:lnTo>
                  <a:pt x="1148522" y="1135718"/>
                </a:lnTo>
                <a:moveTo>
                  <a:pt x="2254827" y="634645"/>
                </a:moveTo>
                <a:lnTo>
                  <a:pt x="2297208" y="573462"/>
                </a:lnTo>
                <a:moveTo>
                  <a:pt x="1336655" y="899964"/>
                </a:moveTo>
                <a:lnTo>
                  <a:pt x="1326125" y="968379"/>
                </a:lnTo>
                <a:moveTo>
                  <a:pt x="1462074" y="1098124"/>
                </a:moveTo>
                <a:lnTo>
                  <a:pt x="1465077" y="1092578"/>
                </a:lnTo>
                <a:moveTo>
                  <a:pt x="1326125" y="968379"/>
                </a:moveTo>
                <a:lnTo>
                  <a:pt x="1324077" y="986116"/>
                </a:lnTo>
                <a:moveTo>
                  <a:pt x="1034146" y="937970"/>
                </a:moveTo>
                <a:lnTo>
                  <a:pt x="1021351" y="906106"/>
                </a:lnTo>
                <a:moveTo>
                  <a:pt x="1493773" y="859499"/>
                </a:moveTo>
                <a:lnTo>
                  <a:pt x="1500992" y="860910"/>
                </a:lnTo>
                <a:moveTo>
                  <a:pt x="1027374" y="915747"/>
                </a:moveTo>
                <a:lnTo>
                  <a:pt x="1017200" y="897626"/>
                </a:lnTo>
                <a:moveTo>
                  <a:pt x="1336655" y="899964"/>
                </a:moveTo>
                <a:lnTo>
                  <a:pt x="1305874" y="977214"/>
                </a:lnTo>
                <a:moveTo>
                  <a:pt x="1247954" y="958199"/>
                </a:moveTo>
                <a:lnTo>
                  <a:pt x="1261576" y="890764"/>
                </a:lnTo>
                <a:moveTo>
                  <a:pt x="1621986" y="1083078"/>
                </a:moveTo>
                <a:lnTo>
                  <a:pt x="1625340" y="1039863"/>
                </a:lnTo>
                <a:moveTo>
                  <a:pt x="1242285" y="998736"/>
                </a:moveTo>
                <a:lnTo>
                  <a:pt x="1236422" y="1063112"/>
                </a:lnTo>
                <a:moveTo>
                  <a:pt x="1324077" y="986116"/>
                </a:moveTo>
                <a:lnTo>
                  <a:pt x="1305874" y="977214"/>
                </a:lnTo>
                <a:moveTo>
                  <a:pt x="1500992" y="860910"/>
                </a:moveTo>
                <a:lnTo>
                  <a:pt x="1410792" y="892253"/>
                </a:lnTo>
                <a:moveTo>
                  <a:pt x="1340626" y="982233"/>
                </a:moveTo>
                <a:lnTo>
                  <a:pt x="1336655" y="899964"/>
                </a:lnTo>
                <a:moveTo>
                  <a:pt x="1340626" y="982233"/>
                </a:moveTo>
                <a:lnTo>
                  <a:pt x="1324077" y="986116"/>
                </a:lnTo>
                <a:moveTo>
                  <a:pt x="1143983" y="1146169"/>
                </a:moveTo>
                <a:lnTo>
                  <a:pt x="1133982" y="1124893"/>
                </a:lnTo>
                <a:moveTo>
                  <a:pt x="1326125" y="968379"/>
                </a:moveTo>
                <a:lnTo>
                  <a:pt x="1305874" y="977214"/>
                </a:lnTo>
                <a:moveTo>
                  <a:pt x="1185776" y="868645"/>
                </a:moveTo>
                <a:lnTo>
                  <a:pt x="1126884" y="846163"/>
                </a:lnTo>
                <a:moveTo>
                  <a:pt x="1658272" y="855603"/>
                </a:moveTo>
                <a:lnTo>
                  <a:pt x="1696711" y="899050"/>
                </a:lnTo>
                <a:moveTo>
                  <a:pt x="1163264" y="1129122"/>
                </a:moveTo>
                <a:lnTo>
                  <a:pt x="1143983" y="1146169"/>
                </a:lnTo>
                <a:moveTo>
                  <a:pt x="2141010" y="705594"/>
                </a:moveTo>
                <a:lnTo>
                  <a:pt x="2065570" y="689923"/>
                </a:lnTo>
                <a:moveTo>
                  <a:pt x="1340626" y="982233"/>
                </a:moveTo>
                <a:lnTo>
                  <a:pt x="1326125" y="968379"/>
                </a:lnTo>
                <a:moveTo>
                  <a:pt x="1126884" y="846163"/>
                </a:moveTo>
                <a:lnTo>
                  <a:pt x="1114003" y="823807"/>
                </a:lnTo>
                <a:moveTo>
                  <a:pt x="1247954" y="958199"/>
                </a:moveTo>
                <a:lnTo>
                  <a:pt x="1185776" y="868645"/>
                </a:lnTo>
                <a:moveTo>
                  <a:pt x="1336655" y="899964"/>
                </a:moveTo>
                <a:lnTo>
                  <a:pt x="1247954" y="958199"/>
                </a:lnTo>
                <a:moveTo>
                  <a:pt x="1459167" y="1120677"/>
                </a:moveTo>
                <a:lnTo>
                  <a:pt x="1462074" y="1098124"/>
                </a:lnTo>
                <a:moveTo>
                  <a:pt x="1500992" y="860910"/>
                </a:moveTo>
                <a:lnTo>
                  <a:pt x="1420355" y="888547"/>
                </a:lnTo>
                <a:moveTo>
                  <a:pt x="1133982" y="1124893"/>
                </a:moveTo>
                <a:lnTo>
                  <a:pt x="1071892" y="1098705"/>
                </a:lnTo>
                <a:moveTo>
                  <a:pt x="1465077" y="1092578"/>
                </a:moveTo>
                <a:lnTo>
                  <a:pt x="1393849" y="1014646"/>
                </a:lnTo>
                <a:moveTo>
                  <a:pt x="1236422" y="1063112"/>
                </a:moveTo>
                <a:lnTo>
                  <a:pt x="1214196" y="1031278"/>
                </a:lnTo>
                <a:moveTo>
                  <a:pt x="1305874" y="977214"/>
                </a:moveTo>
                <a:lnTo>
                  <a:pt x="1242285" y="998736"/>
                </a:lnTo>
                <a:moveTo>
                  <a:pt x="1305874" y="977214"/>
                </a:moveTo>
                <a:lnTo>
                  <a:pt x="1247954" y="958199"/>
                </a:lnTo>
                <a:moveTo>
                  <a:pt x="1691061" y="965539"/>
                </a:moveTo>
                <a:lnTo>
                  <a:pt x="1625340" y="1039863"/>
                </a:lnTo>
                <a:moveTo>
                  <a:pt x="2266239" y="367256"/>
                </a:moveTo>
                <a:lnTo>
                  <a:pt x="2191043" y="355968"/>
                </a:lnTo>
                <a:moveTo>
                  <a:pt x="2286782" y="534060"/>
                </a:moveTo>
                <a:lnTo>
                  <a:pt x="2297208" y="573462"/>
                </a:lnTo>
                <a:moveTo>
                  <a:pt x="1143983" y="1146169"/>
                </a:moveTo>
                <a:lnTo>
                  <a:pt x="1071892" y="1098705"/>
                </a:lnTo>
                <a:moveTo>
                  <a:pt x="1410792" y="892253"/>
                </a:moveTo>
                <a:lnTo>
                  <a:pt x="1336655" y="899964"/>
                </a:lnTo>
                <a:moveTo>
                  <a:pt x="1242285" y="998736"/>
                </a:moveTo>
                <a:lnTo>
                  <a:pt x="1247954" y="958199"/>
                </a:lnTo>
                <a:moveTo>
                  <a:pt x="1214196" y="1031278"/>
                </a:moveTo>
                <a:lnTo>
                  <a:pt x="1163264" y="1129122"/>
                </a:lnTo>
                <a:moveTo>
                  <a:pt x="1034011" y="1005255"/>
                </a:moveTo>
                <a:lnTo>
                  <a:pt x="1021351" y="906106"/>
                </a:lnTo>
                <a:moveTo>
                  <a:pt x="2221080" y="667555"/>
                </a:moveTo>
                <a:lnTo>
                  <a:pt x="2141010" y="705594"/>
                </a:lnTo>
                <a:moveTo>
                  <a:pt x="1577957" y="827509"/>
                </a:moveTo>
                <a:lnTo>
                  <a:pt x="1552392" y="840312"/>
                </a:lnTo>
                <a:moveTo>
                  <a:pt x="1017200" y="897626"/>
                </a:moveTo>
                <a:lnTo>
                  <a:pt x="1027130" y="831756"/>
                </a:lnTo>
                <a:moveTo>
                  <a:pt x="1393849" y="1014646"/>
                </a:moveTo>
                <a:lnTo>
                  <a:pt x="1340626" y="982233"/>
                </a:lnTo>
                <a:moveTo>
                  <a:pt x="1174772" y="903141"/>
                </a:moveTo>
                <a:lnTo>
                  <a:pt x="1185776" y="868645"/>
                </a:lnTo>
                <a:moveTo>
                  <a:pt x="1691061" y="965539"/>
                </a:moveTo>
                <a:lnTo>
                  <a:pt x="1627575" y="1008180"/>
                </a:lnTo>
                <a:moveTo>
                  <a:pt x="1651439" y="846401"/>
                </a:moveTo>
                <a:lnTo>
                  <a:pt x="1577957" y="827509"/>
                </a:lnTo>
                <a:moveTo>
                  <a:pt x="1627575" y="1008180"/>
                </a:moveTo>
                <a:lnTo>
                  <a:pt x="1625340" y="1039863"/>
                </a:lnTo>
                <a:moveTo>
                  <a:pt x="1663166" y="923615"/>
                </a:moveTo>
                <a:lnTo>
                  <a:pt x="1696711" y="899050"/>
                </a:lnTo>
                <a:moveTo>
                  <a:pt x="2254827" y="634645"/>
                </a:moveTo>
                <a:lnTo>
                  <a:pt x="2221080" y="667555"/>
                </a:lnTo>
                <a:moveTo>
                  <a:pt x="2299523" y="430699"/>
                </a:moveTo>
                <a:lnTo>
                  <a:pt x="2325664" y="405066"/>
                </a:lnTo>
                <a:moveTo>
                  <a:pt x="1465077" y="1092578"/>
                </a:moveTo>
                <a:lnTo>
                  <a:pt x="1436083" y="1063323"/>
                </a:lnTo>
                <a:moveTo>
                  <a:pt x="1621986" y="1083078"/>
                </a:moveTo>
                <a:lnTo>
                  <a:pt x="1539327" y="1059489"/>
                </a:lnTo>
                <a:moveTo>
                  <a:pt x="2184713" y="375554"/>
                </a:moveTo>
                <a:lnTo>
                  <a:pt x="2191043" y="355968"/>
                </a:lnTo>
                <a:moveTo>
                  <a:pt x="1539327" y="1059489"/>
                </a:moveTo>
                <a:lnTo>
                  <a:pt x="1465077" y="1092578"/>
                </a:lnTo>
                <a:moveTo>
                  <a:pt x="1242285" y="998736"/>
                </a:moveTo>
                <a:lnTo>
                  <a:pt x="1214196" y="1031278"/>
                </a:lnTo>
                <a:moveTo>
                  <a:pt x="1108258" y="815696"/>
                </a:moveTo>
                <a:lnTo>
                  <a:pt x="1047532" y="752189"/>
                </a:lnTo>
                <a:moveTo>
                  <a:pt x="1247954" y="958199"/>
                </a:moveTo>
                <a:lnTo>
                  <a:pt x="1214196" y="1031278"/>
                </a:lnTo>
                <a:moveTo>
                  <a:pt x="2194311" y="693210"/>
                </a:moveTo>
                <a:lnTo>
                  <a:pt x="2141010" y="705594"/>
                </a:lnTo>
                <a:moveTo>
                  <a:pt x="1185169" y="921885"/>
                </a:moveTo>
                <a:lnTo>
                  <a:pt x="1185776" y="868645"/>
                </a:lnTo>
                <a:moveTo>
                  <a:pt x="2261561" y="378442"/>
                </a:moveTo>
                <a:lnTo>
                  <a:pt x="2191043" y="355968"/>
                </a:lnTo>
                <a:moveTo>
                  <a:pt x="1625340" y="1039863"/>
                </a:moveTo>
                <a:lnTo>
                  <a:pt x="1606995" y="1020703"/>
                </a:lnTo>
                <a:moveTo>
                  <a:pt x="1552392" y="840312"/>
                </a:moveTo>
                <a:lnTo>
                  <a:pt x="1493773" y="859499"/>
                </a:lnTo>
                <a:moveTo>
                  <a:pt x="1405272" y="912009"/>
                </a:moveTo>
                <a:lnTo>
                  <a:pt x="1336655" y="899964"/>
                </a:lnTo>
                <a:moveTo>
                  <a:pt x="1539327" y="1059489"/>
                </a:moveTo>
                <a:lnTo>
                  <a:pt x="1540993" y="1099899"/>
                </a:lnTo>
                <a:moveTo>
                  <a:pt x="2286782" y="534060"/>
                </a:moveTo>
                <a:lnTo>
                  <a:pt x="2323111" y="472002"/>
                </a:lnTo>
                <a:moveTo>
                  <a:pt x="1108258" y="815696"/>
                </a:moveTo>
                <a:lnTo>
                  <a:pt x="1114003" y="823807"/>
                </a:lnTo>
                <a:moveTo>
                  <a:pt x="1034011" y="1005255"/>
                </a:moveTo>
                <a:lnTo>
                  <a:pt x="1008145" y="981004"/>
                </a:lnTo>
                <a:moveTo>
                  <a:pt x="1174772" y="903141"/>
                </a:moveTo>
                <a:lnTo>
                  <a:pt x="1126884" y="846163"/>
                </a:lnTo>
                <a:moveTo>
                  <a:pt x="2239841" y="594585"/>
                </a:moveTo>
                <a:lnTo>
                  <a:pt x="2297208" y="573462"/>
                </a:lnTo>
                <a:moveTo>
                  <a:pt x="2261561" y="378442"/>
                </a:moveTo>
                <a:lnTo>
                  <a:pt x="2266239" y="367256"/>
                </a:lnTo>
                <a:moveTo>
                  <a:pt x="2051372" y="747016"/>
                </a:moveTo>
                <a:lnTo>
                  <a:pt x="2065570" y="689923"/>
                </a:lnTo>
                <a:moveTo>
                  <a:pt x="1021351" y="906106"/>
                </a:moveTo>
                <a:lnTo>
                  <a:pt x="1017200" y="897626"/>
                </a:lnTo>
                <a:moveTo>
                  <a:pt x="1658272" y="855603"/>
                </a:moveTo>
                <a:lnTo>
                  <a:pt x="1651439" y="846401"/>
                </a:lnTo>
                <a:moveTo>
                  <a:pt x="1133374" y="1175765"/>
                </a:moveTo>
                <a:lnTo>
                  <a:pt x="1163264" y="1129122"/>
                </a:lnTo>
                <a:moveTo>
                  <a:pt x="1462074" y="1098124"/>
                </a:moveTo>
                <a:lnTo>
                  <a:pt x="1436083" y="1063323"/>
                </a:lnTo>
                <a:moveTo>
                  <a:pt x="1539327" y="1059489"/>
                </a:moveTo>
                <a:lnTo>
                  <a:pt x="1462074" y="1098124"/>
                </a:lnTo>
                <a:moveTo>
                  <a:pt x="1405272" y="912009"/>
                </a:moveTo>
                <a:lnTo>
                  <a:pt x="1340626" y="982233"/>
                </a:lnTo>
                <a:moveTo>
                  <a:pt x="1187289" y="1094696"/>
                </a:moveTo>
                <a:lnTo>
                  <a:pt x="1163264" y="1129122"/>
                </a:lnTo>
                <a:moveTo>
                  <a:pt x="1008145" y="981004"/>
                </a:moveTo>
                <a:lnTo>
                  <a:pt x="1021351" y="906106"/>
                </a:lnTo>
                <a:moveTo>
                  <a:pt x="1108258" y="815696"/>
                </a:moveTo>
                <a:lnTo>
                  <a:pt x="1126884" y="846163"/>
                </a:lnTo>
                <a:moveTo>
                  <a:pt x="1500915" y="1072687"/>
                </a:moveTo>
                <a:lnTo>
                  <a:pt x="1459167" y="1120677"/>
                </a:lnTo>
                <a:moveTo>
                  <a:pt x="1133374" y="1175765"/>
                </a:moveTo>
                <a:lnTo>
                  <a:pt x="1143983" y="1146169"/>
                </a:lnTo>
                <a:moveTo>
                  <a:pt x="1625340" y="1039863"/>
                </a:moveTo>
                <a:lnTo>
                  <a:pt x="1539327" y="1059489"/>
                </a:lnTo>
                <a:moveTo>
                  <a:pt x="1627575" y="1008180"/>
                </a:moveTo>
                <a:lnTo>
                  <a:pt x="1606995" y="1020703"/>
                </a:lnTo>
                <a:moveTo>
                  <a:pt x="1500915" y="1072687"/>
                </a:moveTo>
                <a:lnTo>
                  <a:pt x="1462074" y="1098124"/>
                </a:lnTo>
                <a:moveTo>
                  <a:pt x="1247954" y="958199"/>
                </a:moveTo>
                <a:lnTo>
                  <a:pt x="1185169" y="921885"/>
                </a:lnTo>
                <a:moveTo>
                  <a:pt x="1583894" y="750957"/>
                </a:moveTo>
                <a:lnTo>
                  <a:pt x="1577957" y="827509"/>
                </a:lnTo>
                <a:moveTo>
                  <a:pt x="2126314" y="753749"/>
                </a:moveTo>
                <a:lnTo>
                  <a:pt x="2065570" y="689923"/>
                </a:lnTo>
                <a:moveTo>
                  <a:pt x="2126314" y="753749"/>
                </a:moveTo>
                <a:lnTo>
                  <a:pt x="2141010" y="705594"/>
                </a:lnTo>
                <a:moveTo>
                  <a:pt x="1493773" y="859499"/>
                </a:moveTo>
                <a:lnTo>
                  <a:pt x="1420355" y="888547"/>
                </a:lnTo>
                <a:moveTo>
                  <a:pt x="2221080" y="667555"/>
                </a:moveTo>
                <a:lnTo>
                  <a:pt x="2194311" y="693210"/>
                </a:lnTo>
                <a:moveTo>
                  <a:pt x="1420355" y="888547"/>
                </a:moveTo>
                <a:lnTo>
                  <a:pt x="1410792" y="892253"/>
                </a:lnTo>
                <a:moveTo>
                  <a:pt x="1583894" y="750957"/>
                </a:moveTo>
                <a:lnTo>
                  <a:pt x="1552392" y="840312"/>
                </a:lnTo>
                <a:moveTo>
                  <a:pt x="2261561" y="378442"/>
                </a:moveTo>
                <a:lnTo>
                  <a:pt x="2184713" y="375554"/>
                </a:lnTo>
                <a:moveTo>
                  <a:pt x="1133374" y="1175765"/>
                </a:moveTo>
                <a:lnTo>
                  <a:pt x="1071892" y="1098705"/>
                </a:lnTo>
                <a:moveTo>
                  <a:pt x="1663166" y="923615"/>
                </a:moveTo>
                <a:lnTo>
                  <a:pt x="1691061" y="965539"/>
                </a:lnTo>
                <a:moveTo>
                  <a:pt x="2299523" y="430699"/>
                </a:moveTo>
                <a:lnTo>
                  <a:pt x="2323111" y="472002"/>
                </a:lnTo>
                <a:moveTo>
                  <a:pt x="1436083" y="1063323"/>
                </a:moveTo>
                <a:lnTo>
                  <a:pt x="1393849" y="1014646"/>
                </a:lnTo>
                <a:moveTo>
                  <a:pt x="1651439" y="846401"/>
                </a:moveTo>
                <a:lnTo>
                  <a:pt x="1583894" y="750957"/>
                </a:lnTo>
                <a:moveTo>
                  <a:pt x="1384470" y="950669"/>
                </a:moveTo>
                <a:lnTo>
                  <a:pt x="1340626" y="982233"/>
                </a:lnTo>
                <a:moveTo>
                  <a:pt x="1185169" y="921885"/>
                </a:moveTo>
                <a:lnTo>
                  <a:pt x="1214196" y="1031278"/>
                </a:lnTo>
                <a:moveTo>
                  <a:pt x="2299523" y="430699"/>
                </a:moveTo>
                <a:lnTo>
                  <a:pt x="2266239" y="367256"/>
                </a:lnTo>
                <a:moveTo>
                  <a:pt x="2239841" y="594585"/>
                </a:moveTo>
                <a:lnTo>
                  <a:pt x="2254827" y="634645"/>
                </a:lnTo>
                <a:moveTo>
                  <a:pt x="1405272" y="912009"/>
                </a:moveTo>
                <a:lnTo>
                  <a:pt x="1410792" y="892253"/>
                </a:lnTo>
                <a:moveTo>
                  <a:pt x="2184713" y="375554"/>
                </a:moveTo>
                <a:lnTo>
                  <a:pt x="2161496" y="410765"/>
                </a:lnTo>
                <a:moveTo>
                  <a:pt x="1629887" y="948864"/>
                </a:moveTo>
                <a:lnTo>
                  <a:pt x="1691061" y="965539"/>
                </a:lnTo>
                <a:moveTo>
                  <a:pt x="1606995" y="1020703"/>
                </a:moveTo>
                <a:lnTo>
                  <a:pt x="1539327" y="1059489"/>
                </a:lnTo>
                <a:moveTo>
                  <a:pt x="1658004" y="766858"/>
                </a:moveTo>
                <a:lnTo>
                  <a:pt x="1651439" y="846401"/>
                </a:lnTo>
                <a:moveTo>
                  <a:pt x="1187289" y="1094696"/>
                </a:moveTo>
                <a:lnTo>
                  <a:pt x="1214196" y="1031278"/>
                </a:lnTo>
                <a:moveTo>
                  <a:pt x="1185169" y="921885"/>
                </a:moveTo>
                <a:lnTo>
                  <a:pt x="1174772" y="903141"/>
                </a:lnTo>
                <a:moveTo>
                  <a:pt x="1160297" y="1158103"/>
                </a:moveTo>
                <a:lnTo>
                  <a:pt x="1163264" y="1129122"/>
                </a:lnTo>
                <a:moveTo>
                  <a:pt x="1015159" y="859436"/>
                </a:moveTo>
                <a:lnTo>
                  <a:pt x="1027130" y="831756"/>
                </a:lnTo>
                <a:moveTo>
                  <a:pt x="1405272" y="912009"/>
                </a:moveTo>
                <a:lnTo>
                  <a:pt x="1420355" y="888547"/>
                </a:lnTo>
                <a:moveTo>
                  <a:pt x="1174772" y="903141"/>
                </a:moveTo>
                <a:lnTo>
                  <a:pt x="1108258" y="815696"/>
                </a:lnTo>
                <a:moveTo>
                  <a:pt x="1057202" y="1146969"/>
                </a:moveTo>
                <a:lnTo>
                  <a:pt x="1071892" y="1098705"/>
                </a:lnTo>
                <a:moveTo>
                  <a:pt x="2220859" y="620276"/>
                </a:moveTo>
                <a:lnTo>
                  <a:pt x="2254827" y="634645"/>
                </a:lnTo>
                <a:moveTo>
                  <a:pt x="1529517" y="799112"/>
                </a:moveTo>
                <a:lnTo>
                  <a:pt x="1552392" y="840312"/>
                </a:lnTo>
                <a:moveTo>
                  <a:pt x="1663166" y="923615"/>
                </a:moveTo>
                <a:lnTo>
                  <a:pt x="1658272" y="855603"/>
                </a:lnTo>
                <a:moveTo>
                  <a:pt x="1393849" y="1014646"/>
                </a:moveTo>
                <a:lnTo>
                  <a:pt x="1384470" y="950669"/>
                </a:lnTo>
                <a:moveTo>
                  <a:pt x="2176501" y="406888"/>
                </a:moveTo>
                <a:lnTo>
                  <a:pt x="2184713" y="375554"/>
                </a:lnTo>
                <a:moveTo>
                  <a:pt x="1071892" y="1098705"/>
                </a:moveTo>
                <a:lnTo>
                  <a:pt x="1049445" y="1142093"/>
                </a:lnTo>
                <a:moveTo>
                  <a:pt x="2353322" y="279993"/>
                </a:moveTo>
                <a:lnTo>
                  <a:pt x="2343822" y="264592"/>
                </a:lnTo>
                <a:moveTo>
                  <a:pt x="1980227" y="729596"/>
                </a:moveTo>
                <a:lnTo>
                  <a:pt x="1978103" y="718002"/>
                </a:lnTo>
                <a:moveTo>
                  <a:pt x="2261561" y="378442"/>
                </a:moveTo>
                <a:lnTo>
                  <a:pt x="2176501" y="406888"/>
                </a:lnTo>
                <a:moveTo>
                  <a:pt x="1975758" y="728229"/>
                </a:moveTo>
                <a:lnTo>
                  <a:pt x="1978103" y="718002"/>
                </a:lnTo>
                <a:moveTo>
                  <a:pt x="2051372" y="747016"/>
                </a:moveTo>
                <a:lnTo>
                  <a:pt x="1980227" y="729596"/>
                </a:lnTo>
                <a:moveTo>
                  <a:pt x="2299523" y="430699"/>
                </a:moveTo>
                <a:lnTo>
                  <a:pt x="2261561" y="378442"/>
                </a:lnTo>
                <a:moveTo>
                  <a:pt x="2194311" y="693210"/>
                </a:moveTo>
                <a:lnTo>
                  <a:pt x="2126314" y="753749"/>
                </a:lnTo>
                <a:moveTo>
                  <a:pt x="2259612" y="492240"/>
                </a:moveTo>
                <a:lnTo>
                  <a:pt x="2323111" y="472002"/>
                </a:lnTo>
                <a:moveTo>
                  <a:pt x="1629887" y="948864"/>
                </a:moveTo>
                <a:lnTo>
                  <a:pt x="1627575" y="1008180"/>
                </a:lnTo>
                <a:moveTo>
                  <a:pt x="2051372" y="747016"/>
                </a:moveTo>
                <a:lnTo>
                  <a:pt x="1973973" y="737635"/>
                </a:lnTo>
                <a:moveTo>
                  <a:pt x="1980227" y="729596"/>
                </a:moveTo>
                <a:lnTo>
                  <a:pt x="1975758" y="728229"/>
                </a:lnTo>
                <a:moveTo>
                  <a:pt x="1490479" y="826829"/>
                </a:moveTo>
                <a:lnTo>
                  <a:pt x="1552392" y="840312"/>
                </a:lnTo>
                <a:moveTo>
                  <a:pt x="1392043" y="974903"/>
                </a:moveTo>
                <a:lnTo>
                  <a:pt x="1393849" y="1014646"/>
                </a:lnTo>
                <a:moveTo>
                  <a:pt x="2135526" y="752025"/>
                </a:moveTo>
                <a:lnTo>
                  <a:pt x="2194311" y="693210"/>
                </a:lnTo>
                <a:moveTo>
                  <a:pt x="2239841" y="594585"/>
                </a:moveTo>
                <a:lnTo>
                  <a:pt x="2286782" y="534060"/>
                </a:lnTo>
                <a:moveTo>
                  <a:pt x="1980227" y="729596"/>
                </a:moveTo>
                <a:lnTo>
                  <a:pt x="1973973" y="737635"/>
                </a:lnTo>
                <a:moveTo>
                  <a:pt x="2220859" y="620276"/>
                </a:moveTo>
                <a:lnTo>
                  <a:pt x="2221080" y="667555"/>
                </a:lnTo>
                <a:moveTo>
                  <a:pt x="1975758" y="728229"/>
                </a:moveTo>
                <a:lnTo>
                  <a:pt x="1973973" y="737635"/>
                </a:lnTo>
                <a:moveTo>
                  <a:pt x="1539327" y="1059489"/>
                </a:moveTo>
                <a:lnTo>
                  <a:pt x="1500915" y="1072687"/>
                </a:lnTo>
                <a:moveTo>
                  <a:pt x="1629887" y="948864"/>
                </a:moveTo>
                <a:lnTo>
                  <a:pt x="1606995" y="1020703"/>
                </a:lnTo>
                <a:moveTo>
                  <a:pt x="2126314" y="753749"/>
                </a:moveTo>
                <a:lnTo>
                  <a:pt x="2051372" y="747016"/>
                </a:lnTo>
                <a:moveTo>
                  <a:pt x="2176501" y="406888"/>
                </a:moveTo>
                <a:lnTo>
                  <a:pt x="2161496" y="410765"/>
                </a:lnTo>
                <a:moveTo>
                  <a:pt x="1199200" y="991216"/>
                </a:moveTo>
                <a:lnTo>
                  <a:pt x="1214196" y="1031278"/>
                </a:lnTo>
                <a:moveTo>
                  <a:pt x="1658004" y="766858"/>
                </a:moveTo>
                <a:lnTo>
                  <a:pt x="1583894" y="750957"/>
                </a:lnTo>
                <a:moveTo>
                  <a:pt x="1490479" y="826829"/>
                </a:moveTo>
                <a:lnTo>
                  <a:pt x="1493773" y="859499"/>
                </a:lnTo>
                <a:moveTo>
                  <a:pt x="1704817" y="824429"/>
                </a:moveTo>
                <a:lnTo>
                  <a:pt x="1651439" y="846401"/>
                </a:lnTo>
                <a:moveTo>
                  <a:pt x="1170177" y="900592"/>
                </a:moveTo>
                <a:lnTo>
                  <a:pt x="1174772" y="903141"/>
                </a:lnTo>
                <a:moveTo>
                  <a:pt x="2251185" y="408985"/>
                </a:moveTo>
                <a:lnTo>
                  <a:pt x="2261561" y="378442"/>
                </a:lnTo>
                <a:moveTo>
                  <a:pt x="1106242" y="812377"/>
                </a:moveTo>
                <a:lnTo>
                  <a:pt x="1108258" y="815696"/>
                </a:lnTo>
                <a:moveTo>
                  <a:pt x="1978103" y="718002"/>
                </a:moveTo>
                <a:lnTo>
                  <a:pt x="1899536" y="698528"/>
                </a:lnTo>
                <a:moveTo>
                  <a:pt x="1405272" y="912009"/>
                </a:moveTo>
                <a:lnTo>
                  <a:pt x="1384470" y="950669"/>
                </a:lnTo>
                <a:moveTo>
                  <a:pt x="2220859" y="620276"/>
                </a:moveTo>
                <a:lnTo>
                  <a:pt x="2194311" y="693210"/>
                </a:lnTo>
                <a:moveTo>
                  <a:pt x="2343124" y="310585"/>
                </a:moveTo>
                <a:lnTo>
                  <a:pt x="2353322" y="279993"/>
                </a:lnTo>
                <a:moveTo>
                  <a:pt x="1704817" y="824429"/>
                </a:moveTo>
                <a:lnTo>
                  <a:pt x="1658272" y="855603"/>
                </a:lnTo>
                <a:moveTo>
                  <a:pt x="1015159" y="859436"/>
                </a:moveTo>
                <a:lnTo>
                  <a:pt x="1017200" y="897626"/>
                </a:lnTo>
                <a:moveTo>
                  <a:pt x="2161496" y="410765"/>
                </a:moveTo>
                <a:lnTo>
                  <a:pt x="2088096" y="470433"/>
                </a:lnTo>
                <a:moveTo>
                  <a:pt x="2037793" y="815224"/>
                </a:moveTo>
                <a:lnTo>
                  <a:pt x="2051372" y="747016"/>
                </a:lnTo>
                <a:moveTo>
                  <a:pt x="1595354" y="981125"/>
                </a:moveTo>
                <a:lnTo>
                  <a:pt x="1606995" y="1020703"/>
                </a:lnTo>
                <a:moveTo>
                  <a:pt x="1583894" y="750957"/>
                </a:moveTo>
                <a:lnTo>
                  <a:pt x="1529517" y="799112"/>
                </a:lnTo>
                <a:moveTo>
                  <a:pt x="1975758" y="728229"/>
                </a:moveTo>
                <a:lnTo>
                  <a:pt x="1899536" y="698528"/>
                </a:lnTo>
                <a:moveTo>
                  <a:pt x="1490479" y="826829"/>
                </a:moveTo>
                <a:lnTo>
                  <a:pt x="1420355" y="888547"/>
                </a:lnTo>
                <a:moveTo>
                  <a:pt x="1170177" y="900592"/>
                </a:moveTo>
                <a:lnTo>
                  <a:pt x="1185169" y="921885"/>
                </a:lnTo>
                <a:moveTo>
                  <a:pt x="2051372" y="747016"/>
                </a:moveTo>
                <a:lnTo>
                  <a:pt x="1962263" y="797940"/>
                </a:lnTo>
                <a:moveTo>
                  <a:pt x="1170177" y="900592"/>
                </a:moveTo>
                <a:lnTo>
                  <a:pt x="1108258" y="815696"/>
                </a:lnTo>
                <a:moveTo>
                  <a:pt x="2098008" y="468901"/>
                </a:moveTo>
                <a:lnTo>
                  <a:pt x="2161496" y="410765"/>
                </a:lnTo>
                <a:moveTo>
                  <a:pt x="1133374" y="1175765"/>
                </a:moveTo>
                <a:lnTo>
                  <a:pt x="1057202" y="1146969"/>
                </a:lnTo>
                <a:moveTo>
                  <a:pt x="2135526" y="752025"/>
                </a:moveTo>
                <a:lnTo>
                  <a:pt x="2126314" y="753749"/>
                </a:lnTo>
                <a:moveTo>
                  <a:pt x="1406081" y="1021095"/>
                </a:moveTo>
                <a:lnTo>
                  <a:pt x="1393849" y="1014646"/>
                </a:lnTo>
                <a:moveTo>
                  <a:pt x="2259612" y="492240"/>
                </a:moveTo>
                <a:lnTo>
                  <a:pt x="2286782" y="534060"/>
                </a:lnTo>
                <a:moveTo>
                  <a:pt x="1975758" y="728229"/>
                </a:moveTo>
                <a:lnTo>
                  <a:pt x="1932594" y="790021"/>
                </a:lnTo>
                <a:moveTo>
                  <a:pt x="1199200" y="991216"/>
                </a:moveTo>
                <a:lnTo>
                  <a:pt x="1185169" y="921885"/>
                </a:lnTo>
                <a:moveTo>
                  <a:pt x="1973973" y="737635"/>
                </a:moveTo>
                <a:lnTo>
                  <a:pt x="1962263" y="797940"/>
                </a:lnTo>
                <a:moveTo>
                  <a:pt x="1973973" y="737635"/>
                </a:moveTo>
                <a:lnTo>
                  <a:pt x="1932594" y="790021"/>
                </a:lnTo>
                <a:moveTo>
                  <a:pt x="2201589" y="656365"/>
                </a:moveTo>
                <a:lnTo>
                  <a:pt x="2194311" y="693210"/>
                </a:lnTo>
                <a:moveTo>
                  <a:pt x="1445248" y="854246"/>
                </a:moveTo>
                <a:lnTo>
                  <a:pt x="1420355" y="888547"/>
                </a:lnTo>
                <a:moveTo>
                  <a:pt x="1663166" y="923615"/>
                </a:moveTo>
                <a:lnTo>
                  <a:pt x="1629887" y="948864"/>
                </a:lnTo>
                <a:moveTo>
                  <a:pt x="1771281" y="1061454"/>
                </a:moveTo>
                <a:lnTo>
                  <a:pt x="1739681" y="1107170"/>
                </a:lnTo>
                <a:moveTo>
                  <a:pt x="2343124" y="310585"/>
                </a:moveTo>
                <a:lnTo>
                  <a:pt x="2343822" y="264592"/>
                </a:lnTo>
                <a:moveTo>
                  <a:pt x="1975758" y="728229"/>
                </a:moveTo>
                <a:lnTo>
                  <a:pt x="1886383" y="774375"/>
                </a:lnTo>
                <a:moveTo>
                  <a:pt x="2251185" y="408985"/>
                </a:moveTo>
                <a:lnTo>
                  <a:pt x="2176501" y="406888"/>
                </a:lnTo>
                <a:moveTo>
                  <a:pt x="1160297" y="1158103"/>
                </a:moveTo>
                <a:lnTo>
                  <a:pt x="1133374" y="1175765"/>
                </a:lnTo>
                <a:moveTo>
                  <a:pt x="1170177" y="900592"/>
                </a:moveTo>
                <a:lnTo>
                  <a:pt x="1106242" y="812377"/>
                </a:lnTo>
                <a:moveTo>
                  <a:pt x="2299523" y="430699"/>
                </a:moveTo>
                <a:lnTo>
                  <a:pt x="2251185" y="408985"/>
                </a:lnTo>
                <a:moveTo>
                  <a:pt x="2112424" y="816377"/>
                </a:moveTo>
                <a:lnTo>
                  <a:pt x="2051372" y="747016"/>
                </a:lnTo>
                <a:moveTo>
                  <a:pt x="1202159" y="1058948"/>
                </a:moveTo>
                <a:lnTo>
                  <a:pt x="1214196" y="1031278"/>
                </a:lnTo>
                <a:moveTo>
                  <a:pt x="2239841" y="594585"/>
                </a:moveTo>
                <a:lnTo>
                  <a:pt x="2220859" y="620276"/>
                </a:lnTo>
                <a:moveTo>
                  <a:pt x="1160297" y="1158103"/>
                </a:moveTo>
                <a:lnTo>
                  <a:pt x="1187289" y="1094696"/>
                </a:lnTo>
                <a:moveTo>
                  <a:pt x="2098008" y="468901"/>
                </a:moveTo>
                <a:lnTo>
                  <a:pt x="2088096" y="470433"/>
                </a:lnTo>
                <a:moveTo>
                  <a:pt x="1534065" y="1036180"/>
                </a:moveTo>
                <a:lnTo>
                  <a:pt x="1606995" y="1020703"/>
                </a:lnTo>
                <a:moveTo>
                  <a:pt x="1392043" y="974903"/>
                </a:moveTo>
                <a:lnTo>
                  <a:pt x="1384470" y="950669"/>
                </a:lnTo>
                <a:moveTo>
                  <a:pt x="2086710" y="473245"/>
                </a:moveTo>
                <a:lnTo>
                  <a:pt x="2088096" y="470433"/>
                </a:lnTo>
                <a:moveTo>
                  <a:pt x="1682086" y="888451"/>
                </a:moveTo>
                <a:lnTo>
                  <a:pt x="1658272" y="855603"/>
                </a:lnTo>
                <a:moveTo>
                  <a:pt x="1704817" y="824429"/>
                </a:moveTo>
                <a:lnTo>
                  <a:pt x="1658004" y="766858"/>
                </a:lnTo>
                <a:moveTo>
                  <a:pt x="1057202" y="1146969"/>
                </a:moveTo>
                <a:lnTo>
                  <a:pt x="1049445" y="1142093"/>
                </a:lnTo>
                <a:moveTo>
                  <a:pt x="2037793" y="815224"/>
                </a:moveTo>
                <a:lnTo>
                  <a:pt x="1962263" y="797940"/>
                </a:lnTo>
                <a:moveTo>
                  <a:pt x="2239841" y="594585"/>
                </a:moveTo>
                <a:lnTo>
                  <a:pt x="2225934" y="579589"/>
                </a:lnTo>
                <a:moveTo>
                  <a:pt x="1406081" y="1021095"/>
                </a:moveTo>
                <a:lnTo>
                  <a:pt x="1436083" y="1063323"/>
                </a:lnTo>
                <a:moveTo>
                  <a:pt x="2098008" y="468901"/>
                </a:moveTo>
                <a:lnTo>
                  <a:pt x="2086710" y="473245"/>
                </a:lnTo>
                <a:moveTo>
                  <a:pt x="2259612" y="492240"/>
                </a:moveTo>
                <a:lnTo>
                  <a:pt x="2299523" y="430699"/>
                </a:lnTo>
                <a:moveTo>
                  <a:pt x="1962263" y="797940"/>
                </a:moveTo>
                <a:lnTo>
                  <a:pt x="1932594" y="790021"/>
                </a:lnTo>
                <a:moveTo>
                  <a:pt x="1054574" y="1154673"/>
                </a:moveTo>
                <a:lnTo>
                  <a:pt x="1057202" y="1146969"/>
                </a:lnTo>
                <a:moveTo>
                  <a:pt x="2112424" y="816377"/>
                </a:moveTo>
                <a:lnTo>
                  <a:pt x="2126314" y="753749"/>
                </a:lnTo>
                <a:moveTo>
                  <a:pt x="1394891" y="918786"/>
                </a:moveTo>
                <a:lnTo>
                  <a:pt x="1420355" y="888547"/>
                </a:lnTo>
                <a:moveTo>
                  <a:pt x="1490479" y="826829"/>
                </a:moveTo>
                <a:lnTo>
                  <a:pt x="1529517" y="799112"/>
                </a:lnTo>
                <a:moveTo>
                  <a:pt x="2259612" y="492240"/>
                </a:moveTo>
                <a:lnTo>
                  <a:pt x="2239841" y="594585"/>
                </a:lnTo>
                <a:moveTo>
                  <a:pt x="1886383" y="774375"/>
                </a:moveTo>
                <a:lnTo>
                  <a:pt x="1899536" y="698528"/>
                </a:lnTo>
                <a:moveTo>
                  <a:pt x="1722474" y="821098"/>
                </a:moveTo>
                <a:lnTo>
                  <a:pt x="1658004" y="766858"/>
                </a:lnTo>
                <a:moveTo>
                  <a:pt x="1054574" y="1154673"/>
                </a:moveTo>
                <a:lnTo>
                  <a:pt x="1049445" y="1142093"/>
                </a:lnTo>
                <a:moveTo>
                  <a:pt x="2135526" y="752025"/>
                </a:moveTo>
                <a:lnTo>
                  <a:pt x="2112424" y="816377"/>
                </a:lnTo>
                <a:moveTo>
                  <a:pt x="1629887" y="948864"/>
                </a:moveTo>
                <a:lnTo>
                  <a:pt x="1595354" y="981125"/>
                </a:lnTo>
                <a:moveTo>
                  <a:pt x="1122135" y="1201716"/>
                </a:moveTo>
                <a:lnTo>
                  <a:pt x="1133374" y="1175765"/>
                </a:lnTo>
                <a:moveTo>
                  <a:pt x="2113302" y="816120"/>
                </a:moveTo>
                <a:lnTo>
                  <a:pt x="2135526" y="752025"/>
                </a:lnTo>
                <a:moveTo>
                  <a:pt x="2161926" y="457217"/>
                </a:moveTo>
                <a:lnTo>
                  <a:pt x="2161496" y="410765"/>
                </a:lnTo>
                <a:moveTo>
                  <a:pt x="2235381" y="502906"/>
                </a:moveTo>
                <a:lnTo>
                  <a:pt x="2239841" y="594585"/>
                </a:lnTo>
                <a:moveTo>
                  <a:pt x="2220859" y="620276"/>
                </a:moveTo>
                <a:lnTo>
                  <a:pt x="2225934" y="579589"/>
                </a:lnTo>
                <a:moveTo>
                  <a:pt x="1534065" y="1036180"/>
                </a:moveTo>
                <a:lnTo>
                  <a:pt x="1539327" y="1059489"/>
                </a:lnTo>
                <a:moveTo>
                  <a:pt x="2178755" y="720372"/>
                </a:moveTo>
                <a:lnTo>
                  <a:pt x="2194311" y="693210"/>
                </a:lnTo>
                <a:moveTo>
                  <a:pt x="1181805" y="797388"/>
                </a:moveTo>
                <a:lnTo>
                  <a:pt x="1106242" y="812377"/>
                </a:lnTo>
                <a:moveTo>
                  <a:pt x="1932594" y="790021"/>
                </a:moveTo>
                <a:lnTo>
                  <a:pt x="1886383" y="774375"/>
                </a:lnTo>
                <a:moveTo>
                  <a:pt x="1394891" y="918786"/>
                </a:moveTo>
                <a:lnTo>
                  <a:pt x="1405272" y="912009"/>
                </a:lnTo>
                <a:moveTo>
                  <a:pt x="1148738" y="878728"/>
                </a:moveTo>
                <a:lnTo>
                  <a:pt x="1106242" y="812377"/>
                </a:lnTo>
                <a:moveTo>
                  <a:pt x="2237541" y="476028"/>
                </a:moveTo>
                <a:lnTo>
                  <a:pt x="2176501" y="406888"/>
                </a:lnTo>
                <a:moveTo>
                  <a:pt x="1534065" y="1036180"/>
                </a:moveTo>
                <a:lnTo>
                  <a:pt x="1500915" y="1072687"/>
                </a:lnTo>
                <a:moveTo>
                  <a:pt x="1899536" y="698528"/>
                </a:moveTo>
                <a:lnTo>
                  <a:pt x="1810528" y="751263"/>
                </a:lnTo>
                <a:moveTo>
                  <a:pt x="2112424" y="816377"/>
                </a:moveTo>
                <a:lnTo>
                  <a:pt x="2037793" y="815224"/>
                </a:lnTo>
                <a:moveTo>
                  <a:pt x="1529582" y="1038931"/>
                </a:moveTo>
                <a:lnTo>
                  <a:pt x="1500915" y="1072687"/>
                </a:lnTo>
                <a:moveTo>
                  <a:pt x="2349946" y="332781"/>
                </a:moveTo>
                <a:lnTo>
                  <a:pt x="2343124" y="310585"/>
                </a:lnTo>
                <a:moveTo>
                  <a:pt x="2237541" y="476028"/>
                </a:moveTo>
                <a:lnTo>
                  <a:pt x="2299523" y="430699"/>
                </a:lnTo>
                <a:moveTo>
                  <a:pt x="2088096" y="470433"/>
                </a:moveTo>
                <a:lnTo>
                  <a:pt x="2021310" y="525128"/>
                </a:lnTo>
                <a:moveTo>
                  <a:pt x="2161926" y="457217"/>
                </a:moveTo>
                <a:lnTo>
                  <a:pt x="2176501" y="406888"/>
                </a:lnTo>
                <a:moveTo>
                  <a:pt x="1202159" y="1058948"/>
                </a:moveTo>
                <a:lnTo>
                  <a:pt x="1187289" y="1094696"/>
                </a:lnTo>
                <a:moveTo>
                  <a:pt x="2220859" y="620276"/>
                </a:moveTo>
                <a:lnTo>
                  <a:pt x="2201589" y="656365"/>
                </a:lnTo>
                <a:moveTo>
                  <a:pt x="2338574" y="327222"/>
                </a:moveTo>
                <a:lnTo>
                  <a:pt x="2343124" y="310585"/>
                </a:lnTo>
                <a:moveTo>
                  <a:pt x="1170177" y="900592"/>
                </a:moveTo>
                <a:lnTo>
                  <a:pt x="1148738" y="878728"/>
                </a:lnTo>
                <a:moveTo>
                  <a:pt x="2086710" y="473245"/>
                </a:moveTo>
                <a:lnTo>
                  <a:pt x="2021310" y="525128"/>
                </a:lnTo>
                <a:moveTo>
                  <a:pt x="1948687" y="866192"/>
                </a:moveTo>
                <a:lnTo>
                  <a:pt x="1962263" y="797940"/>
                </a:lnTo>
                <a:moveTo>
                  <a:pt x="2225934" y="579589"/>
                </a:moveTo>
                <a:lnTo>
                  <a:pt x="2201589" y="656365"/>
                </a:lnTo>
                <a:moveTo>
                  <a:pt x="2235381" y="502906"/>
                </a:moveTo>
                <a:lnTo>
                  <a:pt x="2225934" y="579589"/>
                </a:lnTo>
                <a:moveTo>
                  <a:pt x="1122135" y="1201716"/>
                </a:moveTo>
                <a:lnTo>
                  <a:pt x="1057202" y="1146969"/>
                </a:lnTo>
                <a:moveTo>
                  <a:pt x="1490479" y="826829"/>
                </a:moveTo>
                <a:lnTo>
                  <a:pt x="1445248" y="854246"/>
                </a:lnTo>
                <a:moveTo>
                  <a:pt x="1682086" y="888451"/>
                </a:moveTo>
                <a:lnTo>
                  <a:pt x="1663166" y="923615"/>
                </a:lnTo>
                <a:moveTo>
                  <a:pt x="1406081" y="1021095"/>
                </a:moveTo>
                <a:lnTo>
                  <a:pt x="1392043" y="974903"/>
                </a:lnTo>
                <a:moveTo>
                  <a:pt x="2099349" y="893616"/>
                </a:moveTo>
                <a:lnTo>
                  <a:pt x="2037793" y="815224"/>
                </a:lnTo>
                <a:moveTo>
                  <a:pt x="1018461" y="854259"/>
                </a:moveTo>
                <a:lnTo>
                  <a:pt x="1015159" y="859436"/>
                </a:lnTo>
                <a:moveTo>
                  <a:pt x="1763098" y="1052029"/>
                </a:moveTo>
                <a:lnTo>
                  <a:pt x="1771281" y="1061454"/>
                </a:lnTo>
                <a:moveTo>
                  <a:pt x="1165979" y="896613"/>
                </a:moveTo>
                <a:lnTo>
                  <a:pt x="1170177" y="900592"/>
                </a:lnTo>
                <a:moveTo>
                  <a:pt x="1184586" y="951209"/>
                </a:moveTo>
                <a:lnTo>
                  <a:pt x="1185169" y="921885"/>
                </a:lnTo>
                <a:moveTo>
                  <a:pt x="1394891" y="918786"/>
                </a:moveTo>
                <a:lnTo>
                  <a:pt x="1384470" y="950669"/>
                </a:lnTo>
                <a:moveTo>
                  <a:pt x="1886383" y="774375"/>
                </a:moveTo>
                <a:lnTo>
                  <a:pt x="1810528" y="751263"/>
                </a:lnTo>
                <a:moveTo>
                  <a:pt x="1962263" y="797940"/>
                </a:moveTo>
                <a:lnTo>
                  <a:pt x="1917388" y="855130"/>
                </a:lnTo>
                <a:moveTo>
                  <a:pt x="1810528" y="751263"/>
                </a:moveTo>
                <a:lnTo>
                  <a:pt x="1735450" y="742091"/>
                </a:lnTo>
                <a:moveTo>
                  <a:pt x="2349946" y="332781"/>
                </a:moveTo>
                <a:lnTo>
                  <a:pt x="2338574" y="327222"/>
                </a:lnTo>
                <a:moveTo>
                  <a:pt x="2235381" y="502906"/>
                </a:moveTo>
                <a:lnTo>
                  <a:pt x="2259612" y="492240"/>
                </a:lnTo>
                <a:moveTo>
                  <a:pt x="1722474" y="821098"/>
                </a:moveTo>
                <a:lnTo>
                  <a:pt x="1735450" y="742091"/>
                </a:lnTo>
                <a:moveTo>
                  <a:pt x="2237541" y="476028"/>
                </a:moveTo>
                <a:lnTo>
                  <a:pt x="2251185" y="408985"/>
                </a:lnTo>
                <a:moveTo>
                  <a:pt x="1917388" y="855130"/>
                </a:moveTo>
                <a:lnTo>
                  <a:pt x="1932594" y="790021"/>
                </a:lnTo>
                <a:moveTo>
                  <a:pt x="2161926" y="457217"/>
                </a:moveTo>
                <a:lnTo>
                  <a:pt x="2098008" y="468901"/>
                </a:lnTo>
                <a:moveTo>
                  <a:pt x="1722474" y="821098"/>
                </a:moveTo>
                <a:lnTo>
                  <a:pt x="1704817" y="824429"/>
                </a:lnTo>
                <a:moveTo>
                  <a:pt x="1727986" y="1172786"/>
                </a:moveTo>
                <a:lnTo>
                  <a:pt x="1739681" y="1107170"/>
                </a:lnTo>
                <a:moveTo>
                  <a:pt x="1122135" y="1201716"/>
                </a:moveTo>
                <a:lnTo>
                  <a:pt x="1054574" y="1154673"/>
                </a:lnTo>
                <a:moveTo>
                  <a:pt x="2178755" y="720372"/>
                </a:moveTo>
                <a:lnTo>
                  <a:pt x="2135526" y="752025"/>
                </a:lnTo>
                <a:moveTo>
                  <a:pt x="2113302" y="816120"/>
                </a:moveTo>
                <a:lnTo>
                  <a:pt x="2112424" y="816377"/>
                </a:lnTo>
                <a:moveTo>
                  <a:pt x="1160297" y="1158103"/>
                </a:moveTo>
                <a:lnTo>
                  <a:pt x="1122135" y="1201716"/>
                </a:lnTo>
                <a:moveTo>
                  <a:pt x="1497920" y="756653"/>
                </a:moveTo>
                <a:lnTo>
                  <a:pt x="1529517" y="799112"/>
                </a:lnTo>
                <a:moveTo>
                  <a:pt x="1917388" y="855130"/>
                </a:moveTo>
                <a:lnTo>
                  <a:pt x="1886383" y="774375"/>
                </a:lnTo>
                <a:moveTo>
                  <a:pt x="1392043" y="974903"/>
                </a:moveTo>
                <a:lnTo>
                  <a:pt x="1394891" y="918786"/>
                </a:lnTo>
                <a:moveTo>
                  <a:pt x="1202159" y="1058948"/>
                </a:moveTo>
                <a:lnTo>
                  <a:pt x="1199200" y="991216"/>
                </a:lnTo>
                <a:moveTo>
                  <a:pt x="1181805" y="797388"/>
                </a:moveTo>
                <a:lnTo>
                  <a:pt x="1148738" y="878728"/>
                </a:lnTo>
                <a:moveTo>
                  <a:pt x="2237541" y="476028"/>
                </a:moveTo>
                <a:lnTo>
                  <a:pt x="2259612" y="492240"/>
                </a:lnTo>
                <a:moveTo>
                  <a:pt x="1623750" y="929712"/>
                </a:moveTo>
                <a:lnTo>
                  <a:pt x="1663166" y="923615"/>
                </a:lnTo>
                <a:moveTo>
                  <a:pt x="1595354" y="981125"/>
                </a:moveTo>
                <a:lnTo>
                  <a:pt x="1534065" y="1036180"/>
                </a:lnTo>
                <a:moveTo>
                  <a:pt x="2225934" y="579589"/>
                </a:moveTo>
                <a:lnTo>
                  <a:pt x="2196463" y="550424"/>
                </a:lnTo>
                <a:moveTo>
                  <a:pt x="2235381" y="502906"/>
                </a:moveTo>
                <a:lnTo>
                  <a:pt x="2237541" y="476028"/>
                </a:lnTo>
                <a:moveTo>
                  <a:pt x="2099349" y="893616"/>
                </a:moveTo>
                <a:lnTo>
                  <a:pt x="2112424" y="816377"/>
                </a:lnTo>
                <a:moveTo>
                  <a:pt x="2087336" y="983489"/>
                </a:moveTo>
                <a:lnTo>
                  <a:pt x="2082233" y="984138"/>
                </a:lnTo>
                <a:moveTo>
                  <a:pt x="1196843" y="1125485"/>
                </a:moveTo>
                <a:lnTo>
                  <a:pt x="1187289" y="1094696"/>
                </a:lnTo>
                <a:moveTo>
                  <a:pt x="2113302" y="816120"/>
                </a:moveTo>
                <a:lnTo>
                  <a:pt x="2099349" y="893616"/>
                </a:lnTo>
                <a:moveTo>
                  <a:pt x="2089069" y="985125"/>
                </a:moveTo>
                <a:lnTo>
                  <a:pt x="2087336" y="983489"/>
                </a:lnTo>
                <a:moveTo>
                  <a:pt x="1763098" y="1052029"/>
                </a:moveTo>
                <a:lnTo>
                  <a:pt x="1739681" y="1107170"/>
                </a:lnTo>
                <a:moveTo>
                  <a:pt x="1682086" y="888451"/>
                </a:moveTo>
                <a:lnTo>
                  <a:pt x="1704817" y="824429"/>
                </a:lnTo>
                <a:moveTo>
                  <a:pt x="2085531" y="992073"/>
                </a:moveTo>
                <a:lnTo>
                  <a:pt x="2082233" y="984138"/>
                </a:lnTo>
                <a:moveTo>
                  <a:pt x="1533105" y="1034703"/>
                </a:moveTo>
                <a:lnTo>
                  <a:pt x="1595354" y="981125"/>
                </a:lnTo>
                <a:moveTo>
                  <a:pt x="2089069" y="985125"/>
                </a:moveTo>
                <a:lnTo>
                  <a:pt x="2085531" y="992073"/>
                </a:lnTo>
                <a:moveTo>
                  <a:pt x="1165979" y="896613"/>
                </a:moveTo>
                <a:lnTo>
                  <a:pt x="1148738" y="878728"/>
                </a:lnTo>
                <a:moveTo>
                  <a:pt x="1872467" y="836524"/>
                </a:moveTo>
                <a:lnTo>
                  <a:pt x="1886383" y="774375"/>
                </a:lnTo>
                <a:moveTo>
                  <a:pt x="1623750" y="929712"/>
                </a:moveTo>
                <a:lnTo>
                  <a:pt x="1629887" y="948864"/>
                </a:lnTo>
                <a:moveTo>
                  <a:pt x="1184586" y="951209"/>
                </a:moveTo>
                <a:lnTo>
                  <a:pt x="1170177" y="900592"/>
                </a:lnTo>
                <a:moveTo>
                  <a:pt x="2087336" y="983489"/>
                </a:moveTo>
                <a:lnTo>
                  <a:pt x="2099349" y="893616"/>
                </a:lnTo>
                <a:moveTo>
                  <a:pt x="2099349" y="893616"/>
                </a:moveTo>
                <a:lnTo>
                  <a:pt x="2082233" y="984138"/>
                </a:lnTo>
                <a:moveTo>
                  <a:pt x="2082233" y="984138"/>
                </a:moveTo>
                <a:lnTo>
                  <a:pt x="2011344" y="964331"/>
                </a:lnTo>
                <a:moveTo>
                  <a:pt x="1948687" y="866192"/>
                </a:moveTo>
                <a:lnTo>
                  <a:pt x="1917388" y="855130"/>
                </a:lnTo>
                <a:moveTo>
                  <a:pt x="2011344" y="964331"/>
                </a:moveTo>
                <a:lnTo>
                  <a:pt x="1948687" y="866192"/>
                </a:lnTo>
                <a:moveTo>
                  <a:pt x="2196463" y="550424"/>
                </a:moveTo>
                <a:lnTo>
                  <a:pt x="2201589" y="656365"/>
                </a:lnTo>
                <a:moveTo>
                  <a:pt x="1796926" y="819053"/>
                </a:moveTo>
                <a:lnTo>
                  <a:pt x="1735450" y="742091"/>
                </a:lnTo>
                <a:moveTo>
                  <a:pt x="2235381" y="502906"/>
                </a:moveTo>
                <a:lnTo>
                  <a:pt x="2196463" y="550424"/>
                </a:lnTo>
                <a:moveTo>
                  <a:pt x="1747334" y="1070380"/>
                </a:moveTo>
                <a:lnTo>
                  <a:pt x="1739681" y="1107170"/>
                </a:lnTo>
                <a:moveTo>
                  <a:pt x="2085531" y="992073"/>
                </a:moveTo>
                <a:lnTo>
                  <a:pt x="2011344" y="964331"/>
                </a:lnTo>
                <a:moveTo>
                  <a:pt x="2021310" y="525128"/>
                </a:moveTo>
                <a:lnTo>
                  <a:pt x="1991614" y="557110"/>
                </a:lnTo>
                <a:moveTo>
                  <a:pt x="1481783" y="828095"/>
                </a:moveTo>
                <a:lnTo>
                  <a:pt x="1529517" y="799112"/>
                </a:lnTo>
                <a:moveTo>
                  <a:pt x="1184586" y="951209"/>
                </a:moveTo>
                <a:lnTo>
                  <a:pt x="1199200" y="991216"/>
                </a:lnTo>
                <a:moveTo>
                  <a:pt x="1117869" y="1209406"/>
                </a:moveTo>
                <a:lnTo>
                  <a:pt x="1160297" y="1158103"/>
                </a:lnTo>
                <a:moveTo>
                  <a:pt x="2099349" y="893616"/>
                </a:moveTo>
                <a:lnTo>
                  <a:pt x="2011344" y="964331"/>
                </a:lnTo>
                <a:moveTo>
                  <a:pt x="2178755" y="720372"/>
                </a:moveTo>
                <a:lnTo>
                  <a:pt x="2201589" y="656365"/>
                </a:lnTo>
                <a:moveTo>
                  <a:pt x="1872467" y="836524"/>
                </a:moveTo>
                <a:lnTo>
                  <a:pt x="1810528" y="751263"/>
                </a:lnTo>
                <a:moveTo>
                  <a:pt x="2237541" y="476028"/>
                </a:moveTo>
                <a:lnTo>
                  <a:pt x="2161926" y="457217"/>
                </a:lnTo>
                <a:moveTo>
                  <a:pt x="2163726" y="785506"/>
                </a:moveTo>
                <a:lnTo>
                  <a:pt x="2135526" y="752025"/>
                </a:lnTo>
                <a:moveTo>
                  <a:pt x="1796926" y="819053"/>
                </a:moveTo>
                <a:lnTo>
                  <a:pt x="1810528" y="751263"/>
                </a:lnTo>
                <a:moveTo>
                  <a:pt x="2113621" y="883470"/>
                </a:moveTo>
                <a:lnTo>
                  <a:pt x="2113302" y="816120"/>
                </a:lnTo>
                <a:moveTo>
                  <a:pt x="1796926" y="819053"/>
                </a:moveTo>
                <a:lnTo>
                  <a:pt x="1722474" y="821098"/>
                </a:lnTo>
                <a:moveTo>
                  <a:pt x="1623750" y="929712"/>
                </a:moveTo>
                <a:lnTo>
                  <a:pt x="1595354" y="981125"/>
                </a:lnTo>
                <a:moveTo>
                  <a:pt x="2237541" y="476028"/>
                </a:moveTo>
                <a:lnTo>
                  <a:pt x="2196463" y="550424"/>
                </a:lnTo>
                <a:moveTo>
                  <a:pt x="1534065" y="1036180"/>
                </a:moveTo>
                <a:lnTo>
                  <a:pt x="1529582" y="1038931"/>
                </a:lnTo>
                <a:moveTo>
                  <a:pt x="2072440" y="501362"/>
                </a:moveTo>
                <a:lnTo>
                  <a:pt x="2098008" y="468901"/>
                </a:lnTo>
                <a:moveTo>
                  <a:pt x="1487243" y="822415"/>
                </a:moveTo>
                <a:lnTo>
                  <a:pt x="1529517" y="799112"/>
                </a:lnTo>
                <a:moveTo>
                  <a:pt x="2072440" y="501362"/>
                </a:moveTo>
                <a:lnTo>
                  <a:pt x="2086710" y="473245"/>
                </a:lnTo>
                <a:moveTo>
                  <a:pt x="1481783" y="828095"/>
                </a:moveTo>
                <a:lnTo>
                  <a:pt x="1490479" y="826829"/>
                </a:lnTo>
                <a:moveTo>
                  <a:pt x="2113621" y="883470"/>
                </a:moveTo>
                <a:lnTo>
                  <a:pt x="2087336" y="983489"/>
                </a:lnTo>
                <a:moveTo>
                  <a:pt x="2113621" y="883470"/>
                </a:moveTo>
                <a:lnTo>
                  <a:pt x="2089069" y="985125"/>
                </a:lnTo>
                <a:moveTo>
                  <a:pt x="1605556" y="944703"/>
                </a:moveTo>
                <a:lnTo>
                  <a:pt x="1595354" y="981125"/>
                </a:lnTo>
                <a:moveTo>
                  <a:pt x="1917388" y="855130"/>
                </a:moveTo>
                <a:lnTo>
                  <a:pt x="1872467" y="836524"/>
                </a:lnTo>
                <a:moveTo>
                  <a:pt x="1533105" y="1034703"/>
                </a:moveTo>
                <a:lnTo>
                  <a:pt x="1534065" y="1036180"/>
                </a:lnTo>
                <a:moveTo>
                  <a:pt x="1196843" y="1125485"/>
                </a:moveTo>
                <a:lnTo>
                  <a:pt x="1160297" y="1158103"/>
                </a:lnTo>
                <a:moveTo>
                  <a:pt x="1939657" y="900779"/>
                </a:moveTo>
                <a:lnTo>
                  <a:pt x="1948687" y="866192"/>
                </a:lnTo>
                <a:moveTo>
                  <a:pt x="1533105" y="1034703"/>
                </a:moveTo>
                <a:lnTo>
                  <a:pt x="1529582" y="1038931"/>
                </a:lnTo>
                <a:moveTo>
                  <a:pt x="1041524" y="1177514"/>
                </a:moveTo>
                <a:lnTo>
                  <a:pt x="1054574" y="1154673"/>
                </a:lnTo>
                <a:moveTo>
                  <a:pt x="1708054" y="874223"/>
                </a:moveTo>
                <a:lnTo>
                  <a:pt x="1704817" y="824429"/>
                </a:lnTo>
                <a:moveTo>
                  <a:pt x="2113621" y="883470"/>
                </a:moveTo>
                <a:lnTo>
                  <a:pt x="2099349" y="893616"/>
                </a:lnTo>
                <a:moveTo>
                  <a:pt x="1003805" y="903129"/>
                </a:moveTo>
                <a:lnTo>
                  <a:pt x="1015159" y="859436"/>
                </a:lnTo>
                <a:moveTo>
                  <a:pt x="1117869" y="1209406"/>
                </a:moveTo>
                <a:lnTo>
                  <a:pt x="1122135" y="1201716"/>
                </a:lnTo>
                <a:moveTo>
                  <a:pt x="1030927" y="1168827"/>
                </a:moveTo>
                <a:lnTo>
                  <a:pt x="1049445" y="1142093"/>
                </a:lnTo>
                <a:moveTo>
                  <a:pt x="1939657" y="900779"/>
                </a:moveTo>
                <a:lnTo>
                  <a:pt x="1917388" y="855130"/>
                </a:lnTo>
                <a:moveTo>
                  <a:pt x="2162895" y="612881"/>
                </a:moveTo>
                <a:lnTo>
                  <a:pt x="2201589" y="656365"/>
                </a:lnTo>
                <a:moveTo>
                  <a:pt x="1091981" y="835481"/>
                </a:moveTo>
                <a:lnTo>
                  <a:pt x="1018461" y="854259"/>
                </a:lnTo>
                <a:moveTo>
                  <a:pt x="1481783" y="828095"/>
                </a:moveTo>
                <a:lnTo>
                  <a:pt x="1445248" y="854246"/>
                </a:lnTo>
                <a:moveTo>
                  <a:pt x="1991614" y="557110"/>
                </a:moveTo>
                <a:lnTo>
                  <a:pt x="1963243" y="584046"/>
                </a:lnTo>
                <a:moveTo>
                  <a:pt x="1172719" y="816247"/>
                </a:moveTo>
                <a:lnTo>
                  <a:pt x="1181805" y="797388"/>
                </a:lnTo>
                <a:moveTo>
                  <a:pt x="1717573" y="1133386"/>
                </a:moveTo>
                <a:lnTo>
                  <a:pt x="1739681" y="1107170"/>
                </a:lnTo>
                <a:moveTo>
                  <a:pt x="1172719" y="816247"/>
                </a:moveTo>
                <a:lnTo>
                  <a:pt x="1148738" y="878728"/>
                </a:lnTo>
                <a:moveTo>
                  <a:pt x="1184586" y="951209"/>
                </a:moveTo>
                <a:lnTo>
                  <a:pt x="1165979" y="896613"/>
                </a:lnTo>
                <a:moveTo>
                  <a:pt x="1091981" y="835481"/>
                </a:moveTo>
                <a:lnTo>
                  <a:pt x="1148738" y="878728"/>
                </a:lnTo>
                <a:moveTo>
                  <a:pt x="1054574" y="1154673"/>
                </a:moveTo>
                <a:lnTo>
                  <a:pt x="1030927" y="1168827"/>
                </a:lnTo>
                <a:moveTo>
                  <a:pt x="1003805" y="903129"/>
                </a:moveTo>
                <a:lnTo>
                  <a:pt x="1018461" y="854259"/>
                </a:lnTo>
                <a:moveTo>
                  <a:pt x="1708054" y="874223"/>
                </a:moveTo>
                <a:lnTo>
                  <a:pt x="1722474" y="821098"/>
                </a:lnTo>
                <a:moveTo>
                  <a:pt x="1872467" y="836524"/>
                </a:moveTo>
                <a:lnTo>
                  <a:pt x="1796926" y="819053"/>
                </a:lnTo>
                <a:moveTo>
                  <a:pt x="1953357" y="927629"/>
                </a:moveTo>
                <a:lnTo>
                  <a:pt x="1948687" y="866192"/>
                </a:lnTo>
                <a:moveTo>
                  <a:pt x="1984489" y="573063"/>
                </a:moveTo>
                <a:lnTo>
                  <a:pt x="2021310" y="525128"/>
                </a:lnTo>
                <a:moveTo>
                  <a:pt x="2072440" y="501362"/>
                </a:moveTo>
                <a:lnTo>
                  <a:pt x="2021310" y="525128"/>
                </a:lnTo>
                <a:moveTo>
                  <a:pt x="2163726" y="785506"/>
                </a:moveTo>
                <a:lnTo>
                  <a:pt x="2113302" y="816120"/>
                </a:lnTo>
                <a:moveTo>
                  <a:pt x="1204459" y="1021384"/>
                </a:moveTo>
                <a:lnTo>
                  <a:pt x="1199200" y="991216"/>
                </a:lnTo>
                <a:moveTo>
                  <a:pt x="2323987" y="401570"/>
                </a:moveTo>
                <a:lnTo>
                  <a:pt x="2312166" y="477067"/>
                </a:lnTo>
                <a:moveTo>
                  <a:pt x="2324645" y="389134"/>
                </a:moveTo>
                <a:lnTo>
                  <a:pt x="2323987" y="401570"/>
                </a:lnTo>
                <a:moveTo>
                  <a:pt x="1595405" y="593324"/>
                </a:moveTo>
                <a:lnTo>
                  <a:pt x="1577577" y="595652"/>
                </a:lnTo>
                <a:moveTo>
                  <a:pt x="2011344" y="964331"/>
                </a:moveTo>
                <a:lnTo>
                  <a:pt x="1953357" y="927629"/>
                </a:lnTo>
                <a:moveTo>
                  <a:pt x="1939657" y="900779"/>
                </a:moveTo>
                <a:lnTo>
                  <a:pt x="1872467" y="836524"/>
                </a:lnTo>
                <a:moveTo>
                  <a:pt x="1165979" y="896613"/>
                </a:moveTo>
                <a:lnTo>
                  <a:pt x="1091981" y="835481"/>
                </a:lnTo>
                <a:moveTo>
                  <a:pt x="1682086" y="888451"/>
                </a:moveTo>
                <a:lnTo>
                  <a:pt x="1623750" y="929712"/>
                </a:lnTo>
                <a:moveTo>
                  <a:pt x="1546602" y="1003493"/>
                </a:moveTo>
                <a:lnTo>
                  <a:pt x="1595354" y="981125"/>
                </a:lnTo>
                <a:moveTo>
                  <a:pt x="1122135" y="1201716"/>
                </a:moveTo>
                <a:lnTo>
                  <a:pt x="1041524" y="1177514"/>
                </a:lnTo>
                <a:moveTo>
                  <a:pt x="1763098" y="1052029"/>
                </a:moveTo>
                <a:lnTo>
                  <a:pt x="1747334" y="1070380"/>
                </a:lnTo>
                <a:moveTo>
                  <a:pt x="1196843" y="1125485"/>
                </a:moveTo>
                <a:lnTo>
                  <a:pt x="1202159" y="1058948"/>
                </a:lnTo>
                <a:moveTo>
                  <a:pt x="2072369" y="1033197"/>
                </a:moveTo>
                <a:lnTo>
                  <a:pt x="2089069" y="985125"/>
                </a:lnTo>
                <a:moveTo>
                  <a:pt x="2237541" y="476028"/>
                </a:moveTo>
                <a:lnTo>
                  <a:pt x="2147787" y="515357"/>
                </a:lnTo>
                <a:moveTo>
                  <a:pt x="2105296" y="949573"/>
                </a:moveTo>
                <a:lnTo>
                  <a:pt x="2089069" y="985125"/>
                </a:lnTo>
                <a:moveTo>
                  <a:pt x="2161926" y="457217"/>
                </a:moveTo>
                <a:lnTo>
                  <a:pt x="2072440" y="501362"/>
                </a:lnTo>
                <a:moveTo>
                  <a:pt x="1165076" y="1188202"/>
                </a:moveTo>
                <a:lnTo>
                  <a:pt x="1160297" y="1158103"/>
                </a:lnTo>
                <a:moveTo>
                  <a:pt x="2162895" y="612881"/>
                </a:moveTo>
                <a:lnTo>
                  <a:pt x="2196463" y="550424"/>
                </a:lnTo>
                <a:moveTo>
                  <a:pt x="2072369" y="1033197"/>
                </a:moveTo>
                <a:lnTo>
                  <a:pt x="2085531" y="992073"/>
                </a:lnTo>
                <a:moveTo>
                  <a:pt x="1984489" y="573063"/>
                </a:moveTo>
                <a:lnTo>
                  <a:pt x="1991614" y="557110"/>
                </a:lnTo>
                <a:moveTo>
                  <a:pt x="2147787" y="515357"/>
                </a:moveTo>
                <a:lnTo>
                  <a:pt x="2161926" y="457217"/>
                </a:lnTo>
                <a:moveTo>
                  <a:pt x="1708054" y="874223"/>
                </a:moveTo>
                <a:lnTo>
                  <a:pt x="1682086" y="888451"/>
                </a:lnTo>
                <a:moveTo>
                  <a:pt x="2072369" y="1033197"/>
                </a:moveTo>
                <a:lnTo>
                  <a:pt x="2011344" y="964331"/>
                </a:lnTo>
                <a:moveTo>
                  <a:pt x="2323987" y="401570"/>
                </a:moveTo>
                <a:lnTo>
                  <a:pt x="2276164" y="456735"/>
                </a:lnTo>
                <a:moveTo>
                  <a:pt x="2147787" y="515357"/>
                </a:moveTo>
                <a:lnTo>
                  <a:pt x="2196463" y="550424"/>
                </a:lnTo>
                <a:moveTo>
                  <a:pt x="2137001" y="676446"/>
                </a:moveTo>
                <a:lnTo>
                  <a:pt x="2201589" y="656365"/>
                </a:lnTo>
                <a:moveTo>
                  <a:pt x="1796926" y="819053"/>
                </a:moveTo>
                <a:lnTo>
                  <a:pt x="1708054" y="874223"/>
                </a:lnTo>
                <a:moveTo>
                  <a:pt x="1717573" y="1133386"/>
                </a:moveTo>
                <a:lnTo>
                  <a:pt x="1727986" y="1172786"/>
                </a:lnTo>
                <a:moveTo>
                  <a:pt x="1546898" y="658526"/>
                </a:moveTo>
                <a:lnTo>
                  <a:pt x="1577577" y="595652"/>
                </a:lnTo>
                <a:moveTo>
                  <a:pt x="1953357" y="927629"/>
                </a:moveTo>
                <a:lnTo>
                  <a:pt x="1939657" y="900779"/>
                </a:lnTo>
                <a:moveTo>
                  <a:pt x="1984489" y="573063"/>
                </a:moveTo>
                <a:lnTo>
                  <a:pt x="1963243" y="584046"/>
                </a:lnTo>
                <a:moveTo>
                  <a:pt x="2312166" y="477067"/>
                </a:moveTo>
                <a:lnTo>
                  <a:pt x="2276164" y="456735"/>
                </a:lnTo>
                <a:moveTo>
                  <a:pt x="2324645" y="389134"/>
                </a:moveTo>
                <a:lnTo>
                  <a:pt x="2276164" y="456735"/>
                </a:lnTo>
                <a:moveTo>
                  <a:pt x="1153929" y="920909"/>
                </a:moveTo>
                <a:lnTo>
                  <a:pt x="1165979" y="896613"/>
                </a:lnTo>
                <a:moveTo>
                  <a:pt x="1487243" y="822415"/>
                </a:moveTo>
                <a:lnTo>
                  <a:pt x="1497920" y="756653"/>
                </a:lnTo>
                <a:moveTo>
                  <a:pt x="2163726" y="785506"/>
                </a:moveTo>
                <a:lnTo>
                  <a:pt x="2178755" y="720372"/>
                </a:lnTo>
                <a:moveTo>
                  <a:pt x="1623750" y="929712"/>
                </a:moveTo>
                <a:lnTo>
                  <a:pt x="1605556" y="944703"/>
                </a:lnTo>
                <a:moveTo>
                  <a:pt x="1467702" y="887278"/>
                </a:moveTo>
                <a:lnTo>
                  <a:pt x="1445248" y="854246"/>
                </a:lnTo>
                <a:moveTo>
                  <a:pt x="2146133" y="850270"/>
                </a:moveTo>
                <a:lnTo>
                  <a:pt x="2113302" y="816120"/>
                </a:lnTo>
                <a:moveTo>
                  <a:pt x="1919205" y="644991"/>
                </a:moveTo>
                <a:lnTo>
                  <a:pt x="1963243" y="584046"/>
                </a:lnTo>
                <a:moveTo>
                  <a:pt x="1117869" y="1209406"/>
                </a:moveTo>
                <a:lnTo>
                  <a:pt x="1041524" y="1177514"/>
                </a:lnTo>
                <a:moveTo>
                  <a:pt x="1919205" y="644991"/>
                </a:moveTo>
                <a:lnTo>
                  <a:pt x="1897305" y="658507"/>
                </a:lnTo>
                <a:moveTo>
                  <a:pt x="1204459" y="1021384"/>
                </a:moveTo>
                <a:lnTo>
                  <a:pt x="1202159" y="1058948"/>
                </a:lnTo>
                <a:moveTo>
                  <a:pt x="1997795" y="992622"/>
                </a:moveTo>
                <a:lnTo>
                  <a:pt x="2011344" y="964331"/>
                </a:lnTo>
                <a:moveTo>
                  <a:pt x="2105296" y="949573"/>
                </a:moveTo>
                <a:lnTo>
                  <a:pt x="2113621" y="883470"/>
                </a:lnTo>
                <a:moveTo>
                  <a:pt x="1933697" y="909080"/>
                </a:moveTo>
                <a:lnTo>
                  <a:pt x="1872467" y="836524"/>
                </a:lnTo>
                <a:moveTo>
                  <a:pt x="1172719" y="816247"/>
                </a:moveTo>
                <a:lnTo>
                  <a:pt x="1091981" y="835481"/>
                </a:lnTo>
                <a:moveTo>
                  <a:pt x="1546602" y="1003493"/>
                </a:moveTo>
                <a:lnTo>
                  <a:pt x="1533105" y="1034703"/>
                </a:lnTo>
                <a:moveTo>
                  <a:pt x="1581356" y="653085"/>
                </a:moveTo>
                <a:lnTo>
                  <a:pt x="1577577" y="595652"/>
                </a:lnTo>
                <a:moveTo>
                  <a:pt x="2086032" y="1014095"/>
                </a:moveTo>
                <a:lnTo>
                  <a:pt x="2089069" y="985125"/>
                </a:lnTo>
                <a:moveTo>
                  <a:pt x="1891117" y="666658"/>
                </a:moveTo>
                <a:lnTo>
                  <a:pt x="1897305" y="658507"/>
                </a:lnTo>
                <a:moveTo>
                  <a:pt x="2298196" y="538245"/>
                </a:moveTo>
                <a:lnTo>
                  <a:pt x="2312166" y="477067"/>
                </a:lnTo>
                <a:moveTo>
                  <a:pt x="1091981" y="835481"/>
                </a:moveTo>
                <a:lnTo>
                  <a:pt x="1003805" y="903129"/>
                </a:lnTo>
                <a:moveTo>
                  <a:pt x="1933697" y="909080"/>
                </a:moveTo>
                <a:lnTo>
                  <a:pt x="1939657" y="900779"/>
                </a:lnTo>
                <a:moveTo>
                  <a:pt x="1090470" y="839033"/>
                </a:moveTo>
                <a:lnTo>
                  <a:pt x="1091981" y="835481"/>
                </a:lnTo>
                <a:moveTo>
                  <a:pt x="1717573" y="1133386"/>
                </a:moveTo>
                <a:lnTo>
                  <a:pt x="1747334" y="1070380"/>
                </a:lnTo>
                <a:moveTo>
                  <a:pt x="2162895" y="612881"/>
                </a:moveTo>
                <a:lnTo>
                  <a:pt x="2147787" y="515357"/>
                </a:lnTo>
                <a:moveTo>
                  <a:pt x="2072440" y="501362"/>
                </a:moveTo>
                <a:lnTo>
                  <a:pt x="1984489" y="573063"/>
                </a:lnTo>
                <a:moveTo>
                  <a:pt x="1487243" y="822415"/>
                </a:moveTo>
                <a:lnTo>
                  <a:pt x="1481783" y="828095"/>
                </a:lnTo>
                <a:moveTo>
                  <a:pt x="2137001" y="676446"/>
                </a:moveTo>
                <a:lnTo>
                  <a:pt x="2178755" y="720372"/>
                </a:lnTo>
                <a:moveTo>
                  <a:pt x="1581356" y="653085"/>
                </a:moveTo>
                <a:lnTo>
                  <a:pt x="1595405" y="593324"/>
                </a:lnTo>
                <a:moveTo>
                  <a:pt x="1090470" y="839033"/>
                </a:moveTo>
                <a:lnTo>
                  <a:pt x="1003805" y="903129"/>
                </a:lnTo>
                <a:moveTo>
                  <a:pt x="1784325" y="854456"/>
                </a:moveTo>
                <a:lnTo>
                  <a:pt x="1796926" y="819053"/>
                </a:lnTo>
                <a:moveTo>
                  <a:pt x="2147787" y="515357"/>
                </a:moveTo>
                <a:lnTo>
                  <a:pt x="2072440" y="501362"/>
                </a:lnTo>
                <a:moveTo>
                  <a:pt x="1204459" y="1021384"/>
                </a:moveTo>
                <a:lnTo>
                  <a:pt x="1184586" y="951209"/>
                </a:lnTo>
                <a:moveTo>
                  <a:pt x="1165076" y="1188202"/>
                </a:moveTo>
                <a:lnTo>
                  <a:pt x="1117869" y="1209406"/>
                </a:lnTo>
                <a:moveTo>
                  <a:pt x="1153929" y="920909"/>
                </a:moveTo>
                <a:lnTo>
                  <a:pt x="1184586" y="951209"/>
                </a:lnTo>
                <a:moveTo>
                  <a:pt x="1527847" y="723079"/>
                </a:moveTo>
                <a:lnTo>
                  <a:pt x="1497920" y="756653"/>
                </a:lnTo>
                <a:moveTo>
                  <a:pt x="1701574" y="879633"/>
                </a:moveTo>
                <a:lnTo>
                  <a:pt x="1682086" y="888451"/>
                </a:lnTo>
                <a:moveTo>
                  <a:pt x="2312166" y="477067"/>
                </a:moveTo>
                <a:lnTo>
                  <a:pt x="2268504" y="522933"/>
                </a:lnTo>
                <a:moveTo>
                  <a:pt x="1859213" y="866664"/>
                </a:moveTo>
                <a:lnTo>
                  <a:pt x="1872467" y="836524"/>
                </a:lnTo>
                <a:moveTo>
                  <a:pt x="1933697" y="909080"/>
                </a:moveTo>
                <a:lnTo>
                  <a:pt x="1953357" y="927629"/>
                </a:lnTo>
                <a:moveTo>
                  <a:pt x="1859213" y="866664"/>
                </a:moveTo>
                <a:lnTo>
                  <a:pt x="1796926" y="819053"/>
                </a:lnTo>
                <a:moveTo>
                  <a:pt x="1758653" y="1024834"/>
                </a:moveTo>
                <a:lnTo>
                  <a:pt x="1763098" y="1052029"/>
                </a:lnTo>
                <a:moveTo>
                  <a:pt x="1656358" y="660900"/>
                </a:moveTo>
                <a:lnTo>
                  <a:pt x="1595405" y="593324"/>
                </a:lnTo>
                <a:moveTo>
                  <a:pt x="1204417" y="1112545"/>
                </a:moveTo>
                <a:lnTo>
                  <a:pt x="1196843" y="1125485"/>
                </a:lnTo>
                <a:moveTo>
                  <a:pt x="1546602" y="1003493"/>
                </a:moveTo>
                <a:lnTo>
                  <a:pt x="1605556" y="944703"/>
                </a:lnTo>
                <a:moveTo>
                  <a:pt x="2146133" y="850270"/>
                </a:moveTo>
                <a:lnTo>
                  <a:pt x="2113621" y="883470"/>
                </a:lnTo>
                <a:moveTo>
                  <a:pt x="1041524" y="1177514"/>
                </a:moveTo>
                <a:lnTo>
                  <a:pt x="1030927" y="1168827"/>
                </a:lnTo>
                <a:moveTo>
                  <a:pt x="1970438" y="632795"/>
                </a:moveTo>
                <a:lnTo>
                  <a:pt x="1963243" y="584046"/>
                </a:lnTo>
                <a:moveTo>
                  <a:pt x="1153929" y="920909"/>
                </a:moveTo>
                <a:lnTo>
                  <a:pt x="1091981" y="835481"/>
                </a:lnTo>
                <a:moveTo>
                  <a:pt x="1204459" y="1021384"/>
                </a:moveTo>
                <a:lnTo>
                  <a:pt x="1196843" y="1125485"/>
                </a:lnTo>
                <a:moveTo>
                  <a:pt x="982598" y="1031967"/>
                </a:moveTo>
                <a:lnTo>
                  <a:pt x="969390" y="987435"/>
                </a:lnTo>
                <a:moveTo>
                  <a:pt x="2134592" y="590450"/>
                </a:moveTo>
                <a:lnTo>
                  <a:pt x="2162895" y="612881"/>
                </a:lnTo>
                <a:moveTo>
                  <a:pt x="1919205" y="644991"/>
                </a:moveTo>
                <a:lnTo>
                  <a:pt x="1891117" y="666658"/>
                </a:lnTo>
                <a:moveTo>
                  <a:pt x="1758653" y="1024834"/>
                </a:moveTo>
                <a:lnTo>
                  <a:pt x="1747334" y="1070380"/>
                </a:lnTo>
                <a:moveTo>
                  <a:pt x="2134592" y="590450"/>
                </a:moveTo>
                <a:lnTo>
                  <a:pt x="2072440" y="501362"/>
                </a:lnTo>
                <a:moveTo>
                  <a:pt x="1165076" y="1188202"/>
                </a:moveTo>
                <a:lnTo>
                  <a:pt x="1196843" y="1125485"/>
                </a:lnTo>
                <a:moveTo>
                  <a:pt x="1581356" y="653085"/>
                </a:moveTo>
                <a:lnTo>
                  <a:pt x="1546898" y="658526"/>
                </a:lnTo>
                <a:moveTo>
                  <a:pt x="1997795" y="992622"/>
                </a:moveTo>
                <a:lnTo>
                  <a:pt x="1953357" y="927629"/>
                </a:lnTo>
                <a:moveTo>
                  <a:pt x="2137001" y="676446"/>
                </a:moveTo>
                <a:lnTo>
                  <a:pt x="2162895" y="612881"/>
                </a:lnTo>
                <a:moveTo>
                  <a:pt x="1106519" y="1227630"/>
                </a:moveTo>
                <a:lnTo>
                  <a:pt x="1117869" y="1209406"/>
                </a:lnTo>
                <a:moveTo>
                  <a:pt x="1153929" y="920909"/>
                </a:moveTo>
                <a:lnTo>
                  <a:pt x="1090470" y="839033"/>
                </a:lnTo>
                <a:moveTo>
                  <a:pt x="2134592" y="590450"/>
                </a:moveTo>
                <a:lnTo>
                  <a:pt x="2147787" y="515357"/>
                </a:lnTo>
                <a:moveTo>
                  <a:pt x="1810951" y="679542"/>
                </a:moveTo>
                <a:lnTo>
                  <a:pt x="1738622" y="655171"/>
                </a:lnTo>
                <a:moveTo>
                  <a:pt x="1750846" y="1032991"/>
                </a:moveTo>
                <a:lnTo>
                  <a:pt x="1747334" y="1070380"/>
                </a:lnTo>
                <a:moveTo>
                  <a:pt x="1701574" y="879633"/>
                </a:moveTo>
                <a:lnTo>
                  <a:pt x="1623750" y="929712"/>
                </a:lnTo>
                <a:moveTo>
                  <a:pt x="1784325" y="854456"/>
                </a:moveTo>
                <a:lnTo>
                  <a:pt x="1708054" y="874223"/>
                </a:lnTo>
                <a:moveTo>
                  <a:pt x="1036804" y="1190830"/>
                </a:moveTo>
                <a:lnTo>
                  <a:pt x="1041524" y="1177514"/>
                </a:lnTo>
                <a:moveTo>
                  <a:pt x="1033861" y="891545"/>
                </a:moveTo>
                <a:lnTo>
                  <a:pt x="1003805" y="903129"/>
                </a:lnTo>
                <a:moveTo>
                  <a:pt x="2268504" y="522933"/>
                </a:moveTo>
                <a:lnTo>
                  <a:pt x="2276164" y="456735"/>
                </a:lnTo>
                <a:moveTo>
                  <a:pt x="1090470" y="839033"/>
                </a:moveTo>
                <a:lnTo>
                  <a:pt x="1033861" y="891545"/>
                </a:lnTo>
                <a:moveTo>
                  <a:pt x="1765693" y="862630"/>
                </a:moveTo>
                <a:lnTo>
                  <a:pt x="1708054" y="874223"/>
                </a:lnTo>
                <a:moveTo>
                  <a:pt x="990007" y="967400"/>
                </a:moveTo>
                <a:lnTo>
                  <a:pt x="969390" y="987435"/>
                </a:lnTo>
                <a:moveTo>
                  <a:pt x="1467702" y="887278"/>
                </a:moveTo>
                <a:lnTo>
                  <a:pt x="1481783" y="828095"/>
                </a:lnTo>
                <a:moveTo>
                  <a:pt x="2118863" y="741131"/>
                </a:moveTo>
                <a:lnTo>
                  <a:pt x="2178755" y="720372"/>
                </a:lnTo>
                <a:moveTo>
                  <a:pt x="990007" y="967400"/>
                </a:moveTo>
                <a:lnTo>
                  <a:pt x="1003805" y="903129"/>
                </a:lnTo>
                <a:moveTo>
                  <a:pt x="1891117" y="666658"/>
                </a:moveTo>
                <a:lnTo>
                  <a:pt x="1810951" y="679542"/>
                </a:lnTo>
                <a:moveTo>
                  <a:pt x="1527847" y="723079"/>
                </a:moveTo>
                <a:lnTo>
                  <a:pt x="1546898" y="658526"/>
                </a:lnTo>
                <a:moveTo>
                  <a:pt x="2072369" y="1033197"/>
                </a:moveTo>
                <a:lnTo>
                  <a:pt x="1997795" y="992622"/>
                </a:lnTo>
                <a:moveTo>
                  <a:pt x="1036804" y="1190830"/>
                </a:moveTo>
                <a:lnTo>
                  <a:pt x="1030927" y="1168827"/>
                </a:lnTo>
                <a:moveTo>
                  <a:pt x="1701574" y="879633"/>
                </a:moveTo>
                <a:lnTo>
                  <a:pt x="1708054" y="874223"/>
                </a:lnTo>
                <a:moveTo>
                  <a:pt x="1731830" y="677142"/>
                </a:moveTo>
                <a:lnTo>
                  <a:pt x="1738622" y="655171"/>
                </a:lnTo>
                <a:moveTo>
                  <a:pt x="1618317" y="907216"/>
                </a:moveTo>
                <a:lnTo>
                  <a:pt x="1623750" y="929712"/>
                </a:lnTo>
                <a:moveTo>
                  <a:pt x="1204417" y="1112545"/>
                </a:moveTo>
                <a:lnTo>
                  <a:pt x="1204459" y="1021384"/>
                </a:lnTo>
                <a:moveTo>
                  <a:pt x="1120252" y="904022"/>
                </a:moveTo>
                <a:lnTo>
                  <a:pt x="1090470" y="839033"/>
                </a:lnTo>
                <a:moveTo>
                  <a:pt x="2058433" y="561877"/>
                </a:moveTo>
                <a:lnTo>
                  <a:pt x="1984489" y="573063"/>
                </a:lnTo>
                <a:moveTo>
                  <a:pt x="1970438" y="632795"/>
                </a:moveTo>
                <a:lnTo>
                  <a:pt x="1984489" y="573063"/>
                </a:lnTo>
                <a:moveTo>
                  <a:pt x="1529509" y="790624"/>
                </a:moveTo>
                <a:lnTo>
                  <a:pt x="1497920" y="756653"/>
                </a:lnTo>
                <a:moveTo>
                  <a:pt x="2058433" y="561877"/>
                </a:moveTo>
                <a:lnTo>
                  <a:pt x="2072440" y="501362"/>
                </a:lnTo>
                <a:moveTo>
                  <a:pt x="1487243" y="822415"/>
                </a:moveTo>
                <a:lnTo>
                  <a:pt x="1467702" y="887278"/>
                </a:lnTo>
                <a:moveTo>
                  <a:pt x="1469379" y="887140"/>
                </a:moveTo>
                <a:lnTo>
                  <a:pt x="1487243" y="822415"/>
                </a:lnTo>
                <a:moveTo>
                  <a:pt x="2072369" y="1033197"/>
                </a:moveTo>
                <a:lnTo>
                  <a:pt x="2025364" y="1005333"/>
                </a:lnTo>
                <a:moveTo>
                  <a:pt x="2146133" y="850270"/>
                </a:moveTo>
                <a:lnTo>
                  <a:pt x="2163726" y="785506"/>
                </a:lnTo>
                <a:moveTo>
                  <a:pt x="1997795" y="992622"/>
                </a:moveTo>
                <a:lnTo>
                  <a:pt x="1933697" y="909080"/>
                </a:lnTo>
                <a:moveTo>
                  <a:pt x="1618317" y="907216"/>
                </a:moveTo>
                <a:lnTo>
                  <a:pt x="1605556" y="944703"/>
                </a:lnTo>
                <a:moveTo>
                  <a:pt x="1613916" y="908014"/>
                </a:moveTo>
                <a:lnTo>
                  <a:pt x="1605556" y="944703"/>
                </a:lnTo>
                <a:moveTo>
                  <a:pt x="1970438" y="632795"/>
                </a:moveTo>
                <a:lnTo>
                  <a:pt x="1919205" y="644991"/>
                </a:lnTo>
                <a:moveTo>
                  <a:pt x="2119831" y="913776"/>
                </a:moveTo>
                <a:lnTo>
                  <a:pt x="2113621" y="883470"/>
                </a:lnTo>
                <a:moveTo>
                  <a:pt x="2298196" y="538245"/>
                </a:moveTo>
                <a:lnTo>
                  <a:pt x="2268504" y="522933"/>
                </a:lnTo>
                <a:moveTo>
                  <a:pt x="1106519" y="1227630"/>
                </a:moveTo>
                <a:lnTo>
                  <a:pt x="1041524" y="1177514"/>
                </a:lnTo>
                <a:moveTo>
                  <a:pt x="2137001" y="676446"/>
                </a:moveTo>
                <a:lnTo>
                  <a:pt x="2134592" y="590450"/>
                </a:lnTo>
                <a:moveTo>
                  <a:pt x="2086032" y="1014095"/>
                </a:moveTo>
                <a:lnTo>
                  <a:pt x="2072369" y="1033197"/>
                </a:lnTo>
                <a:moveTo>
                  <a:pt x="2086032" y="1014095"/>
                </a:moveTo>
                <a:lnTo>
                  <a:pt x="2105296" y="949573"/>
                </a:lnTo>
                <a:moveTo>
                  <a:pt x="1810951" y="679542"/>
                </a:moveTo>
                <a:lnTo>
                  <a:pt x="1731830" y="677142"/>
                </a:lnTo>
                <a:moveTo>
                  <a:pt x="988495" y="1057498"/>
                </a:moveTo>
                <a:lnTo>
                  <a:pt x="982598" y="1031967"/>
                </a:lnTo>
                <a:moveTo>
                  <a:pt x="982598" y="1031967"/>
                </a:moveTo>
                <a:lnTo>
                  <a:pt x="990007" y="967400"/>
                </a:lnTo>
                <a:moveTo>
                  <a:pt x="1656358" y="660900"/>
                </a:moveTo>
                <a:lnTo>
                  <a:pt x="1581356" y="653085"/>
                </a:lnTo>
                <a:moveTo>
                  <a:pt x="1703998" y="1093530"/>
                </a:moveTo>
                <a:lnTo>
                  <a:pt x="1747334" y="1070380"/>
                </a:lnTo>
                <a:moveTo>
                  <a:pt x="1933697" y="909080"/>
                </a:moveTo>
                <a:lnTo>
                  <a:pt x="1859213" y="866664"/>
                </a:lnTo>
                <a:moveTo>
                  <a:pt x="1891117" y="666658"/>
                </a:moveTo>
                <a:lnTo>
                  <a:pt x="1807033" y="688562"/>
                </a:lnTo>
                <a:moveTo>
                  <a:pt x="1190312" y="1171316"/>
                </a:moveTo>
                <a:lnTo>
                  <a:pt x="1196843" y="1125485"/>
                </a:lnTo>
                <a:moveTo>
                  <a:pt x="1209647" y="1057250"/>
                </a:moveTo>
                <a:lnTo>
                  <a:pt x="1204417" y="1112545"/>
                </a:lnTo>
                <a:moveTo>
                  <a:pt x="1153929" y="920909"/>
                </a:moveTo>
                <a:lnTo>
                  <a:pt x="1120252" y="904022"/>
                </a:lnTo>
                <a:moveTo>
                  <a:pt x="1077238" y="882792"/>
                </a:moveTo>
                <a:lnTo>
                  <a:pt x="1090470" y="839033"/>
                </a:lnTo>
                <a:moveTo>
                  <a:pt x="2121438" y="666267"/>
                </a:moveTo>
                <a:lnTo>
                  <a:pt x="2134592" y="590450"/>
                </a:lnTo>
                <a:moveTo>
                  <a:pt x="1807033" y="688562"/>
                </a:moveTo>
                <a:lnTo>
                  <a:pt x="1810951" y="679542"/>
                </a:lnTo>
                <a:moveTo>
                  <a:pt x="2045176" y="635851"/>
                </a:moveTo>
                <a:lnTo>
                  <a:pt x="1984489" y="573063"/>
                </a:lnTo>
                <a:moveTo>
                  <a:pt x="1164465" y="977712"/>
                </a:moveTo>
                <a:lnTo>
                  <a:pt x="1184586" y="951209"/>
                </a:lnTo>
                <a:moveTo>
                  <a:pt x="1209647" y="1057250"/>
                </a:moveTo>
                <a:lnTo>
                  <a:pt x="1204459" y="1021384"/>
                </a:lnTo>
                <a:moveTo>
                  <a:pt x="2134592" y="590450"/>
                </a:moveTo>
                <a:lnTo>
                  <a:pt x="2058433" y="561877"/>
                </a:lnTo>
                <a:moveTo>
                  <a:pt x="1033861" y="891545"/>
                </a:moveTo>
                <a:lnTo>
                  <a:pt x="990007" y="967400"/>
                </a:lnTo>
                <a:moveTo>
                  <a:pt x="1933697" y="909080"/>
                </a:moveTo>
                <a:lnTo>
                  <a:pt x="1885528" y="879937"/>
                </a:lnTo>
                <a:moveTo>
                  <a:pt x="1784325" y="854456"/>
                </a:moveTo>
                <a:lnTo>
                  <a:pt x="1765693" y="862630"/>
                </a:lnTo>
                <a:moveTo>
                  <a:pt x="2025364" y="1005333"/>
                </a:moveTo>
                <a:lnTo>
                  <a:pt x="1997795" y="992622"/>
                </a:lnTo>
                <a:moveTo>
                  <a:pt x="2121438" y="666267"/>
                </a:moveTo>
                <a:lnTo>
                  <a:pt x="2137001" y="676446"/>
                </a:lnTo>
                <a:moveTo>
                  <a:pt x="2118863" y="741131"/>
                </a:moveTo>
                <a:lnTo>
                  <a:pt x="2163726" y="785506"/>
                </a:lnTo>
                <a:moveTo>
                  <a:pt x="1731830" y="677142"/>
                </a:moveTo>
                <a:lnTo>
                  <a:pt x="1656358" y="660900"/>
                </a:lnTo>
                <a:moveTo>
                  <a:pt x="1881680" y="690003"/>
                </a:moveTo>
                <a:lnTo>
                  <a:pt x="1919205" y="644991"/>
                </a:lnTo>
                <a:moveTo>
                  <a:pt x="1859213" y="866664"/>
                </a:moveTo>
                <a:lnTo>
                  <a:pt x="1784325" y="854456"/>
                </a:lnTo>
                <a:moveTo>
                  <a:pt x="1106519" y="1227630"/>
                </a:moveTo>
                <a:lnTo>
                  <a:pt x="1036804" y="1190830"/>
                </a:lnTo>
                <a:moveTo>
                  <a:pt x="1567029" y="707874"/>
                </a:moveTo>
                <a:lnTo>
                  <a:pt x="1546898" y="658526"/>
                </a:lnTo>
                <a:moveTo>
                  <a:pt x="1165076" y="1188202"/>
                </a:moveTo>
                <a:lnTo>
                  <a:pt x="1106519" y="1227630"/>
                </a:lnTo>
                <a:moveTo>
                  <a:pt x="1807033" y="688562"/>
                </a:moveTo>
                <a:lnTo>
                  <a:pt x="1731830" y="677142"/>
                </a:lnTo>
                <a:moveTo>
                  <a:pt x="1529509" y="790624"/>
                </a:moveTo>
                <a:lnTo>
                  <a:pt x="1487243" y="822415"/>
                </a:lnTo>
                <a:moveTo>
                  <a:pt x="1613916" y="908014"/>
                </a:moveTo>
                <a:lnTo>
                  <a:pt x="1546602" y="1003493"/>
                </a:lnTo>
                <a:moveTo>
                  <a:pt x="1765693" y="862630"/>
                </a:moveTo>
                <a:lnTo>
                  <a:pt x="1701574" y="879633"/>
                </a:lnTo>
                <a:moveTo>
                  <a:pt x="1469379" y="887140"/>
                </a:moveTo>
                <a:lnTo>
                  <a:pt x="1467702" y="887278"/>
                </a:lnTo>
                <a:moveTo>
                  <a:pt x="1929205" y="902146"/>
                </a:moveTo>
                <a:lnTo>
                  <a:pt x="1933697" y="909080"/>
                </a:lnTo>
                <a:moveTo>
                  <a:pt x="1225361" y="1091708"/>
                </a:moveTo>
                <a:lnTo>
                  <a:pt x="1204417" y="1112545"/>
                </a:lnTo>
                <a:moveTo>
                  <a:pt x="1147299" y="937098"/>
                </a:moveTo>
                <a:lnTo>
                  <a:pt x="1153929" y="920909"/>
                </a:lnTo>
                <a:moveTo>
                  <a:pt x="1466972" y="890260"/>
                </a:moveTo>
                <a:lnTo>
                  <a:pt x="1467702" y="887278"/>
                </a:lnTo>
                <a:moveTo>
                  <a:pt x="1881680" y="690003"/>
                </a:moveTo>
                <a:lnTo>
                  <a:pt x="1891117" y="666658"/>
                </a:lnTo>
                <a:moveTo>
                  <a:pt x="1466972" y="890260"/>
                </a:moveTo>
                <a:lnTo>
                  <a:pt x="1469379" y="887140"/>
                </a:lnTo>
                <a:moveTo>
                  <a:pt x="2121438" y="666267"/>
                </a:moveTo>
                <a:lnTo>
                  <a:pt x="2058433" y="561877"/>
                </a:lnTo>
                <a:moveTo>
                  <a:pt x="1190312" y="1171316"/>
                </a:moveTo>
                <a:lnTo>
                  <a:pt x="1204417" y="1112545"/>
                </a:lnTo>
                <a:moveTo>
                  <a:pt x="1007959" y="955109"/>
                </a:moveTo>
                <a:lnTo>
                  <a:pt x="982598" y="1031967"/>
                </a:lnTo>
                <a:moveTo>
                  <a:pt x="2119831" y="913776"/>
                </a:moveTo>
                <a:lnTo>
                  <a:pt x="2105296" y="949573"/>
                </a:lnTo>
                <a:moveTo>
                  <a:pt x="2057499" y="1078241"/>
                </a:moveTo>
                <a:lnTo>
                  <a:pt x="2072369" y="1033197"/>
                </a:lnTo>
                <a:moveTo>
                  <a:pt x="1758653" y="1024834"/>
                </a:moveTo>
                <a:lnTo>
                  <a:pt x="1750846" y="1032991"/>
                </a:lnTo>
                <a:moveTo>
                  <a:pt x="2072369" y="1033197"/>
                </a:moveTo>
                <a:lnTo>
                  <a:pt x="2055242" y="1076953"/>
                </a:lnTo>
                <a:moveTo>
                  <a:pt x="2229288" y="479373"/>
                </a:moveTo>
                <a:lnTo>
                  <a:pt x="2276164" y="456735"/>
                </a:lnTo>
                <a:moveTo>
                  <a:pt x="1077238" y="882792"/>
                </a:moveTo>
                <a:lnTo>
                  <a:pt x="1033861" y="891545"/>
                </a:lnTo>
                <a:moveTo>
                  <a:pt x="1022007" y="1129643"/>
                </a:moveTo>
                <a:lnTo>
                  <a:pt x="1030927" y="1168827"/>
                </a:lnTo>
                <a:moveTo>
                  <a:pt x="1885528" y="879937"/>
                </a:moveTo>
                <a:lnTo>
                  <a:pt x="1859213" y="866664"/>
                </a:lnTo>
                <a:moveTo>
                  <a:pt x="1703998" y="1093530"/>
                </a:moveTo>
                <a:lnTo>
                  <a:pt x="1717573" y="1133386"/>
                </a:lnTo>
                <a:moveTo>
                  <a:pt x="1007959" y="955109"/>
                </a:moveTo>
                <a:lnTo>
                  <a:pt x="1033861" y="891545"/>
                </a:lnTo>
                <a:moveTo>
                  <a:pt x="1997795" y="992622"/>
                </a:moveTo>
                <a:lnTo>
                  <a:pt x="1929205" y="902146"/>
                </a:lnTo>
                <a:moveTo>
                  <a:pt x="2118863" y="741131"/>
                </a:moveTo>
                <a:lnTo>
                  <a:pt x="2137001" y="676446"/>
                </a:lnTo>
                <a:moveTo>
                  <a:pt x="1190312" y="1171316"/>
                </a:moveTo>
                <a:lnTo>
                  <a:pt x="1165076" y="1188202"/>
                </a:lnTo>
                <a:moveTo>
                  <a:pt x="1147299" y="937098"/>
                </a:moveTo>
                <a:lnTo>
                  <a:pt x="1120252" y="904022"/>
                </a:lnTo>
                <a:moveTo>
                  <a:pt x="1567029" y="707874"/>
                </a:moveTo>
                <a:lnTo>
                  <a:pt x="1581356" y="653085"/>
                </a:lnTo>
                <a:moveTo>
                  <a:pt x="1077238" y="882792"/>
                </a:moveTo>
                <a:lnTo>
                  <a:pt x="1120252" y="904022"/>
                </a:lnTo>
                <a:moveTo>
                  <a:pt x="1007959" y="955109"/>
                </a:moveTo>
                <a:lnTo>
                  <a:pt x="988495" y="1057498"/>
                </a:lnTo>
                <a:moveTo>
                  <a:pt x="1756328" y="1026131"/>
                </a:moveTo>
                <a:lnTo>
                  <a:pt x="1758653" y="1024834"/>
                </a:lnTo>
                <a:moveTo>
                  <a:pt x="1701574" y="879633"/>
                </a:moveTo>
                <a:lnTo>
                  <a:pt x="1618317" y="907216"/>
                </a:lnTo>
                <a:moveTo>
                  <a:pt x="1007959" y="955109"/>
                </a:moveTo>
                <a:lnTo>
                  <a:pt x="990007" y="967400"/>
                </a:lnTo>
                <a:moveTo>
                  <a:pt x="1531259" y="952866"/>
                </a:moveTo>
                <a:lnTo>
                  <a:pt x="1546602" y="1003493"/>
                </a:lnTo>
                <a:moveTo>
                  <a:pt x="1036804" y="1190830"/>
                </a:moveTo>
                <a:lnTo>
                  <a:pt x="1022007" y="1129643"/>
                </a:lnTo>
                <a:moveTo>
                  <a:pt x="1164465" y="977712"/>
                </a:moveTo>
                <a:lnTo>
                  <a:pt x="1204459" y="1021384"/>
                </a:lnTo>
                <a:moveTo>
                  <a:pt x="1225361" y="1091708"/>
                </a:moveTo>
                <a:lnTo>
                  <a:pt x="1209647" y="1057250"/>
                </a:lnTo>
                <a:moveTo>
                  <a:pt x="1164465" y="977712"/>
                </a:moveTo>
                <a:lnTo>
                  <a:pt x="1153929" y="920909"/>
                </a:lnTo>
                <a:moveTo>
                  <a:pt x="1756328" y="1026131"/>
                </a:moveTo>
                <a:lnTo>
                  <a:pt x="1750846" y="1032991"/>
                </a:lnTo>
                <a:moveTo>
                  <a:pt x="2118863" y="741131"/>
                </a:moveTo>
                <a:lnTo>
                  <a:pt x="2121438" y="666267"/>
                </a:lnTo>
                <a:moveTo>
                  <a:pt x="2118863" y="741131"/>
                </a:moveTo>
                <a:lnTo>
                  <a:pt x="2146133" y="850270"/>
                </a:lnTo>
                <a:moveTo>
                  <a:pt x="2121438" y="666267"/>
                </a:moveTo>
                <a:lnTo>
                  <a:pt x="2045176" y="635851"/>
                </a:lnTo>
                <a:moveTo>
                  <a:pt x="2074344" y="435379"/>
                </a:moveTo>
                <a:lnTo>
                  <a:pt x="2070988" y="475312"/>
                </a:lnTo>
                <a:moveTo>
                  <a:pt x="2045176" y="635851"/>
                </a:moveTo>
                <a:lnTo>
                  <a:pt x="2058433" y="561877"/>
                </a:lnTo>
                <a:moveTo>
                  <a:pt x="2045176" y="635851"/>
                </a:moveTo>
                <a:lnTo>
                  <a:pt x="1970438" y="632795"/>
                </a:lnTo>
                <a:moveTo>
                  <a:pt x="1881680" y="690003"/>
                </a:moveTo>
                <a:lnTo>
                  <a:pt x="1807033" y="688562"/>
                </a:lnTo>
                <a:moveTo>
                  <a:pt x="1529509" y="790624"/>
                </a:moveTo>
                <a:lnTo>
                  <a:pt x="1527847" y="723079"/>
                </a:lnTo>
                <a:moveTo>
                  <a:pt x="1970438" y="632795"/>
                </a:moveTo>
                <a:lnTo>
                  <a:pt x="1881680" y="690003"/>
                </a:lnTo>
                <a:moveTo>
                  <a:pt x="1022007" y="1129643"/>
                </a:moveTo>
                <a:lnTo>
                  <a:pt x="988495" y="1057498"/>
                </a:lnTo>
                <a:moveTo>
                  <a:pt x="1567029" y="707874"/>
                </a:moveTo>
                <a:lnTo>
                  <a:pt x="1527847" y="723079"/>
                </a:lnTo>
                <a:moveTo>
                  <a:pt x="2107878" y="734809"/>
                </a:moveTo>
                <a:lnTo>
                  <a:pt x="2121438" y="666267"/>
                </a:lnTo>
                <a:moveTo>
                  <a:pt x="1929205" y="902146"/>
                </a:moveTo>
                <a:lnTo>
                  <a:pt x="1885528" y="879937"/>
                </a:lnTo>
                <a:moveTo>
                  <a:pt x="1618317" y="907216"/>
                </a:moveTo>
                <a:lnTo>
                  <a:pt x="1613916" y="908014"/>
                </a:lnTo>
                <a:moveTo>
                  <a:pt x="2070988" y="475312"/>
                </a:moveTo>
                <a:lnTo>
                  <a:pt x="2033065" y="451034"/>
                </a:lnTo>
                <a:moveTo>
                  <a:pt x="1529509" y="790624"/>
                </a:moveTo>
                <a:lnTo>
                  <a:pt x="1469379" y="887140"/>
                </a:lnTo>
                <a:moveTo>
                  <a:pt x="2119831" y="913776"/>
                </a:moveTo>
                <a:lnTo>
                  <a:pt x="2146133" y="850270"/>
                </a:lnTo>
                <a:moveTo>
                  <a:pt x="1034209" y="1154841"/>
                </a:moveTo>
                <a:lnTo>
                  <a:pt x="1036804" y="1190830"/>
                </a:lnTo>
                <a:moveTo>
                  <a:pt x="1780523" y="836582"/>
                </a:moveTo>
                <a:lnTo>
                  <a:pt x="1784325" y="854456"/>
                </a:lnTo>
                <a:moveTo>
                  <a:pt x="2055242" y="1076953"/>
                </a:moveTo>
                <a:lnTo>
                  <a:pt x="2025364" y="1005333"/>
                </a:lnTo>
                <a:moveTo>
                  <a:pt x="1147299" y="937098"/>
                </a:moveTo>
                <a:lnTo>
                  <a:pt x="1077238" y="882792"/>
                </a:lnTo>
                <a:moveTo>
                  <a:pt x="1641721" y="710111"/>
                </a:moveTo>
                <a:lnTo>
                  <a:pt x="1581356" y="653085"/>
                </a:lnTo>
                <a:moveTo>
                  <a:pt x="1780523" y="836582"/>
                </a:moveTo>
                <a:lnTo>
                  <a:pt x="1765693" y="862630"/>
                </a:lnTo>
                <a:moveTo>
                  <a:pt x="2110491" y="979732"/>
                </a:moveTo>
                <a:lnTo>
                  <a:pt x="2105296" y="949573"/>
                </a:lnTo>
                <a:moveTo>
                  <a:pt x="1996602" y="949966"/>
                </a:moveTo>
                <a:lnTo>
                  <a:pt x="1997795" y="992622"/>
                </a:lnTo>
                <a:moveTo>
                  <a:pt x="2145226" y="469412"/>
                </a:moveTo>
                <a:lnTo>
                  <a:pt x="2070988" y="475312"/>
                </a:lnTo>
                <a:moveTo>
                  <a:pt x="1703998" y="1093530"/>
                </a:moveTo>
                <a:lnTo>
                  <a:pt x="1750846" y="1032991"/>
                </a:lnTo>
                <a:moveTo>
                  <a:pt x="2086032" y="1014095"/>
                </a:moveTo>
                <a:lnTo>
                  <a:pt x="2057499" y="1078241"/>
                </a:lnTo>
                <a:moveTo>
                  <a:pt x="1209647" y="1057250"/>
                </a:moveTo>
                <a:lnTo>
                  <a:pt x="1164465" y="977712"/>
                </a:lnTo>
                <a:moveTo>
                  <a:pt x="2060740" y="1077747"/>
                </a:moveTo>
                <a:lnTo>
                  <a:pt x="2086032" y="1014095"/>
                </a:lnTo>
                <a:moveTo>
                  <a:pt x="2229288" y="479373"/>
                </a:moveTo>
                <a:lnTo>
                  <a:pt x="2268504" y="522933"/>
                </a:lnTo>
                <a:moveTo>
                  <a:pt x="1225361" y="1091708"/>
                </a:moveTo>
                <a:lnTo>
                  <a:pt x="1190312" y="1171316"/>
                </a:lnTo>
                <a:moveTo>
                  <a:pt x="1931379" y="867476"/>
                </a:moveTo>
                <a:lnTo>
                  <a:pt x="1859213" y="866664"/>
                </a:lnTo>
                <a:moveTo>
                  <a:pt x="1541476" y="873059"/>
                </a:moveTo>
                <a:lnTo>
                  <a:pt x="1469379" y="887140"/>
                </a:lnTo>
                <a:moveTo>
                  <a:pt x="2023830" y="967216"/>
                </a:moveTo>
                <a:lnTo>
                  <a:pt x="1997795" y="992622"/>
                </a:lnTo>
                <a:moveTo>
                  <a:pt x="1858579" y="821351"/>
                </a:moveTo>
                <a:lnTo>
                  <a:pt x="1784325" y="854456"/>
                </a:lnTo>
                <a:moveTo>
                  <a:pt x="2074344" y="435379"/>
                </a:moveTo>
                <a:lnTo>
                  <a:pt x="2033065" y="451034"/>
                </a:lnTo>
                <a:moveTo>
                  <a:pt x="1641721" y="710111"/>
                </a:moveTo>
                <a:lnTo>
                  <a:pt x="1656358" y="660900"/>
                </a:lnTo>
                <a:moveTo>
                  <a:pt x="1956326" y="691412"/>
                </a:moveTo>
                <a:lnTo>
                  <a:pt x="1970438" y="632795"/>
                </a:lnTo>
                <a:moveTo>
                  <a:pt x="2056821" y="532968"/>
                </a:moveTo>
                <a:lnTo>
                  <a:pt x="2070988" y="475312"/>
                </a:lnTo>
                <a:moveTo>
                  <a:pt x="1613916" y="908014"/>
                </a:moveTo>
                <a:lnTo>
                  <a:pt x="1531259" y="952866"/>
                </a:lnTo>
                <a:moveTo>
                  <a:pt x="2118863" y="741131"/>
                </a:moveTo>
                <a:lnTo>
                  <a:pt x="2107878" y="734809"/>
                </a:lnTo>
                <a:moveTo>
                  <a:pt x="1717097" y="724640"/>
                </a:moveTo>
                <a:lnTo>
                  <a:pt x="1731830" y="677142"/>
                </a:lnTo>
                <a:moveTo>
                  <a:pt x="1931379" y="867476"/>
                </a:moveTo>
                <a:lnTo>
                  <a:pt x="1885528" y="879937"/>
                </a:lnTo>
                <a:moveTo>
                  <a:pt x="2107878" y="734809"/>
                </a:moveTo>
                <a:lnTo>
                  <a:pt x="2045176" y="635851"/>
                </a:lnTo>
                <a:moveTo>
                  <a:pt x="1717097" y="724640"/>
                </a:moveTo>
                <a:lnTo>
                  <a:pt x="1656358" y="660900"/>
                </a:lnTo>
                <a:moveTo>
                  <a:pt x="1014726" y="1023391"/>
                </a:moveTo>
                <a:lnTo>
                  <a:pt x="988495" y="1057498"/>
                </a:lnTo>
                <a:moveTo>
                  <a:pt x="1106519" y="1227630"/>
                </a:moveTo>
                <a:lnTo>
                  <a:pt x="1034209" y="1154841"/>
                </a:lnTo>
                <a:moveTo>
                  <a:pt x="1792430" y="738381"/>
                </a:moveTo>
                <a:lnTo>
                  <a:pt x="1731830" y="677142"/>
                </a:lnTo>
                <a:moveTo>
                  <a:pt x="1779209" y="830454"/>
                </a:moveTo>
                <a:lnTo>
                  <a:pt x="1765693" y="862630"/>
                </a:lnTo>
                <a:moveTo>
                  <a:pt x="1164465" y="977712"/>
                </a:moveTo>
                <a:lnTo>
                  <a:pt x="1147299" y="937098"/>
                </a:lnTo>
                <a:moveTo>
                  <a:pt x="2094561" y="804160"/>
                </a:moveTo>
                <a:lnTo>
                  <a:pt x="2146133" y="850270"/>
                </a:lnTo>
                <a:moveTo>
                  <a:pt x="2094409" y="804990"/>
                </a:moveTo>
                <a:lnTo>
                  <a:pt x="2146133" y="850270"/>
                </a:lnTo>
                <a:moveTo>
                  <a:pt x="2023830" y="967216"/>
                </a:moveTo>
                <a:lnTo>
                  <a:pt x="2025364" y="1005333"/>
                </a:lnTo>
                <a:moveTo>
                  <a:pt x="2031562" y="703433"/>
                </a:moveTo>
                <a:lnTo>
                  <a:pt x="1970438" y="632795"/>
                </a:lnTo>
                <a:moveTo>
                  <a:pt x="1858579" y="821351"/>
                </a:moveTo>
                <a:lnTo>
                  <a:pt x="1859213" y="866664"/>
                </a:lnTo>
                <a:moveTo>
                  <a:pt x="1182077" y="1188322"/>
                </a:moveTo>
                <a:lnTo>
                  <a:pt x="1165076" y="1188202"/>
                </a:lnTo>
                <a:moveTo>
                  <a:pt x="1062918" y="937699"/>
                </a:moveTo>
                <a:lnTo>
                  <a:pt x="1033861" y="891545"/>
                </a:lnTo>
                <a:moveTo>
                  <a:pt x="2145226" y="469412"/>
                </a:moveTo>
                <a:lnTo>
                  <a:pt x="2074344" y="435379"/>
                </a:lnTo>
                <a:moveTo>
                  <a:pt x="2145894" y="463455"/>
                </a:moveTo>
                <a:lnTo>
                  <a:pt x="2074344" y="435379"/>
                </a:lnTo>
                <a:moveTo>
                  <a:pt x="1613916" y="908014"/>
                </a:moveTo>
                <a:lnTo>
                  <a:pt x="1541476" y="873059"/>
                </a:lnTo>
                <a:moveTo>
                  <a:pt x="1792430" y="738381"/>
                </a:moveTo>
                <a:lnTo>
                  <a:pt x="1807033" y="688562"/>
                </a:lnTo>
                <a:moveTo>
                  <a:pt x="1779209" y="830454"/>
                </a:moveTo>
                <a:lnTo>
                  <a:pt x="1701574" y="879633"/>
                </a:lnTo>
                <a:moveTo>
                  <a:pt x="1929205" y="902146"/>
                </a:moveTo>
                <a:lnTo>
                  <a:pt x="1931379" y="867476"/>
                </a:lnTo>
                <a:moveTo>
                  <a:pt x="1933390" y="833920"/>
                </a:moveTo>
                <a:lnTo>
                  <a:pt x="1859213" y="866664"/>
                </a:lnTo>
                <a:moveTo>
                  <a:pt x="2070988" y="475312"/>
                </a:moveTo>
                <a:lnTo>
                  <a:pt x="2049390" y="520696"/>
                </a:lnTo>
                <a:moveTo>
                  <a:pt x="2290329" y="938400"/>
                </a:moveTo>
                <a:lnTo>
                  <a:pt x="2313631" y="874461"/>
                </a:lnTo>
                <a:moveTo>
                  <a:pt x="1553073" y="769302"/>
                </a:moveTo>
                <a:lnTo>
                  <a:pt x="1527847" y="723079"/>
                </a:lnTo>
                <a:moveTo>
                  <a:pt x="1996602" y="949966"/>
                </a:moveTo>
                <a:lnTo>
                  <a:pt x="1929205" y="902146"/>
                </a:lnTo>
                <a:moveTo>
                  <a:pt x="1618317" y="907216"/>
                </a:moveTo>
                <a:lnTo>
                  <a:pt x="1545516" y="836759"/>
                </a:lnTo>
                <a:moveTo>
                  <a:pt x="1138867" y="962499"/>
                </a:moveTo>
                <a:lnTo>
                  <a:pt x="1147299" y="937098"/>
                </a:lnTo>
                <a:moveTo>
                  <a:pt x="1545516" y="836759"/>
                </a:moveTo>
                <a:lnTo>
                  <a:pt x="1613916" y="908014"/>
                </a:lnTo>
                <a:moveTo>
                  <a:pt x="2057499" y="1078241"/>
                </a:moveTo>
                <a:lnTo>
                  <a:pt x="2055242" y="1076953"/>
                </a:lnTo>
                <a:moveTo>
                  <a:pt x="2110491" y="979732"/>
                </a:moveTo>
                <a:lnTo>
                  <a:pt x="2086032" y="1014095"/>
                </a:lnTo>
                <a:moveTo>
                  <a:pt x="1956326" y="691412"/>
                </a:moveTo>
                <a:lnTo>
                  <a:pt x="1881680" y="690003"/>
                </a:lnTo>
                <a:moveTo>
                  <a:pt x="2060740" y="1077747"/>
                </a:moveTo>
                <a:lnTo>
                  <a:pt x="2057499" y="1078241"/>
                </a:lnTo>
                <a:moveTo>
                  <a:pt x="1138867" y="962499"/>
                </a:moveTo>
                <a:lnTo>
                  <a:pt x="1077238" y="882792"/>
                </a:lnTo>
                <a:moveTo>
                  <a:pt x="1696764" y="854173"/>
                </a:moveTo>
                <a:lnTo>
                  <a:pt x="1701574" y="879633"/>
                </a:lnTo>
                <a:moveTo>
                  <a:pt x="1213244" y="1157262"/>
                </a:moveTo>
                <a:lnTo>
                  <a:pt x="1225361" y="1091708"/>
                </a:lnTo>
                <a:moveTo>
                  <a:pt x="2145894" y="463455"/>
                </a:moveTo>
                <a:lnTo>
                  <a:pt x="2145226" y="469412"/>
                </a:lnTo>
                <a:moveTo>
                  <a:pt x="1867420" y="745982"/>
                </a:moveTo>
                <a:lnTo>
                  <a:pt x="1807033" y="688562"/>
                </a:lnTo>
                <a:moveTo>
                  <a:pt x="2056119" y="1083574"/>
                </a:moveTo>
                <a:lnTo>
                  <a:pt x="2057499" y="1078241"/>
                </a:lnTo>
                <a:moveTo>
                  <a:pt x="1202506" y="1042874"/>
                </a:moveTo>
                <a:lnTo>
                  <a:pt x="1209647" y="1057250"/>
                </a:lnTo>
                <a:moveTo>
                  <a:pt x="2056119" y="1083574"/>
                </a:moveTo>
                <a:lnTo>
                  <a:pt x="2055242" y="1076953"/>
                </a:lnTo>
                <a:moveTo>
                  <a:pt x="2031562" y="703433"/>
                </a:moveTo>
                <a:lnTo>
                  <a:pt x="2045176" y="635851"/>
                </a:lnTo>
                <a:moveTo>
                  <a:pt x="1182077" y="1188322"/>
                </a:moveTo>
                <a:lnTo>
                  <a:pt x="1106519" y="1227630"/>
                </a:lnTo>
                <a:moveTo>
                  <a:pt x="2060740" y="1077747"/>
                </a:moveTo>
                <a:lnTo>
                  <a:pt x="2056119" y="1083574"/>
                </a:lnTo>
                <a:moveTo>
                  <a:pt x="1701574" y="879633"/>
                </a:moveTo>
                <a:lnTo>
                  <a:pt x="1616515" y="867454"/>
                </a:lnTo>
                <a:moveTo>
                  <a:pt x="2118863" y="741131"/>
                </a:moveTo>
                <a:lnTo>
                  <a:pt x="2094561" y="804160"/>
                </a:lnTo>
                <a:moveTo>
                  <a:pt x="1213244" y="1157262"/>
                </a:moveTo>
                <a:lnTo>
                  <a:pt x="1190312" y="1171316"/>
                </a:lnTo>
                <a:moveTo>
                  <a:pt x="1541476" y="873059"/>
                </a:moveTo>
                <a:lnTo>
                  <a:pt x="1529509" y="790624"/>
                </a:lnTo>
                <a:moveTo>
                  <a:pt x="1103246" y="1194862"/>
                </a:moveTo>
                <a:lnTo>
                  <a:pt x="1106519" y="1227630"/>
                </a:lnTo>
                <a:moveTo>
                  <a:pt x="2157215" y="468964"/>
                </a:moveTo>
                <a:lnTo>
                  <a:pt x="2145226" y="469412"/>
                </a:lnTo>
                <a:moveTo>
                  <a:pt x="2144394" y="470585"/>
                </a:moveTo>
                <a:lnTo>
                  <a:pt x="2145226" y="469412"/>
                </a:lnTo>
                <a:moveTo>
                  <a:pt x="2157215" y="468964"/>
                </a:moveTo>
                <a:lnTo>
                  <a:pt x="2145894" y="463455"/>
                </a:lnTo>
                <a:moveTo>
                  <a:pt x="1014726" y="1023391"/>
                </a:moveTo>
                <a:lnTo>
                  <a:pt x="1007959" y="955109"/>
                </a:lnTo>
                <a:moveTo>
                  <a:pt x="1214169" y="1052195"/>
                </a:moveTo>
                <a:lnTo>
                  <a:pt x="1209647" y="1057250"/>
                </a:lnTo>
                <a:moveTo>
                  <a:pt x="1034209" y="1154841"/>
                </a:moveTo>
                <a:lnTo>
                  <a:pt x="1022007" y="1129643"/>
                </a:lnTo>
                <a:moveTo>
                  <a:pt x="2107878" y="734809"/>
                </a:moveTo>
                <a:lnTo>
                  <a:pt x="2031562" y="703433"/>
                </a:lnTo>
                <a:moveTo>
                  <a:pt x="1531259" y="952866"/>
                </a:moveTo>
                <a:lnTo>
                  <a:pt x="1541476" y="873059"/>
                </a:lnTo>
                <a:moveTo>
                  <a:pt x="2157215" y="468964"/>
                </a:moveTo>
                <a:lnTo>
                  <a:pt x="2144394" y="470585"/>
                </a:lnTo>
                <a:moveTo>
                  <a:pt x="2094561" y="804160"/>
                </a:moveTo>
                <a:lnTo>
                  <a:pt x="2107878" y="734809"/>
                </a:lnTo>
                <a:moveTo>
                  <a:pt x="2107878" y="734809"/>
                </a:moveTo>
                <a:lnTo>
                  <a:pt x="2094180" y="804871"/>
                </a:lnTo>
                <a:moveTo>
                  <a:pt x="2145226" y="469412"/>
                </a:moveTo>
                <a:lnTo>
                  <a:pt x="2056821" y="532968"/>
                </a:lnTo>
                <a:moveTo>
                  <a:pt x="1062918" y="937699"/>
                </a:moveTo>
                <a:lnTo>
                  <a:pt x="1077238" y="882792"/>
                </a:lnTo>
                <a:moveTo>
                  <a:pt x="1545516" y="836759"/>
                </a:moveTo>
                <a:lnTo>
                  <a:pt x="1529509" y="790624"/>
                </a:lnTo>
                <a:moveTo>
                  <a:pt x="1641721" y="710111"/>
                </a:moveTo>
                <a:lnTo>
                  <a:pt x="1567029" y="707874"/>
                </a:lnTo>
                <a:moveTo>
                  <a:pt x="2119831" y="913776"/>
                </a:moveTo>
                <a:lnTo>
                  <a:pt x="2094409" y="804990"/>
                </a:lnTo>
                <a:moveTo>
                  <a:pt x="1616515" y="867454"/>
                </a:moveTo>
                <a:lnTo>
                  <a:pt x="1618317" y="907216"/>
                </a:lnTo>
                <a:moveTo>
                  <a:pt x="2007430" y="1032152"/>
                </a:moveTo>
                <a:lnTo>
                  <a:pt x="2025364" y="1005333"/>
                </a:lnTo>
                <a:moveTo>
                  <a:pt x="2144394" y="470585"/>
                </a:moveTo>
                <a:lnTo>
                  <a:pt x="2056821" y="532968"/>
                </a:lnTo>
                <a:moveTo>
                  <a:pt x="1062918" y="937699"/>
                </a:moveTo>
                <a:lnTo>
                  <a:pt x="1007959" y="955109"/>
                </a:lnTo>
                <a:moveTo>
                  <a:pt x="1014726" y="1023391"/>
                </a:moveTo>
                <a:lnTo>
                  <a:pt x="1022007" y="1129643"/>
                </a:lnTo>
                <a:moveTo>
                  <a:pt x="1138867" y="962499"/>
                </a:moveTo>
                <a:lnTo>
                  <a:pt x="1164465" y="977712"/>
                </a:lnTo>
                <a:moveTo>
                  <a:pt x="1182077" y="1188322"/>
                </a:moveTo>
                <a:lnTo>
                  <a:pt x="1190312" y="1171316"/>
                </a:lnTo>
                <a:moveTo>
                  <a:pt x="2049390" y="520696"/>
                </a:moveTo>
                <a:lnTo>
                  <a:pt x="2033065" y="451034"/>
                </a:lnTo>
                <a:moveTo>
                  <a:pt x="2312608" y="836417"/>
                </a:moveTo>
                <a:lnTo>
                  <a:pt x="2313631" y="874461"/>
                </a:lnTo>
                <a:moveTo>
                  <a:pt x="2005706" y="863179"/>
                </a:moveTo>
                <a:lnTo>
                  <a:pt x="1929205" y="902146"/>
                </a:lnTo>
                <a:moveTo>
                  <a:pt x="1867420" y="745982"/>
                </a:moveTo>
                <a:lnTo>
                  <a:pt x="1881680" y="690003"/>
                </a:lnTo>
                <a:moveTo>
                  <a:pt x="2081510" y="885385"/>
                </a:moveTo>
                <a:lnTo>
                  <a:pt x="2119831" y="913776"/>
                </a:lnTo>
                <a:moveTo>
                  <a:pt x="1214169" y="1052195"/>
                </a:moveTo>
                <a:lnTo>
                  <a:pt x="1225361" y="1091708"/>
                </a:lnTo>
                <a:moveTo>
                  <a:pt x="1858579" y="821351"/>
                </a:moveTo>
                <a:lnTo>
                  <a:pt x="1780523" y="836582"/>
                </a:lnTo>
                <a:moveTo>
                  <a:pt x="2110491" y="979732"/>
                </a:moveTo>
                <a:lnTo>
                  <a:pt x="2119831" y="913776"/>
                </a:lnTo>
                <a:moveTo>
                  <a:pt x="2031562" y="703433"/>
                </a:moveTo>
                <a:lnTo>
                  <a:pt x="1956326" y="691412"/>
                </a:lnTo>
                <a:moveTo>
                  <a:pt x="1792542" y="828612"/>
                </a:moveTo>
                <a:lnTo>
                  <a:pt x="1780523" y="836582"/>
                </a:lnTo>
                <a:moveTo>
                  <a:pt x="1779209" y="830454"/>
                </a:moveTo>
                <a:lnTo>
                  <a:pt x="1780523" y="836582"/>
                </a:lnTo>
                <a:moveTo>
                  <a:pt x="1545516" y="836759"/>
                </a:moveTo>
                <a:lnTo>
                  <a:pt x="1541476" y="873059"/>
                </a:lnTo>
                <a:moveTo>
                  <a:pt x="2110491" y="979732"/>
                </a:moveTo>
                <a:lnTo>
                  <a:pt x="2060740" y="1077747"/>
                </a:lnTo>
                <a:moveTo>
                  <a:pt x="1553073" y="769302"/>
                </a:moveTo>
                <a:lnTo>
                  <a:pt x="1529509" y="790624"/>
                </a:lnTo>
                <a:moveTo>
                  <a:pt x="1553073" y="769302"/>
                </a:moveTo>
                <a:lnTo>
                  <a:pt x="1567029" y="707874"/>
                </a:lnTo>
                <a:moveTo>
                  <a:pt x="2023830" y="967216"/>
                </a:moveTo>
                <a:lnTo>
                  <a:pt x="1996602" y="949966"/>
                </a:lnTo>
                <a:moveTo>
                  <a:pt x="2144394" y="470585"/>
                </a:moveTo>
                <a:lnTo>
                  <a:pt x="2063173" y="522687"/>
                </a:lnTo>
                <a:moveTo>
                  <a:pt x="1933390" y="833920"/>
                </a:moveTo>
                <a:lnTo>
                  <a:pt x="1931379" y="867476"/>
                </a:lnTo>
                <a:moveTo>
                  <a:pt x="2094561" y="804160"/>
                </a:moveTo>
                <a:lnTo>
                  <a:pt x="2094409" y="804990"/>
                </a:lnTo>
                <a:moveTo>
                  <a:pt x="2094561" y="804160"/>
                </a:moveTo>
                <a:lnTo>
                  <a:pt x="2094180" y="804871"/>
                </a:lnTo>
                <a:moveTo>
                  <a:pt x="2094409" y="804990"/>
                </a:moveTo>
                <a:lnTo>
                  <a:pt x="2094180" y="804871"/>
                </a:lnTo>
                <a:moveTo>
                  <a:pt x="1717097" y="724640"/>
                </a:moveTo>
                <a:lnTo>
                  <a:pt x="1641721" y="710111"/>
                </a:lnTo>
                <a:moveTo>
                  <a:pt x="1202506" y="1042874"/>
                </a:moveTo>
                <a:lnTo>
                  <a:pt x="1164465" y="977712"/>
                </a:lnTo>
                <a:moveTo>
                  <a:pt x="2131511" y="1068277"/>
                </a:moveTo>
                <a:lnTo>
                  <a:pt x="2060740" y="1077747"/>
                </a:lnTo>
                <a:moveTo>
                  <a:pt x="1942306" y="751701"/>
                </a:moveTo>
                <a:lnTo>
                  <a:pt x="1881680" y="690003"/>
                </a:lnTo>
                <a:moveTo>
                  <a:pt x="2056821" y="532968"/>
                </a:moveTo>
                <a:lnTo>
                  <a:pt x="2049390" y="520696"/>
                </a:lnTo>
                <a:moveTo>
                  <a:pt x="2063173" y="522687"/>
                </a:moveTo>
                <a:lnTo>
                  <a:pt x="2056821" y="532968"/>
                </a:lnTo>
                <a:moveTo>
                  <a:pt x="1858579" y="821351"/>
                </a:moveTo>
                <a:lnTo>
                  <a:pt x="1792542" y="828612"/>
                </a:lnTo>
                <a:moveTo>
                  <a:pt x="2055370" y="525585"/>
                </a:moveTo>
                <a:lnTo>
                  <a:pt x="2056821" y="532968"/>
                </a:lnTo>
                <a:moveTo>
                  <a:pt x="1792430" y="738381"/>
                </a:moveTo>
                <a:lnTo>
                  <a:pt x="1717097" y="724640"/>
                </a:lnTo>
                <a:moveTo>
                  <a:pt x="2107878" y="734809"/>
                </a:moveTo>
                <a:lnTo>
                  <a:pt x="2017780" y="767986"/>
                </a:lnTo>
                <a:moveTo>
                  <a:pt x="1037285" y="1101453"/>
                </a:moveTo>
                <a:lnTo>
                  <a:pt x="1022007" y="1129643"/>
                </a:lnTo>
                <a:moveTo>
                  <a:pt x="1103246" y="1194862"/>
                </a:moveTo>
                <a:lnTo>
                  <a:pt x="1034209" y="1154841"/>
                </a:lnTo>
                <a:moveTo>
                  <a:pt x="1792542" y="828612"/>
                </a:moveTo>
                <a:lnTo>
                  <a:pt x="1779209" y="830454"/>
                </a:lnTo>
                <a:moveTo>
                  <a:pt x="1779821" y="823981"/>
                </a:moveTo>
                <a:lnTo>
                  <a:pt x="1717097" y="724640"/>
                </a:lnTo>
                <a:moveTo>
                  <a:pt x="2005706" y="863179"/>
                </a:moveTo>
                <a:lnTo>
                  <a:pt x="1931379" y="867476"/>
                </a:lnTo>
                <a:moveTo>
                  <a:pt x="2081510" y="885385"/>
                </a:moveTo>
                <a:lnTo>
                  <a:pt x="2094409" y="804990"/>
                </a:lnTo>
                <a:moveTo>
                  <a:pt x="1792542" y="828612"/>
                </a:moveTo>
                <a:lnTo>
                  <a:pt x="1779821" y="823981"/>
                </a:lnTo>
                <a:moveTo>
                  <a:pt x="1779209" y="830454"/>
                </a:moveTo>
                <a:lnTo>
                  <a:pt x="1779821" y="823981"/>
                </a:lnTo>
                <a:moveTo>
                  <a:pt x="1779821" y="823981"/>
                </a:moveTo>
                <a:lnTo>
                  <a:pt x="1792430" y="738381"/>
                </a:lnTo>
                <a:moveTo>
                  <a:pt x="1138867" y="962499"/>
                </a:moveTo>
                <a:lnTo>
                  <a:pt x="1062918" y="937699"/>
                </a:lnTo>
                <a:moveTo>
                  <a:pt x="1933390" y="833920"/>
                </a:moveTo>
                <a:lnTo>
                  <a:pt x="1858579" y="821351"/>
                </a:lnTo>
                <a:moveTo>
                  <a:pt x="1213244" y="1157262"/>
                </a:moveTo>
                <a:lnTo>
                  <a:pt x="1182077" y="1188322"/>
                </a:lnTo>
                <a:moveTo>
                  <a:pt x="1996602" y="949966"/>
                </a:moveTo>
                <a:lnTo>
                  <a:pt x="2005706" y="863179"/>
                </a:lnTo>
                <a:moveTo>
                  <a:pt x="1049130" y="1002154"/>
                </a:moveTo>
                <a:lnTo>
                  <a:pt x="1007959" y="955109"/>
                </a:lnTo>
                <a:moveTo>
                  <a:pt x="1641721" y="710111"/>
                </a:moveTo>
                <a:lnTo>
                  <a:pt x="1553073" y="769302"/>
                </a:lnTo>
                <a:moveTo>
                  <a:pt x="1202506" y="1042874"/>
                </a:moveTo>
                <a:lnTo>
                  <a:pt x="1138867" y="962499"/>
                </a:lnTo>
                <a:moveTo>
                  <a:pt x="2007430" y="1032152"/>
                </a:moveTo>
                <a:lnTo>
                  <a:pt x="2055242" y="1076953"/>
                </a:lnTo>
                <a:moveTo>
                  <a:pt x="1779209" y="830454"/>
                </a:moveTo>
                <a:lnTo>
                  <a:pt x="1696764" y="854173"/>
                </a:lnTo>
                <a:moveTo>
                  <a:pt x="1545516" y="836759"/>
                </a:moveTo>
                <a:lnTo>
                  <a:pt x="1553073" y="769302"/>
                </a:lnTo>
                <a:moveTo>
                  <a:pt x="1616515" y="867454"/>
                </a:moveTo>
                <a:lnTo>
                  <a:pt x="1545516" y="836759"/>
                </a:lnTo>
                <a:moveTo>
                  <a:pt x="2299880" y="901883"/>
                </a:moveTo>
                <a:lnTo>
                  <a:pt x="2313631" y="874461"/>
                </a:lnTo>
                <a:moveTo>
                  <a:pt x="1858579" y="821351"/>
                </a:moveTo>
                <a:lnTo>
                  <a:pt x="1867420" y="745982"/>
                </a:lnTo>
                <a:moveTo>
                  <a:pt x="2094409" y="804990"/>
                </a:moveTo>
                <a:lnTo>
                  <a:pt x="2005706" y="863179"/>
                </a:lnTo>
                <a:moveTo>
                  <a:pt x="1034209" y="1154841"/>
                </a:moveTo>
                <a:lnTo>
                  <a:pt x="1037285" y="1101453"/>
                </a:lnTo>
                <a:moveTo>
                  <a:pt x="1779821" y="823981"/>
                </a:moveTo>
                <a:lnTo>
                  <a:pt x="1696764" y="854173"/>
                </a:lnTo>
                <a:moveTo>
                  <a:pt x="1867420" y="745982"/>
                </a:moveTo>
                <a:lnTo>
                  <a:pt x="1792542" y="828612"/>
                </a:lnTo>
                <a:moveTo>
                  <a:pt x="2110491" y="979732"/>
                </a:moveTo>
                <a:lnTo>
                  <a:pt x="2081510" y="885385"/>
                </a:lnTo>
                <a:moveTo>
                  <a:pt x="1867420" y="745982"/>
                </a:moveTo>
                <a:lnTo>
                  <a:pt x="1792430" y="738381"/>
                </a:lnTo>
                <a:moveTo>
                  <a:pt x="2094409" y="804990"/>
                </a:moveTo>
                <a:lnTo>
                  <a:pt x="2006767" y="853311"/>
                </a:lnTo>
                <a:moveTo>
                  <a:pt x="2094180" y="804871"/>
                </a:moveTo>
                <a:lnTo>
                  <a:pt x="2006767" y="853311"/>
                </a:lnTo>
                <a:moveTo>
                  <a:pt x="2055370" y="525585"/>
                </a:moveTo>
                <a:lnTo>
                  <a:pt x="2049390" y="520696"/>
                </a:lnTo>
                <a:moveTo>
                  <a:pt x="2063173" y="522687"/>
                </a:moveTo>
                <a:lnTo>
                  <a:pt x="2055370" y="525585"/>
                </a:lnTo>
                <a:moveTo>
                  <a:pt x="1867420" y="745982"/>
                </a:moveTo>
                <a:lnTo>
                  <a:pt x="1779821" y="823981"/>
                </a:lnTo>
                <a:moveTo>
                  <a:pt x="2017780" y="767986"/>
                </a:moveTo>
                <a:lnTo>
                  <a:pt x="1956326" y="691412"/>
                </a:lnTo>
                <a:moveTo>
                  <a:pt x="1942306" y="751701"/>
                </a:moveTo>
                <a:lnTo>
                  <a:pt x="1956326" y="691412"/>
                </a:lnTo>
                <a:moveTo>
                  <a:pt x="1240185" y="1123257"/>
                </a:moveTo>
                <a:lnTo>
                  <a:pt x="1225361" y="1091708"/>
                </a:lnTo>
                <a:moveTo>
                  <a:pt x="1182077" y="1188322"/>
                </a:moveTo>
                <a:lnTo>
                  <a:pt x="1103246" y="1194862"/>
                </a:lnTo>
                <a:moveTo>
                  <a:pt x="2081510" y="885385"/>
                </a:moveTo>
                <a:lnTo>
                  <a:pt x="2005706" y="863179"/>
                </a:lnTo>
                <a:moveTo>
                  <a:pt x="2005706" y="863179"/>
                </a:moveTo>
                <a:lnTo>
                  <a:pt x="1933390" y="833920"/>
                </a:lnTo>
                <a:moveTo>
                  <a:pt x="2017780" y="767986"/>
                </a:moveTo>
                <a:lnTo>
                  <a:pt x="2031562" y="703433"/>
                </a:lnTo>
                <a:moveTo>
                  <a:pt x="1037285" y="1101453"/>
                </a:moveTo>
                <a:lnTo>
                  <a:pt x="1014726" y="1023391"/>
                </a:lnTo>
                <a:moveTo>
                  <a:pt x="1200572" y="1043572"/>
                </a:moveTo>
                <a:lnTo>
                  <a:pt x="1138867" y="962499"/>
                </a:lnTo>
                <a:moveTo>
                  <a:pt x="2131511" y="1068277"/>
                </a:moveTo>
                <a:lnTo>
                  <a:pt x="2110491" y="979732"/>
                </a:lnTo>
                <a:moveTo>
                  <a:pt x="1696764" y="854173"/>
                </a:moveTo>
                <a:lnTo>
                  <a:pt x="1616515" y="867454"/>
                </a:lnTo>
                <a:moveTo>
                  <a:pt x="2094180" y="804871"/>
                </a:moveTo>
                <a:lnTo>
                  <a:pt x="2017780" y="767986"/>
                </a:lnTo>
                <a:moveTo>
                  <a:pt x="1043323" y="1094826"/>
                </a:moveTo>
                <a:lnTo>
                  <a:pt x="1034209" y="1154841"/>
                </a:lnTo>
                <a:moveTo>
                  <a:pt x="2006767" y="853311"/>
                </a:moveTo>
                <a:lnTo>
                  <a:pt x="1933390" y="833920"/>
                </a:lnTo>
                <a:moveTo>
                  <a:pt x="2067848" y="952088"/>
                </a:moveTo>
                <a:lnTo>
                  <a:pt x="1996602" y="949966"/>
                </a:lnTo>
                <a:moveTo>
                  <a:pt x="1942306" y="751701"/>
                </a:moveTo>
                <a:lnTo>
                  <a:pt x="1858579" y="821351"/>
                </a:lnTo>
                <a:moveTo>
                  <a:pt x="1703234" y="787734"/>
                </a:moveTo>
                <a:lnTo>
                  <a:pt x="1641721" y="710111"/>
                </a:lnTo>
                <a:moveTo>
                  <a:pt x="2007430" y="1032152"/>
                </a:moveTo>
                <a:lnTo>
                  <a:pt x="2023830" y="967216"/>
                </a:lnTo>
                <a:moveTo>
                  <a:pt x="1629914" y="755424"/>
                </a:moveTo>
                <a:lnTo>
                  <a:pt x="1641721" y="710111"/>
                </a:lnTo>
                <a:moveTo>
                  <a:pt x="1703234" y="787734"/>
                </a:moveTo>
                <a:lnTo>
                  <a:pt x="1717097" y="724640"/>
                </a:lnTo>
                <a:moveTo>
                  <a:pt x="1037996" y="1088510"/>
                </a:moveTo>
                <a:lnTo>
                  <a:pt x="1014726" y="1023391"/>
                </a:lnTo>
                <a:moveTo>
                  <a:pt x="2138222" y="1013152"/>
                </a:moveTo>
                <a:lnTo>
                  <a:pt x="2110491" y="979732"/>
                </a:lnTo>
                <a:moveTo>
                  <a:pt x="1214169" y="1052195"/>
                </a:moveTo>
                <a:lnTo>
                  <a:pt x="1202506" y="1042874"/>
                </a:lnTo>
                <a:moveTo>
                  <a:pt x="2006767" y="853311"/>
                </a:moveTo>
                <a:lnTo>
                  <a:pt x="2005706" y="863179"/>
                </a:lnTo>
                <a:moveTo>
                  <a:pt x="2017780" y="767986"/>
                </a:moveTo>
                <a:lnTo>
                  <a:pt x="1933390" y="833920"/>
                </a:lnTo>
                <a:moveTo>
                  <a:pt x="1933390" y="833920"/>
                </a:moveTo>
                <a:lnTo>
                  <a:pt x="1942306" y="751701"/>
                </a:lnTo>
                <a:moveTo>
                  <a:pt x="2067848" y="952088"/>
                </a:moveTo>
                <a:lnTo>
                  <a:pt x="2023830" y="967216"/>
                </a:lnTo>
                <a:moveTo>
                  <a:pt x="1608651" y="764158"/>
                </a:moveTo>
                <a:lnTo>
                  <a:pt x="1545516" y="836759"/>
                </a:lnTo>
                <a:moveTo>
                  <a:pt x="1779821" y="823981"/>
                </a:moveTo>
                <a:lnTo>
                  <a:pt x="1703234" y="787734"/>
                </a:lnTo>
                <a:moveTo>
                  <a:pt x="1650555" y="770210"/>
                </a:moveTo>
                <a:lnTo>
                  <a:pt x="1641721" y="710111"/>
                </a:lnTo>
                <a:moveTo>
                  <a:pt x="2138222" y="1013152"/>
                </a:moveTo>
                <a:lnTo>
                  <a:pt x="2131511" y="1068277"/>
                </a:lnTo>
                <a:moveTo>
                  <a:pt x="1049130" y="1002154"/>
                </a:moveTo>
                <a:lnTo>
                  <a:pt x="1014726" y="1023391"/>
                </a:lnTo>
                <a:moveTo>
                  <a:pt x="1200572" y="1043572"/>
                </a:moveTo>
                <a:lnTo>
                  <a:pt x="1202506" y="1042874"/>
                </a:lnTo>
                <a:moveTo>
                  <a:pt x="1942306" y="751701"/>
                </a:moveTo>
                <a:lnTo>
                  <a:pt x="1867420" y="745982"/>
                </a:lnTo>
                <a:moveTo>
                  <a:pt x="2067848" y="952088"/>
                </a:moveTo>
                <a:lnTo>
                  <a:pt x="2081510" y="885385"/>
                </a:lnTo>
                <a:moveTo>
                  <a:pt x="2299880" y="901883"/>
                </a:moveTo>
                <a:lnTo>
                  <a:pt x="2290329" y="938400"/>
                </a:lnTo>
                <a:moveTo>
                  <a:pt x="1696764" y="854173"/>
                </a:moveTo>
                <a:lnTo>
                  <a:pt x="1703234" y="787734"/>
                </a:lnTo>
                <a:moveTo>
                  <a:pt x="2067848" y="952088"/>
                </a:moveTo>
                <a:lnTo>
                  <a:pt x="2110491" y="979732"/>
                </a:lnTo>
                <a:moveTo>
                  <a:pt x="1124317" y="1013268"/>
                </a:moveTo>
                <a:lnTo>
                  <a:pt x="1138867" y="962499"/>
                </a:lnTo>
                <a:moveTo>
                  <a:pt x="2006767" y="853311"/>
                </a:moveTo>
                <a:lnTo>
                  <a:pt x="2017780" y="767986"/>
                </a:lnTo>
                <a:moveTo>
                  <a:pt x="1200572" y="1043572"/>
                </a:moveTo>
                <a:lnTo>
                  <a:pt x="1214169" y="1052195"/>
                </a:lnTo>
                <a:moveTo>
                  <a:pt x="911215" y="891608"/>
                </a:moveTo>
                <a:lnTo>
                  <a:pt x="924229" y="813261"/>
                </a:lnTo>
                <a:moveTo>
                  <a:pt x="1629914" y="755424"/>
                </a:moveTo>
                <a:lnTo>
                  <a:pt x="1553073" y="769302"/>
                </a:lnTo>
                <a:moveTo>
                  <a:pt x="1240185" y="1123257"/>
                </a:moveTo>
                <a:lnTo>
                  <a:pt x="1213244" y="1157262"/>
                </a:lnTo>
                <a:moveTo>
                  <a:pt x="1049130" y="1002154"/>
                </a:moveTo>
                <a:lnTo>
                  <a:pt x="1062918" y="937699"/>
                </a:lnTo>
                <a:moveTo>
                  <a:pt x="1174434" y="1198256"/>
                </a:moveTo>
                <a:lnTo>
                  <a:pt x="1213244" y="1157262"/>
                </a:lnTo>
                <a:moveTo>
                  <a:pt x="2067848" y="952088"/>
                </a:moveTo>
                <a:lnTo>
                  <a:pt x="2005706" y="863179"/>
                </a:lnTo>
                <a:moveTo>
                  <a:pt x="1608651" y="764158"/>
                </a:moveTo>
                <a:lnTo>
                  <a:pt x="1553073" y="769302"/>
                </a:lnTo>
                <a:moveTo>
                  <a:pt x="1037996" y="1088510"/>
                </a:moveTo>
                <a:lnTo>
                  <a:pt x="1037285" y="1101453"/>
                </a:lnTo>
                <a:moveTo>
                  <a:pt x="2017780" y="767986"/>
                </a:moveTo>
                <a:lnTo>
                  <a:pt x="1942306" y="751701"/>
                </a:lnTo>
                <a:moveTo>
                  <a:pt x="1100767" y="1158320"/>
                </a:moveTo>
                <a:lnTo>
                  <a:pt x="1034209" y="1154841"/>
                </a:lnTo>
                <a:moveTo>
                  <a:pt x="1124317" y="1013268"/>
                </a:moveTo>
                <a:lnTo>
                  <a:pt x="1062918" y="937699"/>
                </a:lnTo>
                <a:moveTo>
                  <a:pt x="1043323" y="1094826"/>
                </a:moveTo>
                <a:lnTo>
                  <a:pt x="1037285" y="1101453"/>
                </a:lnTo>
                <a:moveTo>
                  <a:pt x="971124" y="806693"/>
                </a:moveTo>
                <a:lnTo>
                  <a:pt x="924229" y="813261"/>
                </a:lnTo>
                <a:moveTo>
                  <a:pt x="2138222" y="1013152"/>
                </a:moveTo>
                <a:lnTo>
                  <a:pt x="2067848" y="952088"/>
                </a:lnTo>
                <a:moveTo>
                  <a:pt x="1174434" y="1198256"/>
                </a:moveTo>
                <a:lnTo>
                  <a:pt x="1182077" y="1188322"/>
                </a:lnTo>
                <a:moveTo>
                  <a:pt x="1043323" y="1094826"/>
                </a:moveTo>
                <a:lnTo>
                  <a:pt x="1037996" y="1088510"/>
                </a:lnTo>
                <a:moveTo>
                  <a:pt x="2299880" y="901883"/>
                </a:moveTo>
                <a:lnTo>
                  <a:pt x="2312608" y="836417"/>
                </a:lnTo>
                <a:moveTo>
                  <a:pt x="1614267" y="829816"/>
                </a:moveTo>
                <a:lnTo>
                  <a:pt x="1545516" y="836759"/>
                </a:lnTo>
                <a:moveTo>
                  <a:pt x="2062665" y="955802"/>
                </a:moveTo>
                <a:lnTo>
                  <a:pt x="2023830" y="967216"/>
                </a:lnTo>
                <a:moveTo>
                  <a:pt x="985785" y="891661"/>
                </a:moveTo>
                <a:lnTo>
                  <a:pt x="924229" y="813261"/>
                </a:lnTo>
                <a:moveTo>
                  <a:pt x="1629914" y="755424"/>
                </a:moveTo>
                <a:lnTo>
                  <a:pt x="1608651" y="764158"/>
                </a:lnTo>
                <a:moveTo>
                  <a:pt x="1240185" y="1123257"/>
                </a:moveTo>
                <a:lnTo>
                  <a:pt x="1214169" y="1052195"/>
                </a:lnTo>
                <a:moveTo>
                  <a:pt x="1037996" y="1088510"/>
                </a:moveTo>
                <a:lnTo>
                  <a:pt x="1049130" y="1002154"/>
                </a:lnTo>
                <a:moveTo>
                  <a:pt x="1703234" y="787734"/>
                </a:moveTo>
                <a:lnTo>
                  <a:pt x="1650555" y="770210"/>
                </a:lnTo>
                <a:moveTo>
                  <a:pt x="1200572" y="1043572"/>
                </a:moveTo>
                <a:lnTo>
                  <a:pt x="1124317" y="1013268"/>
                </a:lnTo>
                <a:moveTo>
                  <a:pt x="1650555" y="770210"/>
                </a:moveTo>
                <a:lnTo>
                  <a:pt x="1629914" y="755424"/>
                </a:lnTo>
                <a:moveTo>
                  <a:pt x="1182077" y="1188322"/>
                </a:moveTo>
                <a:lnTo>
                  <a:pt x="1100767" y="1158320"/>
                </a:lnTo>
                <a:moveTo>
                  <a:pt x="1100767" y="1158320"/>
                </a:moveTo>
                <a:lnTo>
                  <a:pt x="1103246" y="1194862"/>
                </a:lnTo>
                <a:moveTo>
                  <a:pt x="1696764" y="854173"/>
                </a:moveTo>
                <a:lnTo>
                  <a:pt x="1614267" y="829816"/>
                </a:lnTo>
                <a:moveTo>
                  <a:pt x="1240185" y="1123257"/>
                </a:moveTo>
                <a:lnTo>
                  <a:pt x="1200572" y="1043572"/>
                </a:lnTo>
                <a:moveTo>
                  <a:pt x="1235503" y="1189886"/>
                </a:moveTo>
                <a:lnTo>
                  <a:pt x="1213244" y="1157262"/>
                </a:lnTo>
                <a:moveTo>
                  <a:pt x="1627210" y="761599"/>
                </a:moveTo>
                <a:lnTo>
                  <a:pt x="1629914" y="755424"/>
                </a:lnTo>
                <a:moveTo>
                  <a:pt x="985785" y="891661"/>
                </a:moveTo>
                <a:lnTo>
                  <a:pt x="911215" y="891608"/>
                </a:lnTo>
                <a:moveTo>
                  <a:pt x="1614267" y="829816"/>
                </a:moveTo>
                <a:lnTo>
                  <a:pt x="1616515" y="867454"/>
                </a:lnTo>
                <a:moveTo>
                  <a:pt x="1627210" y="761599"/>
                </a:moveTo>
                <a:lnTo>
                  <a:pt x="1608651" y="764158"/>
                </a:lnTo>
                <a:moveTo>
                  <a:pt x="1182077" y="1188322"/>
                </a:moveTo>
                <a:lnTo>
                  <a:pt x="1133993" y="1175225"/>
                </a:lnTo>
                <a:moveTo>
                  <a:pt x="2024182" y="996675"/>
                </a:moveTo>
                <a:lnTo>
                  <a:pt x="2023830" y="967216"/>
                </a:lnTo>
                <a:moveTo>
                  <a:pt x="1124317" y="1013268"/>
                </a:moveTo>
                <a:lnTo>
                  <a:pt x="1049130" y="1002154"/>
                </a:lnTo>
                <a:moveTo>
                  <a:pt x="2290661" y="795351"/>
                </a:moveTo>
                <a:lnTo>
                  <a:pt x="2312608" y="836417"/>
                </a:lnTo>
                <a:moveTo>
                  <a:pt x="1627210" y="761599"/>
                </a:moveTo>
                <a:lnTo>
                  <a:pt x="1650555" y="770210"/>
                </a:lnTo>
                <a:moveTo>
                  <a:pt x="2138222" y="1013152"/>
                </a:moveTo>
                <a:lnTo>
                  <a:pt x="2062665" y="955802"/>
                </a:lnTo>
                <a:moveTo>
                  <a:pt x="985785" y="891661"/>
                </a:moveTo>
                <a:lnTo>
                  <a:pt x="971124" y="806693"/>
                </a:lnTo>
                <a:moveTo>
                  <a:pt x="991961" y="842476"/>
                </a:moveTo>
                <a:lnTo>
                  <a:pt x="971124" y="806693"/>
                </a:lnTo>
                <a:moveTo>
                  <a:pt x="1100767" y="1158320"/>
                </a:moveTo>
                <a:lnTo>
                  <a:pt x="1043323" y="1094826"/>
                </a:lnTo>
                <a:moveTo>
                  <a:pt x="1703234" y="787734"/>
                </a:moveTo>
                <a:lnTo>
                  <a:pt x="1614267" y="829816"/>
                </a:lnTo>
                <a:moveTo>
                  <a:pt x="972424" y="963762"/>
                </a:moveTo>
                <a:lnTo>
                  <a:pt x="911215" y="891608"/>
                </a:lnTo>
                <a:moveTo>
                  <a:pt x="2062665" y="955802"/>
                </a:moveTo>
                <a:lnTo>
                  <a:pt x="2067848" y="952088"/>
                </a:lnTo>
                <a:moveTo>
                  <a:pt x="1614267" y="829816"/>
                </a:moveTo>
                <a:lnTo>
                  <a:pt x="1608651" y="764158"/>
                </a:lnTo>
                <a:moveTo>
                  <a:pt x="991961" y="842476"/>
                </a:moveTo>
                <a:lnTo>
                  <a:pt x="985785" y="891661"/>
                </a:lnTo>
                <a:moveTo>
                  <a:pt x="1650555" y="770210"/>
                </a:moveTo>
                <a:lnTo>
                  <a:pt x="1614267" y="829816"/>
                </a:lnTo>
                <a:moveTo>
                  <a:pt x="1627210" y="761599"/>
                </a:moveTo>
                <a:lnTo>
                  <a:pt x="1614267" y="829816"/>
                </a:lnTo>
                <a:moveTo>
                  <a:pt x="2024182" y="996675"/>
                </a:moveTo>
                <a:lnTo>
                  <a:pt x="2007430" y="1032152"/>
                </a:lnTo>
                <a:moveTo>
                  <a:pt x="1200572" y="1043572"/>
                </a:moveTo>
                <a:lnTo>
                  <a:pt x="1110060" y="1069316"/>
                </a:lnTo>
                <a:moveTo>
                  <a:pt x="2278780" y="860940"/>
                </a:moveTo>
                <a:lnTo>
                  <a:pt x="2312608" y="836417"/>
                </a:lnTo>
                <a:moveTo>
                  <a:pt x="1188872" y="1059362"/>
                </a:moveTo>
                <a:lnTo>
                  <a:pt x="1200572" y="1043572"/>
                </a:lnTo>
                <a:moveTo>
                  <a:pt x="1110060" y="1069316"/>
                </a:moveTo>
                <a:lnTo>
                  <a:pt x="1037996" y="1088510"/>
                </a:lnTo>
                <a:moveTo>
                  <a:pt x="972424" y="963762"/>
                </a:moveTo>
                <a:lnTo>
                  <a:pt x="985785" y="891661"/>
                </a:lnTo>
                <a:moveTo>
                  <a:pt x="1110060" y="1069316"/>
                </a:moveTo>
                <a:lnTo>
                  <a:pt x="1043323" y="1094826"/>
                </a:lnTo>
                <a:moveTo>
                  <a:pt x="1003646" y="878694"/>
                </a:moveTo>
                <a:lnTo>
                  <a:pt x="985785" y="891661"/>
                </a:lnTo>
                <a:moveTo>
                  <a:pt x="1174434" y="1198256"/>
                </a:moveTo>
                <a:lnTo>
                  <a:pt x="1133993" y="1175225"/>
                </a:lnTo>
                <a:moveTo>
                  <a:pt x="1110060" y="1069316"/>
                </a:moveTo>
                <a:lnTo>
                  <a:pt x="1049130" y="1002154"/>
                </a:lnTo>
                <a:moveTo>
                  <a:pt x="1003646" y="878694"/>
                </a:moveTo>
                <a:lnTo>
                  <a:pt x="991961" y="842476"/>
                </a:lnTo>
                <a:moveTo>
                  <a:pt x="1235503" y="1189886"/>
                </a:moveTo>
                <a:lnTo>
                  <a:pt x="1240185" y="1123257"/>
                </a:lnTo>
                <a:moveTo>
                  <a:pt x="1235503" y="1189886"/>
                </a:moveTo>
                <a:lnTo>
                  <a:pt x="1174434" y="1198256"/>
                </a:lnTo>
                <a:moveTo>
                  <a:pt x="1110060" y="1069316"/>
                </a:moveTo>
                <a:lnTo>
                  <a:pt x="1124317" y="1013268"/>
                </a:lnTo>
                <a:moveTo>
                  <a:pt x="1133993" y="1175225"/>
                </a:moveTo>
                <a:lnTo>
                  <a:pt x="1100767" y="1158320"/>
                </a:lnTo>
                <a:moveTo>
                  <a:pt x="1167028" y="1211541"/>
                </a:moveTo>
                <a:lnTo>
                  <a:pt x="1174434" y="1198256"/>
                </a:lnTo>
                <a:moveTo>
                  <a:pt x="1003646" y="878694"/>
                </a:moveTo>
                <a:lnTo>
                  <a:pt x="972424" y="963762"/>
                </a:lnTo>
                <a:moveTo>
                  <a:pt x="2278780" y="860940"/>
                </a:moveTo>
                <a:lnTo>
                  <a:pt x="2299880" y="901883"/>
                </a:lnTo>
                <a:moveTo>
                  <a:pt x="2062665" y="955802"/>
                </a:moveTo>
                <a:lnTo>
                  <a:pt x="2024182" y="996675"/>
                </a:lnTo>
                <a:moveTo>
                  <a:pt x="1100767" y="1158320"/>
                </a:moveTo>
                <a:lnTo>
                  <a:pt x="1110060" y="1069316"/>
                </a:lnTo>
                <a:moveTo>
                  <a:pt x="1125888" y="1068854"/>
                </a:moveTo>
                <a:lnTo>
                  <a:pt x="1100767" y="1158320"/>
                </a:lnTo>
                <a:moveTo>
                  <a:pt x="1167028" y="1211541"/>
                </a:moveTo>
                <a:lnTo>
                  <a:pt x="1133993" y="1175225"/>
                </a:lnTo>
                <a:moveTo>
                  <a:pt x="2278780" y="860940"/>
                </a:moveTo>
                <a:lnTo>
                  <a:pt x="2290661" y="795351"/>
                </a:lnTo>
                <a:moveTo>
                  <a:pt x="1125888" y="1068854"/>
                </a:moveTo>
                <a:lnTo>
                  <a:pt x="1133993" y="1175225"/>
                </a:lnTo>
                <a:moveTo>
                  <a:pt x="958601" y="1027592"/>
                </a:moveTo>
                <a:lnTo>
                  <a:pt x="972424" y="963762"/>
                </a:lnTo>
                <a:moveTo>
                  <a:pt x="1004296" y="946093"/>
                </a:moveTo>
                <a:lnTo>
                  <a:pt x="972424" y="963762"/>
                </a:lnTo>
                <a:moveTo>
                  <a:pt x="1004296" y="946093"/>
                </a:moveTo>
                <a:lnTo>
                  <a:pt x="1003646" y="878694"/>
                </a:lnTo>
                <a:moveTo>
                  <a:pt x="1188872" y="1059362"/>
                </a:moveTo>
                <a:lnTo>
                  <a:pt x="1110060" y="1069316"/>
                </a:lnTo>
                <a:moveTo>
                  <a:pt x="1125888" y="1068854"/>
                </a:moveTo>
                <a:lnTo>
                  <a:pt x="1110060" y="1069316"/>
                </a:lnTo>
                <a:moveTo>
                  <a:pt x="1188872" y="1059362"/>
                </a:moveTo>
                <a:lnTo>
                  <a:pt x="1125888" y="1068854"/>
                </a:lnTo>
                <a:moveTo>
                  <a:pt x="1109373" y="1133774"/>
                </a:moveTo>
                <a:lnTo>
                  <a:pt x="1133993" y="1175225"/>
                </a:lnTo>
                <a:moveTo>
                  <a:pt x="1187612" y="1250274"/>
                </a:moveTo>
                <a:lnTo>
                  <a:pt x="1167028" y="1211541"/>
                </a:lnTo>
                <a:moveTo>
                  <a:pt x="1184421" y="1065621"/>
                </a:moveTo>
                <a:lnTo>
                  <a:pt x="1188872" y="1059362"/>
                </a:lnTo>
                <a:moveTo>
                  <a:pt x="1611786" y="793284"/>
                </a:moveTo>
                <a:lnTo>
                  <a:pt x="1613009" y="818641"/>
                </a:lnTo>
                <a:moveTo>
                  <a:pt x="1004296" y="946093"/>
                </a:moveTo>
                <a:lnTo>
                  <a:pt x="958601" y="1027592"/>
                </a:lnTo>
                <a:moveTo>
                  <a:pt x="1613196" y="794223"/>
                </a:moveTo>
                <a:lnTo>
                  <a:pt x="1613009" y="818641"/>
                </a:lnTo>
                <a:moveTo>
                  <a:pt x="1184421" y="1065621"/>
                </a:moveTo>
                <a:lnTo>
                  <a:pt x="1125888" y="1068854"/>
                </a:lnTo>
                <a:moveTo>
                  <a:pt x="1109373" y="1133774"/>
                </a:moveTo>
                <a:lnTo>
                  <a:pt x="1125888" y="1068854"/>
                </a:lnTo>
                <a:moveTo>
                  <a:pt x="1158772" y="1229093"/>
                </a:moveTo>
                <a:lnTo>
                  <a:pt x="1167028" y="1211541"/>
                </a:lnTo>
                <a:moveTo>
                  <a:pt x="1598392" y="868210"/>
                </a:moveTo>
                <a:lnTo>
                  <a:pt x="1613009" y="818641"/>
                </a:lnTo>
                <a:moveTo>
                  <a:pt x="1129395" y="1203970"/>
                </a:moveTo>
                <a:lnTo>
                  <a:pt x="1133993" y="1175225"/>
                </a:lnTo>
                <a:moveTo>
                  <a:pt x="1673595" y="879625"/>
                </a:moveTo>
                <a:lnTo>
                  <a:pt x="1613009" y="818641"/>
                </a:lnTo>
                <a:moveTo>
                  <a:pt x="1003199" y="1013239"/>
                </a:moveTo>
                <a:lnTo>
                  <a:pt x="958601" y="1027592"/>
                </a:lnTo>
                <a:moveTo>
                  <a:pt x="1158772" y="1229093"/>
                </a:moveTo>
                <a:lnTo>
                  <a:pt x="1187612" y="1250274"/>
                </a:lnTo>
                <a:moveTo>
                  <a:pt x="1003199" y="1013239"/>
                </a:moveTo>
                <a:lnTo>
                  <a:pt x="1004296" y="946093"/>
                </a:lnTo>
                <a:moveTo>
                  <a:pt x="1613196" y="794223"/>
                </a:moveTo>
                <a:lnTo>
                  <a:pt x="1611786" y="793284"/>
                </a:lnTo>
                <a:moveTo>
                  <a:pt x="1611544" y="792350"/>
                </a:moveTo>
                <a:lnTo>
                  <a:pt x="1611786" y="793284"/>
                </a:lnTo>
                <a:moveTo>
                  <a:pt x="1611544" y="792350"/>
                </a:moveTo>
                <a:lnTo>
                  <a:pt x="1613196" y="794223"/>
                </a:lnTo>
                <a:moveTo>
                  <a:pt x="1167028" y="1211541"/>
                </a:moveTo>
                <a:lnTo>
                  <a:pt x="1129395" y="1203970"/>
                </a:lnTo>
                <a:moveTo>
                  <a:pt x="1673595" y="879625"/>
                </a:moveTo>
                <a:lnTo>
                  <a:pt x="1613196" y="794223"/>
                </a:lnTo>
                <a:moveTo>
                  <a:pt x="1677111" y="850957"/>
                </a:moveTo>
                <a:lnTo>
                  <a:pt x="1613196" y="794223"/>
                </a:lnTo>
                <a:moveTo>
                  <a:pt x="1677111" y="850957"/>
                </a:moveTo>
                <a:lnTo>
                  <a:pt x="1611544" y="792350"/>
                </a:lnTo>
                <a:moveTo>
                  <a:pt x="1169354" y="1107115"/>
                </a:moveTo>
                <a:lnTo>
                  <a:pt x="1125888" y="1068854"/>
                </a:lnTo>
                <a:moveTo>
                  <a:pt x="1129395" y="1203970"/>
                </a:moveTo>
                <a:lnTo>
                  <a:pt x="1109373" y="1133774"/>
                </a:lnTo>
                <a:moveTo>
                  <a:pt x="1673595" y="879625"/>
                </a:moveTo>
                <a:lnTo>
                  <a:pt x="1598392" y="868210"/>
                </a:lnTo>
                <a:moveTo>
                  <a:pt x="1158772" y="1229093"/>
                </a:moveTo>
                <a:lnTo>
                  <a:pt x="1129395" y="1203970"/>
                </a:lnTo>
                <a:moveTo>
                  <a:pt x="1598392" y="868210"/>
                </a:moveTo>
                <a:lnTo>
                  <a:pt x="1569734" y="855250"/>
                </a:lnTo>
                <a:moveTo>
                  <a:pt x="1677111" y="850957"/>
                </a:moveTo>
                <a:lnTo>
                  <a:pt x="1673595" y="879625"/>
                </a:lnTo>
                <a:moveTo>
                  <a:pt x="1169354" y="1107115"/>
                </a:moveTo>
                <a:lnTo>
                  <a:pt x="1184421" y="1065621"/>
                </a:lnTo>
                <a:moveTo>
                  <a:pt x="1593795" y="878819"/>
                </a:moveTo>
                <a:lnTo>
                  <a:pt x="1598392" y="868210"/>
                </a:lnTo>
                <a:moveTo>
                  <a:pt x="1169354" y="1107115"/>
                </a:moveTo>
                <a:lnTo>
                  <a:pt x="1109373" y="1133774"/>
                </a:lnTo>
                <a:moveTo>
                  <a:pt x="1593795" y="878819"/>
                </a:moveTo>
                <a:lnTo>
                  <a:pt x="1569734" y="855250"/>
                </a:lnTo>
                <a:moveTo>
                  <a:pt x="1146863" y="1259085"/>
                </a:moveTo>
                <a:lnTo>
                  <a:pt x="1158772" y="1229093"/>
                </a:lnTo>
                <a:moveTo>
                  <a:pt x="1169354" y="1107115"/>
                </a:moveTo>
                <a:lnTo>
                  <a:pt x="1129395" y="1203970"/>
                </a:lnTo>
                <a:moveTo>
                  <a:pt x="1146863" y="1259085"/>
                </a:moveTo>
                <a:lnTo>
                  <a:pt x="1129395" y="1203970"/>
                </a:lnTo>
                <a:moveTo>
                  <a:pt x="1014949" y="1101427"/>
                </a:moveTo>
                <a:lnTo>
                  <a:pt x="1009113" y="1081398"/>
                </a:lnTo>
                <a:moveTo>
                  <a:pt x="1129395" y="1203970"/>
                </a:moveTo>
                <a:lnTo>
                  <a:pt x="1080797" y="1167928"/>
                </a:lnTo>
                <a:moveTo>
                  <a:pt x="1005567" y="1156041"/>
                </a:moveTo>
                <a:lnTo>
                  <a:pt x="1009113" y="1081398"/>
                </a:lnTo>
                <a:moveTo>
                  <a:pt x="1083326" y="1144587"/>
                </a:moveTo>
                <a:lnTo>
                  <a:pt x="1129395" y="1203970"/>
                </a:lnTo>
                <a:moveTo>
                  <a:pt x="1174930" y="1105346"/>
                </a:moveTo>
                <a:lnTo>
                  <a:pt x="1169354" y="1107115"/>
                </a:lnTo>
                <a:moveTo>
                  <a:pt x="1167873" y="1110870"/>
                </a:moveTo>
                <a:lnTo>
                  <a:pt x="1169354" y="1107115"/>
                </a:lnTo>
                <a:moveTo>
                  <a:pt x="1014949" y="1101427"/>
                </a:moveTo>
                <a:lnTo>
                  <a:pt x="1005567" y="1156041"/>
                </a:lnTo>
                <a:moveTo>
                  <a:pt x="1174930" y="1105346"/>
                </a:moveTo>
                <a:lnTo>
                  <a:pt x="1167873" y="1110870"/>
                </a:lnTo>
                <a:moveTo>
                  <a:pt x="1080797" y="1167928"/>
                </a:moveTo>
                <a:lnTo>
                  <a:pt x="1014949" y="1101427"/>
                </a:lnTo>
                <a:moveTo>
                  <a:pt x="1146863" y="1259085"/>
                </a:moveTo>
                <a:lnTo>
                  <a:pt x="1080797" y="1167928"/>
                </a:lnTo>
                <a:moveTo>
                  <a:pt x="1083326" y="1144587"/>
                </a:moveTo>
                <a:lnTo>
                  <a:pt x="1014949" y="1101427"/>
                </a:lnTo>
                <a:moveTo>
                  <a:pt x="1169354" y="1107115"/>
                </a:moveTo>
                <a:lnTo>
                  <a:pt x="1083326" y="1144587"/>
                </a:lnTo>
                <a:moveTo>
                  <a:pt x="1080797" y="1167928"/>
                </a:moveTo>
                <a:lnTo>
                  <a:pt x="1005567" y="1156041"/>
                </a:lnTo>
                <a:moveTo>
                  <a:pt x="1167873" y="1110870"/>
                </a:moveTo>
                <a:lnTo>
                  <a:pt x="1083326" y="1144587"/>
                </a:lnTo>
                <a:moveTo>
                  <a:pt x="1083326" y="1144587"/>
                </a:moveTo>
                <a:lnTo>
                  <a:pt x="1080797" y="1167928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307" name="9pxt_3_build_ReferenceLigand_0">
            <a:extLst>
              <a:ext uri="{FF2B5EF4-FFF2-40B4-BE49-F238E27FC236}">
                <a16:creationId xmlns:a16="http://schemas.microsoft.com/office/drawing/2014/main" id="{59A188BA-3342-42AF-91EA-5F5D89E08E0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431" y="911041"/>
                </a:moveTo>
                <a:lnTo>
                  <a:pt x="1354754" y="825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8" name="9pxt_3_build_ReferenceLigand_1">
            <a:extLst>
              <a:ext uri="{FF2B5EF4-FFF2-40B4-BE49-F238E27FC236}">
                <a16:creationId xmlns:a16="http://schemas.microsoft.com/office/drawing/2014/main" id="{E6EA3105-206E-443C-A242-2CA11F99194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635" y="913103"/>
                </a:moveTo>
                <a:lnTo>
                  <a:pt x="1115353" y="8101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9" name="9pxt_3_build_ReferenceLigand_2">
            <a:extLst>
              <a:ext uri="{FF2B5EF4-FFF2-40B4-BE49-F238E27FC236}">
                <a16:creationId xmlns:a16="http://schemas.microsoft.com/office/drawing/2014/main" id="{6AB16716-1E75-4425-8449-91920146EBE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635" y="913103"/>
                </a:moveTo>
                <a:lnTo>
                  <a:pt x="1292431" y="9110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0" name="9pxt_3_build_ReferenceLigand_3">
            <a:extLst>
              <a:ext uri="{FF2B5EF4-FFF2-40B4-BE49-F238E27FC236}">
                <a16:creationId xmlns:a16="http://schemas.microsoft.com/office/drawing/2014/main" id="{B44DD54A-1BCA-44BE-A7CE-0CBF621DDDA5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4849" y="651144"/>
                </a:moveTo>
                <a:lnTo>
                  <a:pt x="2317510" y="704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1" name="9pxt_3_build_ReferenceLigand_4">
            <a:extLst>
              <a:ext uri="{FF2B5EF4-FFF2-40B4-BE49-F238E27FC236}">
                <a16:creationId xmlns:a16="http://schemas.microsoft.com/office/drawing/2014/main" id="{6BF78C2E-7076-40B4-80DA-3E30DECD3CD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431" y="911041"/>
                </a:moveTo>
                <a:lnTo>
                  <a:pt x="1365211" y="9826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2" name="9pxt_3_build_ReferenceLigand_5">
            <a:extLst>
              <a:ext uri="{FF2B5EF4-FFF2-40B4-BE49-F238E27FC236}">
                <a16:creationId xmlns:a16="http://schemas.microsoft.com/office/drawing/2014/main" id="{B6855D4D-0362-4316-A021-7D97B956FB6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8095" y="549976"/>
                </a:moveTo>
                <a:lnTo>
                  <a:pt x="2274849" y="6511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3" name="9pxt_3_build_ReferenceLigand_6">
            <a:extLst>
              <a:ext uri="{FF2B5EF4-FFF2-40B4-BE49-F238E27FC236}">
                <a16:creationId xmlns:a16="http://schemas.microsoft.com/office/drawing/2014/main" id="{777095D7-FBF0-4898-9B09-A7E8DF06332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53" y="983473"/>
                </a:moveTo>
                <a:lnTo>
                  <a:pt x="1192635" y="9131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4" name="9pxt_3_build_ReferenceLigand_7">
            <a:extLst>
              <a:ext uri="{FF2B5EF4-FFF2-40B4-BE49-F238E27FC236}">
                <a16:creationId xmlns:a16="http://schemas.microsoft.com/office/drawing/2014/main" id="{521ABC14-8C17-4E8C-93CC-1ABE3E9C201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3574" y="925811"/>
                </a:moveTo>
                <a:lnTo>
                  <a:pt x="1365211" y="9826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5" name="9pxt_3_build_ReferenceLigand_8">
            <a:extLst>
              <a:ext uri="{FF2B5EF4-FFF2-40B4-BE49-F238E27FC236}">
                <a16:creationId xmlns:a16="http://schemas.microsoft.com/office/drawing/2014/main" id="{CCAB9DCE-8F02-443F-AF2D-17BCF9CF6B1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4849" y="651144"/>
                </a:moveTo>
                <a:lnTo>
                  <a:pt x="2214601" y="696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6" name="9pxt_3_build_ReferenceLigand_9">
            <a:extLst>
              <a:ext uri="{FF2B5EF4-FFF2-40B4-BE49-F238E27FC236}">
                <a16:creationId xmlns:a16="http://schemas.microsoft.com/office/drawing/2014/main" id="{7666A878-7BA8-4882-A1FC-6547CC24739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491" y="481382"/>
                </a:moveTo>
                <a:lnTo>
                  <a:pt x="2298095" y="5499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7" name="9pxt_3_build_ReferenceLigand_10">
            <a:extLst>
              <a:ext uri="{FF2B5EF4-FFF2-40B4-BE49-F238E27FC236}">
                <a16:creationId xmlns:a16="http://schemas.microsoft.com/office/drawing/2014/main" id="{6A1047D5-CD52-495F-A721-1619C15DE66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5211" y="982602"/>
                </a:moveTo>
                <a:lnTo>
                  <a:pt x="1315645" y="10361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8" name="9pxt_3_build_ReferenceLigand_11">
            <a:extLst>
              <a:ext uri="{FF2B5EF4-FFF2-40B4-BE49-F238E27FC236}">
                <a16:creationId xmlns:a16="http://schemas.microsoft.com/office/drawing/2014/main" id="{A815E1D7-CEED-4D6E-B884-7A18EA7C138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53" y="983473"/>
                </a:moveTo>
                <a:lnTo>
                  <a:pt x="1217015" y="1073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9" name="9pxt_3_build_ReferenceLigand_12">
            <a:extLst>
              <a:ext uri="{FF2B5EF4-FFF2-40B4-BE49-F238E27FC236}">
                <a16:creationId xmlns:a16="http://schemas.microsoft.com/office/drawing/2014/main" id="{45CA740C-AE05-41CB-82E3-06EEB273CB6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9601" y="995768"/>
                </a:moveTo>
                <a:lnTo>
                  <a:pt x="1453574" y="925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0" name="9pxt_3_build_ReferenceLigand_13">
            <a:extLst>
              <a:ext uri="{FF2B5EF4-FFF2-40B4-BE49-F238E27FC236}">
                <a16:creationId xmlns:a16="http://schemas.microsoft.com/office/drawing/2014/main" id="{76E6E7B4-82DD-44CA-A5F2-515A2BE383E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5645" y="1036147"/>
                </a:moveTo>
                <a:lnTo>
                  <a:pt x="1217015" y="1073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1" name="9pxt_3_build_ReferenceLigand_14">
            <a:extLst>
              <a:ext uri="{FF2B5EF4-FFF2-40B4-BE49-F238E27FC236}">
                <a16:creationId xmlns:a16="http://schemas.microsoft.com/office/drawing/2014/main" id="{2D41D842-EDA3-44B8-9C57-ABBE155ECFC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491" y="481382"/>
                </a:moveTo>
                <a:lnTo>
                  <a:pt x="2286917" y="3923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2" name="9pxt_3_build_ReferenceLigand_15">
            <a:extLst>
              <a:ext uri="{FF2B5EF4-FFF2-40B4-BE49-F238E27FC236}">
                <a16:creationId xmlns:a16="http://schemas.microsoft.com/office/drawing/2014/main" id="{9B77AE3A-3CEC-4C9B-8D42-37AA679F60D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533" y="953795"/>
                </a:moveTo>
                <a:lnTo>
                  <a:pt x="1705549" y="9126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3" name="9pxt_3_build_ReferenceLigand_16">
            <a:extLst>
              <a:ext uri="{FF2B5EF4-FFF2-40B4-BE49-F238E27FC236}">
                <a16:creationId xmlns:a16="http://schemas.microsoft.com/office/drawing/2014/main" id="{FBE58C0B-07C1-4A6E-B89A-766EDB38921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922" y="927654"/>
                </a:moveTo>
                <a:lnTo>
                  <a:pt x="1145753" y="98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4" name="9pxt_3_build_ReferenceLigand_17">
            <a:extLst>
              <a:ext uri="{FF2B5EF4-FFF2-40B4-BE49-F238E27FC236}">
                <a16:creationId xmlns:a16="http://schemas.microsoft.com/office/drawing/2014/main" id="{DB07F65D-96A7-4715-9DFF-72BCF51CD5A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4601" y="696453"/>
                </a:moveTo>
                <a:lnTo>
                  <a:pt x="2177239" y="6337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5" name="9pxt_3_build_ReferenceLigand_18">
            <a:extLst>
              <a:ext uri="{FF2B5EF4-FFF2-40B4-BE49-F238E27FC236}">
                <a16:creationId xmlns:a16="http://schemas.microsoft.com/office/drawing/2014/main" id="{60B3F0A1-C1BC-4A83-A254-9A306CAF9DF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7015" y="1073458"/>
                </a:moveTo>
                <a:lnTo>
                  <a:pt x="1197679" y="1127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6" name="9pxt_3_build_ReferenceLigand_19">
            <a:extLst>
              <a:ext uri="{FF2B5EF4-FFF2-40B4-BE49-F238E27FC236}">
                <a16:creationId xmlns:a16="http://schemas.microsoft.com/office/drawing/2014/main" id="{F27EFE70-EC4C-47A6-8634-EC76B8DB9F1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533" y="953795"/>
                </a:moveTo>
                <a:lnTo>
                  <a:pt x="1529601" y="9957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7" name="9pxt_3_build_ReferenceLigand_20">
            <a:extLst>
              <a:ext uri="{FF2B5EF4-FFF2-40B4-BE49-F238E27FC236}">
                <a16:creationId xmlns:a16="http://schemas.microsoft.com/office/drawing/2014/main" id="{9972BE2C-8FF3-41B2-9D7B-A2BC182DFC9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5395" y="531349"/>
                </a:moveTo>
                <a:lnTo>
                  <a:pt x="2261491" y="4813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8" name="9pxt_3_build_ReferenceLigand_21">
            <a:extLst>
              <a:ext uri="{FF2B5EF4-FFF2-40B4-BE49-F238E27FC236}">
                <a16:creationId xmlns:a16="http://schemas.microsoft.com/office/drawing/2014/main" id="{3AEF3F63-9253-4C1D-95C7-CECA44A5F2F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7239" y="633776"/>
                </a:moveTo>
                <a:lnTo>
                  <a:pt x="2195395" y="5313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9" name="9pxt_3_build_ReferenceLigand_22">
            <a:extLst>
              <a:ext uri="{FF2B5EF4-FFF2-40B4-BE49-F238E27FC236}">
                <a16:creationId xmlns:a16="http://schemas.microsoft.com/office/drawing/2014/main" id="{B430DA69-44EB-4302-BFF8-489473F2276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4205" y="861734"/>
                </a:moveTo>
                <a:lnTo>
                  <a:pt x="1637533" y="95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0" name="9pxt_3_build_ReferenceLigand_23">
            <a:extLst>
              <a:ext uri="{FF2B5EF4-FFF2-40B4-BE49-F238E27FC236}">
                <a16:creationId xmlns:a16="http://schemas.microsoft.com/office/drawing/2014/main" id="{B59059FF-9B38-4440-8559-AB2F0460D39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533" y="953795"/>
                </a:moveTo>
                <a:lnTo>
                  <a:pt x="1679468" y="10319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1" name="9pxt_3_build_ReferenceLigand_24">
            <a:extLst>
              <a:ext uri="{FF2B5EF4-FFF2-40B4-BE49-F238E27FC236}">
                <a16:creationId xmlns:a16="http://schemas.microsoft.com/office/drawing/2014/main" id="{692DC157-94E9-4E26-9DBD-85D639E7A845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7239" y="633776"/>
                </a:moveTo>
                <a:lnTo>
                  <a:pt x="2113003" y="658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2" name="9pxt_3_build_ReferenceLigand_25">
            <a:extLst>
              <a:ext uri="{FF2B5EF4-FFF2-40B4-BE49-F238E27FC236}">
                <a16:creationId xmlns:a16="http://schemas.microsoft.com/office/drawing/2014/main" id="{EBD6EA4E-B33F-4E85-9A42-0AFAE9AD496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2369" y="986355"/>
                </a:moveTo>
                <a:lnTo>
                  <a:pt x="1134922" y="9276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3" name="9pxt_3_build_ReferenceLigand_26">
            <a:extLst>
              <a:ext uri="{FF2B5EF4-FFF2-40B4-BE49-F238E27FC236}">
                <a16:creationId xmlns:a16="http://schemas.microsoft.com/office/drawing/2014/main" id="{02CBCD61-5256-4D41-8F18-8B4ADA93130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3284" y="494735"/>
                </a:moveTo>
                <a:lnTo>
                  <a:pt x="2195395" y="5313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4" name="9pxt_3_build_ReferenceLigand_27">
            <a:extLst>
              <a:ext uri="{FF2B5EF4-FFF2-40B4-BE49-F238E27FC236}">
                <a16:creationId xmlns:a16="http://schemas.microsoft.com/office/drawing/2014/main" id="{8A3154C7-78CB-4F1B-A7FB-B0C463DBAAE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7679" y="1127108"/>
                </a:moveTo>
                <a:lnTo>
                  <a:pt x="1154570" y="1084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5" name="9pxt_3_build_ReferenceLigand_28">
            <a:extLst>
              <a:ext uri="{FF2B5EF4-FFF2-40B4-BE49-F238E27FC236}">
                <a16:creationId xmlns:a16="http://schemas.microsoft.com/office/drawing/2014/main" id="{F1CFB638-4B50-483D-892F-BD528C5EE025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878" y="758549"/>
                </a:moveTo>
                <a:lnTo>
                  <a:pt x="2113003" y="658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6" name="9pxt_3_build_ReferenceLigand_29">
            <a:extLst>
              <a:ext uri="{FF2B5EF4-FFF2-40B4-BE49-F238E27FC236}">
                <a16:creationId xmlns:a16="http://schemas.microsoft.com/office/drawing/2014/main" id="{89D4CBA5-6859-44BE-A9EC-8176FA4D3B50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878" y="758549"/>
                </a:moveTo>
                <a:lnTo>
                  <a:pt x="1966639" y="7533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7" name="9pxt_3_build_ReferenceLigand_30">
            <a:extLst>
              <a:ext uri="{FF2B5EF4-FFF2-40B4-BE49-F238E27FC236}">
                <a16:creationId xmlns:a16="http://schemas.microsoft.com/office/drawing/2014/main" id="{E199AD8F-9211-4725-967F-EE0DA3107A5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2369" y="986355"/>
                </a:moveTo>
                <a:lnTo>
                  <a:pt x="1154570" y="1084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8" name="9pxt_3_build_ReferenceLigand_31">
            <a:extLst>
              <a:ext uri="{FF2B5EF4-FFF2-40B4-BE49-F238E27FC236}">
                <a16:creationId xmlns:a16="http://schemas.microsoft.com/office/drawing/2014/main" id="{A68F0166-3138-4E7D-B0EC-2AF9EB9A0B2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3003" y="658987"/>
                </a:moveTo>
                <a:lnTo>
                  <a:pt x="2094417" y="5722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9" name="9pxt_3_build_ReferenceLigand_32">
            <a:extLst>
              <a:ext uri="{FF2B5EF4-FFF2-40B4-BE49-F238E27FC236}">
                <a16:creationId xmlns:a16="http://schemas.microsoft.com/office/drawing/2014/main" id="{EE984881-7504-47CA-AD42-297FCACBBF7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6639" y="753336"/>
                </a:moveTo>
                <a:lnTo>
                  <a:pt x="1920419" y="8347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0" name="9pxt_3_build_ReferenceLigand_33">
            <a:extLst>
              <a:ext uri="{FF2B5EF4-FFF2-40B4-BE49-F238E27FC236}">
                <a16:creationId xmlns:a16="http://schemas.microsoft.com/office/drawing/2014/main" id="{522CB49B-9BA9-46B7-9E4B-BF5F6B2F7C4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4417" y="572266"/>
                </a:moveTo>
                <a:lnTo>
                  <a:pt x="2143284" y="494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1" name="9pxt_3_build_ReferenceLigand_34">
            <a:extLst>
              <a:ext uri="{FF2B5EF4-FFF2-40B4-BE49-F238E27FC236}">
                <a16:creationId xmlns:a16="http://schemas.microsoft.com/office/drawing/2014/main" id="{FDA0811B-3440-4908-B0DD-4F11CCB2483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836" y="804082"/>
                </a:moveTo>
                <a:lnTo>
                  <a:pt x="1584205" y="8617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2" name="9pxt_3_build_ReferenceLigand_35">
            <a:extLst>
              <a:ext uri="{FF2B5EF4-FFF2-40B4-BE49-F238E27FC236}">
                <a16:creationId xmlns:a16="http://schemas.microsoft.com/office/drawing/2014/main" id="{ADDD7CE2-6F12-49C5-B039-2CB0AFC8F26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5975" y="942105"/>
                </a:moveTo>
                <a:lnTo>
                  <a:pt x="1122369" y="9863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3" name="9pxt_3_build_ReferenceLigand_36">
            <a:extLst>
              <a:ext uri="{FF2B5EF4-FFF2-40B4-BE49-F238E27FC236}">
                <a16:creationId xmlns:a16="http://schemas.microsoft.com/office/drawing/2014/main" id="{B6E74501-8CCA-415F-A7F7-2DF28056D88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4570" y="1084668"/>
                </a:moveTo>
                <a:lnTo>
                  <a:pt x="1145027" y="1143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4" name="9pxt_3_build_ReferenceLigand_37">
            <a:extLst>
              <a:ext uri="{FF2B5EF4-FFF2-40B4-BE49-F238E27FC236}">
                <a16:creationId xmlns:a16="http://schemas.microsoft.com/office/drawing/2014/main" id="{A2A19DFF-3DF7-4894-9C00-B711FEBA190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555" y="790349"/>
                </a:moveTo>
                <a:lnTo>
                  <a:pt x="1629836" y="8040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5" name="9pxt_3_build_ReferenceLigand_38">
            <a:extLst>
              <a:ext uri="{FF2B5EF4-FFF2-40B4-BE49-F238E27FC236}">
                <a16:creationId xmlns:a16="http://schemas.microsoft.com/office/drawing/2014/main" id="{A2BF1DD8-FDDD-4A05-88BC-DE87A76114C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536" y="798897"/>
                </a:moveTo>
                <a:lnTo>
                  <a:pt x="2071878" y="7585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6" name="9pxt_3_build_ReferenceLigand_39">
            <a:extLst>
              <a:ext uri="{FF2B5EF4-FFF2-40B4-BE49-F238E27FC236}">
                <a16:creationId xmlns:a16="http://schemas.microsoft.com/office/drawing/2014/main" id="{0F6A9F3E-DA1C-4E77-93F7-A3530AE6F03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760" y="796904"/>
                </a:moveTo>
                <a:lnTo>
                  <a:pt x="1747555" y="7903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7" name="9pxt_3_build_ReferenceLigand_40">
            <a:extLst>
              <a:ext uri="{FF2B5EF4-FFF2-40B4-BE49-F238E27FC236}">
                <a16:creationId xmlns:a16="http://schemas.microsoft.com/office/drawing/2014/main" id="{883548E6-AB51-41C1-8629-FD28ABB6384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836" y="804082"/>
                </a:moveTo>
                <a:lnTo>
                  <a:pt x="1582119" y="701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8" name="9pxt_3_build_ReferenceLigand_41">
            <a:extLst>
              <a:ext uri="{FF2B5EF4-FFF2-40B4-BE49-F238E27FC236}">
                <a16:creationId xmlns:a16="http://schemas.microsoft.com/office/drawing/2014/main" id="{B69451F5-826B-43A3-B354-D2160595D08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9" y="834730"/>
                </a:moveTo>
                <a:lnTo>
                  <a:pt x="1826760" y="796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9" name="9pxt_3_build_ReferenceLigand_42">
            <a:extLst>
              <a:ext uri="{FF2B5EF4-FFF2-40B4-BE49-F238E27FC236}">
                <a16:creationId xmlns:a16="http://schemas.microsoft.com/office/drawing/2014/main" id="{513E3E04-F959-4750-BD52-79D8D5B6DD2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9" y="834730"/>
                </a:moveTo>
                <a:lnTo>
                  <a:pt x="2003405" y="8791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0" name="9pxt_3_build_ReferenceLigand_43">
            <a:extLst>
              <a:ext uri="{FF2B5EF4-FFF2-40B4-BE49-F238E27FC236}">
                <a16:creationId xmlns:a16="http://schemas.microsoft.com/office/drawing/2014/main" id="{C9764B79-C128-44CD-8D1E-32451CFA055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5975" y="942105"/>
                </a:moveTo>
                <a:lnTo>
                  <a:pt x="1043414" y="8545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1" name="9pxt_3_build_ReferenceLigand_44">
            <a:extLst>
              <a:ext uri="{FF2B5EF4-FFF2-40B4-BE49-F238E27FC236}">
                <a16:creationId xmlns:a16="http://schemas.microsoft.com/office/drawing/2014/main" id="{49A9C9CC-B80D-48EF-96A3-04DB9366633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3405" y="879164"/>
                </a:moveTo>
                <a:lnTo>
                  <a:pt x="2038463" y="96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2" name="9pxt_3_build_ReferenceLigand_45">
            <a:extLst>
              <a:ext uri="{FF2B5EF4-FFF2-40B4-BE49-F238E27FC236}">
                <a16:creationId xmlns:a16="http://schemas.microsoft.com/office/drawing/2014/main" id="{1CFF7D76-7F14-454A-A0DE-2A65529AC7A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3405" y="879164"/>
                </a:moveTo>
                <a:lnTo>
                  <a:pt x="2087536" y="7988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3" name="9pxt_3_build_ReferenceLigand_46">
            <a:extLst>
              <a:ext uri="{FF2B5EF4-FFF2-40B4-BE49-F238E27FC236}">
                <a16:creationId xmlns:a16="http://schemas.microsoft.com/office/drawing/2014/main" id="{6160810B-217B-498A-95D0-48EC3B11FFA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5099" y="839458"/>
                </a:moveTo>
                <a:lnTo>
                  <a:pt x="2087536" y="7988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4" name="9pxt_3_build_ReferenceLigand_47">
            <a:extLst>
              <a:ext uri="{FF2B5EF4-FFF2-40B4-BE49-F238E27FC236}">
                <a16:creationId xmlns:a16="http://schemas.microsoft.com/office/drawing/2014/main" id="{C446C936-2066-46BB-9F31-72DA0FD75C2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836" y="804082"/>
                </a:moveTo>
                <a:lnTo>
                  <a:pt x="1632124" y="8707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5" name="9pxt_3_build_ReferenceLigand_48">
            <a:extLst>
              <a:ext uri="{FF2B5EF4-FFF2-40B4-BE49-F238E27FC236}">
                <a16:creationId xmlns:a16="http://schemas.microsoft.com/office/drawing/2014/main" id="{BC7853F1-5F58-4051-A279-09E13A91A630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83" y="1006581"/>
                </a:moveTo>
                <a:lnTo>
                  <a:pt x="1075975" y="9421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6" name="9pxt_3_build_ReferenceLigand_49">
            <a:extLst>
              <a:ext uri="{FF2B5EF4-FFF2-40B4-BE49-F238E27FC236}">
                <a16:creationId xmlns:a16="http://schemas.microsoft.com/office/drawing/2014/main" id="{D6377393-5BB0-420B-BA76-7F5B7DBCABD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027" y="1143859"/>
                </a:moveTo>
                <a:lnTo>
                  <a:pt x="1102532" y="11034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7" name="9pxt_3_build_ReferenceLigand_50">
            <a:extLst>
              <a:ext uri="{FF2B5EF4-FFF2-40B4-BE49-F238E27FC236}">
                <a16:creationId xmlns:a16="http://schemas.microsoft.com/office/drawing/2014/main" id="{F7023355-B57B-4C92-8108-7B3B0FDA89C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2532" y="1103487"/>
                </a:moveTo>
                <a:lnTo>
                  <a:pt x="1068283" y="10065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8" name="9pxt_3_build_ReferenceLigand_51">
            <a:extLst>
              <a:ext uri="{FF2B5EF4-FFF2-40B4-BE49-F238E27FC236}">
                <a16:creationId xmlns:a16="http://schemas.microsoft.com/office/drawing/2014/main" id="{CC2050EC-FAB7-40EF-9BB2-D79542D7C44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2532" y="1103487"/>
                </a:moveTo>
                <a:lnTo>
                  <a:pt x="1091481" y="1159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9" name="9pxt_3_build_PredictedLigand_0">
            <a:extLst>
              <a:ext uri="{FF2B5EF4-FFF2-40B4-BE49-F238E27FC236}">
                <a16:creationId xmlns:a16="http://schemas.microsoft.com/office/drawing/2014/main" id="{3804075E-EE57-43F1-A453-A28B74B309A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8128" y="759886"/>
                </a:moveTo>
                <a:lnTo>
                  <a:pt x="1192045" y="7196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60" name="9pxt_3_build_PredictedLigand_1">
            <a:extLst>
              <a:ext uri="{FF2B5EF4-FFF2-40B4-BE49-F238E27FC236}">
                <a16:creationId xmlns:a16="http://schemas.microsoft.com/office/drawing/2014/main" id="{5AA55209-8A88-4BF7-B688-DC08C677983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417" y="708040"/>
                </a:moveTo>
                <a:lnTo>
                  <a:pt x="1027036" y="6331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61" name="9pxt_3_build_PredictedLigand_2">
            <a:extLst>
              <a:ext uri="{FF2B5EF4-FFF2-40B4-BE49-F238E27FC236}">
                <a16:creationId xmlns:a16="http://schemas.microsoft.com/office/drawing/2014/main" id="{A5EE1670-7191-4ABE-9F6C-5421676CA2E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417" y="708040"/>
                </a:moveTo>
                <a:lnTo>
                  <a:pt x="944202" y="7968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62" name="9pxt_3_build_PredictedLigand_3">
            <a:extLst>
              <a:ext uri="{FF2B5EF4-FFF2-40B4-BE49-F238E27FC236}">
                <a16:creationId xmlns:a16="http://schemas.microsoft.com/office/drawing/2014/main" id="{C9364D38-E1D9-4296-A306-4AF9B490269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8128" y="759886"/>
                </a:moveTo>
                <a:lnTo>
                  <a:pt x="1200569" y="8711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63" name="9pxt_3_build_PredictedLigand_4">
            <a:extLst>
              <a:ext uri="{FF2B5EF4-FFF2-40B4-BE49-F238E27FC236}">
                <a16:creationId xmlns:a16="http://schemas.microsoft.com/office/drawing/2014/main" id="{174F0B31-1173-4CDC-AC18-6EA1F88A626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0760" y="741294"/>
                </a:moveTo>
                <a:lnTo>
                  <a:pt x="993417" y="7080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64" name="9pxt_3_build_PredictedLigand_5">
            <a:extLst>
              <a:ext uri="{FF2B5EF4-FFF2-40B4-BE49-F238E27FC236}">
                <a16:creationId xmlns:a16="http://schemas.microsoft.com/office/drawing/2014/main" id="{5E10F3C2-6203-45D2-96B9-5CA2E0216F2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8128" y="759886"/>
                </a:moveTo>
                <a:lnTo>
                  <a:pt x="1080760" y="7412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65" name="9pxt_3_build_PredictedLigand_6">
            <a:extLst>
              <a:ext uri="{FF2B5EF4-FFF2-40B4-BE49-F238E27FC236}">
                <a16:creationId xmlns:a16="http://schemas.microsoft.com/office/drawing/2014/main" id="{B6F4B646-6771-4B5D-B7EE-CB4C8575227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9248" y="692108"/>
                </a:moveTo>
                <a:lnTo>
                  <a:pt x="1188128" y="759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66" name="9pxt_3_build_PredictedLigand_7">
            <a:extLst>
              <a:ext uri="{FF2B5EF4-FFF2-40B4-BE49-F238E27FC236}">
                <a16:creationId xmlns:a16="http://schemas.microsoft.com/office/drawing/2014/main" id="{61F76C0B-5692-4258-8F1A-B2E26AE4100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417" y="708040"/>
                </a:moveTo>
                <a:lnTo>
                  <a:pt x="918085" y="6624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67" name="9pxt_3_build_PredictedLigand_8">
            <a:extLst>
              <a:ext uri="{FF2B5EF4-FFF2-40B4-BE49-F238E27FC236}">
                <a16:creationId xmlns:a16="http://schemas.microsoft.com/office/drawing/2014/main" id="{DBABFC5A-B9BF-4BFB-BFC0-04B1A5C5994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361" y="576711"/>
                </a:moveTo>
                <a:lnTo>
                  <a:pt x="1259248" y="6921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68" name="9pxt_3_build_PredictedLigand_9">
            <a:extLst>
              <a:ext uri="{FF2B5EF4-FFF2-40B4-BE49-F238E27FC236}">
                <a16:creationId xmlns:a16="http://schemas.microsoft.com/office/drawing/2014/main" id="{C88F053F-48E6-4488-952E-E6651E8D52F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8085" y="662448"/>
                </a:moveTo>
                <a:lnTo>
                  <a:pt x="907371" y="56204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69" name="9pxt_3_build_PredictedLigand_10">
            <a:extLst>
              <a:ext uri="{FF2B5EF4-FFF2-40B4-BE49-F238E27FC236}">
                <a16:creationId xmlns:a16="http://schemas.microsoft.com/office/drawing/2014/main" id="{B0A8FB33-EB2E-44F9-A25E-8634E18D7A0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7229" y="407640"/>
                </a:moveTo>
                <a:lnTo>
                  <a:pt x="973216" y="3818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70" name="9pxt_3_build_PredictedLigand_11">
            <a:extLst>
              <a:ext uri="{FF2B5EF4-FFF2-40B4-BE49-F238E27FC236}">
                <a16:creationId xmlns:a16="http://schemas.microsoft.com/office/drawing/2014/main" id="{698683AB-47BC-4F43-94E7-DB9943EBA88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9996" y="348321"/>
                </a:moveTo>
                <a:lnTo>
                  <a:pt x="784456" y="240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71" name="9pxt_3_build_PredictedLigand_12">
            <a:extLst>
              <a:ext uri="{FF2B5EF4-FFF2-40B4-BE49-F238E27FC236}">
                <a16:creationId xmlns:a16="http://schemas.microsoft.com/office/drawing/2014/main" id="{60A445D8-D2FB-480E-A86D-AC6CD7C0B33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371" y="562043"/>
                </a:moveTo>
                <a:lnTo>
                  <a:pt x="880326" y="5096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72" name="9pxt_3_build_PredictedLigand_13">
            <a:extLst>
              <a:ext uri="{FF2B5EF4-FFF2-40B4-BE49-F238E27FC236}">
                <a16:creationId xmlns:a16="http://schemas.microsoft.com/office/drawing/2014/main" id="{49377C07-C45B-481E-99F9-3E399245FD4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9996" y="348321"/>
                </a:moveTo>
                <a:lnTo>
                  <a:pt x="877229" y="4076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73" name="9pxt_3_build_PredictedLigand_14">
            <a:extLst>
              <a:ext uri="{FF2B5EF4-FFF2-40B4-BE49-F238E27FC236}">
                <a16:creationId xmlns:a16="http://schemas.microsoft.com/office/drawing/2014/main" id="{0374436C-6865-4E4B-9C73-7FD722EED475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766" y="543998"/>
                </a:moveTo>
                <a:lnTo>
                  <a:pt x="1257361" y="576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74" name="9pxt_3_build_PredictedLigand_15">
            <a:extLst>
              <a:ext uri="{FF2B5EF4-FFF2-40B4-BE49-F238E27FC236}">
                <a16:creationId xmlns:a16="http://schemas.microsoft.com/office/drawing/2014/main" id="{4BDDF2DF-7F5F-4DA7-B9A5-B933326E380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7229" y="407640"/>
                </a:moveTo>
                <a:lnTo>
                  <a:pt x="880326" y="5096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75" name="9pxt_3_build_PredictedLigand_16">
            <a:extLst>
              <a:ext uri="{FF2B5EF4-FFF2-40B4-BE49-F238E27FC236}">
                <a16:creationId xmlns:a16="http://schemas.microsoft.com/office/drawing/2014/main" id="{4C612360-2260-4D86-BD19-BFB96E0A0BC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6168" y="377491"/>
                </a:moveTo>
                <a:lnTo>
                  <a:pt x="799996" y="3483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76" name="9pxt_3_build_PredictedLigand_17">
            <a:extLst>
              <a:ext uri="{FF2B5EF4-FFF2-40B4-BE49-F238E27FC236}">
                <a16:creationId xmlns:a16="http://schemas.microsoft.com/office/drawing/2014/main" id="{6FFD5923-68BD-4B25-9022-E9D2018522C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773" y="294797"/>
                </a:moveTo>
                <a:lnTo>
                  <a:pt x="632188" y="3227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77" name="9pxt_3_build_PredictedLigand_18">
            <a:extLst>
              <a:ext uri="{FF2B5EF4-FFF2-40B4-BE49-F238E27FC236}">
                <a16:creationId xmlns:a16="http://schemas.microsoft.com/office/drawing/2014/main" id="{B265A3B1-E97A-4952-8BA6-4E0762C64F9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0326" y="509661"/>
                </a:moveTo>
                <a:lnTo>
                  <a:pt x="788269" y="5491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78" name="9pxt_3_build_PredictedLigand_19">
            <a:extLst>
              <a:ext uri="{FF2B5EF4-FFF2-40B4-BE49-F238E27FC236}">
                <a16:creationId xmlns:a16="http://schemas.microsoft.com/office/drawing/2014/main" id="{676779D6-08DD-4EC9-93F4-966D2D1ADC5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2188" y="322725"/>
                </a:moveTo>
                <a:lnTo>
                  <a:pt x="716168" y="3774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79" name="9pxt_3_build_PredictedLigand_20">
            <a:extLst>
              <a:ext uri="{FF2B5EF4-FFF2-40B4-BE49-F238E27FC236}">
                <a16:creationId xmlns:a16="http://schemas.microsoft.com/office/drawing/2014/main" id="{68F9D0F3-B602-47FD-94F4-0C7522E6699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4632" y="456962"/>
                </a:moveTo>
                <a:lnTo>
                  <a:pt x="1263766" y="543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80" name="9pxt_3_build_PredictedLigand_21">
            <a:extLst>
              <a:ext uri="{FF2B5EF4-FFF2-40B4-BE49-F238E27FC236}">
                <a16:creationId xmlns:a16="http://schemas.microsoft.com/office/drawing/2014/main" id="{C8797F91-156D-4B3F-942F-950511F4E300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773" y="294797"/>
                </a:moveTo>
                <a:lnTo>
                  <a:pt x="568284" y="5104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81" name="9pxt_3_build_PredictedLigand_22">
            <a:extLst>
              <a:ext uri="{FF2B5EF4-FFF2-40B4-BE49-F238E27FC236}">
                <a16:creationId xmlns:a16="http://schemas.microsoft.com/office/drawing/2014/main" id="{CBF7405B-578F-4D5E-ABC7-B82567CB464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766" y="543998"/>
                </a:moveTo>
                <a:lnTo>
                  <a:pt x="1370281" y="5348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82" name="9pxt_3_build_PredictedLigand_23">
            <a:extLst>
              <a:ext uri="{FF2B5EF4-FFF2-40B4-BE49-F238E27FC236}">
                <a16:creationId xmlns:a16="http://schemas.microsoft.com/office/drawing/2014/main" id="{F4532E07-80D4-4596-9436-08E86659CB6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5641" y="351942"/>
                </a:moveTo>
                <a:lnTo>
                  <a:pt x="560773" y="2947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83" name="9pxt_3_build_PredictedLigand_24">
            <a:extLst>
              <a:ext uri="{FF2B5EF4-FFF2-40B4-BE49-F238E27FC236}">
                <a16:creationId xmlns:a16="http://schemas.microsoft.com/office/drawing/2014/main" id="{85D4A80F-6CB4-4684-97DB-5A7A0C21D05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0281" y="534801"/>
                </a:moveTo>
                <a:lnTo>
                  <a:pt x="1375882" y="4134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84" name="9pxt_3_build_PredictedLigand_25">
            <a:extLst>
              <a:ext uri="{FF2B5EF4-FFF2-40B4-BE49-F238E27FC236}">
                <a16:creationId xmlns:a16="http://schemas.microsoft.com/office/drawing/2014/main" id="{7352F937-1DA1-4C61-B669-58D50711DCC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6168" y="377491"/>
                </a:moveTo>
                <a:lnTo>
                  <a:pt x="726294" y="4794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85" name="9pxt_3_build_PredictedLigand_26">
            <a:extLst>
              <a:ext uri="{FF2B5EF4-FFF2-40B4-BE49-F238E27FC236}">
                <a16:creationId xmlns:a16="http://schemas.microsoft.com/office/drawing/2014/main" id="{E5C7EF07-8DCD-4A51-B8D7-5497D782F2B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8269" y="549183"/>
                </a:moveTo>
                <a:lnTo>
                  <a:pt x="726294" y="4794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86" name="9pxt_3_build_PredictedLigand_27">
            <a:extLst>
              <a:ext uri="{FF2B5EF4-FFF2-40B4-BE49-F238E27FC236}">
                <a16:creationId xmlns:a16="http://schemas.microsoft.com/office/drawing/2014/main" id="{6B699A0D-BF51-4929-9956-6F4F500DA27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7615" y="388107"/>
                </a:moveTo>
                <a:lnTo>
                  <a:pt x="1204632" y="4569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87" name="9pxt_3_build_PredictedLigand_28">
            <a:extLst>
              <a:ext uri="{FF2B5EF4-FFF2-40B4-BE49-F238E27FC236}">
                <a16:creationId xmlns:a16="http://schemas.microsoft.com/office/drawing/2014/main" id="{48521066-7D94-4955-8E3B-35F30A20F0F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65" y="362811"/>
                </a:moveTo>
                <a:lnTo>
                  <a:pt x="1375882" y="4134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88" name="9pxt_3_build_PredictedLigand_29">
            <a:extLst>
              <a:ext uri="{FF2B5EF4-FFF2-40B4-BE49-F238E27FC236}">
                <a16:creationId xmlns:a16="http://schemas.microsoft.com/office/drawing/2014/main" id="{38EB54E4-031D-4617-81E0-CEA776BA73D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882" y="413465"/>
                </a:moveTo>
                <a:lnTo>
                  <a:pt x="1267615" y="3881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89" name="9pxt_3_build_PredictedLigand_30">
            <a:extLst>
              <a:ext uri="{FF2B5EF4-FFF2-40B4-BE49-F238E27FC236}">
                <a16:creationId xmlns:a16="http://schemas.microsoft.com/office/drawing/2014/main" id="{C628CBED-B832-463B-9C6B-EE1CA058B3C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5961" y="626260"/>
                </a:moveTo>
                <a:lnTo>
                  <a:pt x="399093" y="5933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90" name="9pxt_3_build_PredictedLigand_31">
            <a:extLst>
              <a:ext uri="{FF2B5EF4-FFF2-40B4-BE49-F238E27FC236}">
                <a16:creationId xmlns:a16="http://schemas.microsoft.com/office/drawing/2014/main" id="{6CA35E95-1A65-4065-AA27-273AB17C514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0281" y="534801"/>
                </a:moveTo>
                <a:lnTo>
                  <a:pt x="1391012" y="5735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91" name="9pxt_3_build_PredictedLigand_32">
            <a:extLst>
              <a:ext uri="{FF2B5EF4-FFF2-40B4-BE49-F238E27FC236}">
                <a16:creationId xmlns:a16="http://schemas.microsoft.com/office/drawing/2014/main" id="{0E27B545-E9A7-49C3-9445-9CCA6499084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0669" y="500939"/>
                </a:moveTo>
                <a:lnTo>
                  <a:pt x="568284" y="5104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92" name="9pxt_3_build_PredictedLigand_33">
            <a:extLst>
              <a:ext uri="{FF2B5EF4-FFF2-40B4-BE49-F238E27FC236}">
                <a16:creationId xmlns:a16="http://schemas.microsoft.com/office/drawing/2014/main" id="{9AB408F5-7828-4581-9988-7D0D48A5E97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9842" y="284812"/>
                </a:moveTo>
                <a:lnTo>
                  <a:pt x="1127967" y="149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93" name="9pxt_3_build_PredictedLigand_34">
            <a:extLst>
              <a:ext uri="{FF2B5EF4-FFF2-40B4-BE49-F238E27FC236}">
                <a16:creationId xmlns:a16="http://schemas.microsoft.com/office/drawing/2014/main" id="{34DE3CA7-ED55-48F3-A341-175F11EE1C9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5961" y="626260"/>
                </a:moveTo>
                <a:lnTo>
                  <a:pt x="497209" y="7121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94" name="9pxt_3_build_PredictedLigand_35">
            <a:extLst>
              <a:ext uri="{FF2B5EF4-FFF2-40B4-BE49-F238E27FC236}">
                <a16:creationId xmlns:a16="http://schemas.microsoft.com/office/drawing/2014/main" id="{508BB833-D8DD-4A3F-B29A-CCD95EF2730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294" y="479473"/>
                </a:moveTo>
                <a:lnTo>
                  <a:pt x="650669" y="5009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95" name="9pxt_3_build_PredictedLigand_36">
            <a:extLst>
              <a:ext uri="{FF2B5EF4-FFF2-40B4-BE49-F238E27FC236}">
                <a16:creationId xmlns:a16="http://schemas.microsoft.com/office/drawing/2014/main" id="{271DE5DD-9CB6-4CD0-87BB-1FFCDDD66135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093" y="593385"/>
                </a:moveTo>
                <a:lnTo>
                  <a:pt x="455641" y="3519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96" name="9pxt_3_build_PredictedLigand_37">
            <a:extLst>
              <a:ext uri="{FF2B5EF4-FFF2-40B4-BE49-F238E27FC236}">
                <a16:creationId xmlns:a16="http://schemas.microsoft.com/office/drawing/2014/main" id="{1A836007-8591-4BB9-A3DA-139231A6C0C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7615" y="388107"/>
                </a:moveTo>
                <a:lnTo>
                  <a:pt x="1249251" y="3943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97" name="9pxt_3_build_PredictedLigand_38">
            <a:extLst>
              <a:ext uri="{FF2B5EF4-FFF2-40B4-BE49-F238E27FC236}">
                <a16:creationId xmlns:a16="http://schemas.microsoft.com/office/drawing/2014/main" id="{B4A9BFFC-3A44-43DD-B54C-5185C775205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5641" y="351942"/>
                </a:moveTo>
                <a:lnTo>
                  <a:pt x="444093" y="4049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98" name="9pxt_3_build_PredictedLigand_39">
            <a:extLst>
              <a:ext uri="{FF2B5EF4-FFF2-40B4-BE49-F238E27FC236}">
                <a16:creationId xmlns:a16="http://schemas.microsoft.com/office/drawing/2014/main" id="{4469F90A-7D3B-43A6-B557-4415893A605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9251" y="394312"/>
                </a:moveTo>
                <a:lnTo>
                  <a:pt x="1119842" y="28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99" name="9pxt_3_build_PredictedLigand_40">
            <a:extLst>
              <a:ext uri="{FF2B5EF4-FFF2-40B4-BE49-F238E27FC236}">
                <a16:creationId xmlns:a16="http://schemas.microsoft.com/office/drawing/2014/main" id="{5FEA1808-E1FD-467E-8E68-08070D59627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8284" y="510482"/>
                </a:moveTo>
                <a:lnTo>
                  <a:pt x="582420" y="6158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00" name="9pxt_3_build_PredictedLigand_41">
            <a:extLst>
              <a:ext uri="{FF2B5EF4-FFF2-40B4-BE49-F238E27FC236}">
                <a16:creationId xmlns:a16="http://schemas.microsoft.com/office/drawing/2014/main" id="{91EA4423-A4FB-4EFC-B2D3-C32324F5F92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420" y="615858"/>
                </a:moveTo>
                <a:lnTo>
                  <a:pt x="525961" y="626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01" name="9pxt_3_build_PredictedLigand_42">
            <a:extLst>
              <a:ext uri="{FF2B5EF4-FFF2-40B4-BE49-F238E27FC236}">
                <a16:creationId xmlns:a16="http://schemas.microsoft.com/office/drawing/2014/main" id="{186967FF-73C1-43EE-A4BF-8EB2C694B26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7967" y="149756"/>
                </a:moveTo>
                <a:lnTo>
                  <a:pt x="1203885" y="2284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02" name="9pxt_3_build_PredictedLigand_43">
            <a:extLst>
              <a:ext uri="{FF2B5EF4-FFF2-40B4-BE49-F238E27FC236}">
                <a16:creationId xmlns:a16="http://schemas.microsoft.com/office/drawing/2014/main" id="{85D6B136-6C59-4F52-8CB1-1E49D2A9A77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526" y="257886"/>
                </a:moveTo>
                <a:lnTo>
                  <a:pt x="1249251" y="3943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03" name="9pxt_3_build_PredictedLigand_44">
            <a:extLst>
              <a:ext uri="{FF2B5EF4-FFF2-40B4-BE49-F238E27FC236}">
                <a16:creationId xmlns:a16="http://schemas.microsoft.com/office/drawing/2014/main" id="{BDA7EE70-BBAE-496A-9C2D-2FB1C95A42B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576" y="261021"/>
                </a:moveTo>
                <a:lnTo>
                  <a:pt x="1273526" y="25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04" name="9pxt_3_build_PredictedLigand_45">
            <a:extLst>
              <a:ext uri="{FF2B5EF4-FFF2-40B4-BE49-F238E27FC236}">
                <a16:creationId xmlns:a16="http://schemas.microsoft.com/office/drawing/2014/main" id="{C9E2AB13-9FFA-4A4F-B53A-AF7E1838759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0468" y="354730"/>
                </a:moveTo>
                <a:lnTo>
                  <a:pt x="1331576" y="2610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05" name="9pxt_3_build_PredictedLigand_46">
            <a:extLst>
              <a:ext uri="{FF2B5EF4-FFF2-40B4-BE49-F238E27FC236}">
                <a16:creationId xmlns:a16="http://schemas.microsoft.com/office/drawing/2014/main" id="{BD0B6EC6-CB2B-4477-8ECF-50C8CC0F6675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526" y="257886"/>
                </a:moveTo>
                <a:lnTo>
                  <a:pt x="1203885" y="2284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06" name="9pxt_3_build_PredictedLigand_47">
            <a:extLst>
              <a:ext uri="{FF2B5EF4-FFF2-40B4-BE49-F238E27FC236}">
                <a16:creationId xmlns:a16="http://schemas.microsoft.com/office/drawing/2014/main" id="{0F4F25A4-C93A-433C-B377-DAA64099E84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0468" y="354730"/>
                </a:moveTo>
                <a:lnTo>
                  <a:pt x="1494567" y="3249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07" name="9pxt_3_build_PredictedLigand_48">
            <a:extLst>
              <a:ext uri="{FF2B5EF4-FFF2-40B4-BE49-F238E27FC236}">
                <a16:creationId xmlns:a16="http://schemas.microsoft.com/office/drawing/2014/main" id="{C2586CFF-63C4-4EA2-8C45-A20FD0E6957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126" y="164947"/>
                </a:moveTo>
                <a:lnTo>
                  <a:pt x="1390468" y="354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08" name="9pxt_3_build_PredictedLigand_49">
            <a:extLst>
              <a:ext uri="{FF2B5EF4-FFF2-40B4-BE49-F238E27FC236}">
                <a16:creationId xmlns:a16="http://schemas.microsoft.com/office/drawing/2014/main" id="{A7A210D7-F678-4964-BC0B-4D8B53C5D75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885" y="228452"/>
                </a:moveTo>
                <a:lnTo>
                  <a:pt x="1192041" y="705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09" name="9pxt_3_build_PredictedLigand_50">
            <a:extLst>
              <a:ext uri="{FF2B5EF4-FFF2-40B4-BE49-F238E27FC236}">
                <a16:creationId xmlns:a16="http://schemas.microsoft.com/office/drawing/2014/main" id="{755D47DB-0AE6-424E-A7EC-6D14F73F8C9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041" y="70593"/>
                </a:moveTo>
                <a:lnTo>
                  <a:pt x="1359126" y="1649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10" name="9pxt_3_build_PredictedLigand_51">
            <a:extLst>
              <a:ext uri="{FF2B5EF4-FFF2-40B4-BE49-F238E27FC236}">
                <a16:creationId xmlns:a16="http://schemas.microsoft.com/office/drawing/2014/main" id="{1E7C3B17-DD9D-4189-AB68-E0D15C56DBE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041" y="70593"/>
                </a:moveTo>
                <a:lnTo>
                  <a:pt x="1209357" y="674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11" name="9pxt_3_build_PredictedAtoms_0">
            <a:extLst>
              <a:ext uri="{FF2B5EF4-FFF2-40B4-BE49-F238E27FC236}">
                <a16:creationId xmlns:a16="http://schemas.microsoft.com/office/drawing/2014/main" id="{A3DB7C95-3C45-48B5-BA56-E2E61397F1F6}"/>
              </a:ext>
            </a:extLst>
          </p:cNvPr>
          <p:cNvSpPr>
            <a:spLocks/>
          </p:cNvSpPr>
          <p:nvPr/>
        </p:nvSpPr>
        <p:spPr>
          <a:xfrm>
            <a:off x="7608273" y="65092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12" name="9pxt_3_build_PredictedAtoms_1">
            <a:extLst>
              <a:ext uri="{FF2B5EF4-FFF2-40B4-BE49-F238E27FC236}">
                <a16:creationId xmlns:a16="http://schemas.microsoft.com/office/drawing/2014/main" id="{190C07DF-452E-48D2-BD4D-2C78DB62AA77}"/>
              </a:ext>
            </a:extLst>
          </p:cNvPr>
          <p:cNvSpPr>
            <a:spLocks/>
          </p:cNvSpPr>
          <p:nvPr/>
        </p:nvSpPr>
        <p:spPr>
          <a:xfrm>
            <a:off x="7531890" y="65599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13" name="9pxt_3_build_PredictedAtoms_2">
            <a:extLst>
              <a:ext uri="{FF2B5EF4-FFF2-40B4-BE49-F238E27FC236}">
                <a16:creationId xmlns:a16="http://schemas.microsoft.com/office/drawing/2014/main" id="{BEC62C9E-16A4-4516-B5F5-2B5B30645E17}"/>
              </a:ext>
            </a:extLst>
          </p:cNvPr>
          <p:cNvSpPr>
            <a:spLocks/>
          </p:cNvSpPr>
          <p:nvPr/>
        </p:nvSpPr>
        <p:spPr>
          <a:xfrm>
            <a:off x="7423622" y="65345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14" name="9pxt_3_build_PredictedAtoms_3">
            <a:extLst>
              <a:ext uri="{FF2B5EF4-FFF2-40B4-BE49-F238E27FC236}">
                <a16:creationId xmlns:a16="http://schemas.microsoft.com/office/drawing/2014/main" id="{7EF71B16-A389-4E7B-A175-163ED0C69C6E}"/>
              </a:ext>
            </a:extLst>
          </p:cNvPr>
          <p:cNvSpPr>
            <a:spLocks/>
          </p:cNvSpPr>
          <p:nvPr/>
        </p:nvSpPr>
        <p:spPr>
          <a:xfrm>
            <a:off x="7405259" y="654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15" name="9pxt_3_build_PredictedAtoms_4">
            <a:extLst>
              <a:ext uri="{FF2B5EF4-FFF2-40B4-BE49-F238E27FC236}">
                <a16:creationId xmlns:a16="http://schemas.microsoft.com/office/drawing/2014/main" id="{774FDB51-1A90-4656-BC61-4FFDD5DF0D25}"/>
              </a:ext>
            </a:extLst>
          </p:cNvPr>
          <p:cNvSpPr>
            <a:spLocks/>
          </p:cNvSpPr>
          <p:nvPr/>
        </p:nvSpPr>
        <p:spPr>
          <a:xfrm>
            <a:off x="7275850" y="64312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16" name="9pxt_3_build_PredictedAtoms_5">
            <a:extLst>
              <a:ext uri="{FF2B5EF4-FFF2-40B4-BE49-F238E27FC236}">
                <a16:creationId xmlns:a16="http://schemas.microsoft.com/office/drawing/2014/main" id="{BB535D83-7DCA-47E2-82B4-F38CCA0064FA}"/>
              </a:ext>
            </a:extLst>
          </p:cNvPr>
          <p:cNvSpPr>
            <a:spLocks/>
          </p:cNvSpPr>
          <p:nvPr/>
        </p:nvSpPr>
        <p:spPr>
          <a:xfrm>
            <a:off x="7283974" y="62962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17" name="9pxt_3_build_PredictedAtoms_6">
            <a:extLst>
              <a:ext uri="{FF2B5EF4-FFF2-40B4-BE49-F238E27FC236}">
                <a16:creationId xmlns:a16="http://schemas.microsoft.com/office/drawing/2014/main" id="{B3298A23-5F67-41C1-9566-BA8468886CE2}"/>
              </a:ext>
            </a:extLst>
          </p:cNvPr>
          <p:cNvSpPr>
            <a:spLocks/>
          </p:cNvSpPr>
          <p:nvPr/>
        </p:nvSpPr>
        <p:spPr>
          <a:xfrm>
            <a:off x="7359893" y="63749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18" name="9pxt_3_build_PredictedAtoms_7">
            <a:extLst>
              <a:ext uri="{FF2B5EF4-FFF2-40B4-BE49-F238E27FC236}">
                <a16:creationId xmlns:a16="http://schemas.microsoft.com/office/drawing/2014/main" id="{EC0ADE35-89C1-42E5-8F59-D6BFB2ECAC34}"/>
              </a:ext>
            </a:extLst>
          </p:cNvPr>
          <p:cNvSpPr>
            <a:spLocks/>
          </p:cNvSpPr>
          <p:nvPr/>
        </p:nvSpPr>
        <p:spPr>
          <a:xfrm>
            <a:off x="7348048" y="62170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19" name="9pxt_3_build_PredictedAtoms_8">
            <a:extLst>
              <a:ext uri="{FF2B5EF4-FFF2-40B4-BE49-F238E27FC236}">
                <a16:creationId xmlns:a16="http://schemas.microsoft.com/office/drawing/2014/main" id="{5D9C7B87-A973-40C7-BCB7-DD10FCBC9AE1}"/>
              </a:ext>
            </a:extLst>
          </p:cNvPr>
          <p:cNvSpPr>
            <a:spLocks/>
          </p:cNvSpPr>
          <p:nvPr/>
        </p:nvSpPr>
        <p:spPr>
          <a:xfrm>
            <a:off x="7365365" y="62138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20" name="9pxt_3_build_PredictedAtoms_9">
            <a:extLst>
              <a:ext uri="{FF2B5EF4-FFF2-40B4-BE49-F238E27FC236}">
                <a16:creationId xmlns:a16="http://schemas.microsoft.com/office/drawing/2014/main" id="{514B5980-BE2B-46C8-848A-6B006B35AC5F}"/>
              </a:ext>
            </a:extLst>
          </p:cNvPr>
          <p:cNvSpPr>
            <a:spLocks/>
          </p:cNvSpPr>
          <p:nvPr/>
        </p:nvSpPr>
        <p:spPr>
          <a:xfrm>
            <a:off x="7515133" y="63114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21" name="9pxt_3_build_PredictedAtoms_10">
            <a:extLst>
              <a:ext uri="{FF2B5EF4-FFF2-40B4-BE49-F238E27FC236}">
                <a16:creationId xmlns:a16="http://schemas.microsoft.com/office/drawing/2014/main" id="{3801A175-CF80-415A-B895-486686C66109}"/>
              </a:ext>
            </a:extLst>
          </p:cNvPr>
          <p:cNvSpPr>
            <a:spLocks/>
          </p:cNvSpPr>
          <p:nvPr/>
        </p:nvSpPr>
        <p:spPr>
          <a:xfrm>
            <a:off x="7546476" y="650121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22" name="9pxt_3_build_PredictedAtoms_11">
            <a:extLst>
              <a:ext uri="{FF2B5EF4-FFF2-40B4-BE49-F238E27FC236}">
                <a16:creationId xmlns:a16="http://schemas.microsoft.com/office/drawing/2014/main" id="{BD1562F1-B4C5-4180-A4F9-4B1057BE2320}"/>
              </a:ext>
            </a:extLst>
          </p:cNvPr>
          <p:cNvSpPr>
            <a:spLocks/>
          </p:cNvSpPr>
          <p:nvPr/>
        </p:nvSpPr>
        <p:spPr>
          <a:xfrm>
            <a:off x="7650574" y="64714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23" name="9pxt_3_build_PredictedAtoms_12">
            <a:extLst>
              <a:ext uri="{FF2B5EF4-FFF2-40B4-BE49-F238E27FC236}">
                <a16:creationId xmlns:a16="http://schemas.microsoft.com/office/drawing/2014/main" id="{A488CDD1-ED47-42B2-B39E-7A23645E732E}"/>
              </a:ext>
            </a:extLst>
          </p:cNvPr>
          <p:cNvSpPr>
            <a:spLocks/>
          </p:cNvSpPr>
          <p:nvPr/>
        </p:nvSpPr>
        <p:spPr>
          <a:xfrm>
            <a:off x="7487583" y="64075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24" name="9pxt_3_build_PredictedAtoms_13">
            <a:extLst>
              <a:ext uri="{FF2B5EF4-FFF2-40B4-BE49-F238E27FC236}">
                <a16:creationId xmlns:a16="http://schemas.microsoft.com/office/drawing/2014/main" id="{7991996F-4B43-41A4-8F34-F1FB71087E0F}"/>
              </a:ext>
            </a:extLst>
          </p:cNvPr>
          <p:cNvSpPr>
            <a:spLocks/>
          </p:cNvSpPr>
          <p:nvPr/>
        </p:nvSpPr>
        <p:spPr>
          <a:xfrm>
            <a:off x="7429534" y="64043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25" name="9pxt_3_build_PredictedAtoms_14">
            <a:extLst>
              <a:ext uri="{FF2B5EF4-FFF2-40B4-BE49-F238E27FC236}">
                <a16:creationId xmlns:a16="http://schemas.microsoft.com/office/drawing/2014/main" id="{9C4D32CD-7196-4703-8168-4951923417BB}"/>
              </a:ext>
            </a:extLst>
          </p:cNvPr>
          <p:cNvSpPr>
            <a:spLocks/>
          </p:cNvSpPr>
          <p:nvPr/>
        </p:nvSpPr>
        <p:spPr>
          <a:xfrm>
            <a:off x="7360640" y="66034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26" name="9pxt_3_build_PredictedAtoms_15">
            <a:extLst>
              <a:ext uri="{FF2B5EF4-FFF2-40B4-BE49-F238E27FC236}">
                <a16:creationId xmlns:a16="http://schemas.microsoft.com/office/drawing/2014/main" id="{E308AB99-9F77-4EE0-B396-F2FE376CF0DF}"/>
              </a:ext>
            </a:extLst>
          </p:cNvPr>
          <p:cNvSpPr>
            <a:spLocks/>
          </p:cNvSpPr>
          <p:nvPr/>
        </p:nvSpPr>
        <p:spPr>
          <a:xfrm>
            <a:off x="7419774" y="66904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27" name="9pxt_3_build_PredictedAtoms_16">
            <a:extLst>
              <a:ext uri="{FF2B5EF4-FFF2-40B4-BE49-F238E27FC236}">
                <a16:creationId xmlns:a16="http://schemas.microsoft.com/office/drawing/2014/main" id="{150928B2-0194-458B-99E8-86D05259938B}"/>
              </a:ext>
            </a:extLst>
          </p:cNvPr>
          <p:cNvSpPr>
            <a:spLocks/>
          </p:cNvSpPr>
          <p:nvPr/>
        </p:nvSpPr>
        <p:spPr>
          <a:xfrm>
            <a:off x="7413368" y="67231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28" name="9pxt_3_build_PredictedAtoms_17">
            <a:extLst>
              <a:ext uri="{FF2B5EF4-FFF2-40B4-BE49-F238E27FC236}">
                <a16:creationId xmlns:a16="http://schemas.microsoft.com/office/drawing/2014/main" id="{432D2EF1-C645-4098-881D-6A540A911938}"/>
              </a:ext>
            </a:extLst>
          </p:cNvPr>
          <p:cNvSpPr>
            <a:spLocks/>
          </p:cNvSpPr>
          <p:nvPr/>
        </p:nvSpPr>
        <p:spPr>
          <a:xfrm>
            <a:off x="7415255" y="68385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29" name="9pxt_3_build_PredictedAtoms_18">
            <a:extLst>
              <a:ext uri="{FF2B5EF4-FFF2-40B4-BE49-F238E27FC236}">
                <a16:creationId xmlns:a16="http://schemas.microsoft.com/office/drawing/2014/main" id="{3A5EA586-3F00-45D2-8116-B47AA2409AF2}"/>
              </a:ext>
            </a:extLst>
          </p:cNvPr>
          <p:cNvSpPr>
            <a:spLocks/>
          </p:cNvSpPr>
          <p:nvPr/>
        </p:nvSpPr>
        <p:spPr>
          <a:xfrm>
            <a:off x="7344136" y="69063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30" name="9pxt_3_build_PredictedAtoms_19">
            <a:extLst>
              <a:ext uri="{FF2B5EF4-FFF2-40B4-BE49-F238E27FC236}">
                <a16:creationId xmlns:a16="http://schemas.microsoft.com/office/drawing/2014/main" id="{CAB67A87-752C-453C-B0FE-6B2988EF6393}"/>
              </a:ext>
            </a:extLst>
          </p:cNvPr>
          <p:cNvSpPr>
            <a:spLocks/>
          </p:cNvSpPr>
          <p:nvPr/>
        </p:nvSpPr>
        <p:spPr>
          <a:xfrm>
            <a:off x="7356576" y="70176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31" name="9pxt_3_build_PredictedAtoms_20">
            <a:extLst>
              <a:ext uri="{FF2B5EF4-FFF2-40B4-BE49-F238E27FC236}">
                <a16:creationId xmlns:a16="http://schemas.microsoft.com/office/drawing/2014/main" id="{F344CC2E-96C6-4A7C-ACA4-6C7C0F12B10F}"/>
              </a:ext>
            </a:extLst>
          </p:cNvPr>
          <p:cNvSpPr>
            <a:spLocks/>
          </p:cNvSpPr>
          <p:nvPr/>
        </p:nvSpPr>
        <p:spPr>
          <a:xfrm>
            <a:off x="7348052" y="68660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32" name="9pxt_3_build_PredictedAtoms_21">
            <a:extLst>
              <a:ext uri="{FF2B5EF4-FFF2-40B4-BE49-F238E27FC236}">
                <a16:creationId xmlns:a16="http://schemas.microsoft.com/office/drawing/2014/main" id="{80646EDA-C845-4512-95C7-F3B62112EA42}"/>
              </a:ext>
            </a:extLst>
          </p:cNvPr>
          <p:cNvSpPr>
            <a:spLocks/>
          </p:cNvSpPr>
          <p:nvPr/>
        </p:nvSpPr>
        <p:spPr>
          <a:xfrm>
            <a:off x="7236768" y="68877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33" name="9pxt_3_build_PredictedAtoms_22">
            <a:extLst>
              <a:ext uri="{FF2B5EF4-FFF2-40B4-BE49-F238E27FC236}">
                <a16:creationId xmlns:a16="http://schemas.microsoft.com/office/drawing/2014/main" id="{DF7F26FC-E5A8-40AA-B87B-F91BAA63F426}"/>
              </a:ext>
            </a:extLst>
          </p:cNvPr>
          <p:cNvSpPr>
            <a:spLocks/>
          </p:cNvSpPr>
          <p:nvPr/>
        </p:nvSpPr>
        <p:spPr>
          <a:xfrm>
            <a:off x="7149424" y="68545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34" name="9pxt_3_build_PredictedAtoms_23">
            <a:extLst>
              <a:ext uri="{FF2B5EF4-FFF2-40B4-BE49-F238E27FC236}">
                <a16:creationId xmlns:a16="http://schemas.microsoft.com/office/drawing/2014/main" id="{7FC0AC5D-8BC4-4DF3-9DC5-B0DCEB195833}"/>
              </a:ext>
            </a:extLst>
          </p:cNvPr>
          <p:cNvSpPr>
            <a:spLocks/>
          </p:cNvSpPr>
          <p:nvPr/>
        </p:nvSpPr>
        <p:spPr>
          <a:xfrm>
            <a:off x="7183043" y="67796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35" name="9pxt_3_build_PredictedAtoms_24">
            <a:extLst>
              <a:ext uri="{FF2B5EF4-FFF2-40B4-BE49-F238E27FC236}">
                <a16:creationId xmlns:a16="http://schemas.microsoft.com/office/drawing/2014/main" id="{91D2E742-6F90-457E-8354-F086B86175E1}"/>
              </a:ext>
            </a:extLst>
          </p:cNvPr>
          <p:cNvSpPr>
            <a:spLocks/>
          </p:cNvSpPr>
          <p:nvPr/>
        </p:nvSpPr>
        <p:spPr>
          <a:xfrm>
            <a:off x="7100209" y="69433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36" name="9pxt_3_build_PredictedAtoms_25">
            <a:extLst>
              <a:ext uri="{FF2B5EF4-FFF2-40B4-BE49-F238E27FC236}">
                <a16:creationId xmlns:a16="http://schemas.microsoft.com/office/drawing/2014/main" id="{14DFEDB8-23DF-4F57-964C-C3E61ACE2F04}"/>
              </a:ext>
            </a:extLst>
          </p:cNvPr>
          <p:cNvSpPr>
            <a:spLocks/>
          </p:cNvSpPr>
          <p:nvPr/>
        </p:nvSpPr>
        <p:spPr>
          <a:xfrm>
            <a:off x="7074093" y="68089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37" name="9pxt_3_build_PredictedAtoms_26">
            <a:extLst>
              <a:ext uri="{FF2B5EF4-FFF2-40B4-BE49-F238E27FC236}">
                <a16:creationId xmlns:a16="http://schemas.microsoft.com/office/drawing/2014/main" id="{C77DAD6E-10FB-4171-B7A1-2E30023331CD}"/>
              </a:ext>
            </a:extLst>
          </p:cNvPr>
          <p:cNvSpPr>
            <a:spLocks/>
          </p:cNvSpPr>
          <p:nvPr/>
        </p:nvSpPr>
        <p:spPr>
          <a:xfrm>
            <a:off x="7063379" y="67085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38" name="9pxt_3_build_PredictedAtoms_27">
            <a:extLst>
              <a:ext uri="{FF2B5EF4-FFF2-40B4-BE49-F238E27FC236}">
                <a16:creationId xmlns:a16="http://schemas.microsoft.com/office/drawing/2014/main" id="{41B79FA7-AB13-4847-8EDE-F61E8D496C58}"/>
              </a:ext>
            </a:extLst>
          </p:cNvPr>
          <p:cNvSpPr>
            <a:spLocks/>
          </p:cNvSpPr>
          <p:nvPr/>
        </p:nvSpPr>
        <p:spPr>
          <a:xfrm>
            <a:off x="7036334" y="66561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39" name="9pxt_3_build_PredictedAtoms_28">
            <a:extLst>
              <a:ext uri="{FF2B5EF4-FFF2-40B4-BE49-F238E27FC236}">
                <a16:creationId xmlns:a16="http://schemas.microsoft.com/office/drawing/2014/main" id="{88025ECF-954D-441D-B007-B79317E5ED68}"/>
              </a:ext>
            </a:extLst>
          </p:cNvPr>
          <p:cNvSpPr>
            <a:spLocks/>
          </p:cNvSpPr>
          <p:nvPr/>
        </p:nvSpPr>
        <p:spPr>
          <a:xfrm>
            <a:off x="6944277" y="66956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40" name="9pxt_3_build_PredictedAtoms_29">
            <a:extLst>
              <a:ext uri="{FF2B5EF4-FFF2-40B4-BE49-F238E27FC236}">
                <a16:creationId xmlns:a16="http://schemas.microsoft.com/office/drawing/2014/main" id="{36D0B446-E896-481F-A81C-1458D9177991}"/>
              </a:ext>
            </a:extLst>
          </p:cNvPr>
          <p:cNvSpPr>
            <a:spLocks/>
          </p:cNvSpPr>
          <p:nvPr/>
        </p:nvSpPr>
        <p:spPr>
          <a:xfrm>
            <a:off x="6882302" y="6625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41" name="9pxt_3_build_PredictedAtoms_30">
            <a:extLst>
              <a:ext uri="{FF2B5EF4-FFF2-40B4-BE49-F238E27FC236}">
                <a16:creationId xmlns:a16="http://schemas.microsoft.com/office/drawing/2014/main" id="{D069D39C-5C95-46D2-A9A6-6ED9CCA8F9C3}"/>
              </a:ext>
            </a:extLst>
          </p:cNvPr>
          <p:cNvSpPr>
            <a:spLocks/>
          </p:cNvSpPr>
          <p:nvPr/>
        </p:nvSpPr>
        <p:spPr>
          <a:xfrm>
            <a:off x="6806677" y="66474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42" name="9pxt_3_build_PredictedAtoms_31">
            <a:extLst>
              <a:ext uri="{FF2B5EF4-FFF2-40B4-BE49-F238E27FC236}">
                <a16:creationId xmlns:a16="http://schemas.microsoft.com/office/drawing/2014/main" id="{91C4BE83-81C9-493B-B922-633F1CCE7044}"/>
              </a:ext>
            </a:extLst>
          </p:cNvPr>
          <p:cNvSpPr>
            <a:spLocks/>
          </p:cNvSpPr>
          <p:nvPr/>
        </p:nvSpPr>
        <p:spPr>
          <a:xfrm>
            <a:off x="6724292" y="66569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43" name="9pxt_3_build_PredictedAtoms_32">
            <a:extLst>
              <a:ext uri="{FF2B5EF4-FFF2-40B4-BE49-F238E27FC236}">
                <a16:creationId xmlns:a16="http://schemas.microsoft.com/office/drawing/2014/main" id="{08AE25B6-C98A-4212-B32C-DD3203F8CA0E}"/>
              </a:ext>
            </a:extLst>
          </p:cNvPr>
          <p:cNvSpPr>
            <a:spLocks/>
          </p:cNvSpPr>
          <p:nvPr/>
        </p:nvSpPr>
        <p:spPr>
          <a:xfrm>
            <a:off x="6738428" y="67623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44" name="9pxt_3_build_PredictedAtoms_33">
            <a:extLst>
              <a:ext uri="{FF2B5EF4-FFF2-40B4-BE49-F238E27FC236}">
                <a16:creationId xmlns:a16="http://schemas.microsoft.com/office/drawing/2014/main" id="{89DA1837-5BFE-4808-8543-E05FCBD29BDD}"/>
              </a:ext>
            </a:extLst>
          </p:cNvPr>
          <p:cNvSpPr>
            <a:spLocks/>
          </p:cNvSpPr>
          <p:nvPr/>
        </p:nvSpPr>
        <p:spPr>
          <a:xfrm>
            <a:off x="6681969" y="67727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45" name="9pxt_3_build_PredictedAtoms_34">
            <a:extLst>
              <a:ext uri="{FF2B5EF4-FFF2-40B4-BE49-F238E27FC236}">
                <a16:creationId xmlns:a16="http://schemas.microsoft.com/office/drawing/2014/main" id="{34BA7310-6BA1-43E2-952E-ACBE5B3799AD}"/>
              </a:ext>
            </a:extLst>
          </p:cNvPr>
          <p:cNvSpPr>
            <a:spLocks/>
          </p:cNvSpPr>
          <p:nvPr/>
        </p:nvSpPr>
        <p:spPr>
          <a:xfrm>
            <a:off x="6653216" y="68586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46" name="9pxt_3_build_PredictedAtoms_35">
            <a:extLst>
              <a:ext uri="{FF2B5EF4-FFF2-40B4-BE49-F238E27FC236}">
                <a16:creationId xmlns:a16="http://schemas.microsoft.com/office/drawing/2014/main" id="{9473DB81-DF50-4584-82AA-07C283BD51F0}"/>
              </a:ext>
            </a:extLst>
          </p:cNvPr>
          <p:cNvSpPr>
            <a:spLocks/>
          </p:cNvSpPr>
          <p:nvPr/>
        </p:nvSpPr>
        <p:spPr>
          <a:xfrm>
            <a:off x="6555100" y="67398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47" name="9pxt_3_build_PredictedAtoms_36">
            <a:extLst>
              <a:ext uri="{FF2B5EF4-FFF2-40B4-BE49-F238E27FC236}">
                <a16:creationId xmlns:a16="http://schemas.microsoft.com/office/drawing/2014/main" id="{01C6D28E-6116-44FD-93E3-AC7B9078F29B}"/>
              </a:ext>
            </a:extLst>
          </p:cNvPr>
          <p:cNvSpPr>
            <a:spLocks/>
          </p:cNvSpPr>
          <p:nvPr/>
        </p:nvSpPr>
        <p:spPr>
          <a:xfrm>
            <a:off x="6611648" y="64984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48" name="9pxt_3_build_PredictedAtoms_37">
            <a:extLst>
              <a:ext uri="{FF2B5EF4-FFF2-40B4-BE49-F238E27FC236}">
                <a16:creationId xmlns:a16="http://schemas.microsoft.com/office/drawing/2014/main" id="{8D52ED2D-BD89-4A46-B3B0-338AF0E89E27}"/>
              </a:ext>
            </a:extLst>
          </p:cNvPr>
          <p:cNvSpPr>
            <a:spLocks/>
          </p:cNvSpPr>
          <p:nvPr/>
        </p:nvSpPr>
        <p:spPr>
          <a:xfrm>
            <a:off x="6600100" y="65514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49" name="9pxt_3_build_PredictedAtoms_38">
            <a:extLst>
              <a:ext uri="{FF2B5EF4-FFF2-40B4-BE49-F238E27FC236}">
                <a16:creationId xmlns:a16="http://schemas.microsoft.com/office/drawing/2014/main" id="{B3DD0C5D-8DC8-4EE2-A508-500E3442CBC0}"/>
              </a:ext>
            </a:extLst>
          </p:cNvPr>
          <p:cNvSpPr>
            <a:spLocks/>
          </p:cNvSpPr>
          <p:nvPr/>
        </p:nvSpPr>
        <p:spPr>
          <a:xfrm>
            <a:off x="6716781" y="6441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50" name="9pxt_3_build_PredictedAtoms_39">
            <a:extLst>
              <a:ext uri="{FF2B5EF4-FFF2-40B4-BE49-F238E27FC236}">
                <a16:creationId xmlns:a16="http://schemas.microsoft.com/office/drawing/2014/main" id="{9D27E1CE-58E9-4DE7-9DC5-6B635EB8B5BA}"/>
              </a:ext>
            </a:extLst>
          </p:cNvPr>
          <p:cNvSpPr>
            <a:spLocks/>
          </p:cNvSpPr>
          <p:nvPr/>
        </p:nvSpPr>
        <p:spPr>
          <a:xfrm>
            <a:off x="6788195" y="64692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51" name="9pxt_3_build_PredictedAtoms_40">
            <a:extLst>
              <a:ext uri="{FF2B5EF4-FFF2-40B4-BE49-F238E27FC236}">
                <a16:creationId xmlns:a16="http://schemas.microsoft.com/office/drawing/2014/main" id="{1ACD41A1-3E43-440A-9775-9E15573636EE}"/>
              </a:ext>
            </a:extLst>
          </p:cNvPr>
          <p:cNvSpPr>
            <a:spLocks/>
          </p:cNvSpPr>
          <p:nvPr/>
        </p:nvSpPr>
        <p:spPr>
          <a:xfrm>
            <a:off x="6872176" y="65239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52" name="9pxt_3_build_PredictedAtoms_41">
            <a:extLst>
              <a:ext uri="{FF2B5EF4-FFF2-40B4-BE49-F238E27FC236}">
                <a16:creationId xmlns:a16="http://schemas.microsoft.com/office/drawing/2014/main" id="{783B5C62-9C78-40FB-8DFB-A66BBC73413D}"/>
              </a:ext>
            </a:extLst>
          </p:cNvPr>
          <p:cNvSpPr>
            <a:spLocks/>
          </p:cNvSpPr>
          <p:nvPr/>
        </p:nvSpPr>
        <p:spPr>
          <a:xfrm>
            <a:off x="6956004" y="64948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53" name="9pxt_3_build_PredictedAtoms_42">
            <a:extLst>
              <a:ext uri="{FF2B5EF4-FFF2-40B4-BE49-F238E27FC236}">
                <a16:creationId xmlns:a16="http://schemas.microsoft.com/office/drawing/2014/main" id="{9FDB5B3F-3AD6-4454-9DEA-1CC551301EF0}"/>
              </a:ext>
            </a:extLst>
          </p:cNvPr>
          <p:cNvSpPr>
            <a:spLocks/>
          </p:cNvSpPr>
          <p:nvPr/>
        </p:nvSpPr>
        <p:spPr>
          <a:xfrm>
            <a:off x="6940463" y="6386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54" name="9pxt_3_build_PredictedAtoms_43">
            <a:extLst>
              <a:ext uri="{FF2B5EF4-FFF2-40B4-BE49-F238E27FC236}">
                <a16:creationId xmlns:a16="http://schemas.microsoft.com/office/drawing/2014/main" id="{C7EA5DCF-1408-472A-AF9D-53FCAFA4D657}"/>
              </a:ext>
            </a:extLst>
          </p:cNvPr>
          <p:cNvSpPr>
            <a:spLocks/>
          </p:cNvSpPr>
          <p:nvPr/>
        </p:nvSpPr>
        <p:spPr>
          <a:xfrm>
            <a:off x="7033237" y="65541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55" name="9pxt_3_build_PredictedAtoms_44">
            <a:extLst>
              <a:ext uri="{FF2B5EF4-FFF2-40B4-BE49-F238E27FC236}">
                <a16:creationId xmlns:a16="http://schemas.microsoft.com/office/drawing/2014/main" id="{4BE85F54-5568-46C3-ACF2-11B9F3BECC1D}"/>
              </a:ext>
            </a:extLst>
          </p:cNvPr>
          <p:cNvSpPr>
            <a:spLocks/>
          </p:cNvSpPr>
          <p:nvPr/>
        </p:nvSpPr>
        <p:spPr>
          <a:xfrm>
            <a:off x="7129224" y="65283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56" name="9pxt_3_build_PredictedAtoms_45">
            <a:extLst>
              <a:ext uri="{FF2B5EF4-FFF2-40B4-BE49-F238E27FC236}">
                <a16:creationId xmlns:a16="http://schemas.microsoft.com/office/drawing/2014/main" id="{53DBF2C8-17AA-456A-9F89-2F8AFF9AE6C0}"/>
              </a:ext>
            </a:extLst>
          </p:cNvPr>
          <p:cNvSpPr>
            <a:spLocks/>
          </p:cNvSpPr>
          <p:nvPr/>
        </p:nvSpPr>
        <p:spPr>
          <a:xfrm>
            <a:off x="7526288" y="66812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57" name="9pxt_3_build_PredictedAtoms_46">
            <a:extLst>
              <a:ext uri="{FF2B5EF4-FFF2-40B4-BE49-F238E27FC236}">
                <a16:creationId xmlns:a16="http://schemas.microsoft.com/office/drawing/2014/main" id="{2DAF2DC9-995C-4A3D-B90C-63930F98BB2C}"/>
              </a:ext>
            </a:extLst>
          </p:cNvPr>
          <p:cNvSpPr>
            <a:spLocks/>
          </p:cNvSpPr>
          <p:nvPr/>
        </p:nvSpPr>
        <p:spPr>
          <a:xfrm>
            <a:off x="7547020" y="67200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58" name="9pxt_3_build_Clashes_0">
            <a:extLst>
              <a:ext uri="{FF2B5EF4-FFF2-40B4-BE49-F238E27FC236}">
                <a16:creationId xmlns:a16="http://schemas.microsoft.com/office/drawing/2014/main" id="{8BF85309-3427-4139-8EBA-33672FB30D4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65" y="362811"/>
                </a:moveTo>
                <a:lnTo>
                  <a:pt x="1573084" y="37800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59" name="9pxt_3_build_Clashes_1">
            <a:extLst>
              <a:ext uri="{FF2B5EF4-FFF2-40B4-BE49-F238E27FC236}">
                <a16:creationId xmlns:a16="http://schemas.microsoft.com/office/drawing/2014/main" id="{3EB533DE-FC92-45C0-8B03-17392A9D57E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882" y="413465"/>
                </a:moveTo>
                <a:lnTo>
                  <a:pt x="1425940" y="3631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60" name="9pxt_3_build_Clashes_2">
            <a:extLst>
              <a:ext uri="{FF2B5EF4-FFF2-40B4-BE49-F238E27FC236}">
                <a16:creationId xmlns:a16="http://schemas.microsoft.com/office/drawing/2014/main" id="{D66A341E-E052-48C8-BF67-8A6608C6721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882" y="413465"/>
                </a:moveTo>
                <a:lnTo>
                  <a:pt x="1360424" y="5766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61" name="9pxt_3_build_Clashes_3">
            <a:extLst>
              <a:ext uri="{FF2B5EF4-FFF2-40B4-BE49-F238E27FC236}">
                <a16:creationId xmlns:a16="http://schemas.microsoft.com/office/drawing/2014/main" id="{37D22EFB-431D-4C9A-B210-4E8AD55CA54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7967" y="149756"/>
                </a:moveTo>
                <a:lnTo>
                  <a:pt x="1028573" y="215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62" name="9pxt_3_build_Clashes_4">
            <a:extLst>
              <a:ext uri="{FF2B5EF4-FFF2-40B4-BE49-F238E27FC236}">
                <a16:creationId xmlns:a16="http://schemas.microsoft.com/office/drawing/2014/main" id="{11F414E6-B706-470F-AECE-A83804816580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041" y="70593"/>
                </a:moveTo>
                <a:lnTo>
                  <a:pt x="1161169" y="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63" name="9pxt_3_build_Clashes_5">
            <a:extLst>
              <a:ext uri="{FF2B5EF4-FFF2-40B4-BE49-F238E27FC236}">
                <a16:creationId xmlns:a16="http://schemas.microsoft.com/office/drawing/2014/main" id="{A7A8D5D8-96B7-42ED-B9EA-D018CB20FC7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041" y="70593"/>
                </a:moveTo>
                <a:lnTo>
                  <a:pt x="1207381" y="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64" name="9pxt_3_build_Clashes_6">
            <a:extLst>
              <a:ext uri="{FF2B5EF4-FFF2-40B4-BE49-F238E27FC236}">
                <a16:creationId xmlns:a16="http://schemas.microsoft.com/office/drawing/2014/main" id="{DD2BEABD-19FC-49E8-A0ED-76ECECB3AC7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357" y="67416"/>
                </a:moveTo>
                <a:lnTo>
                  <a:pt x="1170724" y="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65" name="9pxt_3_build_Clashes_7">
            <a:extLst>
              <a:ext uri="{FF2B5EF4-FFF2-40B4-BE49-F238E27FC236}">
                <a16:creationId xmlns:a16="http://schemas.microsoft.com/office/drawing/2014/main" id="{AC3E0314-A0E3-40A6-96FE-14B283D5D1B5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357" y="67416"/>
                </a:moveTo>
                <a:lnTo>
                  <a:pt x="1212248" y="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66" name="9pxt_3_build_Clashes_8">
            <a:extLst>
              <a:ext uri="{FF2B5EF4-FFF2-40B4-BE49-F238E27FC236}">
                <a16:creationId xmlns:a16="http://schemas.microsoft.com/office/drawing/2014/main" id="{1A4EBAA3-4FF1-4903-83CB-619EA2D03B9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4567" y="324942"/>
                </a:moveTo>
                <a:lnTo>
                  <a:pt x="1614598" y="3980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67" name="9pxt_3_build_Clashes_9">
            <a:extLst>
              <a:ext uri="{FF2B5EF4-FFF2-40B4-BE49-F238E27FC236}">
                <a16:creationId xmlns:a16="http://schemas.microsoft.com/office/drawing/2014/main" id="{8808171A-7FB4-4C0B-8D1C-DCDAC66B463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4567" y="324942"/>
                </a:moveTo>
                <a:lnTo>
                  <a:pt x="1634785" y="38746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68" name="9pxt_3_build_Clashes_10">
            <a:extLst>
              <a:ext uri="{FF2B5EF4-FFF2-40B4-BE49-F238E27FC236}">
                <a16:creationId xmlns:a16="http://schemas.microsoft.com/office/drawing/2014/main" id="{08AB8080-4D65-45AB-A3B3-9BE429DDB3E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766" y="543998"/>
                </a:moveTo>
                <a:lnTo>
                  <a:pt x="1296488" y="64192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69" name="9pxt_3_build_Clashes_11">
            <a:extLst>
              <a:ext uri="{FF2B5EF4-FFF2-40B4-BE49-F238E27FC236}">
                <a16:creationId xmlns:a16="http://schemas.microsoft.com/office/drawing/2014/main" id="{46FBE8EF-504C-40B5-AAE3-29A40025483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766" y="543998"/>
                </a:moveTo>
                <a:lnTo>
                  <a:pt x="1200654" y="64484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70" name="9pxt_3_build_Clashes_12">
            <a:extLst>
              <a:ext uri="{FF2B5EF4-FFF2-40B4-BE49-F238E27FC236}">
                <a16:creationId xmlns:a16="http://schemas.microsoft.com/office/drawing/2014/main" id="{733B3CB4-74A1-4730-9F94-9EB3AA868CB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766" y="543998"/>
                </a:moveTo>
                <a:lnTo>
                  <a:pt x="1360424" y="5766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71" name="9pxt_3_build_Clashes_13">
            <a:extLst>
              <a:ext uri="{FF2B5EF4-FFF2-40B4-BE49-F238E27FC236}">
                <a16:creationId xmlns:a16="http://schemas.microsoft.com/office/drawing/2014/main" id="{EC0CDA5C-762F-4027-A0BA-DCD55FA566B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361" y="576711"/>
                </a:moveTo>
                <a:lnTo>
                  <a:pt x="1296488" y="64192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72" name="9pxt_3_build_Clashes_14">
            <a:extLst>
              <a:ext uri="{FF2B5EF4-FFF2-40B4-BE49-F238E27FC236}">
                <a16:creationId xmlns:a16="http://schemas.microsoft.com/office/drawing/2014/main" id="{892A37DC-FDA4-48A4-809E-A78401DDBA8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361" y="576711"/>
                </a:moveTo>
                <a:lnTo>
                  <a:pt x="1200654" y="64484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73" name="9pxt_3_build_Clashes_15">
            <a:extLst>
              <a:ext uri="{FF2B5EF4-FFF2-40B4-BE49-F238E27FC236}">
                <a16:creationId xmlns:a16="http://schemas.microsoft.com/office/drawing/2014/main" id="{6833D166-F835-44FF-8111-33A753E711C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361" y="576711"/>
                </a:moveTo>
                <a:lnTo>
                  <a:pt x="1360424" y="5766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74" name="9pxt_3_build_Clashes_16">
            <a:extLst>
              <a:ext uri="{FF2B5EF4-FFF2-40B4-BE49-F238E27FC236}">
                <a16:creationId xmlns:a16="http://schemas.microsoft.com/office/drawing/2014/main" id="{E7AA69A8-9F11-4F9F-9AF7-F992522629E0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9248" y="692108"/>
                </a:moveTo>
                <a:lnTo>
                  <a:pt x="1296488" y="64192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75" name="9pxt_3_build_Clashes_17">
            <a:extLst>
              <a:ext uri="{FF2B5EF4-FFF2-40B4-BE49-F238E27FC236}">
                <a16:creationId xmlns:a16="http://schemas.microsoft.com/office/drawing/2014/main" id="{5562E3F0-6DB8-436F-8564-1EFBA3822B6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9248" y="692108"/>
                </a:moveTo>
                <a:lnTo>
                  <a:pt x="1200654" y="64484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76" name="9pxt_3_build_Clashes_18">
            <a:extLst>
              <a:ext uri="{FF2B5EF4-FFF2-40B4-BE49-F238E27FC236}">
                <a16:creationId xmlns:a16="http://schemas.microsoft.com/office/drawing/2014/main" id="{E7E4E179-9B67-4A20-9DCA-22FC092FD720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045" y="719613"/>
                </a:moveTo>
                <a:lnTo>
                  <a:pt x="1205618" y="66219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77" name="9pxt_3_build_Clashes_19">
            <a:extLst>
              <a:ext uri="{FF2B5EF4-FFF2-40B4-BE49-F238E27FC236}">
                <a16:creationId xmlns:a16="http://schemas.microsoft.com/office/drawing/2014/main" id="{CA154CDF-BE6A-4811-B020-D4F467A3BCB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0760" y="741294"/>
                </a:moveTo>
                <a:lnTo>
                  <a:pt x="983565" y="69946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78" name="9pxt_3_build_Clashes_20">
            <a:extLst>
              <a:ext uri="{FF2B5EF4-FFF2-40B4-BE49-F238E27FC236}">
                <a16:creationId xmlns:a16="http://schemas.microsoft.com/office/drawing/2014/main" id="{C1CD1174-0BA6-439B-917C-B769D5348EE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417" y="708040"/>
                </a:moveTo>
                <a:lnTo>
                  <a:pt x="894762" y="71475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79" name="9pxt_3_build_Clashes_21">
            <a:extLst>
              <a:ext uri="{FF2B5EF4-FFF2-40B4-BE49-F238E27FC236}">
                <a16:creationId xmlns:a16="http://schemas.microsoft.com/office/drawing/2014/main" id="{5D5F198F-A031-4DF4-A667-929E149D846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417" y="708040"/>
                </a:moveTo>
                <a:lnTo>
                  <a:pt x="983565" y="69946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80" name="9pxt_3_build_Clashes_22">
            <a:extLst>
              <a:ext uri="{FF2B5EF4-FFF2-40B4-BE49-F238E27FC236}">
                <a16:creationId xmlns:a16="http://schemas.microsoft.com/office/drawing/2014/main" id="{3DEB064F-E0BB-4D63-B43D-36AAEEA0833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202" y="796820"/>
                </a:moveTo>
                <a:lnTo>
                  <a:pt x="894762" y="71475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81" name="9pxt_3_build_Clashes_23">
            <a:extLst>
              <a:ext uri="{FF2B5EF4-FFF2-40B4-BE49-F238E27FC236}">
                <a16:creationId xmlns:a16="http://schemas.microsoft.com/office/drawing/2014/main" id="{8DB01094-515B-4D94-ABC0-7DA400D91EA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8085" y="662448"/>
                </a:moveTo>
                <a:lnTo>
                  <a:pt x="821806" y="7009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82" name="9pxt_3_build_Clashes_24">
            <a:extLst>
              <a:ext uri="{FF2B5EF4-FFF2-40B4-BE49-F238E27FC236}">
                <a16:creationId xmlns:a16="http://schemas.microsoft.com/office/drawing/2014/main" id="{BB7C2A8A-34D4-4FAC-AAB6-CC257D542F60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8085" y="662448"/>
                </a:moveTo>
                <a:lnTo>
                  <a:pt x="894762" y="71475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83" name="9pxt_3_build_Clashes_25">
            <a:extLst>
              <a:ext uri="{FF2B5EF4-FFF2-40B4-BE49-F238E27FC236}">
                <a16:creationId xmlns:a16="http://schemas.microsoft.com/office/drawing/2014/main" id="{1A946318-2B8C-4748-94FD-FAF65D57D81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8085" y="662448"/>
                </a:moveTo>
                <a:lnTo>
                  <a:pt x="983565" y="69946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84" name="9pxt_3_build_Clashes_26">
            <a:extLst>
              <a:ext uri="{FF2B5EF4-FFF2-40B4-BE49-F238E27FC236}">
                <a16:creationId xmlns:a16="http://schemas.microsoft.com/office/drawing/2014/main" id="{2A0E9818-F357-4D67-A848-37758DB9B3A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371" y="562043"/>
                </a:moveTo>
                <a:lnTo>
                  <a:pt x="894762" y="71475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85" name="9pxt_3_build_Clashes_27">
            <a:extLst>
              <a:ext uri="{FF2B5EF4-FFF2-40B4-BE49-F238E27FC236}">
                <a16:creationId xmlns:a16="http://schemas.microsoft.com/office/drawing/2014/main" id="{A24F97F6-9CC5-4B83-9546-A2FE345BADC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371" y="562043"/>
                </a:moveTo>
                <a:lnTo>
                  <a:pt x="983565" y="69946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86" name="9pxt_3_build_Clashes_28">
            <a:extLst>
              <a:ext uri="{FF2B5EF4-FFF2-40B4-BE49-F238E27FC236}">
                <a16:creationId xmlns:a16="http://schemas.microsoft.com/office/drawing/2014/main" id="{8E9D697C-9F77-47FE-B7E6-59CD260D7F7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8269" y="549183"/>
                </a:moveTo>
                <a:lnTo>
                  <a:pt x="864987" y="6762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87" name="9pxt_3_build_Clashes_29">
            <a:extLst>
              <a:ext uri="{FF2B5EF4-FFF2-40B4-BE49-F238E27FC236}">
                <a16:creationId xmlns:a16="http://schemas.microsoft.com/office/drawing/2014/main" id="{54CA921E-AAB3-4A18-AF09-68A2F5E99FC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8269" y="549183"/>
                </a:moveTo>
                <a:lnTo>
                  <a:pt x="821806" y="7009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88" name="9pxt_3_build_Clashes_30">
            <a:extLst>
              <a:ext uri="{FF2B5EF4-FFF2-40B4-BE49-F238E27FC236}">
                <a16:creationId xmlns:a16="http://schemas.microsoft.com/office/drawing/2014/main" id="{5BF840D3-E781-412C-AB2F-7A21152B97B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5641" y="351942"/>
                </a:moveTo>
                <a:lnTo>
                  <a:pt x="468032" y="18558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89" name="9pxt_3_build_Clashes_31">
            <a:extLst>
              <a:ext uri="{FF2B5EF4-FFF2-40B4-BE49-F238E27FC236}">
                <a16:creationId xmlns:a16="http://schemas.microsoft.com/office/drawing/2014/main" id="{E0FBA980-CE63-432A-8626-034B55508ED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773" y="294797"/>
                </a:moveTo>
                <a:lnTo>
                  <a:pt x="454864" y="191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90" name="9pxt_3_build_Clashes_32">
            <a:extLst>
              <a:ext uri="{FF2B5EF4-FFF2-40B4-BE49-F238E27FC236}">
                <a16:creationId xmlns:a16="http://schemas.microsoft.com/office/drawing/2014/main" id="{0FBA20FC-A8B8-48BE-85F6-C78885DAC0A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56" y="240125"/>
                </a:moveTo>
                <a:lnTo>
                  <a:pt x="817922" y="10010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91" name="9pxt_3_build_Clashes_33">
            <a:extLst>
              <a:ext uri="{FF2B5EF4-FFF2-40B4-BE49-F238E27FC236}">
                <a16:creationId xmlns:a16="http://schemas.microsoft.com/office/drawing/2014/main" id="{EDF048B5-50F9-4F12-99C5-B96CC8C91A9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56" y="240125"/>
                </a:moveTo>
                <a:lnTo>
                  <a:pt x="803493" y="16634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92" name="9pxt_3_build_Clashes_34">
            <a:extLst>
              <a:ext uri="{FF2B5EF4-FFF2-40B4-BE49-F238E27FC236}">
                <a16:creationId xmlns:a16="http://schemas.microsoft.com/office/drawing/2014/main" id="{A6AC88FF-3125-430F-93C1-9D945AAF226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0281" y="534801"/>
                </a:moveTo>
                <a:lnTo>
                  <a:pt x="1296488" y="64192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93" name="9pxt_3_build_Clashes_35">
            <a:extLst>
              <a:ext uri="{FF2B5EF4-FFF2-40B4-BE49-F238E27FC236}">
                <a16:creationId xmlns:a16="http://schemas.microsoft.com/office/drawing/2014/main" id="{32A856D5-7C04-4526-873B-D1270A95BAB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0281" y="534801"/>
                </a:moveTo>
                <a:lnTo>
                  <a:pt x="1360424" y="5766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94" name="9pxt_3_build_Clashes_36">
            <a:extLst>
              <a:ext uri="{FF2B5EF4-FFF2-40B4-BE49-F238E27FC236}">
                <a16:creationId xmlns:a16="http://schemas.microsoft.com/office/drawing/2014/main" id="{491F2382-024F-4378-B5A3-7C4E45F1FCC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012" y="573572"/>
                </a:moveTo>
                <a:lnTo>
                  <a:pt x="1330450" y="70289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95" name="9pxt_3_build_Clashes_37">
            <a:extLst>
              <a:ext uri="{FF2B5EF4-FFF2-40B4-BE49-F238E27FC236}">
                <a16:creationId xmlns:a16="http://schemas.microsoft.com/office/drawing/2014/main" id="{66900C95-6D9A-4A40-AE74-5ADF23DB324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012" y="573572"/>
                </a:moveTo>
                <a:lnTo>
                  <a:pt x="1296488" y="64192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96" name="9pxt_3_build_Clashes_38">
            <a:extLst>
              <a:ext uri="{FF2B5EF4-FFF2-40B4-BE49-F238E27FC236}">
                <a16:creationId xmlns:a16="http://schemas.microsoft.com/office/drawing/2014/main" id="{17BF9564-51CA-47C8-B36D-37D2DE4FEDF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012" y="573572"/>
                </a:moveTo>
                <a:lnTo>
                  <a:pt x="1360424" y="5766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497" name="9pxt_3_build_ClashingReceptorAtoms_0">
            <a:extLst>
              <a:ext uri="{FF2B5EF4-FFF2-40B4-BE49-F238E27FC236}">
                <a16:creationId xmlns:a16="http://schemas.microsoft.com/office/drawing/2014/main" id="{978F70F9-9B4D-44DC-874C-BA7A9A4076CB}"/>
              </a:ext>
            </a:extLst>
          </p:cNvPr>
          <p:cNvSpPr>
            <a:spLocks/>
          </p:cNvSpPr>
          <p:nvPr/>
        </p:nvSpPr>
        <p:spPr>
          <a:xfrm>
            <a:off x="7354005" y="680105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498" name="9pxt_3_build_ClashingReceptorAtoms_1">
            <a:extLst>
              <a:ext uri="{FF2B5EF4-FFF2-40B4-BE49-F238E27FC236}">
                <a16:creationId xmlns:a16="http://schemas.microsoft.com/office/drawing/2014/main" id="{26115BC6-C089-4A59-90AD-9474BB392B89}"/>
              </a:ext>
            </a:extLst>
          </p:cNvPr>
          <p:cNvSpPr>
            <a:spLocks/>
          </p:cNvSpPr>
          <p:nvPr/>
        </p:nvSpPr>
        <p:spPr>
          <a:xfrm>
            <a:off x="7721471" y="651686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499" name="9pxt_3_build_ClashingReceptorAtoms_2">
            <a:extLst>
              <a:ext uri="{FF2B5EF4-FFF2-40B4-BE49-F238E27FC236}">
                <a16:creationId xmlns:a16="http://schemas.microsoft.com/office/drawing/2014/main" id="{A8BAE242-6C17-4032-A4B5-A3485504CA3B}"/>
              </a:ext>
            </a:extLst>
          </p:cNvPr>
          <p:cNvSpPr>
            <a:spLocks/>
          </p:cNvSpPr>
          <p:nvPr/>
        </p:nvSpPr>
        <p:spPr>
          <a:xfrm>
            <a:off x="7574327" y="65019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00" name="9pxt_3_build_ClashingReceptorAtoms_3">
            <a:extLst>
              <a:ext uri="{FF2B5EF4-FFF2-40B4-BE49-F238E27FC236}">
                <a16:creationId xmlns:a16="http://schemas.microsoft.com/office/drawing/2014/main" id="{6C7E4046-8DD0-45BA-8665-55E47BEAA626}"/>
              </a:ext>
            </a:extLst>
          </p:cNvPr>
          <p:cNvSpPr>
            <a:spLocks/>
          </p:cNvSpPr>
          <p:nvPr/>
        </p:nvSpPr>
        <p:spPr>
          <a:xfrm>
            <a:off x="6603251" y="63306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01" name="9pxt_3_build_ClashingReceptorAtoms_4">
            <a:extLst>
              <a:ext uri="{FF2B5EF4-FFF2-40B4-BE49-F238E27FC236}">
                <a16:creationId xmlns:a16="http://schemas.microsoft.com/office/drawing/2014/main" id="{C5FDA582-6298-4E77-B76D-F56C68EB68F5}"/>
              </a:ext>
            </a:extLst>
          </p:cNvPr>
          <p:cNvSpPr>
            <a:spLocks/>
          </p:cNvSpPr>
          <p:nvPr/>
        </p:nvSpPr>
        <p:spPr>
          <a:xfrm>
            <a:off x="6616420" y="632445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02" name="9pxt_3_build_ClashingReceptorAtoms_6">
            <a:extLst>
              <a:ext uri="{FF2B5EF4-FFF2-40B4-BE49-F238E27FC236}">
                <a16:creationId xmlns:a16="http://schemas.microsoft.com/office/drawing/2014/main" id="{53BC6CDA-C573-4374-8E3B-470CD23883FA}"/>
              </a:ext>
            </a:extLst>
          </p:cNvPr>
          <p:cNvSpPr>
            <a:spLocks/>
          </p:cNvSpPr>
          <p:nvPr/>
        </p:nvSpPr>
        <p:spPr>
          <a:xfrm>
            <a:off x="6966310" y="623896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03" name="9pxt_3_build_ClashingReceptorAtoms_7">
            <a:extLst>
              <a:ext uri="{FF2B5EF4-FFF2-40B4-BE49-F238E27FC236}">
                <a16:creationId xmlns:a16="http://schemas.microsoft.com/office/drawing/2014/main" id="{31353B08-6096-487F-81C5-1D9F0B8EF1C9}"/>
              </a:ext>
            </a:extLst>
          </p:cNvPr>
          <p:cNvSpPr>
            <a:spLocks/>
          </p:cNvSpPr>
          <p:nvPr/>
        </p:nvSpPr>
        <p:spPr>
          <a:xfrm>
            <a:off x="6951880" y="630520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04" name="9pxt_3_build_ClashingReceptorAtoms_8">
            <a:extLst>
              <a:ext uri="{FF2B5EF4-FFF2-40B4-BE49-F238E27FC236}">
                <a16:creationId xmlns:a16="http://schemas.microsoft.com/office/drawing/2014/main" id="{EA1752C1-7666-4734-9ABD-CDE4416FA378}"/>
              </a:ext>
            </a:extLst>
          </p:cNvPr>
          <p:cNvSpPr>
            <a:spLocks/>
          </p:cNvSpPr>
          <p:nvPr/>
        </p:nvSpPr>
        <p:spPr>
          <a:xfrm>
            <a:off x="7762986" y="653688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05" name="9pxt_3_build_ClashingReceptorAtoms_9">
            <a:extLst>
              <a:ext uri="{FF2B5EF4-FFF2-40B4-BE49-F238E27FC236}">
                <a16:creationId xmlns:a16="http://schemas.microsoft.com/office/drawing/2014/main" id="{39D32E89-D055-49B8-AB80-521D12A63AE7}"/>
              </a:ext>
            </a:extLst>
          </p:cNvPr>
          <p:cNvSpPr>
            <a:spLocks/>
          </p:cNvSpPr>
          <p:nvPr/>
        </p:nvSpPr>
        <p:spPr>
          <a:xfrm>
            <a:off x="7783173" y="652632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06" name="9pxt_3_build_ClashingReceptorAtoms_10">
            <a:extLst>
              <a:ext uri="{FF2B5EF4-FFF2-40B4-BE49-F238E27FC236}">
                <a16:creationId xmlns:a16="http://schemas.microsoft.com/office/drawing/2014/main" id="{BE33545E-0060-4EB8-B1B3-BE83E8ACFE86}"/>
              </a:ext>
            </a:extLst>
          </p:cNvPr>
          <p:cNvSpPr>
            <a:spLocks/>
          </p:cNvSpPr>
          <p:nvPr/>
        </p:nvSpPr>
        <p:spPr>
          <a:xfrm>
            <a:off x="7478838" y="684175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07" name="9pxt_3_build_ClashingReceptorAtoms_11">
            <a:extLst>
              <a:ext uri="{FF2B5EF4-FFF2-40B4-BE49-F238E27FC236}">
                <a16:creationId xmlns:a16="http://schemas.microsoft.com/office/drawing/2014/main" id="{411B984D-0D08-4B44-A23B-4FF48ADAADFC}"/>
              </a:ext>
            </a:extLst>
          </p:cNvPr>
          <p:cNvSpPr>
            <a:spLocks/>
          </p:cNvSpPr>
          <p:nvPr/>
        </p:nvSpPr>
        <p:spPr>
          <a:xfrm>
            <a:off x="7444876" y="678078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08" name="9pxt_3_build_ClashingReceptorAtoms_12">
            <a:extLst>
              <a:ext uri="{FF2B5EF4-FFF2-40B4-BE49-F238E27FC236}">
                <a16:creationId xmlns:a16="http://schemas.microsoft.com/office/drawing/2014/main" id="{0219F40B-670F-43A4-A4A3-F967E0267E96}"/>
              </a:ext>
            </a:extLst>
          </p:cNvPr>
          <p:cNvSpPr>
            <a:spLocks/>
          </p:cNvSpPr>
          <p:nvPr/>
        </p:nvSpPr>
        <p:spPr>
          <a:xfrm>
            <a:off x="7349041" y="678370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09" name="9pxt_3_build_ClashingReceptorAtoms_13">
            <a:extLst>
              <a:ext uri="{FF2B5EF4-FFF2-40B4-BE49-F238E27FC236}">
                <a16:creationId xmlns:a16="http://schemas.microsoft.com/office/drawing/2014/main" id="{F800277D-1CC3-4B7F-892E-AE7E3B0AE00A}"/>
              </a:ext>
            </a:extLst>
          </p:cNvPr>
          <p:cNvSpPr>
            <a:spLocks/>
          </p:cNvSpPr>
          <p:nvPr/>
        </p:nvSpPr>
        <p:spPr>
          <a:xfrm>
            <a:off x="7508812" y="671548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10" name="9pxt_3_build_ClashingReceptorAtoms_14">
            <a:extLst>
              <a:ext uri="{FF2B5EF4-FFF2-40B4-BE49-F238E27FC236}">
                <a16:creationId xmlns:a16="http://schemas.microsoft.com/office/drawing/2014/main" id="{04AD4B46-F669-4BA9-903E-9572EBD6B591}"/>
              </a:ext>
            </a:extLst>
          </p:cNvPr>
          <p:cNvSpPr>
            <a:spLocks/>
          </p:cNvSpPr>
          <p:nvPr/>
        </p:nvSpPr>
        <p:spPr>
          <a:xfrm>
            <a:off x="7013374" y="68151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11" name="9pxt_3_build_ClashingReceptorAtoms_15">
            <a:extLst>
              <a:ext uri="{FF2B5EF4-FFF2-40B4-BE49-F238E27FC236}">
                <a16:creationId xmlns:a16="http://schemas.microsoft.com/office/drawing/2014/main" id="{FF875D36-DB75-4944-B3E7-DF1C582C0AD8}"/>
              </a:ext>
            </a:extLst>
          </p:cNvPr>
          <p:cNvSpPr>
            <a:spLocks/>
          </p:cNvSpPr>
          <p:nvPr/>
        </p:nvSpPr>
        <p:spPr>
          <a:xfrm>
            <a:off x="6970193" y="683978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12" name="9pxt_3_build_ClashingReceptorAtoms_16">
            <a:extLst>
              <a:ext uri="{FF2B5EF4-FFF2-40B4-BE49-F238E27FC236}">
                <a16:creationId xmlns:a16="http://schemas.microsoft.com/office/drawing/2014/main" id="{F3FA085C-0B00-4436-9D22-19E8BB2809A4}"/>
              </a:ext>
            </a:extLst>
          </p:cNvPr>
          <p:cNvSpPr>
            <a:spLocks/>
          </p:cNvSpPr>
          <p:nvPr/>
        </p:nvSpPr>
        <p:spPr>
          <a:xfrm>
            <a:off x="7043149" y="685361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13" name="9pxt_3_build_ClashingReceptorAtoms_17">
            <a:extLst>
              <a:ext uri="{FF2B5EF4-FFF2-40B4-BE49-F238E27FC236}">
                <a16:creationId xmlns:a16="http://schemas.microsoft.com/office/drawing/2014/main" id="{63BA17E9-2820-4393-857E-66EDE7A24E07}"/>
              </a:ext>
            </a:extLst>
          </p:cNvPr>
          <p:cNvSpPr>
            <a:spLocks/>
          </p:cNvSpPr>
          <p:nvPr/>
        </p:nvSpPr>
        <p:spPr>
          <a:xfrm>
            <a:off x="7131953" y="683833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14" name="stage3-cases-main_38">
            <a:extLst>
              <a:ext uri="{FF2B5EF4-FFF2-40B4-BE49-F238E27FC236}">
                <a16:creationId xmlns:a16="http://schemas.microsoft.com/office/drawing/2014/main" id="{7F86365B-8D65-47A1-B497-FB2215A1E883}"/>
              </a:ext>
            </a:extLst>
          </p:cNvPr>
          <p:cNvSpPr>
            <a:spLocks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10.89 Å   D 51%   Clash 39</a:t>
            </a:r>
          </a:p>
        </p:txBody>
      </p:sp>
      <p:sp>
        <p:nvSpPr>
          <p:cNvPr id="1515" name="stage3-cases-main_39">
            <a:extLst>
              <a:ext uri="{FF2B5EF4-FFF2-40B4-BE49-F238E27FC236}">
                <a16:creationId xmlns:a16="http://schemas.microsoft.com/office/drawing/2014/main" id="{0EB0351A-9642-4C4C-A78C-3F9C650F8E37}"/>
              </a:ext>
            </a:extLst>
          </p:cNvPr>
          <p:cNvSpPr>
            <a:spLocks/>
          </p:cNvSpPr>
          <p:nvPr/>
        </p:nvSpPr>
        <p:spPr>
          <a:xfrm>
            <a:off x="247650" y="76771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1516" name="stage3-cases-main_40">
            <a:extLst>
              <a:ext uri="{FF2B5EF4-FFF2-40B4-BE49-F238E27FC236}">
                <a16:creationId xmlns:a16="http://schemas.microsoft.com/office/drawing/2014/main" id="{C6E22B9D-4DEC-4996-802A-1E5BC6B77C2D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31866" y="7820025"/>
                </a:moveTo>
                <a:lnTo>
                  <a:pt x="8953500" y="78200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517" name="stage3-cases-main_41">
            <a:extLst>
              <a:ext uri="{FF2B5EF4-FFF2-40B4-BE49-F238E27FC236}">
                <a16:creationId xmlns:a16="http://schemas.microsoft.com/office/drawing/2014/main" id="{A9FC5644-1DEC-44E5-A936-2D9CC19D92CB}"/>
              </a:ext>
            </a:extLst>
          </p:cNvPr>
          <p:cNvSpPr>
            <a:spLocks/>
          </p:cNvSpPr>
          <p:nvPr/>
        </p:nvSpPr>
        <p:spPr>
          <a:xfrm>
            <a:off x="9001125" y="77057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518" name="9wup_2_official_Receptor">
            <a:extLst>
              <a:ext uri="{FF2B5EF4-FFF2-40B4-BE49-F238E27FC236}">
                <a16:creationId xmlns:a16="http://schemas.microsoft.com/office/drawing/2014/main" id="{BDF9CE64-7F68-489C-B52C-A81BD85CEC0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7789" y="1302621"/>
                </a:moveTo>
                <a:lnTo>
                  <a:pt x="775173" y="1269229"/>
                </a:lnTo>
                <a:moveTo>
                  <a:pt x="916286" y="321051"/>
                </a:moveTo>
                <a:lnTo>
                  <a:pt x="976106" y="328934"/>
                </a:lnTo>
                <a:moveTo>
                  <a:pt x="741597" y="377506"/>
                </a:moveTo>
                <a:lnTo>
                  <a:pt x="808937" y="390404"/>
                </a:lnTo>
                <a:moveTo>
                  <a:pt x="775173" y="1269229"/>
                </a:moveTo>
                <a:lnTo>
                  <a:pt x="673843" y="1194956"/>
                </a:lnTo>
                <a:moveTo>
                  <a:pt x="673843" y="1194956"/>
                </a:moveTo>
                <a:lnTo>
                  <a:pt x="600396" y="1181351"/>
                </a:lnTo>
                <a:moveTo>
                  <a:pt x="808937" y="390404"/>
                </a:moveTo>
                <a:lnTo>
                  <a:pt x="916286" y="321051"/>
                </a:lnTo>
                <a:moveTo>
                  <a:pt x="808937" y="390404"/>
                </a:moveTo>
                <a:lnTo>
                  <a:pt x="838404" y="514459"/>
                </a:lnTo>
                <a:moveTo>
                  <a:pt x="775173" y="1269229"/>
                </a:moveTo>
                <a:lnTo>
                  <a:pt x="853456" y="1208274"/>
                </a:lnTo>
                <a:moveTo>
                  <a:pt x="2184807" y="622988"/>
                </a:moveTo>
                <a:lnTo>
                  <a:pt x="2073499" y="601301"/>
                </a:lnTo>
                <a:moveTo>
                  <a:pt x="2073499" y="601301"/>
                </a:moveTo>
                <a:lnTo>
                  <a:pt x="2028809" y="499648"/>
                </a:lnTo>
                <a:moveTo>
                  <a:pt x="2250541" y="715980"/>
                </a:moveTo>
                <a:lnTo>
                  <a:pt x="2184807" y="622988"/>
                </a:lnTo>
                <a:moveTo>
                  <a:pt x="838404" y="514459"/>
                </a:moveTo>
                <a:lnTo>
                  <a:pt x="738061" y="587745"/>
                </a:lnTo>
                <a:moveTo>
                  <a:pt x="2355231" y="698251"/>
                </a:moveTo>
                <a:lnTo>
                  <a:pt x="2250541" y="715980"/>
                </a:lnTo>
                <a:moveTo>
                  <a:pt x="818948" y="791811"/>
                </a:moveTo>
                <a:lnTo>
                  <a:pt x="787380" y="903308"/>
                </a:lnTo>
                <a:moveTo>
                  <a:pt x="736534" y="708281"/>
                </a:moveTo>
                <a:lnTo>
                  <a:pt x="818948" y="791811"/>
                </a:lnTo>
                <a:moveTo>
                  <a:pt x="738061" y="587745"/>
                </a:moveTo>
                <a:lnTo>
                  <a:pt x="736534" y="708281"/>
                </a:lnTo>
                <a:moveTo>
                  <a:pt x="738061" y="587745"/>
                </a:moveTo>
                <a:lnTo>
                  <a:pt x="629990" y="553176"/>
                </a:lnTo>
                <a:moveTo>
                  <a:pt x="853456" y="1208274"/>
                </a:moveTo>
                <a:lnTo>
                  <a:pt x="964100" y="1256428"/>
                </a:lnTo>
                <a:moveTo>
                  <a:pt x="787380" y="903308"/>
                </a:moveTo>
                <a:lnTo>
                  <a:pt x="675355" y="933069"/>
                </a:lnTo>
                <a:moveTo>
                  <a:pt x="736534" y="708281"/>
                </a:moveTo>
                <a:lnTo>
                  <a:pt x="624597" y="740934"/>
                </a:lnTo>
                <a:moveTo>
                  <a:pt x="2250752" y="544707"/>
                </a:moveTo>
                <a:lnTo>
                  <a:pt x="2184807" y="622988"/>
                </a:lnTo>
                <a:moveTo>
                  <a:pt x="2092179" y="420087"/>
                </a:moveTo>
                <a:lnTo>
                  <a:pt x="2028809" y="499648"/>
                </a:lnTo>
                <a:moveTo>
                  <a:pt x="629990" y="553176"/>
                </a:moveTo>
                <a:lnTo>
                  <a:pt x="561211" y="644661"/>
                </a:lnTo>
                <a:moveTo>
                  <a:pt x="561211" y="644661"/>
                </a:moveTo>
                <a:lnTo>
                  <a:pt x="624597" y="740934"/>
                </a:lnTo>
                <a:moveTo>
                  <a:pt x="592957" y="853360"/>
                </a:moveTo>
                <a:lnTo>
                  <a:pt x="675355" y="933069"/>
                </a:lnTo>
                <a:moveTo>
                  <a:pt x="624597" y="740934"/>
                </a:moveTo>
                <a:lnTo>
                  <a:pt x="592957" y="853360"/>
                </a:lnTo>
                <a:moveTo>
                  <a:pt x="2359622" y="594519"/>
                </a:moveTo>
                <a:lnTo>
                  <a:pt x="2355231" y="698251"/>
                </a:lnTo>
                <a:moveTo>
                  <a:pt x="2359622" y="594519"/>
                </a:moveTo>
                <a:lnTo>
                  <a:pt x="2250752" y="544707"/>
                </a:lnTo>
                <a:moveTo>
                  <a:pt x="2250752" y="544707"/>
                </a:moveTo>
                <a:lnTo>
                  <a:pt x="2202676" y="441465"/>
                </a:lnTo>
                <a:moveTo>
                  <a:pt x="2202676" y="441465"/>
                </a:moveTo>
                <a:lnTo>
                  <a:pt x="2092179" y="420087"/>
                </a:lnTo>
                <a:moveTo>
                  <a:pt x="853456" y="1208274"/>
                </a:moveTo>
                <a:lnTo>
                  <a:pt x="810226" y="1219598"/>
                </a:lnTo>
                <a:moveTo>
                  <a:pt x="2458035" y="543192"/>
                </a:moveTo>
                <a:lnTo>
                  <a:pt x="2359622" y="594519"/>
                </a:lnTo>
                <a:moveTo>
                  <a:pt x="2545169" y="629361"/>
                </a:moveTo>
                <a:lnTo>
                  <a:pt x="2458035" y="543192"/>
                </a:lnTo>
                <a:moveTo>
                  <a:pt x="2516184" y="1309209"/>
                </a:moveTo>
                <a:lnTo>
                  <a:pt x="2390956" y="1299063"/>
                </a:lnTo>
                <a:moveTo>
                  <a:pt x="2545169" y="629361"/>
                </a:moveTo>
                <a:lnTo>
                  <a:pt x="2650621" y="569937"/>
                </a:lnTo>
                <a:moveTo>
                  <a:pt x="2561664" y="1195909"/>
                </a:moveTo>
                <a:lnTo>
                  <a:pt x="2516184" y="1309209"/>
                </a:lnTo>
                <a:moveTo>
                  <a:pt x="2496624" y="701469"/>
                </a:moveTo>
                <a:lnTo>
                  <a:pt x="2545169" y="629361"/>
                </a:lnTo>
                <a:moveTo>
                  <a:pt x="287933" y="847995"/>
                </a:moveTo>
                <a:lnTo>
                  <a:pt x="335245" y="751422"/>
                </a:lnTo>
                <a:moveTo>
                  <a:pt x="2381927" y="1220617"/>
                </a:moveTo>
                <a:lnTo>
                  <a:pt x="2390956" y="1299063"/>
                </a:lnTo>
                <a:moveTo>
                  <a:pt x="2487145" y="1158136"/>
                </a:moveTo>
                <a:lnTo>
                  <a:pt x="2561664" y="1195909"/>
                </a:lnTo>
                <a:moveTo>
                  <a:pt x="2466458" y="1031618"/>
                </a:moveTo>
                <a:lnTo>
                  <a:pt x="2405270" y="987939"/>
                </a:lnTo>
                <a:moveTo>
                  <a:pt x="2381927" y="1220617"/>
                </a:moveTo>
                <a:lnTo>
                  <a:pt x="2487145" y="1158136"/>
                </a:lnTo>
                <a:moveTo>
                  <a:pt x="1131075" y="1287922"/>
                </a:moveTo>
                <a:lnTo>
                  <a:pt x="1135957" y="1248048"/>
                </a:lnTo>
                <a:moveTo>
                  <a:pt x="2487145" y="1158136"/>
                </a:moveTo>
                <a:lnTo>
                  <a:pt x="2466458" y="1031618"/>
                </a:lnTo>
                <a:moveTo>
                  <a:pt x="285994" y="835304"/>
                </a:moveTo>
                <a:lnTo>
                  <a:pt x="287933" y="847995"/>
                </a:lnTo>
                <a:moveTo>
                  <a:pt x="1027485" y="1250497"/>
                </a:moveTo>
                <a:lnTo>
                  <a:pt x="1131075" y="1287922"/>
                </a:lnTo>
                <a:moveTo>
                  <a:pt x="2392511" y="146924"/>
                </a:moveTo>
                <a:lnTo>
                  <a:pt x="2334855" y="144151"/>
                </a:lnTo>
                <a:moveTo>
                  <a:pt x="1131075" y="1287922"/>
                </a:moveTo>
                <a:lnTo>
                  <a:pt x="1230836" y="1242449"/>
                </a:lnTo>
                <a:moveTo>
                  <a:pt x="399628" y="816659"/>
                </a:moveTo>
                <a:lnTo>
                  <a:pt x="285994" y="835304"/>
                </a:lnTo>
                <a:moveTo>
                  <a:pt x="2130271" y="190291"/>
                </a:moveTo>
                <a:lnTo>
                  <a:pt x="2032580" y="269915"/>
                </a:lnTo>
                <a:moveTo>
                  <a:pt x="285994" y="835304"/>
                </a:moveTo>
                <a:lnTo>
                  <a:pt x="233738" y="939465"/>
                </a:lnTo>
                <a:moveTo>
                  <a:pt x="2239897" y="231395"/>
                </a:moveTo>
                <a:lnTo>
                  <a:pt x="2130271" y="190291"/>
                </a:lnTo>
                <a:moveTo>
                  <a:pt x="1230836" y="1242449"/>
                </a:moveTo>
                <a:lnTo>
                  <a:pt x="1243330" y="1139827"/>
                </a:lnTo>
                <a:moveTo>
                  <a:pt x="685042" y="1288948"/>
                </a:moveTo>
                <a:lnTo>
                  <a:pt x="686347" y="1197039"/>
                </a:lnTo>
                <a:moveTo>
                  <a:pt x="233738" y="939465"/>
                </a:moveTo>
                <a:lnTo>
                  <a:pt x="288302" y="1027293"/>
                </a:lnTo>
                <a:moveTo>
                  <a:pt x="2334855" y="144151"/>
                </a:moveTo>
                <a:lnTo>
                  <a:pt x="2239897" y="231395"/>
                </a:lnTo>
                <a:moveTo>
                  <a:pt x="417034" y="783346"/>
                </a:moveTo>
                <a:lnTo>
                  <a:pt x="399628" y="816659"/>
                </a:lnTo>
                <a:moveTo>
                  <a:pt x="2032580" y="269915"/>
                </a:moveTo>
                <a:lnTo>
                  <a:pt x="2001600" y="271863"/>
                </a:lnTo>
                <a:moveTo>
                  <a:pt x="2334855" y="144151"/>
                </a:moveTo>
                <a:lnTo>
                  <a:pt x="2418293" y="160495"/>
                </a:lnTo>
                <a:moveTo>
                  <a:pt x="539080" y="765489"/>
                </a:moveTo>
                <a:lnTo>
                  <a:pt x="417034" y="783346"/>
                </a:lnTo>
                <a:moveTo>
                  <a:pt x="1909642" y="223939"/>
                </a:moveTo>
                <a:lnTo>
                  <a:pt x="1838155" y="168297"/>
                </a:lnTo>
                <a:moveTo>
                  <a:pt x="2001600" y="271863"/>
                </a:moveTo>
                <a:lnTo>
                  <a:pt x="1909642" y="223939"/>
                </a:lnTo>
                <a:moveTo>
                  <a:pt x="417034" y="783346"/>
                </a:moveTo>
                <a:lnTo>
                  <a:pt x="340182" y="767275"/>
                </a:lnTo>
                <a:moveTo>
                  <a:pt x="2005753" y="780147"/>
                </a:moveTo>
                <a:lnTo>
                  <a:pt x="1931589" y="693084"/>
                </a:lnTo>
                <a:moveTo>
                  <a:pt x="2117960" y="773604"/>
                </a:moveTo>
                <a:lnTo>
                  <a:pt x="2005753" y="780147"/>
                </a:lnTo>
                <a:moveTo>
                  <a:pt x="642467" y="591877"/>
                </a:moveTo>
                <a:lnTo>
                  <a:pt x="725771" y="622111"/>
                </a:lnTo>
                <a:moveTo>
                  <a:pt x="2198537" y="869530"/>
                </a:moveTo>
                <a:lnTo>
                  <a:pt x="2117960" y="773604"/>
                </a:lnTo>
                <a:moveTo>
                  <a:pt x="2418293" y="160495"/>
                </a:moveTo>
                <a:lnTo>
                  <a:pt x="2399529" y="226538"/>
                </a:lnTo>
                <a:moveTo>
                  <a:pt x="550403" y="655063"/>
                </a:moveTo>
                <a:lnTo>
                  <a:pt x="539080" y="765489"/>
                </a:lnTo>
                <a:moveTo>
                  <a:pt x="539080" y="765489"/>
                </a:moveTo>
                <a:lnTo>
                  <a:pt x="577701" y="859482"/>
                </a:lnTo>
                <a:moveTo>
                  <a:pt x="1931589" y="693084"/>
                </a:moveTo>
                <a:lnTo>
                  <a:pt x="1969170" y="598050"/>
                </a:lnTo>
                <a:moveTo>
                  <a:pt x="642467" y="591877"/>
                </a:moveTo>
                <a:lnTo>
                  <a:pt x="550403" y="655063"/>
                </a:lnTo>
                <a:moveTo>
                  <a:pt x="782244" y="896387"/>
                </a:moveTo>
                <a:lnTo>
                  <a:pt x="895552" y="890429"/>
                </a:lnTo>
                <a:moveTo>
                  <a:pt x="594836" y="387547"/>
                </a:moveTo>
                <a:lnTo>
                  <a:pt x="560628" y="279418"/>
                </a:lnTo>
                <a:moveTo>
                  <a:pt x="2117960" y="773604"/>
                </a:moveTo>
                <a:lnTo>
                  <a:pt x="2153518" y="677211"/>
                </a:lnTo>
                <a:moveTo>
                  <a:pt x="2221044" y="942772"/>
                </a:moveTo>
                <a:lnTo>
                  <a:pt x="2198537" y="869530"/>
                </a:lnTo>
                <a:moveTo>
                  <a:pt x="639704" y="478064"/>
                </a:moveTo>
                <a:lnTo>
                  <a:pt x="594836" y="387547"/>
                </a:lnTo>
                <a:moveTo>
                  <a:pt x="639704" y="478064"/>
                </a:moveTo>
                <a:lnTo>
                  <a:pt x="642467" y="591877"/>
                </a:lnTo>
                <a:moveTo>
                  <a:pt x="1909642" y="223939"/>
                </a:moveTo>
                <a:lnTo>
                  <a:pt x="1888942" y="231974"/>
                </a:lnTo>
                <a:moveTo>
                  <a:pt x="701705" y="853438"/>
                </a:moveTo>
                <a:lnTo>
                  <a:pt x="782244" y="896387"/>
                </a:lnTo>
                <a:moveTo>
                  <a:pt x="1969170" y="598050"/>
                </a:moveTo>
                <a:lnTo>
                  <a:pt x="1895663" y="511029"/>
                </a:lnTo>
                <a:moveTo>
                  <a:pt x="560628" y="279418"/>
                </a:moveTo>
                <a:lnTo>
                  <a:pt x="635597" y="190068"/>
                </a:lnTo>
                <a:moveTo>
                  <a:pt x="2079969" y="589606"/>
                </a:moveTo>
                <a:lnTo>
                  <a:pt x="1969170" y="598050"/>
                </a:lnTo>
                <a:moveTo>
                  <a:pt x="2153518" y="677211"/>
                </a:moveTo>
                <a:lnTo>
                  <a:pt x="2079969" y="589606"/>
                </a:lnTo>
                <a:moveTo>
                  <a:pt x="577701" y="859482"/>
                </a:moveTo>
                <a:lnTo>
                  <a:pt x="701705" y="853438"/>
                </a:lnTo>
                <a:moveTo>
                  <a:pt x="2311932" y="1022220"/>
                </a:moveTo>
                <a:lnTo>
                  <a:pt x="2221044" y="942772"/>
                </a:lnTo>
                <a:moveTo>
                  <a:pt x="560628" y="279418"/>
                </a:moveTo>
                <a:lnTo>
                  <a:pt x="453380" y="266759"/>
                </a:lnTo>
                <a:moveTo>
                  <a:pt x="895552" y="890429"/>
                </a:moveTo>
                <a:lnTo>
                  <a:pt x="929837" y="840733"/>
                </a:lnTo>
                <a:moveTo>
                  <a:pt x="635597" y="190068"/>
                </a:moveTo>
                <a:lnTo>
                  <a:pt x="604831" y="91202"/>
                </a:lnTo>
                <a:moveTo>
                  <a:pt x="2113720" y="1004792"/>
                </a:moveTo>
                <a:lnTo>
                  <a:pt x="2085134" y="1092548"/>
                </a:lnTo>
                <a:moveTo>
                  <a:pt x="751486" y="449187"/>
                </a:moveTo>
                <a:lnTo>
                  <a:pt x="639704" y="478064"/>
                </a:lnTo>
                <a:moveTo>
                  <a:pt x="2221044" y="942772"/>
                </a:moveTo>
                <a:lnTo>
                  <a:pt x="2113720" y="1004792"/>
                </a:lnTo>
                <a:moveTo>
                  <a:pt x="453380" y="266759"/>
                </a:moveTo>
                <a:lnTo>
                  <a:pt x="421871" y="168187"/>
                </a:lnTo>
                <a:moveTo>
                  <a:pt x="1304683" y="1046975"/>
                </a:moveTo>
                <a:lnTo>
                  <a:pt x="1423983" y="1043122"/>
                </a:lnTo>
                <a:moveTo>
                  <a:pt x="701705" y="853438"/>
                </a:moveTo>
                <a:lnTo>
                  <a:pt x="738277" y="803468"/>
                </a:lnTo>
                <a:moveTo>
                  <a:pt x="604831" y="91202"/>
                </a:moveTo>
                <a:lnTo>
                  <a:pt x="497841" y="80707"/>
                </a:lnTo>
                <a:moveTo>
                  <a:pt x="929837" y="840733"/>
                </a:moveTo>
                <a:lnTo>
                  <a:pt x="1042836" y="834842"/>
                </a:lnTo>
                <a:moveTo>
                  <a:pt x="421871" y="168187"/>
                </a:moveTo>
                <a:lnTo>
                  <a:pt x="497841" y="80707"/>
                </a:lnTo>
                <a:moveTo>
                  <a:pt x="772672" y="433114"/>
                </a:moveTo>
                <a:lnTo>
                  <a:pt x="751486" y="449187"/>
                </a:lnTo>
                <a:moveTo>
                  <a:pt x="851604" y="797039"/>
                </a:moveTo>
                <a:lnTo>
                  <a:pt x="929837" y="840733"/>
                </a:lnTo>
                <a:moveTo>
                  <a:pt x="1259211" y="1043111"/>
                </a:moveTo>
                <a:lnTo>
                  <a:pt x="1304683" y="1046975"/>
                </a:lnTo>
                <a:moveTo>
                  <a:pt x="1770798" y="911628"/>
                </a:moveTo>
                <a:lnTo>
                  <a:pt x="1684471" y="825983"/>
                </a:lnTo>
                <a:moveTo>
                  <a:pt x="738277" y="803468"/>
                </a:moveTo>
                <a:lnTo>
                  <a:pt x="851604" y="797039"/>
                </a:lnTo>
                <a:moveTo>
                  <a:pt x="974785" y="494197"/>
                </a:moveTo>
                <a:lnTo>
                  <a:pt x="1093856" y="459438"/>
                </a:lnTo>
                <a:moveTo>
                  <a:pt x="892298" y="395832"/>
                </a:moveTo>
                <a:lnTo>
                  <a:pt x="772672" y="433114"/>
                </a:lnTo>
                <a:moveTo>
                  <a:pt x="892298" y="395832"/>
                </a:moveTo>
                <a:lnTo>
                  <a:pt x="974785" y="494197"/>
                </a:lnTo>
                <a:moveTo>
                  <a:pt x="1093856" y="459438"/>
                </a:moveTo>
                <a:lnTo>
                  <a:pt x="1154209" y="395502"/>
                </a:lnTo>
                <a:moveTo>
                  <a:pt x="1684471" y="825983"/>
                </a:moveTo>
                <a:lnTo>
                  <a:pt x="1633129" y="828009"/>
                </a:lnTo>
                <a:moveTo>
                  <a:pt x="772672" y="433114"/>
                </a:moveTo>
                <a:lnTo>
                  <a:pt x="700913" y="446754"/>
                </a:lnTo>
                <a:moveTo>
                  <a:pt x="1274632" y="930948"/>
                </a:moveTo>
                <a:lnTo>
                  <a:pt x="1259211" y="1043111"/>
                </a:lnTo>
                <a:moveTo>
                  <a:pt x="1259211" y="1043111"/>
                </a:moveTo>
                <a:lnTo>
                  <a:pt x="1314952" y="1133607"/>
                </a:lnTo>
                <a:moveTo>
                  <a:pt x="1154209" y="395502"/>
                </a:moveTo>
                <a:lnTo>
                  <a:pt x="1276356" y="406801"/>
                </a:lnTo>
                <a:moveTo>
                  <a:pt x="1276356" y="406801"/>
                </a:moveTo>
                <a:lnTo>
                  <a:pt x="1349784" y="329050"/>
                </a:lnTo>
                <a:moveTo>
                  <a:pt x="896401" y="351910"/>
                </a:moveTo>
                <a:lnTo>
                  <a:pt x="892298" y="395832"/>
                </a:lnTo>
                <a:moveTo>
                  <a:pt x="1349784" y="329050"/>
                </a:moveTo>
                <a:lnTo>
                  <a:pt x="1459429" y="349404"/>
                </a:lnTo>
                <a:moveTo>
                  <a:pt x="1314952" y="1133607"/>
                </a:moveTo>
                <a:lnTo>
                  <a:pt x="1265252" y="1222952"/>
                </a:lnTo>
                <a:moveTo>
                  <a:pt x="1633129" y="828009"/>
                </a:moveTo>
                <a:lnTo>
                  <a:pt x="1596652" y="729038"/>
                </a:lnTo>
                <a:moveTo>
                  <a:pt x="1227696" y="905743"/>
                </a:moveTo>
                <a:lnTo>
                  <a:pt x="1274632" y="930948"/>
                </a:lnTo>
                <a:moveTo>
                  <a:pt x="1633129" y="828009"/>
                </a:moveTo>
                <a:lnTo>
                  <a:pt x="1626707" y="915694"/>
                </a:lnTo>
                <a:moveTo>
                  <a:pt x="1349784" y="329050"/>
                </a:moveTo>
                <a:lnTo>
                  <a:pt x="1316350" y="231758"/>
                </a:lnTo>
                <a:moveTo>
                  <a:pt x="1241829" y="785933"/>
                </a:moveTo>
                <a:lnTo>
                  <a:pt x="1155974" y="706931"/>
                </a:lnTo>
                <a:moveTo>
                  <a:pt x="1596652" y="729038"/>
                </a:moveTo>
                <a:lnTo>
                  <a:pt x="1553464" y="718928"/>
                </a:lnTo>
                <a:moveTo>
                  <a:pt x="1241829" y="785933"/>
                </a:moveTo>
                <a:lnTo>
                  <a:pt x="1227696" y="905743"/>
                </a:lnTo>
                <a:moveTo>
                  <a:pt x="1227696" y="905743"/>
                </a:moveTo>
                <a:lnTo>
                  <a:pt x="1173558" y="975906"/>
                </a:lnTo>
                <a:moveTo>
                  <a:pt x="1355828" y="743320"/>
                </a:moveTo>
                <a:lnTo>
                  <a:pt x="1241829" y="785933"/>
                </a:lnTo>
                <a:moveTo>
                  <a:pt x="1441257" y="780526"/>
                </a:moveTo>
                <a:lnTo>
                  <a:pt x="1355828" y="743320"/>
                </a:lnTo>
                <a:moveTo>
                  <a:pt x="1553464" y="718928"/>
                </a:moveTo>
                <a:lnTo>
                  <a:pt x="1441257" y="780526"/>
                </a:lnTo>
                <a:moveTo>
                  <a:pt x="1553464" y="718928"/>
                </a:moveTo>
                <a:lnTo>
                  <a:pt x="1542708" y="594047"/>
                </a:lnTo>
                <a:moveTo>
                  <a:pt x="1542708" y="594047"/>
                </a:moveTo>
                <a:lnTo>
                  <a:pt x="1652367" y="532196"/>
                </a:lnTo>
                <a:moveTo>
                  <a:pt x="1441257" y="780526"/>
                </a:moveTo>
                <a:lnTo>
                  <a:pt x="1431117" y="862428"/>
                </a:lnTo>
                <a:moveTo>
                  <a:pt x="1542708" y="594047"/>
                </a:moveTo>
                <a:lnTo>
                  <a:pt x="1510246" y="5833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519" name="9wup_2_official_ExperimentalDensity">
            <a:extLst>
              <a:ext uri="{FF2B5EF4-FFF2-40B4-BE49-F238E27FC236}">
                <a16:creationId xmlns:a16="http://schemas.microsoft.com/office/drawing/2014/main" id="{A3A5BD35-F16E-4415-93C1-58C05316F183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8222" y="323450"/>
                </a:moveTo>
                <a:lnTo>
                  <a:pt x="1710621" y="321727"/>
                </a:lnTo>
                <a:moveTo>
                  <a:pt x="1748222" y="323450"/>
                </a:moveTo>
                <a:lnTo>
                  <a:pt x="1714645" y="405363"/>
                </a:lnTo>
                <a:moveTo>
                  <a:pt x="1714747" y="406628"/>
                </a:moveTo>
                <a:lnTo>
                  <a:pt x="1748222" y="323450"/>
                </a:lnTo>
                <a:moveTo>
                  <a:pt x="1748222" y="323450"/>
                </a:moveTo>
                <a:lnTo>
                  <a:pt x="1720897" y="304521"/>
                </a:lnTo>
                <a:moveTo>
                  <a:pt x="1714645" y="405363"/>
                </a:moveTo>
                <a:lnTo>
                  <a:pt x="1710621" y="321727"/>
                </a:lnTo>
                <a:moveTo>
                  <a:pt x="1720897" y="304521"/>
                </a:moveTo>
                <a:lnTo>
                  <a:pt x="1710621" y="321727"/>
                </a:lnTo>
                <a:moveTo>
                  <a:pt x="1714403" y="406602"/>
                </a:moveTo>
                <a:lnTo>
                  <a:pt x="1714645" y="405363"/>
                </a:lnTo>
                <a:moveTo>
                  <a:pt x="1714747" y="406628"/>
                </a:moveTo>
                <a:lnTo>
                  <a:pt x="1714645" y="405363"/>
                </a:lnTo>
                <a:moveTo>
                  <a:pt x="1714747" y="406628"/>
                </a:moveTo>
                <a:lnTo>
                  <a:pt x="1714403" y="406602"/>
                </a:lnTo>
                <a:moveTo>
                  <a:pt x="1615092" y="400980"/>
                </a:moveTo>
                <a:lnTo>
                  <a:pt x="1710621" y="321727"/>
                </a:lnTo>
                <a:moveTo>
                  <a:pt x="1714645" y="405363"/>
                </a:moveTo>
                <a:lnTo>
                  <a:pt x="1615092" y="400980"/>
                </a:lnTo>
                <a:moveTo>
                  <a:pt x="1714403" y="406602"/>
                </a:moveTo>
                <a:lnTo>
                  <a:pt x="1615092" y="400980"/>
                </a:lnTo>
                <a:moveTo>
                  <a:pt x="1821728" y="330538"/>
                </a:moveTo>
                <a:lnTo>
                  <a:pt x="1748222" y="323450"/>
                </a:lnTo>
                <a:moveTo>
                  <a:pt x="1829213" y="751668"/>
                </a:moveTo>
                <a:lnTo>
                  <a:pt x="1823383" y="666550"/>
                </a:lnTo>
                <a:moveTo>
                  <a:pt x="1791423" y="413760"/>
                </a:moveTo>
                <a:lnTo>
                  <a:pt x="1748222" y="323450"/>
                </a:lnTo>
                <a:moveTo>
                  <a:pt x="1922846" y="864948"/>
                </a:moveTo>
                <a:lnTo>
                  <a:pt x="1896754" y="840573"/>
                </a:lnTo>
                <a:moveTo>
                  <a:pt x="1918977" y="673372"/>
                </a:moveTo>
                <a:lnTo>
                  <a:pt x="1823383" y="666550"/>
                </a:lnTo>
                <a:moveTo>
                  <a:pt x="1823383" y="666550"/>
                </a:moveTo>
                <a:lnTo>
                  <a:pt x="1839057" y="584167"/>
                </a:lnTo>
                <a:moveTo>
                  <a:pt x="1710621" y="321727"/>
                </a:moveTo>
                <a:lnTo>
                  <a:pt x="1641318" y="319938"/>
                </a:lnTo>
                <a:moveTo>
                  <a:pt x="1821728" y="330538"/>
                </a:moveTo>
                <a:lnTo>
                  <a:pt x="1720897" y="304521"/>
                </a:lnTo>
                <a:moveTo>
                  <a:pt x="1922846" y="864948"/>
                </a:moveTo>
                <a:lnTo>
                  <a:pt x="1950722" y="844473"/>
                </a:lnTo>
                <a:moveTo>
                  <a:pt x="1918977" y="673372"/>
                </a:moveTo>
                <a:lnTo>
                  <a:pt x="1829213" y="751668"/>
                </a:lnTo>
                <a:moveTo>
                  <a:pt x="1922846" y="864948"/>
                </a:moveTo>
                <a:lnTo>
                  <a:pt x="1845891" y="838167"/>
                </a:lnTo>
                <a:moveTo>
                  <a:pt x="1915727" y="589489"/>
                </a:moveTo>
                <a:lnTo>
                  <a:pt x="1823383" y="666550"/>
                </a:lnTo>
                <a:moveTo>
                  <a:pt x="1903370" y="756884"/>
                </a:moveTo>
                <a:lnTo>
                  <a:pt x="1829213" y="751668"/>
                </a:lnTo>
                <a:moveTo>
                  <a:pt x="1791423" y="413760"/>
                </a:moveTo>
                <a:lnTo>
                  <a:pt x="1714747" y="406628"/>
                </a:lnTo>
                <a:moveTo>
                  <a:pt x="1714403" y="406602"/>
                </a:moveTo>
                <a:lnTo>
                  <a:pt x="1645018" y="472669"/>
                </a:lnTo>
                <a:moveTo>
                  <a:pt x="1615092" y="400980"/>
                </a:moveTo>
                <a:lnTo>
                  <a:pt x="1641318" y="319938"/>
                </a:lnTo>
                <a:moveTo>
                  <a:pt x="1655865" y="297704"/>
                </a:moveTo>
                <a:lnTo>
                  <a:pt x="1710621" y="321727"/>
                </a:lnTo>
                <a:moveTo>
                  <a:pt x="1903370" y="756884"/>
                </a:moveTo>
                <a:lnTo>
                  <a:pt x="1918977" y="673372"/>
                </a:lnTo>
                <a:moveTo>
                  <a:pt x="1896754" y="840573"/>
                </a:moveTo>
                <a:lnTo>
                  <a:pt x="1903370" y="756884"/>
                </a:lnTo>
                <a:moveTo>
                  <a:pt x="1756549" y="496322"/>
                </a:moveTo>
                <a:lnTo>
                  <a:pt x="1714747" y="406628"/>
                </a:lnTo>
                <a:moveTo>
                  <a:pt x="1845891" y="838167"/>
                </a:moveTo>
                <a:lnTo>
                  <a:pt x="1829213" y="751668"/>
                </a:lnTo>
                <a:moveTo>
                  <a:pt x="1645018" y="472669"/>
                </a:moveTo>
                <a:lnTo>
                  <a:pt x="1615092" y="400980"/>
                </a:lnTo>
                <a:moveTo>
                  <a:pt x="1918977" y="673372"/>
                </a:moveTo>
                <a:lnTo>
                  <a:pt x="1915727" y="589489"/>
                </a:lnTo>
                <a:moveTo>
                  <a:pt x="1915727" y="589489"/>
                </a:moveTo>
                <a:lnTo>
                  <a:pt x="1839057" y="584167"/>
                </a:lnTo>
                <a:moveTo>
                  <a:pt x="1950722" y="844473"/>
                </a:moveTo>
                <a:lnTo>
                  <a:pt x="1896754" y="840573"/>
                </a:lnTo>
                <a:moveTo>
                  <a:pt x="1987443" y="848000"/>
                </a:moveTo>
                <a:lnTo>
                  <a:pt x="1922846" y="864948"/>
                </a:lnTo>
                <a:moveTo>
                  <a:pt x="1720897" y="304521"/>
                </a:moveTo>
                <a:lnTo>
                  <a:pt x="1655865" y="297704"/>
                </a:lnTo>
                <a:moveTo>
                  <a:pt x="1823383" y="666550"/>
                </a:moveTo>
                <a:lnTo>
                  <a:pt x="1755278" y="664914"/>
                </a:lnTo>
                <a:moveTo>
                  <a:pt x="1950722" y="844473"/>
                </a:moveTo>
                <a:lnTo>
                  <a:pt x="1903370" y="756884"/>
                </a:lnTo>
                <a:moveTo>
                  <a:pt x="1896754" y="840573"/>
                </a:moveTo>
                <a:lnTo>
                  <a:pt x="1845891" y="838167"/>
                </a:lnTo>
                <a:moveTo>
                  <a:pt x="2164526" y="857614"/>
                </a:moveTo>
                <a:lnTo>
                  <a:pt x="2155906" y="856961"/>
                </a:lnTo>
                <a:moveTo>
                  <a:pt x="1658369" y="490861"/>
                </a:moveTo>
                <a:lnTo>
                  <a:pt x="1714403" y="406602"/>
                </a:lnTo>
                <a:moveTo>
                  <a:pt x="1658369" y="490861"/>
                </a:moveTo>
                <a:lnTo>
                  <a:pt x="1714747" y="406628"/>
                </a:lnTo>
                <a:moveTo>
                  <a:pt x="1903370" y="756884"/>
                </a:moveTo>
                <a:lnTo>
                  <a:pt x="1845891" y="838167"/>
                </a:lnTo>
                <a:moveTo>
                  <a:pt x="1962776" y="677252"/>
                </a:moveTo>
                <a:lnTo>
                  <a:pt x="1918977" y="673372"/>
                </a:lnTo>
                <a:moveTo>
                  <a:pt x="1829213" y="751668"/>
                </a:moveTo>
                <a:lnTo>
                  <a:pt x="1755278" y="664914"/>
                </a:lnTo>
                <a:moveTo>
                  <a:pt x="1791423" y="413760"/>
                </a:moveTo>
                <a:lnTo>
                  <a:pt x="1821728" y="330538"/>
                </a:lnTo>
                <a:moveTo>
                  <a:pt x="1839057" y="584167"/>
                </a:moveTo>
                <a:lnTo>
                  <a:pt x="1763119" y="580841"/>
                </a:lnTo>
                <a:moveTo>
                  <a:pt x="553325" y="698698"/>
                </a:moveTo>
                <a:lnTo>
                  <a:pt x="558816" y="673981"/>
                </a:lnTo>
                <a:moveTo>
                  <a:pt x="1775647" y="274555"/>
                </a:moveTo>
                <a:lnTo>
                  <a:pt x="1720897" y="304521"/>
                </a:lnTo>
                <a:moveTo>
                  <a:pt x="748505" y="264264"/>
                </a:moveTo>
                <a:lnTo>
                  <a:pt x="747062" y="180417"/>
                </a:lnTo>
                <a:moveTo>
                  <a:pt x="558816" y="673981"/>
                </a:moveTo>
                <a:lnTo>
                  <a:pt x="558200" y="620075"/>
                </a:lnTo>
                <a:moveTo>
                  <a:pt x="2155906" y="856961"/>
                </a:moveTo>
                <a:lnTo>
                  <a:pt x="2069125" y="852506"/>
                </a:lnTo>
                <a:moveTo>
                  <a:pt x="1848501" y="839621"/>
                </a:moveTo>
                <a:lnTo>
                  <a:pt x="1829213" y="751668"/>
                </a:lnTo>
                <a:moveTo>
                  <a:pt x="1755278" y="664914"/>
                </a:moveTo>
                <a:lnTo>
                  <a:pt x="1839057" y="584167"/>
                </a:lnTo>
                <a:moveTo>
                  <a:pt x="1962776" y="677252"/>
                </a:moveTo>
                <a:lnTo>
                  <a:pt x="1915727" y="589489"/>
                </a:lnTo>
                <a:moveTo>
                  <a:pt x="1615092" y="400980"/>
                </a:moveTo>
                <a:lnTo>
                  <a:pt x="1557501" y="400681"/>
                </a:lnTo>
                <a:moveTo>
                  <a:pt x="566821" y="590320"/>
                </a:moveTo>
                <a:lnTo>
                  <a:pt x="560349" y="585401"/>
                </a:lnTo>
                <a:moveTo>
                  <a:pt x="1971686" y="762763"/>
                </a:moveTo>
                <a:lnTo>
                  <a:pt x="1918977" y="673372"/>
                </a:lnTo>
                <a:moveTo>
                  <a:pt x="2155906" y="856961"/>
                </a:moveTo>
                <a:lnTo>
                  <a:pt x="2138199" y="772792"/>
                </a:lnTo>
                <a:moveTo>
                  <a:pt x="2164526" y="857614"/>
                </a:moveTo>
                <a:lnTo>
                  <a:pt x="2138199" y="772792"/>
                </a:lnTo>
                <a:moveTo>
                  <a:pt x="1971686" y="762763"/>
                </a:moveTo>
                <a:lnTo>
                  <a:pt x="1903370" y="756884"/>
                </a:lnTo>
                <a:moveTo>
                  <a:pt x="558200" y="620075"/>
                </a:moveTo>
                <a:lnTo>
                  <a:pt x="557830" y="590143"/>
                </a:lnTo>
                <a:moveTo>
                  <a:pt x="473159" y="247557"/>
                </a:moveTo>
                <a:lnTo>
                  <a:pt x="461909" y="264316"/>
                </a:lnTo>
                <a:moveTo>
                  <a:pt x="557830" y="590143"/>
                </a:moveTo>
                <a:lnTo>
                  <a:pt x="560349" y="585401"/>
                </a:lnTo>
                <a:moveTo>
                  <a:pt x="473159" y="247557"/>
                </a:moveTo>
                <a:lnTo>
                  <a:pt x="464222" y="227010"/>
                </a:lnTo>
                <a:moveTo>
                  <a:pt x="1856907" y="872762"/>
                </a:moveTo>
                <a:lnTo>
                  <a:pt x="1845891" y="838167"/>
                </a:lnTo>
                <a:moveTo>
                  <a:pt x="1987443" y="848000"/>
                </a:moveTo>
                <a:lnTo>
                  <a:pt x="1950722" y="844473"/>
                </a:lnTo>
                <a:moveTo>
                  <a:pt x="1950722" y="844473"/>
                </a:moveTo>
                <a:lnTo>
                  <a:pt x="1971686" y="762763"/>
                </a:lnTo>
                <a:moveTo>
                  <a:pt x="1878412" y="525884"/>
                </a:moveTo>
                <a:lnTo>
                  <a:pt x="1839057" y="584167"/>
                </a:lnTo>
                <a:moveTo>
                  <a:pt x="1655865" y="297704"/>
                </a:moveTo>
                <a:lnTo>
                  <a:pt x="1641318" y="319938"/>
                </a:lnTo>
                <a:moveTo>
                  <a:pt x="1791423" y="413760"/>
                </a:moveTo>
                <a:lnTo>
                  <a:pt x="1756549" y="496322"/>
                </a:lnTo>
                <a:moveTo>
                  <a:pt x="2098405" y="939646"/>
                </a:moveTo>
                <a:lnTo>
                  <a:pt x="2155906" y="856961"/>
                </a:lnTo>
                <a:moveTo>
                  <a:pt x="1615092" y="400980"/>
                </a:moveTo>
                <a:lnTo>
                  <a:pt x="1574051" y="318409"/>
                </a:lnTo>
                <a:moveTo>
                  <a:pt x="697274" y="347074"/>
                </a:moveTo>
                <a:lnTo>
                  <a:pt x="748505" y="264264"/>
                </a:lnTo>
                <a:moveTo>
                  <a:pt x="1821728" y="330538"/>
                </a:moveTo>
                <a:lnTo>
                  <a:pt x="1775647" y="274555"/>
                </a:lnTo>
                <a:moveTo>
                  <a:pt x="1763119" y="580841"/>
                </a:moveTo>
                <a:lnTo>
                  <a:pt x="1752700" y="580209"/>
                </a:lnTo>
                <a:moveTo>
                  <a:pt x="748505" y="264264"/>
                </a:moveTo>
                <a:lnTo>
                  <a:pt x="691689" y="346771"/>
                </a:lnTo>
                <a:moveTo>
                  <a:pt x="2138199" y="772792"/>
                </a:moveTo>
                <a:lnTo>
                  <a:pt x="2069125" y="852506"/>
                </a:lnTo>
                <a:moveTo>
                  <a:pt x="1765476" y="497068"/>
                </a:moveTo>
                <a:lnTo>
                  <a:pt x="1791423" y="413760"/>
                </a:lnTo>
                <a:moveTo>
                  <a:pt x="1988254" y="764197"/>
                </a:moveTo>
                <a:lnTo>
                  <a:pt x="1950722" y="844473"/>
                </a:lnTo>
                <a:moveTo>
                  <a:pt x="1848501" y="839621"/>
                </a:moveTo>
                <a:lnTo>
                  <a:pt x="1845891" y="838167"/>
                </a:lnTo>
                <a:moveTo>
                  <a:pt x="1752700" y="580209"/>
                </a:moveTo>
                <a:lnTo>
                  <a:pt x="1756549" y="496322"/>
                </a:lnTo>
                <a:moveTo>
                  <a:pt x="1763119" y="580841"/>
                </a:moveTo>
                <a:lnTo>
                  <a:pt x="1754824" y="610425"/>
                </a:lnTo>
                <a:moveTo>
                  <a:pt x="1754824" y="610425"/>
                </a:moveTo>
                <a:lnTo>
                  <a:pt x="1752700" y="580209"/>
                </a:lnTo>
                <a:moveTo>
                  <a:pt x="1971686" y="762763"/>
                </a:moveTo>
                <a:lnTo>
                  <a:pt x="1962776" y="677252"/>
                </a:lnTo>
                <a:moveTo>
                  <a:pt x="1915727" y="589489"/>
                </a:moveTo>
                <a:lnTo>
                  <a:pt x="1878412" y="525884"/>
                </a:lnTo>
                <a:moveTo>
                  <a:pt x="1755278" y="664914"/>
                </a:moveTo>
                <a:lnTo>
                  <a:pt x="1763119" y="580841"/>
                </a:lnTo>
                <a:moveTo>
                  <a:pt x="558816" y="673981"/>
                </a:moveTo>
                <a:lnTo>
                  <a:pt x="585907" y="648380"/>
                </a:lnTo>
                <a:moveTo>
                  <a:pt x="2235184" y="864163"/>
                </a:moveTo>
                <a:lnTo>
                  <a:pt x="2164526" y="857614"/>
                </a:lnTo>
                <a:moveTo>
                  <a:pt x="2069125" y="852506"/>
                </a:moveTo>
                <a:lnTo>
                  <a:pt x="1987443" y="848000"/>
                </a:lnTo>
                <a:moveTo>
                  <a:pt x="1763119" y="580841"/>
                </a:moveTo>
                <a:lnTo>
                  <a:pt x="1765476" y="497068"/>
                </a:lnTo>
                <a:moveTo>
                  <a:pt x="1765476" y="497068"/>
                </a:moveTo>
                <a:lnTo>
                  <a:pt x="1752700" y="580209"/>
                </a:lnTo>
                <a:moveTo>
                  <a:pt x="1865054" y="504671"/>
                </a:moveTo>
                <a:lnTo>
                  <a:pt x="1839057" y="584167"/>
                </a:lnTo>
                <a:moveTo>
                  <a:pt x="585907" y="648380"/>
                </a:moveTo>
                <a:lnTo>
                  <a:pt x="566821" y="590320"/>
                </a:lnTo>
                <a:moveTo>
                  <a:pt x="560349" y="585401"/>
                </a:moveTo>
                <a:lnTo>
                  <a:pt x="578634" y="508173"/>
                </a:lnTo>
                <a:moveTo>
                  <a:pt x="2002990" y="680668"/>
                </a:moveTo>
                <a:lnTo>
                  <a:pt x="1962776" y="677252"/>
                </a:lnTo>
                <a:moveTo>
                  <a:pt x="1755278" y="664914"/>
                </a:moveTo>
                <a:lnTo>
                  <a:pt x="1754824" y="610425"/>
                </a:lnTo>
                <a:moveTo>
                  <a:pt x="477807" y="333621"/>
                </a:moveTo>
                <a:lnTo>
                  <a:pt x="473159" y="247557"/>
                </a:lnTo>
                <a:moveTo>
                  <a:pt x="1988166" y="596105"/>
                </a:moveTo>
                <a:lnTo>
                  <a:pt x="1915727" y="589489"/>
                </a:lnTo>
                <a:moveTo>
                  <a:pt x="1765476" y="497068"/>
                </a:moveTo>
                <a:lnTo>
                  <a:pt x="1756549" y="496322"/>
                </a:lnTo>
                <a:moveTo>
                  <a:pt x="557830" y="590143"/>
                </a:moveTo>
                <a:lnTo>
                  <a:pt x="578634" y="508173"/>
                </a:lnTo>
                <a:moveTo>
                  <a:pt x="1750405" y="580590"/>
                </a:moveTo>
                <a:lnTo>
                  <a:pt x="1752700" y="580209"/>
                </a:lnTo>
                <a:moveTo>
                  <a:pt x="2093847" y="940028"/>
                </a:moveTo>
                <a:lnTo>
                  <a:pt x="2155906" y="856961"/>
                </a:lnTo>
                <a:moveTo>
                  <a:pt x="585907" y="648380"/>
                </a:moveTo>
                <a:lnTo>
                  <a:pt x="558200" y="620075"/>
                </a:lnTo>
                <a:moveTo>
                  <a:pt x="2164526" y="857614"/>
                </a:moveTo>
                <a:lnTo>
                  <a:pt x="2204445" y="778314"/>
                </a:lnTo>
                <a:moveTo>
                  <a:pt x="1658369" y="490861"/>
                </a:moveTo>
                <a:lnTo>
                  <a:pt x="1645018" y="472669"/>
                </a:lnTo>
                <a:moveTo>
                  <a:pt x="1754824" y="610425"/>
                </a:moveTo>
                <a:lnTo>
                  <a:pt x="1750405" y="580590"/>
                </a:lnTo>
                <a:moveTo>
                  <a:pt x="2069125" y="852506"/>
                </a:moveTo>
                <a:lnTo>
                  <a:pt x="2085517" y="770214"/>
                </a:lnTo>
                <a:moveTo>
                  <a:pt x="2069125" y="852506"/>
                </a:moveTo>
                <a:lnTo>
                  <a:pt x="1988254" y="764197"/>
                </a:lnTo>
                <a:moveTo>
                  <a:pt x="1992665" y="591909"/>
                </a:moveTo>
                <a:lnTo>
                  <a:pt x="1915727" y="589489"/>
                </a:lnTo>
                <a:moveTo>
                  <a:pt x="1752700" y="580209"/>
                </a:moveTo>
                <a:lnTo>
                  <a:pt x="1658369" y="490861"/>
                </a:lnTo>
                <a:moveTo>
                  <a:pt x="461909" y="264316"/>
                </a:moveTo>
                <a:lnTo>
                  <a:pt x="438848" y="246880"/>
                </a:lnTo>
                <a:moveTo>
                  <a:pt x="1856907" y="872762"/>
                </a:moveTo>
                <a:lnTo>
                  <a:pt x="1848501" y="839621"/>
                </a:lnTo>
                <a:moveTo>
                  <a:pt x="477807" y="333621"/>
                </a:moveTo>
                <a:lnTo>
                  <a:pt x="461909" y="264316"/>
                </a:lnTo>
                <a:moveTo>
                  <a:pt x="438848" y="246880"/>
                </a:moveTo>
                <a:lnTo>
                  <a:pt x="464222" y="227010"/>
                </a:lnTo>
                <a:moveTo>
                  <a:pt x="1756549" y="496322"/>
                </a:moveTo>
                <a:lnTo>
                  <a:pt x="1658369" y="490861"/>
                </a:lnTo>
                <a:moveTo>
                  <a:pt x="558919" y="254887"/>
                </a:moveTo>
                <a:lnTo>
                  <a:pt x="473159" y="247557"/>
                </a:lnTo>
                <a:moveTo>
                  <a:pt x="2138199" y="772792"/>
                </a:moveTo>
                <a:lnTo>
                  <a:pt x="2085517" y="770214"/>
                </a:lnTo>
                <a:moveTo>
                  <a:pt x="1645018" y="472669"/>
                </a:moveTo>
                <a:lnTo>
                  <a:pt x="1557501" y="400681"/>
                </a:lnTo>
                <a:moveTo>
                  <a:pt x="2209669" y="909481"/>
                </a:moveTo>
                <a:lnTo>
                  <a:pt x="2155906" y="856961"/>
                </a:lnTo>
                <a:moveTo>
                  <a:pt x="1962776" y="677252"/>
                </a:moveTo>
                <a:lnTo>
                  <a:pt x="1988166" y="596105"/>
                </a:lnTo>
                <a:moveTo>
                  <a:pt x="594138" y="709055"/>
                </a:moveTo>
                <a:lnTo>
                  <a:pt x="558816" y="673981"/>
                </a:lnTo>
                <a:moveTo>
                  <a:pt x="2002990" y="680668"/>
                </a:moveTo>
                <a:lnTo>
                  <a:pt x="1971686" y="762763"/>
                </a:lnTo>
                <a:moveTo>
                  <a:pt x="2209669" y="909481"/>
                </a:moveTo>
                <a:lnTo>
                  <a:pt x="2164526" y="857614"/>
                </a:lnTo>
                <a:moveTo>
                  <a:pt x="1995617" y="596703"/>
                </a:moveTo>
                <a:lnTo>
                  <a:pt x="1962776" y="677252"/>
                </a:lnTo>
                <a:moveTo>
                  <a:pt x="594138" y="709055"/>
                </a:moveTo>
                <a:lnTo>
                  <a:pt x="553325" y="698698"/>
                </a:lnTo>
                <a:moveTo>
                  <a:pt x="2222960" y="780103"/>
                </a:moveTo>
                <a:lnTo>
                  <a:pt x="2164526" y="857614"/>
                </a:lnTo>
                <a:moveTo>
                  <a:pt x="1987443" y="848000"/>
                </a:moveTo>
                <a:lnTo>
                  <a:pt x="1988254" y="764197"/>
                </a:lnTo>
                <a:moveTo>
                  <a:pt x="1988254" y="764197"/>
                </a:moveTo>
                <a:lnTo>
                  <a:pt x="1971686" y="762763"/>
                </a:lnTo>
                <a:moveTo>
                  <a:pt x="1750405" y="580590"/>
                </a:moveTo>
                <a:lnTo>
                  <a:pt x="1658369" y="490861"/>
                </a:lnTo>
                <a:moveTo>
                  <a:pt x="2138199" y="772792"/>
                </a:moveTo>
                <a:lnTo>
                  <a:pt x="2124919" y="688711"/>
                </a:lnTo>
                <a:moveTo>
                  <a:pt x="593836" y="678860"/>
                </a:moveTo>
                <a:lnTo>
                  <a:pt x="553325" y="698698"/>
                </a:lnTo>
                <a:moveTo>
                  <a:pt x="539499" y="338324"/>
                </a:moveTo>
                <a:lnTo>
                  <a:pt x="473159" y="247557"/>
                </a:lnTo>
                <a:moveTo>
                  <a:pt x="1799590" y="754838"/>
                </a:moveTo>
                <a:lnTo>
                  <a:pt x="1829213" y="751668"/>
                </a:lnTo>
                <a:moveTo>
                  <a:pt x="648402" y="513749"/>
                </a:moveTo>
                <a:lnTo>
                  <a:pt x="566821" y="590320"/>
                </a:lnTo>
                <a:moveTo>
                  <a:pt x="2083817" y="939359"/>
                </a:moveTo>
                <a:lnTo>
                  <a:pt x="2069125" y="852506"/>
                </a:lnTo>
                <a:moveTo>
                  <a:pt x="1775647" y="274555"/>
                </a:moveTo>
                <a:lnTo>
                  <a:pt x="1655865" y="297704"/>
                </a:lnTo>
                <a:moveTo>
                  <a:pt x="558919" y="254887"/>
                </a:moveTo>
                <a:lnTo>
                  <a:pt x="464222" y="227010"/>
                </a:lnTo>
                <a:moveTo>
                  <a:pt x="2085517" y="770214"/>
                </a:moveTo>
                <a:lnTo>
                  <a:pt x="2002990" y="680668"/>
                </a:lnTo>
                <a:moveTo>
                  <a:pt x="1988254" y="764197"/>
                </a:moveTo>
                <a:lnTo>
                  <a:pt x="2002990" y="680668"/>
                </a:lnTo>
                <a:moveTo>
                  <a:pt x="1641318" y="319938"/>
                </a:moveTo>
                <a:lnTo>
                  <a:pt x="1574051" y="318409"/>
                </a:lnTo>
                <a:moveTo>
                  <a:pt x="593836" y="678860"/>
                </a:moveTo>
                <a:lnTo>
                  <a:pt x="558200" y="620075"/>
                </a:lnTo>
                <a:moveTo>
                  <a:pt x="578634" y="508173"/>
                </a:moveTo>
                <a:lnTo>
                  <a:pt x="543470" y="506040"/>
                </a:lnTo>
                <a:moveTo>
                  <a:pt x="543470" y="506040"/>
                </a:moveTo>
                <a:lnTo>
                  <a:pt x="472118" y="501651"/>
                </a:lnTo>
                <a:moveTo>
                  <a:pt x="648402" y="513749"/>
                </a:moveTo>
                <a:lnTo>
                  <a:pt x="560349" y="585401"/>
                </a:lnTo>
                <a:moveTo>
                  <a:pt x="553325" y="698698"/>
                </a:moveTo>
                <a:lnTo>
                  <a:pt x="586671" y="712381"/>
                </a:lnTo>
                <a:moveTo>
                  <a:pt x="2085517" y="770214"/>
                </a:moveTo>
                <a:lnTo>
                  <a:pt x="1988254" y="764197"/>
                </a:lnTo>
                <a:moveTo>
                  <a:pt x="629979" y="597204"/>
                </a:moveTo>
                <a:lnTo>
                  <a:pt x="566821" y="590320"/>
                </a:lnTo>
                <a:moveTo>
                  <a:pt x="2204445" y="778314"/>
                </a:moveTo>
                <a:lnTo>
                  <a:pt x="2138199" y="772792"/>
                </a:lnTo>
                <a:moveTo>
                  <a:pt x="697274" y="347074"/>
                </a:moveTo>
                <a:lnTo>
                  <a:pt x="691689" y="346771"/>
                </a:lnTo>
                <a:moveTo>
                  <a:pt x="1865054" y="504671"/>
                </a:moveTo>
                <a:lnTo>
                  <a:pt x="1763119" y="580841"/>
                </a:lnTo>
                <a:moveTo>
                  <a:pt x="697274" y="347074"/>
                </a:moveTo>
                <a:lnTo>
                  <a:pt x="692977" y="355047"/>
                </a:lnTo>
                <a:moveTo>
                  <a:pt x="543470" y="506040"/>
                </a:moveTo>
                <a:lnTo>
                  <a:pt x="476707" y="417858"/>
                </a:lnTo>
                <a:moveTo>
                  <a:pt x="1946683" y="931016"/>
                </a:moveTo>
                <a:lnTo>
                  <a:pt x="1856907" y="872762"/>
                </a:lnTo>
                <a:moveTo>
                  <a:pt x="692977" y="355047"/>
                </a:moveTo>
                <a:lnTo>
                  <a:pt x="691689" y="346771"/>
                </a:lnTo>
                <a:moveTo>
                  <a:pt x="472118" y="501651"/>
                </a:moveTo>
                <a:lnTo>
                  <a:pt x="476707" y="417858"/>
                </a:lnTo>
                <a:moveTo>
                  <a:pt x="1846050" y="420477"/>
                </a:moveTo>
                <a:lnTo>
                  <a:pt x="1821728" y="330538"/>
                </a:lnTo>
                <a:moveTo>
                  <a:pt x="795028" y="270821"/>
                </a:moveTo>
                <a:lnTo>
                  <a:pt x="748505" y="264264"/>
                </a:lnTo>
                <a:moveTo>
                  <a:pt x="691689" y="346771"/>
                </a:moveTo>
                <a:lnTo>
                  <a:pt x="589075" y="256369"/>
                </a:lnTo>
                <a:moveTo>
                  <a:pt x="2124919" y="688711"/>
                </a:moveTo>
                <a:lnTo>
                  <a:pt x="2085517" y="770214"/>
                </a:lnTo>
                <a:moveTo>
                  <a:pt x="476707" y="417858"/>
                </a:moveTo>
                <a:lnTo>
                  <a:pt x="477807" y="333621"/>
                </a:lnTo>
                <a:moveTo>
                  <a:pt x="1865054" y="504671"/>
                </a:moveTo>
                <a:lnTo>
                  <a:pt x="1765476" y="497068"/>
                </a:lnTo>
                <a:moveTo>
                  <a:pt x="2002990" y="680668"/>
                </a:moveTo>
                <a:lnTo>
                  <a:pt x="1995617" y="596703"/>
                </a:lnTo>
                <a:moveTo>
                  <a:pt x="1987484" y="933526"/>
                </a:moveTo>
                <a:lnTo>
                  <a:pt x="1987443" y="848000"/>
                </a:lnTo>
                <a:moveTo>
                  <a:pt x="2097168" y="687319"/>
                </a:moveTo>
                <a:lnTo>
                  <a:pt x="2002990" y="680668"/>
                </a:lnTo>
                <a:moveTo>
                  <a:pt x="2098405" y="939646"/>
                </a:moveTo>
                <a:lnTo>
                  <a:pt x="2089199" y="943733"/>
                </a:lnTo>
                <a:moveTo>
                  <a:pt x="2085517" y="770214"/>
                </a:moveTo>
                <a:lnTo>
                  <a:pt x="2097168" y="687319"/>
                </a:lnTo>
                <a:moveTo>
                  <a:pt x="578634" y="508173"/>
                </a:moveTo>
                <a:lnTo>
                  <a:pt x="534399" y="422042"/>
                </a:lnTo>
                <a:moveTo>
                  <a:pt x="543470" y="506040"/>
                </a:moveTo>
                <a:lnTo>
                  <a:pt x="534399" y="422042"/>
                </a:lnTo>
                <a:moveTo>
                  <a:pt x="792677" y="186955"/>
                </a:moveTo>
                <a:lnTo>
                  <a:pt x="748505" y="264264"/>
                </a:lnTo>
                <a:moveTo>
                  <a:pt x="2093847" y="940028"/>
                </a:moveTo>
                <a:lnTo>
                  <a:pt x="2098405" y="939646"/>
                </a:lnTo>
                <a:moveTo>
                  <a:pt x="1590509" y="296125"/>
                </a:moveTo>
                <a:lnTo>
                  <a:pt x="1641318" y="319938"/>
                </a:lnTo>
                <a:moveTo>
                  <a:pt x="1645018" y="472669"/>
                </a:moveTo>
                <a:lnTo>
                  <a:pt x="1581393" y="443155"/>
                </a:lnTo>
                <a:moveTo>
                  <a:pt x="589075" y="256369"/>
                </a:moveTo>
                <a:lnTo>
                  <a:pt x="558919" y="254887"/>
                </a:lnTo>
                <a:moveTo>
                  <a:pt x="703675" y="432673"/>
                </a:moveTo>
                <a:lnTo>
                  <a:pt x="697274" y="347074"/>
                </a:lnTo>
                <a:moveTo>
                  <a:pt x="2124919" y="688711"/>
                </a:moveTo>
                <a:lnTo>
                  <a:pt x="2097168" y="687319"/>
                </a:lnTo>
                <a:moveTo>
                  <a:pt x="1815888" y="335114"/>
                </a:moveTo>
                <a:lnTo>
                  <a:pt x="1821728" y="330538"/>
                </a:lnTo>
                <a:moveTo>
                  <a:pt x="534399" y="422042"/>
                </a:moveTo>
                <a:lnTo>
                  <a:pt x="476707" y="417858"/>
                </a:lnTo>
                <a:moveTo>
                  <a:pt x="1992665" y="591909"/>
                </a:moveTo>
                <a:lnTo>
                  <a:pt x="1878412" y="525884"/>
                </a:lnTo>
                <a:moveTo>
                  <a:pt x="1846050" y="420477"/>
                </a:moveTo>
                <a:lnTo>
                  <a:pt x="1791423" y="413760"/>
                </a:lnTo>
                <a:moveTo>
                  <a:pt x="659816" y="430154"/>
                </a:moveTo>
                <a:lnTo>
                  <a:pt x="578634" y="508173"/>
                </a:lnTo>
                <a:moveTo>
                  <a:pt x="1995617" y="596703"/>
                </a:moveTo>
                <a:lnTo>
                  <a:pt x="1988166" y="596105"/>
                </a:lnTo>
                <a:moveTo>
                  <a:pt x="703675" y="432673"/>
                </a:moveTo>
                <a:lnTo>
                  <a:pt x="692977" y="355047"/>
                </a:lnTo>
                <a:moveTo>
                  <a:pt x="648402" y="513749"/>
                </a:moveTo>
                <a:lnTo>
                  <a:pt x="578634" y="508173"/>
                </a:lnTo>
                <a:moveTo>
                  <a:pt x="578634" y="508173"/>
                </a:moveTo>
                <a:lnTo>
                  <a:pt x="600075" y="426522"/>
                </a:lnTo>
                <a:moveTo>
                  <a:pt x="2089199" y="943733"/>
                </a:moveTo>
                <a:lnTo>
                  <a:pt x="2083817" y="939359"/>
                </a:lnTo>
                <a:moveTo>
                  <a:pt x="1878412" y="525884"/>
                </a:moveTo>
                <a:lnTo>
                  <a:pt x="1865054" y="504671"/>
                </a:lnTo>
                <a:moveTo>
                  <a:pt x="539499" y="338324"/>
                </a:moveTo>
                <a:lnTo>
                  <a:pt x="477807" y="333621"/>
                </a:lnTo>
                <a:moveTo>
                  <a:pt x="691689" y="346771"/>
                </a:moveTo>
                <a:lnTo>
                  <a:pt x="600932" y="342255"/>
                </a:lnTo>
                <a:moveTo>
                  <a:pt x="1992665" y="591909"/>
                </a:moveTo>
                <a:lnTo>
                  <a:pt x="1988166" y="596105"/>
                </a:lnTo>
                <a:moveTo>
                  <a:pt x="2093847" y="940028"/>
                </a:moveTo>
                <a:lnTo>
                  <a:pt x="2089199" y="943733"/>
                </a:lnTo>
                <a:moveTo>
                  <a:pt x="539499" y="338324"/>
                </a:moveTo>
                <a:lnTo>
                  <a:pt x="476707" y="417858"/>
                </a:lnTo>
                <a:moveTo>
                  <a:pt x="600075" y="426522"/>
                </a:moveTo>
                <a:lnTo>
                  <a:pt x="691689" y="346771"/>
                </a:lnTo>
                <a:moveTo>
                  <a:pt x="2097168" y="687319"/>
                </a:moveTo>
                <a:lnTo>
                  <a:pt x="1995617" y="596703"/>
                </a:lnTo>
                <a:moveTo>
                  <a:pt x="659816" y="430154"/>
                </a:moveTo>
                <a:lnTo>
                  <a:pt x="692977" y="355047"/>
                </a:lnTo>
                <a:moveTo>
                  <a:pt x="789626" y="438353"/>
                </a:moveTo>
                <a:lnTo>
                  <a:pt x="697274" y="347074"/>
                </a:lnTo>
                <a:moveTo>
                  <a:pt x="792677" y="186955"/>
                </a:moveTo>
                <a:lnTo>
                  <a:pt x="747062" y="180417"/>
                </a:lnTo>
                <a:moveTo>
                  <a:pt x="558200" y="620075"/>
                </a:moveTo>
                <a:lnTo>
                  <a:pt x="510289" y="590883"/>
                </a:lnTo>
                <a:moveTo>
                  <a:pt x="593836" y="678860"/>
                </a:moveTo>
                <a:lnTo>
                  <a:pt x="585907" y="648380"/>
                </a:lnTo>
                <a:moveTo>
                  <a:pt x="692977" y="355047"/>
                </a:moveTo>
                <a:lnTo>
                  <a:pt x="600075" y="426522"/>
                </a:lnTo>
                <a:moveTo>
                  <a:pt x="1995617" y="596703"/>
                </a:moveTo>
                <a:lnTo>
                  <a:pt x="1992665" y="591909"/>
                </a:lnTo>
                <a:moveTo>
                  <a:pt x="600932" y="342255"/>
                </a:moveTo>
                <a:lnTo>
                  <a:pt x="589075" y="256369"/>
                </a:lnTo>
                <a:moveTo>
                  <a:pt x="2093847" y="940028"/>
                </a:moveTo>
                <a:lnTo>
                  <a:pt x="2083817" y="939359"/>
                </a:lnTo>
                <a:moveTo>
                  <a:pt x="557830" y="590143"/>
                </a:moveTo>
                <a:lnTo>
                  <a:pt x="510289" y="590883"/>
                </a:lnTo>
                <a:moveTo>
                  <a:pt x="461909" y="264316"/>
                </a:moveTo>
                <a:lnTo>
                  <a:pt x="407318" y="247305"/>
                </a:lnTo>
                <a:moveTo>
                  <a:pt x="1557501" y="400681"/>
                </a:moveTo>
                <a:lnTo>
                  <a:pt x="1574051" y="318409"/>
                </a:lnTo>
                <a:moveTo>
                  <a:pt x="578634" y="508173"/>
                </a:moveTo>
                <a:lnTo>
                  <a:pt x="497078" y="550186"/>
                </a:lnTo>
                <a:moveTo>
                  <a:pt x="2235184" y="864163"/>
                </a:moveTo>
                <a:lnTo>
                  <a:pt x="2209669" y="909481"/>
                </a:lnTo>
                <a:moveTo>
                  <a:pt x="543470" y="506040"/>
                </a:moveTo>
                <a:lnTo>
                  <a:pt x="497078" y="550186"/>
                </a:lnTo>
                <a:moveTo>
                  <a:pt x="2124919" y="688711"/>
                </a:moveTo>
                <a:lnTo>
                  <a:pt x="2111408" y="604626"/>
                </a:lnTo>
                <a:moveTo>
                  <a:pt x="497078" y="550186"/>
                </a:moveTo>
                <a:lnTo>
                  <a:pt x="472118" y="501651"/>
                </a:lnTo>
                <a:moveTo>
                  <a:pt x="1846050" y="420477"/>
                </a:moveTo>
                <a:lnTo>
                  <a:pt x="1765476" y="497068"/>
                </a:lnTo>
                <a:moveTo>
                  <a:pt x="539499" y="338324"/>
                </a:moveTo>
                <a:lnTo>
                  <a:pt x="558919" y="254887"/>
                </a:lnTo>
                <a:moveTo>
                  <a:pt x="629979" y="597204"/>
                </a:moveTo>
                <a:lnTo>
                  <a:pt x="585907" y="648380"/>
                </a:lnTo>
                <a:moveTo>
                  <a:pt x="1987484" y="933526"/>
                </a:moveTo>
                <a:lnTo>
                  <a:pt x="1946683" y="931016"/>
                </a:lnTo>
                <a:moveTo>
                  <a:pt x="914353" y="867301"/>
                </a:moveTo>
                <a:lnTo>
                  <a:pt x="886788" y="865004"/>
                </a:lnTo>
                <a:moveTo>
                  <a:pt x="2208751" y="696004"/>
                </a:moveTo>
                <a:lnTo>
                  <a:pt x="2138199" y="772792"/>
                </a:lnTo>
                <a:moveTo>
                  <a:pt x="517754" y="216673"/>
                </a:moveTo>
                <a:lnTo>
                  <a:pt x="464222" y="227010"/>
                </a:lnTo>
                <a:moveTo>
                  <a:pt x="2235184" y="864163"/>
                </a:moveTo>
                <a:lnTo>
                  <a:pt x="2222960" y="780103"/>
                </a:lnTo>
                <a:moveTo>
                  <a:pt x="1799590" y="754838"/>
                </a:moveTo>
                <a:lnTo>
                  <a:pt x="1755278" y="664914"/>
                </a:lnTo>
                <a:moveTo>
                  <a:pt x="1655865" y="297704"/>
                </a:moveTo>
                <a:lnTo>
                  <a:pt x="1590509" y="296125"/>
                </a:lnTo>
                <a:moveTo>
                  <a:pt x="600932" y="342255"/>
                </a:moveTo>
                <a:lnTo>
                  <a:pt x="558919" y="254887"/>
                </a:lnTo>
                <a:moveTo>
                  <a:pt x="1798802" y="754207"/>
                </a:moveTo>
                <a:lnTo>
                  <a:pt x="1755278" y="664914"/>
                </a:lnTo>
                <a:moveTo>
                  <a:pt x="787407" y="354490"/>
                </a:moveTo>
                <a:lnTo>
                  <a:pt x="697274" y="347074"/>
                </a:lnTo>
                <a:moveTo>
                  <a:pt x="534399" y="422042"/>
                </a:moveTo>
                <a:lnTo>
                  <a:pt x="539499" y="338324"/>
                </a:lnTo>
                <a:moveTo>
                  <a:pt x="886788" y="865004"/>
                </a:moveTo>
                <a:lnTo>
                  <a:pt x="878276" y="781017"/>
                </a:lnTo>
                <a:moveTo>
                  <a:pt x="795028" y="270821"/>
                </a:moveTo>
                <a:lnTo>
                  <a:pt x="697274" y="347074"/>
                </a:lnTo>
                <a:moveTo>
                  <a:pt x="2109906" y="604562"/>
                </a:moveTo>
                <a:lnTo>
                  <a:pt x="1995617" y="596703"/>
                </a:lnTo>
                <a:moveTo>
                  <a:pt x="2209669" y="909481"/>
                </a:moveTo>
                <a:lnTo>
                  <a:pt x="2093847" y="940028"/>
                </a:lnTo>
                <a:moveTo>
                  <a:pt x="2111408" y="604626"/>
                </a:moveTo>
                <a:lnTo>
                  <a:pt x="2097168" y="687319"/>
                </a:lnTo>
                <a:moveTo>
                  <a:pt x="2110336" y="602804"/>
                </a:moveTo>
                <a:lnTo>
                  <a:pt x="1995617" y="596703"/>
                </a:lnTo>
                <a:moveTo>
                  <a:pt x="1750405" y="580590"/>
                </a:moveTo>
                <a:lnTo>
                  <a:pt x="1694057" y="534815"/>
                </a:lnTo>
                <a:moveTo>
                  <a:pt x="600075" y="426522"/>
                </a:moveTo>
                <a:lnTo>
                  <a:pt x="534399" y="422042"/>
                </a:lnTo>
                <a:moveTo>
                  <a:pt x="1909242" y="881734"/>
                </a:moveTo>
                <a:lnTo>
                  <a:pt x="1856907" y="872762"/>
                </a:lnTo>
                <a:moveTo>
                  <a:pt x="2097168" y="687319"/>
                </a:moveTo>
                <a:lnTo>
                  <a:pt x="2109906" y="604562"/>
                </a:lnTo>
                <a:moveTo>
                  <a:pt x="886788" y="865004"/>
                </a:moveTo>
                <a:lnTo>
                  <a:pt x="811495" y="861245"/>
                </a:lnTo>
                <a:moveTo>
                  <a:pt x="703675" y="432673"/>
                </a:moveTo>
                <a:lnTo>
                  <a:pt x="659816" y="430154"/>
                </a:lnTo>
                <a:moveTo>
                  <a:pt x="2222960" y="780103"/>
                </a:moveTo>
                <a:lnTo>
                  <a:pt x="2204445" y="778314"/>
                </a:lnTo>
                <a:moveTo>
                  <a:pt x="591969" y="762999"/>
                </a:moveTo>
                <a:lnTo>
                  <a:pt x="594138" y="709055"/>
                </a:lnTo>
                <a:moveTo>
                  <a:pt x="594138" y="709055"/>
                </a:moveTo>
                <a:lnTo>
                  <a:pt x="593836" y="678860"/>
                </a:lnTo>
                <a:moveTo>
                  <a:pt x="2110336" y="602804"/>
                </a:moveTo>
                <a:lnTo>
                  <a:pt x="1992665" y="591909"/>
                </a:lnTo>
                <a:moveTo>
                  <a:pt x="1904074" y="508058"/>
                </a:moveTo>
                <a:lnTo>
                  <a:pt x="1878412" y="525884"/>
                </a:lnTo>
                <a:moveTo>
                  <a:pt x="706434" y="517401"/>
                </a:moveTo>
                <a:lnTo>
                  <a:pt x="703675" y="432673"/>
                </a:lnTo>
                <a:moveTo>
                  <a:pt x="1581393" y="443155"/>
                </a:moveTo>
                <a:lnTo>
                  <a:pt x="1557501" y="400681"/>
                </a:lnTo>
                <a:moveTo>
                  <a:pt x="1848501" y="839621"/>
                </a:moveTo>
                <a:lnTo>
                  <a:pt x="1799590" y="754838"/>
                </a:lnTo>
                <a:moveTo>
                  <a:pt x="600932" y="342255"/>
                </a:moveTo>
                <a:lnTo>
                  <a:pt x="539499" y="338324"/>
                </a:lnTo>
                <a:moveTo>
                  <a:pt x="607786" y="680586"/>
                </a:moveTo>
                <a:lnTo>
                  <a:pt x="585907" y="648380"/>
                </a:lnTo>
                <a:moveTo>
                  <a:pt x="789626" y="438353"/>
                </a:moveTo>
                <a:lnTo>
                  <a:pt x="703675" y="432673"/>
                </a:lnTo>
                <a:moveTo>
                  <a:pt x="600075" y="426522"/>
                </a:moveTo>
                <a:lnTo>
                  <a:pt x="539499" y="338324"/>
                </a:lnTo>
                <a:moveTo>
                  <a:pt x="1694057" y="534815"/>
                </a:moveTo>
                <a:lnTo>
                  <a:pt x="1658369" y="490861"/>
                </a:lnTo>
                <a:moveTo>
                  <a:pt x="784574" y="522073"/>
                </a:moveTo>
                <a:lnTo>
                  <a:pt x="706434" y="517401"/>
                </a:lnTo>
                <a:moveTo>
                  <a:pt x="648402" y="513749"/>
                </a:moveTo>
                <a:lnTo>
                  <a:pt x="659816" y="430154"/>
                </a:lnTo>
                <a:moveTo>
                  <a:pt x="784574" y="522073"/>
                </a:moveTo>
                <a:lnTo>
                  <a:pt x="789626" y="438353"/>
                </a:lnTo>
                <a:moveTo>
                  <a:pt x="659816" y="430154"/>
                </a:moveTo>
                <a:lnTo>
                  <a:pt x="600075" y="426522"/>
                </a:lnTo>
                <a:moveTo>
                  <a:pt x="847611" y="948051"/>
                </a:moveTo>
                <a:lnTo>
                  <a:pt x="886788" y="865004"/>
                </a:lnTo>
                <a:moveTo>
                  <a:pt x="706434" y="517401"/>
                </a:moveTo>
                <a:lnTo>
                  <a:pt x="659816" y="430154"/>
                </a:lnTo>
                <a:moveTo>
                  <a:pt x="600075" y="426522"/>
                </a:moveTo>
                <a:lnTo>
                  <a:pt x="600932" y="342255"/>
                </a:lnTo>
                <a:moveTo>
                  <a:pt x="2218965" y="759546"/>
                </a:moveTo>
                <a:lnTo>
                  <a:pt x="2204445" y="778314"/>
                </a:lnTo>
                <a:moveTo>
                  <a:pt x="2235184" y="864163"/>
                </a:moveTo>
                <a:lnTo>
                  <a:pt x="2223753" y="780769"/>
                </a:lnTo>
                <a:moveTo>
                  <a:pt x="706434" y="517401"/>
                </a:moveTo>
                <a:lnTo>
                  <a:pt x="648402" y="513749"/>
                </a:lnTo>
                <a:moveTo>
                  <a:pt x="2027590" y="881714"/>
                </a:moveTo>
                <a:lnTo>
                  <a:pt x="2069125" y="852506"/>
                </a:lnTo>
                <a:moveTo>
                  <a:pt x="789626" y="438353"/>
                </a:moveTo>
                <a:lnTo>
                  <a:pt x="706434" y="517401"/>
                </a:lnTo>
                <a:moveTo>
                  <a:pt x="510289" y="590883"/>
                </a:moveTo>
                <a:lnTo>
                  <a:pt x="578634" y="508173"/>
                </a:lnTo>
                <a:moveTo>
                  <a:pt x="1710149" y="275252"/>
                </a:moveTo>
                <a:lnTo>
                  <a:pt x="1655865" y="297704"/>
                </a:lnTo>
                <a:moveTo>
                  <a:pt x="438848" y="246880"/>
                </a:moveTo>
                <a:lnTo>
                  <a:pt x="407318" y="247305"/>
                </a:lnTo>
                <a:moveTo>
                  <a:pt x="591969" y="762999"/>
                </a:moveTo>
                <a:lnTo>
                  <a:pt x="586671" y="712381"/>
                </a:lnTo>
                <a:moveTo>
                  <a:pt x="886788" y="865004"/>
                </a:moveTo>
                <a:lnTo>
                  <a:pt x="818316" y="946489"/>
                </a:lnTo>
                <a:moveTo>
                  <a:pt x="593836" y="678860"/>
                </a:moveTo>
                <a:lnTo>
                  <a:pt x="586671" y="712381"/>
                </a:lnTo>
                <a:moveTo>
                  <a:pt x="1899260" y="846262"/>
                </a:moveTo>
                <a:lnTo>
                  <a:pt x="1856907" y="872762"/>
                </a:lnTo>
                <a:moveTo>
                  <a:pt x="477807" y="333621"/>
                </a:moveTo>
                <a:lnTo>
                  <a:pt x="407318" y="247305"/>
                </a:lnTo>
                <a:moveTo>
                  <a:pt x="629979" y="597204"/>
                </a:moveTo>
                <a:lnTo>
                  <a:pt x="648402" y="513749"/>
                </a:lnTo>
                <a:moveTo>
                  <a:pt x="997509" y="872826"/>
                </a:moveTo>
                <a:lnTo>
                  <a:pt x="914353" y="867301"/>
                </a:lnTo>
                <a:moveTo>
                  <a:pt x="820649" y="524901"/>
                </a:moveTo>
                <a:lnTo>
                  <a:pt x="784574" y="522073"/>
                </a:lnTo>
                <a:moveTo>
                  <a:pt x="2111408" y="604626"/>
                </a:moveTo>
                <a:lnTo>
                  <a:pt x="2109906" y="604562"/>
                </a:lnTo>
                <a:moveTo>
                  <a:pt x="2208751" y="696004"/>
                </a:moveTo>
                <a:lnTo>
                  <a:pt x="2124919" y="688711"/>
                </a:lnTo>
                <a:moveTo>
                  <a:pt x="2111408" y="604626"/>
                </a:moveTo>
                <a:lnTo>
                  <a:pt x="2110336" y="602804"/>
                </a:lnTo>
                <a:moveTo>
                  <a:pt x="2110336" y="602804"/>
                </a:moveTo>
                <a:lnTo>
                  <a:pt x="2109906" y="604562"/>
                </a:lnTo>
                <a:moveTo>
                  <a:pt x="1904074" y="508058"/>
                </a:moveTo>
                <a:lnTo>
                  <a:pt x="1865054" y="504671"/>
                </a:lnTo>
                <a:moveTo>
                  <a:pt x="2217085" y="612349"/>
                </a:moveTo>
                <a:lnTo>
                  <a:pt x="2124919" y="688711"/>
                </a:lnTo>
                <a:moveTo>
                  <a:pt x="878276" y="781017"/>
                </a:moveTo>
                <a:lnTo>
                  <a:pt x="811495" y="861245"/>
                </a:lnTo>
                <a:moveTo>
                  <a:pt x="589075" y="256369"/>
                </a:moveTo>
                <a:lnTo>
                  <a:pt x="517754" y="216673"/>
                </a:lnTo>
                <a:moveTo>
                  <a:pt x="822001" y="609450"/>
                </a:moveTo>
                <a:lnTo>
                  <a:pt x="784574" y="522073"/>
                </a:lnTo>
                <a:moveTo>
                  <a:pt x="605383" y="712158"/>
                </a:moveTo>
                <a:lnTo>
                  <a:pt x="594138" y="709055"/>
                </a:lnTo>
                <a:moveTo>
                  <a:pt x="2027590" y="881714"/>
                </a:moveTo>
                <a:lnTo>
                  <a:pt x="1987443" y="848000"/>
                </a:lnTo>
                <a:moveTo>
                  <a:pt x="607786" y="680586"/>
                </a:moveTo>
                <a:lnTo>
                  <a:pt x="594138" y="709055"/>
                </a:lnTo>
                <a:moveTo>
                  <a:pt x="2222960" y="780103"/>
                </a:moveTo>
                <a:lnTo>
                  <a:pt x="2218965" y="759546"/>
                </a:lnTo>
                <a:moveTo>
                  <a:pt x="477807" y="333621"/>
                </a:moveTo>
                <a:lnTo>
                  <a:pt x="411712" y="332241"/>
                </a:lnTo>
                <a:moveTo>
                  <a:pt x="605383" y="712158"/>
                </a:moveTo>
                <a:lnTo>
                  <a:pt x="591969" y="762999"/>
                </a:lnTo>
                <a:moveTo>
                  <a:pt x="476707" y="417858"/>
                </a:moveTo>
                <a:lnTo>
                  <a:pt x="411712" y="332241"/>
                </a:lnTo>
                <a:moveTo>
                  <a:pt x="607786" y="680586"/>
                </a:moveTo>
                <a:lnTo>
                  <a:pt x="593836" y="678860"/>
                </a:lnTo>
                <a:moveTo>
                  <a:pt x="789626" y="438353"/>
                </a:moveTo>
                <a:lnTo>
                  <a:pt x="787407" y="354490"/>
                </a:lnTo>
                <a:moveTo>
                  <a:pt x="1865054" y="504671"/>
                </a:moveTo>
                <a:lnTo>
                  <a:pt x="1846050" y="420477"/>
                </a:lnTo>
                <a:moveTo>
                  <a:pt x="1952498" y="512034"/>
                </a:moveTo>
                <a:lnTo>
                  <a:pt x="1878412" y="525884"/>
                </a:lnTo>
                <a:moveTo>
                  <a:pt x="472118" y="501651"/>
                </a:moveTo>
                <a:lnTo>
                  <a:pt x="414064" y="416917"/>
                </a:lnTo>
                <a:moveTo>
                  <a:pt x="2208751" y="696004"/>
                </a:moveTo>
                <a:lnTo>
                  <a:pt x="2204445" y="778314"/>
                </a:lnTo>
                <a:moveTo>
                  <a:pt x="1899260" y="846262"/>
                </a:moveTo>
                <a:lnTo>
                  <a:pt x="1848501" y="839621"/>
                </a:lnTo>
                <a:moveTo>
                  <a:pt x="1815888" y="335114"/>
                </a:moveTo>
                <a:lnTo>
                  <a:pt x="1775647" y="274555"/>
                </a:lnTo>
                <a:moveTo>
                  <a:pt x="878276" y="781017"/>
                </a:moveTo>
                <a:lnTo>
                  <a:pt x="877234" y="697177"/>
                </a:lnTo>
                <a:moveTo>
                  <a:pt x="558919" y="254887"/>
                </a:moveTo>
                <a:lnTo>
                  <a:pt x="517754" y="216673"/>
                </a:lnTo>
                <a:moveTo>
                  <a:pt x="1775647" y="274555"/>
                </a:moveTo>
                <a:lnTo>
                  <a:pt x="1710149" y="275252"/>
                </a:lnTo>
                <a:moveTo>
                  <a:pt x="745335" y="605118"/>
                </a:moveTo>
                <a:lnTo>
                  <a:pt x="784574" y="522073"/>
                </a:lnTo>
                <a:moveTo>
                  <a:pt x="476707" y="417858"/>
                </a:moveTo>
                <a:lnTo>
                  <a:pt x="414064" y="416917"/>
                </a:lnTo>
                <a:moveTo>
                  <a:pt x="878276" y="781017"/>
                </a:moveTo>
                <a:lnTo>
                  <a:pt x="820532" y="778017"/>
                </a:lnTo>
                <a:moveTo>
                  <a:pt x="784574" y="522073"/>
                </a:moveTo>
                <a:lnTo>
                  <a:pt x="721254" y="603662"/>
                </a:lnTo>
                <a:moveTo>
                  <a:pt x="2223753" y="780769"/>
                </a:moveTo>
                <a:lnTo>
                  <a:pt x="2222960" y="780103"/>
                </a:lnTo>
                <a:moveTo>
                  <a:pt x="2237220" y="866859"/>
                </a:moveTo>
                <a:lnTo>
                  <a:pt x="2235184" y="864163"/>
                </a:lnTo>
                <a:moveTo>
                  <a:pt x="597964" y="848139"/>
                </a:moveTo>
                <a:lnTo>
                  <a:pt x="591655" y="847907"/>
                </a:lnTo>
                <a:moveTo>
                  <a:pt x="605383" y="712158"/>
                </a:moveTo>
                <a:lnTo>
                  <a:pt x="586671" y="712381"/>
                </a:lnTo>
                <a:moveTo>
                  <a:pt x="597964" y="848139"/>
                </a:moveTo>
                <a:lnTo>
                  <a:pt x="602852" y="764384"/>
                </a:lnTo>
                <a:moveTo>
                  <a:pt x="811495" y="861245"/>
                </a:moveTo>
                <a:lnTo>
                  <a:pt x="820532" y="778017"/>
                </a:lnTo>
                <a:moveTo>
                  <a:pt x="721254" y="603662"/>
                </a:moveTo>
                <a:lnTo>
                  <a:pt x="648402" y="513749"/>
                </a:lnTo>
                <a:moveTo>
                  <a:pt x="822001" y="609450"/>
                </a:moveTo>
                <a:lnTo>
                  <a:pt x="820649" y="524901"/>
                </a:lnTo>
                <a:moveTo>
                  <a:pt x="607786" y="680586"/>
                </a:moveTo>
                <a:lnTo>
                  <a:pt x="629979" y="597204"/>
                </a:lnTo>
                <a:moveTo>
                  <a:pt x="818316" y="946489"/>
                </a:moveTo>
                <a:lnTo>
                  <a:pt x="811495" y="861245"/>
                </a:lnTo>
                <a:moveTo>
                  <a:pt x="892497" y="613659"/>
                </a:moveTo>
                <a:lnTo>
                  <a:pt x="822001" y="609450"/>
                </a:lnTo>
                <a:moveTo>
                  <a:pt x="721254" y="603662"/>
                </a:moveTo>
                <a:lnTo>
                  <a:pt x="706434" y="517401"/>
                </a:lnTo>
                <a:moveTo>
                  <a:pt x="1590509" y="296125"/>
                </a:moveTo>
                <a:lnTo>
                  <a:pt x="1574051" y="318409"/>
                </a:lnTo>
                <a:moveTo>
                  <a:pt x="877234" y="697177"/>
                </a:moveTo>
                <a:lnTo>
                  <a:pt x="892497" y="613659"/>
                </a:lnTo>
                <a:moveTo>
                  <a:pt x="1946683" y="931016"/>
                </a:moveTo>
                <a:lnTo>
                  <a:pt x="1909242" y="881734"/>
                </a:lnTo>
                <a:moveTo>
                  <a:pt x="1992665" y="591909"/>
                </a:moveTo>
                <a:lnTo>
                  <a:pt x="1952498" y="512034"/>
                </a:lnTo>
                <a:moveTo>
                  <a:pt x="2223753" y="780769"/>
                </a:moveTo>
                <a:lnTo>
                  <a:pt x="2218965" y="759546"/>
                </a:lnTo>
                <a:moveTo>
                  <a:pt x="593836" y="678860"/>
                </a:moveTo>
                <a:lnTo>
                  <a:pt x="510289" y="590883"/>
                </a:lnTo>
                <a:moveTo>
                  <a:pt x="602852" y="764384"/>
                </a:moveTo>
                <a:lnTo>
                  <a:pt x="605383" y="712158"/>
                </a:lnTo>
                <a:moveTo>
                  <a:pt x="1642116" y="494636"/>
                </a:moveTo>
                <a:lnTo>
                  <a:pt x="1645018" y="472669"/>
                </a:lnTo>
                <a:moveTo>
                  <a:pt x="787407" y="354490"/>
                </a:moveTo>
                <a:lnTo>
                  <a:pt x="795028" y="270821"/>
                </a:lnTo>
                <a:moveTo>
                  <a:pt x="721254" y="603662"/>
                </a:moveTo>
                <a:lnTo>
                  <a:pt x="629979" y="597204"/>
                </a:lnTo>
                <a:moveTo>
                  <a:pt x="602852" y="764384"/>
                </a:moveTo>
                <a:lnTo>
                  <a:pt x="607786" y="680586"/>
                </a:lnTo>
                <a:moveTo>
                  <a:pt x="847611" y="948051"/>
                </a:moveTo>
                <a:lnTo>
                  <a:pt x="818316" y="946489"/>
                </a:lnTo>
                <a:moveTo>
                  <a:pt x="877234" y="697177"/>
                </a:moveTo>
                <a:lnTo>
                  <a:pt x="820532" y="778017"/>
                </a:lnTo>
                <a:moveTo>
                  <a:pt x="2217085" y="612349"/>
                </a:moveTo>
                <a:lnTo>
                  <a:pt x="2111408" y="604626"/>
                </a:lnTo>
                <a:moveTo>
                  <a:pt x="2079483" y="520177"/>
                </a:moveTo>
                <a:lnTo>
                  <a:pt x="1992665" y="591909"/>
                </a:lnTo>
                <a:moveTo>
                  <a:pt x="1754824" y="610425"/>
                </a:moveTo>
                <a:lnTo>
                  <a:pt x="1727558" y="584037"/>
                </a:lnTo>
                <a:moveTo>
                  <a:pt x="587053" y="763997"/>
                </a:moveTo>
                <a:lnTo>
                  <a:pt x="586671" y="712381"/>
                </a:lnTo>
                <a:moveTo>
                  <a:pt x="607786" y="680586"/>
                </a:moveTo>
                <a:lnTo>
                  <a:pt x="605383" y="712158"/>
                </a:lnTo>
                <a:moveTo>
                  <a:pt x="892497" y="613659"/>
                </a:moveTo>
                <a:lnTo>
                  <a:pt x="826612" y="694413"/>
                </a:lnTo>
                <a:moveTo>
                  <a:pt x="947997" y="912571"/>
                </a:moveTo>
                <a:lnTo>
                  <a:pt x="886788" y="865004"/>
                </a:lnTo>
                <a:moveTo>
                  <a:pt x="1543458" y="403232"/>
                </a:moveTo>
                <a:lnTo>
                  <a:pt x="1557501" y="400681"/>
                </a:lnTo>
                <a:moveTo>
                  <a:pt x="597964" y="848139"/>
                </a:moveTo>
                <a:lnTo>
                  <a:pt x="587053" y="763997"/>
                </a:lnTo>
                <a:moveTo>
                  <a:pt x="885756" y="529707"/>
                </a:moveTo>
                <a:lnTo>
                  <a:pt x="820649" y="524901"/>
                </a:lnTo>
                <a:moveTo>
                  <a:pt x="2218965" y="759546"/>
                </a:moveTo>
                <a:lnTo>
                  <a:pt x="2208751" y="696004"/>
                </a:lnTo>
                <a:moveTo>
                  <a:pt x="826612" y="694413"/>
                </a:moveTo>
                <a:lnTo>
                  <a:pt x="822001" y="609450"/>
                </a:lnTo>
                <a:moveTo>
                  <a:pt x="892497" y="613659"/>
                </a:moveTo>
                <a:lnTo>
                  <a:pt x="885756" y="529707"/>
                </a:lnTo>
                <a:moveTo>
                  <a:pt x="822001" y="609450"/>
                </a:moveTo>
                <a:lnTo>
                  <a:pt x="745335" y="605118"/>
                </a:lnTo>
                <a:moveTo>
                  <a:pt x="2083817" y="939359"/>
                </a:moveTo>
                <a:lnTo>
                  <a:pt x="2027590" y="881714"/>
                </a:lnTo>
                <a:moveTo>
                  <a:pt x="1755388" y="670147"/>
                </a:moveTo>
                <a:lnTo>
                  <a:pt x="1755278" y="664914"/>
                </a:lnTo>
                <a:moveTo>
                  <a:pt x="877234" y="697177"/>
                </a:moveTo>
                <a:lnTo>
                  <a:pt x="826612" y="694413"/>
                </a:lnTo>
                <a:moveTo>
                  <a:pt x="610909" y="934162"/>
                </a:moveTo>
                <a:lnTo>
                  <a:pt x="597964" y="848139"/>
                </a:lnTo>
                <a:moveTo>
                  <a:pt x="591655" y="847907"/>
                </a:moveTo>
                <a:lnTo>
                  <a:pt x="587053" y="763997"/>
                </a:lnTo>
                <a:moveTo>
                  <a:pt x="820532" y="778017"/>
                </a:moveTo>
                <a:lnTo>
                  <a:pt x="826612" y="694413"/>
                </a:lnTo>
                <a:moveTo>
                  <a:pt x="2237220" y="866859"/>
                </a:moveTo>
                <a:lnTo>
                  <a:pt x="2209669" y="909481"/>
                </a:lnTo>
                <a:moveTo>
                  <a:pt x="602852" y="764384"/>
                </a:moveTo>
                <a:lnTo>
                  <a:pt x="587053" y="763997"/>
                </a:lnTo>
                <a:moveTo>
                  <a:pt x="2110336" y="602804"/>
                </a:moveTo>
                <a:lnTo>
                  <a:pt x="2133995" y="523249"/>
                </a:lnTo>
                <a:moveTo>
                  <a:pt x="1631375" y="490094"/>
                </a:moveTo>
                <a:lnTo>
                  <a:pt x="1645018" y="472669"/>
                </a:lnTo>
                <a:moveTo>
                  <a:pt x="1727558" y="584037"/>
                </a:moveTo>
                <a:lnTo>
                  <a:pt x="1750405" y="580590"/>
                </a:lnTo>
                <a:moveTo>
                  <a:pt x="2027590" y="881714"/>
                </a:moveTo>
                <a:lnTo>
                  <a:pt x="1987484" y="933526"/>
                </a:lnTo>
                <a:moveTo>
                  <a:pt x="885756" y="529707"/>
                </a:moveTo>
                <a:lnTo>
                  <a:pt x="822001" y="609450"/>
                </a:lnTo>
                <a:moveTo>
                  <a:pt x="811495" y="861245"/>
                </a:moveTo>
                <a:lnTo>
                  <a:pt x="723786" y="857115"/>
                </a:lnTo>
                <a:moveTo>
                  <a:pt x="2027590" y="881714"/>
                </a:moveTo>
                <a:lnTo>
                  <a:pt x="1946683" y="931016"/>
                </a:lnTo>
                <a:moveTo>
                  <a:pt x="510289" y="590883"/>
                </a:moveTo>
                <a:lnTo>
                  <a:pt x="497078" y="550186"/>
                </a:lnTo>
                <a:moveTo>
                  <a:pt x="847611" y="948051"/>
                </a:moveTo>
                <a:lnTo>
                  <a:pt x="824950" y="988394"/>
                </a:lnTo>
                <a:moveTo>
                  <a:pt x="728345" y="637708"/>
                </a:moveTo>
                <a:lnTo>
                  <a:pt x="629979" y="597204"/>
                </a:lnTo>
                <a:moveTo>
                  <a:pt x="587053" y="763997"/>
                </a:moveTo>
                <a:lnTo>
                  <a:pt x="605383" y="712158"/>
                </a:lnTo>
                <a:moveTo>
                  <a:pt x="701947" y="855721"/>
                </a:moveTo>
                <a:lnTo>
                  <a:pt x="597964" y="848139"/>
                </a:lnTo>
                <a:moveTo>
                  <a:pt x="1811061" y="335968"/>
                </a:moveTo>
                <a:lnTo>
                  <a:pt x="1775647" y="274555"/>
                </a:lnTo>
                <a:moveTo>
                  <a:pt x="2223753" y="780769"/>
                </a:moveTo>
                <a:lnTo>
                  <a:pt x="2208751" y="696004"/>
                </a:lnTo>
                <a:moveTo>
                  <a:pt x="2039179" y="518215"/>
                </a:moveTo>
                <a:lnTo>
                  <a:pt x="1992665" y="591909"/>
                </a:lnTo>
                <a:moveTo>
                  <a:pt x="795028" y="270821"/>
                </a:moveTo>
                <a:lnTo>
                  <a:pt x="792677" y="186955"/>
                </a:lnTo>
                <a:moveTo>
                  <a:pt x="929461" y="955304"/>
                </a:moveTo>
                <a:lnTo>
                  <a:pt x="886788" y="865004"/>
                </a:lnTo>
                <a:moveTo>
                  <a:pt x="453192" y="202277"/>
                </a:moveTo>
                <a:lnTo>
                  <a:pt x="464222" y="227010"/>
                </a:lnTo>
                <a:moveTo>
                  <a:pt x="2110336" y="602804"/>
                </a:moveTo>
                <a:lnTo>
                  <a:pt x="2079483" y="520177"/>
                </a:lnTo>
                <a:moveTo>
                  <a:pt x="435129" y="503904"/>
                </a:moveTo>
                <a:lnTo>
                  <a:pt x="472118" y="501651"/>
                </a:lnTo>
                <a:moveTo>
                  <a:pt x="824950" y="988394"/>
                </a:moveTo>
                <a:lnTo>
                  <a:pt x="818316" y="946489"/>
                </a:lnTo>
                <a:moveTo>
                  <a:pt x="745335" y="605118"/>
                </a:moveTo>
                <a:lnTo>
                  <a:pt x="721254" y="603662"/>
                </a:lnTo>
                <a:moveTo>
                  <a:pt x="947997" y="912571"/>
                </a:moveTo>
                <a:lnTo>
                  <a:pt x="914353" y="867301"/>
                </a:lnTo>
                <a:moveTo>
                  <a:pt x="2210787" y="528405"/>
                </a:moveTo>
                <a:lnTo>
                  <a:pt x="2111408" y="604626"/>
                </a:lnTo>
                <a:moveTo>
                  <a:pt x="948432" y="788040"/>
                </a:moveTo>
                <a:lnTo>
                  <a:pt x="886788" y="865004"/>
                </a:lnTo>
                <a:moveTo>
                  <a:pt x="2210787" y="528405"/>
                </a:moveTo>
                <a:lnTo>
                  <a:pt x="2110336" y="602804"/>
                </a:lnTo>
                <a:moveTo>
                  <a:pt x="1642116" y="494636"/>
                </a:moveTo>
                <a:lnTo>
                  <a:pt x="1658369" y="490861"/>
                </a:lnTo>
                <a:moveTo>
                  <a:pt x="2143589" y="919581"/>
                </a:moveTo>
                <a:lnTo>
                  <a:pt x="2083817" y="939359"/>
                </a:lnTo>
                <a:moveTo>
                  <a:pt x="2143589" y="919581"/>
                </a:moveTo>
                <a:lnTo>
                  <a:pt x="2093847" y="940028"/>
                </a:lnTo>
                <a:moveTo>
                  <a:pt x="1799590" y="754838"/>
                </a:moveTo>
                <a:lnTo>
                  <a:pt x="1798802" y="754207"/>
                </a:lnTo>
                <a:moveTo>
                  <a:pt x="1952498" y="512034"/>
                </a:moveTo>
                <a:lnTo>
                  <a:pt x="1904074" y="508058"/>
                </a:lnTo>
                <a:moveTo>
                  <a:pt x="811495" y="861245"/>
                </a:moveTo>
                <a:lnTo>
                  <a:pt x="733538" y="773979"/>
                </a:lnTo>
                <a:moveTo>
                  <a:pt x="818316" y="946489"/>
                </a:moveTo>
                <a:lnTo>
                  <a:pt x="723786" y="857115"/>
                </a:lnTo>
                <a:moveTo>
                  <a:pt x="701645" y="771895"/>
                </a:moveTo>
                <a:lnTo>
                  <a:pt x="597964" y="848139"/>
                </a:lnTo>
                <a:moveTo>
                  <a:pt x="954554" y="806799"/>
                </a:moveTo>
                <a:lnTo>
                  <a:pt x="914353" y="867301"/>
                </a:lnTo>
                <a:moveTo>
                  <a:pt x="1741985" y="614884"/>
                </a:moveTo>
                <a:lnTo>
                  <a:pt x="1754824" y="610425"/>
                </a:lnTo>
                <a:moveTo>
                  <a:pt x="707855" y="688199"/>
                </a:moveTo>
                <a:lnTo>
                  <a:pt x="629979" y="597204"/>
                </a:lnTo>
                <a:moveTo>
                  <a:pt x="997509" y="872826"/>
                </a:moveTo>
                <a:lnTo>
                  <a:pt x="947997" y="912571"/>
                </a:lnTo>
                <a:moveTo>
                  <a:pt x="2208751" y="696004"/>
                </a:moveTo>
                <a:lnTo>
                  <a:pt x="2217085" y="612349"/>
                </a:lnTo>
                <a:moveTo>
                  <a:pt x="1543458" y="403232"/>
                </a:moveTo>
                <a:lnTo>
                  <a:pt x="1574051" y="318409"/>
                </a:lnTo>
                <a:moveTo>
                  <a:pt x="2237220" y="866859"/>
                </a:moveTo>
                <a:lnTo>
                  <a:pt x="2223753" y="780769"/>
                </a:lnTo>
                <a:moveTo>
                  <a:pt x="1741985" y="614884"/>
                </a:moveTo>
                <a:lnTo>
                  <a:pt x="1755278" y="664914"/>
                </a:lnTo>
                <a:moveTo>
                  <a:pt x="701645" y="771895"/>
                </a:moveTo>
                <a:lnTo>
                  <a:pt x="602852" y="764384"/>
                </a:lnTo>
                <a:moveTo>
                  <a:pt x="1865111" y="761769"/>
                </a:moveTo>
                <a:lnTo>
                  <a:pt x="1848501" y="839621"/>
                </a:lnTo>
                <a:moveTo>
                  <a:pt x="745335" y="605118"/>
                </a:moveTo>
                <a:lnTo>
                  <a:pt x="728345" y="637708"/>
                </a:lnTo>
                <a:moveTo>
                  <a:pt x="728345" y="637708"/>
                </a:moveTo>
                <a:lnTo>
                  <a:pt x="721254" y="603662"/>
                </a:lnTo>
                <a:moveTo>
                  <a:pt x="1550507" y="319552"/>
                </a:moveTo>
                <a:lnTo>
                  <a:pt x="1574051" y="318409"/>
                </a:lnTo>
                <a:moveTo>
                  <a:pt x="1846050" y="420477"/>
                </a:moveTo>
                <a:lnTo>
                  <a:pt x="1815888" y="335114"/>
                </a:lnTo>
                <a:moveTo>
                  <a:pt x="818316" y="946489"/>
                </a:moveTo>
                <a:lnTo>
                  <a:pt x="727793" y="942002"/>
                </a:lnTo>
                <a:moveTo>
                  <a:pt x="701645" y="771895"/>
                </a:moveTo>
                <a:lnTo>
                  <a:pt x="607786" y="680586"/>
                </a:lnTo>
                <a:moveTo>
                  <a:pt x="2209669" y="909481"/>
                </a:moveTo>
                <a:lnTo>
                  <a:pt x="2143589" y="919581"/>
                </a:lnTo>
                <a:moveTo>
                  <a:pt x="948432" y="788040"/>
                </a:moveTo>
                <a:lnTo>
                  <a:pt x="914353" y="867301"/>
                </a:lnTo>
                <a:moveTo>
                  <a:pt x="997509" y="872826"/>
                </a:moveTo>
                <a:lnTo>
                  <a:pt x="954554" y="806799"/>
                </a:lnTo>
                <a:moveTo>
                  <a:pt x="820532" y="778017"/>
                </a:moveTo>
                <a:lnTo>
                  <a:pt x="733538" y="773979"/>
                </a:lnTo>
                <a:moveTo>
                  <a:pt x="591655" y="847907"/>
                </a:moveTo>
                <a:lnTo>
                  <a:pt x="519663" y="845206"/>
                </a:lnTo>
                <a:moveTo>
                  <a:pt x="701947" y="855721"/>
                </a:moveTo>
                <a:lnTo>
                  <a:pt x="610909" y="934162"/>
                </a:lnTo>
                <a:moveTo>
                  <a:pt x="1710149" y="275252"/>
                </a:moveTo>
                <a:lnTo>
                  <a:pt x="1590509" y="296125"/>
                </a:lnTo>
                <a:moveTo>
                  <a:pt x="411712" y="332241"/>
                </a:moveTo>
                <a:lnTo>
                  <a:pt x="407318" y="247305"/>
                </a:lnTo>
                <a:moveTo>
                  <a:pt x="707855" y="688199"/>
                </a:moveTo>
                <a:lnTo>
                  <a:pt x="607786" y="680586"/>
                </a:lnTo>
                <a:moveTo>
                  <a:pt x="738737" y="690263"/>
                </a:moveTo>
                <a:lnTo>
                  <a:pt x="822001" y="609450"/>
                </a:lnTo>
                <a:moveTo>
                  <a:pt x="948432" y="788040"/>
                </a:moveTo>
                <a:lnTo>
                  <a:pt x="878276" y="781017"/>
                </a:lnTo>
                <a:moveTo>
                  <a:pt x="453192" y="202277"/>
                </a:moveTo>
                <a:lnTo>
                  <a:pt x="438848" y="246880"/>
                </a:lnTo>
                <a:moveTo>
                  <a:pt x="820532" y="778017"/>
                </a:moveTo>
                <a:lnTo>
                  <a:pt x="738737" y="690263"/>
                </a:lnTo>
                <a:moveTo>
                  <a:pt x="593836" y="678860"/>
                </a:moveTo>
                <a:lnTo>
                  <a:pt x="536273" y="678565"/>
                </a:lnTo>
                <a:moveTo>
                  <a:pt x="723786" y="857115"/>
                </a:moveTo>
                <a:lnTo>
                  <a:pt x="701947" y="855721"/>
                </a:lnTo>
                <a:moveTo>
                  <a:pt x="856369" y="481597"/>
                </a:moveTo>
                <a:lnTo>
                  <a:pt x="820649" y="524901"/>
                </a:lnTo>
                <a:moveTo>
                  <a:pt x="1581393" y="443155"/>
                </a:moveTo>
                <a:lnTo>
                  <a:pt x="1543458" y="403232"/>
                </a:lnTo>
                <a:moveTo>
                  <a:pt x="683138" y="939169"/>
                </a:moveTo>
                <a:lnTo>
                  <a:pt x="610909" y="934162"/>
                </a:lnTo>
                <a:moveTo>
                  <a:pt x="1846050" y="420477"/>
                </a:moveTo>
                <a:lnTo>
                  <a:pt x="1824017" y="347492"/>
                </a:lnTo>
                <a:moveTo>
                  <a:pt x="526456" y="930447"/>
                </a:moveTo>
                <a:lnTo>
                  <a:pt x="597964" y="848139"/>
                </a:lnTo>
                <a:moveTo>
                  <a:pt x="1933819" y="485313"/>
                </a:moveTo>
                <a:lnTo>
                  <a:pt x="1904074" y="508058"/>
                </a:lnTo>
                <a:moveTo>
                  <a:pt x="929461" y="955304"/>
                </a:moveTo>
                <a:lnTo>
                  <a:pt x="847611" y="948051"/>
                </a:lnTo>
                <a:moveTo>
                  <a:pt x="2217085" y="612349"/>
                </a:moveTo>
                <a:lnTo>
                  <a:pt x="2210787" y="528405"/>
                </a:lnTo>
                <a:moveTo>
                  <a:pt x="826612" y="694413"/>
                </a:moveTo>
                <a:lnTo>
                  <a:pt x="738737" y="690263"/>
                </a:lnTo>
                <a:moveTo>
                  <a:pt x="738737" y="690263"/>
                </a:moveTo>
                <a:lnTo>
                  <a:pt x="745335" y="605118"/>
                </a:lnTo>
                <a:moveTo>
                  <a:pt x="587501" y="177271"/>
                </a:moveTo>
                <a:lnTo>
                  <a:pt x="589075" y="256369"/>
                </a:lnTo>
                <a:moveTo>
                  <a:pt x="683138" y="939169"/>
                </a:moveTo>
                <a:lnTo>
                  <a:pt x="701947" y="855721"/>
                </a:lnTo>
                <a:moveTo>
                  <a:pt x="591655" y="847907"/>
                </a:moveTo>
                <a:lnTo>
                  <a:pt x="526424" y="929977"/>
                </a:lnTo>
                <a:moveTo>
                  <a:pt x="526456" y="930447"/>
                </a:moveTo>
                <a:lnTo>
                  <a:pt x="591655" y="847907"/>
                </a:lnTo>
                <a:moveTo>
                  <a:pt x="534470" y="762712"/>
                </a:moveTo>
                <a:lnTo>
                  <a:pt x="586671" y="712381"/>
                </a:lnTo>
                <a:moveTo>
                  <a:pt x="536273" y="678565"/>
                </a:moveTo>
                <a:lnTo>
                  <a:pt x="586671" y="712381"/>
                </a:lnTo>
                <a:moveTo>
                  <a:pt x="727793" y="942002"/>
                </a:moveTo>
                <a:lnTo>
                  <a:pt x="701947" y="855721"/>
                </a:lnTo>
                <a:moveTo>
                  <a:pt x="727793" y="942002"/>
                </a:moveTo>
                <a:lnTo>
                  <a:pt x="723786" y="857115"/>
                </a:lnTo>
                <a:moveTo>
                  <a:pt x="587053" y="763997"/>
                </a:moveTo>
                <a:lnTo>
                  <a:pt x="519663" y="845206"/>
                </a:lnTo>
                <a:moveTo>
                  <a:pt x="701947" y="855721"/>
                </a:moveTo>
                <a:lnTo>
                  <a:pt x="701645" y="771895"/>
                </a:lnTo>
                <a:moveTo>
                  <a:pt x="2133995" y="523249"/>
                </a:moveTo>
                <a:lnTo>
                  <a:pt x="2079483" y="520177"/>
                </a:lnTo>
                <a:moveTo>
                  <a:pt x="723786" y="857115"/>
                </a:moveTo>
                <a:lnTo>
                  <a:pt x="701645" y="771895"/>
                </a:lnTo>
                <a:moveTo>
                  <a:pt x="414064" y="416917"/>
                </a:moveTo>
                <a:lnTo>
                  <a:pt x="411712" y="332241"/>
                </a:lnTo>
                <a:moveTo>
                  <a:pt x="1909242" y="881734"/>
                </a:moveTo>
                <a:lnTo>
                  <a:pt x="1899260" y="846262"/>
                </a:lnTo>
                <a:moveTo>
                  <a:pt x="2210787" y="528405"/>
                </a:moveTo>
                <a:lnTo>
                  <a:pt x="2133995" y="523249"/>
                </a:lnTo>
                <a:moveTo>
                  <a:pt x="723786" y="857115"/>
                </a:moveTo>
                <a:lnTo>
                  <a:pt x="733538" y="773979"/>
                </a:lnTo>
                <a:moveTo>
                  <a:pt x="2027590" y="881714"/>
                </a:moveTo>
                <a:lnTo>
                  <a:pt x="1909242" y="881734"/>
                </a:lnTo>
                <a:moveTo>
                  <a:pt x="1550507" y="319552"/>
                </a:moveTo>
                <a:lnTo>
                  <a:pt x="1590509" y="296125"/>
                </a:lnTo>
                <a:moveTo>
                  <a:pt x="707855" y="688199"/>
                </a:moveTo>
                <a:lnTo>
                  <a:pt x="728345" y="637708"/>
                </a:lnTo>
                <a:moveTo>
                  <a:pt x="497078" y="550186"/>
                </a:moveTo>
                <a:lnTo>
                  <a:pt x="435129" y="503904"/>
                </a:lnTo>
                <a:moveTo>
                  <a:pt x="727793" y="942002"/>
                </a:moveTo>
                <a:lnTo>
                  <a:pt x="683138" y="939169"/>
                </a:lnTo>
                <a:moveTo>
                  <a:pt x="829678" y="444782"/>
                </a:moveTo>
                <a:lnTo>
                  <a:pt x="784574" y="522073"/>
                </a:lnTo>
                <a:moveTo>
                  <a:pt x="497078" y="550186"/>
                </a:moveTo>
                <a:lnTo>
                  <a:pt x="434875" y="503941"/>
                </a:lnTo>
                <a:moveTo>
                  <a:pt x="742961" y="1028308"/>
                </a:moveTo>
                <a:lnTo>
                  <a:pt x="818316" y="946489"/>
                </a:lnTo>
                <a:moveTo>
                  <a:pt x="885756" y="529707"/>
                </a:moveTo>
                <a:lnTo>
                  <a:pt x="856369" y="481597"/>
                </a:lnTo>
                <a:moveTo>
                  <a:pt x="738737" y="690263"/>
                </a:moveTo>
                <a:lnTo>
                  <a:pt x="728345" y="637708"/>
                </a:lnTo>
                <a:moveTo>
                  <a:pt x="953933" y="620510"/>
                </a:moveTo>
                <a:lnTo>
                  <a:pt x="892497" y="613659"/>
                </a:lnTo>
                <a:moveTo>
                  <a:pt x="1909242" y="881734"/>
                </a:moveTo>
                <a:lnTo>
                  <a:pt x="1924925" y="848218"/>
                </a:lnTo>
                <a:moveTo>
                  <a:pt x="935957" y="703975"/>
                </a:moveTo>
                <a:lnTo>
                  <a:pt x="878276" y="781017"/>
                </a:lnTo>
                <a:moveTo>
                  <a:pt x="1824017" y="347492"/>
                </a:moveTo>
                <a:lnTo>
                  <a:pt x="1815888" y="335114"/>
                </a:lnTo>
                <a:moveTo>
                  <a:pt x="829678" y="444782"/>
                </a:moveTo>
                <a:lnTo>
                  <a:pt x="789626" y="438353"/>
                </a:lnTo>
                <a:moveTo>
                  <a:pt x="733538" y="773979"/>
                </a:moveTo>
                <a:lnTo>
                  <a:pt x="701645" y="771895"/>
                </a:lnTo>
                <a:moveTo>
                  <a:pt x="783997" y="1030616"/>
                </a:moveTo>
                <a:lnTo>
                  <a:pt x="824950" y="988394"/>
                </a:lnTo>
                <a:moveTo>
                  <a:pt x="2039179" y="518215"/>
                </a:moveTo>
                <a:lnTo>
                  <a:pt x="1952498" y="512034"/>
                </a:lnTo>
                <a:moveTo>
                  <a:pt x="953933" y="620510"/>
                </a:moveTo>
                <a:lnTo>
                  <a:pt x="877234" y="697177"/>
                </a:lnTo>
                <a:moveTo>
                  <a:pt x="701645" y="771895"/>
                </a:moveTo>
                <a:lnTo>
                  <a:pt x="707855" y="688199"/>
                </a:lnTo>
                <a:moveTo>
                  <a:pt x="1760521" y="315897"/>
                </a:moveTo>
                <a:lnTo>
                  <a:pt x="1775647" y="274555"/>
                </a:lnTo>
                <a:moveTo>
                  <a:pt x="610909" y="934162"/>
                </a:moveTo>
                <a:lnTo>
                  <a:pt x="526456" y="930447"/>
                </a:lnTo>
                <a:moveTo>
                  <a:pt x="1952498" y="512034"/>
                </a:moveTo>
                <a:lnTo>
                  <a:pt x="1933819" y="485313"/>
                </a:lnTo>
                <a:moveTo>
                  <a:pt x="733538" y="773979"/>
                </a:moveTo>
                <a:lnTo>
                  <a:pt x="707855" y="688199"/>
                </a:lnTo>
                <a:moveTo>
                  <a:pt x="792677" y="186955"/>
                </a:moveTo>
                <a:lnTo>
                  <a:pt x="760231" y="123376"/>
                </a:lnTo>
                <a:moveTo>
                  <a:pt x="824950" y="988394"/>
                </a:moveTo>
                <a:lnTo>
                  <a:pt x="742961" y="1028308"/>
                </a:lnTo>
                <a:moveTo>
                  <a:pt x="587053" y="763997"/>
                </a:moveTo>
                <a:lnTo>
                  <a:pt x="534470" y="762712"/>
                </a:lnTo>
                <a:moveTo>
                  <a:pt x="2079483" y="520177"/>
                </a:moveTo>
                <a:lnTo>
                  <a:pt x="2039179" y="518215"/>
                </a:lnTo>
                <a:moveTo>
                  <a:pt x="733538" y="773979"/>
                </a:moveTo>
                <a:lnTo>
                  <a:pt x="738737" y="690263"/>
                </a:lnTo>
                <a:moveTo>
                  <a:pt x="2013174" y="854147"/>
                </a:moveTo>
                <a:lnTo>
                  <a:pt x="1909242" y="881734"/>
                </a:lnTo>
                <a:moveTo>
                  <a:pt x="1727558" y="584037"/>
                </a:moveTo>
                <a:lnTo>
                  <a:pt x="1694057" y="534815"/>
                </a:lnTo>
                <a:moveTo>
                  <a:pt x="978497" y="875458"/>
                </a:moveTo>
                <a:lnTo>
                  <a:pt x="997509" y="872826"/>
                </a:lnTo>
                <a:moveTo>
                  <a:pt x="829678" y="444782"/>
                </a:moveTo>
                <a:lnTo>
                  <a:pt x="820649" y="524901"/>
                </a:lnTo>
                <a:moveTo>
                  <a:pt x="636164" y="1021751"/>
                </a:moveTo>
                <a:lnTo>
                  <a:pt x="610909" y="934162"/>
                </a:lnTo>
                <a:moveTo>
                  <a:pt x="935957" y="703975"/>
                </a:moveTo>
                <a:lnTo>
                  <a:pt x="877234" y="697177"/>
                </a:lnTo>
                <a:moveTo>
                  <a:pt x="738737" y="690263"/>
                </a:moveTo>
                <a:lnTo>
                  <a:pt x="707855" y="688199"/>
                </a:lnTo>
                <a:moveTo>
                  <a:pt x="2237220" y="866859"/>
                </a:moveTo>
                <a:lnTo>
                  <a:pt x="2143589" y="919581"/>
                </a:lnTo>
                <a:moveTo>
                  <a:pt x="1887759" y="426939"/>
                </a:moveTo>
                <a:lnTo>
                  <a:pt x="1865054" y="504671"/>
                </a:lnTo>
                <a:moveTo>
                  <a:pt x="536273" y="678565"/>
                </a:moveTo>
                <a:lnTo>
                  <a:pt x="510289" y="590883"/>
                </a:lnTo>
                <a:moveTo>
                  <a:pt x="1924925" y="848218"/>
                </a:moveTo>
                <a:lnTo>
                  <a:pt x="1899260" y="846262"/>
                </a:lnTo>
                <a:moveTo>
                  <a:pt x="1694057" y="534815"/>
                </a:moveTo>
                <a:lnTo>
                  <a:pt x="1642116" y="494636"/>
                </a:lnTo>
                <a:moveTo>
                  <a:pt x="1798802" y="754207"/>
                </a:moveTo>
                <a:lnTo>
                  <a:pt x="1755388" y="670147"/>
                </a:lnTo>
                <a:moveTo>
                  <a:pt x="829678" y="444782"/>
                </a:moveTo>
                <a:lnTo>
                  <a:pt x="787407" y="354490"/>
                </a:lnTo>
                <a:moveTo>
                  <a:pt x="1811061" y="335968"/>
                </a:moveTo>
                <a:lnTo>
                  <a:pt x="1815888" y="335114"/>
                </a:lnTo>
                <a:moveTo>
                  <a:pt x="1631375" y="490094"/>
                </a:moveTo>
                <a:lnTo>
                  <a:pt x="1581393" y="443155"/>
                </a:lnTo>
                <a:moveTo>
                  <a:pt x="2133995" y="523249"/>
                </a:moveTo>
                <a:lnTo>
                  <a:pt x="2051499" y="496054"/>
                </a:lnTo>
                <a:moveTo>
                  <a:pt x="742961" y="1028308"/>
                </a:moveTo>
                <a:lnTo>
                  <a:pt x="683138" y="939169"/>
                </a:lnTo>
                <a:moveTo>
                  <a:pt x="929461" y="955304"/>
                </a:moveTo>
                <a:lnTo>
                  <a:pt x="947997" y="912571"/>
                </a:lnTo>
                <a:moveTo>
                  <a:pt x="2143589" y="919581"/>
                </a:moveTo>
                <a:lnTo>
                  <a:pt x="2027590" y="881714"/>
                </a:lnTo>
                <a:moveTo>
                  <a:pt x="644591" y="1022228"/>
                </a:moveTo>
                <a:lnTo>
                  <a:pt x="683138" y="939169"/>
                </a:lnTo>
                <a:moveTo>
                  <a:pt x="683138" y="939169"/>
                </a:moveTo>
                <a:lnTo>
                  <a:pt x="636164" y="1021751"/>
                </a:lnTo>
                <a:moveTo>
                  <a:pt x="742961" y="1028308"/>
                </a:moveTo>
                <a:lnTo>
                  <a:pt x="727793" y="942002"/>
                </a:lnTo>
                <a:moveTo>
                  <a:pt x="1581393" y="443155"/>
                </a:moveTo>
                <a:lnTo>
                  <a:pt x="1530712" y="404299"/>
                </a:lnTo>
                <a:moveTo>
                  <a:pt x="2039179" y="518215"/>
                </a:moveTo>
                <a:lnTo>
                  <a:pt x="1933819" y="485313"/>
                </a:lnTo>
                <a:moveTo>
                  <a:pt x="2027590" y="881714"/>
                </a:moveTo>
                <a:lnTo>
                  <a:pt x="2013174" y="854147"/>
                </a:lnTo>
                <a:moveTo>
                  <a:pt x="1543458" y="403232"/>
                </a:moveTo>
                <a:lnTo>
                  <a:pt x="1550507" y="319552"/>
                </a:lnTo>
                <a:moveTo>
                  <a:pt x="1865111" y="761769"/>
                </a:moveTo>
                <a:lnTo>
                  <a:pt x="1799590" y="754838"/>
                </a:lnTo>
                <a:moveTo>
                  <a:pt x="2079483" y="520177"/>
                </a:moveTo>
                <a:lnTo>
                  <a:pt x="2051499" y="496054"/>
                </a:lnTo>
                <a:moveTo>
                  <a:pt x="1865111" y="761769"/>
                </a:moveTo>
                <a:lnTo>
                  <a:pt x="1798802" y="754207"/>
                </a:lnTo>
                <a:moveTo>
                  <a:pt x="526424" y="929977"/>
                </a:moveTo>
                <a:lnTo>
                  <a:pt x="519663" y="845206"/>
                </a:lnTo>
                <a:moveTo>
                  <a:pt x="1824017" y="347492"/>
                </a:moveTo>
                <a:lnTo>
                  <a:pt x="1811061" y="335968"/>
                </a:lnTo>
                <a:moveTo>
                  <a:pt x="935616" y="536329"/>
                </a:moveTo>
                <a:lnTo>
                  <a:pt x="892497" y="613659"/>
                </a:lnTo>
                <a:moveTo>
                  <a:pt x="535505" y="679161"/>
                </a:moveTo>
                <a:lnTo>
                  <a:pt x="510289" y="590883"/>
                </a:lnTo>
                <a:moveTo>
                  <a:pt x="875783" y="1021600"/>
                </a:moveTo>
                <a:lnTo>
                  <a:pt x="847611" y="948051"/>
                </a:lnTo>
                <a:moveTo>
                  <a:pt x="435129" y="503904"/>
                </a:moveTo>
                <a:lnTo>
                  <a:pt x="414064" y="416917"/>
                </a:lnTo>
                <a:moveTo>
                  <a:pt x="434519" y="503482"/>
                </a:moveTo>
                <a:lnTo>
                  <a:pt x="414064" y="416917"/>
                </a:lnTo>
                <a:moveTo>
                  <a:pt x="954554" y="806799"/>
                </a:moveTo>
                <a:lnTo>
                  <a:pt x="948432" y="788040"/>
                </a:lnTo>
                <a:moveTo>
                  <a:pt x="795028" y="270821"/>
                </a:moveTo>
                <a:lnTo>
                  <a:pt x="783781" y="189730"/>
                </a:lnTo>
                <a:moveTo>
                  <a:pt x="2013174" y="854147"/>
                </a:moveTo>
                <a:lnTo>
                  <a:pt x="1924925" y="848218"/>
                </a:lnTo>
                <a:moveTo>
                  <a:pt x="453192" y="202277"/>
                </a:moveTo>
                <a:lnTo>
                  <a:pt x="407318" y="247305"/>
                </a:lnTo>
                <a:moveTo>
                  <a:pt x="787407" y="354490"/>
                </a:moveTo>
                <a:lnTo>
                  <a:pt x="785686" y="274349"/>
                </a:lnTo>
                <a:moveTo>
                  <a:pt x="519663" y="845206"/>
                </a:moveTo>
                <a:lnTo>
                  <a:pt x="534470" y="762712"/>
                </a:lnTo>
                <a:moveTo>
                  <a:pt x="1887759" y="426939"/>
                </a:moveTo>
                <a:lnTo>
                  <a:pt x="1904074" y="508058"/>
                </a:lnTo>
                <a:moveTo>
                  <a:pt x="517754" y="216673"/>
                </a:moveTo>
                <a:lnTo>
                  <a:pt x="453192" y="202277"/>
                </a:lnTo>
                <a:moveTo>
                  <a:pt x="2170975" y="477842"/>
                </a:moveTo>
                <a:lnTo>
                  <a:pt x="2133995" y="523249"/>
                </a:lnTo>
                <a:moveTo>
                  <a:pt x="785686" y="274349"/>
                </a:moveTo>
                <a:lnTo>
                  <a:pt x="795028" y="270821"/>
                </a:lnTo>
                <a:moveTo>
                  <a:pt x="2027590" y="881714"/>
                </a:moveTo>
                <a:lnTo>
                  <a:pt x="2047879" y="856830"/>
                </a:lnTo>
                <a:moveTo>
                  <a:pt x="1644770" y="274033"/>
                </a:moveTo>
                <a:lnTo>
                  <a:pt x="1590509" y="296125"/>
                </a:lnTo>
                <a:moveTo>
                  <a:pt x="787496" y="358956"/>
                </a:moveTo>
                <a:lnTo>
                  <a:pt x="787407" y="354490"/>
                </a:lnTo>
                <a:moveTo>
                  <a:pt x="2051499" y="496054"/>
                </a:moveTo>
                <a:lnTo>
                  <a:pt x="2039179" y="518215"/>
                </a:lnTo>
                <a:moveTo>
                  <a:pt x="587501" y="177271"/>
                </a:moveTo>
                <a:lnTo>
                  <a:pt x="517754" y="216673"/>
                </a:lnTo>
                <a:moveTo>
                  <a:pt x="1694057" y="534815"/>
                </a:moveTo>
                <a:lnTo>
                  <a:pt x="1641288" y="495714"/>
                </a:lnTo>
                <a:moveTo>
                  <a:pt x="526456" y="930447"/>
                </a:moveTo>
                <a:lnTo>
                  <a:pt x="526424" y="929977"/>
                </a:lnTo>
                <a:moveTo>
                  <a:pt x="1852127" y="747215"/>
                </a:moveTo>
                <a:lnTo>
                  <a:pt x="1798802" y="754207"/>
                </a:lnTo>
                <a:moveTo>
                  <a:pt x="1887759" y="426939"/>
                </a:moveTo>
                <a:lnTo>
                  <a:pt x="1846050" y="420477"/>
                </a:lnTo>
                <a:moveTo>
                  <a:pt x="2051499" y="496054"/>
                </a:moveTo>
                <a:lnTo>
                  <a:pt x="1933819" y="485313"/>
                </a:lnTo>
                <a:moveTo>
                  <a:pt x="783997" y="1030616"/>
                </a:moveTo>
                <a:lnTo>
                  <a:pt x="742961" y="1028308"/>
                </a:lnTo>
                <a:moveTo>
                  <a:pt x="783781" y="189730"/>
                </a:moveTo>
                <a:lnTo>
                  <a:pt x="792677" y="186955"/>
                </a:lnTo>
                <a:moveTo>
                  <a:pt x="935616" y="536329"/>
                </a:moveTo>
                <a:lnTo>
                  <a:pt x="885756" y="529707"/>
                </a:lnTo>
                <a:moveTo>
                  <a:pt x="875783" y="1021600"/>
                </a:moveTo>
                <a:lnTo>
                  <a:pt x="824950" y="988394"/>
                </a:lnTo>
                <a:moveTo>
                  <a:pt x="636164" y="1021751"/>
                </a:moveTo>
                <a:lnTo>
                  <a:pt x="526456" y="930447"/>
                </a:lnTo>
                <a:moveTo>
                  <a:pt x="2210787" y="528405"/>
                </a:moveTo>
                <a:lnTo>
                  <a:pt x="2170975" y="477842"/>
                </a:lnTo>
                <a:moveTo>
                  <a:pt x="742961" y="1028308"/>
                </a:moveTo>
                <a:lnTo>
                  <a:pt x="644591" y="1022228"/>
                </a:lnTo>
                <a:moveTo>
                  <a:pt x="1899260" y="846262"/>
                </a:moveTo>
                <a:lnTo>
                  <a:pt x="1865111" y="761769"/>
                </a:lnTo>
                <a:moveTo>
                  <a:pt x="644591" y="1022228"/>
                </a:moveTo>
                <a:lnTo>
                  <a:pt x="636164" y="1021751"/>
                </a:lnTo>
                <a:moveTo>
                  <a:pt x="572040" y="194185"/>
                </a:moveTo>
                <a:lnTo>
                  <a:pt x="517754" y="216673"/>
                </a:lnTo>
                <a:moveTo>
                  <a:pt x="742961" y="1028308"/>
                </a:moveTo>
                <a:lnTo>
                  <a:pt x="638337" y="1033746"/>
                </a:lnTo>
                <a:moveTo>
                  <a:pt x="978497" y="875458"/>
                </a:moveTo>
                <a:lnTo>
                  <a:pt x="947997" y="912571"/>
                </a:lnTo>
                <a:moveTo>
                  <a:pt x="638337" y="1033746"/>
                </a:moveTo>
                <a:lnTo>
                  <a:pt x="644591" y="1022228"/>
                </a:lnTo>
                <a:moveTo>
                  <a:pt x="534470" y="762712"/>
                </a:moveTo>
                <a:lnTo>
                  <a:pt x="536273" y="678565"/>
                </a:lnTo>
                <a:moveTo>
                  <a:pt x="638337" y="1033746"/>
                </a:moveTo>
                <a:lnTo>
                  <a:pt x="636164" y="1021751"/>
                </a:lnTo>
                <a:moveTo>
                  <a:pt x="1710149" y="275252"/>
                </a:moveTo>
                <a:lnTo>
                  <a:pt x="1644770" y="274033"/>
                </a:lnTo>
                <a:moveTo>
                  <a:pt x="2047879" y="856830"/>
                </a:moveTo>
                <a:lnTo>
                  <a:pt x="2013174" y="854147"/>
                </a:lnTo>
                <a:moveTo>
                  <a:pt x="507859" y="846255"/>
                </a:moveTo>
                <a:lnTo>
                  <a:pt x="519663" y="845206"/>
                </a:lnTo>
                <a:moveTo>
                  <a:pt x="1924925" y="848218"/>
                </a:moveTo>
                <a:lnTo>
                  <a:pt x="1865111" y="761769"/>
                </a:lnTo>
                <a:moveTo>
                  <a:pt x="2237220" y="866859"/>
                </a:moveTo>
                <a:lnTo>
                  <a:pt x="2175257" y="866004"/>
                </a:lnTo>
                <a:moveTo>
                  <a:pt x="2223753" y="780769"/>
                </a:moveTo>
                <a:lnTo>
                  <a:pt x="2192972" y="783880"/>
                </a:lnTo>
                <a:moveTo>
                  <a:pt x="978497" y="875458"/>
                </a:moveTo>
                <a:lnTo>
                  <a:pt x="954554" y="806799"/>
                </a:lnTo>
                <a:moveTo>
                  <a:pt x="533451" y="762940"/>
                </a:moveTo>
                <a:lnTo>
                  <a:pt x="534470" y="762712"/>
                </a:lnTo>
                <a:moveTo>
                  <a:pt x="533451" y="762940"/>
                </a:moveTo>
                <a:lnTo>
                  <a:pt x="536273" y="678565"/>
                </a:lnTo>
                <a:moveTo>
                  <a:pt x="948432" y="788040"/>
                </a:moveTo>
                <a:lnTo>
                  <a:pt x="935957" y="703975"/>
                </a:lnTo>
                <a:moveTo>
                  <a:pt x="783997" y="1030616"/>
                </a:moveTo>
                <a:lnTo>
                  <a:pt x="754762" y="1064740"/>
                </a:lnTo>
                <a:moveTo>
                  <a:pt x="435129" y="503904"/>
                </a:moveTo>
                <a:lnTo>
                  <a:pt x="434519" y="503482"/>
                </a:lnTo>
                <a:moveTo>
                  <a:pt x="856369" y="481597"/>
                </a:moveTo>
                <a:lnTo>
                  <a:pt x="829678" y="444782"/>
                </a:lnTo>
                <a:moveTo>
                  <a:pt x="434875" y="503941"/>
                </a:moveTo>
                <a:lnTo>
                  <a:pt x="435129" y="503904"/>
                </a:lnTo>
                <a:moveTo>
                  <a:pt x="434875" y="503941"/>
                </a:moveTo>
                <a:lnTo>
                  <a:pt x="434519" y="503482"/>
                </a:lnTo>
                <a:moveTo>
                  <a:pt x="2248570" y="618609"/>
                </a:moveTo>
                <a:lnTo>
                  <a:pt x="2208751" y="696004"/>
                </a:lnTo>
                <a:moveTo>
                  <a:pt x="1530712" y="404299"/>
                </a:moveTo>
                <a:lnTo>
                  <a:pt x="1543458" y="403232"/>
                </a:lnTo>
                <a:moveTo>
                  <a:pt x="929461" y="955304"/>
                </a:moveTo>
                <a:lnTo>
                  <a:pt x="978497" y="875458"/>
                </a:lnTo>
                <a:moveTo>
                  <a:pt x="754762" y="1064740"/>
                </a:moveTo>
                <a:lnTo>
                  <a:pt x="742961" y="1028308"/>
                </a:lnTo>
                <a:moveTo>
                  <a:pt x="506354" y="594767"/>
                </a:moveTo>
                <a:lnTo>
                  <a:pt x="510289" y="590883"/>
                </a:lnTo>
                <a:moveTo>
                  <a:pt x="2248570" y="618609"/>
                </a:moveTo>
                <a:lnTo>
                  <a:pt x="2217085" y="612349"/>
                </a:lnTo>
                <a:moveTo>
                  <a:pt x="1760521" y="315897"/>
                </a:moveTo>
                <a:lnTo>
                  <a:pt x="1710149" y="275252"/>
                </a:lnTo>
                <a:moveTo>
                  <a:pt x="526424" y="929977"/>
                </a:moveTo>
                <a:lnTo>
                  <a:pt x="507859" y="846255"/>
                </a:lnTo>
                <a:moveTo>
                  <a:pt x="535505" y="679161"/>
                </a:moveTo>
                <a:lnTo>
                  <a:pt x="536273" y="678565"/>
                </a:lnTo>
                <a:moveTo>
                  <a:pt x="2100228" y="861503"/>
                </a:moveTo>
                <a:lnTo>
                  <a:pt x="2027590" y="881714"/>
                </a:lnTo>
                <a:moveTo>
                  <a:pt x="754762" y="1064740"/>
                </a:moveTo>
                <a:lnTo>
                  <a:pt x="638337" y="1033746"/>
                </a:lnTo>
                <a:moveTo>
                  <a:pt x="484259" y="554317"/>
                </a:moveTo>
                <a:lnTo>
                  <a:pt x="497078" y="550186"/>
                </a:lnTo>
                <a:moveTo>
                  <a:pt x="1887759" y="426939"/>
                </a:moveTo>
                <a:lnTo>
                  <a:pt x="1824017" y="347492"/>
                </a:lnTo>
                <a:moveTo>
                  <a:pt x="1543458" y="403232"/>
                </a:moveTo>
                <a:lnTo>
                  <a:pt x="1537254" y="320754"/>
                </a:lnTo>
                <a:moveTo>
                  <a:pt x="2170975" y="477842"/>
                </a:moveTo>
                <a:lnTo>
                  <a:pt x="2051499" y="496054"/>
                </a:lnTo>
                <a:moveTo>
                  <a:pt x="507859" y="846255"/>
                </a:moveTo>
                <a:lnTo>
                  <a:pt x="534470" y="762712"/>
                </a:lnTo>
                <a:moveTo>
                  <a:pt x="1979399" y="769662"/>
                </a:moveTo>
                <a:lnTo>
                  <a:pt x="1924925" y="848218"/>
                </a:lnTo>
                <a:moveTo>
                  <a:pt x="533451" y="762940"/>
                </a:moveTo>
                <a:lnTo>
                  <a:pt x="535505" y="679161"/>
                </a:lnTo>
                <a:moveTo>
                  <a:pt x="1537254" y="320754"/>
                </a:moveTo>
                <a:lnTo>
                  <a:pt x="1550507" y="319552"/>
                </a:lnTo>
                <a:moveTo>
                  <a:pt x="935957" y="703975"/>
                </a:moveTo>
                <a:lnTo>
                  <a:pt x="953933" y="620510"/>
                </a:lnTo>
                <a:moveTo>
                  <a:pt x="390152" y="419198"/>
                </a:moveTo>
                <a:lnTo>
                  <a:pt x="411712" y="332241"/>
                </a:lnTo>
                <a:moveTo>
                  <a:pt x="1924925" y="848218"/>
                </a:moveTo>
                <a:lnTo>
                  <a:pt x="1963550" y="768754"/>
                </a:lnTo>
                <a:moveTo>
                  <a:pt x="929461" y="955304"/>
                </a:moveTo>
                <a:lnTo>
                  <a:pt x="875783" y="1021600"/>
                </a:lnTo>
                <a:moveTo>
                  <a:pt x="935616" y="536329"/>
                </a:moveTo>
                <a:lnTo>
                  <a:pt x="856369" y="481597"/>
                </a:lnTo>
                <a:moveTo>
                  <a:pt x="1933819" y="485313"/>
                </a:moveTo>
                <a:lnTo>
                  <a:pt x="1887759" y="426939"/>
                </a:lnTo>
                <a:moveTo>
                  <a:pt x="1566495" y="480819"/>
                </a:moveTo>
                <a:lnTo>
                  <a:pt x="1581393" y="443155"/>
                </a:lnTo>
                <a:moveTo>
                  <a:pt x="388553" y="335348"/>
                </a:moveTo>
                <a:lnTo>
                  <a:pt x="407318" y="247305"/>
                </a:lnTo>
                <a:moveTo>
                  <a:pt x="2246119" y="534741"/>
                </a:moveTo>
                <a:lnTo>
                  <a:pt x="2217085" y="612349"/>
                </a:lnTo>
                <a:moveTo>
                  <a:pt x="1642116" y="494636"/>
                </a:moveTo>
                <a:lnTo>
                  <a:pt x="1631375" y="490094"/>
                </a:lnTo>
                <a:moveTo>
                  <a:pt x="2143589" y="919581"/>
                </a:moveTo>
                <a:lnTo>
                  <a:pt x="2175257" y="866004"/>
                </a:lnTo>
                <a:moveTo>
                  <a:pt x="2208723" y="722111"/>
                </a:moveTo>
                <a:lnTo>
                  <a:pt x="2223753" y="780769"/>
                </a:lnTo>
                <a:moveTo>
                  <a:pt x="2237220" y="866859"/>
                </a:moveTo>
                <a:lnTo>
                  <a:pt x="2192972" y="783880"/>
                </a:lnTo>
                <a:moveTo>
                  <a:pt x="507859" y="846255"/>
                </a:moveTo>
                <a:lnTo>
                  <a:pt x="533451" y="762940"/>
                </a:lnTo>
                <a:moveTo>
                  <a:pt x="396785" y="251691"/>
                </a:moveTo>
                <a:lnTo>
                  <a:pt x="407318" y="247305"/>
                </a:lnTo>
                <a:moveTo>
                  <a:pt x="1818511" y="677031"/>
                </a:moveTo>
                <a:lnTo>
                  <a:pt x="1798802" y="754207"/>
                </a:lnTo>
                <a:moveTo>
                  <a:pt x="390152" y="419198"/>
                </a:moveTo>
                <a:lnTo>
                  <a:pt x="414064" y="416917"/>
                </a:lnTo>
                <a:moveTo>
                  <a:pt x="783781" y="189730"/>
                </a:moveTo>
                <a:lnTo>
                  <a:pt x="760231" y="123376"/>
                </a:lnTo>
                <a:moveTo>
                  <a:pt x="2143589" y="919581"/>
                </a:moveTo>
                <a:lnTo>
                  <a:pt x="2100228" y="861503"/>
                </a:lnTo>
                <a:moveTo>
                  <a:pt x="1741985" y="614884"/>
                </a:moveTo>
                <a:lnTo>
                  <a:pt x="1727558" y="584037"/>
                </a:lnTo>
                <a:moveTo>
                  <a:pt x="2216371" y="701793"/>
                </a:moveTo>
                <a:lnTo>
                  <a:pt x="2208751" y="696004"/>
                </a:lnTo>
                <a:moveTo>
                  <a:pt x="2013174" y="854147"/>
                </a:moveTo>
                <a:lnTo>
                  <a:pt x="1979399" y="769662"/>
                </a:lnTo>
                <a:moveTo>
                  <a:pt x="1755388" y="670147"/>
                </a:moveTo>
                <a:lnTo>
                  <a:pt x="1741985" y="614884"/>
                </a:lnTo>
                <a:moveTo>
                  <a:pt x="388553" y="335348"/>
                </a:moveTo>
                <a:lnTo>
                  <a:pt x="411712" y="332241"/>
                </a:lnTo>
                <a:moveTo>
                  <a:pt x="1873312" y="405496"/>
                </a:moveTo>
                <a:lnTo>
                  <a:pt x="1824017" y="347492"/>
                </a:lnTo>
                <a:moveTo>
                  <a:pt x="2208723" y="722111"/>
                </a:moveTo>
                <a:lnTo>
                  <a:pt x="2208751" y="696004"/>
                </a:lnTo>
                <a:moveTo>
                  <a:pt x="1811061" y="335968"/>
                </a:moveTo>
                <a:lnTo>
                  <a:pt x="1760521" y="315897"/>
                </a:lnTo>
                <a:moveTo>
                  <a:pt x="484259" y="554317"/>
                </a:moveTo>
                <a:lnTo>
                  <a:pt x="510289" y="590883"/>
                </a:lnTo>
                <a:moveTo>
                  <a:pt x="1641288" y="495714"/>
                </a:moveTo>
                <a:lnTo>
                  <a:pt x="1642116" y="494636"/>
                </a:lnTo>
                <a:moveTo>
                  <a:pt x="2246119" y="534741"/>
                </a:moveTo>
                <a:lnTo>
                  <a:pt x="2210787" y="528405"/>
                </a:lnTo>
                <a:moveTo>
                  <a:pt x="1732809" y="585883"/>
                </a:moveTo>
                <a:lnTo>
                  <a:pt x="1727558" y="584037"/>
                </a:lnTo>
                <a:moveTo>
                  <a:pt x="953933" y="620510"/>
                </a:moveTo>
                <a:lnTo>
                  <a:pt x="935616" y="536329"/>
                </a:lnTo>
                <a:moveTo>
                  <a:pt x="2100228" y="861503"/>
                </a:moveTo>
                <a:lnTo>
                  <a:pt x="2047879" y="856830"/>
                </a:lnTo>
                <a:moveTo>
                  <a:pt x="1578556" y="286288"/>
                </a:moveTo>
                <a:lnTo>
                  <a:pt x="1590509" y="296125"/>
                </a:lnTo>
                <a:moveTo>
                  <a:pt x="565330" y="1019768"/>
                </a:moveTo>
                <a:lnTo>
                  <a:pt x="526456" y="930447"/>
                </a:lnTo>
                <a:moveTo>
                  <a:pt x="1682290" y="521974"/>
                </a:moveTo>
                <a:lnTo>
                  <a:pt x="1694057" y="534815"/>
                </a:lnTo>
                <a:moveTo>
                  <a:pt x="783778" y="1033499"/>
                </a:moveTo>
                <a:lnTo>
                  <a:pt x="783997" y="1030616"/>
                </a:lnTo>
                <a:moveTo>
                  <a:pt x="636164" y="1021751"/>
                </a:moveTo>
                <a:lnTo>
                  <a:pt x="565330" y="1019768"/>
                </a:lnTo>
                <a:moveTo>
                  <a:pt x="1641288" y="495714"/>
                </a:moveTo>
                <a:lnTo>
                  <a:pt x="1631375" y="490094"/>
                </a:lnTo>
                <a:moveTo>
                  <a:pt x="1865111" y="761769"/>
                </a:moveTo>
                <a:lnTo>
                  <a:pt x="1852127" y="747215"/>
                </a:lnTo>
                <a:moveTo>
                  <a:pt x="1987386" y="474419"/>
                </a:moveTo>
                <a:lnTo>
                  <a:pt x="1933819" y="485313"/>
                </a:lnTo>
                <a:moveTo>
                  <a:pt x="809954" y="1027644"/>
                </a:moveTo>
                <a:lnTo>
                  <a:pt x="824950" y="988394"/>
                </a:lnTo>
                <a:moveTo>
                  <a:pt x="1824017" y="347492"/>
                </a:moveTo>
                <a:lnTo>
                  <a:pt x="1779839" y="337555"/>
                </a:lnTo>
                <a:moveTo>
                  <a:pt x="907376" y="512001"/>
                </a:moveTo>
                <a:lnTo>
                  <a:pt x="856369" y="481597"/>
                </a:lnTo>
                <a:moveTo>
                  <a:pt x="638337" y="1033746"/>
                </a:moveTo>
                <a:lnTo>
                  <a:pt x="565330" y="1019768"/>
                </a:lnTo>
                <a:moveTo>
                  <a:pt x="760231" y="123376"/>
                </a:moveTo>
                <a:lnTo>
                  <a:pt x="694954" y="120512"/>
                </a:lnTo>
                <a:moveTo>
                  <a:pt x="1963550" y="768754"/>
                </a:moveTo>
                <a:lnTo>
                  <a:pt x="1865111" y="761769"/>
                </a:lnTo>
                <a:moveTo>
                  <a:pt x="1530712" y="404299"/>
                </a:moveTo>
                <a:lnTo>
                  <a:pt x="1537254" y="320754"/>
                </a:lnTo>
                <a:moveTo>
                  <a:pt x="434519" y="503482"/>
                </a:moveTo>
                <a:lnTo>
                  <a:pt x="390152" y="419198"/>
                </a:lnTo>
                <a:moveTo>
                  <a:pt x="572040" y="194185"/>
                </a:moveTo>
                <a:lnTo>
                  <a:pt x="453192" y="202277"/>
                </a:lnTo>
                <a:moveTo>
                  <a:pt x="954554" y="806799"/>
                </a:moveTo>
                <a:lnTo>
                  <a:pt x="910524" y="789462"/>
                </a:lnTo>
                <a:moveTo>
                  <a:pt x="829678" y="444782"/>
                </a:moveTo>
                <a:lnTo>
                  <a:pt x="787496" y="358956"/>
                </a:lnTo>
                <a:moveTo>
                  <a:pt x="988456" y="1113115"/>
                </a:moveTo>
                <a:lnTo>
                  <a:pt x="972907" y="1127878"/>
                </a:lnTo>
                <a:moveTo>
                  <a:pt x="1741985" y="614884"/>
                </a:moveTo>
                <a:lnTo>
                  <a:pt x="1732809" y="585883"/>
                </a:lnTo>
                <a:moveTo>
                  <a:pt x="572040" y="194185"/>
                </a:moveTo>
                <a:lnTo>
                  <a:pt x="587501" y="177271"/>
                </a:lnTo>
                <a:moveTo>
                  <a:pt x="2084419" y="818199"/>
                </a:moveTo>
                <a:lnTo>
                  <a:pt x="2047879" y="856830"/>
                </a:lnTo>
                <a:moveTo>
                  <a:pt x="1969575" y="761715"/>
                </a:moveTo>
                <a:lnTo>
                  <a:pt x="1865111" y="761769"/>
                </a:lnTo>
                <a:moveTo>
                  <a:pt x="638337" y="1033746"/>
                </a:moveTo>
                <a:lnTo>
                  <a:pt x="573134" y="1029687"/>
                </a:lnTo>
                <a:moveTo>
                  <a:pt x="2051499" y="496054"/>
                </a:moveTo>
                <a:lnTo>
                  <a:pt x="1987386" y="474419"/>
                </a:lnTo>
                <a:moveTo>
                  <a:pt x="1779839" y="337555"/>
                </a:moveTo>
                <a:lnTo>
                  <a:pt x="1811061" y="335968"/>
                </a:lnTo>
                <a:moveTo>
                  <a:pt x="535505" y="679161"/>
                </a:moveTo>
                <a:lnTo>
                  <a:pt x="506354" y="594767"/>
                </a:lnTo>
                <a:moveTo>
                  <a:pt x="910524" y="789462"/>
                </a:moveTo>
                <a:lnTo>
                  <a:pt x="948432" y="788040"/>
                </a:lnTo>
                <a:moveTo>
                  <a:pt x="2072509" y="777137"/>
                </a:moveTo>
                <a:lnTo>
                  <a:pt x="2013174" y="854147"/>
                </a:lnTo>
                <a:moveTo>
                  <a:pt x="785686" y="274349"/>
                </a:moveTo>
                <a:lnTo>
                  <a:pt x="783781" y="189730"/>
                </a:lnTo>
                <a:moveTo>
                  <a:pt x="856369" y="481597"/>
                </a:moveTo>
                <a:lnTo>
                  <a:pt x="812501" y="446513"/>
                </a:lnTo>
                <a:moveTo>
                  <a:pt x="783778" y="1033499"/>
                </a:moveTo>
                <a:lnTo>
                  <a:pt x="754762" y="1064740"/>
                </a:lnTo>
                <a:moveTo>
                  <a:pt x="1933819" y="485313"/>
                </a:moveTo>
                <a:lnTo>
                  <a:pt x="1894416" y="429479"/>
                </a:lnTo>
                <a:moveTo>
                  <a:pt x="2175257" y="866004"/>
                </a:moveTo>
                <a:lnTo>
                  <a:pt x="2100228" y="861503"/>
                </a:lnTo>
                <a:moveTo>
                  <a:pt x="1979399" y="769662"/>
                </a:moveTo>
                <a:lnTo>
                  <a:pt x="1963550" y="768754"/>
                </a:lnTo>
                <a:moveTo>
                  <a:pt x="1760521" y="315897"/>
                </a:moveTo>
                <a:lnTo>
                  <a:pt x="1644770" y="274033"/>
                </a:lnTo>
                <a:moveTo>
                  <a:pt x="829678" y="444782"/>
                </a:moveTo>
                <a:lnTo>
                  <a:pt x="796496" y="391572"/>
                </a:lnTo>
                <a:moveTo>
                  <a:pt x="948432" y="788040"/>
                </a:moveTo>
                <a:lnTo>
                  <a:pt x="916993" y="705908"/>
                </a:lnTo>
                <a:moveTo>
                  <a:pt x="1818511" y="677031"/>
                </a:moveTo>
                <a:lnTo>
                  <a:pt x="1755388" y="670147"/>
                </a:lnTo>
                <a:moveTo>
                  <a:pt x="689658" y="1059091"/>
                </a:moveTo>
                <a:lnTo>
                  <a:pt x="638337" y="1033746"/>
                </a:lnTo>
                <a:moveTo>
                  <a:pt x="1969575" y="761715"/>
                </a:moveTo>
                <a:lnTo>
                  <a:pt x="1852127" y="747215"/>
                </a:lnTo>
                <a:moveTo>
                  <a:pt x="787496" y="358956"/>
                </a:moveTo>
                <a:lnTo>
                  <a:pt x="785686" y="274349"/>
                </a:lnTo>
                <a:moveTo>
                  <a:pt x="1578556" y="286288"/>
                </a:moveTo>
                <a:lnTo>
                  <a:pt x="1550507" y="319552"/>
                </a:lnTo>
                <a:moveTo>
                  <a:pt x="2072509" y="777137"/>
                </a:moveTo>
                <a:lnTo>
                  <a:pt x="2047879" y="856830"/>
                </a:lnTo>
                <a:moveTo>
                  <a:pt x="484259" y="554317"/>
                </a:moveTo>
                <a:lnTo>
                  <a:pt x="434875" y="503941"/>
                </a:lnTo>
                <a:moveTo>
                  <a:pt x="2107435" y="446954"/>
                </a:moveTo>
                <a:lnTo>
                  <a:pt x="2051499" y="496054"/>
                </a:lnTo>
                <a:moveTo>
                  <a:pt x="1979399" y="769662"/>
                </a:moveTo>
                <a:lnTo>
                  <a:pt x="1969575" y="761715"/>
                </a:lnTo>
                <a:moveTo>
                  <a:pt x="694954" y="120512"/>
                </a:moveTo>
                <a:lnTo>
                  <a:pt x="587501" y="177271"/>
                </a:lnTo>
                <a:moveTo>
                  <a:pt x="2246119" y="534741"/>
                </a:moveTo>
                <a:lnTo>
                  <a:pt x="2170975" y="477842"/>
                </a:lnTo>
                <a:moveTo>
                  <a:pt x="1969575" y="761715"/>
                </a:moveTo>
                <a:lnTo>
                  <a:pt x="1963550" y="768754"/>
                </a:lnTo>
                <a:moveTo>
                  <a:pt x="809954" y="1027644"/>
                </a:moveTo>
                <a:lnTo>
                  <a:pt x="783997" y="1030616"/>
                </a:lnTo>
                <a:moveTo>
                  <a:pt x="960065" y="1129186"/>
                </a:moveTo>
                <a:lnTo>
                  <a:pt x="972907" y="1127878"/>
                </a:lnTo>
                <a:moveTo>
                  <a:pt x="1887759" y="426939"/>
                </a:moveTo>
                <a:lnTo>
                  <a:pt x="1873312" y="405496"/>
                </a:lnTo>
                <a:moveTo>
                  <a:pt x="754762" y="1064740"/>
                </a:moveTo>
                <a:lnTo>
                  <a:pt x="689658" y="1059091"/>
                </a:lnTo>
                <a:moveTo>
                  <a:pt x="396785" y="251691"/>
                </a:moveTo>
                <a:lnTo>
                  <a:pt x="453192" y="202277"/>
                </a:lnTo>
                <a:moveTo>
                  <a:pt x="2175257" y="866004"/>
                </a:moveTo>
                <a:lnTo>
                  <a:pt x="2192972" y="783880"/>
                </a:lnTo>
                <a:moveTo>
                  <a:pt x="2175257" y="866004"/>
                </a:moveTo>
                <a:lnTo>
                  <a:pt x="2084419" y="818199"/>
                </a:lnTo>
                <a:moveTo>
                  <a:pt x="926939" y="960304"/>
                </a:moveTo>
                <a:lnTo>
                  <a:pt x="929461" y="955304"/>
                </a:lnTo>
                <a:moveTo>
                  <a:pt x="1682290" y="521974"/>
                </a:moveTo>
                <a:lnTo>
                  <a:pt x="1727558" y="584037"/>
                </a:lnTo>
                <a:moveTo>
                  <a:pt x="2100228" y="861503"/>
                </a:moveTo>
                <a:lnTo>
                  <a:pt x="2084419" y="818199"/>
                </a:lnTo>
                <a:moveTo>
                  <a:pt x="1809810" y="374006"/>
                </a:moveTo>
                <a:lnTo>
                  <a:pt x="1824017" y="347492"/>
                </a:lnTo>
                <a:moveTo>
                  <a:pt x="978497" y="875458"/>
                </a:moveTo>
                <a:lnTo>
                  <a:pt x="910524" y="789462"/>
                </a:lnTo>
                <a:moveTo>
                  <a:pt x="916993" y="705908"/>
                </a:moveTo>
                <a:lnTo>
                  <a:pt x="935957" y="703975"/>
                </a:lnTo>
                <a:moveTo>
                  <a:pt x="1631375" y="490094"/>
                </a:moveTo>
                <a:lnTo>
                  <a:pt x="1566495" y="480819"/>
                </a:lnTo>
                <a:moveTo>
                  <a:pt x="796496" y="391572"/>
                </a:moveTo>
                <a:lnTo>
                  <a:pt x="787496" y="358956"/>
                </a:lnTo>
                <a:moveTo>
                  <a:pt x="935616" y="536329"/>
                </a:moveTo>
                <a:lnTo>
                  <a:pt x="907376" y="512001"/>
                </a:lnTo>
                <a:moveTo>
                  <a:pt x="2170975" y="477842"/>
                </a:moveTo>
                <a:lnTo>
                  <a:pt x="2107435" y="446954"/>
                </a:lnTo>
                <a:moveTo>
                  <a:pt x="526456" y="930447"/>
                </a:moveTo>
                <a:lnTo>
                  <a:pt x="496083" y="933610"/>
                </a:lnTo>
                <a:moveTo>
                  <a:pt x="812501" y="446513"/>
                </a:moveTo>
                <a:lnTo>
                  <a:pt x="829678" y="444782"/>
                </a:lnTo>
                <a:moveTo>
                  <a:pt x="726848" y="189515"/>
                </a:moveTo>
                <a:lnTo>
                  <a:pt x="760231" y="123376"/>
                </a:lnTo>
                <a:moveTo>
                  <a:pt x="1002834" y="543294"/>
                </a:moveTo>
                <a:lnTo>
                  <a:pt x="953933" y="620510"/>
                </a:lnTo>
                <a:moveTo>
                  <a:pt x="1852127" y="747215"/>
                </a:moveTo>
                <a:lnTo>
                  <a:pt x="1818511" y="677031"/>
                </a:lnTo>
                <a:moveTo>
                  <a:pt x="464337" y="510120"/>
                </a:moveTo>
                <a:lnTo>
                  <a:pt x="434519" y="503482"/>
                </a:lnTo>
                <a:moveTo>
                  <a:pt x="1566495" y="480819"/>
                </a:moveTo>
                <a:lnTo>
                  <a:pt x="1530712" y="404299"/>
                </a:lnTo>
                <a:moveTo>
                  <a:pt x="464337" y="510120"/>
                </a:moveTo>
                <a:lnTo>
                  <a:pt x="434875" y="503941"/>
                </a:lnTo>
                <a:moveTo>
                  <a:pt x="526424" y="929977"/>
                </a:moveTo>
                <a:lnTo>
                  <a:pt x="504207" y="850266"/>
                </a:lnTo>
                <a:moveTo>
                  <a:pt x="1797882" y="592805"/>
                </a:moveTo>
                <a:lnTo>
                  <a:pt x="1755388" y="670147"/>
                </a:lnTo>
                <a:moveTo>
                  <a:pt x="526456" y="930447"/>
                </a:moveTo>
                <a:lnTo>
                  <a:pt x="504207" y="850266"/>
                </a:lnTo>
                <a:moveTo>
                  <a:pt x="988016" y="626821"/>
                </a:moveTo>
                <a:lnTo>
                  <a:pt x="953933" y="620510"/>
                </a:lnTo>
                <a:moveTo>
                  <a:pt x="960065" y="1129186"/>
                </a:moveTo>
                <a:lnTo>
                  <a:pt x="988456" y="1113115"/>
                </a:lnTo>
                <a:moveTo>
                  <a:pt x="2222298" y="503140"/>
                </a:moveTo>
                <a:lnTo>
                  <a:pt x="2170975" y="477842"/>
                </a:lnTo>
                <a:moveTo>
                  <a:pt x="2072509" y="777137"/>
                </a:moveTo>
                <a:lnTo>
                  <a:pt x="1979399" y="769662"/>
                </a:lnTo>
                <a:moveTo>
                  <a:pt x="1575819" y="494413"/>
                </a:moveTo>
                <a:lnTo>
                  <a:pt x="1631375" y="490094"/>
                </a:lnTo>
                <a:moveTo>
                  <a:pt x="1921568" y="480278"/>
                </a:moveTo>
                <a:lnTo>
                  <a:pt x="1933819" y="485313"/>
                </a:lnTo>
                <a:moveTo>
                  <a:pt x="1741985" y="614884"/>
                </a:moveTo>
                <a:lnTo>
                  <a:pt x="1786674" y="591556"/>
                </a:lnTo>
                <a:moveTo>
                  <a:pt x="988016" y="626821"/>
                </a:moveTo>
                <a:lnTo>
                  <a:pt x="935957" y="703975"/>
                </a:lnTo>
                <a:moveTo>
                  <a:pt x="573134" y="1029687"/>
                </a:moveTo>
                <a:lnTo>
                  <a:pt x="565330" y="1019768"/>
                </a:lnTo>
                <a:moveTo>
                  <a:pt x="1779839" y="337555"/>
                </a:moveTo>
                <a:lnTo>
                  <a:pt x="1760521" y="315897"/>
                </a:lnTo>
                <a:moveTo>
                  <a:pt x="843252" y="490545"/>
                </a:moveTo>
                <a:lnTo>
                  <a:pt x="856369" y="481597"/>
                </a:lnTo>
                <a:moveTo>
                  <a:pt x="2175257" y="866004"/>
                </a:moveTo>
                <a:lnTo>
                  <a:pt x="2101990" y="779335"/>
                </a:lnTo>
                <a:moveTo>
                  <a:pt x="918441" y="1186669"/>
                </a:moveTo>
                <a:lnTo>
                  <a:pt x="972907" y="1127878"/>
                </a:lnTo>
                <a:moveTo>
                  <a:pt x="504972" y="220218"/>
                </a:moveTo>
                <a:lnTo>
                  <a:pt x="453192" y="202277"/>
                </a:lnTo>
                <a:moveTo>
                  <a:pt x="2248570" y="618609"/>
                </a:moveTo>
                <a:lnTo>
                  <a:pt x="2246119" y="534741"/>
                </a:lnTo>
                <a:moveTo>
                  <a:pt x="1894416" y="429479"/>
                </a:moveTo>
                <a:lnTo>
                  <a:pt x="1887759" y="426939"/>
                </a:lnTo>
                <a:moveTo>
                  <a:pt x="1644770" y="274033"/>
                </a:moveTo>
                <a:lnTo>
                  <a:pt x="1578556" y="286288"/>
                </a:lnTo>
                <a:moveTo>
                  <a:pt x="390152" y="419198"/>
                </a:moveTo>
                <a:lnTo>
                  <a:pt x="388553" y="335348"/>
                </a:lnTo>
                <a:moveTo>
                  <a:pt x="1578556" y="286288"/>
                </a:moveTo>
                <a:lnTo>
                  <a:pt x="1537254" y="320754"/>
                </a:lnTo>
                <a:moveTo>
                  <a:pt x="1682290" y="521974"/>
                </a:moveTo>
                <a:lnTo>
                  <a:pt x="1641288" y="495714"/>
                </a:lnTo>
                <a:moveTo>
                  <a:pt x="926939" y="960304"/>
                </a:moveTo>
                <a:lnTo>
                  <a:pt x="978497" y="875458"/>
                </a:lnTo>
                <a:moveTo>
                  <a:pt x="1641288" y="495714"/>
                </a:moveTo>
                <a:lnTo>
                  <a:pt x="1575819" y="494413"/>
                </a:lnTo>
                <a:moveTo>
                  <a:pt x="1852127" y="747215"/>
                </a:moveTo>
                <a:lnTo>
                  <a:pt x="1896086" y="682822"/>
                </a:lnTo>
                <a:moveTo>
                  <a:pt x="875783" y="1021600"/>
                </a:moveTo>
                <a:lnTo>
                  <a:pt x="809954" y="1027644"/>
                </a:lnTo>
                <a:moveTo>
                  <a:pt x="1786674" y="591556"/>
                </a:moveTo>
                <a:lnTo>
                  <a:pt x="1732809" y="585883"/>
                </a:lnTo>
                <a:moveTo>
                  <a:pt x="1797882" y="592805"/>
                </a:moveTo>
                <a:lnTo>
                  <a:pt x="1741985" y="614884"/>
                </a:lnTo>
                <a:moveTo>
                  <a:pt x="2216371" y="701793"/>
                </a:moveTo>
                <a:lnTo>
                  <a:pt x="2248570" y="618609"/>
                </a:lnTo>
                <a:moveTo>
                  <a:pt x="1926403" y="684798"/>
                </a:moveTo>
                <a:lnTo>
                  <a:pt x="1852127" y="747215"/>
                </a:lnTo>
                <a:moveTo>
                  <a:pt x="560023" y="1020561"/>
                </a:moveTo>
                <a:lnTo>
                  <a:pt x="565330" y="1019768"/>
                </a:lnTo>
                <a:moveTo>
                  <a:pt x="506354" y="594767"/>
                </a:moveTo>
                <a:lnTo>
                  <a:pt x="484259" y="554317"/>
                </a:lnTo>
                <a:moveTo>
                  <a:pt x="637354" y="183893"/>
                </a:moveTo>
                <a:lnTo>
                  <a:pt x="587501" y="177271"/>
                </a:lnTo>
                <a:moveTo>
                  <a:pt x="1732809" y="585883"/>
                </a:moveTo>
                <a:lnTo>
                  <a:pt x="1682290" y="521974"/>
                </a:lnTo>
                <a:moveTo>
                  <a:pt x="541791" y="768744"/>
                </a:moveTo>
                <a:lnTo>
                  <a:pt x="533451" y="762940"/>
                </a:lnTo>
                <a:moveTo>
                  <a:pt x="1002834" y="543294"/>
                </a:moveTo>
                <a:lnTo>
                  <a:pt x="935616" y="536329"/>
                </a:lnTo>
                <a:moveTo>
                  <a:pt x="2084419" y="818199"/>
                </a:moveTo>
                <a:lnTo>
                  <a:pt x="2072509" y="777137"/>
                </a:lnTo>
                <a:moveTo>
                  <a:pt x="783778" y="1033499"/>
                </a:moveTo>
                <a:lnTo>
                  <a:pt x="689658" y="1059091"/>
                </a:lnTo>
                <a:moveTo>
                  <a:pt x="549610" y="685079"/>
                </a:moveTo>
                <a:lnTo>
                  <a:pt x="533451" y="762940"/>
                </a:lnTo>
                <a:moveTo>
                  <a:pt x="978497" y="875458"/>
                </a:moveTo>
                <a:lnTo>
                  <a:pt x="934320" y="876866"/>
                </a:lnTo>
                <a:moveTo>
                  <a:pt x="507859" y="846255"/>
                </a:moveTo>
                <a:lnTo>
                  <a:pt x="504207" y="850266"/>
                </a:lnTo>
                <a:moveTo>
                  <a:pt x="572040" y="194185"/>
                </a:moveTo>
                <a:lnTo>
                  <a:pt x="504972" y="220218"/>
                </a:lnTo>
                <a:moveTo>
                  <a:pt x="787496" y="358956"/>
                </a:moveTo>
                <a:lnTo>
                  <a:pt x="715738" y="356856"/>
                </a:lnTo>
                <a:moveTo>
                  <a:pt x="388553" y="335348"/>
                </a:moveTo>
                <a:lnTo>
                  <a:pt x="396785" y="251691"/>
                </a:lnTo>
                <a:moveTo>
                  <a:pt x="1695958" y="301509"/>
                </a:moveTo>
                <a:lnTo>
                  <a:pt x="1644770" y="274033"/>
                </a:lnTo>
                <a:moveTo>
                  <a:pt x="812501" y="446513"/>
                </a:moveTo>
                <a:lnTo>
                  <a:pt x="796496" y="391572"/>
                </a:lnTo>
                <a:moveTo>
                  <a:pt x="2208723" y="722111"/>
                </a:moveTo>
                <a:lnTo>
                  <a:pt x="2192972" y="783880"/>
                </a:lnTo>
                <a:moveTo>
                  <a:pt x="1894416" y="429479"/>
                </a:moveTo>
                <a:lnTo>
                  <a:pt x="1873312" y="405496"/>
                </a:lnTo>
                <a:moveTo>
                  <a:pt x="926939" y="960304"/>
                </a:moveTo>
                <a:lnTo>
                  <a:pt x="875783" y="1021600"/>
                </a:lnTo>
                <a:moveTo>
                  <a:pt x="783781" y="189730"/>
                </a:moveTo>
                <a:lnTo>
                  <a:pt x="726848" y="189515"/>
                </a:lnTo>
                <a:moveTo>
                  <a:pt x="623026" y="224932"/>
                </a:moveTo>
                <a:lnTo>
                  <a:pt x="587501" y="177271"/>
                </a:lnTo>
                <a:moveTo>
                  <a:pt x="689658" y="1059091"/>
                </a:moveTo>
                <a:lnTo>
                  <a:pt x="573134" y="1029687"/>
                </a:lnTo>
                <a:moveTo>
                  <a:pt x="573134" y="1029687"/>
                </a:moveTo>
                <a:lnTo>
                  <a:pt x="560023" y="1020561"/>
                </a:lnTo>
                <a:moveTo>
                  <a:pt x="2192972" y="783880"/>
                </a:moveTo>
                <a:lnTo>
                  <a:pt x="2101990" y="779335"/>
                </a:lnTo>
                <a:moveTo>
                  <a:pt x="2084419" y="818199"/>
                </a:moveTo>
                <a:lnTo>
                  <a:pt x="2101990" y="779335"/>
                </a:lnTo>
                <a:moveTo>
                  <a:pt x="716849" y="441374"/>
                </a:moveTo>
                <a:lnTo>
                  <a:pt x="787496" y="358956"/>
                </a:lnTo>
                <a:moveTo>
                  <a:pt x="1796552" y="587858"/>
                </a:moveTo>
                <a:lnTo>
                  <a:pt x="1732809" y="585883"/>
                </a:lnTo>
                <a:moveTo>
                  <a:pt x="549610" y="685079"/>
                </a:moveTo>
                <a:lnTo>
                  <a:pt x="535505" y="679161"/>
                </a:lnTo>
                <a:moveTo>
                  <a:pt x="1969575" y="761715"/>
                </a:moveTo>
                <a:lnTo>
                  <a:pt x="1926403" y="684798"/>
                </a:lnTo>
                <a:moveTo>
                  <a:pt x="785686" y="274349"/>
                </a:moveTo>
                <a:lnTo>
                  <a:pt x="725167" y="273678"/>
                </a:lnTo>
                <a:moveTo>
                  <a:pt x="785686" y="274349"/>
                </a:moveTo>
                <a:lnTo>
                  <a:pt x="726848" y="189515"/>
                </a:lnTo>
                <a:moveTo>
                  <a:pt x="541791" y="768744"/>
                </a:moveTo>
                <a:lnTo>
                  <a:pt x="507859" y="846255"/>
                </a:lnTo>
                <a:moveTo>
                  <a:pt x="573134" y="1029687"/>
                </a:moveTo>
                <a:lnTo>
                  <a:pt x="585456" y="1022328"/>
                </a:lnTo>
                <a:moveTo>
                  <a:pt x="2107435" y="446954"/>
                </a:moveTo>
                <a:lnTo>
                  <a:pt x="1987386" y="474419"/>
                </a:lnTo>
                <a:moveTo>
                  <a:pt x="950987" y="661704"/>
                </a:moveTo>
                <a:lnTo>
                  <a:pt x="935957" y="703975"/>
                </a:lnTo>
                <a:moveTo>
                  <a:pt x="754411" y="443298"/>
                </a:moveTo>
                <a:lnTo>
                  <a:pt x="796496" y="391572"/>
                </a:lnTo>
                <a:moveTo>
                  <a:pt x="787496" y="358956"/>
                </a:moveTo>
                <a:lnTo>
                  <a:pt x="725167" y="273678"/>
                </a:lnTo>
                <a:moveTo>
                  <a:pt x="2042956" y="692735"/>
                </a:moveTo>
                <a:lnTo>
                  <a:pt x="1979399" y="769662"/>
                </a:lnTo>
                <a:moveTo>
                  <a:pt x="1760521" y="315897"/>
                </a:moveTo>
                <a:lnTo>
                  <a:pt x="1695958" y="301509"/>
                </a:lnTo>
                <a:moveTo>
                  <a:pt x="783778" y="1033499"/>
                </a:moveTo>
                <a:lnTo>
                  <a:pt x="701781" y="1030096"/>
                </a:lnTo>
                <a:moveTo>
                  <a:pt x="809954" y="1027644"/>
                </a:moveTo>
                <a:lnTo>
                  <a:pt x="783778" y="1033499"/>
                </a:lnTo>
                <a:moveTo>
                  <a:pt x="623026" y="224932"/>
                </a:moveTo>
                <a:lnTo>
                  <a:pt x="572040" y="194185"/>
                </a:lnTo>
                <a:moveTo>
                  <a:pt x="2216371" y="701793"/>
                </a:moveTo>
                <a:lnTo>
                  <a:pt x="2208723" y="722111"/>
                </a:lnTo>
                <a:moveTo>
                  <a:pt x="1969575" y="761715"/>
                </a:moveTo>
                <a:lnTo>
                  <a:pt x="2013284" y="690702"/>
                </a:lnTo>
                <a:moveTo>
                  <a:pt x="796496" y="391572"/>
                </a:moveTo>
                <a:lnTo>
                  <a:pt x="716849" y="441374"/>
                </a:lnTo>
                <a:moveTo>
                  <a:pt x="545552" y="601180"/>
                </a:moveTo>
                <a:lnTo>
                  <a:pt x="535505" y="679161"/>
                </a:lnTo>
                <a:moveTo>
                  <a:pt x="2101990" y="779335"/>
                </a:moveTo>
                <a:lnTo>
                  <a:pt x="2072509" y="777137"/>
                </a:lnTo>
                <a:moveTo>
                  <a:pt x="464337" y="510120"/>
                </a:moveTo>
                <a:lnTo>
                  <a:pt x="390152" y="419198"/>
                </a:lnTo>
                <a:moveTo>
                  <a:pt x="565330" y="1019768"/>
                </a:moveTo>
                <a:lnTo>
                  <a:pt x="496083" y="933610"/>
                </a:lnTo>
                <a:moveTo>
                  <a:pt x="585456" y="1022328"/>
                </a:moveTo>
                <a:lnTo>
                  <a:pt x="560023" y="1020561"/>
                </a:lnTo>
                <a:moveTo>
                  <a:pt x="520472" y="823349"/>
                </a:moveTo>
                <a:lnTo>
                  <a:pt x="507859" y="846255"/>
                </a:lnTo>
                <a:moveTo>
                  <a:pt x="2042956" y="692735"/>
                </a:moveTo>
                <a:lnTo>
                  <a:pt x="1969575" y="761715"/>
                </a:lnTo>
                <a:moveTo>
                  <a:pt x="2246119" y="534741"/>
                </a:moveTo>
                <a:lnTo>
                  <a:pt x="2222298" y="503140"/>
                </a:lnTo>
                <a:moveTo>
                  <a:pt x="910524" y="789462"/>
                </a:moveTo>
                <a:lnTo>
                  <a:pt x="916993" y="705908"/>
                </a:lnTo>
                <a:moveTo>
                  <a:pt x="1002834" y="543294"/>
                </a:moveTo>
                <a:lnTo>
                  <a:pt x="907376" y="512001"/>
                </a:lnTo>
                <a:moveTo>
                  <a:pt x="2214118" y="702193"/>
                </a:moveTo>
                <a:lnTo>
                  <a:pt x="2216371" y="701793"/>
                </a:lnTo>
                <a:moveTo>
                  <a:pt x="637354" y="183893"/>
                </a:moveTo>
                <a:lnTo>
                  <a:pt x="694954" y="120512"/>
                </a:lnTo>
                <a:moveTo>
                  <a:pt x="1042744" y="1090593"/>
                </a:moveTo>
                <a:lnTo>
                  <a:pt x="988456" y="1113115"/>
                </a:lnTo>
                <a:moveTo>
                  <a:pt x="726848" y="189515"/>
                </a:moveTo>
                <a:lnTo>
                  <a:pt x="694954" y="120512"/>
                </a:lnTo>
                <a:moveTo>
                  <a:pt x="2182074" y="701117"/>
                </a:moveTo>
                <a:lnTo>
                  <a:pt x="2192972" y="783880"/>
                </a:lnTo>
                <a:moveTo>
                  <a:pt x="2214118" y="702193"/>
                </a:moveTo>
                <a:lnTo>
                  <a:pt x="2208723" y="722111"/>
                </a:lnTo>
                <a:moveTo>
                  <a:pt x="666572" y="1028301"/>
                </a:moveTo>
                <a:lnTo>
                  <a:pt x="573134" y="1029687"/>
                </a:lnTo>
                <a:moveTo>
                  <a:pt x="918441" y="1186669"/>
                </a:moveTo>
                <a:lnTo>
                  <a:pt x="960065" y="1129186"/>
                </a:lnTo>
                <a:moveTo>
                  <a:pt x="1896086" y="682822"/>
                </a:moveTo>
                <a:lnTo>
                  <a:pt x="1818511" y="677031"/>
                </a:lnTo>
                <a:moveTo>
                  <a:pt x="504972" y="220218"/>
                </a:moveTo>
                <a:lnTo>
                  <a:pt x="396785" y="251691"/>
                </a:lnTo>
                <a:moveTo>
                  <a:pt x="1873312" y="405496"/>
                </a:moveTo>
                <a:lnTo>
                  <a:pt x="1809810" y="374006"/>
                </a:lnTo>
                <a:moveTo>
                  <a:pt x="689658" y="1059091"/>
                </a:moveTo>
                <a:lnTo>
                  <a:pt x="701781" y="1030096"/>
                </a:lnTo>
                <a:moveTo>
                  <a:pt x="812501" y="446513"/>
                </a:moveTo>
                <a:lnTo>
                  <a:pt x="754411" y="443298"/>
                </a:lnTo>
                <a:moveTo>
                  <a:pt x="399378" y="337698"/>
                </a:moveTo>
                <a:lnTo>
                  <a:pt x="388553" y="335348"/>
                </a:lnTo>
                <a:moveTo>
                  <a:pt x="2237626" y="620805"/>
                </a:moveTo>
                <a:lnTo>
                  <a:pt x="2248570" y="618609"/>
                </a:lnTo>
                <a:moveTo>
                  <a:pt x="2222298" y="503140"/>
                </a:moveTo>
                <a:lnTo>
                  <a:pt x="2107435" y="446954"/>
                </a:lnTo>
                <a:moveTo>
                  <a:pt x="1575819" y="494413"/>
                </a:moveTo>
                <a:lnTo>
                  <a:pt x="1566495" y="480819"/>
                </a:lnTo>
                <a:moveTo>
                  <a:pt x="1818511" y="677031"/>
                </a:moveTo>
                <a:lnTo>
                  <a:pt x="1797882" y="592805"/>
                </a:lnTo>
                <a:moveTo>
                  <a:pt x="2248570" y="618609"/>
                </a:moveTo>
                <a:lnTo>
                  <a:pt x="2242988" y="537110"/>
                </a:lnTo>
                <a:moveTo>
                  <a:pt x="689658" y="1059091"/>
                </a:moveTo>
                <a:lnTo>
                  <a:pt x="666572" y="1028301"/>
                </a:lnTo>
                <a:moveTo>
                  <a:pt x="484259" y="554317"/>
                </a:moveTo>
                <a:lnTo>
                  <a:pt x="464337" y="510120"/>
                </a:lnTo>
                <a:moveTo>
                  <a:pt x="567805" y="517799"/>
                </a:moveTo>
                <a:lnTo>
                  <a:pt x="506354" y="594767"/>
                </a:lnTo>
                <a:moveTo>
                  <a:pt x="560023" y="1020561"/>
                </a:moveTo>
                <a:lnTo>
                  <a:pt x="496083" y="933610"/>
                </a:lnTo>
                <a:moveTo>
                  <a:pt x="666572" y="1028301"/>
                </a:moveTo>
                <a:lnTo>
                  <a:pt x="585456" y="1022328"/>
                </a:lnTo>
                <a:moveTo>
                  <a:pt x="2208723" y="722111"/>
                </a:moveTo>
                <a:lnTo>
                  <a:pt x="2182074" y="701117"/>
                </a:lnTo>
                <a:moveTo>
                  <a:pt x="1682290" y="521974"/>
                </a:moveTo>
                <a:lnTo>
                  <a:pt x="1575819" y="494413"/>
                </a:lnTo>
                <a:moveTo>
                  <a:pt x="2072509" y="777137"/>
                </a:moveTo>
                <a:lnTo>
                  <a:pt x="2042956" y="692735"/>
                </a:lnTo>
                <a:moveTo>
                  <a:pt x="754411" y="443298"/>
                </a:moveTo>
                <a:lnTo>
                  <a:pt x="716849" y="441374"/>
                </a:lnTo>
                <a:moveTo>
                  <a:pt x="1809810" y="374006"/>
                </a:moveTo>
                <a:lnTo>
                  <a:pt x="1779839" y="337555"/>
                </a:lnTo>
                <a:moveTo>
                  <a:pt x="1987386" y="474419"/>
                </a:moveTo>
                <a:lnTo>
                  <a:pt x="1921568" y="480278"/>
                </a:lnTo>
                <a:moveTo>
                  <a:pt x="934320" y="876866"/>
                </a:moveTo>
                <a:lnTo>
                  <a:pt x="910524" y="789462"/>
                </a:lnTo>
                <a:moveTo>
                  <a:pt x="2242988" y="537110"/>
                </a:moveTo>
                <a:lnTo>
                  <a:pt x="2246119" y="534741"/>
                </a:lnTo>
                <a:moveTo>
                  <a:pt x="1926403" y="684798"/>
                </a:moveTo>
                <a:lnTo>
                  <a:pt x="1896086" y="682822"/>
                </a:lnTo>
                <a:moveTo>
                  <a:pt x="907376" y="512001"/>
                </a:moveTo>
                <a:lnTo>
                  <a:pt x="843252" y="490545"/>
                </a:lnTo>
                <a:moveTo>
                  <a:pt x="1797882" y="592805"/>
                </a:moveTo>
                <a:lnTo>
                  <a:pt x="1786674" y="591556"/>
                </a:lnTo>
                <a:moveTo>
                  <a:pt x="2192972" y="783880"/>
                </a:moveTo>
                <a:lnTo>
                  <a:pt x="2138875" y="699649"/>
                </a:lnTo>
                <a:moveTo>
                  <a:pt x="545552" y="601180"/>
                </a:moveTo>
                <a:lnTo>
                  <a:pt x="506354" y="594767"/>
                </a:lnTo>
                <a:moveTo>
                  <a:pt x="2216371" y="701793"/>
                </a:moveTo>
                <a:lnTo>
                  <a:pt x="2237626" y="620805"/>
                </a:lnTo>
                <a:moveTo>
                  <a:pt x="1796552" y="587858"/>
                </a:moveTo>
                <a:lnTo>
                  <a:pt x="1786674" y="591556"/>
                </a:lnTo>
                <a:moveTo>
                  <a:pt x="716849" y="441374"/>
                </a:moveTo>
                <a:lnTo>
                  <a:pt x="715738" y="356856"/>
                </a:lnTo>
                <a:moveTo>
                  <a:pt x="2214118" y="702193"/>
                </a:moveTo>
                <a:lnTo>
                  <a:pt x="2182074" y="701117"/>
                </a:lnTo>
                <a:moveTo>
                  <a:pt x="2101990" y="779335"/>
                </a:moveTo>
                <a:lnTo>
                  <a:pt x="2042956" y="692735"/>
                </a:lnTo>
                <a:moveTo>
                  <a:pt x="701781" y="1030096"/>
                </a:moveTo>
                <a:lnTo>
                  <a:pt x="666572" y="1028301"/>
                </a:lnTo>
                <a:moveTo>
                  <a:pt x="1796552" y="587858"/>
                </a:moveTo>
                <a:lnTo>
                  <a:pt x="1682290" y="521974"/>
                </a:lnTo>
                <a:moveTo>
                  <a:pt x="484259" y="554317"/>
                </a:moveTo>
                <a:lnTo>
                  <a:pt x="514110" y="514018"/>
                </a:lnTo>
                <a:moveTo>
                  <a:pt x="988016" y="626821"/>
                </a:moveTo>
                <a:lnTo>
                  <a:pt x="1002834" y="543294"/>
                </a:lnTo>
                <a:moveTo>
                  <a:pt x="1695958" y="301509"/>
                </a:moveTo>
                <a:lnTo>
                  <a:pt x="1578556" y="286288"/>
                </a:lnTo>
                <a:moveTo>
                  <a:pt x="926939" y="960304"/>
                </a:moveTo>
                <a:lnTo>
                  <a:pt x="809954" y="1027644"/>
                </a:lnTo>
                <a:moveTo>
                  <a:pt x="715738" y="356856"/>
                </a:moveTo>
                <a:lnTo>
                  <a:pt x="725167" y="273678"/>
                </a:lnTo>
                <a:moveTo>
                  <a:pt x="754411" y="443298"/>
                </a:moveTo>
                <a:lnTo>
                  <a:pt x="725857" y="475189"/>
                </a:lnTo>
                <a:moveTo>
                  <a:pt x="716849" y="441374"/>
                </a:moveTo>
                <a:lnTo>
                  <a:pt x="612668" y="435150"/>
                </a:lnTo>
                <a:moveTo>
                  <a:pt x="1732735" y="338590"/>
                </a:moveTo>
                <a:lnTo>
                  <a:pt x="1760521" y="315897"/>
                </a:lnTo>
                <a:moveTo>
                  <a:pt x="2013284" y="690702"/>
                </a:moveTo>
                <a:lnTo>
                  <a:pt x="1926403" y="684798"/>
                </a:lnTo>
                <a:moveTo>
                  <a:pt x="1899195" y="600442"/>
                </a:moveTo>
                <a:lnTo>
                  <a:pt x="1818511" y="677031"/>
                </a:lnTo>
                <a:moveTo>
                  <a:pt x="2214118" y="702193"/>
                </a:moveTo>
                <a:lnTo>
                  <a:pt x="2237626" y="620805"/>
                </a:lnTo>
                <a:moveTo>
                  <a:pt x="2040108" y="477154"/>
                </a:moveTo>
                <a:lnTo>
                  <a:pt x="1987386" y="474419"/>
                </a:lnTo>
                <a:moveTo>
                  <a:pt x="715738" y="356856"/>
                </a:moveTo>
                <a:lnTo>
                  <a:pt x="618805" y="351553"/>
                </a:lnTo>
                <a:moveTo>
                  <a:pt x="560023" y="1020561"/>
                </a:moveTo>
                <a:lnTo>
                  <a:pt x="511118" y="974230"/>
                </a:lnTo>
                <a:moveTo>
                  <a:pt x="1797882" y="592805"/>
                </a:moveTo>
                <a:lnTo>
                  <a:pt x="1796552" y="587858"/>
                </a:lnTo>
                <a:moveTo>
                  <a:pt x="961400" y="493731"/>
                </a:moveTo>
                <a:lnTo>
                  <a:pt x="907376" y="512001"/>
                </a:lnTo>
                <a:moveTo>
                  <a:pt x="567805" y="517799"/>
                </a:moveTo>
                <a:lnTo>
                  <a:pt x="484259" y="554317"/>
                </a:lnTo>
                <a:moveTo>
                  <a:pt x="1046765" y="546633"/>
                </a:moveTo>
                <a:lnTo>
                  <a:pt x="1002834" y="543294"/>
                </a:lnTo>
                <a:moveTo>
                  <a:pt x="910524" y="789462"/>
                </a:moveTo>
                <a:lnTo>
                  <a:pt x="841997" y="703396"/>
                </a:lnTo>
                <a:moveTo>
                  <a:pt x="843252" y="490545"/>
                </a:moveTo>
                <a:lnTo>
                  <a:pt x="812501" y="446513"/>
                </a:lnTo>
                <a:moveTo>
                  <a:pt x="716849" y="441374"/>
                </a:moveTo>
                <a:lnTo>
                  <a:pt x="618805" y="351553"/>
                </a:lnTo>
                <a:moveTo>
                  <a:pt x="1911615" y="640830"/>
                </a:moveTo>
                <a:lnTo>
                  <a:pt x="1896086" y="682822"/>
                </a:lnTo>
                <a:moveTo>
                  <a:pt x="1921568" y="480278"/>
                </a:moveTo>
                <a:lnTo>
                  <a:pt x="1894416" y="429479"/>
                </a:lnTo>
                <a:moveTo>
                  <a:pt x="726848" y="189515"/>
                </a:moveTo>
                <a:lnTo>
                  <a:pt x="637354" y="183893"/>
                </a:lnTo>
                <a:moveTo>
                  <a:pt x="623026" y="224932"/>
                </a:moveTo>
                <a:lnTo>
                  <a:pt x="504972" y="220218"/>
                </a:lnTo>
                <a:moveTo>
                  <a:pt x="725857" y="475189"/>
                </a:moveTo>
                <a:lnTo>
                  <a:pt x="716849" y="441374"/>
                </a:lnTo>
                <a:moveTo>
                  <a:pt x="612668" y="435150"/>
                </a:moveTo>
                <a:lnTo>
                  <a:pt x="602106" y="434656"/>
                </a:lnTo>
                <a:moveTo>
                  <a:pt x="910524" y="789462"/>
                </a:moveTo>
                <a:lnTo>
                  <a:pt x="843207" y="787926"/>
                </a:lnTo>
                <a:moveTo>
                  <a:pt x="725167" y="273678"/>
                </a:moveTo>
                <a:lnTo>
                  <a:pt x="726848" y="189515"/>
                </a:lnTo>
                <a:moveTo>
                  <a:pt x="1926403" y="684798"/>
                </a:moveTo>
                <a:lnTo>
                  <a:pt x="1911615" y="640830"/>
                </a:lnTo>
                <a:moveTo>
                  <a:pt x="746761" y="991161"/>
                </a:moveTo>
                <a:lnTo>
                  <a:pt x="783778" y="1033499"/>
                </a:lnTo>
                <a:moveTo>
                  <a:pt x="612668" y="435150"/>
                </a:moveTo>
                <a:lnTo>
                  <a:pt x="618805" y="351553"/>
                </a:lnTo>
                <a:moveTo>
                  <a:pt x="916993" y="705908"/>
                </a:moveTo>
                <a:lnTo>
                  <a:pt x="841997" y="703396"/>
                </a:lnTo>
                <a:moveTo>
                  <a:pt x="950987" y="661704"/>
                </a:moveTo>
                <a:lnTo>
                  <a:pt x="916993" y="705908"/>
                </a:lnTo>
                <a:moveTo>
                  <a:pt x="2242988" y="537110"/>
                </a:moveTo>
                <a:lnTo>
                  <a:pt x="2222298" y="503140"/>
                </a:lnTo>
                <a:moveTo>
                  <a:pt x="2101990" y="779335"/>
                </a:moveTo>
                <a:lnTo>
                  <a:pt x="2138875" y="699649"/>
                </a:lnTo>
                <a:moveTo>
                  <a:pt x="843252" y="490545"/>
                </a:moveTo>
                <a:lnTo>
                  <a:pt x="754411" y="443298"/>
                </a:lnTo>
                <a:moveTo>
                  <a:pt x="637354" y="183893"/>
                </a:moveTo>
                <a:lnTo>
                  <a:pt x="623026" y="224932"/>
                </a:lnTo>
                <a:moveTo>
                  <a:pt x="715738" y="356856"/>
                </a:moveTo>
                <a:lnTo>
                  <a:pt x="629284" y="268509"/>
                </a:lnTo>
                <a:moveTo>
                  <a:pt x="926939" y="960304"/>
                </a:moveTo>
                <a:lnTo>
                  <a:pt x="934320" y="876866"/>
                </a:lnTo>
                <a:moveTo>
                  <a:pt x="627614" y="1004081"/>
                </a:moveTo>
                <a:lnTo>
                  <a:pt x="560023" y="1020561"/>
                </a:lnTo>
                <a:moveTo>
                  <a:pt x="2042956" y="692735"/>
                </a:moveTo>
                <a:lnTo>
                  <a:pt x="2013284" y="690702"/>
                </a:lnTo>
                <a:moveTo>
                  <a:pt x="496083" y="933610"/>
                </a:moveTo>
                <a:lnTo>
                  <a:pt x="504207" y="850266"/>
                </a:lnTo>
                <a:moveTo>
                  <a:pt x="514110" y="514018"/>
                </a:moveTo>
                <a:lnTo>
                  <a:pt x="464337" y="510120"/>
                </a:lnTo>
                <a:moveTo>
                  <a:pt x="2107435" y="446954"/>
                </a:moveTo>
                <a:lnTo>
                  <a:pt x="2040108" y="477154"/>
                </a:lnTo>
                <a:moveTo>
                  <a:pt x="975014" y="1127298"/>
                </a:moveTo>
                <a:lnTo>
                  <a:pt x="988456" y="1113115"/>
                </a:lnTo>
                <a:moveTo>
                  <a:pt x="627614" y="1004081"/>
                </a:moveTo>
                <a:lnTo>
                  <a:pt x="585456" y="1022328"/>
                </a:lnTo>
                <a:moveTo>
                  <a:pt x="438839" y="258159"/>
                </a:moveTo>
                <a:lnTo>
                  <a:pt x="388553" y="335348"/>
                </a:lnTo>
                <a:moveTo>
                  <a:pt x="1055832" y="632163"/>
                </a:moveTo>
                <a:lnTo>
                  <a:pt x="1002834" y="543294"/>
                </a:lnTo>
                <a:moveTo>
                  <a:pt x="612668" y="435150"/>
                </a:moveTo>
                <a:lnTo>
                  <a:pt x="598990" y="350776"/>
                </a:lnTo>
                <a:moveTo>
                  <a:pt x="436885" y="262677"/>
                </a:moveTo>
                <a:lnTo>
                  <a:pt x="388553" y="335348"/>
                </a:lnTo>
                <a:moveTo>
                  <a:pt x="1566495" y="480819"/>
                </a:moveTo>
                <a:lnTo>
                  <a:pt x="1504554" y="424154"/>
                </a:lnTo>
                <a:moveTo>
                  <a:pt x="438839" y="258159"/>
                </a:moveTo>
                <a:lnTo>
                  <a:pt x="396785" y="251691"/>
                </a:lnTo>
                <a:moveTo>
                  <a:pt x="960616" y="1133341"/>
                </a:moveTo>
                <a:lnTo>
                  <a:pt x="960065" y="1129186"/>
                </a:lnTo>
                <a:moveTo>
                  <a:pt x="2029169" y="653601"/>
                </a:moveTo>
                <a:lnTo>
                  <a:pt x="1926403" y="684798"/>
                </a:lnTo>
                <a:moveTo>
                  <a:pt x="1899195" y="600442"/>
                </a:moveTo>
                <a:lnTo>
                  <a:pt x="1896086" y="682822"/>
                </a:lnTo>
                <a:moveTo>
                  <a:pt x="1504493" y="492367"/>
                </a:moveTo>
                <a:lnTo>
                  <a:pt x="1566495" y="480819"/>
                </a:lnTo>
                <a:moveTo>
                  <a:pt x="1847894" y="430588"/>
                </a:moveTo>
                <a:lnTo>
                  <a:pt x="1873312" y="405496"/>
                </a:lnTo>
                <a:moveTo>
                  <a:pt x="1055832" y="632163"/>
                </a:moveTo>
                <a:lnTo>
                  <a:pt x="988016" y="626821"/>
                </a:lnTo>
                <a:moveTo>
                  <a:pt x="602106" y="434656"/>
                </a:moveTo>
                <a:lnTo>
                  <a:pt x="514110" y="514018"/>
                </a:lnTo>
                <a:moveTo>
                  <a:pt x="629284" y="268509"/>
                </a:moveTo>
                <a:lnTo>
                  <a:pt x="637354" y="183893"/>
                </a:lnTo>
                <a:moveTo>
                  <a:pt x="602106" y="434656"/>
                </a:moveTo>
                <a:lnTo>
                  <a:pt x="598990" y="350776"/>
                </a:lnTo>
                <a:moveTo>
                  <a:pt x="725167" y="273678"/>
                </a:moveTo>
                <a:lnTo>
                  <a:pt x="629284" y="268509"/>
                </a:lnTo>
                <a:moveTo>
                  <a:pt x="629284" y="268509"/>
                </a:moveTo>
                <a:lnTo>
                  <a:pt x="726848" y="189515"/>
                </a:lnTo>
                <a:moveTo>
                  <a:pt x="2214118" y="702193"/>
                </a:moveTo>
                <a:lnTo>
                  <a:pt x="2145642" y="683826"/>
                </a:lnTo>
                <a:moveTo>
                  <a:pt x="618805" y="351553"/>
                </a:moveTo>
                <a:lnTo>
                  <a:pt x="598990" y="350776"/>
                </a:lnTo>
                <a:moveTo>
                  <a:pt x="630873" y="521842"/>
                </a:moveTo>
                <a:lnTo>
                  <a:pt x="716849" y="441374"/>
                </a:lnTo>
                <a:moveTo>
                  <a:pt x="988016" y="626821"/>
                </a:moveTo>
                <a:lnTo>
                  <a:pt x="950987" y="661704"/>
                </a:lnTo>
                <a:moveTo>
                  <a:pt x="1779839" y="337555"/>
                </a:moveTo>
                <a:lnTo>
                  <a:pt x="1732735" y="338590"/>
                </a:lnTo>
                <a:moveTo>
                  <a:pt x="618805" y="351553"/>
                </a:moveTo>
                <a:lnTo>
                  <a:pt x="629284" y="268509"/>
                </a:lnTo>
                <a:moveTo>
                  <a:pt x="1899195" y="600442"/>
                </a:moveTo>
                <a:lnTo>
                  <a:pt x="1797882" y="592805"/>
                </a:lnTo>
                <a:moveTo>
                  <a:pt x="511118" y="974230"/>
                </a:moveTo>
                <a:lnTo>
                  <a:pt x="496083" y="933610"/>
                </a:lnTo>
                <a:moveTo>
                  <a:pt x="629284" y="268509"/>
                </a:moveTo>
                <a:lnTo>
                  <a:pt x="623026" y="224932"/>
                </a:lnTo>
                <a:moveTo>
                  <a:pt x="630873" y="521842"/>
                </a:moveTo>
                <a:lnTo>
                  <a:pt x="612668" y="435150"/>
                </a:lnTo>
                <a:moveTo>
                  <a:pt x="1055832" y="632163"/>
                </a:moveTo>
                <a:lnTo>
                  <a:pt x="1046765" y="546633"/>
                </a:lnTo>
                <a:moveTo>
                  <a:pt x="567805" y="517799"/>
                </a:moveTo>
                <a:lnTo>
                  <a:pt x="602106" y="434656"/>
                </a:lnTo>
                <a:moveTo>
                  <a:pt x="2159265" y="464084"/>
                </a:moveTo>
                <a:lnTo>
                  <a:pt x="2107435" y="446954"/>
                </a:lnTo>
                <a:moveTo>
                  <a:pt x="2029169" y="653601"/>
                </a:moveTo>
                <a:lnTo>
                  <a:pt x="2013284" y="690702"/>
                </a:lnTo>
                <a:moveTo>
                  <a:pt x="1002834" y="543294"/>
                </a:moveTo>
                <a:lnTo>
                  <a:pt x="961400" y="493731"/>
                </a:lnTo>
                <a:moveTo>
                  <a:pt x="534016" y="263418"/>
                </a:moveTo>
                <a:lnTo>
                  <a:pt x="504972" y="220218"/>
                </a:lnTo>
                <a:moveTo>
                  <a:pt x="843252" y="490545"/>
                </a:moveTo>
                <a:lnTo>
                  <a:pt x="725857" y="475189"/>
                </a:lnTo>
                <a:moveTo>
                  <a:pt x="1833471" y="513130"/>
                </a:moveTo>
                <a:lnTo>
                  <a:pt x="1894416" y="429479"/>
                </a:lnTo>
                <a:moveTo>
                  <a:pt x="1102026" y="550889"/>
                </a:moveTo>
                <a:lnTo>
                  <a:pt x="1046765" y="546633"/>
                </a:lnTo>
                <a:moveTo>
                  <a:pt x="630873" y="521842"/>
                </a:moveTo>
                <a:lnTo>
                  <a:pt x="602106" y="434656"/>
                </a:lnTo>
                <a:moveTo>
                  <a:pt x="2182074" y="701117"/>
                </a:moveTo>
                <a:lnTo>
                  <a:pt x="2138875" y="699649"/>
                </a:lnTo>
                <a:moveTo>
                  <a:pt x="1575819" y="494413"/>
                </a:moveTo>
                <a:lnTo>
                  <a:pt x="1504493" y="492367"/>
                </a:lnTo>
                <a:moveTo>
                  <a:pt x="618805" y="351553"/>
                </a:moveTo>
                <a:lnTo>
                  <a:pt x="597959" y="266936"/>
                </a:lnTo>
                <a:moveTo>
                  <a:pt x="602106" y="434656"/>
                </a:moveTo>
                <a:lnTo>
                  <a:pt x="525892" y="431139"/>
                </a:lnTo>
                <a:moveTo>
                  <a:pt x="2237626" y="620805"/>
                </a:moveTo>
                <a:lnTo>
                  <a:pt x="2242988" y="537110"/>
                </a:lnTo>
                <a:moveTo>
                  <a:pt x="1682290" y="521974"/>
                </a:moveTo>
                <a:lnTo>
                  <a:pt x="1721891" y="505965"/>
                </a:lnTo>
                <a:moveTo>
                  <a:pt x="2042956" y="692735"/>
                </a:moveTo>
                <a:lnTo>
                  <a:pt x="2029169" y="653601"/>
                </a:lnTo>
                <a:moveTo>
                  <a:pt x="666572" y="1028301"/>
                </a:moveTo>
                <a:lnTo>
                  <a:pt x="627614" y="1004081"/>
                </a:lnTo>
                <a:moveTo>
                  <a:pt x="597959" y="266936"/>
                </a:moveTo>
                <a:lnTo>
                  <a:pt x="623026" y="224932"/>
                </a:lnTo>
                <a:moveTo>
                  <a:pt x="725857" y="475189"/>
                </a:moveTo>
                <a:lnTo>
                  <a:pt x="630873" y="521842"/>
                </a:lnTo>
                <a:moveTo>
                  <a:pt x="2029169" y="653601"/>
                </a:moveTo>
                <a:lnTo>
                  <a:pt x="1911615" y="640830"/>
                </a:lnTo>
                <a:moveTo>
                  <a:pt x="1682290" y="521974"/>
                </a:moveTo>
                <a:lnTo>
                  <a:pt x="1615583" y="542182"/>
                </a:lnTo>
                <a:moveTo>
                  <a:pt x="2138875" y="699649"/>
                </a:moveTo>
                <a:lnTo>
                  <a:pt x="2042956" y="692735"/>
                </a:lnTo>
                <a:moveTo>
                  <a:pt x="975014" y="1127298"/>
                </a:moveTo>
                <a:lnTo>
                  <a:pt x="960065" y="1129186"/>
                </a:lnTo>
                <a:moveTo>
                  <a:pt x="1615583" y="542182"/>
                </a:moveTo>
                <a:lnTo>
                  <a:pt x="1575819" y="494413"/>
                </a:lnTo>
                <a:moveTo>
                  <a:pt x="1896050" y="516561"/>
                </a:moveTo>
                <a:lnTo>
                  <a:pt x="1797882" y="592805"/>
                </a:lnTo>
                <a:moveTo>
                  <a:pt x="1911615" y="640830"/>
                </a:moveTo>
                <a:lnTo>
                  <a:pt x="1899195" y="600442"/>
                </a:lnTo>
                <a:moveTo>
                  <a:pt x="1069625" y="656995"/>
                </a:moveTo>
                <a:lnTo>
                  <a:pt x="988016" y="626821"/>
                </a:lnTo>
                <a:moveTo>
                  <a:pt x="695346" y="525953"/>
                </a:moveTo>
                <a:lnTo>
                  <a:pt x="725857" y="475189"/>
                </a:lnTo>
                <a:moveTo>
                  <a:pt x="1896050" y="516561"/>
                </a:moveTo>
                <a:lnTo>
                  <a:pt x="1796552" y="587858"/>
                </a:lnTo>
                <a:moveTo>
                  <a:pt x="934320" y="876866"/>
                </a:moveTo>
                <a:lnTo>
                  <a:pt x="843207" y="787926"/>
                </a:lnTo>
                <a:moveTo>
                  <a:pt x="2222298" y="503140"/>
                </a:moveTo>
                <a:lnTo>
                  <a:pt x="2159265" y="464084"/>
                </a:lnTo>
                <a:moveTo>
                  <a:pt x="567805" y="517799"/>
                </a:moveTo>
                <a:lnTo>
                  <a:pt x="514110" y="514018"/>
                </a:lnTo>
                <a:moveTo>
                  <a:pt x="2182074" y="701117"/>
                </a:moveTo>
                <a:lnTo>
                  <a:pt x="2145642" y="683826"/>
                </a:lnTo>
                <a:moveTo>
                  <a:pt x="541791" y="768744"/>
                </a:moveTo>
                <a:lnTo>
                  <a:pt x="549610" y="685079"/>
                </a:lnTo>
                <a:moveTo>
                  <a:pt x="746761" y="991161"/>
                </a:moveTo>
                <a:lnTo>
                  <a:pt x="701781" y="1030096"/>
                </a:lnTo>
                <a:moveTo>
                  <a:pt x="809954" y="1027644"/>
                </a:moveTo>
                <a:lnTo>
                  <a:pt x="746761" y="991161"/>
                </a:lnTo>
                <a:moveTo>
                  <a:pt x="598990" y="350776"/>
                </a:moveTo>
                <a:lnTo>
                  <a:pt x="597959" y="266936"/>
                </a:lnTo>
                <a:moveTo>
                  <a:pt x="1911615" y="640830"/>
                </a:moveTo>
                <a:lnTo>
                  <a:pt x="1926749" y="602345"/>
                </a:lnTo>
                <a:moveTo>
                  <a:pt x="520472" y="823349"/>
                </a:moveTo>
                <a:lnTo>
                  <a:pt x="504207" y="850266"/>
                </a:lnTo>
                <a:moveTo>
                  <a:pt x="1745591" y="507955"/>
                </a:moveTo>
                <a:lnTo>
                  <a:pt x="1682290" y="521974"/>
                </a:lnTo>
                <a:moveTo>
                  <a:pt x="438839" y="258159"/>
                </a:moveTo>
                <a:lnTo>
                  <a:pt x="504972" y="220218"/>
                </a:lnTo>
                <a:moveTo>
                  <a:pt x="514110" y="514018"/>
                </a:moveTo>
                <a:lnTo>
                  <a:pt x="525892" y="431139"/>
                </a:lnTo>
                <a:moveTo>
                  <a:pt x="494563" y="935451"/>
                </a:moveTo>
                <a:lnTo>
                  <a:pt x="496083" y="933610"/>
                </a:lnTo>
                <a:moveTo>
                  <a:pt x="623026" y="224932"/>
                </a:moveTo>
                <a:lnTo>
                  <a:pt x="534016" y="263418"/>
                </a:lnTo>
                <a:moveTo>
                  <a:pt x="813264" y="701556"/>
                </a:moveTo>
                <a:lnTo>
                  <a:pt x="729636" y="696131"/>
                </a:lnTo>
                <a:moveTo>
                  <a:pt x="629284" y="268509"/>
                </a:moveTo>
                <a:lnTo>
                  <a:pt x="597959" y="266936"/>
                </a:lnTo>
                <a:moveTo>
                  <a:pt x="1080697" y="478413"/>
                </a:moveTo>
                <a:lnTo>
                  <a:pt x="1002834" y="543294"/>
                </a:lnTo>
                <a:moveTo>
                  <a:pt x="598990" y="350776"/>
                </a:moveTo>
                <a:lnTo>
                  <a:pt x="525892" y="431139"/>
                </a:lnTo>
                <a:moveTo>
                  <a:pt x="1102026" y="550889"/>
                </a:moveTo>
                <a:lnTo>
                  <a:pt x="1055832" y="632163"/>
                </a:lnTo>
                <a:moveTo>
                  <a:pt x="2145642" y="683826"/>
                </a:moveTo>
                <a:lnTo>
                  <a:pt x="2042956" y="692735"/>
                </a:lnTo>
                <a:moveTo>
                  <a:pt x="729636" y="696131"/>
                </a:moveTo>
                <a:lnTo>
                  <a:pt x="676560" y="693221"/>
                </a:lnTo>
                <a:moveTo>
                  <a:pt x="1894416" y="429479"/>
                </a:moveTo>
                <a:lnTo>
                  <a:pt x="1847894" y="430588"/>
                </a:lnTo>
                <a:moveTo>
                  <a:pt x="960616" y="1133341"/>
                </a:moveTo>
                <a:lnTo>
                  <a:pt x="918441" y="1186669"/>
                </a:lnTo>
                <a:moveTo>
                  <a:pt x="1796552" y="587858"/>
                </a:moveTo>
                <a:lnTo>
                  <a:pt x="1833471" y="513130"/>
                </a:lnTo>
                <a:moveTo>
                  <a:pt x="908170" y="876705"/>
                </a:moveTo>
                <a:lnTo>
                  <a:pt x="934320" y="876866"/>
                </a:lnTo>
                <a:moveTo>
                  <a:pt x="746761" y="991161"/>
                </a:moveTo>
                <a:lnTo>
                  <a:pt x="666572" y="1028301"/>
                </a:lnTo>
                <a:moveTo>
                  <a:pt x="1630957" y="294202"/>
                </a:moveTo>
                <a:lnTo>
                  <a:pt x="1578556" y="286288"/>
                </a:lnTo>
                <a:moveTo>
                  <a:pt x="628125" y="774623"/>
                </a:moveTo>
                <a:lnTo>
                  <a:pt x="541791" y="768744"/>
                </a:lnTo>
                <a:moveTo>
                  <a:pt x="841997" y="703396"/>
                </a:moveTo>
                <a:lnTo>
                  <a:pt x="813264" y="701556"/>
                </a:lnTo>
                <a:moveTo>
                  <a:pt x="436885" y="262677"/>
                </a:moveTo>
                <a:lnTo>
                  <a:pt x="399378" y="337698"/>
                </a:lnTo>
                <a:moveTo>
                  <a:pt x="541791" y="768744"/>
                </a:moveTo>
                <a:lnTo>
                  <a:pt x="520472" y="823349"/>
                </a:lnTo>
                <a:moveTo>
                  <a:pt x="630873" y="521842"/>
                </a:moveTo>
                <a:lnTo>
                  <a:pt x="567805" y="517799"/>
                </a:lnTo>
                <a:moveTo>
                  <a:pt x="2214118" y="702193"/>
                </a:moveTo>
                <a:lnTo>
                  <a:pt x="2169572" y="619176"/>
                </a:lnTo>
                <a:moveTo>
                  <a:pt x="629671" y="690443"/>
                </a:moveTo>
                <a:lnTo>
                  <a:pt x="549610" y="685079"/>
                </a:lnTo>
                <a:moveTo>
                  <a:pt x="1083417" y="634342"/>
                </a:moveTo>
                <a:lnTo>
                  <a:pt x="1055832" y="632163"/>
                </a:lnTo>
                <a:moveTo>
                  <a:pt x="628125" y="774623"/>
                </a:moveTo>
                <a:lnTo>
                  <a:pt x="549610" y="685079"/>
                </a:lnTo>
                <a:moveTo>
                  <a:pt x="494563" y="935451"/>
                </a:moveTo>
                <a:lnTo>
                  <a:pt x="504207" y="850266"/>
                </a:lnTo>
                <a:moveTo>
                  <a:pt x="809954" y="1027644"/>
                </a:moveTo>
                <a:lnTo>
                  <a:pt x="864020" y="959327"/>
                </a:lnTo>
                <a:moveTo>
                  <a:pt x="504222" y="851823"/>
                </a:moveTo>
                <a:lnTo>
                  <a:pt x="504207" y="850266"/>
                </a:lnTo>
                <a:moveTo>
                  <a:pt x="1796552" y="587858"/>
                </a:moveTo>
                <a:lnTo>
                  <a:pt x="1745591" y="507955"/>
                </a:lnTo>
                <a:moveTo>
                  <a:pt x="843207" y="787926"/>
                </a:moveTo>
                <a:lnTo>
                  <a:pt x="813264" y="701556"/>
                </a:lnTo>
                <a:moveTo>
                  <a:pt x="2014015" y="608345"/>
                </a:moveTo>
                <a:lnTo>
                  <a:pt x="1911615" y="640830"/>
                </a:lnTo>
                <a:moveTo>
                  <a:pt x="1083417" y="634342"/>
                </a:moveTo>
                <a:lnTo>
                  <a:pt x="1102026" y="550889"/>
                </a:lnTo>
                <a:moveTo>
                  <a:pt x="2040108" y="477154"/>
                </a:moveTo>
                <a:lnTo>
                  <a:pt x="1921568" y="480278"/>
                </a:lnTo>
                <a:moveTo>
                  <a:pt x="843207" y="787926"/>
                </a:moveTo>
                <a:lnTo>
                  <a:pt x="841997" y="703396"/>
                </a:lnTo>
                <a:moveTo>
                  <a:pt x="1732735" y="338590"/>
                </a:moveTo>
                <a:lnTo>
                  <a:pt x="1695958" y="301509"/>
                </a:lnTo>
                <a:moveTo>
                  <a:pt x="1931794" y="518609"/>
                </a:moveTo>
                <a:lnTo>
                  <a:pt x="1921568" y="480278"/>
                </a:lnTo>
                <a:moveTo>
                  <a:pt x="549610" y="685079"/>
                </a:moveTo>
                <a:lnTo>
                  <a:pt x="545552" y="601180"/>
                </a:lnTo>
                <a:moveTo>
                  <a:pt x="695346" y="525953"/>
                </a:moveTo>
                <a:lnTo>
                  <a:pt x="630873" y="521842"/>
                </a:lnTo>
                <a:moveTo>
                  <a:pt x="1926749" y="602345"/>
                </a:moveTo>
                <a:lnTo>
                  <a:pt x="1899195" y="600442"/>
                </a:lnTo>
                <a:moveTo>
                  <a:pt x="1080697" y="478413"/>
                </a:moveTo>
                <a:lnTo>
                  <a:pt x="1046765" y="546633"/>
                </a:lnTo>
                <a:moveTo>
                  <a:pt x="961400" y="493731"/>
                </a:moveTo>
                <a:lnTo>
                  <a:pt x="843252" y="490545"/>
                </a:lnTo>
                <a:moveTo>
                  <a:pt x="676560" y="693221"/>
                </a:moveTo>
                <a:lnTo>
                  <a:pt x="629671" y="690443"/>
                </a:lnTo>
                <a:moveTo>
                  <a:pt x="676560" y="693221"/>
                </a:moveTo>
                <a:lnTo>
                  <a:pt x="628125" y="774623"/>
                </a:lnTo>
                <a:moveTo>
                  <a:pt x="1173096" y="640051"/>
                </a:moveTo>
                <a:lnTo>
                  <a:pt x="1102026" y="550889"/>
                </a:lnTo>
                <a:moveTo>
                  <a:pt x="742099" y="782093"/>
                </a:moveTo>
                <a:lnTo>
                  <a:pt x="729636" y="696131"/>
                </a:lnTo>
                <a:moveTo>
                  <a:pt x="418656" y="341581"/>
                </a:moveTo>
                <a:lnTo>
                  <a:pt x="399378" y="337698"/>
                </a:lnTo>
                <a:moveTo>
                  <a:pt x="598990" y="350776"/>
                </a:moveTo>
                <a:lnTo>
                  <a:pt x="537960" y="348297"/>
                </a:lnTo>
                <a:moveTo>
                  <a:pt x="627614" y="1004081"/>
                </a:moveTo>
                <a:lnTo>
                  <a:pt x="511118" y="974230"/>
                </a:lnTo>
                <a:moveTo>
                  <a:pt x="1896050" y="516561"/>
                </a:moveTo>
                <a:lnTo>
                  <a:pt x="1921568" y="480278"/>
                </a:lnTo>
                <a:moveTo>
                  <a:pt x="545552" y="601180"/>
                </a:moveTo>
                <a:lnTo>
                  <a:pt x="567805" y="517799"/>
                </a:lnTo>
                <a:moveTo>
                  <a:pt x="1222659" y="642726"/>
                </a:moveTo>
                <a:lnTo>
                  <a:pt x="1173096" y="640051"/>
                </a:lnTo>
                <a:moveTo>
                  <a:pt x="628125" y="774623"/>
                </a:moveTo>
                <a:lnTo>
                  <a:pt x="629671" y="690443"/>
                </a:lnTo>
                <a:moveTo>
                  <a:pt x="659448" y="776703"/>
                </a:moveTo>
                <a:lnTo>
                  <a:pt x="676560" y="693221"/>
                </a:lnTo>
                <a:moveTo>
                  <a:pt x="597959" y="266936"/>
                </a:moveTo>
                <a:lnTo>
                  <a:pt x="534016" y="263418"/>
                </a:lnTo>
                <a:moveTo>
                  <a:pt x="2145642" y="683826"/>
                </a:moveTo>
                <a:lnTo>
                  <a:pt x="2029169" y="653601"/>
                </a:lnTo>
                <a:moveTo>
                  <a:pt x="1069625" y="656995"/>
                </a:moveTo>
                <a:lnTo>
                  <a:pt x="1055832" y="632163"/>
                </a:lnTo>
                <a:moveTo>
                  <a:pt x="1695958" y="301509"/>
                </a:moveTo>
                <a:lnTo>
                  <a:pt x="1630957" y="294202"/>
                </a:lnTo>
                <a:moveTo>
                  <a:pt x="813264" y="701556"/>
                </a:moveTo>
                <a:lnTo>
                  <a:pt x="742099" y="782093"/>
                </a:lnTo>
                <a:moveTo>
                  <a:pt x="659448" y="776703"/>
                </a:moveTo>
                <a:lnTo>
                  <a:pt x="628125" y="774623"/>
                </a:lnTo>
                <a:moveTo>
                  <a:pt x="786000" y="784838"/>
                </a:moveTo>
                <a:lnTo>
                  <a:pt x="813264" y="701556"/>
                </a:lnTo>
                <a:moveTo>
                  <a:pt x="926939" y="960304"/>
                </a:moveTo>
                <a:lnTo>
                  <a:pt x="864020" y="959327"/>
                </a:lnTo>
                <a:moveTo>
                  <a:pt x="629671" y="690443"/>
                </a:moveTo>
                <a:lnTo>
                  <a:pt x="545552" y="601180"/>
                </a:lnTo>
                <a:moveTo>
                  <a:pt x="1173096" y="640051"/>
                </a:moveTo>
                <a:lnTo>
                  <a:pt x="1083417" y="634342"/>
                </a:lnTo>
                <a:moveTo>
                  <a:pt x="885839" y="656752"/>
                </a:moveTo>
                <a:lnTo>
                  <a:pt x="916993" y="705908"/>
                </a:lnTo>
                <a:moveTo>
                  <a:pt x="2145642" y="683826"/>
                </a:moveTo>
                <a:lnTo>
                  <a:pt x="2138875" y="699649"/>
                </a:lnTo>
                <a:moveTo>
                  <a:pt x="1899195" y="600442"/>
                </a:moveTo>
                <a:lnTo>
                  <a:pt x="1896050" y="516561"/>
                </a:lnTo>
                <a:moveTo>
                  <a:pt x="511118" y="974230"/>
                </a:moveTo>
                <a:lnTo>
                  <a:pt x="494563" y="935451"/>
                </a:lnTo>
                <a:moveTo>
                  <a:pt x="1809810" y="374006"/>
                </a:moveTo>
                <a:lnTo>
                  <a:pt x="1732735" y="338590"/>
                </a:lnTo>
                <a:moveTo>
                  <a:pt x="1926749" y="602345"/>
                </a:moveTo>
                <a:lnTo>
                  <a:pt x="1931794" y="518609"/>
                </a:lnTo>
                <a:moveTo>
                  <a:pt x="742099" y="782093"/>
                </a:moveTo>
                <a:lnTo>
                  <a:pt x="676560" y="693221"/>
                </a:lnTo>
                <a:moveTo>
                  <a:pt x="1069625" y="656995"/>
                </a:moveTo>
                <a:lnTo>
                  <a:pt x="950987" y="661704"/>
                </a:lnTo>
                <a:moveTo>
                  <a:pt x="640186" y="801286"/>
                </a:moveTo>
                <a:lnTo>
                  <a:pt x="541791" y="768744"/>
                </a:lnTo>
                <a:moveTo>
                  <a:pt x="2029169" y="653601"/>
                </a:moveTo>
                <a:lnTo>
                  <a:pt x="2014015" y="608345"/>
                </a:lnTo>
                <a:moveTo>
                  <a:pt x="1921568" y="480278"/>
                </a:moveTo>
                <a:lnTo>
                  <a:pt x="1833471" y="513130"/>
                </a:lnTo>
                <a:moveTo>
                  <a:pt x="843207" y="787926"/>
                </a:moveTo>
                <a:lnTo>
                  <a:pt x="786000" y="784838"/>
                </a:lnTo>
                <a:moveTo>
                  <a:pt x="597959" y="266936"/>
                </a:moveTo>
                <a:lnTo>
                  <a:pt x="537960" y="348297"/>
                </a:lnTo>
                <a:moveTo>
                  <a:pt x="908170" y="876705"/>
                </a:moveTo>
                <a:lnTo>
                  <a:pt x="843207" y="787926"/>
                </a:lnTo>
                <a:moveTo>
                  <a:pt x="1926749" y="602345"/>
                </a:moveTo>
                <a:lnTo>
                  <a:pt x="1896050" y="516561"/>
                </a:lnTo>
                <a:moveTo>
                  <a:pt x="2040108" y="477154"/>
                </a:moveTo>
                <a:lnTo>
                  <a:pt x="1931794" y="518609"/>
                </a:lnTo>
                <a:moveTo>
                  <a:pt x="1222659" y="642726"/>
                </a:moveTo>
                <a:lnTo>
                  <a:pt x="1211376" y="558685"/>
                </a:lnTo>
                <a:moveTo>
                  <a:pt x="1083417" y="634342"/>
                </a:moveTo>
                <a:lnTo>
                  <a:pt x="1069625" y="656995"/>
                </a:lnTo>
                <a:moveTo>
                  <a:pt x="1184829" y="557166"/>
                </a:moveTo>
                <a:lnTo>
                  <a:pt x="1102026" y="550889"/>
                </a:lnTo>
                <a:moveTo>
                  <a:pt x="864020" y="959327"/>
                </a:moveTo>
                <a:lnTo>
                  <a:pt x="934320" y="876866"/>
                </a:lnTo>
                <a:moveTo>
                  <a:pt x="525892" y="431139"/>
                </a:moveTo>
                <a:lnTo>
                  <a:pt x="537960" y="348297"/>
                </a:lnTo>
                <a:moveTo>
                  <a:pt x="742099" y="782093"/>
                </a:moveTo>
                <a:lnTo>
                  <a:pt x="659448" y="776703"/>
                </a:lnTo>
                <a:moveTo>
                  <a:pt x="2014015" y="608345"/>
                </a:moveTo>
                <a:lnTo>
                  <a:pt x="1926749" y="602345"/>
                </a:lnTo>
                <a:moveTo>
                  <a:pt x="1931794" y="518609"/>
                </a:moveTo>
                <a:lnTo>
                  <a:pt x="1896050" y="516561"/>
                </a:lnTo>
                <a:moveTo>
                  <a:pt x="1102026" y="550889"/>
                </a:moveTo>
                <a:lnTo>
                  <a:pt x="1080697" y="478413"/>
                </a:lnTo>
                <a:moveTo>
                  <a:pt x="504222" y="851823"/>
                </a:moveTo>
                <a:lnTo>
                  <a:pt x="520472" y="823349"/>
                </a:lnTo>
                <a:moveTo>
                  <a:pt x="2184795" y="536735"/>
                </a:moveTo>
                <a:lnTo>
                  <a:pt x="2222298" y="503140"/>
                </a:lnTo>
                <a:moveTo>
                  <a:pt x="640186" y="801286"/>
                </a:moveTo>
                <a:lnTo>
                  <a:pt x="628125" y="774623"/>
                </a:lnTo>
                <a:moveTo>
                  <a:pt x="1222659" y="642726"/>
                </a:moveTo>
                <a:lnTo>
                  <a:pt x="1185062" y="703931"/>
                </a:lnTo>
                <a:moveTo>
                  <a:pt x="1847894" y="430588"/>
                </a:moveTo>
                <a:lnTo>
                  <a:pt x="1809810" y="374006"/>
                </a:lnTo>
                <a:moveTo>
                  <a:pt x="786000" y="784838"/>
                </a:moveTo>
                <a:lnTo>
                  <a:pt x="742099" y="782093"/>
                </a:lnTo>
                <a:moveTo>
                  <a:pt x="869377" y="922293"/>
                </a:moveTo>
                <a:lnTo>
                  <a:pt x="934320" y="876866"/>
                </a:lnTo>
                <a:moveTo>
                  <a:pt x="537960" y="348297"/>
                </a:moveTo>
                <a:lnTo>
                  <a:pt x="534016" y="263418"/>
                </a:lnTo>
                <a:moveTo>
                  <a:pt x="1211376" y="558685"/>
                </a:moveTo>
                <a:lnTo>
                  <a:pt x="1173096" y="640051"/>
                </a:lnTo>
                <a:moveTo>
                  <a:pt x="1504493" y="492367"/>
                </a:moveTo>
                <a:lnTo>
                  <a:pt x="1504554" y="424154"/>
                </a:lnTo>
                <a:moveTo>
                  <a:pt x="2017420" y="524593"/>
                </a:moveTo>
                <a:lnTo>
                  <a:pt x="1926749" y="602345"/>
                </a:lnTo>
                <a:moveTo>
                  <a:pt x="531853" y="853782"/>
                </a:moveTo>
                <a:lnTo>
                  <a:pt x="520472" y="823349"/>
                </a:lnTo>
                <a:moveTo>
                  <a:pt x="2029169" y="653601"/>
                </a:moveTo>
                <a:lnTo>
                  <a:pt x="2052892" y="611362"/>
                </a:lnTo>
                <a:moveTo>
                  <a:pt x="659448" y="776703"/>
                </a:moveTo>
                <a:lnTo>
                  <a:pt x="640186" y="801286"/>
                </a:lnTo>
                <a:moveTo>
                  <a:pt x="2237626" y="620805"/>
                </a:moveTo>
                <a:lnTo>
                  <a:pt x="2169572" y="619176"/>
                </a:lnTo>
                <a:moveTo>
                  <a:pt x="1173096" y="640051"/>
                </a:moveTo>
                <a:lnTo>
                  <a:pt x="1184829" y="557166"/>
                </a:lnTo>
                <a:moveTo>
                  <a:pt x="1185062" y="703931"/>
                </a:moveTo>
                <a:lnTo>
                  <a:pt x="1083417" y="634342"/>
                </a:lnTo>
                <a:moveTo>
                  <a:pt x="1809810" y="374006"/>
                </a:moveTo>
                <a:lnTo>
                  <a:pt x="1745280" y="359100"/>
                </a:lnTo>
                <a:moveTo>
                  <a:pt x="652346" y="605138"/>
                </a:moveTo>
                <a:lnTo>
                  <a:pt x="567805" y="517799"/>
                </a:lnTo>
                <a:moveTo>
                  <a:pt x="534016" y="263418"/>
                </a:moveTo>
                <a:lnTo>
                  <a:pt x="438839" y="258159"/>
                </a:lnTo>
                <a:moveTo>
                  <a:pt x="2017420" y="524593"/>
                </a:moveTo>
                <a:lnTo>
                  <a:pt x="2040108" y="477154"/>
                </a:lnTo>
                <a:moveTo>
                  <a:pt x="2159265" y="464084"/>
                </a:moveTo>
                <a:lnTo>
                  <a:pt x="2040108" y="477154"/>
                </a:lnTo>
                <a:moveTo>
                  <a:pt x="2017420" y="524593"/>
                </a:moveTo>
                <a:lnTo>
                  <a:pt x="1931794" y="518609"/>
                </a:lnTo>
                <a:moveTo>
                  <a:pt x="494563" y="935451"/>
                </a:moveTo>
                <a:lnTo>
                  <a:pt x="504222" y="851823"/>
                </a:lnTo>
                <a:moveTo>
                  <a:pt x="511118" y="974230"/>
                </a:moveTo>
                <a:lnTo>
                  <a:pt x="540460" y="939254"/>
                </a:lnTo>
                <a:moveTo>
                  <a:pt x="676560" y="693221"/>
                </a:moveTo>
                <a:lnTo>
                  <a:pt x="651747" y="614813"/>
                </a:lnTo>
                <a:moveTo>
                  <a:pt x="1195608" y="533810"/>
                </a:moveTo>
                <a:lnTo>
                  <a:pt x="1102026" y="550889"/>
                </a:lnTo>
                <a:moveTo>
                  <a:pt x="652346" y="605138"/>
                </a:moveTo>
                <a:lnTo>
                  <a:pt x="630873" y="521842"/>
                </a:lnTo>
                <a:moveTo>
                  <a:pt x="1185062" y="703931"/>
                </a:moveTo>
                <a:lnTo>
                  <a:pt x="1173096" y="640051"/>
                </a:lnTo>
                <a:moveTo>
                  <a:pt x="775974" y="519951"/>
                </a:moveTo>
                <a:lnTo>
                  <a:pt x="725857" y="475189"/>
                </a:lnTo>
                <a:moveTo>
                  <a:pt x="746761" y="991161"/>
                </a:moveTo>
                <a:lnTo>
                  <a:pt x="627614" y="1004081"/>
                </a:lnTo>
                <a:moveTo>
                  <a:pt x="1080697" y="478413"/>
                </a:moveTo>
                <a:lnTo>
                  <a:pt x="961400" y="493731"/>
                </a:lnTo>
                <a:moveTo>
                  <a:pt x="1615583" y="542182"/>
                </a:moveTo>
                <a:lnTo>
                  <a:pt x="1504493" y="492367"/>
                </a:lnTo>
                <a:moveTo>
                  <a:pt x="1042744" y="1090593"/>
                </a:moveTo>
                <a:lnTo>
                  <a:pt x="975014" y="1127298"/>
                </a:lnTo>
                <a:moveTo>
                  <a:pt x="1896050" y="516561"/>
                </a:moveTo>
                <a:lnTo>
                  <a:pt x="1833471" y="513130"/>
                </a:lnTo>
                <a:moveTo>
                  <a:pt x="651747" y="614813"/>
                </a:moveTo>
                <a:lnTo>
                  <a:pt x="629671" y="690443"/>
                </a:lnTo>
                <a:moveTo>
                  <a:pt x="652346" y="605138"/>
                </a:moveTo>
                <a:lnTo>
                  <a:pt x="695346" y="525953"/>
                </a:lnTo>
                <a:moveTo>
                  <a:pt x="1175926" y="725624"/>
                </a:moveTo>
                <a:lnTo>
                  <a:pt x="1083417" y="634342"/>
                </a:lnTo>
                <a:moveTo>
                  <a:pt x="1168176" y="893110"/>
                </a:moveTo>
                <a:lnTo>
                  <a:pt x="1067799" y="886816"/>
                </a:lnTo>
                <a:moveTo>
                  <a:pt x="531853" y="853782"/>
                </a:moveTo>
                <a:lnTo>
                  <a:pt x="504222" y="851823"/>
                </a:lnTo>
                <a:moveTo>
                  <a:pt x="769786" y="619762"/>
                </a:moveTo>
                <a:lnTo>
                  <a:pt x="729636" y="696131"/>
                </a:lnTo>
                <a:moveTo>
                  <a:pt x="2119415" y="616063"/>
                </a:moveTo>
                <a:lnTo>
                  <a:pt x="2029169" y="653601"/>
                </a:lnTo>
                <a:moveTo>
                  <a:pt x="2014015" y="608345"/>
                </a:moveTo>
                <a:lnTo>
                  <a:pt x="2017420" y="524593"/>
                </a:lnTo>
                <a:moveTo>
                  <a:pt x="655423" y="609341"/>
                </a:moveTo>
                <a:lnTo>
                  <a:pt x="695346" y="525953"/>
                </a:lnTo>
                <a:moveTo>
                  <a:pt x="1211376" y="558685"/>
                </a:moveTo>
                <a:lnTo>
                  <a:pt x="1184829" y="557166"/>
                </a:lnTo>
                <a:moveTo>
                  <a:pt x="758084" y="808522"/>
                </a:moveTo>
                <a:lnTo>
                  <a:pt x="659448" y="776703"/>
                </a:lnTo>
                <a:moveTo>
                  <a:pt x="813264" y="701556"/>
                </a:moveTo>
                <a:lnTo>
                  <a:pt x="769786" y="619762"/>
                </a:lnTo>
                <a:moveTo>
                  <a:pt x="1745591" y="507955"/>
                </a:moveTo>
                <a:lnTo>
                  <a:pt x="1721891" y="505965"/>
                </a:lnTo>
                <a:moveTo>
                  <a:pt x="598414" y="859319"/>
                </a:moveTo>
                <a:lnTo>
                  <a:pt x="541791" y="768744"/>
                </a:lnTo>
                <a:moveTo>
                  <a:pt x="1304115" y="649972"/>
                </a:moveTo>
                <a:lnTo>
                  <a:pt x="1222659" y="642726"/>
                </a:lnTo>
                <a:moveTo>
                  <a:pt x="1069483" y="466428"/>
                </a:moveTo>
                <a:lnTo>
                  <a:pt x="961400" y="493731"/>
                </a:lnTo>
                <a:moveTo>
                  <a:pt x="1175926" y="725624"/>
                </a:moveTo>
                <a:lnTo>
                  <a:pt x="1069625" y="656995"/>
                </a:lnTo>
                <a:moveTo>
                  <a:pt x="2052892" y="611362"/>
                </a:moveTo>
                <a:lnTo>
                  <a:pt x="2014015" y="608345"/>
                </a:lnTo>
                <a:moveTo>
                  <a:pt x="438839" y="258159"/>
                </a:moveTo>
                <a:lnTo>
                  <a:pt x="436885" y="262677"/>
                </a:lnTo>
                <a:moveTo>
                  <a:pt x="1200106" y="727863"/>
                </a:moveTo>
                <a:lnTo>
                  <a:pt x="1222659" y="642726"/>
                </a:lnTo>
                <a:moveTo>
                  <a:pt x="769786" y="619762"/>
                </a:moveTo>
                <a:lnTo>
                  <a:pt x="676560" y="693221"/>
                </a:lnTo>
                <a:moveTo>
                  <a:pt x="843252" y="490545"/>
                </a:moveTo>
                <a:lnTo>
                  <a:pt x="775974" y="519951"/>
                </a:lnTo>
                <a:moveTo>
                  <a:pt x="758084" y="808522"/>
                </a:moveTo>
                <a:lnTo>
                  <a:pt x="742099" y="782093"/>
                </a:lnTo>
                <a:moveTo>
                  <a:pt x="2237626" y="620805"/>
                </a:moveTo>
                <a:lnTo>
                  <a:pt x="2184795" y="536735"/>
                </a:lnTo>
                <a:moveTo>
                  <a:pt x="786000" y="784838"/>
                </a:moveTo>
                <a:lnTo>
                  <a:pt x="758084" y="808522"/>
                </a:lnTo>
                <a:moveTo>
                  <a:pt x="872657" y="869376"/>
                </a:moveTo>
                <a:lnTo>
                  <a:pt x="843207" y="787926"/>
                </a:lnTo>
                <a:moveTo>
                  <a:pt x="1833471" y="513130"/>
                </a:moveTo>
                <a:lnTo>
                  <a:pt x="1745591" y="507955"/>
                </a:lnTo>
                <a:moveTo>
                  <a:pt x="1084489" y="720185"/>
                </a:moveTo>
                <a:lnTo>
                  <a:pt x="1069625" y="656995"/>
                </a:lnTo>
                <a:moveTo>
                  <a:pt x="540460" y="939254"/>
                </a:moveTo>
                <a:lnTo>
                  <a:pt x="494563" y="935451"/>
                </a:lnTo>
                <a:moveTo>
                  <a:pt x="2145642" y="683826"/>
                </a:moveTo>
                <a:lnTo>
                  <a:pt x="2119415" y="616063"/>
                </a:lnTo>
                <a:moveTo>
                  <a:pt x="2145642" y="683826"/>
                </a:moveTo>
                <a:lnTo>
                  <a:pt x="2169572" y="619176"/>
                </a:lnTo>
                <a:moveTo>
                  <a:pt x="2242988" y="537110"/>
                </a:moveTo>
                <a:lnTo>
                  <a:pt x="2184795" y="536735"/>
                </a:lnTo>
                <a:moveTo>
                  <a:pt x="2052892" y="611362"/>
                </a:moveTo>
                <a:lnTo>
                  <a:pt x="2017420" y="524593"/>
                </a:lnTo>
                <a:moveTo>
                  <a:pt x="540460" y="939254"/>
                </a:moveTo>
                <a:lnTo>
                  <a:pt x="504222" y="851823"/>
                </a:lnTo>
                <a:moveTo>
                  <a:pt x="582609" y="942827"/>
                </a:moveTo>
                <a:lnTo>
                  <a:pt x="511118" y="974230"/>
                </a:lnTo>
                <a:moveTo>
                  <a:pt x="1736708" y="497359"/>
                </a:moveTo>
                <a:lnTo>
                  <a:pt x="1721891" y="505965"/>
                </a:lnTo>
                <a:moveTo>
                  <a:pt x="765268" y="616790"/>
                </a:moveTo>
                <a:lnTo>
                  <a:pt x="695346" y="525953"/>
                </a:lnTo>
                <a:moveTo>
                  <a:pt x="1211376" y="558685"/>
                </a:moveTo>
                <a:lnTo>
                  <a:pt x="1195608" y="533810"/>
                </a:lnTo>
                <a:moveTo>
                  <a:pt x="418656" y="341581"/>
                </a:moveTo>
                <a:lnTo>
                  <a:pt x="436885" y="262677"/>
                </a:lnTo>
                <a:moveTo>
                  <a:pt x="775974" y="519951"/>
                </a:moveTo>
                <a:lnTo>
                  <a:pt x="695346" y="525953"/>
                </a:lnTo>
                <a:moveTo>
                  <a:pt x="1158686" y="809103"/>
                </a:moveTo>
                <a:lnTo>
                  <a:pt x="1067799" y="886816"/>
                </a:lnTo>
                <a:moveTo>
                  <a:pt x="1067799" y="886816"/>
                </a:moveTo>
                <a:lnTo>
                  <a:pt x="1083981" y="804497"/>
                </a:lnTo>
                <a:moveTo>
                  <a:pt x="908170" y="876705"/>
                </a:moveTo>
                <a:lnTo>
                  <a:pt x="869377" y="922293"/>
                </a:lnTo>
                <a:moveTo>
                  <a:pt x="885839" y="656752"/>
                </a:moveTo>
                <a:lnTo>
                  <a:pt x="813264" y="701556"/>
                </a:lnTo>
                <a:moveTo>
                  <a:pt x="1669646" y="523295"/>
                </a:moveTo>
                <a:lnTo>
                  <a:pt x="1682290" y="521974"/>
                </a:lnTo>
                <a:moveTo>
                  <a:pt x="1168176" y="893110"/>
                </a:moveTo>
                <a:lnTo>
                  <a:pt x="1158686" y="809103"/>
                </a:lnTo>
                <a:moveTo>
                  <a:pt x="1195608" y="533810"/>
                </a:moveTo>
                <a:lnTo>
                  <a:pt x="1184829" y="557166"/>
                </a:lnTo>
                <a:moveTo>
                  <a:pt x="1175926" y="725624"/>
                </a:moveTo>
                <a:lnTo>
                  <a:pt x="1185062" y="703931"/>
                </a:lnTo>
                <a:moveTo>
                  <a:pt x="598414" y="859319"/>
                </a:moveTo>
                <a:lnTo>
                  <a:pt x="520472" y="823349"/>
                </a:lnTo>
                <a:moveTo>
                  <a:pt x="885839" y="656752"/>
                </a:moveTo>
                <a:lnTo>
                  <a:pt x="841997" y="703396"/>
                </a:lnTo>
                <a:moveTo>
                  <a:pt x="950987" y="661704"/>
                </a:moveTo>
                <a:lnTo>
                  <a:pt x="885839" y="656752"/>
                </a:lnTo>
                <a:moveTo>
                  <a:pt x="540460" y="939254"/>
                </a:moveTo>
                <a:lnTo>
                  <a:pt x="531853" y="853782"/>
                </a:lnTo>
                <a:moveTo>
                  <a:pt x="872657" y="869376"/>
                </a:moveTo>
                <a:lnTo>
                  <a:pt x="786000" y="784838"/>
                </a:lnTo>
                <a:moveTo>
                  <a:pt x="1833471" y="513130"/>
                </a:moveTo>
                <a:lnTo>
                  <a:pt x="1736708" y="497359"/>
                </a:lnTo>
                <a:moveTo>
                  <a:pt x="908170" y="876705"/>
                </a:moveTo>
                <a:lnTo>
                  <a:pt x="872657" y="869376"/>
                </a:lnTo>
                <a:moveTo>
                  <a:pt x="2070819" y="529265"/>
                </a:moveTo>
                <a:lnTo>
                  <a:pt x="2040108" y="477154"/>
                </a:lnTo>
                <a:moveTo>
                  <a:pt x="1195608" y="533810"/>
                </a:moveTo>
                <a:lnTo>
                  <a:pt x="1080697" y="478413"/>
                </a:lnTo>
                <a:moveTo>
                  <a:pt x="1080697" y="478413"/>
                </a:moveTo>
                <a:lnTo>
                  <a:pt x="1069483" y="466428"/>
                </a:lnTo>
                <a:moveTo>
                  <a:pt x="864020" y="959327"/>
                </a:moveTo>
                <a:lnTo>
                  <a:pt x="746761" y="991161"/>
                </a:lnTo>
                <a:moveTo>
                  <a:pt x="1833471" y="513130"/>
                </a:moveTo>
                <a:lnTo>
                  <a:pt x="1847894" y="430588"/>
                </a:lnTo>
                <a:moveTo>
                  <a:pt x="1668273" y="337417"/>
                </a:moveTo>
                <a:lnTo>
                  <a:pt x="1695958" y="301509"/>
                </a:lnTo>
                <a:moveTo>
                  <a:pt x="897670" y="465922"/>
                </a:moveTo>
                <a:lnTo>
                  <a:pt x="843252" y="490545"/>
                </a:lnTo>
                <a:moveTo>
                  <a:pt x="1745591" y="507955"/>
                </a:moveTo>
                <a:lnTo>
                  <a:pt x="1736708" y="497359"/>
                </a:lnTo>
                <a:moveTo>
                  <a:pt x="877026" y="876604"/>
                </a:moveTo>
                <a:lnTo>
                  <a:pt x="908170" y="876705"/>
                </a:lnTo>
                <a:moveTo>
                  <a:pt x="996127" y="462841"/>
                </a:moveTo>
                <a:lnTo>
                  <a:pt x="961400" y="493731"/>
                </a:lnTo>
                <a:moveTo>
                  <a:pt x="627614" y="1004081"/>
                </a:moveTo>
                <a:lnTo>
                  <a:pt x="582609" y="942827"/>
                </a:lnTo>
                <a:moveTo>
                  <a:pt x="1175926" y="725624"/>
                </a:moveTo>
                <a:lnTo>
                  <a:pt x="1084489" y="720185"/>
                </a:lnTo>
                <a:moveTo>
                  <a:pt x="651747" y="614813"/>
                </a:moveTo>
                <a:lnTo>
                  <a:pt x="655423" y="609341"/>
                </a:lnTo>
                <a:moveTo>
                  <a:pt x="1158686" y="809103"/>
                </a:moveTo>
                <a:lnTo>
                  <a:pt x="1175926" y="725624"/>
                </a:lnTo>
                <a:moveTo>
                  <a:pt x="1175926" y="725624"/>
                </a:moveTo>
                <a:lnTo>
                  <a:pt x="1083981" y="804497"/>
                </a:lnTo>
                <a:moveTo>
                  <a:pt x="655423" y="609341"/>
                </a:moveTo>
                <a:lnTo>
                  <a:pt x="652346" y="605138"/>
                </a:lnTo>
                <a:moveTo>
                  <a:pt x="627614" y="1004081"/>
                </a:moveTo>
                <a:lnTo>
                  <a:pt x="665794" y="948168"/>
                </a:lnTo>
                <a:moveTo>
                  <a:pt x="975014" y="1127298"/>
                </a:moveTo>
                <a:lnTo>
                  <a:pt x="960616" y="1133341"/>
                </a:lnTo>
                <a:moveTo>
                  <a:pt x="1002904" y="677431"/>
                </a:moveTo>
                <a:lnTo>
                  <a:pt x="950987" y="661704"/>
                </a:lnTo>
                <a:moveTo>
                  <a:pt x="2119415" y="616063"/>
                </a:moveTo>
                <a:lnTo>
                  <a:pt x="2052892" y="611362"/>
                </a:lnTo>
                <a:moveTo>
                  <a:pt x="1745280" y="359100"/>
                </a:moveTo>
                <a:lnTo>
                  <a:pt x="1732735" y="338590"/>
                </a:lnTo>
                <a:moveTo>
                  <a:pt x="1097904" y="468760"/>
                </a:moveTo>
                <a:lnTo>
                  <a:pt x="1080697" y="478413"/>
                </a:lnTo>
                <a:moveTo>
                  <a:pt x="708218" y="950943"/>
                </a:moveTo>
                <a:lnTo>
                  <a:pt x="627614" y="1004081"/>
                </a:lnTo>
                <a:moveTo>
                  <a:pt x="1200106" y="727863"/>
                </a:moveTo>
                <a:lnTo>
                  <a:pt x="1185062" y="703931"/>
                </a:lnTo>
                <a:moveTo>
                  <a:pt x="598414" y="859319"/>
                </a:moveTo>
                <a:lnTo>
                  <a:pt x="640186" y="801286"/>
                </a:lnTo>
                <a:moveTo>
                  <a:pt x="1713349" y="507320"/>
                </a:moveTo>
                <a:lnTo>
                  <a:pt x="1721891" y="505965"/>
                </a:lnTo>
                <a:moveTo>
                  <a:pt x="598414" y="859319"/>
                </a:moveTo>
                <a:lnTo>
                  <a:pt x="531853" y="853782"/>
                </a:lnTo>
                <a:moveTo>
                  <a:pt x="1083981" y="804497"/>
                </a:moveTo>
                <a:lnTo>
                  <a:pt x="1084489" y="720185"/>
                </a:lnTo>
                <a:moveTo>
                  <a:pt x="2070819" y="529265"/>
                </a:moveTo>
                <a:lnTo>
                  <a:pt x="2017420" y="524593"/>
                </a:lnTo>
                <a:moveTo>
                  <a:pt x="1158686" y="809103"/>
                </a:moveTo>
                <a:lnTo>
                  <a:pt x="1083981" y="804497"/>
                </a:lnTo>
                <a:moveTo>
                  <a:pt x="2159265" y="464084"/>
                </a:moveTo>
                <a:lnTo>
                  <a:pt x="2070819" y="529265"/>
                </a:lnTo>
                <a:moveTo>
                  <a:pt x="1256566" y="732853"/>
                </a:moveTo>
                <a:lnTo>
                  <a:pt x="1222659" y="642726"/>
                </a:lnTo>
                <a:moveTo>
                  <a:pt x="769786" y="619762"/>
                </a:moveTo>
                <a:lnTo>
                  <a:pt x="651747" y="614813"/>
                </a:lnTo>
                <a:moveTo>
                  <a:pt x="1200106" y="727863"/>
                </a:moveTo>
                <a:lnTo>
                  <a:pt x="1175926" y="725624"/>
                </a:lnTo>
                <a:moveTo>
                  <a:pt x="961400" y="493731"/>
                </a:moveTo>
                <a:lnTo>
                  <a:pt x="897670" y="465922"/>
                </a:lnTo>
                <a:moveTo>
                  <a:pt x="1779262" y="428885"/>
                </a:moveTo>
                <a:lnTo>
                  <a:pt x="1809810" y="374006"/>
                </a:lnTo>
                <a:moveTo>
                  <a:pt x="1276441" y="565607"/>
                </a:moveTo>
                <a:lnTo>
                  <a:pt x="1222659" y="642726"/>
                </a:lnTo>
                <a:moveTo>
                  <a:pt x="869377" y="922293"/>
                </a:moveTo>
                <a:lnTo>
                  <a:pt x="864020" y="959327"/>
                </a:lnTo>
                <a:moveTo>
                  <a:pt x="872657" y="869376"/>
                </a:moveTo>
                <a:lnTo>
                  <a:pt x="758084" y="808522"/>
                </a:lnTo>
                <a:moveTo>
                  <a:pt x="2052892" y="611362"/>
                </a:moveTo>
                <a:lnTo>
                  <a:pt x="2070819" y="529265"/>
                </a:lnTo>
                <a:moveTo>
                  <a:pt x="765268" y="616790"/>
                </a:moveTo>
                <a:lnTo>
                  <a:pt x="651747" y="614813"/>
                </a:lnTo>
                <a:moveTo>
                  <a:pt x="2169572" y="619176"/>
                </a:moveTo>
                <a:lnTo>
                  <a:pt x="2119415" y="616063"/>
                </a:lnTo>
                <a:moveTo>
                  <a:pt x="1097904" y="468760"/>
                </a:moveTo>
                <a:lnTo>
                  <a:pt x="1069483" y="466428"/>
                </a:lnTo>
                <a:moveTo>
                  <a:pt x="2184795" y="536735"/>
                </a:moveTo>
                <a:lnTo>
                  <a:pt x="2159265" y="464084"/>
                </a:lnTo>
                <a:moveTo>
                  <a:pt x="1069625" y="656995"/>
                </a:moveTo>
                <a:lnTo>
                  <a:pt x="1002904" y="677431"/>
                </a:lnTo>
                <a:moveTo>
                  <a:pt x="2106348" y="531986"/>
                </a:moveTo>
                <a:lnTo>
                  <a:pt x="2159265" y="464084"/>
                </a:lnTo>
                <a:moveTo>
                  <a:pt x="765268" y="616790"/>
                </a:moveTo>
                <a:lnTo>
                  <a:pt x="655423" y="609341"/>
                </a:lnTo>
                <a:moveTo>
                  <a:pt x="699316" y="866948"/>
                </a:moveTo>
                <a:lnTo>
                  <a:pt x="659448" y="776703"/>
                </a:lnTo>
                <a:moveTo>
                  <a:pt x="746761" y="991161"/>
                </a:moveTo>
                <a:lnTo>
                  <a:pt x="708218" y="950943"/>
                </a:lnTo>
                <a:moveTo>
                  <a:pt x="598414" y="859319"/>
                </a:moveTo>
                <a:lnTo>
                  <a:pt x="540460" y="939254"/>
                </a:lnTo>
                <a:moveTo>
                  <a:pt x="1548700" y="565222"/>
                </a:moveTo>
                <a:lnTo>
                  <a:pt x="1504493" y="492367"/>
                </a:lnTo>
                <a:moveTo>
                  <a:pt x="1069483" y="466428"/>
                </a:moveTo>
                <a:lnTo>
                  <a:pt x="996127" y="462841"/>
                </a:lnTo>
                <a:moveTo>
                  <a:pt x="2106348" y="531986"/>
                </a:moveTo>
                <a:lnTo>
                  <a:pt x="2052892" y="611362"/>
                </a:lnTo>
                <a:moveTo>
                  <a:pt x="582609" y="942827"/>
                </a:moveTo>
                <a:lnTo>
                  <a:pt x="540460" y="939254"/>
                </a:lnTo>
                <a:moveTo>
                  <a:pt x="1713349" y="507320"/>
                </a:moveTo>
                <a:lnTo>
                  <a:pt x="1736708" y="497359"/>
                </a:lnTo>
                <a:moveTo>
                  <a:pt x="877026" y="876604"/>
                </a:moveTo>
                <a:lnTo>
                  <a:pt x="869377" y="922293"/>
                </a:lnTo>
                <a:moveTo>
                  <a:pt x="728769" y="532252"/>
                </a:moveTo>
                <a:lnTo>
                  <a:pt x="695346" y="525953"/>
                </a:lnTo>
                <a:moveTo>
                  <a:pt x="678123" y="865359"/>
                </a:moveTo>
                <a:lnTo>
                  <a:pt x="640186" y="801286"/>
                </a:lnTo>
                <a:moveTo>
                  <a:pt x="769786" y="619762"/>
                </a:moveTo>
                <a:lnTo>
                  <a:pt x="765268" y="616790"/>
                </a:lnTo>
                <a:moveTo>
                  <a:pt x="1615583" y="542182"/>
                </a:moveTo>
                <a:lnTo>
                  <a:pt x="1548700" y="565222"/>
                </a:lnTo>
                <a:moveTo>
                  <a:pt x="877026" y="876604"/>
                </a:moveTo>
                <a:lnTo>
                  <a:pt x="872657" y="869376"/>
                </a:lnTo>
                <a:moveTo>
                  <a:pt x="1276441" y="565607"/>
                </a:moveTo>
                <a:lnTo>
                  <a:pt x="1211376" y="558685"/>
                </a:lnTo>
                <a:moveTo>
                  <a:pt x="746761" y="991161"/>
                </a:moveTo>
                <a:lnTo>
                  <a:pt x="785779" y="956402"/>
                </a:lnTo>
                <a:moveTo>
                  <a:pt x="699316" y="866948"/>
                </a:moveTo>
                <a:lnTo>
                  <a:pt x="640186" y="801286"/>
                </a:lnTo>
                <a:moveTo>
                  <a:pt x="2169572" y="619176"/>
                </a:moveTo>
                <a:lnTo>
                  <a:pt x="2184795" y="536735"/>
                </a:lnTo>
                <a:moveTo>
                  <a:pt x="1154181" y="473738"/>
                </a:moveTo>
                <a:lnTo>
                  <a:pt x="1080697" y="478413"/>
                </a:lnTo>
                <a:moveTo>
                  <a:pt x="885839" y="656752"/>
                </a:moveTo>
                <a:lnTo>
                  <a:pt x="769786" y="619762"/>
                </a:lnTo>
                <a:moveTo>
                  <a:pt x="2119415" y="616063"/>
                </a:moveTo>
                <a:lnTo>
                  <a:pt x="2106348" y="531986"/>
                </a:lnTo>
                <a:moveTo>
                  <a:pt x="2169572" y="619176"/>
                </a:moveTo>
                <a:lnTo>
                  <a:pt x="2106348" y="531986"/>
                </a:lnTo>
                <a:moveTo>
                  <a:pt x="582609" y="942827"/>
                </a:moveTo>
                <a:lnTo>
                  <a:pt x="598414" y="859319"/>
                </a:lnTo>
                <a:moveTo>
                  <a:pt x="1669646" y="523295"/>
                </a:moveTo>
                <a:lnTo>
                  <a:pt x="1721891" y="505965"/>
                </a:lnTo>
                <a:moveTo>
                  <a:pt x="665794" y="948168"/>
                </a:moveTo>
                <a:lnTo>
                  <a:pt x="598414" y="859319"/>
                </a:lnTo>
                <a:moveTo>
                  <a:pt x="1669646" y="523295"/>
                </a:moveTo>
                <a:lnTo>
                  <a:pt x="1615583" y="542182"/>
                </a:lnTo>
                <a:moveTo>
                  <a:pt x="864020" y="959327"/>
                </a:moveTo>
                <a:lnTo>
                  <a:pt x="785779" y="956402"/>
                </a:lnTo>
                <a:moveTo>
                  <a:pt x="1732735" y="338590"/>
                </a:moveTo>
                <a:lnTo>
                  <a:pt x="1668273" y="337417"/>
                </a:lnTo>
                <a:moveTo>
                  <a:pt x="2106348" y="531986"/>
                </a:moveTo>
                <a:lnTo>
                  <a:pt x="2070819" y="529265"/>
                </a:lnTo>
                <a:moveTo>
                  <a:pt x="1195608" y="533810"/>
                </a:moveTo>
                <a:lnTo>
                  <a:pt x="1154181" y="473738"/>
                </a:lnTo>
                <a:moveTo>
                  <a:pt x="1833471" y="513130"/>
                </a:moveTo>
                <a:lnTo>
                  <a:pt x="1779262" y="428885"/>
                </a:lnTo>
                <a:moveTo>
                  <a:pt x="1276441" y="565607"/>
                </a:moveTo>
                <a:lnTo>
                  <a:pt x="1195608" y="533810"/>
                </a:lnTo>
                <a:moveTo>
                  <a:pt x="699316" y="866948"/>
                </a:moveTo>
                <a:lnTo>
                  <a:pt x="758084" y="808522"/>
                </a:lnTo>
                <a:moveTo>
                  <a:pt x="665794" y="948168"/>
                </a:moveTo>
                <a:lnTo>
                  <a:pt x="582609" y="942827"/>
                </a:lnTo>
                <a:moveTo>
                  <a:pt x="1668273" y="337417"/>
                </a:moveTo>
                <a:lnTo>
                  <a:pt x="1630957" y="294202"/>
                </a:lnTo>
                <a:moveTo>
                  <a:pt x="897670" y="465922"/>
                </a:moveTo>
                <a:lnTo>
                  <a:pt x="775974" y="519951"/>
                </a:lnTo>
                <a:moveTo>
                  <a:pt x="1069483" y="466428"/>
                </a:moveTo>
                <a:lnTo>
                  <a:pt x="1018011" y="433749"/>
                </a:lnTo>
                <a:moveTo>
                  <a:pt x="1028359" y="720071"/>
                </a:moveTo>
                <a:lnTo>
                  <a:pt x="1069625" y="656995"/>
                </a:lnTo>
                <a:moveTo>
                  <a:pt x="2184795" y="536735"/>
                </a:moveTo>
                <a:lnTo>
                  <a:pt x="2106348" y="531986"/>
                </a:lnTo>
                <a:moveTo>
                  <a:pt x="769786" y="619762"/>
                </a:moveTo>
                <a:lnTo>
                  <a:pt x="792761" y="619782"/>
                </a:lnTo>
                <a:moveTo>
                  <a:pt x="708218" y="950943"/>
                </a:moveTo>
                <a:lnTo>
                  <a:pt x="665794" y="948168"/>
                </a:lnTo>
                <a:moveTo>
                  <a:pt x="1256566" y="732853"/>
                </a:moveTo>
                <a:lnTo>
                  <a:pt x="1304115" y="649972"/>
                </a:lnTo>
                <a:moveTo>
                  <a:pt x="1304115" y="649972"/>
                </a:moveTo>
                <a:lnTo>
                  <a:pt x="1276441" y="565607"/>
                </a:lnTo>
                <a:moveTo>
                  <a:pt x="996127" y="462841"/>
                </a:moveTo>
                <a:lnTo>
                  <a:pt x="897670" y="465922"/>
                </a:lnTo>
                <a:moveTo>
                  <a:pt x="1256566" y="732853"/>
                </a:moveTo>
                <a:lnTo>
                  <a:pt x="1200106" y="727863"/>
                </a:lnTo>
                <a:moveTo>
                  <a:pt x="678123" y="865359"/>
                </a:moveTo>
                <a:lnTo>
                  <a:pt x="598414" y="859319"/>
                </a:lnTo>
                <a:moveTo>
                  <a:pt x="1234725" y="756008"/>
                </a:moveTo>
                <a:lnTo>
                  <a:pt x="1175926" y="725624"/>
                </a:lnTo>
                <a:moveTo>
                  <a:pt x="960616" y="1133341"/>
                </a:moveTo>
                <a:lnTo>
                  <a:pt x="907976" y="1133672"/>
                </a:lnTo>
                <a:moveTo>
                  <a:pt x="1154181" y="473738"/>
                </a:moveTo>
                <a:lnTo>
                  <a:pt x="1097904" y="468760"/>
                </a:lnTo>
                <a:moveTo>
                  <a:pt x="792761" y="619782"/>
                </a:moveTo>
                <a:lnTo>
                  <a:pt x="765268" y="616790"/>
                </a:lnTo>
                <a:moveTo>
                  <a:pt x="909211" y="1132913"/>
                </a:moveTo>
                <a:lnTo>
                  <a:pt x="960616" y="1133341"/>
                </a:lnTo>
                <a:moveTo>
                  <a:pt x="1002904" y="677431"/>
                </a:moveTo>
                <a:lnTo>
                  <a:pt x="885839" y="656752"/>
                </a:lnTo>
                <a:moveTo>
                  <a:pt x="1736708" y="497359"/>
                </a:moveTo>
                <a:lnTo>
                  <a:pt x="1779262" y="428885"/>
                </a:lnTo>
                <a:moveTo>
                  <a:pt x="1504493" y="492367"/>
                </a:moveTo>
                <a:lnTo>
                  <a:pt x="1471514" y="495199"/>
                </a:lnTo>
                <a:moveTo>
                  <a:pt x="1745280" y="359100"/>
                </a:moveTo>
                <a:lnTo>
                  <a:pt x="1668273" y="337417"/>
                </a:lnTo>
                <a:moveTo>
                  <a:pt x="1061312" y="891003"/>
                </a:moveTo>
                <a:lnTo>
                  <a:pt x="1067799" y="886816"/>
                </a:lnTo>
                <a:moveTo>
                  <a:pt x="1847894" y="430588"/>
                </a:moveTo>
                <a:lnTo>
                  <a:pt x="1779262" y="428885"/>
                </a:lnTo>
                <a:moveTo>
                  <a:pt x="1097904" y="468760"/>
                </a:moveTo>
                <a:lnTo>
                  <a:pt x="1018011" y="433749"/>
                </a:lnTo>
                <a:moveTo>
                  <a:pt x="1138237" y="895774"/>
                </a:moveTo>
                <a:lnTo>
                  <a:pt x="1168176" y="893110"/>
                </a:lnTo>
                <a:moveTo>
                  <a:pt x="665794" y="948168"/>
                </a:moveTo>
                <a:lnTo>
                  <a:pt x="678123" y="865359"/>
                </a:lnTo>
                <a:moveTo>
                  <a:pt x="803543" y="928408"/>
                </a:moveTo>
                <a:lnTo>
                  <a:pt x="864020" y="959327"/>
                </a:lnTo>
                <a:moveTo>
                  <a:pt x="1779262" y="428885"/>
                </a:moveTo>
                <a:lnTo>
                  <a:pt x="1745280" y="359100"/>
                </a:lnTo>
                <a:moveTo>
                  <a:pt x="1067799" y="886816"/>
                </a:moveTo>
                <a:lnTo>
                  <a:pt x="1036941" y="805540"/>
                </a:lnTo>
                <a:moveTo>
                  <a:pt x="785779" y="956402"/>
                </a:moveTo>
                <a:lnTo>
                  <a:pt x="708218" y="950943"/>
                </a:lnTo>
                <a:moveTo>
                  <a:pt x="808592" y="846976"/>
                </a:moveTo>
                <a:lnTo>
                  <a:pt x="758084" y="808522"/>
                </a:lnTo>
                <a:moveTo>
                  <a:pt x="699316" y="866948"/>
                </a:moveTo>
                <a:lnTo>
                  <a:pt x="665794" y="948168"/>
                </a:lnTo>
                <a:moveTo>
                  <a:pt x="996127" y="462841"/>
                </a:moveTo>
                <a:lnTo>
                  <a:pt x="909603" y="458863"/>
                </a:lnTo>
                <a:moveTo>
                  <a:pt x="1018011" y="433749"/>
                </a:moveTo>
                <a:lnTo>
                  <a:pt x="996127" y="462841"/>
                </a:lnTo>
                <a:moveTo>
                  <a:pt x="1234725" y="756008"/>
                </a:moveTo>
                <a:lnTo>
                  <a:pt x="1200106" y="727863"/>
                </a:lnTo>
                <a:moveTo>
                  <a:pt x="765268" y="616790"/>
                </a:moveTo>
                <a:lnTo>
                  <a:pt x="728769" y="532252"/>
                </a:lnTo>
                <a:moveTo>
                  <a:pt x="869377" y="922293"/>
                </a:moveTo>
                <a:lnTo>
                  <a:pt x="803543" y="928408"/>
                </a:lnTo>
                <a:moveTo>
                  <a:pt x="1084489" y="720185"/>
                </a:moveTo>
                <a:lnTo>
                  <a:pt x="1028359" y="720071"/>
                </a:lnTo>
                <a:moveTo>
                  <a:pt x="1248593" y="532320"/>
                </a:moveTo>
                <a:lnTo>
                  <a:pt x="1195608" y="533810"/>
                </a:lnTo>
                <a:moveTo>
                  <a:pt x="708218" y="950943"/>
                </a:moveTo>
                <a:lnTo>
                  <a:pt x="699316" y="866948"/>
                </a:lnTo>
                <a:moveTo>
                  <a:pt x="728769" y="532252"/>
                </a:moveTo>
                <a:lnTo>
                  <a:pt x="775974" y="519951"/>
                </a:lnTo>
                <a:moveTo>
                  <a:pt x="1083981" y="804497"/>
                </a:moveTo>
                <a:lnTo>
                  <a:pt x="1028359" y="720071"/>
                </a:lnTo>
                <a:moveTo>
                  <a:pt x="1136063" y="438497"/>
                </a:moveTo>
                <a:lnTo>
                  <a:pt x="1097904" y="468760"/>
                </a:lnTo>
                <a:moveTo>
                  <a:pt x="1745280" y="359100"/>
                </a:moveTo>
                <a:lnTo>
                  <a:pt x="1680108" y="354535"/>
                </a:lnTo>
                <a:moveTo>
                  <a:pt x="975014" y="1127298"/>
                </a:moveTo>
                <a:lnTo>
                  <a:pt x="909211" y="1132913"/>
                </a:lnTo>
                <a:moveTo>
                  <a:pt x="1713349" y="507320"/>
                </a:moveTo>
                <a:lnTo>
                  <a:pt x="1779262" y="428885"/>
                </a:lnTo>
                <a:moveTo>
                  <a:pt x="1713349" y="507320"/>
                </a:moveTo>
                <a:lnTo>
                  <a:pt x="1669646" y="523295"/>
                </a:lnTo>
                <a:moveTo>
                  <a:pt x="872657" y="869376"/>
                </a:moveTo>
                <a:lnTo>
                  <a:pt x="808592" y="846976"/>
                </a:lnTo>
                <a:moveTo>
                  <a:pt x="1195608" y="533810"/>
                </a:moveTo>
                <a:lnTo>
                  <a:pt x="1149511" y="475323"/>
                </a:lnTo>
                <a:moveTo>
                  <a:pt x="909603" y="458863"/>
                </a:moveTo>
                <a:lnTo>
                  <a:pt x="897670" y="465922"/>
                </a:lnTo>
                <a:moveTo>
                  <a:pt x="699316" y="866948"/>
                </a:moveTo>
                <a:lnTo>
                  <a:pt x="678123" y="865359"/>
                </a:lnTo>
                <a:moveTo>
                  <a:pt x="785779" y="956402"/>
                </a:moveTo>
                <a:lnTo>
                  <a:pt x="699316" y="866948"/>
                </a:lnTo>
                <a:moveTo>
                  <a:pt x="1083981" y="804497"/>
                </a:moveTo>
                <a:lnTo>
                  <a:pt x="1036941" y="805540"/>
                </a:lnTo>
                <a:moveTo>
                  <a:pt x="826320" y="623634"/>
                </a:moveTo>
                <a:lnTo>
                  <a:pt x="769786" y="619762"/>
                </a:lnTo>
                <a:moveTo>
                  <a:pt x="1170006" y="814966"/>
                </a:moveTo>
                <a:lnTo>
                  <a:pt x="1168176" y="893110"/>
                </a:lnTo>
                <a:moveTo>
                  <a:pt x="1681693" y="507878"/>
                </a:moveTo>
                <a:lnTo>
                  <a:pt x="1713349" y="507320"/>
                </a:lnTo>
                <a:moveTo>
                  <a:pt x="1164905" y="826423"/>
                </a:moveTo>
                <a:lnTo>
                  <a:pt x="1168176" y="893110"/>
                </a:lnTo>
                <a:moveTo>
                  <a:pt x="792761" y="619782"/>
                </a:moveTo>
                <a:lnTo>
                  <a:pt x="728769" y="532252"/>
                </a:lnTo>
                <a:moveTo>
                  <a:pt x="1669646" y="523295"/>
                </a:moveTo>
                <a:lnTo>
                  <a:pt x="1548700" y="565222"/>
                </a:lnTo>
                <a:moveTo>
                  <a:pt x="885839" y="656752"/>
                </a:moveTo>
                <a:lnTo>
                  <a:pt x="826320" y="623634"/>
                </a:lnTo>
                <a:moveTo>
                  <a:pt x="1256566" y="732853"/>
                </a:moveTo>
                <a:lnTo>
                  <a:pt x="1234725" y="756008"/>
                </a:lnTo>
                <a:moveTo>
                  <a:pt x="837278" y="456211"/>
                </a:moveTo>
                <a:lnTo>
                  <a:pt x="775974" y="519951"/>
                </a:lnTo>
                <a:moveTo>
                  <a:pt x="803543" y="928408"/>
                </a:moveTo>
                <a:lnTo>
                  <a:pt x="785779" y="956402"/>
                </a:lnTo>
                <a:moveTo>
                  <a:pt x="1170006" y="814966"/>
                </a:moveTo>
                <a:lnTo>
                  <a:pt x="1175926" y="725624"/>
                </a:lnTo>
                <a:moveTo>
                  <a:pt x="1028359" y="720071"/>
                </a:moveTo>
                <a:lnTo>
                  <a:pt x="1002904" y="677431"/>
                </a:lnTo>
                <a:moveTo>
                  <a:pt x="1154181" y="473738"/>
                </a:moveTo>
                <a:lnTo>
                  <a:pt x="1136063" y="438497"/>
                </a:lnTo>
                <a:moveTo>
                  <a:pt x="832265" y="456052"/>
                </a:moveTo>
                <a:lnTo>
                  <a:pt x="775974" y="519951"/>
                </a:lnTo>
                <a:moveTo>
                  <a:pt x="1336735" y="656254"/>
                </a:moveTo>
                <a:lnTo>
                  <a:pt x="1304115" y="649972"/>
                </a:lnTo>
                <a:moveTo>
                  <a:pt x="1170006" y="814966"/>
                </a:moveTo>
                <a:lnTo>
                  <a:pt x="1158686" y="809103"/>
                </a:lnTo>
                <a:moveTo>
                  <a:pt x="1136063" y="438497"/>
                </a:moveTo>
                <a:lnTo>
                  <a:pt x="1018011" y="433749"/>
                </a:lnTo>
                <a:moveTo>
                  <a:pt x="1707312" y="426759"/>
                </a:moveTo>
                <a:lnTo>
                  <a:pt x="1745280" y="359100"/>
                </a:lnTo>
                <a:moveTo>
                  <a:pt x="1276441" y="565607"/>
                </a:moveTo>
                <a:lnTo>
                  <a:pt x="1248593" y="532320"/>
                </a:lnTo>
                <a:moveTo>
                  <a:pt x="939151" y="649987"/>
                </a:moveTo>
                <a:lnTo>
                  <a:pt x="885839" y="656752"/>
                </a:lnTo>
                <a:moveTo>
                  <a:pt x="1680108" y="354535"/>
                </a:moveTo>
                <a:lnTo>
                  <a:pt x="1668273" y="337417"/>
                </a:lnTo>
                <a:moveTo>
                  <a:pt x="826320" y="623634"/>
                </a:moveTo>
                <a:lnTo>
                  <a:pt x="792761" y="619782"/>
                </a:lnTo>
                <a:moveTo>
                  <a:pt x="897670" y="465922"/>
                </a:moveTo>
                <a:lnTo>
                  <a:pt x="837278" y="456211"/>
                </a:lnTo>
                <a:moveTo>
                  <a:pt x="1548700" y="565222"/>
                </a:moveTo>
                <a:lnTo>
                  <a:pt x="1471514" y="495199"/>
                </a:lnTo>
                <a:moveTo>
                  <a:pt x="822624" y="620625"/>
                </a:moveTo>
                <a:lnTo>
                  <a:pt x="792761" y="619782"/>
                </a:lnTo>
                <a:moveTo>
                  <a:pt x="1149511" y="475323"/>
                </a:moveTo>
                <a:lnTo>
                  <a:pt x="1154181" y="473738"/>
                </a:lnTo>
                <a:moveTo>
                  <a:pt x="953468" y="419050"/>
                </a:moveTo>
                <a:lnTo>
                  <a:pt x="996127" y="462841"/>
                </a:lnTo>
                <a:moveTo>
                  <a:pt x="1002904" y="677431"/>
                </a:moveTo>
                <a:lnTo>
                  <a:pt x="939151" y="649987"/>
                </a:lnTo>
                <a:moveTo>
                  <a:pt x="1681693" y="507878"/>
                </a:moveTo>
                <a:lnTo>
                  <a:pt x="1779262" y="428885"/>
                </a:lnTo>
                <a:moveTo>
                  <a:pt x="1681693" y="507878"/>
                </a:moveTo>
                <a:lnTo>
                  <a:pt x="1669646" y="523295"/>
                </a:lnTo>
                <a:moveTo>
                  <a:pt x="1184604" y="508672"/>
                </a:moveTo>
                <a:lnTo>
                  <a:pt x="1195608" y="533810"/>
                </a:lnTo>
                <a:moveTo>
                  <a:pt x="909211" y="1132913"/>
                </a:moveTo>
                <a:lnTo>
                  <a:pt x="907976" y="1133672"/>
                </a:lnTo>
                <a:moveTo>
                  <a:pt x="909603" y="458863"/>
                </a:moveTo>
                <a:lnTo>
                  <a:pt x="837278" y="456211"/>
                </a:lnTo>
                <a:moveTo>
                  <a:pt x="909603" y="458863"/>
                </a:moveTo>
                <a:lnTo>
                  <a:pt x="832891" y="455028"/>
                </a:lnTo>
                <a:moveTo>
                  <a:pt x="1336735" y="656254"/>
                </a:moveTo>
                <a:lnTo>
                  <a:pt x="1256566" y="732853"/>
                </a:lnTo>
                <a:moveTo>
                  <a:pt x="1548700" y="565222"/>
                </a:moveTo>
                <a:lnTo>
                  <a:pt x="1486139" y="518552"/>
                </a:lnTo>
                <a:moveTo>
                  <a:pt x="1336735" y="656254"/>
                </a:moveTo>
                <a:lnTo>
                  <a:pt x="1276441" y="565607"/>
                </a:lnTo>
                <a:moveTo>
                  <a:pt x="912025" y="630963"/>
                </a:moveTo>
                <a:lnTo>
                  <a:pt x="885839" y="656752"/>
                </a:lnTo>
                <a:moveTo>
                  <a:pt x="1149511" y="475323"/>
                </a:moveTo>
                <a:lnTo>
                  <a:pt x="1136063" y="438497"/>
                </a:lnTo>
                <a:moveTo>
                  <a:pt x="728769" y="532252"/>
                </a:moveTo>
                <a:lnTo>
                  <a:pt x="832265" y="456052"/>
                </a:lnTo>
                <a:moveTo>
                  <a:pt x="1319069" y="739725"/>
                </a:moveTo>
                <a:lnTo>
                  <a:pt x="1256566" y="732853"/>
                </a:lnTo>
                <a:moveTo>
                  <a:pt x="1600709" y="579461"/>
                </a:moveTo>
                <a:lnTo>
                  <a:pt x="1548700" y="565222"/>
                </a:lnTo>
                <a:moveTo>
                  <a:pt x="1036941" y="805540"/>
                </a:moveTo>
                <a:lnTo>
                  <a:pt x="1028359" y="720071"/>
                </a:lnTo>
                <a:moveTo>
                  <a:pt x="1138237" y="895774"/>
                </a:moveTo>
                <a:lnTo>
                  <a:pt x="1061312" y="891003"/>
                </a:lnTo>
                <a:moveTo>
                  <a:pt x="953468" y="419050"/>
                </a:moveTo>
                <a:lnTo>
                  <a:pt x="909603" y="458863"/>
                </a:lnTo>
                <a:moveTo>
                  <a:pt x="1018011" y="433749"/>
                </a:moveTo>
                <a:lnTo>
                  <a:pt x="953468" y="419050"/>
                </a:lnTo>
                <a:moveTo>
                  <a:pt x="826320" y="623634"/>
                </a:moveTo>
                <a:lnTo>
                  <a:pt x="822624" y="620625"/>
                </a:lnTo>
                <a:moveTo>
                  <a:pt x="1779262" y="428885"/>
                </a:moveTo>
                <a:lnTo>
                  <a:pt x="1707312" y="426759"/>
                </a:lnTo>
                <a:moveTo>
                  <a:pt x="1061312" y="891003"/>
                </a:moveTo>
                <a:lnTo>
                  <a:pt x="1036941" y="805540"/>
                </a:lnTo>
                <a:moveTo>
                  <a:pt x="1068810" y="467506"/>
                </a:moveTo>
                <a:lnTo>
                  <a:pt x="1018011" y="433749"/>
                </a:lnTo>
                <a:moveTo>
                  <a:pt x="1170006" y="814966"/>
                </a:moveTo>
                <a:lnTo>
                  <a:pt x="1234725" y="756008"/>
                </a:lnTo>
                <a:moveTo>
                  <a:pt x="1669646" y="523295"/>
                </a:moveTo>
                <a:lnTo>
                  <a:pt x="1600709" y="579461"/>
                </a:lnTo>
                <a:moveTo>
                  <a:pt x="1707312" y="426759"/>
                </a:moveTo>
                <a:lnTo>
                  <a:pt x="1680108" y="354535"/>
                </a:lnTo>
                <a:moveTo>
                  <a:pt x="1287399" y="759520"/>
                </a:moveTo>
                <a:lnTo>
                  <a:pt x="1256566" y="732853"/>
                </a:lnTo>
                <a:moveTo>
                  <a:pt x="1014786" y="722447"/>
                </a:moveTo>
                <a:lnTo>
                  <a:pt x="1002904" y="677431"/>
                </a:lnTo>
                <a:moveTo>
                  <a:pt x="1167401" y="815106"/>
                </a:moveTo>
                <a:lnTo>
                  <a:pt x="1234725" y="756008"/>
                </a:lnTo>
                <a:moveTo>
                  <a:pt x="1061312" y="891003"/>
                </a:moveTo>
                <a:lnTo>
                  <a:pt x="1044521" y="859294"/>
                </a:lnTo>
                <a:moveTo>
                  <a:pt x="1138237" y="895774"/>
                </a:moveTo>
                <a:lnTo>
                  <a:pt x="1044521" y="859294"/>
                </a:lnTo>
                <a:moveTo>
                  <a:pt x="837278" y="456211"/>
                </a:moveTo>
                <a:lnTo>
                  <a:pt x="832265" y="456052"/>
                </a:lnTo>
                <a:moveTo>
                  <a:pt x="837278" y="456211"/>
                </a:moveTo>
                <a:lnTo>
                  <a:pt x="832891" y="455028"/>
                </a:lnTo>
                <a:moveTo>
                  <a:pt x="1681693" y="507878"/>
                </a:moveTo>
                <a:lnTo>
                  <a:pt x="1707312" y="426759"/>
                </a:lnTo>
                <a:moveTo>
                  <a:pt x="1295527" y="571245"/>
                </a:moveTo>
                <a:lnTo>
                  <a:pt x="1276441" y="565607"/>
                </a:lnTo>
                <a:moveTo>
                  <a:pt x="1044521" y="859294"/>
                </a:moveTo>
                <a:lnTo>
                  <a:pt x="1036941" y="805540"/>
                </a:lnTo>
                <a:moveTo>
                  <a:pt x="1486139" y="518552"/>
                </a:moveTo>
                <a:lnTo>
                  <a:pt x="1471514" y="495199"/>
                </a:lnTo>
                <a:moveTo>
                  <a:pt x="832891" y="455028"/>
                </a:moveTo>
                <a:lnTo>
                  <a:pt x="832265" y="456052"/>
                </a:lnTo>
                <a:moveTo>
                  <a:pt x="1136063" y="438497"/>
                </a:moveTo>
                <a:lnTo>
                  <a:pt x="1068810" y="467506"/>
                </a:lnTo>
                <a:moveTo>
                  <a:pt x="1070594" y="472312"/>
                </a:moveTo>
                <a:lnTo>
                  <a:pt x="1136063" y="438497"/>
                </a:lnTo>
                <a:moveTo>
                  <a:pt x="1287399" y="759520"/>
                </a:moveTo>
                <a:lnTo>
                  <a:pt x="1234725" y="756008"/>
                </a:lnTo>
                <a:moveTo>
                  <a:pt x="1164905" y="826423"/>
                </a:moveTo>
                <a:lnTo>
                  <a:pt x="1138237" y="895774"/>
                </a:lnTo>
                <a:moveTo>
                  <a:pt x="1680108" y="354535"/>
                </a:moveTo>
                <a:lnTo>
                  <a:pt x="1614316" y="359975"/>
                </a:lnTo>
                <a:moveTo>
                  <a:pt x="1017068" y="806312"/>
                </a:moveTo>
                <a:lnTo>
                  <a:pt x="1028359" y="720071"/>
                </a:lnTo>
                <a:moveTo>
                  <a:pt x="912025" y="630963"/>
                </a:moveTo>
                <a:lnTo>
                  <a:pt x="826320" y="623634"/>
                </a:lnTo>
                <a:moveTo>
                  <a:pt x="953468" y="419050"/>
                </a:moveTo>
                <a:lnTo>
                  <a:pt x="832891" y="455028"/>
                </a:lnTo>
                <a:moveTo>
                  <a:pt x="991890" y="652447"/>
                </a:moveTo>
                <a:lnTo>
                  <a:pt x="1002904" y="677431"/>
                </a:lnTo>
                <a:moveTo>
                  <a:pt x="912025" y="630963"/>
                </a:moveTo>
                <a:lnTo>
                  <a:pt x="822624" y="620625"/>
                </a:lnTo>
                <a:moveTo>
                  <a:pt x="1464818" y="496780"/>
                </a:moveTo>
                <a:lnTo>
                  <a:pt x="1471514" y="495199"/>
                </a:lnTo>
                <a:moveTo>
                  <a:pt x="1248593" y="532320"/>
                </a:moveTo>
                <a:lnTo>
                  <a:pt x="1184604" y="508672"/>
                </a:lnTo>
                <a:moveTo>
                  <a:pt x="1319069" y="739725"/>
                </a:moveTo>
                <a:lnTo>
                  <a:pt x="1336735" y="656254"/>
                </a:lnTo>
                <a:moveTo>
                  <a:pt x="1149511" y="475323"/>
                </a:moveTo>
                <a:lnTo>
                  <a:pt x="1070594" y="472312"/>
                </a:lnTo>
                <a:moveTo>
                  <a:pt x="1295527" y="571245"/>
                </a:moveTo>
                <a:lnTo>
                  <a:pt x="1248593" y="532320"/>
                </a:lnTo>
                <a:moveTo>
                  <a:pt x="1014786" y="722447"/>
                </a:moveTo>
                <a:lnTo>
                  <a:pt x="1028359" y="720071"/>
                </a:lnTo>
                <a:moveTo>
                  <a:pt x="1164905" y="826423"/>
                </a:moveTo>
                <a:lnTo>
                  <a:pt x="1044521" y="859294"/>
                </a:lnTo>
                <a:moveTo>
                  <a:pt x="1017068" y="806312"/>
                </a:moveTo>
                <a:lnTo>
                  <a:pt x="1036941" y="805540"/>
                </a:lnTo>
                <a:moveTo>
                  <a:pt x="1600709" y="579461"/>
                </a:moveTo>
                <a:lnTo>
                  <a:pt x="1486139" y="518552"/>
                </a:lnTo>
                <a:moveTo>
                  <a:pt x="1184604" y="508672"/>
                </a:moveTo>
                <a:lnTo>
                  <a:pt x="1149511" y="475323"/>
                </a:lnTo>
                <a:moveTo>
                  <a:pt x="939151" y="649987"/>
                </a:moveTo>
                <a:lnTo>
                  <a:pt x="912025" y="630963"/>
                </a:lnTo>
                <a:moveTo>
                  <a:pt x="1260917" y="738579"/>
                </a:moveTo>
                <a:lnTo>
                  <a:pt x="1234725" y="756008"/>
                </a:lnTo>
                <a:moveTo>
                  <a:pt x="1294976" y="571612"/>
                </a:moveTo>
                <a:lnTo>
                  <a:pt x="1248593" y="532320"/>
                </a:lnTo>
                <a:moveTo>
                  <a:pt x="1170006" y="814966"/>
                </a:moveTo>
                <a:lnTo>
                  <a:pt x="1164905" y="826423"/>
                </a:lnTo>
                <a:moveTo>
                  <a:pt x="1486139" y="518552"/>
                </a:moveTo>
                <a:lnTo>
                  <a:pt x="1464818" y="496780"/>
                </a:lnTo>
                <a:moveTo>
                  <a:pt x="1044521" y="859294"/>
                </a:moveTo>
                <a:lnTo>
                  <a:pt x="1017068" y="806312"/>
                </a:lnTo>
                <a:moveTo>
                  <a:pt x="1167401" y="815106"/>
                </a:moveTo>
                <a:lnTo>
                  <a:pt x="1170006" y="814966"/>
                </a:lnTo>
                <a:moveTo>
                  <a:pt x="1387019" y="828986"/>
                </a:moveTo>
                <a:lnTo>
                  <a:pt x="1319069" y="739725"/>
                </a:lnTo>
                <a:moveTo>
                  <a:pt x="1068810" y="467506"/>
                </a:moveTo>
                <a:lnTo>
                  <a:pt x="953468" y="419050"/>
                </a:lnTo>
                <a:moveTo>
                  <a:pt x="1167401" y="815106"/>
                </a:moveTo>
                <a:lnTo>
                  <a:pt x="1164905" y="826423"/>
                </a:lnTo>
                <a:moveTo>
                  <a:pt x="1614316" y="359975"/>
                </a:moveTo>
                <a:lnTo>
                  <a:pt x="1494708" y="380328"/>
                </a:lnTo>
                <a:moveTo>
                  <a:pt x="1336735" y="656254"/>
                </a:moveTo>
                <a:lnTo>
                  <a:pt x="1295527" y="571245"/>
                </a:lnTo>
                <a:moveTo>
                  <a:pt x="1319069" y="739725"/>
                </a:moveTo>
                <a:lnTo>
                  <a:pt x="1287399" y="759520"/>
                </a:lnTo>
                <a:moveTo>
                  <a:pt x="876713" y="601320"/>
                </a:moveTo>
                <a:lnTo>
                  <a:pt x="822624" y="620625"/>
                </a:lnTo>
                <a:moveTo>
                  <a:pt x="1336735" y="656254"/>
                </a:moveTo>
                <a:lnTo>
                  <a:pt x="1298916" y="573746"/>
                </a:lnTo>
                <a:moveTo>
                  <a:pt x="1070594" y="472312"/>
                </a:moveTo>
                <a:lnTo>
                  <a:pt x="1068810" y="467506"/>
                </a:lnTo>
                <a:moveTo>
                  <a:pt x="1656229" y="537067"/>
                </a:moveTo>
                <a:lnTo>
                  <a:pt x="1669646" y="523295"/>
                </a:lnTo>
                <a:moveTo>
                  <a:pt x="1676365" y="512230"/>
                </a:moveTo>
                <a:lnTo>
                  <a:pt x="1681693" y="507878"/>
                </a:lnTo>
                <a:moveTo>
                  <a:pt x="1403741" y="791843"/>
                </a:moveTo>
                <a:lnTo>
                  <a:pt x="1319069" y="739725"/>
                </a:lnTo>
                <a:moveTo>
                  <a:pt x="1056704" y="471816"/>
                </a:moveTo>
                <a:lnTo>
                  <a:pt x="1068810" y="467506"/>
                </a:lnTo>
                <a:moveTo>
                  <a:pt x="1453109" y="412730"/>
                </a:moveTo>
                <a:lnTo>
                  <a:pt x="1494708" y="380328"/>
                </a:lnTo>
                <a:moveTo>
                  <a:pt x="1070594" y="472312"/>
                </a:moveTo>
                <a:lnTo>
                  <a:pt x="1056704" y="471816"/>
                </a:lnTo>
                <a:moveTo>
                  <a:pt x="1387019" y="828986"/>
                </a:moveTo>
                <a:lnTo>
                  <a:pt x="1287399" y="759520"/>
                </a:lnTo>
                <a:moveTo>
                  <a:pt x="1658696" y="427602"/>
                </a:moveTo>
                <a:lnTo>
                  <a:pt x="1680108" y="354535"/>
                </a:lnTo>
                <a:moveTo>
                  <a:pt x="888253" y="415186"/>
                </a:moveTo>
                <a:lnTo>
                  <a:pt x="832891" y="455028"/>
                </a:lnTo>
                <a:moveTo>
                  <a:pt x="1109021" y="561576"/>
                </a:moveTo>
                <a:lnTo>
                  <a:pt x="1149511" y="475323"/>
                </a:lnTo>
                <a:moveTo>
                  <a:pt x="1656229" y="537067"/>
                </a:moveTo>
                <a:lnTo>
                  <a:pt x="1681693" y="507878"/>
                </a:lnTo>
                <a:moveTo>
                  <a:pt x="1681693" y="507878"/>
                </a:moveTo>
                <a:lnTo>
                  <a:pt x="1658696" y="427602"/>
                </a:lnTo>
                <a:moveTo>
                  <a:pt x="1395519" y="746872"/>
                </a:moveTo>
                <a:lnTo>
                  <a:pt x="1319069" y="739725"/>
                </a:lnTo>
                <a:moveTo>
                  <a:pt x="991890" y="652447"/>
                </a:moveTo>
                <a:lnTo>
                  <a:pt x="939151" y="649987"/>
                </a:lnTo>
                <a:moveTo>
                  <a:pt x="1464818" y="496780"/>
                </a:moveTo>
                <a:lnTo>
                  <a:pt x="1453109" y="412730"/>
                </a:lnTo>
                <a:moveTo>
                  <a:pt x="1403741" y="791843"/>
                </a:moveTo>
                <a:lnTo>
                  <a:pt x="1387019" y="828986"/>
                </a:lnTo>
                <a:moveTo>
                  <a:pt x="1017068" y="806312"/>
                </a:moveTo>
                <a:lnTo>
                  <a:pt x="1014786" y="722447"/>
                </a:lnTo>
                <a:moveTo>
                  <a:pt x="1097831" y="852546"/>
                </a:moveTo>
                <a:lnTo>
                  <a:pt x="1044521" y="859294"/>
                </a:lnTo>
                <a:moveTo>
                  <a:pt x="987157" y="638084"/>
                </a:moveTo>
                <a:lnTo>
                  <a:pt x="939151" y="649987"/>
                </a:lnTo>
                <a:moveTo>
                  <a:pt x="990411" y="469140"/>
                </a:moveTo>
                <a:lnTo>
                  <a:pt x="953468" y="419050"/>
                </a:lnTo>
                <a:moveTo>
                  <a:pt x="1535304" y="578663"/>
                </a:moveTo>
                <a:lnTo>
                  <a:pt x="1486139" y="518552"/>
                </a:lnTo>
                <a:moveTo>
                  <a:pt x="1260917" y="738579"/>
                </a:moveTo>
                <a:lnTo>
                  <a:pt x="1167401" y="815106"/>
                </a:lnTo>
                <a:moveTo>
                  <a:pt x="1235055" y="548040"/>
                </a:moveTo>
                <a:lnTo>
                  <a:pt x="1248593" y="532320"/>
                </a:lnTo>
                <a:moveTo>
                  <a:pt x="1384519" y="662836"/>
                </a:moveTo>
                <a:lnTo>
                  <a:pt x="1336735" y="656254"/>
                </a:lnTo>
                <a:moveTo>
                  <a:pt x="953468" y="419050"/>
                </a:moveTo>
                <a:lnTo>
                  <a:pt x="888253" y="415186"/>
                </a:lnTo>
                <a:moveTo>
                  <a:pt x="912025" y="630963"/>
                </a:moveTo>
                <a:lnTo>
                  <a:pt x="876713" y="601320"/>
                </a:lnTo>
                <a:moveTo>
                  <a:pt x="1298916" y="573746"/>
                </a:moveTo>
                <a:lnTo>
                  <a:pt x="1295527" y="571245"/>
                </a:lnTo>
                <a:moveTo>
                  <a:pt x="1068810" y="467506"/>
                </a:moveTo>
                <a:lnTo>
                  <a:pt x="990411" y="469140"/>
                </a:lnTo>
                <a:moveTo>
                  <a:pt x="1384519" y="662836"/>
                </a:moveTo>
                <a:lnTo>
                  <a:pt x="1319069" y="739725"/>
                </a:lnTo>
                <a:moveTo>
                  <a:pt x="1600709" y="579461"/>
                </a:moveTo>
                <a:lnTo>
                  <a:pt x="1535304" y="578663"/>
                </a:lnTo>
                <a:moveTo>
                  <a:pt x="1164905" y="826423"/>
                </a:moveTo>
                <a:lnTo>
                  <a:pt x="1097831" y="852546"/>
                </a:lnTo>
                <a:moveTo>
                  <a:pt x="1486139" y="518552"/>
                </a:moveTo>
                <a:lnTo>
                  <a:pt x="1437286" y="497871"/>
                </a:lnTo>
                <a:moveTo>
                  <a:pt x="1294976" y="571612"/>
                </a:moveTo>
                <a:lnTo>
                  <a:pt x="1295527" y="571245"/>
                </a:lnTo>
                <a:moveTo>
                  <a:pt x="1167401" y="815106"/>
                </a:moveTo>
                <a:lnTo>
                  <a:pt x="1206137" y="735656"/>
                </a:lnTo>
                <a:moveTo>
                  <a:pt x="1434412" y="413129"/>
                </a:moveTo>
                <a:lnTo>
                  <a:pt x="1494708" y="380328"/>
                </a:lnTo>
                <a:moveTo>
                  <a:pt x="1167401" y="815106"/>
                </a:moveTo>
                <a:lnTo>
                  <a:pt x="1097831" y="852546"/>
                </a:lnTo>
                <a:moveTo>
                  <a:pt x="1298916" y="573746"/>
                </a:moveTo>
                <a:lnTo>
                  <a:pt x="1294976" y="571612"/>
                </a:lnTo>
                <a:moveTo>
                  <a:pt x="1298916" y="573746"/>
                </a:moveTo>
                <a:lnTo>
                  <a:pt x="1302132" y="572085"/>
                </a:lnTo>
                <a:moveTo>
                  <a:pt x="1287399" y="759520"/>
                </a:moveTo>
                <a:lnTo>
                  <a:pt x="1260917" y="738579"/>
                </a:lnTo>
                <a:moveTo>
                  <a:pt x="1044521" y="859294"/>
                </a:moveTo>
                <a:lnTo>
                  <a:pt x="1007592" y="808833"/>
                </a:lnTo>
                <a:moveTo>
                  <a:pt x="1056704" y="471816"/>
                </a:moveTo>
                <a:lnTo>
                  <a:pt x="990411" y="469140"/>
                </a:lnTo>
                <a:moveTo>
                  <a:pt x="1302132" y="572085"/>
                </a:moveTo>
                <a:lnTo>
                  <a:pt x="1294976" y="571612"/>
                </a:lnTo>
                <a:moveTo>
                  <a:pt x="1549550" y="348878"/>
                </a:moveTo>
                <a:lnTo>
                  <a:pt x="1494708" y="380328"/>
                </a:lnTo>
                <a:moveTo>
                  <a:pt x="1707312" y="426759"/>
                </a:moveTo>
                <a:lnTo>
                  <a:pt x="1658696" y="427602"/>
                </a:lnTo>
                <a:moveTo>
                  <a:pt x="987157" y="638084"/>
                </a:moveTo>
                <a:lnTo>
                  <a:pt x="912025" y="630963"/>
                </a:lnTo>
                <a:moveTo>
                  <a:pt x="1464818" y="496780"/>
                </a:moveTo>
                <a:lnTo>
                  <a:pt x="1434412" y="413129"/>
                </a:lnTo>
                <a:moveTo>
                  <a:pt x="1167401" y="815106"/>
                </a:moveTo>
                <a:lnTo>
                  <a:pt x="1107600" y="814526"/>
                </a:lnTo>
                <a:moveTo>
                  <a:pt x="1656229" y="537067"/>
                </a:moveTo>
                <a:lnTo>
                  <a:pt x="1600709" y="579461"/>
                </a:lnTo>
                <a:moveTo>
                  <a:pt x="1367304" y="578677"/>
                </a:moveTo>
                <a:lnTo>
                  <a:pt x="1336735" y="656254"/>
                </a:lnTo>
                <a:moveTo>
                  <a:pt x="1109021" y="561576"/>
                </a:moveTo>
                <a:lnTo>
                  <a:pt x="1070594" y="472312"/>
                </a:lnTo>
                <a:moveTo>
                  <a:pt x="1403741" y="791843"/>
                </a:moveTo>
                <a:lnTo>
                  <a:pt x="1395519" y="746872"/>
                </a:lnTo>
                <a:moveTo>
                  <a:pt x="1437286" y="497871"/>
                </a:moveTo>
                <a:lnTo>
                  <a:pt x="1464818" y="496780"/>
                </a:lnTo>
                <a:moveTo>
                  <a:pt x="1014786" y="722447"/>
                </a:moveTo>
                <a:lnTo>
                  <a:pt x="991890" y="652447"/>
                </a:lnTo>
                <a:moveTo>
                  <a:pt x="1056704" y="471816"/>
                </a:moveTo>
                <a:lnTo>
                  <a:pt x="1002003" y="489316"/>
                </a:lnTo>
                <a:moveTo>
                  <a:pt x="1167401" y="815106"/>
                </a:moveTo>
                <a:lnTo>
                  <a:pt x="1115141" y="731108"/>
                </a:lnTo>
                <a:moveTo>
                  <a:pt x="1128342" y="562687"/>
                </a:moveTo>
                <a:lnTo>
                  <a:pt x="1184604" y="508672"/>
                </a:lnTo>
                <a:moveTo>
                  <a:pt x="1614316" y="359975"/>
                </a:moveTo>
                <a:lnTo>
                  <a:pt x="1549550" y="348878"/>
                </a:lnTo>
                <a:moveTo>
                  <a:pt x="1184604" y="508672"/>
                </a:moveTo>
                <a:lnTo>
                  <a:pt x="1109021" y="561576"/>
                </a:lnTo>
                <a:moveTo>
                  <a:pt x="912480" y="466254"/>
                </a:moveTo>
                <a:lnTo>
                  <a:pt x="953468" y="419050"/>
                </a:lnTo>
                <a:moveTo>
                  <a:pt x="1658696" y="427602"/>
                </a:moveTo>
                <a:lnTo>
                  <a:pt x="1614316" y="359975"/>
                </a:lnTo>
                <a:moveTo>
                  <a:pt x="1424854" y="833798"/>
                </a:moveTo>
                <a:lnTo>
                  <a:pt x="1403741" y="791843"/>
                </a:lnTo>
                <a:moveTo>
                  <a:pt x="1434412" y="413129"/>
                </a:moveTo>
                <a:lnTo>
                  <a:pt x="1453109" y="412730"/>
                </a:lnTo>
                <a:moveTo>
                  <a:pt x="1014786" y="722447"/>
                </a:moveTo>
                <a:lnTo>
                  <a:pt x="1002493" y="639430"/>
                </a:lnTo>
                <a:moveTo>
                  <a:pt x="1007592" y="808833"/>
                </a:moveTo>
                <a:lnTo>
                  <a:pt x="1017068" y="806312"/>
                </a:lnTo>
                <a:moveTo>
                  <a:pt x="1336397" y="829526"/>
                </a:moveTo>
                <a:lnTo>
                  <a:pt x="1387019" y="828986"/>
                </a:lnTo>
                <a:moveTo>
                  <a:pt x="1658920" y="428067"/>
                </a:moveTo>
                <a:lnTo>
                  <a:pt x="1614316" y="359975"/>
                </a:lnTo>
                <a:moveTo>
                  <a:pt x="1260917" y="738579"/>
                </a:moveTo>
                <a:lnTo>
                  <a:pt x="1206137" y="735656"/>
                </a:lnTo>
                <a:moveTo>
                  <a:pt x="1032783" y="845977"/>
                </a:moveTo>
                <a:lnTo>
                  <a:pt x="1044521" y="859294"/>
                </a:lnTo>
                <a:moveTo>
                  <a:pt x="1469762" y="580082"/>
                </a:moveTo>
                <a:lnTo>
                  <a:pt x="1486139" y="518552"/>
                </a:lnTo>
                <a:moveTo>
                  <a:pt x="1424854" y="833798"/>
                </a:moveTo>
                <a:lnTo>
                  <a:pt x="1395519" y="746872"/>
                </a:lnTo>
                <a:moveTo>
                  <a:pt x="1336397" y="829526"/>
                </a:moveTo>
                <a:lnTo>
                  <a:pt x="1287399" y="759520"/>
                </a:lnTo>
                <a:moveTo>
                  <a:pt x="1335957" y="829416"/>
                </a:moveTo>
                <a:lnTo>
                  <a:pt x="1287399" y="759520"/>
                </a:lnTo>
                <a:moveTo>
                  <a:pt x="1395519" y="746872"/>
                </a:moveTo>
                <a:lnTo>
                  <a:pt x="1384519" y="662836"/>
                </a:lnTo>
                <a:moveTo>
                  <a:pt x="1025019" y="557918"/>
                </a:moveTo>
                <a:lnTo>
                  <a:pt x="1070594" y="472312"/>
                </a:lnTo>
                <a:moveTo>
                  <a:pt x="1235055" y="548040"/>
                </a:moveTo>
                <a:lnTo>
                  <a:pt x="1184604" y="508672"/>
                </a:lnTo>
                <a:moveTo>
                  <a:pt x="951323" y="553558"/>
                </a:moveTo>
                <a:lnTo>
                  <a:pt x="912025" y="630963"/>
                </a:lnTo>
                <a:moveTo>
                  <a:pt x="1002003" y="489316"/>
                </a:moveTo>
                <a:lnTo>
                  <a:pt x="990411" y="469140"/>
                </a:lnTo>
                <a:moveTo>
                  <a:pt x="1025019" y="557918"/>
                </a:moveTo>
                <a:lnTo>
                  <a:pt x="1056704" y="471816"/>
                </a:lnTo>
                <a:moveTo>
                  <a:pt x="991890" y="652447"/>
                </a:moveTo>
                <a:lnTo>
                  <a:pt x="987157" y="638084"/>
                </a:lnTo>
                <a:moveTo>
                  <a:pt x="1497369" y="335423"/>
                </a:moveTo>
                <a:lnTo>
                  <a:pt x="1494708" y="380328"/>
                </a:lnTo>
                <a:moveTo>
                  <a:pt x="1367304" y="578677"/>
                </a:moveTo>
                <a:lnTo>
                  <a:pt x="1298916" y="573746"/>
                </a:lnTo>
                <a:moveTo>
                  <a:pt x="1082116" y="645595"/>
                </a:moveTo>
                <a:lnTo>
                  <a:pt x="1014786" y="722447"/>
                </a:lnTo>
                <a:moveTo>
                  <a:pt x="1367304" y="578677"/>
                </a:moveTo>
                <a:lnTo>
                  <a:pt x="1302132" y="572085"/>
                </a:lnTo>
                <a:moveTo>
                  <a:pt x="1294976" y="571612"/>
                </a:moveTo>
                <a:lnTo>
                  <a:pt x="1235055" y="548040"/>
                </a:lnTo>
                <a:moveTo>
                  <a:pt x="1302132" y="572085"/>
                </a:moveTo>
                <a:lnTo>
                  <a:pt x="1235055" y="548040"/>
                </a:lnTo>
                <a:moveTo>
                  <a:pt x="991890" y="652447"/>
                </a:moveTo>
                <a:lnTo>
                  <a:pt x="1002493" y="639430"/>
                </a:lnTo>
                <a:moveTo>
                  <a:pt x="1260917" y="738579"/>
                </a:moveTo>
                <a:lnTo>
                  <a:pt x="1224955" y="710956"/>
                </a:lnTo>
                <a:moveTo>
                  <a:pt x="1097831" y="852546"/>
                </a:moveTo>
                <a:lnTo>
                  <a:pt x="1107600" y="814526"/>
                </a:lnTo>
                <a:moveTo>
                  <a:pt x="1128342" y="562687"/>
                </a:moveTo>
                <a:lnTo>
                  <a:pt x="1109021" y="561576"/>
                </a:lnTo>
                <a:moveTo>
                  <a:pt x="1002493" y="639430"/>
                </a:moveTo>
                <a:lnTo>
                  <a:pt x="987157" y="638084"/>
                </a:lnTo>
                <a:moveTo>
                  <a:pt x="1437286" y="497871"/>
                </a:moveTo>
                <a:lnTo>
                  <a:pt x="1434412" y="413129"/>
                </a:lnTo>
                <a:moveTo>
                  <a:pt x="1206137" y="735656"/>
                </a:moveTo>
                <a:lnTo>
                  <a:pt x="1115141" y="731108"/>
                </a:lnTo>
                <a:moveTo>
                  <a:pt x="1656229" y="537067"/>
                </a:moveTo>
                <a:lnTo>
                  <a:pt x="1535304" y="578663"/>
                </a:lnTo>
                <a:moveTo>
                  <a:pt x="1002493" y="639430"/>
                </a:moveTo>
                <a:lnTo>
                  <a:pt x="1109021" y="561576"/>
                </a:lnTo>
                <a:moveTo>
                  <a:pt x="1676365" y="512230"/>
                </a:moveTo>
                <a:lnTo>
                  <a:pt x="1656229" y="537067"/>
                </a:lnTo>
                <a:moveTo>
                  <a:pt x="1224955" y="710956"/>
                </a:moveTo>
                <a:lnTo>
                  <a:pt x="1206137" y="735656"/>
                </a:lnTo>
                <a:moveTo>
                  <a:pt x="1676365" y="512230"/>
                </a:moveTo>
                <a:lnTo>
                  <a:pt x="1658696" y="427602"/>
                </a:lnTo>
                <a:moveTo>
                  <a:pt x="1114058" y="590795"/>
                </a:moveTo>
                <a:lnTo>
                  <a:pt x="1128342" y="562687"/>
                </a:lnTo>
                <a:moveTo>
                  <a:pt x="990411" y="469140"/>
                </a:moveTo>
                <a:lnTo>
                  <a:pt x="912480" y="466254"/>
                </a:lnTo>
                <a:moveTo>
                  <a:pt x="1114058" y="590795"/>
                </a:moveTo>
                <a:lnTo>
                  <a:pt x="1109021" y="561576"/>
                </a:lnTo>
                <a:moveTo>
                  <a:pt x="1353244" y="550574"/>
                </a:moveTo>
                <a:lnTo>
                  <a:pt x="1302132" y="572085"/>
                </a:lnTo>
                <a:moveTo>
                  <a:pt x="876713" y="601320"/>
                </a:moveTo>
                <a:lnTo>
                  <a:pt x="825444" y="545437"/>
                </a:lnTo>
                <a:moveTo>
                  <a:pt x="1676365" y="512230"/>
                </a:moveTo>
                <a:lnTo>
                  <a:pt x="1661554" y="451172"/>
                </a:lnTo>
                <a:moveTo>
                  <a:pt x="1114058" y="590795"/>
                </a:moveTo>
                <a:lnTo>
                  <a:pt x="1002493" y="639430"/>
                </a:lnTo>
                <a:moveTo>
                  <a:pt x="1206137" y="735656"/>
                </a:moveTo>
                <a:lnTo>
                  <a:pt x="1123709" y="647821"/>
                </a:lnTo>
                <a:moveTo>
                  <a:pt x="912480" y="466254"/>
                </a:moveTo>
                <a:lnTo>
                  <a:pt x="888253" y="415186"/>
                </a:lnTo>
                <a:moveTo>
                  <a:pt x="951323" y="553558"/>
                </a:moveTo>
                <a:lnTo>
                  <a:pt x="876713" y="601320"/>
                </a:lnTo>
                <a:moveTo>
                  <a:pt x="1107600" y="814526"/>
                </a:moveTo>
                <a:lnTo>
                  <a:pt x="1115141" y="731108"/>
                </a:lnTo>
                <a:moveTo>
                  <a:pt x="876713" y="601320"/>
                </a:moveTo>
                <a:lnTo>
                  <a:pt x="922590" y="551917"/>
                </a:lnTo>
                <a:moveTo>
                  <a:pt x="1123709" y="647821"/>
                </a:moveTo>
                <a:lnTo>
                  <a:pt x="1128342" y="562687"/>
                </a:lnTo>
                <a:moveTo>
                  <a:pt x="1384519" y="662836"/>
                </a:moveTo>
                <a:lnTo>
                  <a:pt x="1367304" y="578677"/>
                </a:lnTo>
                <a:moveTo>
                  <a:pt x="1235055" y="548040"/>
                </a:moveTo>
                <a:lnTo>
                  <a:pt x="1128342" y="562687"/>
                </a:lnTo>
                <a:moveTo>
                  <a:pt x="922590" y="551917"/>
                </a:moveTo>
                <a:lnTo>
                  <a:pt x="990411" y="469140"/>
                </a:lnTo>
                <a:moveTo>
                  <a:pt x="1661554" y="451172"/>
                </a:moveTo>
                <a:lnTo>
                  <a:pt x="1658696" y="427602"/>
                </a:lnTo>
                <a:moveTo>
                  <a:pt x="1601157" y="369591"/>
                </a:moveTo>
                <a:lnTo>
                  <a:pt x="1614316" y="359975"/>
                </a:lnTo>
                <a:moveTo>
                  <a:pt x="1658920" y="428067"/>
                </a:moveTo>
                <a:lnTo>
                  <a:pt x="1658696" y="427602"/>
                </a:lnTo>
                <a:moveTo>
                  <a:pt x="1123709" y="647821"/>
                </a:moveTo>
                <a:lnTo>
                  <a:pt x="1114058" y="590795"/>
                </a:lnTo>
                <a:moveTo>
                  <a:pt x="1025019" y="557918"/>
                </a:moveTo>
                <a:lnTo>
                  <a:pt x="1002003" y="489316"/>
                </a:lnTo>
                <a:moveTo>
                  <a:pt x="1434754" y="837104"/>
                </a:moveTo>
                <a:lnTo>
                  <a:pt x="1395519" y="746872"/>
                </a:lnTo>
                <a:moveTo>
                  <a:pt x="1109021" y="561576"/>
                </a:moveTo>
                <a:lnTo>
                  <a:pt x="1025019" y="557918"/>
                </a:lnTo>
                <a:moveTo>
                  <a:pt x="987157" y="638084"/>
                </a:moveTo>
                <a:lnTo>
                  <a:pt x="951323" y="553558"/>
                </a:lnTo>
                <a:moveTo>
                  <a:pt x="1082116" y="645595"/>
                </a:moveTo>
                <a:lnTo>
                  <a:pt x="1002493" y="639430"/>
                </a:lnTo>
                <a:moveTo>
                  <a:pt x="1661554" y="451172"/>
                </a:moveTo>
                <a:lnTo>
                  <a:pt x="1658920" y="428067"/>
                </a:lnTo>
                <a:moveTo>
                  <a:pt x="1115141" y="731108"/>
                </a:moveTo>
                <a:lnTo>
                  <a:pt x="1123709" y="647821"/>
                </a:lnTo>
                <a:moveTo>
                  <a:pt x="1441281" y="753414"/>
                </a:moveTo>
                <a:lnTo>
                  <a:pt x="1395519" y="746872"/>
                </a:lnTo>
                <a:moveTo>
                  <a:pt x="1279821" y="744591"/>
                </a:moveTo>
                <a:lnTo>
                  <a:pt x="1287399" y="759520"/>
                </a:lnTo>
                <a:moveTo>
                  <a:pt x="951323" y="553558"/>
                </a:moveTo>
                <a:lnTo>
                  <a:pt x="1002003" y="489316"/>
                </a:lnTo>
                <a:moveTo>
                  <a:pt x="1196861" y="653497"/>
                </a:moveTo>
                <a:lnTo>
                  <a:pt x="1206137" y="735656"/>
                </a:lnTo>
                <a:moveTo>
                  <a:pt x="1002493" y="639430"/>
                </a:moveTo>
                <a:lnTo>
                  <a:pt x="1025019" y="557918"/>
                </a:lnTo>
                <a:moveTo>
                  <a:pt x="1082116" y="645595"/>
                </a:moveTo>
                <a:lnTo>
                  <a:pt x="1114058" y="590795"/>
                </a:lnTo>
                <a:moveTo>
                  <a:pt x="1002003" y="489316"/>
                </a:moveTo>
                <a:lnTo>
                  <a:pt x="922590" y="551917"/>
                </a:lnTo>
                <a:moveTo>
                  <a:pt x="1682593" y="515018"/>
                </a:moveTo>
                <a:lnTo>
                  <a:pt x="1676365" y="512230"/>
                </a:lnTo>
                <a:moveTo>
                  <a:pt x="1002493" y="639430"/>
                </a:moveTo>
                <a:lnTo>
                  <a:pt x="951323" y="553558"/>
                </a:lnTo>
                <a:moveTo>
                  <a:pt x="1210727" y="569951"/>
                </a:moveTo>
                <a:lnTo>
                  <a:pt x="1128342" y="562687"/>
                </a:lnTo>
                <a:moveTo>
                  <a:pt x="1575821" y="592842"/>
                </a:moveTo>
                <a:lnTo>
                  <a:pt x="1535304" y="578663"/>
                </a:lnTo>
                <a:moveTo>
                  <a:pt x="1437286" y="497871"/>
                </a:moveTo>
                <a:lnTo>
                  <a:pt x="1353244" y="550574"/>
                </a:lnTo>
                <a:moveTo>
                  <a:pt x="1097831" y="852546"/>
                </a:moveTo>
                <a:lnTo>
                  <a:pt x="1032783" y="845977"/>
                </a:lnTo>
                <a:moveTo>
                  <a:pt x="1535304" y="578663"/>
                </a:moveTo>
                <a:lnTo>
                  <a:pt x="1469762" y="580082"/>
                </a:lnTo>
                <a:moveTo>
                  <a:pt x="1336397" y="829526"/>
                </a:moveTo>
                <a:lnTo>
                  <a:pt x="1335957" y="829416"/>
                </a:lnTo>
                <a:moveTo>
                  <a:pt x="1196861" y="653497"/>
                </a:moveTo>
                <a:lnTo>
                  <a:pt x="1128342" y="562687"/>
                </a:lnTo>
                <a:moveTo>
                  <a:pt x="1336397" y="829526"/>
                </a:moveTo>
                <a:lnTo>
                  <a:pt x="1336071" y="829532"/>
                </a:lnTo>
                <a:moveTo>
                  <a:pt x="1336071" y="829532"/>
                </a:moveTo>
                <a:lnTo>
                  <a:pt x="1335957" y="829416"/>
                </a:lnTo>
                <a:moveTo>
                  <a:pt x="1438853" y="669547"/>
                </a:moveTo>
                <a:lnTo>
                  <a:pt x="1395519" y="746872"/>
                </a:lnTo>
                <a:moveTo>
                  <a:pt x="1434754" y="837104"/>
                </a:moveTo>
                <a:lnTo>
                  <a:pt x="1424854" y="833798"/>
                </a:lnTo>
                <a:moveTo>
                  <a:pt x="1424088" y="920713"/>
                </a:moveTo>
                <a:lnTo>
                  <a:pt x="1424854" y="833798"/>
                </a:lnTo>
                <a:moveTo>
                  <a:pt x="1123709" y="647821"/>
                </a:moveTo>
                <a:lnTo>
                  <a:pt x="1082116" y="645595"/>
                </a:lnTo>
                <a:moveTo>
                  <a:pt x="1497369" y="335423"/>
                </a:moveTo>
                <a:lnTo>
                  <a:pt x="1434412" y="413129"/>
                </a:lnTo>
                <a:moveTo>
                  <a:pt x="1462972" y="586203"/>
                </a:moveTo>
                <a:lnTo>
                  <a:pt x="1384519" y="662836"/>
                </a:lnTo>
                <a:moveTo>
                  <a:pt x="1434412" y="413129"/>
                </a:moveTo>
                <a:lnTo>
                  <a:pt x="1478590" y="334370"/>
                </a:lnTo>
                <a:moveTo>
                  <a:pt x="1682593" y="515018"/>
                </a:moveTo>
                <a:lnTo>
                  <a:pt x="1656229" y="537067"/>
                </a:lnTo>
                <a:moveTo>
                  <a:pt x="1469762" y="580082"/>
                </a:moveTo>
                <a:lnTo>
                  <a:pt x="1437286" y="497871"/>
                </a:lnTo>
                <a:moveTo>
                  <a:pt x="1107600" y="814526"/>
                </a:moveTo>
                <a:lnTo>
                  <a:pt x="1032783" y="845977"/>
                </a:lnTo>
                <a:moveTo>
                  <a:pt x="1656229" y="537067"/>
                </a:moveTo>
                <a:lnTo>
                  <a:pt x="1575821" y="592842"/>
                </a:lnTo>
                <a:moveTo>
                  <a:pt x="1682593" y="515018"/>
                </a:moveTo>
                <a:lnTo>
                  <a:pt x="1661554" y="451172"/>
                </a:lnTo>
                <a:moveTo>
                  <a:pt x="1549550" y="348878"/>
                </a:moveTo>
                <a:lnTo>
                  <a:pt x="1497369" y="335423"/>
                </a:lnTo>
                <a:moveTo>
                  <a:pt x="1462972" y="586203"/>
                </a:moveTo>
                <a:lnTo>
                  <a:pt x="1437286" y="497871"/>
                </a:lnTo>
                <a:moveTo>
                  <a:pt x="1224955" y="710956"/>
                </a:moveTo>
                <a:lnTo>
                  <a:pt x="1196861" y="653497"/>
                </a:lnTo>
                <a:moveTo>
                  <a:pt x="1367304" y="578677"/>
                </a:moveTo>
                <a:lnTo>
                  <a:pt x="1353244" y="550574"/>
                </a:lnTo>
                <a:moveTo>
                  <a:pt x="1279821" y="744591"/>
                </a:moveTo>
                <a:lnTo>
                  <a:pt x="1260917" y="738579"/>
                </a:lnTo>
                <a:moveTo>
                  <a:pt x="1353244" y="550574"/>
                </a:moveTo>
                <a:lnTo>
                  <a:pt x="1235055" y="548040"/>
                </a:lnTo>
                <a:moveTo>
                  <a:pt x="922590" y="551917"/>
                </a:moveTo>
                <a:lnTo>
                  <a:pt x="912480" y="466254"/>
                </a:lnTo>
                <a:moveTo>
                  <a:pt x="1484910" y="588305"/>
                </a:moveTo>
                <a:lnTo>
                  <a:pt x="1535304" y="578663"/>
                </a:lnTo>
                <a:moveTo>
                  <a:pt x="1032783" y="845977"/>
                </a:moveTo>
                <a:lnTo>
                  <a:pt x="1007592" y="808833"/>
                </a:lnTo>
                <a:moveTo>
                  <a:pt x="1438853" y="669547"/>
                </a:moveTo>
                <a:lnTo>
                  <a:pt x="1384519" y="662836"/>
                </a:lnTo>
                <a:moveTo>
                  <a:pt x="1210727" y="569951"/>
                </a:moveTo>
                <a:lnTo>
                  <a:pt x="1235055" y="548040"/>
                </a:lnTo>
                <a:moveTo>
                  <a:pt x="1196861" y="653497"/>
                </a:moveTo>
                <a:lnTo>
                  <a:pt x="1123709" y="647821"/>
                </a:lnTo>
                <a:moveTo>
                  <a:pt x="1593061" y="594407"/>
                </a:moveTo>
                <a:lnTo>
                  <a:pt x="1656229" y="537067"/>
                </a:lnTo>
                <a:moveTo>
                  <a:pt x="1025019" y="557918"/>
                </a:moveTo>
                <a:lnTo>
                  <a:pt x="951323" y="553558"/>
                </a:lnTo>
                <a:moveTo>
                  <a:pt x="922590" y="551917"/>
                </a:moveTo>
                <a:lnTo>
                  <a:pt x="825444" y="545437"/>
                </a:lnTo>
                <a:moveTo>
                  <a:pt x="1356704" y="916533"/>
                </a:moveTo>
                <a:lnTo>
                  <a:pt x="1336397" y="829526"/>
                </a:lnTo>
                <a:moveTo>
                  <a:pt x="1356704" y="916533"/>
                </a:moveTo>
                <a:lnTo>
                  <a:pt x="1336071" y="829532"/>
                </a:lnTo>
                <a:moveTo>
                  <a:pt x="951323" y="553558"/>
                </a:moveTo>
                <a:lnTo>
                  <a:pt x="922590" y="551917"/>
                </a:lnTo>
                <a:moveTo>
                  <a:pt x="1437286" y="497871"/>
                </a:moveTo>
                <a:lnTo>
                  <a:pt x="1380487" y="497673"/>
                </a:lnTo>
                <a:moveTo>
                  <a:pt x="1462972" y="586203"/>
                </a:moveTo>
                <a:lnTo>
                  <a:pt x="1367304" y="578677"/>
                </a:lnTo>
                <a:moveTo>
                  <a:pt x="1601157" y="369591"/>
                </a:moveTo>
                <a:lnTo>
                  <a:pt x="1549550" y="348878"/>
                </a:lnTo>
                <a:moveTo>
                  <a:pt x="1107600" y="814526"/>
                </a:moveTo>
                <a:lnTo>
                  <a:pt x="1055059" y="814870"/>
                </a:lnTo>
                <a:moveTo>
                  <a:pt x="1434412" y="413129"/>
                </a:moveTo>
                <a:lnTo>
                  <a:pt x="1393216" y="414915"/>
                </a:lnTo>
                <a:moveTo>
                  <a:pt x="1196861" y="653497"/>
                </a:moveTo>
                <a:lnTo>
                  <a:pt x="1210727" y="569951"/>
                </a:lnTo>
                <a:moveTo>
                  <a:pt x="1437286" y="497871"/>
                </a:moveTo>
                <a:lnTo>
                  <a:pt x="1393216" y="414915"/>
                </a:lnTo>
                <a:moveTo>
                  <a:pt x="1462972" y="586203"/>
                </a:moveTo>
                <a:lnTo>
                  <a:pt x="1353244" y="550574"/>
                </a:lnTo>
                <a:moveTo>
                  <a:pt x="1279821" y="744591"/>
                </a:moveTo>
                <a:lnTo>
                  <a:pt x="1224955" y="710956"/>
                </a:lnTo>
                <a:moveTo>
                  <a:pt x="1658920" y="428067"/>
                </a:moveTo>
                <a:lnTo>
                  <a:pt x="1601157" y="369591"/>
                </a:lnTo>
                <a:moveTo>
                  <a:pt x="1275934" y="741810"/>
                </a:moveTo>
                <a:lnTo>
                  <a:pt x="1224955" y="710956"/>
                </a:lnTo>
                <a:moveTo>
                  <a:pt x="1335957" y="829416"/>
                </a:moveTo>
                <a:lnTo>
                  <a:pt x="1279821" y="744591"/>
                </a:lnTo>
                <a:moveTo>
                  <a:pt x="1593061" y="594407"/>
                </a:moveTo>
                <a:lnTo>
                  <a:pt x="1682593" y="515018"/>
                </a:lnTo>
                <a:moveTo>
                  <a:pt x="1424088" y="920713"/>
                </a:moveTo>
                <a:lnTo>
                  <a:pt x="1434754" y="837104"/>
                </a:lnTo>
                <a:moveTo>
                  <a:pt x="1462972" y="586203"/>
                </a:moveTo>
                <a:lnTo>
                  <a:pt x="1469762" y="580082"/>
                </a:lnTo>
                <a:moveTo>
                  <a:pt x="1593061" y="594407"/>
                </a:moveTo>
                <a:lnTo>
                  <a:pt x="1575821" y="592842"/>
                </a:lnTo>
                <a:moveTo>
                  <a:pt x="1434754" y="837104"/>
                </a:moveTo>
                <a:lnTo>
                  <a:pt x="1441281" y="753414"/>
                </a:lnTo>
                <a:moveTo>
                  <a:pt x="1497369" y="335423"/>
                </a:moveTo>
                <a:lnTo>
                  <a:pt x="1478590" y="334370"/>
                </a:lnTo>
                <a:moveTo>
                  <a:pt x="1335957" y="829416"/>
                </a:moveTo>
                <a:lnTo>
                  <a:pt x="1279282" y="744958"/>
                </a:lnTo>
                <a:moveTo>
                  <a:pt x="1336071" y="829532"/>
                </a:moveTo>
                <a:lnTo>
                  <a:pt x="1279282" y="744958"/>
                </a:lnTo>
                <a:moveTo>
                  <a:pt x="1353244" y="550574"/>
                </a:moveTo>
                <a:lnTo>
                  <a:pt x="1380487" y="497673"/>
                </a:lnTo>
                <a:moveTo>
                  <a:pt x="1586927" y="599124"/>
                </a:moveTo>
                <a:lnTo>
                  <a:pt x="1575821" y="592842"/>
                </a:lnTo>
                <a:moveTo>
                  <a:pt x="1691353" y="518165"/>
                </a:moveTo>
                <a:lnTo>
                  <a:pt x="1661554" y="451172"/>
                </a:lnTo>
                <a:moveTo>
                  <a:pt x="1593541" y="595095"/>
                </a:moveTo>
                <a:lnTo>
                  <a:pt x="1682593" y="515018"/>
                </a:lnTo>
                <a:moveTo>
                  <a:pt x="1691353" y="518165"/>
                </a:moveTo>
                <a:lnTo>
                  <a:pt x="1658920" y="428067"/>
                </a:lnTo>
                <a:moveTo>
                  <a:pt x="1497369" y="335423"/>
                </a:moveTo>
                <a:lnTo>
                  <a:pt x="1485457" y="326919"/>
                </a:lnTo>
                <a:moveTo>
                  <a:pt x="1575821" y="592842"/>
                </a:moveTo>
                <a:lnTo>
                  <a:pt x="1484910" y="588305"/>
                </a:lnTo>
                <a:moveTo>
                  <a:pt x="1485457" y="326919"/>
                </a:moveTo>
                <a:lnTo>
                  <a:pt x="1478590" y="334370"/>
                </a:lnTo>
                <a:moveTo>
                  <a:pt x="1289745" y="519043"/>
                </a:moveTo>
                <a:lnTo>
                  <a:pt x="1235055" y="548040"/>
                </a:lnTo>
                <a:moveTo>
                  <a:pt x="1484910" y="588305"/>
                </a:moveTo>
                <a:lnTo>
                  <a:pt x="1469762" y="580082"/>
                </a:lnTo>
                <a:moveTo>
                  <a:pt x="1593061" y="594407"/>
                </a:moveTo>
                <a:lnTo>
                  <a:pt x="1586927" y="599124"/>
                </a:lnTo>
                <a:moveTo>
                  <a:pt x="1438853" y="669547"/>
                </a:moveTo>
                <a:lnTo>
                  <a:pt x="1462972" y="586203"/>
                </a:lnTo>
                <a:moveTo>
                  <a:pt x="1441281" y="753414"/>
                </a:moveTo>
                <a:lnTo>
                  <a:pt x="1438853" y="669547"/>
                </a:lnTo>
                <a:moveTo>
                  <a:pt x="1484910" y="588305"/>
                </a:moveTo>
                <a:lnTo>
                  <a:pt x="1462972" y="586203"/>
                </a:lnTo>
                <a:moveTo>
                  <a:pt x="1032783" y="845977"/>
                </a:moveTo>
                <a:lnTo>
                  <a:pt x="1055059" y="814870"/>
                </a:lnTo>
                <a:moveTo>
                  <a:pt x="1593541" y="595095"/>
                </a:moveTo>
                <a:lnTo>
                  <a:pt x="1593061" y="594407"/>
                </a:lnTo>
                <a:moveTo>
                  <a:pt x="1586927" y="599124"/>
                </a:moveTo>
                <a:lnTo>
                  <a:pt x="1484910" y="588305"/>
                </a:lnTo>
                <a:moveTo>
                  <a:pt x="1353244" y="550574"/>
                </a:moveTo>
                <a:lnTo>
                  <a:pt x="1289745" y="519043"/>
                </a:lnTo>
                <a:moveTo>
                  <a:pt x="1544570" y="341993"/>
                </a:moveTo>
                <a:lnTo>
                  <a:pt x="1549550" y="348878"/>
                </a:lnTo>
                <a:moveTo>
                  <a:pt x="1593541" y="595095"/>
                </a:moveTo>
                <a:lnTo>
                  <a:pt x="1586927" y="599124"/>
                </a:lnTo>
                <a:moveTo>
                  <a:pt x="1467331" y="334831"/>
                </a:moveTo>
                <a:lnTo>
                  <a:pt x="1478590" y="334370"/>
                </a:lnTo>
                <a:moveTo>
                  <a:pt x="1691353" y="518165"/>
                </a:moveTo>
                <a:lnTo>
                  <a:pt x="1682593" y="515018"/>
                </a:lnTo>
                <a:moveTo>
                  <a:pt x="1393216" y="414915"/>
                </a:moveTo>
                <a:lnTo>
                  <a:pt x="1478590" y="334370"/>
                </a:lnTo>
                <a:moveTo>
                  <a:pt x="1467331" y="334831"/>
                </a:moveTo>
                <a:lnTo>
                  <a:pt x="1485457" y="326919"/>
                </a:lnTo>
                <a:moveTo>
                  <a:pt x="1670162" y="433928"/>
                </a:moveTo>
                <a:lnTo>
                  <a:pt x="1658920" y="428067"/>
                </a:lnTo>
                <a:moveTo>
                  <a:pt x="1227349" y="659737"/>
                </a:moveTo>
                <a:lnTo>
                  <a:pt x="1224955" y="710956"/>
                </a:lnTo>
                <a:moveTo>
                  <a:pt x="1336071" y="829532"/>
                </a:moveTo>
                <a:lnTo>
                  <a:pt x="1311842" y="833476"/>
                </a:lnTo>
                <a:moveTo>
                  <a:pt x="1196436" y="572694"/>
                </a:moveTo>
                <a:lnTo>
                  <a:pt x="1210727" y="569951"/>
                </a:lnTo>
                <a:moveTo>
                  <a:pt x="1380487" y="497673"/>
                </a:moveTo>
                <a:lnTo>
                  <a:pt x="1393216" y="414915"/>
                </a:lnTo>
                <a:moveTo>
                  <a:pt x="1279821" y="744591"/>
                </a:moveTo>
                <a:lnTo>
                  <a:pt x="1275934" y="741810"/>
                </a:lnTo>
                <a:moveTo>
                  <a:pt x="1403688" y="922509"/>
                </a:moveTo>
                <a:lnTo>
                  <a:pt x="1424088" y="920713"/>
                </a:lnTo>
                <a:moveTo>
                  <a:pt x="1279821" y="744591"/>
                </a:moveTo>
                <a:lnTo>
                  <a:pt x="1279282" y="744958"/>
                </a:lnTo>
                <a:moveTo>
                  <a:pt x="1380487" y="497673"/>
                </a:moveTo>
                <a:lnTo>
                  <a:pt x="1289745" y="519043"/>
                </a:lnTo>
                <a:moveTo>
                  <a:pt x="1691353" y="518165"/>
                </a:moveTo>
                <a:lnTo>
                  <a:pt x="1593541" y="595095"/>
                </a:lnTo>
                <a:moveTo>
                  <a:pt x="1279282" y="744958"/>
                </a:moveTo>
                <a:lnTo>
                  <a:pt x="1275934" y="741810"/>
                </a:lnTo>
                <a:moveTo>
                  <a:pt x="1520477" y="615184"/>
                </a:moveTo>
                <a:lnTo>
                  <a:pt x="1462972" y="586203"/>
                </a:lnTo>
                <a:moveTo>
                  <a:pt x="1418158" y="356668"/>
                </a:moveTo>
                <a:lnTo>
                  <a:pt x="1478590" y="334370"/>
                </a:lnTo>
                <a:moveTo>
                  <a:pt x="1412001" y="839189"/>
                </a:moveTo>
                <a:lnTo>
                  <a:pt x="1434754" y="837104"/>
                </a:lnTo>
                <a:moveTo>
                  <a:pt x="1424088" y="920713"/>
                </a:moveTo>
                <a:lnTo>
                  <a:pt x="1412001" y="839189"/>
                </a:lnTo>
                <a:moveTo>
                  <a:pt x="1227349" y="659737"/>
                </a:moveTo>
                <a:lnTo>
                  <a:pt x="1210727" y="569951"/>
                </a:lnTo>
                <a:moveTo>
                  <a:pt x="1227349" y="659737"/>
                </a:moveTo>
                <a:lnTo>
                  <a:pt x="1196861" y="653497"/>
                </a:lnTo>
                <a:moveTo>
                  <a:pt x="1544570" y="341993"/>
                </a:moveTo>
                <a:lnTo>
                  <a:pt x="1497369" y="335423"/>
                </a:lnTo>
                <a:moveTo>
                  <a:pt x="1586927" y="599124"/>
                </a:moveTo>
                <a:lnTo>
                  <a:pt x="1520477" y="615184"/>
                </a:lnTo>
                <a:moveTo>
                  <a:pt x="1356704" y="916533"/>
                </a:moveTo>
                <a:lnTo>
                  <a:pt x="1311842" y="833476"/>
                </a:lnTo>
                <a:moveTo>
                  <a:pt x="1520477" y="615184"/>
                </a:moveTo>
                <a:lnTo>
                  <a:pt x="1484910" y="588305"/>
                </a:lnTo>
                <a:moveTo>
                  <a:pt x="1593541" y="595095"/>
                </a:moveTo>
                <a:lnTo>
                  <a:pt x="1520477" y="615184"/>
                </a:lnTo>
                <a:moveTo>
                  <a:pt x="1544570" y="341993"/>
                </a:moveTo>
                <a:lnTo>
                  <a:pt x="1485457" y="326919"/>
                </a:lnTo>
                <a:moveTo>
                  <a:pt x="1418158" y="356668"/>
                </a:moveTo>
                <a:lnTo>
                  <a:pt x="1467331" y="334831"/>
                </a:lnTo>
                <a:moveTo>
                  <a:pt x="1537820" y="335449"/>
                </a:moveTo>
                <a:lnTo>
                  <a:pt x="1485457" y="326919"/>
                </a:lnTo>
                <a:moveTo>
                  <a:pt x="1670162" y="433928"/>
                </a:moveTo>
                <a:lnTo>
                  <a:pt x="1601157" y="369591"/>
                </a:lnTo>
                <a:moveTo>
                  <a:pt x="1601157" y="369591"/>
                </a:moveTo>
                <a:lnTo>
                  <a:pt x="1544570" y="341993"/>
                </a:lnTo>
                <a:moveTo>
                  <a:pt x="1641665" y="569347"/>
                </a:moveTo>
                <a:lnTo>
                  <a:pt x="1593541" y="595095"/>
                </a:lnTo>
                <a:moveTo>
                  <a:pt x="1418158" y="356668"/>
                </a:moveTo>
                <a:lnTo>
                  <a:pt x="1393216" y="414915"/>
                </a:lnTo>
                <a:moveTo>
                  <a:pt x="1434754" y="837104"/>
                </a:moveTo>
                <a:lnTo>
                  <a:pt x="1438514" y="758184"/>
                </a:lnTo>
                <a:moveTo>
                  <a:pt x="1380487" y="497673"/>
                </a:moveTo>
                <a:lnTo>
                  <a:pt x="1321827" y="497238"/>
                </a:lnTo>
                <a:moveTo>
                  <a:pt x="1438514" y="758184"/>
                </a:moveTo>
                <a:lnTo>
                  <a:pt x="1441281" y="753414"/>
                </a:lnTo>
                <a:moveTo>
                  <a:pt x="1275934" y="741810"/>
                </a:moveTo>
                <a:lnTo>
                  <a:pt x="1227349" y="659737"/>
                </a:lnTo>
                <a:moveTo>
                  <a:pt x="1651454" y="411449"/>
                </a:moveTo>
                <a:lnTo>
                  <a:pt x="1601157" y="369591"/>
                </a:lnTo>
                <a:moveTo>
                  <a:pt x="1601157" y="369591"/>
                </a:moveTo>
                <a:lnTo>
                  <a:pt x="1545184" y="342840"/>
                </a:lnTo>
                <a:moveTo>
                  <a:pt x="1311842" y="833476"/>
                </a:moveTo>
                <a:lnTo>
                  <a:pt x="1279282" y="744958"/>
                </a:lnTo>
                <a:moveTo>
                  <a:pt x="1593541" y="595095"/>
                </a:moveTo>
                <a:lnTo>
                  <a:pt x="1544846" y="595928"/>
                </a:lnTo>
                <a:moveTo>
                  <a:pt x="1448059" y="675021"/>
                </a:moveTo>
                <a:lnTo>
                  <a:pt x="1462972" y="586203"/>
                </a:lnTo>
                <a:moveTo>
                  <a:pt x="1691353" y="518165"/>
                </a:moveTo>
                <a:lnTo>
                  <a:pt x="1670162" y="433928"/>
                </a:lnTo>
                <a:moveTo>
                  <a:pt x="1441281" y="753414"/>
                </a:moveTo>
                <a:lnTo>
                  <a:pt x="1448059" y="675021"/>
                </a:lnTo>
                <a:moveTo>
                  <a:pt x="1391188" y="417149"/>
                </a:moveTo>
                <a:lnTo>
                  <a:pt x="1393216" y="414915"/>
                </a:lnTo>
                <a:moveTo>
                  <a:pt x="1321827" y="497238"/>
                </a:moveTo>
                <a:lnTo>
                  <a:pt x="1393216" y="414915"/>
                </a:lnTo>
                <a:moveTo>
                  <a:pt x="1691353" y="518165"/>
                </a:moveTo>
                <a:lnTo>
                  <a:pt x="1641665" y="569347"/>
                </a:lnTo>
                <a:moveTo>
                  <a:pt x="1448059" y="675021"/>
                </a:moveTo>
                <a:lnTo>
                  <a:pt x="1438853" y="669547"/>
                </a:lnTo>
                <a:moveTo>
                  <a:pt x="1321827" y="497238"/>
                </a:moveTo>
                <a:lnTo>
                  <a:pt x="1289745" y="519043"/>
                </a:lnTo>
                <a:moveTo>
                  <a:pt x="1630215" y="754042"/>
                </a:moveTo>
                <a:lnTo>
                  <a:pt x="1621509" y="767406"/>
                </a:lnTo>
                <a:moveTo>
                  <a:pt x="1403688" y="922509"/>
                </a:moveTo>
                <a:lnTo>
                  <a:pt x="1412001" y="839189"/>
                </a:lnTo>
                <a:moveTo>
                  <a:pt x="1275934" y="741810"/>
                </a:moveTo>
                <a:lnTo>
                  <a:pt x="1231373" y="661514"/>
                </a:lnTo>
                <a:moveTo>
                  <a:pt x="1227349" y="659737"/>
                </a:moveTo>
                <a:lnTo>
                  <a:pt x="1196436" y="572694"/>
                </a:lnTo>
                <a:moveTo>
                  <a:pt x="1459314" y="338944"/>
                </a:moveTo>
                <a:lnTo>
                  <a:pt x="1467331" y="334831"/>
                </a:lnTo>
                <a:moveTo>
                  <a:pt x="1391188" y="417149"/>
                </a:moveTo>
                <a:lnTo>
                  <a:pt x="1418158" y="356668"/>
                </a:lnTo>
                <a:moveTo>
                  <a:pt x="1472395" y="334964"/>
                </a:moveTo>
                <a:lnTo>
                  <a:pt x="1485457" y="326919"/>
                </a:lnTo>
                <a:moveTo>
                  <a:pt x="1345554" y="471980"/>
                </a:moveTo>
                <a:lnTo>
                  <a:pt x="1393216" y="414915"/>
                </a:lnTo>
                <a:moveTo>
                  <a:pt x="1544570" y="341993"/>
                </a:moveTo>
                <a:lnTo>
                  <a:pt x="1537820" y="335449"/>
                </a:lnTo>
                <a:moveTo>
                  <a:pt x="1575560" y="579844"/>
                </a:moveTo>
                <a:lnTo>
                  <a:pt x="1593541" y="595095"/>
                </a:lnTo>
                <a:moveTo>
                  <a:pt x="1217615" y="626706"/>
                </a:moveTo>
                <a:lnTo>
                  <a:pt x="1196436" y="572694"/>
                </a:lnTo>
                <a:moveTo>
                  <a:pt x="1299364" y="750616"/>
                </a:moveTo>
                <a:lnTo>
                  <a:pt x="1279282" y="744958"/>
                </a:lnTo>
                <a:moveTo>
                  <a:pt x="1286614" y="834184"/>
                </a:moveTo>
                <a:lnTo>
                  <a:pt x="1279282" y="744958"/>
                </a:lnTo>
                <a:moveTo>
                  <a:pt x="1520477" y="615184"/>
                </a:moveTo>
                <a:lnTo>
                  <a:pt x="1544846" y="595928"/>
                </a:lnTo>
                <a:moveTo>
                  <a:pt x="1670162" y="433928"/>
                </a:moveTo>
                <a:lnTo>
                  <a:pt x="1651454" y="411449"/>
                </a:lnTo>
                <a:moveTo>
                  <a:pt x="1472395" y="334964"/>
                </a:moveTo>
                <a:lnTo>
                  <a:pt x="1467331" y="334831"/>
                </a:lnTo>
                <a:moveTo>
                  <a:pt x="1621509" y="767406"/>
                </a:moveTo>
                <a:lnTo>
                  <a:pt x="1547220" y="764983"/>
                </a:lnTo>
                <a:moveTo>
                  <a:pt x="1545184" y="342840"/>
                </a:moveTo>
                <a:lnTo>
                  <a:pt x="1544570" y="341993"/>
                </a:lnTo>
                <a:moveTo>
                  <a:pt x="1588422" y="372382"/>
                </a:moveTo>
                <a:lnTo>
                  <a:pt x="1601157" y="369591"/>
                </a:lnTo>
                <a:moveTo>
                  <a:pt x="1545184" y="342840"/>
                </a:moveTo>
                <a:lnTo>
                  <a:pt x="1537820" y="335449"/>
                </a:lnTo>
                <a:moveTo>
                  <a:pt x="1412001" y="839189"/>
                </a:moveTo>
                <a:lnTo>
                  <a:pt x="1438514" y="758184"/>
                </a:lnTo>
                <a:moveTo>
                  <a:pt x="1691353" y="518165"/>
                </a:moveTo>
                <a:lnTo>
                  <a:pt x="1680424" y="437391"/>
                </a:lnTo>
                <a:moveTo>
                  <a:pt x="1227349" y="659737"/>
                </a:moveTo>
                <a:lnTo>
                  <a:pt x="1217615" y="626706"/>
                </a:lnTo>
                <a:moveTo>
                  <a:pt x="1679999" y="521714"/>
                </a:moveTo>
                <a:lnTo>
                  <a:pt x="1691353" y="518165"/>
                </a:lnTo>
                <a:moveTo>
                  <a:pt x="1403688" y="922509"/>
                </a:moveTo>
                <a:lnTo>
                  <a:pt x="1339117" y="836945"/>
                </a:lnTo>
                <a:moveTo>
                  <a:pt x="1520477" y="615184"/>
                </a:moveTo>
                <a:lnTo>
                  <a:pt x="1448059" y="675021"/>
                </a:lnTo>
                <a:moveTo>
                  <a:pt x="1520477" y="615184"/>
                </a:moveTo>
                <a:lnTo>
                  <a:pt x="1452328" y="658652"/>
                </a:lnTo>
                <a:moveTo>
                  <a:pt x="1459314" y="338944"/>
                </a:moveTo>
                <a:lnTo>
                  <a:pt x="1418158" y="356668"/>
                </a:lnTo>
                <a:moveTo>
                  <a:pt x="1412001" y="839189"/>
                </a:moveTo>
                <a:lnTo>
                  <a:pt x="1339117" y="836945"/>
                </a:lnTo>
                <a:moveTo>
                  <a:pt x="1565682" y="739181"/>
                </a:moveTo>
                <a:lnTo>
                  <a:pt x="1621509" y="767406"/>
                </a:lnTo>
                <a:moveTo>
                  <a:pt x="1265647" y="705108"/>
                </a:moveTo>
                <a:lnTo>
                  <a:pt x="1275934" y="741810"/>
                </a:lnTo>
                <a:moveTo>
                  <a:pt x="1231373" y="661514"/>
                </a:moveTo>
                <a:lnTo>
                  <a:pt x="1227349" y="659737"/>
                </a:lnTo>
                <a:moveTo>
                  <a:pt x="1265647" y="705108"/>
                </a:moveTo>
                <a:lnTo>
                  <a:pt x="1279282" y="744958"/>
                </a:lnTo>
                <a:moveTo>
                  <a:pt x="1345554" y="471980"/>
                </a:moveTo>
                <a:lnTo>
                  <a:pt x="1391188" y="417149"/>
                </a:lnTo>
                <a:moveTo>
                  <a:pt x="1630215" y="754042"/>
                </a:moveTo>
                <a:lnTo>
                  <a:pt x="1565682" y="739181"/>
                </a:lnTo>
                <a:moveTo>
                  <a:pt x="1345554" y="471980"/>
                </a:moveTo>
                <a:lnTo>
                  <a:pt x="1321827" y="497238"/>
                </a:lnTo>
                <a:moveTo>
                  <a:pt x="1680424" y="437391"/>
                </a:moveTo>
                <a:lnTo>
                  <a:pt x="1670162" y="433928"/>
                </a:lnTo>
                <a:moveTo>
                  <a:pt x="1391188" y="417149"/>
                </a:moveTo>
                <a:lnTo>
                  <a:pt x="1459314" y="338944"/>
                </a:lnTo>
                <a:moveTo>
                  <a:pt x="1231373" y="661514"/>
                </a:moveTo>
                <a:lnTo>
                  <a:pt x="1217615" y="626706"/>
                </a:lnTo>
                <a:moveTo>
                  <a:pt x="1286614" y="834184"/>
                </a:moveTo>
                <a:lnTo>
                  <a:pt x="1311842" y="833476"/>
                </a:lnTo>
                <a:moveTo>
                  <a:pt x="1679999" y="521714"/>
                </a:moveTo>
                <a:lnTo>
                  <a:pt x="1641665" y="569347"/>
                </a:lnTo>
                <a:moveTo>
                  <a:pt x="1379086" y="925466"/>
                </a:moveTo>
                <a:lnTo>
                  <a:pt x="1403688" y="922509"/>
                </a:lnTo>
                <a:moveTo>
                  <a:pt x="1544846" y="595928"/>
                </a:moveTo>
                <a:lnTo>
                  <a:pt x="1452328" y="658652"/>
                </a:lnTo>
                <a:moveTo>
                  <a:pt x="1412001" y="839189"/>
                </a:moveTo>
                <a:lnTo>
                  <a:pt x="1363441" y="755662"/>
                </a:lnTo>
                <a:moveTo>
                  <a:pt x="1438514" y="758184"/>
                </a:moveTo>
                <a:lnTo>
                  <a:pt x="1448059" y="675021"/>
                </a:lnTo>
                <a:moveTo>
                  <a:pt x="1537820" y="335449"/>
                </a:moveTo>
                <a:lnTo>
                  <a:pt x="1472395" y="334964"/>
                </a:lnTo>
                <a:moveTo>
                  <a:pt x="1641665" y="569347"/>
                </a:moveTo>
                <a:lnTo>
                  <a:pt x="1575560" y="579844"/>
                </a:lnTo>
                <a:moveTo>
                  <a:pt x="1680424" y="437391"/>
                </a:moveTo>
                <a:lnTo>
                  <a:pt x="1651454" y="411449"/>
                </a:lnTo>
                <a:moveTo>
                  <a:pt x="1477412" y="341246"/>
                </a:moveTo>
                <a:lnTo>
                  <a:pt x="1537820" y="335449"/>
                </a:lnTo>
                <a:moveTo>
                  <a:pt x="1561170" y="811949"/>
                </a:moveTo>
                <a:lnTo>
                  <a:pt x="1547220" y="764983"/>
                </a:lnTo>
                <a:moveTo>
                  <a:pt x="1257094" y="843057"/>
                </a:moveTo>
                <a:lnTo>
                  <a:pt x="1311842" y="833476"/>
                </a:lnTo>
                <a:moveTo>
                  <a:pt x="1452328" y="658652"/>
                </a:moveTo>
                <a:lnTo>
                  <a:pt x="1448059" y="675021"/>
                </a:lnTo>
                <a:moveTo>
                  <a:pt x="1565682" y="739181"/>
                </a:moveTo>
                <a:lnTo>
                  <a:pt x="1547220" y="764983"/>
                </a:lnTo>
                <a:moveTo>
                  <a:pt x="1575560" y="579844"/>
                </a:moveTo>
                <a:lnTo>
                  <a:pt x="1544846" y="595928"/>
                </a:lnTo>
                <a:moveTo>
                  <a:pt x="1545184" y="342840"/>
                </a:moveTo>
                <a:lnTo>
                  <a:pt x="1477412" y="341246"/>
                </a:lnTo>
                <a:moveTo>
                  <a:pt x="1544846" y="595928"/>
                </a:moveTo>
                <a:lnTo>
                  <a:pt x="1469027" y="593311"/>
                </a:lnTo>
                <a:moveTo>
                  <a:pt x="1321827" y="497238"/>
                </a:moveTo>
                <a:lnTo>
                  <a:pt x="1266421" y="497217"/>
                </a:lnTo>
                <a:moveTo>
                  <a:pt x="1651454" y="411449"/>
                </a:moveTo>
                <a:lnTo>
                  <a:pt x="1588422" y="372382"/>
                </a:lnTo>
                <a:moveTo>
                  <a:pt x="1588422" y="372382"/>
                </a:moveTo>
                <a:lnTo>
                  <a:pt x="1545184" y="342840"/>
                </a:lnTo>
                <a:moveTo>
                  <a:pt x="1441012" y="675229"/>
                </a:moveTo>
                <a:lnTo>
                  <a:pt x="1448059" y="675021"/>
                </a:lnTo>
                <a:moveTo>
                  <a:pt x="1339117" y="836945"/>
                </a:moveTo>
                <a:lnTo>
                  <a:pt x="1299364" y="750616"/>
                </a:lnTo>
                <a:moveTo>
                  <a:pt x="1339117" y="836945"/>
                </a:moveTo>
                <a:lnTo>
                  <a:pt x="1286614" y="834184"/>
                </a:lnTo>
                <a:moveTo>
                  <a:pt x="1441012" y="675229"/>
                </a:moveTo>
                <a:lnTo>
                  <a:pt x="1452328" y="658652"/>
                </a:lnTo>
                <a:moveTo>
                  <a:pt x="1438514" y="758184"/>
                </a:moveTo>
                <a:lnTo>
                  <a:pt x="1363441" y="755662"/>
                </a:lnTo>
                <a:moveTo>
                  <a:pt x="1286614" y="834184"/>
                </a:moveTo>
                <a:lnTo>
                  <a:pt x="1299364" y="750616"/>
                </a:lnTo>
                <a:moveTo>
                  <a:pt x="1279378" y="483622"/>
                </a:moveTo>
                <a:lnTo>
                  <a:pt x="1321827" y="497238"/>
                </a:lnTo>
                <a:moveTo>
                  <a:pt x="1472395" y="334964"/>
                </a:moveTo>
                <a:lnTo>
                  <a:pt x="1459314" y="338944"/>
                </a:lnTo>
                <a:moveTo>
                  <a:pt x="1452328" y="658652"/>
                </a:moveTo>
                <a:lnTo>
                  <a:pt x="1469027" y="593311"/>
                </a:lnTo>
                <a:moveTo>
                  <a:pt x="1363441" y="755662"/>
                </a:moveTo>
                <a:lnTo>
                  <a:pt x="1448059" y="675021"/>
                </a:lnTo>
                <a:moveTo>
                  <a:pt x="1679999" y="521714"/>
                </a:moveTo>
                <a:lnTo>
                  <a:pt x="1680424" y="437391"/>
                </a:lnTo>
                <a:moveTo>
                  <a:pt x="1527771" y="766398"/>
                </a:moveTo>
                <a:lnTo>
                  <a:pt x="1547220" y="764983"/>
                </a:lnTo>
                <a:moveTo>
                  <a:pt x="1339117" y="836945"/>
                </a:moveTo>
                <a:lnTo>
                  <a:pt x="1363441" y="755662"/>
                </a:lnTo>
                <a:moveTo>
                  <a:pt x="1441012" y="675229"/>
                </a:moveTo>
                <a:lnTo>
                  <a:pt x="1469027" y="593311"/>
                </a:lnTo>
                <a:moveTo>
                  <a:pt x="1813409" y="561196"/>
                </a:moveTo>
                <a:lnTo>
                  <a:pt x="1764655" y="525455"/>
                </a:lnTo>
                <a:moveTo>
                  <a:pt x="1679999" y="521714"/>
                </a:moveTo>
                <a:lnTo>
                  <a:pt x="1575560" y="579844"/>
                </a:lnTo>
                <a:moveTo>
                  <a:pt x="1379086" y="925466"/>
                </a:moveTo>
                <a:lnTo>
                  <a:pt x="1339117" y="836945"/>
                </a:lnTo>
                <a:moveTo>
                  <a:pt x="1265647" y="705108"/>
                </a:moveTo>
                <a:lnTo>
                  <a:pt x="1231373" y="661514"/>
                </a:lnTo>
                <a:moveTo>
                  <a:pt x="1363441" y="755662"/>
                </a:moveTo>
                <a:lnTo>
                  <a:pt x="1299364" y="750616"/>
                </a:lnTo>
                <a:moveTo>
                  <a:pt x="1371056" y="913783"/>
                </a:moveTo>
                <a:lnTo>
                  <a:pt x="1339117" y="836945"/>
                </a:lnTo>
                <a:moveTo>
                  <a:pt x="1286614" y="834184"/>
                </a:moveTo>
                <a:lnTo>
                  <a:pt x="1257094" y="843057"/>
                </a:lnTo>
                <a:moveTo>
                  <a:pt x="1477412" y="341246"/>
                </a:moveTo>
                <a:lnTo>
                  <a:pt x="1472395" y="334964"/>
                </a:lnTo>
                <a:moveTo>
                  <a:pt x="1561170" y="811949"/>
                </a:moveTo>
                <a:lnTo>
                  <a:pt x="1527771" y="766398"/>
                </a:lnTo>
                <a:moveTo>
                  <a:pt x="1299364" y="750616"/>
                </a:moveTo>
                <a:lnTo>
                  <a:pt x="1265647" y="705108"/>
                </a:lnTo>
                <a:moveTo>
                  <a:pt x="1796869" y="531524"/>
                </a:moveTo>
                <a:lnTo>
                  <a:pt x="1764655" y="525455"/>
                </a:lnTo>
                <a:moveTo>
                  <a:pt x="1383047" y="720366"/>
                </a:moveTo>
                <a:lnTo>
                  <a:pt x="1448059" y="675021"/>
                </a:lnTo>
                <a:moveTo>
                  <a:pt x="1527771" y="766398"/>
                </a:moveTo>
                <a:lnTo>
                  <a:pt x="1565682" y="739181"/>
                </a:lnTo>
                <a:moveTo>
                  <a:pt x="1345554" y="471980"/>
                </a:moveTo>
                <a:lnTo>
                  <a:pt x="1279378" y="483622"/>
                </a:lnTo>
                <a:moveTo>
                  <a:pt x="1371056" y="913783"/>
                </a:moveTo>
                <a:lnTo>
                  <a:pt x="1286614" y="834184"/>
                </a:lnTo>
                <a:moveTo>
                  <a:pt x="1544846" y="595928"/>
                </a:moveTo>
                <a:lnTo>
                  <a:pt x="1511649" y="514354"/>
                </a:lnTo>
                <a:moveTo>
                  <a:pt x="1517569" y="514739"/>
                </a:moveTo>
                <a:lnTo>
                  <a:pt x="1544846" y="595928"/>
                </a:lnTo>
                <a:moveTo>
                  <a:pt x="1588422" y="372382"/>
                </a:moveTo>
                <a:lnTo>
                  <a:pt x="1477412" y="341246"/>
                </a:lnTo>
                <a:moveTo>
                  <a:pt x="1441012" y="675229"/>
                </a:moveTo>
                <a:lnTo>
                  <a:pt x="1383047" y="720366"/>
                </a:lnTo>
                <a:moveTo>
                  <a:pt x="1632193" y="438282"/>
                </a:moveTo>
                <a:lnTo>
                  <a:pt x="1651454" y="411449"/>
                </a:lnTo>
                <a:moveTo>
                  <a:pt x="1237160" y="665570"/>
                </a:moveTo>
                <a:lnTo>
                  <a:pt x="1231373" y="661514"/>
                </a:lnTo>
                <a:moveTo>
                  <a:pt x="1363441" y="755662"/>
                </a:moveTo>
                <a:lnTo>
                  <a:pt x="1265647" y="705108"/>
                </a:lnTo>
                <a:moveTo>
                  <a:pt x="1606710" y="688172"/>
                </a:moveTo>
                <a:lnTo>
                  <a:pt x="1565682" y="739181"/>
                </a:lnTo>
                <a:moveTo>
                  <a:pt x="1642771" y="690485"/>
                </a:moveTo>
                <a:lnTo>
                  <a:pt x="1565682" y="739181"/>
                </a:lnTo>
                <a:moveTo>
                  <a:pt x="1371056" y="913783"/>
                </a:moveTo>
                <a:lnTo>
                  <a:pt x="1257094" y="843057"/>
                </a:lnTo>
                <a:moveTo>
                  <a:pt x="1205915" y="612802"/>
                </a:moveTo>
                <a:lnTo>
                  <a:pt x="1217615" y="626706"/>
                </a:lnTo>
                <a:moveTo>
                  <a:pt x="1379086" y="925466"/>
                </a:moveTo>
                <a:lnTo>
                  <a:pt x="1371056" y="913783"/>
                </a:lnTo>
                <a:moveTo>
                  <a:pt x="1561170" y="811949"/>
                </a:moveTo>
                <a:lnTo>
                  <a:pt x="1504310" y="766552"/>
                </a:lnTo>
                <a:moveTo>
                  <a:pt x="1373902" y="925746"/>
                </a:moveTo>
                <a:lnTo>
                  <a:pt x="1379086" y="925466"/>
                </a:lnTo>
                <a:moveTo>
                  <a:pt x="1383047" y="720366"/>
                </a:moveTo>
                <a:lnTo>
                  <a:pt x="1363441" y="755662"/>
                </a:lnTo>
                <a:moveTo>
                  <a:pt x="1401801" y="676163"/>
                </a:moveTo>
                <a:lnTo>
                  <a:pt x="1441012" y="675229"/>
                </a:lnTo>
                <a:moveTo>
                  <a:pt x="1679999" y="521714"/>
                </a:moveTo>
                <a:lnTo>
                  <a:pt x="1618450" y="520912"/>
                </a:lnTo>
                <a:moveTo>
                  <a:pt x="1279378" y="483622"/>
                </a:moveTo>
                <a:lnTo>
                  <a:pt x="1266421" y="497217"/>
                </a:lnTo>
                <a:moveTo>
                  <a:pt x="1373902" y="925746"/>
                </a:moveTo>
                <a:lnTo>
                  <a:pt x="1371056" y="913783"/>
                </a:lnTo>
                <a:moveTo>
                  <a:pt x="1575560" y="579844"/>
                </a:moveTo>
                <a:lnTo>
                  <a:pt x="1618450" y="520912"/>
                </a:lnTo>
                <a:moveTo>
                  <a:pt x="1469027" y="593311"/>
                </a:moveTo>
                <a:lnTo>
                  <a:pt x="1401670" y="507393"/>
                </a:lnTo>
                <a:moveTo>
                  <a:pt x="1403649" y="423035"/>
                </a:moveTo>
                <a:lnTo>
                  <a:pt x="1477412" y="341246"/>
                </a:lnTo>
                <a:moveTo>
                  <a:pt x="1383047" y="720366"/>
                </a:moveTo>
                <a:lnTo>
                  <a:pt x="1265647" y="705108"/>
                </a:lnTo>
                <a:moveTo>
                  <a:pt x="1575560" y="579844"/>
                </a:moveTo>
                <a:lnTo>
                  <a:pt x="1517569" y="514739"/>
                </a:lnTo>
                <a:moveTo>
                  <a:pt x="1205915" y="612802"/>
                </a:moveTo>
                <a:lnTo>
                  <a:pt x="1231373" y="661514"/>
                </a:lnTo>
                <a:moveTo>
                  <a:pt x="1469027" y="593311"/>
                </a:moveTo>
                <a:lnTo>
                  <a:pt x="1511649" y="514354"/>
                </a:lnTo>
                <a:moveTo>
                  <a:pt x="1401801" y="676163"/>
                </a:moveTo>
                <a:lnTo>
                  <a:pt x="1469027" y="593311"/>
                </a:lnTo>
                <a:moveTo>
                  <a:pt x="1680424" y="437391"/>
                </a:moveTo>
                <a:lnTo>
                  <a:pt x="1632193" y="438282"/>
                </a:lnTo>
                <a:moveTo>
                  <a:pt x="1527771" y="766398"/>
                </a:moveTo>
                <a:lnTo>
                  <a:pt x="1606710" y="688172"/>
                </a:lnTo>
                <a:moveTo>
                  <a:pt x="1679999" y="521714"/>
                </a:moveTo>
                <a:lnTo>
                  <a:pt x="1632193" y="438282"/>
                </a:lnTo>
                <a:moveTo>
                  <a:pt x="1469027" y="593311"/>
                </a:moveTo>
                <a:lnTo>
                  <a:pt x="1407357" y="592493"/>
                </a:lnTo>
                <a:moveTo>
                  <a:pt x="1265647" y="705108"/>
                </a:moveTo>
                <a:lnTo>
                  <a:pt x="1237160" y="665570"/>
                </a:lnTo>
                <a:moveTo>
                  <a:pt x="1521469" y="396545"/>
                </a:moveTo>
                <a:lnTo>
                  <a:pt x="1477412" y="341246"/>
                </a:lnTo>
                <a:moveTo>
                  <a:pt x="1527771" y="766398"/>
                </a:moveTo>
                <a:lnTo>
                  <a:pt x="1504310" y="766552"/>
                </a:lnTo>
                <a:moveTo>
                  <a:pt x="1813409" y="561196"/>
                </a:moveTo>
                <a:lnTo>
                  <a:pt x="1796869" y="531524"/>
                </a:lnTo>
                <a:moveTo>
                  <a:pt x="1588422" y="372382"/>
                </a:moveTo>
                <a:lnTo>
                  <a:pt x="1521469" y="396545"/>
                </a:lnTo>
                <a:moveTo>
                  <a:pt x="1632193" y="438282"/>
                </a:moveTo>
                <a:lnTo>
                  <a:pt x="1588422" y="372382"/>
                </a:lnTo>
                <a:moveTo>
                  <a:pt x="1642771" y="690485"/>
                </a:moveTo>
                <a:lnTo>
                  <a:pt x="1606710" y="688172"/>
                </a:lnTo>
                <a:moveTo>
                  <a:pt x="1401801" y="676163"/>
                </a:moveTo>
                <a:lnTo>
                  <a:pt x="1383047" y="720366"/>
                </a:lnTo>
                <a:moveTo>
                  <a:pt x="1308841" y="861530"/>
                </a:moveTo>
                <a:lnTo>
                  <a:pt x="1257094" y="843057"/>
                </a:lnTo>
                <a:moveTo>
                  <a:pt x="1504310" y="766552"/>
                </a:moveTo>
                <a:lnTo>
                  <a:pt x="1606710" y="688172"/>
                </a:lnTo>
                <a:moveTo>
                  <a:pt x="1536026" y="433077"/>
                </a:moveTo>
                <a:lnTo>
                  <a:pt x="1588422" y="372382"/>
                </a:lnTo>
                <a:moveTo>
                  <a:pt x="1371056" y="913783"/>
                </a:moveTo>
                <a:lnTo>
                  <a:pt x="1308841" y="861530"/>
                </a:lnTo>
                <a:moveTo>
                  <a:pt x="1622549" y="675058"/>
                </a:moveTo>
                <a:lnTo>
                  <a:pt x="1606710" y="688172"/>
                </a:lnTo>
                <a:moveTo>
                  <a:pt x="1511649" y="514354"/>
                </a:moveTo>
                <a:lnTo>
                  <a:pt x="1401670" y="507393"/>
                </a:lnTo>
                <a:moveTo>
                  <a:pt x="1642771" y="690485"/>
                </a:moveTo>
                <a:lnTo>
                  <a:pt x="1622549" y="675058"/>
                </a:lnTo>
                <a:moveTo>
                  <a:pt x="1618450" y="520912"/>
                </a:moveTo>
                <a:lnTo>
                  <a:pt x="1517569" y="514739"/>
                </a:lnTo>
                <a:moveTo>
                  <a:pt x="1517569" y="514739"/>
                </a:moveTo>
                <a:lnTo>
                  <a:pt x="1511649" y="514354"/>
                </a:lnTo>
                <a:moveTo>
                  <a:pt x="1320330" y="676210"/>
                </a:moveTo>
                <a:lnTo>
                  <a:pt x="1265647" y="705108"/>
                </a:lnTo>
                <a:moveTo>
                  <a:pt x="1521469" y="396545"/>
                </a:moveTo>
                <a:lnTo>
                  <a:pt x="1403649" y="423035"/>
                </a:lnTo>
                <a:moveTo>
                  <a:pt x="1618450" y="520912"/>
                </a:moveTo>
                <a:lnTo>
                  <a:pt x="1514957" y="501589"/>
                </a:lnTo>
                <a:moveTo>
                  <a:pt x="1407357" y="592493"/>
                </a:moveTo>
                <a:lnTo>
                  <a:pt x="1401670" y="507393"/>
                </a:lnTo>
                <a:moveTo>
                  <a:pt x="1514957" y="501589"/>
                </a:moveTo>
                <a:lnTo>
                  <a:pt x="1511649" y="514354"/>
                </a:lnTo>
                <a:moveTo>
                  <a:pt x="1517569" y="514739"/>
                </a:moveTo>
                <a:lnTo>
                  <a:pt x="1514957" y="501589"/>
                </a:lnTo>
                <a:moveTo>
                  <a:pt x="1313894" y="672723"/>
                </a:moveTo>
                <a:lnTo>
                  <a:pt x="1265647" y="705108"/>
                </a:lnTo>
                <a:moveTo>
                  <a:pt x="1401801" y="676163"/>
                </a:moveTo>
                <a:lnTo>
                  <a:pt x="1407357" y="592493"/>
                </a:lnTo>
                <a:moveTo>
                  <a:pt x="1618450" y="520912"/>
                </a:moveTo>
                <a:lnTo>
                  <a:pt x="1632193" y="438282"/>
                </a:lnTo>
                <a:moveTo>
                  <a:pt x="1383047" y="720366"/>
                </a:moveTo>
                <a:lnTo>
                  <a:pt x="1320330" y="676210"/>
                </a:lnTo>
                <a:moveTo>
                  <a:pt x="1606710" y="688172"/>
                </a:moveTo>
                <a:lnTo>
                  <a:pt x="1530141" y="685460"/>
                </a:lnTo>
                <a:moveTo>
                  <a:pt x="1237160" y="665570"/>
                </a:moveTo>
                <a:lnTo>
                  <a:pt x="1205915" y="612802"/>
                </a:lnTo>
                <a:moveTo>
                  <a:pt x="1494118" y="430458"/>
                </a:moveTo>
                <a:lnTo>
                  <a:pt x="1403649" y="423035"/>
                </a:lnTo>
                <a:moveTo>
                  <a:pt x="1504310" y="766552"/>
                </a:moveTo>
                <a:lnTo>
                  <a:pt x="1530141" y="685460"/>
                </a:lnTo>
                <a:moveTo>
                  <a:pt x="1618450" y="520912"/>
                </a:moveTo>
                <a:lnTo>
                  <a:pt x="1536026" y="433077"/>
                </a:lnTo>
                <a:moveTo>
                  <a:pt x="1494118" y="430458"/>
                </a:moveTo>
                <a:lnTo>
                  <a:pt x="1511649" y="514354"/>
                </a:lnTo>
                <a:moveTo>
                  <a:pt x="1514957" y="501589"/>
                </a:moveTo>
                <a:lnTo>
                  <a:pt x="1494118" y="430458"/>
                </a:lnTo>
                <a:moveTo>
                  <a:pt x="1514957" y="501589"/>
                </a:moveTo>
                <a:lnTo>
                  <a:pt x="1536026" y="433077"/>
                </a:lnTo>
                <a:moveTo>
                  <a:pt x="1313894" y="672723"/>
                </a:moveTo>
                <a:lnTo>
                  <a:pt x="1237160" y="665570"/>
                </a:lnTo>
                <a:moveTo>
                  <a:pt x="1401801" y="676163"/>
                </a:moveTo>
                <a:lnTo>
                  <a:pt x="1320330" y="676210"/>
                </a:lnTo>
                <a:moveTo>
                  <a:pt x="1401670" y="507393"/>
                </a:moveTo>
                <a:lnTo>
                  <a:pt x="1336026" y="505521"/>
                </a:lnTo>
                <a:moveTo>
                  <a:pt x="1494118" y="430458"/>
                </a:moveTo>
                <a:lnTo>
                  <a:pt x="1521469" y="396545"/>
                </a:lnTo>
                <a:moveTo>
                  <a:pt x="1536026" y="433077"/>
                </a:moveTo>
                <a:lnTo>
                  <a:pt x="1521469" y="396545"/>
                </a:lnTo>
                <a:moveTo>
                  <a:pt x="1401801" y="676163"/>
                </a:moveTo>
                <a:lnTo>
                  <a:pt x="1322799" y="673141"/>
                </a:lnTo>
                <a:moveTo>
                  <a:pt x="1632193" y="438282"/>
                </a:moveTo>
                <a:lnTo>
                  <a:pt x="1536026" y="433077"/>
                </a:lnTo>
                <a:moveTo>
                  <a:pt x="1558838" y="646923"/>
                </a:moveTo>
                <a:lnTo>
                  <a:pt x="1606710" y="688172"/>
                </a:lnTo>
                <a:moveTo>
                  <a:pt x="1813409" y="561196"/>
                </a:moveTo>
                <a:lnTo>
                  <a:pt x="1789965" y="535699"/>
                </a:lnTo>
                <a:moveTo>
                  <a:pt x="1536026" y="433077"/>
                </a:moveTo>
                <a:lnTo>
                  <a:pt x="1494118" y="430458"/>
                </a:lnTo>
                <a:moveTo>
                  <a:pt x="1347628" y="591922"/>
                </a:moveTo>
                <a:lnTo>
                  <a:pt x="1401670" y="507393"/>
                </a:lnTo>
                <a:moveTo>
                  <a:pt x="1313894" y="672723"/>
                </a:moveTo>
                <a:lnTo>
                  <a:pt x="1205915" y="612802"/>
                </a:lnTo>
                <a:moveTo>
                  <a:pt x="1401801" y="676163"/>
                </a:moveTo>
                <a:lnTo>
                  <a:pt x="1347628" y="591922"/>
                </a:lnTo>
                <a:moveTo>
                  <a:pt x="1789965" y="535699"/>
                </a:moveTo>
                <a:lnTo>
                  <a:pt x="1796869" y="531524"/>
                </a:lnTo>
                <a:moveTo>
                  <a:pt x="1622549" y="675058"/>
                </a:moveTo>
                <a:lnTo>
                  <a:pt x="1558838" y="646923"/>
                </a:lnTo>
                <a:moveTo>
                  <a:pt x="1320330" y="676210"/>
                </a:moveTo>
                <a:lnTo>
                  <a:pt x="1322799" y="673141"/>
                </a:lnTo>
                <a:moveTo>
                  <a:pt x="1407357" y="592493"/>
                </a:moveTo>
                <a:lnTo>
                  <a:pt x="1347628" y="591922"/>
                </a:lnTo>
                <a:moveTo>
                  <a:pt x="1320330" y="676210"/>
                </a:moveTo>
                <a:lnTo>
                  <a:pt x="1313894" y="672723"/>
                </a:lnTo>
                <a:moveTo>
                  <a:pt x="1322799" y="673141"/>
                </a:moveTo>
                <a:lnTo>
                  <a:pt x="1313894" y="672723"/>
                </a:lnTo>
                <a:moveTo>
                  <a:pt x="1336026" y="505521"/>
                </a:moveTo>
                <a:lnTo>
                  <a:pt x="1328136" y="505066"/>
                </a:lnTo>
                <a:moveTo>
                  <a:pt x="1504310" y="766552"/>
                </a:moveTo>
                <a:lnTo>
                  <a:pt x="1467729" y="684548"/>
                </a:lnTo>
                <a:moveTo>
                  <a:pt x="1336026" y="505521"/>
                </a:moveTo>
                <a:lnTo>
                  <a:pt x="1330834" y="506775"/>
                </a:lnTo>
                <a:moveTo>
                  <a:pt x="1330834" y="506775"/>
                </a:moveTo>
                <a:lnTo>
                  <a:pt x="1328136" y="505066"/>
                </a:lnTo>
                <a:moveTo>
                  <a:pt x="1558838" y="646923"/>
                </a:moveTo>
                <a:lnTo>
                  <a:pt x="1530141" y="685460"/>
                </a:lnTo>
                <a:moveTo>
                  <a:pt x="1322799" y="673141"/>
                </a:moveTo>
                <a:lnTo>
                  <a:pt x="1347628" y="591922"/>
                </a:lnTo>
                <a:moveTo>
                  <a:pt x="1347628" y="591922"/>
                </a:moveTo>
                <a:lnTo>
                  <a:pt x="1336026" y="505521"/>
                </a:lnTo>
                <a:moveTo>
                  <a:pt x="1347628" y="591922"/>
                </a:moveTo>
                <a:lnTo>
                  <a:pt x="1330834" y="506775"/>
                </a:lnTo>
                <a:moveTo>
                  <a:pt x="1530141" y="685460"/>
                </a:moveTo>
                <a:lnTo>
                  <a:pt x="1467729" y="684548"/>
                </a:lnTo>
                <a:moveTo>
                  <a:pt x="1257509" y="633729"/>
                </a:moveTo>
                <a:lnTo>
                  <a:pt x="1205915" y="612802"/>
                </a:lnTo>
                <a:moveTo>
                  <a:pt x="1322799" y="673141"/>
                </a:moveTo>
                <a:lnTo>
                  <a:pt x="1257509" y="633729"/>
                </a:lnTo>
                <a:moveTo>
                  <a:pt x="1313894" y="672723"/>
                </a:moveTo>
                <a:lnTo>
                  <a:pt x="1257509" y="633729"/>
                </a:lnTo>
                <a:moveTo>
                  <a:pt x="1330834" y="506775"/>
                </a:moveTo>
                <a:lnTo>
                  <a:pt x="1265070" y="511767"/>
                </a:lnTo>
                <a:moveTo>
                  <a:pt x="1322799" y="673141"/>
                </a:moveTo>
                <a:lnTo>
                  <a:pt x="1282525" y="590668"/>
                </a:lnTo>
                <a:moveTo>
                  <a:pt x="1282525" y="590668"/>
                </a:moveTo>
                <a:lnTo>
                  <a:pt x="1330834" y="506775"/>
                </a:lnTo>
                <a:moveTo>
                  <a:pt x="1347628" y="591922"/>
                </a:moveTo>
                <a:lnTo>
                  <a:pt x="1282525" y="590668"/>
                </a:lnTo>
                <a:moveTo>
                  <a:pt x="1257509" y="633729"/>
                </a:moveTo>
                <a:lnTo>
                  <a:pt x="1282525" y="590668"/>
                </a:lnTo>
                <a:moveTo>
                  <a:pt x="1282525" y="590668"/>
                </a:moveTo>
                <a:lnTo>
                  <a:pt x="1265070" y="51176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520" name="9wup_2_official_ReferenceLigand_0">
            <a:extLst>
              <a:ext uri="{FF2B5EF4-FFF2-40B4-BE49-F238E27FC236}">
                <a16:creationId xmlns:a16="http://schemas.microsoft.com/office/drawing/2014/main" id="{324B63DD-2EFA-4B39-A6BD-6ADBBF0B6EA3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5015" y="482068"/>
                </a:moveTo>
                <a:lnTo>
                  <a:pt x="1765266" y="444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21" name="9wup_2_official_ReferenceLigand_1">
            <a:extLst>
              <a:ext uri="{FF2B5EF4-FFF2-40B4-BE49-F238E27FC236}">
                <a16:creationId xmlns:a16="http://schemas.microsoft.com/office/drawing/2014/main" id="{6DBCA88B-A896-4736-81EE-E800321FCE4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0382" y="695647"/>
                </a:moveTo>
                <a:lnTo>
                  <a:pt x="1945455" y="7750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22" name="9wup_2_official_ReferenceLigand_2">
            <a:extLst>
              <a:ext uri="{FF2B5EF4-FFF2-40B4-BE49-F238E27FC236}">
                <a16:creationId xmlns:a16="http://schemas.microsoft.com/office/drawing/2014/main" id="{9F4DE2FF-4140-4DF9-9E5E-DF8C13884CB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5015" y="482068"/>
                </a:moveTo>
                <a:lnTo>
                  <a:pt x="1674986" y="397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23" name="9wup_2_official_ReferenceLigand_3">
            <a:extLst>
              <a:ext uri="{FF2B5EF4-FFF2-40B4-BE49-F238E27FC236}">
                <a16:creationId xmlns:a16="http://schemas.microsoft.com/office/drawing/2014/main" id="{4FA9AF3F-23F1-4DCF-8C4D-BCD11C4D02D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5455" y="775094"/>
                </a:moveTo>
                <a:lnTo>
                  <a:pt x="2042812" y="7249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24" name="9wup_2_official_ReferenceLigand_4">
            <a:extLst>
              <a:ext uri="{FF2B5EF4-FFF2-40B4-BE49-F238E27FC236}">
                <a16:creationId xmlns:a16="http://schemas.microsoft.com/office/drawing/2014/main" id="{9A2A38D1-3A1B-42C3-97AF-B707656586A7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197" y="491043"/>
                </a:moveTo>
                <a:lnTo>
                  <a:pt x="1745015" y="4820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25" name="9wup_2_official_ReferenceLigand_5">
            <a:extLst>
              <a:ext uri="{FF2B5EF4-FFF2-40B4-BE49-F238E27FC236}">
                <a16:creationId xmlns:a16="http://schemas.microsoft.com/office/drawing/2014/main" id="{07153F46-9C38-48E8-AB38-1155D2144EDB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265" y="594991"/>
                </a:moveTo>
                <a:lnTo>
                  <a:pt x="1870382" y="695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26" name="9wup_2_official_ReferenceLigand_6">
            <a:extLst>
              <a:ext uri="{FF2B5EF4-FFF2-40B4-BE49-F238E27FC236}">
                <a16:creationId xmlns:a16="http://schemas.microsoft.com/office/drawing/2014/main" id="{3B79552D-BF93-4BFB-A810-F4273D37BCC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986" y="397478"/>
                </a:moveTo>
                <a:lnTo>
                  <a:pt x="1709741" y="2862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27" name="9wup_2_official_ReferenceLigand_7">
            <a:extLst>
              <a:ext uri="{FF2B5EF4-FFF2-40B4-BE49-F238E27FC236}">
                <a16:creationId xmlns:a16="http://schemas.microsoft.com/office/drawing/2014/main" id="{35DA09BC-5BBB-4434-9A93-0D691B3E1AAC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3692" y="764751"/>
                </a:moveTo>
                <a:lnTo>
                  <a:pt x="2183802" y="8706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28" name="9wup_2_official_ReferenceLigand_8">
            <a:extLst>
              <a:ext uri="{FF2B5EF4-FFF2-40B4-BE49-F238E27FC236}">
                <a16:creationId xmlns:a16="http://schemas.microsoft.com/office/drawing/2014/main" id="{AB3C91CC-4166-48F0-9BDB-E653AAE2C16F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812" y="724948"/>
                </a:moveTo>
                <a:lnTo>
                  <a:pt x="2153692" y="7647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29" name="9wup_2_official_ReferenceLigand_9">
            <a:extLst>
              <a:ext uri="{FF2B5EF4-FFF2-40B4-BE49-F238E27FC236}">
                <a16:creationId xmlns:a16="http://schemas.microsoft.com/office/drawing/2014/main" id="{847E62D7-58D1-4F6E-B342-F9063A50D10D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197" y="491043"/>
                </a:moveTo>
                <a:lnTo>
                  <a:pt x="1912265" y="594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0" name="9wup_2_official_ReferenceLigand_10">
            <a:extLst>
              <a:ext uri="{FF2B5EF4-FFF2-40B4-BE49-F238E27FC236}">
                <a16:creationId xmlns:a16="http://schemas.microsoft.com/office/drawing/2014/main" id="{797551D0-2593-438D-94D9-B5DF5BDD7C9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083" y="612846"/>
                </a:moveTo>
                <a:lnTo>
                  <a:pt x="2042812" y="7249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1" name="9wup_2_official_ReferenceLigand_11">
            <a:extLst>
              <a:ext uri="{FF2B5EF4-FFF2-40B4-BE49-F238E27FC236}">
                <a16:creationId xmlns:a16="http://schemas.microsoft.com/office/drawing/2014/main" id="{28AEDF39-3FD8-4F48-845E-84C175124B9E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500" y="410695"/>
                </a:moveTo>
                <a:lnTo>
                  <a:pt x="517808" y="3218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2" name="9wup_2_official_ReferenceLigand_12">
            <a:extLst>
              <a:ext uri="{FF2B5EF4-FFF2-40B4-BE49-F238E27FC236}">
                <a16:creationId xmlns:a16="http://schemas.microsoft.com/office/drawing/2014/main" id="{056F760B-ADF9-4685-BAEB-89634ADCAEFC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083" y="612846"/>
                </a:moveTo>
                <a:lnTo>
                  <a:pt x="1912265" y="594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3" name="9wup_2_official_ReferenceLigand_13">
            <a:extLst>
              <a:ext uri="{FF2B5EF4-FFF2-40B4-BE49-F238E27FC236}">
                <a16:creationId xmlns:a16="http://schemas.microsoft.com/office/drawing/2014/main" id="{D223CA8E-029B-46C5-AFC8-6CC266F9335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9228" y="522901"/>
                </a:moveTo>
                <a:lnTo>
                  <a:pt x="606500" y="4106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4" name="9wup_2_official_ReferenceLigand_14">
            <a:extLst>
              <a:ext uri="{FF2B5EF4-FFF2-40B4-BE49-F238E27FC236}">
                <a16:creationId xmlns:a16="http://schemas.microsoft.com/office/drawing/2014/main" id="{8F7AD3C5-CB39-405A-BA70-215E48F5B913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500" y="410695"/>
                </a:moveTo>
                <a:lnTo>
                  <a:pt x="721603" y="3807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5" name="9wup_2_official_ReferenceLigand_15">
            <a:extLst>
              <a:ext uri="{FF2B5EF4-FFF2-40B4-BE49-F238E27FC236}">
                <a16:creationId xmlns:a16="http://schemas.microsoft.com/office/drawing/2014/main" id="{8EF602BD-CBBF-4C3E-B5F9-A8ECD854596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1679" y="607134"/>
                </a:moveTo>
                <a:lnTo>
                  <a:pt x="579228" y="5229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6" name="9wup_2_official_ReferenceLigand_16">
            <a:extLst>
              <a:ext uri="{FF2B5EF4-FFF2-40B4-BE49-F238E27FC236}">
                <a16:creationId xmlns:a16="http://schemas.microsoft.com/office/drawing/2014/main" id="{7D418694-5BB0-4EC1-B8B0-8FAFD75870BC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3692" y="764751"/>
                </a:moveTo>
                <a:lnTo>
                  <a:pt x="2231106" y="6923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7" name="9wup_2_official_ReferenceLigand_17">
            <a:extLst>
              <a:ext uri="{FF2B5EF4-FFF2-40B4-BE49-F238E27FC236}">
                <a16:creationId xmlns:a16="http://schemas.microsoft.com/office/drawing/2014/main" id="{1225BE08-E62F-4404-AD1B-9E53E6E3D09E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8152" y="715847"/>
                </a:moveTo>
                <a:lnTo>
                  <a:pt x="661679" y="6071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8" name="9wup_2_official_ReferenceLigand_18">
            <a:extLst>
              <a:ext uri="{FF2B5EF4-FFF2-40B4-BE49-F238E27FC236}">
                <a16:creationId xmlns:a16="http://schemas.microsoft.com/office/drawing/2014/main" id="{0218146E-F50B-4C14-96FC-3C5FB3C3BE08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03" y="380738"/>
                </a:moveTo>
                <a:lnTo>
                  <a:pt x="754725" y="25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9" name="9wup_2_official_ReferenceLigand_19">
            <a:extLst>
              <a:ext uri="{FF2B5EF4-FFF2-40B4-BE49-F238E27FC236}">
                <a16:creationId xmlns:a16="http://schemas.microsoft.com/office/drawing/2014/main" id="{70A287BF-E305-47A4-BBCD-59E002939FCA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278" y="912643"/>
                </a:moveTo>
                <a:lnTo>
                  <a:pt x="569222" y="941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0" name="9wup_2_official_ReferenceLigand_20">
            <a:extLst>
              <a:ext uri="{FF2B5EF4-FFF2-40B4-BE49-F238E27FC236}">
                <a16:creationId xmlns:a16="http://schemas.microsoft.com/office/drawing/2014/main" id="{A1DDE7DA-2186-4D33-80EE-1443F46E6532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3108" y="793387"/>
                </a:moveTo>
                <a:lnTo>
                  <a:pt x="628152" y="7158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1" name="9wup_2_official_ReferenceLigand_21">
            <a:extLst>
              <a:ext uri="{FF2B5EF4-FFF2-40B4-BE49-F238E27FC236}">
                <a16:creationId xmlns:a16="http://schemas.microsoft.com/office/drawing/2014/main" id="{47B738A4-7DC7-47AB-89E6-BD5DA0AEDF7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020" y="577123"/>
                </a:moveTo>
                <a:lnTo>
                  <a:pt x="661679" y="6071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2" name="9wup_2_official_ReferenceLigand_22">
            <a:extLst>
              <a:ext uri="{FF2B5EF4-FFF2-40B4-BE49-F238E27FC236}">
                <a16:creationId xmlns:a16="http://schemas.microsoft.com/office/drawing/2014/main" id="{39D1D4EF-B82E-411F-9C85-9B935B499420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03" y="380738"/>
                </a:moveTo>
                <a:lnTo>
                  <a:pt x="803453" y="4623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3" name="9wup_2_official_ReferenceLigand_23">
            <a:extLst>
              <a:ext uri="{FF2B5EF4-FFF2-40B4-BE49-F238E27FC236}">
                <a16:creationId xmlns:a16="http://schemas.microsoft.com/office/drawing/2014/main" id="{C6870AA4-FAFA-4BBB-B0DA-4BC82A85FF87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278" y="912643"/>
                </a:moveTo>
                <a:lnTo>
                  <a:pt x="703108" y="7933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4" name="9wup_2_official_ReferenceLigand_24">
            <a:extLst>
              <a:ext uri="{FF2B5EF4-FFF2-40B4-BE49-F238E27FC236}">
                <a16:creationId xmlns:a16="http://schemas.microsoft.com/office/drawing/2014/main" id="{C1B8E3CC-268D-437B-944A-3CC82FFFC48C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273" y="539979"/>
                </a:moveTo>
                <a:lnTo>
                  <a:pt x="2024083" y="6128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5" name="9wup_2_official_ReferenceLigand_25">
            <a:extLst>
              <a:ext uri="{FF2B5EF4-FFF2-40B4-BE49-F238E27FC236}">
                <a16:creationId xmlns:a16="http://schemas.microsoft.com/office/drawing/2014/main" id="{4147F1F0-845D-4375-BDC3-451DB9A19B2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3453" y="462311"/>
                </a:moveTo>
                <a:lnTo>
                  <a:pt x="776020" y="5771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6" name="9wup_2_official_ReferenceLigand_26">
            <a:extLst>
              <a:ext uri="{FF2B5EF4-FFF2-40B4-BE49-F238E27FC236}">
                <a16:creationId xmlns:a16="http://schemas.microsoft.com/office/drawing/2014/main" id="{A6A9D449-CAB2-4231-AB96-E2FC576DF56F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2749" y="986735"/>
                </a:moveTo>
                <a:lnTo>
                  <a:pt x="666278" y="912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7" name="9wup_2_official_ReferenceLigand_27">
            <a:extLst>
              <a:ext uri="{FF2B5EF4-FFF2-40B4-BE49-F238E27FC236}">
                <a16:creationId xmlns:a16="http://schemas.microsoft.com/office/drawing/2014/main" id="{AEBA41A1-8817-4A47-8AC2-AAE00DA89EE3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3108" y="793387"/>
                </a:moveTo>
                <a:lnTo>
                  <a:pt x="821643" y="7718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8" name="9wup_2_official_ReferenceLigand_28">
            <a:extLst>
              <a:ext uri="{FF2B5EF4-FFF2-40B4-BE49-F238E27FC236}">
                <a16:creationId xmlns:a16="http://schemas.microsoft.com/office/drawing/2014/main" id="{BB7A6A2B-DF54-4AB2-9401-DDB36D47D21B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020" y="577123"/>
                </a:moveTo>
                <a:lnTo>
                  <a:pt x="854116" y="66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9" name="9wup_2_official_ReferenceLigand_29">
            <a:extLst>
              <a:ext uri="{FF2B5EF4-FFF2-40B4-BE49-F238E27FC236}">
                <a16:creationId xmlns:a16="http://schemas.microsoft.com/office/drawing/2014/main" id="{97EAF20F-8B58-455A-AB8E-3986F59E8187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116" y="662008"/>
                </a:moveTo>
                <a:lnTo>
                  <a:pt x="821643" y="7718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0" name="9wup_2_official_ReferenceLigand_30">
            <a:extLst>
              <a:ext uri="{FF2B5EF4-FFF2-40B4-BE49-F238E27FC236}">
                <a16:creationId xmlns:a16="http://schemas.microsoft.com/office/drawing/2014/main" id="{B956E0A6-7D3C-432C-8F32-8AFC45EA39EB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1106" y="692385"/>
                </a:moveTo>
                <a:lnTo>
                  <a:pt x="2200799" y="5868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1" name="9wup_2_official_ReferenceLigand_31">
            <a:extLst>
              <a:ext uri="{FF2B5EF4-FFF2-40B4-BE49-F238E27FC236}">
                <a16:creationId xmlns:a16="http://schemas.microsoft.com/office/drawing/2014/main" id="{43C8D456-6C18-4F73-88C8-76D89A95558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539" y="960084"/>
                </a:moveTo>
                <a:lnTo>
                  <a:pt x="752749" y="98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2" name="9wup_2_official_ReferenceLigand_32">
            <a:extLst>
              <a:ext uri="{FF2B5EF4-FFF2-40B4-BE49-F238E27FC236}">
                <a16:creationId xmlns:a16="http://schemas.microsoft.com/office/drawing/2014/main" id="{CF2CC6B1-01AD-4005-8788-37BC5D6BB3BD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1643" y="771809"/>
                </a:moveTo>
                <a:lnTo>
                  <a:pt x="897557" y="850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3" name="9wup_2_official_ReferenceLigand_33">
            <a:extLst>
              <a:ext uri="{FF2B5EF4-FFF2-40B4-BE49-F238E27FC236}">
                <a16:creationId xmlns:a16="http://schemas.microsoft.com/office/drawing/2014/main" id="{7E1C9B4C-48D4-4F10-86AF-C39C73CB6EA0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419" y="637683"/>
                </a:moveTo>
                <a:lnTo>
                  <a:pt x="854116" y="66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4" name="9wup_2_official_ReferenceLigand_34">
            <a:extLst>
              <a:ext uri="{FF2B5EF4-FFF2-40B4-BE49-F238E27FC236}">
                <a16:creationId xmlns:a16="http://schemas.microsoft.com/office/drawing/2014/main" id="{7178A951-6001-4763-B0F1-8671813136CA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0799" y="586865"/>
                </a:moveTo>
                <a:lnTo>
                  <a:pt x="2100273" y="5399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5" name="9wup_2_official_ReferenceLigand_35">
            <a:extLst>
              <a:ext uri="{FF2B5EF4-FFF2-40B4-BE49-F238E27FC236}">
                <a16:creationId xmlns:a16="http://schemas.microsoft.com/office/drawing/2014/main" id="{DCED7095-763E-4DAA-AB17-392CFB4A88CF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57" y="850092"/>
                </a:moveTo>
                <a:lnTo>
                  <a:pt x="866539" y="9600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6" name="9wup_2_official_ReferenceLigand_36">
            <a:extLst>
              <a:ext uri="{FF2B5EF4-FFF2-40B4-BE49-F238E27FC236}">
                <a16:creationId xmlns:a16="http://schemas.microsoft.com/office/drawing/2014/main" id="{AFF6A69A-5E46-4536-AD17-3D8A04AA5730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986" y="397478"/>
                </a:moveTo>
                <a:lnTo>
                  <a:pt x="1707475" y="424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7" name="9wup_2_official_ReferenceLigand_37">
            <a:extLst>
              <a:ext uri="{FF2B5EF4-FFF2-40B4-BE49-F238E27FC236}">
                <a16:creationId xmlns:a16="http://schemas.microsoft.com/office/drawing/2014/main" id="{FDF7C614-0352-4767-9E3D-8930ABE5B3F2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038" y="481552"/>
                </a:moveTo>
                <a:lnTo>
                  <a:pt x="1851197" y="4910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8" name="9wup_2_official_ReferenceLigand_38">
            <a:extLst>
              <a:ext uri="{FF2B5EF4-FFF2-40B4-BE49-F238E27FC236}">
                <a16:creationId xmlns:a16="http://schemas.microsoft.com/office/drawing/2014/main" id="{A3711345-BD39-498F-878F-D45570B7522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539" y="960084"/>
                </a:moveTo>
                <a:lnTo>
                  <a:pt x="933889" y="10361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9" name="9wup_2_official_ReferenceLigand_39">
            <a:extLst>
              <a:ext uri="{FF2B5EF4-FFF2-40B4-BE49-F238E27FC236}">
                <a16:creationId xmlns:a16="http://schemas.microsoft.com/office/drawing/2014/main" id="{CD8338E1-956E-4AB5-836A-953B8C9701F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475" y="424811"/>
                </a:moveTo>
                <a:lnTo>
                  <a:pt x="1814038" y="4815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0" name="9wup_2_official_ReferenceLigand_40">
            <a:extLst>
              <a:ext uri="{FF2B5EF4-FFF2-40B4-BE49-F238E27FC236}">
                <a16:creationId xmlns:a16="http://schemas.microsoft.com/office/drawing/2014/main" id="{E1198E4A-0D18-431D-8D90-726E2F36F898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301" y="628526"/>
                </a:moveTo>
                <a:lnTo>
                  <a:pt x="974419" y="6376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1" name="9wup_2_official_ReferenceLigand_41">
            <a:extLst>
              <a:ext uri="{FF2B5EF4-FFF2-40B4-BE49-F238E27FC236}">
                <a16:creationId xmlns:a16="http://schemas.microsoft.com/office/drawing/2014/main" id="{4EECB9AD-D766-4CF9-AA36-D15F2CE5514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160" y="500022"/>
                </a:moveTo>
                <a:lnTo>
                  <a:pt x="1707475" y="424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2" name="9wup_2_official_ReferenceLigand_42">
            <a:extLst>
              <a:ext uri="{FF2B5EF4-FFF2-40B4-BE49-F238E27FC236}">
                <a16:creationId xmlns:a16="http://schemas.microsoft.com/office/drawing/2014/main" id="{9D83E26B-57CC-492A-B2BD-B4B41A8877CA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658" y="612687"/>
                </a:moveTo>
                <a:lnTo>
                  <a:pt x="1168616" y="528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3" name="9wup_2_official_ReferenceLigand_43">
            <a:extLst>
              <a:ext uri="{FF2B5EF4-FFF2-40B4-BE49-F238E27FC236}">
                <a16:creationId xmlns:a16="http://schemas.microsoft.com/office/drawing/2014/main" id="{FC5E1E5F-4D94-4118-A01C-0BD169423613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453" y="722242"/>
                </a:moveTo>
                <a:lnTo>
                  <a:pt x="1134658" y="612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4" name="9wup_2_official_ReferenceLigand_44">
            <a:extLst>
              <a:ext uri="{FF2B5EF4-FFF2-40B4-BE49-F238E27FC236}">
                <a16:creationId xmlns:a16="http://schemas.microsoft.com/office/drawing/2014/main" id="{046FCEF3-18B6-42F5-ADBF-E4B403C107C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658" y="612687"/>
                </a:moveTo>
                <a:lnTo>
                  <a:pt x="1006301" y="6285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5" name="9wup_2_official_ReferenceLigand_45">
            <a:extLst>
              <a:ext uri="{FF2B5EF4-FFF2-40B4-BE49-F238E27FC236}">
                <a16:creationId xmlns:a16="http://schemas.microsoft.com/office/drawing/2014/main" id="{E4BBEC75-5F16-4F34-A653-2917812B48B2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453" y="722242"/>
                </a:moveTo>
                <a:lnTo>
                  <a:pt x="1321398" y="7087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6" name="9wup_2_official_ReferenceLigand_46">
            <a:extLst>
              <a:ext uri="{FF2B5EF4-FFF2-40B4-BE49-F238E27FC236}">
                <a16:creationId xmlns:a16="http://schemas.microsoft.com/office/drawing/2014/main" id="{0E7B0B5C-D551-4ED8-A821-B2C9BD45E99D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340" y="808884"/>
                </a:moveTo>
                <a:lnTo>
                  <a:pt x="1200453" y="72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7" name="9wup_2_official_ReferenceLigand_47">
            <a:extLst>
              <a:ext uri="{FF2B5EF4-FFF2-40B4-BE49-F238E27FC236}">
                <a16:creationId xmlns:a16="http://schemas.microsoft.com/office/drawing/2014/main" id="{3818201B-FF96-4AE5-97B3-D1A46303A592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301" y="628526"/>
                </a:moveTo>
                <a:lnTo>
                  <a:pt x="945155" y="5396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8" name="9wup_2_official_ReferenceLigand_48">
            <a:extLst>
              <a:ext uri="{FF2B5EF4-FFF2-40B4-BE49-F238E27FC236}">
                <a16:creationId xmlns:a16="http://schemas.microsoft.com/office/drawing/2014/main" id="{F12B71EB-ED4C-41E1-986F-64AA4B4D00D0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079" y="519491"/>
                </a:moveTo>
                <a:lnTo>
                  <a:pt x="1625160" y="5000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9" name="9wup_2_official_ReferenceLigand_49">
            <a:extLst>
              <a:ext uri="{FF2B5EF4-FFF2-40B4-BE49-F238E27FC236}">
                <a16:creationId xmlns:a16="http://schemas.microsoft.com/office/drawing/2014/main" id="{181C99F9-126B-478A-9F18-3E55C9DA6847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398" y="708741"/>
                </a:moveTo>
                <a:lnTo>
                  <a:pt x="1318979" y="6481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0" name="9wup_2_official_ReferenceLigand_50">
            <a:extLst>
              <a:ext uri="{FF2B5EF4-FFF2-40B4-BE49-F238E27FC236}">
                <a16:creationId xmlns:a16="http://schemas.microsoft.com/office/drawing/2014/main" id="{F1685094-B1F8-4C6F-AF37-83DDD10F97A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833" y="521765"/>
                </a:moveTo>
                <a:lnTo>
                  <a:pt x="1670079" y="5194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1" name="9wup_2_official_ReferenceLigand_51">
            <a:extLst>
              <a:ext uri="{FF2B5EF4-FFF2-40B4-BE49-F238E27FC236}">
                <a16:creationId xmlns:a16="http://schemas.microsoft.com/office/drawing/2014/main" id="{B203E130-B165-4738-8F53-A200067396C7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979" y="648148"/>
                </a:moveTo>
                <a:lnTo>
                  <a:pt x="1396625" y="6846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2" name="9wup_2_official_ReferenceLigand_52">
            <a:extLst>
              <a:ext uri="{FF2B5EF4-FFF2-40B4-BE49-F238E27FC236}">
                <a16:creationId xmlns:a16="http://schemas.microsoft.com/office/drawing/2014/main" id="{4BBEBC99-BD2B-4227-BA6E-E17F5BDC8F27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833" y="521765"/>
                </a:moveTo>
                <a:lnTo>
                  <a:pt x="1505451" y="4260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3" name="9wup_2_official_ReferenceLigand_53">
            <a:extLst>
              <a:ext uri="{FF2B5EF4-FFF2-40B4-BE49-F238E27FC236}">
                <a16:creationId xmlns:a16="http://schemas.microsoft.com/office/drawing/2014/main" id="{DAE54337-430B-48B6-A0B4-7A4A979F67DB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3652" y="642751"/>
                </a:moveTo>
                <a:lnTo>
                  <a:pt x="1586833" y="521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4" name="9wup_2_official_ReferenceLigand_54">
            <a:extLst>
              <a:ext uri="{FF2B5EF4-FFF2-40B4-BE49-F238E27FC236}">
                <a16:creationId xmlns:a16="http://schemas.microsoft.com/office/drawing/2014/main" id="{1DEF06D4-892E-431A-BBC9-5937F844A8E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625" y="684602"/>
                </a:moveTo>
                <a:lnTo>
                  <a:pt x="1523652" y="6427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5" name="9wup_2_official_ReferenceLigand_55">
            <a:extLst>
              <a:ext uri="{FF2B5EF4-FFF2-40B4-BE49-F238E27FC236}">
                <a16:creationId xmlns:a16="http://schemas.microsoft.com/office/drawing/2014/main" id="{97EA6813-03D6-4586-A912-84368D2BAF3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625" y="684602"/>
                </a:moveTo>
                <a:lnTo>
                  <a:pt x="1407325" y="8097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6" name="9wup_2_official_ReferenceLigand_56">
            <a:extLst>
              <a:ext uri="{FF2B5EF4-FFF2-40B4-BE49-F238E27FC236}">
                <a16:creationId xmlns:a16="http://schemas.microsoft.com/office/drawing/2014/main" id="{68999D62-9EC3-429A-B6AD-9C347FD780E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833" y="521765"/>
                </a:moveTo>
                <a:lnTo>
                  <a:pt x="1653817" y="5294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7" name="9wup_2_official_ReferenceLigand_57">
            <a:extLst>
              <a:ext uri="{FF2B5EF4-FFF2-40B4-BE49-F238E27FC236}">
                <a16:creationId xmlns:a16="http://schemas.microsoft.com/office/drawing/2014/main" id="{2A789AB6-046B-42C4-A7E4-89FBEA21E993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625" y="684602"/>
                </a:moveTo>
                <a:lnTo>
                  <a:pt x="1355611" y="614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8" name="9wup_2_official_PredictedLigand_0">
            <a:extLst>
              <a:ext uri="{FF2B5EF4-FFF2-40B4-BE49-F238E27FC236}">
                <a16:creationId xmlns:a16="http://schemas.microsoft.com/office/drawing/2014/main" id="{22621A80-C787-448E-BE00-720CB7CE77A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359" y="491777"/>
                </a:moveTo>
                <a:lnTo>
                  <a:pt x="1709679" y="4179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79" name="9wup_2_official_PredictedLigand_1">
            <a:extLst>
              <a:ext uri="{FF2B5EF4-FFF2-40B4-BE49-F238E27FC236}">
                <a16:creationId xmlns:a16="http://schemas.microsoft.com/office/drawing/2014/main" id="{FDCA7904-224C-4E94-A90C-5EE35E26DB7E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129" y="698764"/>
                </a:moveTo>
                <a:lnTo>
                  <a:pt x="1919140" y="7791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80" name="9wup_2_official_PredictedLigand_2">
            <a:extLst>
              <a:ext uri="{FF2B5EF4-FFF2-40B4-BE49-F238E27FC236}">
                <a16:creationId xmlns:a16="http://schemas.microsoft.com/office/drawing/2014/main" id="{A1519625-DF42-4F7D-BEB7-47656186D21C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0740" y="608004"/>
                </a:moveTo>
                <a:lnTo>
                  <a:pt x="1842129" y="6987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81" name="9wup_2_official_PredictedLigand_3">
            <a:extLst>
              <a:ext uri="{FF2B5EF4-FFF2-40B4-BE49-F238E27FC236}">
                <a16:creationId xmlns:a16="http://schemas.microsoft.com/office/drawing/2014/main" id="{4F60B868-CA9F-406A-96C6-400C299BE87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9140" y="779156"/>
                </a:moveTo>
                <a:lnTo>
                  <a:pt x="2013739" y="7383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82" name="9wup_2_official_PredictedLigand_4">
            <a:extLst>
              <a:ext uri="{FF2B5EF4-FFF2-40B4-BE49-F238E27FC236}">
                <a16:creationId xmlns:a16="http://schemas.microsoft.com/office/drawing/2014/main" id="{B593E0B6-69BE-4DA9-8A68-D43E64CE086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864" y="502852"/>
                </a:moveTo>
                <a:lnTo>
                  <a:pt x="1705359" y="4917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83" name="9wup_2_official_PredictedLigand_5">
            <a:extLst>
              <a:ext uri="{FF2B5EF4-FFF2-40B4-BE49-F238E27FC236}">
                <a16:creationId xmlns:a16="http://schemas.microsoft.com/office/drawing/2014/main" id="{3C315167-1E33-4D85-99F6-0F6B265EB5C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359" y="491777"/>
                </a:moveTo>
                <a:lnTo>
                  <a:pt x="1625408" y="446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84" name="9wup_2_official_PredictedLigand_6">
            <a:extLst>
              <a:ext uri="{FF2B5EF4-FFF2-40B4-BE49-F238E27FC236}">
                <a16:creationId xmlns:a16="http://schemas.microsoft.com/office/drawing/2014/main" id="{25CD50E5-27D0-40CD-A24A-B4FEF015066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864" y="502852"/>
                </a:moveTo>
                <a:lnTo>
                  <a:pt x="1880740" y="608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85" name="9wup_2_official_PredictedLigand_7">
            <a:extLst>
              <a:ext uri="{FF2B5EF4-FFF2-40B4-BE49-F238E27FC236}">
                <a16:creationId xmlns:a16="http://schemas.microsoft.com/office/drawing/2014/main" id="{718691FA-A413-44A3-BCA3-4C98885B141D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58" y="629844"/>
                </a:moveTo>
                <a:lnTo>
                  <a:pt x="1880740" y="608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86" name="9wup_2_official_PredictedLigand_8">
            <a:extLst>
              <a:ext uri="{FF2B5EF4-FFF2-40B4-BE49-F238E27FC236}">
                <a16:creationId xmlns:a16="http://schemas.microsoft.com/office/drawing/2014/main" id="{4DE04650-1549-419C-9D9F-CB22B8EC963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3739" y="738365"/>
                </a:moveTo>
                <a:lnTo>
                  <a:pt x="2119519" y="7854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87" name="9wup_2_official_PredictedLigand_9">
            <a:extLst>
              <a:ext uri="{FF2B5EF4-FFF2-40B4-BE49-F238E27FC236}">
                <a16:creationId xmlns:a16="http://schemas.microsoft.com/office/drawing/2014/main" id="{AD6F791D-176A-4317-BBB3-40825907215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58" y="629844"/>
                </a:moveTo>
                <a:lnTo>
                  <a:pt x="2013739" y="7383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88" name="9wup_2_official_PredictedLigand_10">
            <a:extLst>
              <a:ext uri="{FF2B5EF4-FFF2-40B4-BE49-F238E27FC236}">
                <a16:creationId xmlns:a16="http://schemas.microsoft.com/office/drawing/2014/main" id="{0F474DD5-310A-453D-B129-84EAF48A9ABD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9519" y="785494"/>
                </a:moveTo>
                <a:lnTo>
                  <a:pt x="2151014" y="8946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89" name="9wup_2_official_PredictedLigand_11">
            <a:extLst>
              <a:ext uri="{FF2B5EF4-FFF2-40B4-BE49-F238E27FC236}">
                <a16:creationId xmlns:a16="http://schemas.microsoft.com/office/drawing/2014/main" id="{1393E1B6-6311-49B8-8745-0F601F92D69E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408" y="446071"/>
                </a:moveTo>
                <a:lnTo>
                  <a:pt x="1546897" y="362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0" name="9wup_2_official_PredictedLigand_12">
            <a:extLst>
              <a:ext uri="{FF2B5EF4-FFF2-40B4-BE49-F238E27FC236}">
                <a16:creationId xmlns:a16="http://schemas.microsoft.com/office/drawing/2014/main" id="{73F320EF-1424-4FA7-83ED-577D1668797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895" y="275378"/>
                </a:moveTo>
                <a:lnTo>
                  <a:pt x="620257" y="2776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1" name="9wup_2_official_PredictedLigand_13">
            <a:extLst>
              <a:ext uri="{FF2B5EF4-FFF2-40B4-BE49-F238E27FC236}">
                <a16:creationId xmlns:a16="http://schemas.microsoft.com/office/drawing/2014/main" id="{3CA3688E-954F-4666-A21B-C35F97F887EB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9519" y="785494"/>
                </a:moveTo>
                <a:lnTo>
                  <a:pt x="2197297" y="716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2" name="9wup_2_official_PredictedLigand_14">
            <a:extLst>
              <a:ext uri="{FF2B5EF4-FFF2-40B4-BE49-F238E27FC236}">
                <a16:creationId xmlns:a16="http://schemas.microsoft.com/office/drawing/2014/main" id="{CAD3E5C8-F6FD-41E5-A673-4BF05389595D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5813" y="567288"/>
                </a:moveTo>
                <a:lnTo>
                  <a:pt x="1988958" y="6298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3" name="9wup_2_official_PredictedLigand_15">
            <a:extLst>
              <a:ext uri="{FF2B5EF4-FFF2-40B4-BE49-F238E27FC236}">
                <a16:creationId xmlns:a16="http://schemas.microsoft.com/office/drawing/2014/main" id="{3DC40EB1-3409-4036-9570-E0D9AA3E7AF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8074" y="476003"/>
                </a:moveTo>
                <a:lnTo>
                  <a:pt x="797266" y="568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4" name="9wup_2_official_PredictedLigand_16">
            <a:extLst>
              <a:ext uri="{FF2B5EF4-FFF2-40B4-BE49-F238E27FC236}">
                <a16:creationId xmlns:a16="http://schemas.microsoft.com/office/drawing/2014/main" id="{6C70AA53-12F2-4A90-AB00-918C4CD3D4A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5718" y="373479"/>
                </a:moveTo>
                <a:lnTo>
                  <a:pt x="738074" y="4760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5" name="9wup_2_official_PredictedLigand_17">
            <a:extLst>
              <a:ext uri="{FF2B5EF4-FFF2-40B4-BE49-F238E27FC236}">
                <a16:creationId xmlns:a16="http://schemas.microsoft.com/office/drawing/2014/main" id="{4663D4D5-396D-4992-80F4-99C32ABC28C7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895" y="275378"/>
                </a:moveTo>
                <a:lnTo>
                  <a:pt x="785718" y="373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6" name="9wup_2_official_PredictedLigand_18">
            <a:extLst>
              <a:ext uri="{FF2B5EF4-FFF2-40B4-BE49-F238E27FC236}">
                <a16:creationId xmlns:a16="http://schemas.microsoft.com/office/drawing/2014/main" id="{8CC5B469-A137-4D0C-B212-ACCA48DB8AE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7266" y="568361"/>
                </a:moveTo>
                <a:lnTo>
                  <a:pt x="746920" y="6724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7" name="9wup_2_official_PredictedLigand_19">
            <a:extLst>
              <a:ext uri="{FF2B5EF4-FFF2-40B4-BE49-F238E27FC236}">
                <a16:creationId xmlns:a16="http://schemas.microsoft.com/office/drawing/2014/main" id="{5CC1A6A3-A52A-445D-81F7-46C3E5DA854A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0736" y="453481"/>
                </a:moveTo>
                <a:lnTo>
                  <a:pt x="1816864" y="5028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8" name="9wup_2_official_PredictedLigand_20">
            <a:extLst>
              <a:ext uri="{FF2B5EF4-FFF2-40B4-BE49-F238E27FC236}">
                <a16:creationId xmlns:a16="http://schemas.microsoft.com/office/drawing/2014/main" id="{9BCBC189-3C05-47DA-A3B5-CB8882C60FA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920" y="672458"/>
                </a:moveTo>
                <a:lnTo>
                  <a:pt x="804458" y="7722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9" name="9wup_2_official_PredictedLigand_21">
            <a:extLst>
              <a:ext uri="{FF2B5EF4-FFF2-40B4-BE49-F238E27FC236}">
                <a16:creationId xmlns:a16="http://schemas.microsoft.com/office/drawing/2014/main" id="{BEBAC254-A083-4FE6-A1AF-AC3B2D8D245C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7598" y="174016"/>
                </a:moveTo>
                <a:lnTo>
                  <a:pt x="718895" y="2753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0" name="9wup_2_official_PredictedLigand_22">
            <a:extLst>
              <a:ext uri="{FF2B5EF4-FFF2-40B4-BE49-F238E27FC236}">
                <a16:creationId xmlns:a16="http://schemas.microsoft.com/office/drawing/2014/main" id="{3A02A2C0-620F-4EDB-90EE-EE3A8E44118A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4458" y="772299"/>
                </a:moveTo>
                <a:lnTo>
                  <a:pt x="741491" y="8798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1" name="9wup_2_official_PredictedLigand_23">
            <a:extLst>
              <a:ext uri="{FF2B5EF4-FFF2-40B4-BE49-F238E27FC236}">
                <a16:creationId xmlns:a16="http://schemas.microsoft.com/office/drawing/2014/main" id="{679077CC-620D-4B84-9F5C-8186A3EA803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317" y="561276"/>
                </a:moveTo>
                <a:lnTo>
                  <a:pt x="797266" y="568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2" name="9wup_2_official_PredictedLigand_24">
            <a:extLst>
              <a:ext uri="{FF2B5EF4-FFF2-40B4-BE49-F238E27FC236}">
                <a16:creationId xmlns:a16="http://schemas.microsoft.com/office/drawing/2014/main" id="{DCE99686-20BC-45E3-8BA0-9E65DCD594A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5718" y="373479"/>
                </a:moveTo>
                <a:lnTo>
                  <a:pt x="897357" y="365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3" name="9wup_2_official_PredictedLigand_25">
            <a:extLst>
              <a:ext uri="{FF2B5EF4-FFF2-40B4-BE49-F238E27FC236}">
                <a16:creationId xmlns:a16="http://schemas.microsoft.com/office/drawing/2014/main" id="{25F96BC5-2727-4150-898F-4D4EB8F7F99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7297" y="716191"/>
                </a:moveTo>
                <a:lnTo>
                  <a:pt x="2164199" y="6121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4" name="9wup_2_official_PredictedLigand_26">
            <a:extLst>
              <a:ext uri="{FF2B5EF4-FFF2-40B4-BE49-F238E27FC236}">
                <a16:creationId xmlns:a16="http://schemas.microsoft.com/office/drawing/2014/main" id="{3EB7BD23-7423-494D-AB26-0D1E485B92E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4458" y="772299"/>
                </a:moveTo>
                <a:lnTo>
                  <a:pt x="920095" y="7675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5" name="9wup_2_official_PredictedLigand_27">
            <a:extLst>
              <a:ext uri="{FF2B5EF4-FFF2-40B4-BE49-F238E27FC236}">
                <a16:creationId xmlns:a16="http://schemas.microsoft.com/office/drawing/2014/main" id="{024E4927-0346-4D6F-9D9D-B7D01972E2A7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408" y="446071"/>
                </a:moveTo>
                <a:lnTo>
                  <a:pt x="1699404" y="3977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6" name="9wup_2_official_PredictedLigand_28">
            <a:extLst>
              <a:ext uri="{FF2B5EF4-FFF2-40B4-BE49-F238E27FC236}">
                <a16:creationId xmlns:a16="http://schemas.microsoft.com/office/drawing/2014/main" id="{C7388EF1-C5E1-43FB-BE21-E6F0564056CA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4199" y="612139"/>
                </a:moveTo>
                <a:lnTo>
                  <a:pt x="2065813" y="56728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7" name="9wup_2_official_PredictedLigand_29">
            <a:extLst>
              <a:ext uri="{FF2B5EF4-FFF2-40B4-BE49-F238E27FC236}">
                <a16:creationId xmlns:a16="http://schemas.microsoft.com/office/drawing/2014/main" id="{0FA0D3D5-C507-447E-B7F8-98CBC5983D3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4858" y="168719"/>
                </a:moveTo>
                <a:lnTo>
                  <a:pt x="767598" y="1740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8" name="9wup_2_official_PredictedLigand_30">
            <a:extLst>
              <a:ext uri="{FF2B5EF4-FFF2-40B4-BE49-F238E27FC236}">
                <a16:creationId xmlns:a16="http://schemas.microsoft.com/office/drawing/2014/main" id="{9E476C8B-ADA0-4E16-A3D5-09E475C7D800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9118" y="662360"/>
                </a:moveTo>
                <a:lnTo>
                  <a:pt x="912317" y="5612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9" name="9wup_2_official_PredictedLigand_31">
            <a:extLst>
              <a:ext uri="{FF2B5EF4-FFF2-40B4-BE49-F238E27FC236}">
                <a16:creationId xmlns:a16="http://schemas.microsoft.com/office/drawing/2014/main" id="{5C6072D5-8F04-4E41-AD2E-4A9A31A349A3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095" y="767566"/>
                </a:moveTo>
                <a:lnTo>
                  <a:pt x="969118" y="6623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0" name="9wup_2_official_PredictedLigand_32">
            <a:extLst>
              <a:ext uri="{FF2B5EF4-FFF2-40B4-BE49-F238E27FC236}">
                <a16:creationId xmlns:a16="http://schemas.microsoft.com/office/drawing/2014/main" id="{1633FA85-9228-4630-BDEB-51BF0E401C5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317" y="561276"/>
                </a:moveTo>
                <a:lnTo>
                  <a:pt x="960266" y="4579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1" name="9wup_2_official_PredictedLigand_33">
            <a:extLst>
              <a:ext uri="{FF2B5EF4-FFF2-40B4-BE49-F238E27FC236}">
                <a16:creationId xmlns:a16="http://schemas.microsoft.com/office/drawing/2014/main" id="{1FA9EE10-2A37-4231-A155-B4BE1972E72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266" y="457974"/>
                </a:moveTo>
                <a:lnTo>
                  <a:pt x="897357" y="365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2" name="9wup_2_official_PredictedLigand_34">
            <a:extLst>
              <a:ext uri="{FF2B5EF4-FFF2-40B4-BE49-F238E27FC236}">
                <a16:creationId xmlns:a16="http://schemas.microsoft.com/office/drawing/2014/main" id="{F7FC2ECD-174D-41BE-9112-2B710F57ECA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095" y="767566"/>
                </a:moveTo>
                <a:lnTo>
                  <a:pt x="980817" y="8713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3" name="9wup_2_official_PredictedLigand_35">
            <a:extLst>
              <a:ext uri="{FF2B5EF4-FFF2-40B4-BE49-F238E27FC236}">
                <a16:creationId xmlns:a16="http://schemas.microsoft.com/office/drawing/2014/main" id="{2E516E9A-4447-42DA-ADF3-F8BB6D31BBA3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357" y="365334"/>
                </a:moveTo>
                <a:lnTo>
                  <a:pt x="937335" y="2628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4" name="9wup_2_official_PredictedLigand_36">
            <a:extLst>
              <a:ext uri="{FF2B5EF4-FFF2-40B4-BE49-F238E27FC236}">
                <a16:creationId xmlns:a16="http://schemas.microsoft.com/office/drawing/2014/main" id="{37588A2E-468A-4275-B984-96078BDE456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7335" y="262894"/>
                </a:moveTo>
                <a:lnTo>
                  <a:pt x="874858" y="1687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5" name="9wup_2_official_PredictedLigand_37">
            <a:extLst>
              <a:ext uri="{FF2B5EF4-FFF2-40B4-BE49-F238E27FC236}">
                <a16:creationId xmlns:a16="http://schemas.microsoft.com/office/drawing/2014/main" id="{45A3FF10-1903-4416-BCC3-AB34AFB8789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9348" y="452317"/>
                </a:moveTo>
                <a:lnTo>
                  <a:pt x="960266" y="4579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6" name="9wup_2_official_PredictedLigand_38">
            <a:extLst>
              <a:ext uri="{FF2B5EF4-FFF2-40B4-BE49-F238E27FC236}">
                <a16:creationId xmlns:a16="http://schemas.microsoft.com/office/drawing/2014/main" id="{F338BFDF-FC07-41D4-B4EA-6916C3DAB15D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4858" y="168719"/>
                </a:moveTo>
                <a:lnTo>
                  <a:pt x="910577" y="75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7" name="9wup_2_official_PredictedLigand_39">
            <a:extLst>
              <a:ext uri="{FF2B5EF4-FFF2-40B4-BE49-F238E27FC236}">
                <a16:creationId xmlns:a16="http://schemas.microsoft.com/office/drawing/2014/main" id="{E1CAE10C-BB4C-47F3-9760-7129993F0EFE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9404" y="397757"/>
                </a:moveTo>
                <a:lnTo>
                  <a:pt x="1800736" y="453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8" name="9wup_2_official_PredictedLigand_40">
            <a:extLst>
              <a:ext uri="{FF2B5EF4-FFF2-40B4-BE49-F238E27FC236}">
                <a16:creationId xmlns:a16="http://schemas.microsoft.com/office/drawing/2014/main" id="{DE8DFD65-C6CF-46C7-BD39-E85CF75D10E2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2690" y="477486"/>
                </a:moveTo>
                <a:lnTo>
                  <a:pt x="1079348" y="4523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9" name="9wup_2_official_PredictedLigand_41">
            <a:extLst>
              <a:ext uri="{FF2B5EF4-FFF2-40B4-BE49-F238E27FC236}">
                <a16:creationId xmlns:a16="http://schemas.microsoft.com/office/drawing/2014/main" id="{82B6C6D6-AB60-4D9F-9D66-C7D5E301DDF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897" y="388649"/>
                </a:moveTo>
                <a:lnTo>
                  <a:pt x="1699404" y="3977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0" name="9wup_2_official_PredictedLigand_42">
            <a:extLst>
              <a:ext uri="{FF2B5EF4-FFF2-40B4-BE49-F238E27FC236}">
                <a16:creationId xmlns:a16="http://schemas.microsoft.com/office/drawing/2014/main" id="{9388B42C-A1CD-48BE-AF01-22EB47954F6D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9460" y="542937"/>
                </a:moveTo>
                <a:lnTo>
                  <a:pt x="1307856" y="5206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1" name="9wup_2_official_PredictedLigand_43">
            <a:extLst>
              <a:ext uri="{FF2B5EF4-FFF2-40B4-BE49-F238E27FC236}">
                <a16:creationId xmlns:a16="http://schemas.microsoft.com/office/drawing/2014/main" id="{F2B673AF-CD67-4F8C-8B1F-372B2841C988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9460" y="542937"/>
                </a:moveTo>
                <a:lnTo>
                  <a:pt x="1122690" y="477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2" name="9wup_2_official_PredictedLigand_44">
            <a:extLst>
              <a:ext uri="{FF2B5EF4-FFF2-40B4-BE49-F238E27FC236}">
                <a16:creationId xmlns:a16="http://schemas.microsoft.com/office/drawing/2014/main" id="{034254E9-2F1B-419E-925D-99E46B884F5C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0429" y="665508"/>
                </a:moveTo>
                <a:lnTo>
                  <a:pt x="1229460" y="5429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3" name="9wup_2_official_PredictedLigand_45">
            <a:extLst>
              <a:ext uri="{FF2B5EF4-FFF2-40B4-BE49-F238E27FC236}">
                <a16:creationId xmlns:a16="http://schemas.microsoft.com/office/drawing/2014/main" id="{80D4FE12-2993-441C-B739-B5364DD25C9D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2690" y="477486"/>
                </a:moveTo>
                <a:lnTo>
                  <a:pt x="1141132" y="3697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4" name="9wup_2_official_PredictedLigand_46">
            <a:extLst>
              <a:ext uri="{FF2B5EF4-FFF2-40B4-BE49-F238E27FC236}">
                <a16:creationId xmlns:a16="http://schemas.microsoft.com/office/drawing/2014/main" id="{7CA219BA-12A9-4D56-9207-356B86D18C6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8170" y="480791"/>
                </a:moveTo>
                <a:lnTo>
                  <a:pt x="1646897" y="3886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5" name="9wup_2_official_PredictedLigand_47">
            <a:extLst>
              <a:ext uri="{FF2B5EF4-FFF2-40B4-BE49-F238E27FC236}">
                <a16:creationId xmlns:a16="http://schemas.microsoft.com/office/drawing/2014/main" id="{CF7A569F-6A9D-4840-8A8F-01661939801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0429" y="665508"/>
                </a:moveTo>
                <a:lnTo>
                  <a:pt x="1313037" y="7096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6" name="9wup_2_official_PredictedLigand_48">
            <a:extLst>
              <a:ext uri="{FF2B5EF4-FFF2-40B4-BE49-F238E27FC236}">
                <a16:creationId xmlns:a16="http://schemas.microsoft.com/office/drawing/2014/main" id="{5F1ED9E8-93E5-4F38-B28E-22155333B7D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3501" y="702202"/>
                </a:moveTo>
                <a:lnTo>
                  <a:pt x="1210429" y="6655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7" name="9wup_2_official_PredictedLigand_49">
            <a:extLst>
              <a:ext uri="{FF2B5EF4-FFF2-40B4-BE49-F238E27FC236}">
                <a16:creationId xmlns:a16="http://schemas.microsoft.com/office/drawing/2014/main" id="{933DA8EB-2BD1-4297-BC64-B94E37BE959A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3037" y="709602"/>
                </a:moveTo>
                <a:lnTo>
                  <a:pt x="1338248" y="63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8" name="9wup_2_official_PredictedLigand_50">
            <a:extLst>
              <a:ext uri="{FF2B5EF4-FFF2-40B4-BE49-F238E27FC236}">
                <a16:creationId xmlns:a16="http://schemas.microsoft.com/office/drawing/2014/main" id="{DE8CC15E-47E6-4175-857D-FBBF6A91ED7A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882" y="501660"/>
                </a:moveTo>
                <a:lnTo>
                  <a:pt x="1668170" y="4807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9" name="9wup_2_official_PredictedLigand_51">
            <a:extLst>
              <a:ext uri="{FF2B5EF4-FFF2-40B4-BE49-F238E27FC236}">
                <a16:creationId xmlns:a16="http://schemas.microsoft.com/office/drawing/2014/main" id="{B14B3687-BEE2-4287-945B-0FB7CC3DB79C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383" y="618200"/>
                </a:moveTo>
                <a:lnTo>
                  <a:pt x="1612882" y="50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30" name="9wup_2_official_PredictedLigand_52">
            <a:extLst>
              <a:ext uri="{FF2B5EF4-FFF2-40B4-BE49-F238E27FC236}">
                <a16:creationId xmlns:a16="http://schemas.microsoft.com/office/drawing/2014/main" id="{0707D26C-06A2-406F-9F43-D1545E3A7392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882" y="501660"/>
                </a:moveTo>
                <a:lnTo>
                  <a:pt x="1536058" y="407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31" name="9wup_2_official_PredictedLigand_53">
            <a:extLst>
              <a:ext uri="{FF2B5EF4-FFF2-40B4-BE49-F238E27FC236}">
                <a16:creationId xmlns:a16="http://schemas.microsoft.com/office/drawing/2014/main" id="{046C3098-A8A9-465A-9A06-73C492CDF69E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248" y="633157"/>
                </a:moveTo>
                <a:lnTo>
                  <a:pt x="1428787" y="6589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32" name="9wup_2_official_PredictedLigand_54">
            <a:extLst>
              <a:ext uri="{FF2B5EF4-FFF2-40B4-BE49-F238E27FC236}">
                <a16:creationId xmlns:a16="http://schemas.microsoft.com/office/drawing/2014/main" id="{071ACE14-7D15-41B1-A91A-E00012DF7250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787" y="658918"/>
                </a:moveTo>
                <a:lnTo>
                  <a:pt x="1544383" y="618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33" name="9wup_2_official_PredictedLigand_55">
            <a:extLst>
              <a:ext uri="{FF2B5EF4-FFF2-40B4-BE49-F238E27FC236}">
                <a16:creationId xmlns:a16="http://schemas.microsoft.com/office/drawing/2014/main" id="{E5EB3556-0DBA-4340-B817-DA6B807A96C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882" y="501660"/>
                </a:moveTo>
                <a:lnTo>
                  <a:pt x="1702518" y="50908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34" name="9wup_2_official_PredictedLigand_56">
            <a:extLst>
              <a:ext uri="{FF2B5EF4-FFF2-40B4-BE49-F238E27FC236}">
                <a16:creationId xmlns:a16="http://schemas.microsoft.com/office/drawing/2014/main" id="{FAFD438B-F168-4F6C-95A7-74F8752BE79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787" y="658918"/>
                </a:moveTo>
                <a:lnTo>
                  <a:pt x="1421460" y="78222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35" name="9wup_2_official_PredictedLigand_57">
            <a:extLst>
              <a:ext uri="{FF2B5EF4-FFF2-40B4-BE49-F238E27FC236}">
                <a16:creationId xmlns:a16="http://schemas.microsoft.com/office/drawing/2014/main" id="{43DA29EA-D573-483F-9001-C4C524E6361D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787" y="658918"/>
                </a:moveTo>
                <a:lnTo>
                  <a:pt x="1414788" y="594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36" name="9wup_2_official_PredictedAtoms_0">
            <a:extLst>
              <a:ext uri="{FF2B5EF4-FFF2-40B4-BE49-F238E27FC236}">
                <a16:creationId xmlns:a16="http://schemas.microsoft.com/office/drawing/2014/main" id="{E1E0CEAC-0944-4E02-9D36-C7D4FC09DA91}"/>
              </a:ext>
            </a:extLst>
          </p:cNvPr>
          <p:cNvSpPr>
            <a:spLocks/>
          </p:cNvSpPr>
          <p:nvPr/>
        </p:nvSpPr>
        <p:spPr>
          <a:xfrm>
            <a:off x="1325909" y="86393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37" name="9wup_2_official_PredictedAtoms_1">
            <a:extLst>
              <a:ext uri="{FF2B5EF4-FFF2-40B4-BE49-F238E27FC236}">
                <a16:creationId xmlns:a16="http://schemas.microsoft.com/office/drawing/2014/main" id="{A600771B-E114-4115-9D67-EE49F69C515B}"/>
              </a:ext>
            </a:extLst>
          </p:cNvPr>
          <p:cNvSpPr>
            <a:spLocks/>
          </p:cNvSpPr>
          <p:nvPr/>
        </p:nvSpPr>
        <p:spPr>
          <a:xfrm>
            <a:off x="1422836" y="86026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38" name="9wup_2_official_PredictedAtoms_2">
            <a:extLst>
              <a:ext uri="{FF2B5EF4-FFF2-40B4-BE49-F238E27FC236}">
                <a16:creationId xmlns:a16="http://schemas.microsoft.com/office/drawing/2014/main" id="{D3827EAD-BE46-43DE-8780-DC14479D8C7E}"/>
              </a:ext>
            </a:extLst>
          </p:cNvPr>
          <p:cNvSpPr>
            <a:spLocks/>
          </p:cNvSpPr>
          <p:nvPr/>
        </p:nvSpPr>
        <p:spPr>
          <a:xfrm>
            <a:off x="1525444" y="86467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39" name="9wup_2_official_PredictedAtoms_3">
            <a:extLst>
              <a:ext uri="{FF2B5EF4-FFF2-40B4-BE49-F238E27FC236}">
                <a16:creationId xmlns:a16="http://schemas.microsoft.com/office/drawing/2014/main" id="{324009E2-B28B-4FAE-B1EE-EAED4C235B4C}"/>
              </a:ext>
            </a:extLst>
          </p:cNvPr>
          <p:cNvSpPr>
            <a:spLocks/>
          </p:cNvSpPr>
          <p:nvPr/>
        </p:nvSpPr>
        <p:spPr>
          <a:xfrm>
            <a:off x="1550656" y="85703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0" name="9wup_2_official_PredictedAtoms_4">
            <a:extLst>
              <a:ext uri="{FF2B5EF4-FFF2-40B4-BE49-F238E27FC236}">
                <a16:creationId xmlns:a16="http://schemas.microsoft.com/office/drawing/2014/main" id="{9C7BBD9C-5EEA-4560-B2F5-ACA9C43C0E50}"/>
              </a:ext>
            </a:extLst>
          </p:cNvPr>
          <p:cNvSpPr>
            <a:spLocks/>
          </p:cNvSpPr>
          <p:nvPr/>
        </p:nvSpPr>
        <p:spPr>
          <a:xfrm>
            <a:off x="1641195" y="85961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1" name="9wup_2_official_PredictedAtoms_5">
            <a:extLst>
              <a:ext uri="{FF2B5EF4-FFF2-40B4-BE49-F238E27FC236}">
                <a16:creationId xmlns:a16="http://schemas.microsoft.com/office/drawing/2014/main" id="{68FE5598-6044-4E4E-941A-B9EE03921FFF}"/>
              </a:ext>
            </a:extLst>
          </p:cNvPr>
          <p:cNvSpPr>
            <a:spLocks/>
          </p:cNvSpPr>
          <p:nvPr/>
        </p:nvSpPr>
        <p:spPr>
          <a:xfrm>
            <a:off x="1627195" y="85315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2" name="9wup_2_official_PredictedAtoms_6">
            <a:extLst>
              <a:ext uri="{FF2B5EF4-FFF2-40B4-BE49-F238E27FC236}">
                <a16:creationId xmlns:a16="http://schemas.microsoft.com/office/drawing/2014/main" id="{24C995D6-DA8C-43D9-953D-DC38225CAF5A}"/>
              </a:ext>
            </a:extLst>
          </p:cNvPr>
          <p:cNvSpPr>
            <a:spLocks/>
          </p:cNvSpPr>
          <p:nvPr/>
        </p:nvSpPr>
        <p:spPr>
          <a:xfrm>
            <a:off x="1633867" y="87194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3" name="9wup_2_official_PredictedAtoms_7">
            <a:extLst>
              <a:ext uri="{FF2B5EF4-FFF2-40B4-BE49-F238E27FC236}">
                <a16:creationId xmlns:a16="http://schemas.microsoft.com/office/drawing/2014/main" id="{C1604D99-E580-4293-9F01-EA5201D10BC4}"/>
              </a:ext>
            </a:extLst>
          </p:cNvPr>
          <p:cNvSpPr>
            <a:spLocks/>
          </p:cNvSpPr>
          <p:nvPr/>
        </p:nvSpPr>
        <p:spPr>
          <a:xfrm>
            <a:off x="1756790" y="85553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4" name="9wup_2_official_PredictedAtoms_8">
            <a:extLst>
              <a:ext uri="{FF2B5EF4-FFF2-40B4-BE49-F238E27FC236}">
                <a16:creationId xmlns:a16="http://schemas.microsoft.com/office/drawing/2014/main" id="{8B48EF89-C2F5-4E23-A857-8BF00BD8D2CC}"/>
              </a:ext>
            </a:extLst>
          </p:cNvPr>
          <p:cNvSpPr>
            <a:spLocks/>
          </p:cNvSpPr>
          <p:nvPr/>
        </p:nvSpPr>
        <p:spPr>
          <a:xfrm>
            <a:off x="1825289" y="84388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5" name="9wup_2_official_PredictedAtoms_9">
            <a:extLst>
              <a:ext uri="{FF2B5EF4-FFF2-40B4-BE49-F238E27FC236}">
                <a16:creationId xmlns:a16="http://schemas.microsoft.com/office/drawing/2014/main" id="{3C211D08-802A-436F-9F86-65D898F92638}"/>
              </a:ext>
            </a:extLst>
          </p:cNvPr>
          <p:cNvSpPr>
            <a:spLocks/>
          </p:cNvSpPr>
          <p:nvPr/>
        </p:nvSpPr>
        <p:spPr>
          <a:xfrm>
            <a:off x="1748465" y="83446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6" name="9wup_2_official_PredictedAtoms_10">
            <a:extLst>
              <a:ext uri="{FF2B5EF4-FFF2-40B4-BE49-F238E27FC236}">
                <a16:creationId xmlns:a16="http://schemas.microsoft.com/office/drawing/2014/main" id="{11EAB403-5E6C-4E16-9C26-E7D5119C74D5}"/>
              </a:ext>
            </a:extLst>
          </p:cNvPr>
          <p:cNvSpPr>
            <a:spLocks/>
          </p:cNvSpPr>
          <p:nvPr/>
        </p:nvSpPr>
        <p:spPr>
          <a:xfrm>
            <a:off x="1914925" y="84462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7" name="9wup_2_official_PredictedAtoms_11">
            <a:extLst>
              <a:ext uri="{FF2B5EF4-FFF2-40B4-BE49-F238E27FC236}">
                <a16:creationId xmlns:a16="http://schemas.microsoft.com/office/drawing/2014/main" id="{A84C641D-FDD2-4F83-A3E3-01B9EBC4DD7E}"/>
              </a:ext>
            </a:extLst>
          </p:cNvPr>
          <p:cNvSpPr>
            <a:spLocks/>
          </p:cNvSpPr>
          <p:nvPr/>
        </p:nvSpPr>
        <p:spPr>
          <a:xfrm>
            <a:off x="1880578" y="84179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8" name="9wup_2_official_PredictedAtoms_12">
            <a:extLst>
              <a:ext uri="{FF2B5EF4-FFF2-40B4-BE49-F238E27FC236}">
                <a16:creationId xmlns:a16="http://schemas.microsoft.com/office/drawing/2014/main" id="{C2463668-0D4D-4075-A492-1E9B3D586CC6}"/>
              </a:ext>
            </a:extLst>
          </p:cNvPr>
          <p:cNvSpPr>
            <a:spLocks/>
          </p:cNvSpPr>
          <p:nvPr/>
        </p:nvSpPr>
        <p:spPr>
          <a:xfrm>
            <a:off x="1859305" y="83258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9" name="9wup_2_official_PredictedAtoms_13">
            <a:extLst>
              <a:ext uri="{FF2B5EF4-FFF2-40B4-BE49-F238E27FC236}">
                <a16:creationId xmlns:a16="http://schemas.microsoft.com/office/drawing/2014/main" id="{512A4BDB-2DF0-4D9A-A6F8-C210888111BF}"/>
              </a:ext>
            </a:extLst>
          </p:cNvPr>
          <p:cNvSpPr>
            <a:spLocks/>
          </p:cNvSpPr>
          <p:nvPr/>
        </p:nvSpPr>
        <p:spPr>
          <a:xfrm>
            <a:off x="1911811" y="83349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0" name="9wup_2_official_PredictedAtoms_14">
            <a:extLst>
              <a:ext uri="{FF2B5EF4-FFF2-40B4-BE49-F238E27FC236}">
                <a16:creationId xmlns:a16="http://schemas.microsoft.com/office/drawing/2014/main" id="{EBDDF627-FEF2-469D-BF3F-3622721F9AFB}"/>
              </a:ext>
            </a:extLst>
          </p:cNvPr>
          <p:cNvSpPr>
            <a:spLocks/>
          </p:cNvSpPr>
          <p:nvPr/>
        </p:nvSpPr>
        <p:spPr>
          <a:xfrm>
            <a:off x="2013144" y="83906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1" name="9wup_2_official_PredictedAtoms_15">
            <a:extLst>
              <a:ext uri="{FF2B5EF4-FFF2-40B4-BE49-F238E27FC236}">
                <a16:creationId xmlns:a16="http://schemas.microsoft.com/office/drawing/2014/main" id="{AE4E1538-2B6F-44DF-894F-E281EF52F978}"/>
              </a:ext>
            </a:extLst>
          </p:cNvPr>
          <p:cNvSpPr>
            <a:spLocks/>
          </p:cNvSpPr>
          <p:nvPr/>
        </p:nvSpPr>
        <p:spPr>
          <a:xfrm>
            <a:off x="2029271" y="84400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2" name="9wup_2_official_PredictedAtoms_16">
            <a:extLst>
              <a:ext uri="{FF2B5EF4-FFF2-40B4-BE49-F238E27FC236}">
                <a16:creationId xmlns:a16="http://schemas.microsoft.com/office/drawing/2014/main" id="{3DD22980-E3D2-49BF-A891-911AFFD2F0D4}"/>
              </a:ext>
            </a:extLst>
          </p:cNvPr>
          <p:cNvSpPr>
            <a:spLocks/>
          </p:cNvSpPr>
          <p:nvPr/>
        </p:nvSpPr>
        <p:spPr>
          <a:xfrm>
            <a:off x="2093148" y="85451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3" name="9wup_2_official_PredictedAtoms_17">
            <a:extLst>
              <a:ext uri="{FF2B5EF4-FFF2-40B4-BE49-F238E27FC236}">
                <a16:creationId xmlns:a16="http://schemas.microsoft.com/office/drawing/2014/main" id="{AD3C9250-3A94-439E-9637-547651B9BA07}"/>
              </a:ext>
            </a:extLst>
          </p:cNvPr>
          <p:cNvSpPr>
            <a:spLocks/>
          </p:cNvSpPr>
          <p:nvPr/>
        </p:nvSpPr>
        <p:spPr>
          <a:xfrm>
            <a:off x="2054536" y="86359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4" name="9wup_2_official_PredictedAtoms_18">
            <a:extLst>
              <a:ext uri="{FF2B5EF4-FFF2-40B4-BE49-F238E27FC236}">
                <a16:creationId xmlns:a16="http://schemas.microsoft.com/office/drawing/2014/main" id="{5B0FE107-4760-4674-8AFC-7C9FEEF48139}"/>
              </a:ext>
            </a:extLst>
          </p:cNvPr>
          <p:cNvSpPr>
            <a:spLocks/>
          </p:cNvSpPr>
          <p:nvPr/>
        </p:nvSpPr>
        <p:spPr>
          <a:xfrm>
            <a:off x="2131548" y="87163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5" name="9wup_2_official_PredictedAtoms_19">
            <a:extLst>
              <a:ext uri="{FF2B5EF4-FFF2-40B4-BE49-F238E27FC236}">
                <a16:creationId xmlns:a16="http://schemas.microsoft.com/office/drawing/2014/main" id="{F1B14907-63AE-47D3-BE51-944D61D553EF}"/>
              </a:ext>
            </a:extLst>
          </p:cNvPr>
          <p:cNvSpPr>
            <a:spLocks/>
          </p:cNvSpPr>
          <p:nvPr/>
        </p:nvSpPr>
        <p:spPr>
          <a:xfrm>
            <a:off x="2226147" y="867554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6" name="9wup_2_official_PredictedAtoms_20">
            <a:extLst>
              <a:ext uri="{FF2B5EF4-FFF2-40B4-BE49-F238E27FC236}">
                <a16:creationId xmlns:a16="http://schemas.microsoft.com/office/drawing/2014/main" id="{4EC43107-51FE-40CF-AA5A-C8E4CFB163E3}"/>
              </a:ext>
            </a:extLst>
          </p:cNvPr>
          <p:cNvSpPr>
            <a:spLocks/>
          </p:cNvSpPr>
          <p:nvPr/>
        </p:nvSpPr>
        <p:spPr>
          <a:xfrm>
            <a:off x="2331926" y="87226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7" name="9wup_2_official_PredictedAtoms_21">
            <a:extLst>
              <a:ext uri="{FF2B5EF4-FFF2-40B4-BE49-F238E27FC236}">
                <a16:creationId xmlns:a16="http://schemas.microsoft.com/office/drawing/2014/main" id="{652A1A2A-6C11-4806-83E9-F52544FBD39E}"/>
              </a:ext>
            </a:extLst>
          </p:cNvPr>
          <p:cNvSpPr>
            <a:spLocks/>
          </p:cNvSpPr>
          <p:nvPr/>
        </p:nvSpPr>
        <p:spPr>
          <a:xfrm>
            <a:off x="2363422" y="88318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8" name="9wup_2_official_PredictedAtoms_22">
            <a:extLst>
              <a:ext uri="{FF2B5EF4-FFF2-40B4-BE49-F238E27FC236}">
                <a16:creationId xmlns:a16="http://schemas.microsoft.com/office/drawing/2014/main" id="{6393CD94-2AC0-4CFA-A7CE-2656EA06E98C}"/>
              </a:ext>
            </a:extLst>
          </p:cNvPr>
          <p:cNvSpPr>
            <a:spLocks/>
          </p:cNvSpPr>
          <p:nvPr/>
        </p:nvSpPr>
        <p:spPr>
          <a:xfrm>
            <a:off x="2409704" y="86533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9" name="9wup_2_official_PredictedAtoms_23">
            <a:extLst>
              <a:ext uri="{FF2B5EF4-FFF2-40B4-BE49-F238E27FC236}">
                <a16:creationId xmlns:a16="http://schemas.microsoft.com/office/drawing/2014/main" id="{236FB421-8220-4345-A9F8-53B1120328F6}"/>
              </a:ext>
            </a:extLst>
          </p:cNvPr>
          <p:cNvSpPr>
            <a:spLocks/>
          </p:cNvSpPr>
          <p:nvPr/>
        </p:nvSpPr>
        <p:spPr>
          <a:xfrm>
            <a:off x="2376606" y="8549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0" name="9wup_2_official_PredictedAtoms_24">
            <a:extLst>
              <a:ext uri="{FF2B5EF4-FFF2-40B4-BE49-F238E27FC236}">
                <a16:creationId xmlns:a16="http://schemas.microsoft.com/office/drawing/2014/main" id="{12E9633D-4B3A-4682-9C69-8302D9A17AE9}"/>
              </a:ext>
            </a:extLst>
          </p:cNvPr>
          <p:cNvSpPr>
            <a:spLocks/>
          </p:cNvSpPr>
          <p:nvPr/>
        </p:nvSpPr>
        <p:spPr>
          <a:xfrm>
            <a:off x="2278220" y="85044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1" name="9wup_2_official_PredictedAtoms_25">
            <a:extLst>
              <a:ext uri="{FF2B5EF4-FFF2-40B4-BE49-F238E27FC236}">
                <a16:creationId xmlns:a16="http://schemas.microsoft.com/office/drawing/2014/main" id="{0367E36E-E250-465D-B588-5BB9F69E488F}"/>
              </a:ext>
            </a:extLst>
          </p:cNvPr>
          <p:cNvSpPr>
            <a:spLocks/>
          </p:cNvSpPr>
          <p:nvPr/>
        </p:nvSpPr>
        <p:spPr>
          <a:xfrm>
            <a:off x="2201366" y="85670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2" name="9wup_2_official_PredictedAtoms_26">
            <a:extLst>
              <a:ext uri="{FF2B5EF4-FFF2-40B4-BE49-F238E27FC236}">
                <a16:creationId xmlns:a16="http://schemas.microsoft.com/office/drawing/2014/main" id="{248616DC-B7BC-454D-B96F-BD8CE4947B24}"/>
              </a:ext>
            </a:extLst>
          </p:cNvPr>
          <p:cNvSpPr>
            <a:spLocks/>
          </p:cNvSpPr>
          <p:nvPr/>
        </p:nvSpPr>
        <p:spPr>
          <a:xfrm>
            <a:off x="1917766" y="84289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3" name="9wup_2_official_PredictedAtoms_27">
            <a:extLst>
              <a:ext uri="{FF2B5EF4-FFF2-40B4-BE49-F238E27FC236}">
                <a16:creationId xmlns:a16="http://schemas.microsoft.com/office/drawing/2014/main" id="{4B22D384-0A38-4983-A0EF-28CCE7190398}"/>
              </a:ext>
            </a:extLst>
          </p:cNvPr>
          <p:cNvSpPr>
            <a:spLocks/>
          </p:cNvSpPr>
          <p:nvPr/>
        </p:nvSpPr>
        <p:spPr>
          <a:xfrm>
            <a:off x="1922087" y="83551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4" name="9wup_2_official_PredictedAtoms_28">
            <a:extLst>
              <a:ext uri="{FF2B5EF4-FFF2-40B4-BE49-F238E27FC236}">
                <a16:creationId xmlns:a16="http://schemas.microsoft.com/office/drawing/2014/main" id="{A485DF7E-226E-473C-B2EA-D46F3EE4D7C8}"/>
              </a:ext>
            </a:extLst>
          </p:cNvPr>
          <p:cNvSpPr>
            <a:spLocks/>
          </p:cNvSpPr>
          <p:nvPr/>
        </p:nvSpPr>
        <p:spPr>
          <a:xfrm>
            <a:off x="1837816" y="83832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5" name="9wup_2_official_PredictedAtoms_29">
            <a:extLst>
              <a:ext uri="{FF2B5EF4-FFF2-40B4-BE49-F238E27FC236}">
                <a16:creationId xmlns:a16="http://schemas.microsoft.com/office/drawing/2014/main" id="{A728B84A-0C26-4BAE-B69C-1A6EEF9023B5}"/>
              </a:ext>
            </a:extLst>
          </p:cNvPr>
          <p:cNvSpPr>
            <a:spLocks/>
          </p:cNvSpPr>
          <p:nvPr/>
        </p:nvSpPr>
        <p:spPr>
          <a:xfrm>
            <a:off x="1759305" y="82997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6" name="9wup_2_official_PredictedAtoms_30">
            <a:extLst>
              <a:ext uri="{FF2B5EF4-FFF2-40B4-BE49-F238E27FC236}">
                <a16:creationId xmlns:a16="http://schemas.microsoft.com/office/drawing/2014/main" id="{036953B9-ED61-426B-865D-075497036B4D}"/>
              </a:ext>
            </a:extLst>
          </p:cNvPr>
          <p:cNvSpPr>
            <a:spLocks/>
          </p:cNvSpPr>
          <p:nvPr/>
        </p:nvSpPr>
        <p:spPr>
          <a:xfrm>
            <a:off x="1441867" y="84801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7" name="9wup_2_official_PredictedAtoms_31">
            <a:extLst>
              <a:ext uri="{FF2B5EF4-FFF2-40B4-BE49-F238E27FC236}">
                <a16:creationId xmlns:a16="http://schemas.microsoft.com/office/drawing/2014/main" id="{6F6B768E-B928-4485-9A90-6319EA3EB4DB}"/>
              </a:ext>
            </a:extLst>
          </p:cNvPr>
          <p:cNvSpPr>
            <a:spLocks/>
          </p:cNvSpPr>
          <p:nvPr/>
        </p:nvSpPr>
        <p:spPr>
          <a:xfrm>
            <a:off x="1520264" y="84577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8" name="9wup_2_official_PredictedAtoms_32">
            <a:extLst>
              <a:ext uri="{FF2B5EF4-FFF2-40B4-BE49-F238E27FC236}">
                <a16:creationId xmlns:a16="http://schemas.microsoft.com/office/drawing/2014/main" id="{E12B17F5-D83B-49CD-97E8-C919B6CE2AF1}"/>
              </a:ext>
            </a:extLst>
          </p:cNvPr>
          <p:cNvSpPr>
            <a:spLocks/>
          </p:cNvSpPr>
          <p:nvPr/>
        </p:nvSpPr>
        <p:spPr>
          <a:xfrm>
            <a:off x="1335098" y="84146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9" name="9wup_2_official_PredictedAtoms_33">
            <a:extLst>
              <a:ext uri="{FF2B5EF4-FFF2-40B4-BE49-F238E27FC236}">
                <a16:creationId xmlns:a16="http://schemas.microsoft.com/office/drawing/2014/main" id="{CBD30906-A7DB-4A59-B820-43ED2FA84F70}"/>
              </a:ext>
            </a:extLst>
          </p:cNvPr>
          <p:cNvSpPr>
            <a:spLocks/>
          </p:cNvSpPr>
          <p:nvPr/>
        </p:nvSpPr>
        <p:spPr>
          <a:xfrm>
            <a:off x="1353539" y="83069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0" name="9wup_2_official_PredictedAtoms_34">
            <a:extLst>
              <a:ext uri="{FF2B5EF4-FFF2-40B4-BE49-F238E27FC236}">
                <a16:creationId xmlns:a16="http://schemas.microsoft.com/office/drawing/2014/main" id="{FAA2A35E-80A8-4101-8246-A51A6B49CC87}"/>
              </a:ext>
            </a:extLst>
          </p:cNvPr>
          <p:cNvSpPr>
            <a:spLocks/>
          </p:cNvSpPr>
          <p:nvPr/>
        </p:nvSpPr>
        <p:spPr>
          <a:xfrm>
            <a:off x="1291755" y="83895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1" name="9wup_2_official_PredictedAtoms_35">
            <a:extLst>
              <a:ext uri="{FF2B5EF4-FFF2-40B4-BE49-F238E27FC236}">
                <a16:creationId xmlns:a16="http://schemas.microsoft.com/office/drawing/2014/main" id="{F32D177C-15AF-4B05-B851-A1C7669750EA}"/>
              </a:ext>
            </a:extLst>
          </p:cNvPr>
          <p:cNvSpPr>
            <a:spLocks/>
          </p:cNvSpPr>
          <p:nvPr/>
        </p:nvSpPr>
        <p:spPr>
          <a:xfrm>
            <a:off x="1172674" y="83951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2" name="9wup_2_official_PredictedAtoms_36">
            <a:extLst>
              <a:ext uri="{FF2B5EF4-FFF2-40B4-BE49-F238E27FC236}">
                <a16:creationId xmlns:a16="http://schemas.microsoft.com/office/drawing/2014/main" id="{CF1439CB-95DC-4E09-9A95-957690AAF80A}"/>
              </a:ext>
            </a:extLst>
          </p:cNvPr>
          <p:cNvSpPr>
            <a:spLocks/>
          </p:cNvSpPr>
          <p:nvPr/>
        </p:nvSpPr>
        <p:spPr>
          <a:xfrm>
            <a:off x="1109764" y="83025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3" name="9wup_2_official_PredictedAtoms_37">
            <a:extLst>
              <a:ext uri="{FF2B5EF4-FFF2-40B4-BE49-F238E27FC236}">
                <a16:creationId xmlns:a16="http://schemas.microsoft.com/office/drawing/2014/main" id="{4C65D268-47AB-43A0-9772-F386E6A916C0}"/>
              </a:ext>
            </a:extLst>
          </p:cNvPr>
          <p:cNvSpPr>
            <a:spLocks/>
          </p:cNvSpPr>
          <p:nvPr/>
        </p:nvSpPr>
        <p:spPr>
          <a:xfrm>
            <a:off x="1149742" y="82000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4" name="9wup_2_official_PredictedAtoms_38">
            <a:extLst>
              <a:ext uri="{FF2B5EF4-FFF2-40B4-BE49-F238E27FC236}">
                <a16:creationId xmlns:a16="http://schemas.microsoft.com/office/drawing/2014/main" id="{45A18066-E5DE-4200-94E2-C6048D5542D3}"/>
              </a:ext>
            </a:extLst>
          </p:cNvPr>
          <p:cNvSpPr>
            <a:spLocks/>
          </p:cNvSpPr>
          <p:nvPr/>
        </p:nvSpPr>
        <p:spPr>
          <a:xfrm>
            <a:off x="1087266" y="81059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5" name="9wup_2_official_PredictedAtoms_39">
            <a:extLst>
              <a:ext uri="{FF2B5EF4-FFF2-40B4-BE49-F238E27FC236}">
                <a16:creationId xmlns:a16="http://schemas.microsoft.com/office/drawing/2014/main" id="{F3442BE5-067E-42BC-95D5-AFD52DF9949B}"/>
              </a:ext>
            </a:extLst>
          </p:cNvPr>
          <p:cNvSpPr>
            <a:spLocks/>
          </p:cNvSpPr>
          <p:nvPr/>
        </p:nvSpPr>
        <p:spPr>
          <a:xfrm>
            <a:off x="1122984" y="8012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6" name="9wup_2_official_PredictedAtoms_40">
            <a:extLst>
              <a:ext uri="{FF2B5EF4-FFF2-40B4-BE49-F238E27FC236}">
                <a16:creationId xmlns:a16="http://schemas.microsoft.com/office/drawing/2014/main" id="{E1E9FD96-6C7A-45CE-8BF8-78A1723F10F6}"/>
              </a:ext>
            </a:extLst>
          </p:cNvPr>
          <p:cNvSpPr>
            <a:spLocks/>
          </p:cNvSpPr>
          <p:nvPr/>
        </p:nvSpPr>
        <p:spPr>
          <a:xfrm>
            <a:off x="980006" y="81111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7" name="9wup_2_official_PredictedAtoms_41">
            <a:extLst>
              <a:ext uri="{FF2B5EF4-FFF2-40B4-BE49-F238E27FC236}">
                <a16:creationId xmlns:a16="http://schemas.microsoft.com/office/drawing/2014/main" id="{7C4C39E8-F9E1-41E6-9C85-9BCEA88FA2D3}"/>
              </a:ext>
            </a:extLst>
          </p:cNvPr>
          <p:cNvSpPr>
            <a:spLocks/>
          </p:cNvSpPr>
          <p:nvPr/>
        </p:nvSpPr>
        <p:spPr>
          <a:xfrm>
            <a:off x="931302" y="82125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8" name="9wup_2_official_PredictedAtoms_42">
            <a:extLst>
              <a:ext uri="{FF2B5EF4-FFF2-40B4-BE49-F238E27FC236}">
                <a16:creationId xmlns:a16="http://schemas.microsoft.com/office/drawing/2014/main" id="{C8121CBD-E12D-4868-83FE-C19467722D49}"/>
              </a:ext>
            </a:extLst>
          </p:cNvPr>
          <p:cNvSpPr>
            <a:spLocks/>
          </p:cNvSpPr>
          <p:nvPr/>
        </p:nvSpPr>
        <p:spPr>
          <a:xfrm>
            <a:off x="832665" y="82148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9" name="9wup_2_official_PredictedAtoms_43">
            <a:extLst>
              <a:ext uri="{FF2B5EF4-FFF2-40B4-BE49-F238E27FC236}">
                <a16:creationId xmlns:a16="http://schemas.microsoft.com/office/drawing/2014/main" id="{CBDC1BE6-8035-43F3-BE1A-E4E509E8F564}"/>
              </a:ext>
            </a:extLst>
          </p:cNvPr>
          <p:cNvSpPr>
            <a:spLocks/>
          </p:cNvSpPr>
          <p:nvPr/>
        </p:nvSpPr>
        <p:spPr>
          <a:xfrm>
            <a:off x="998126" y="83106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0" name="9wup_2_official_PredictedAtoms_44">
            <a:extLst>
              <a:ext uri="{FF2B5EF4-FFF2-40B4-BE49-F238E27FC236}">
                <a16:creationId xmlns:a16="http://schemas.microsoft.com/office/drawing/2014/main" id="{3D54BD93-9D95-4B10-9BDD-488194E20937}"/>
              </a:ext>
            </a:extLst>
          </p:cNvPr>
          <p:cNvSpPr>
            <a:spLocks/>
          </p:cNvSpPr>
          <p:nvPr/>
        </p:nvSpPr>
        <p:spPr>
          <a:xfrm>
            <a:off x="950481" y="84131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1" name="9wup_2_official_PredictedAtoms_45">
            <a:extLst>
              <a:ext uri="{FF2B5EF4-FFF2-40B4-BE49-F238E27FC236}">
                <a16:creationId xmlns:a16="http://schemas.microsoft.com/office/drawing/2014/main" id="{B15D7D4C-C2AE-42F9-8070-66F4359C9B86}"/>
              </a:ext>
            </a:extLst>
          </p:cNvPr>
          <p:cNvSpPr>
            <a:spLocks/>
          </p:cNvSpPr>
          <p:nvPr/>
        </p:nvSpPr>
        <p:spPr>
          <a:xfrm>
            <a:off x="1009674" y="85055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2" name="9wup_2_official_PredictedAtoms_46">
            <a:extLst>
              <a:ext uri="{FF2B5EF4-FFF2-40B4-BE49-F238E27FC236}">
                <a16:creationId xmlns:a16="http://schemas.microsoft.com/office/drawing/2014/main" id="{C6C7B16B-0BC0-436B-B82D-AED172295284}"/>
              </a:ext>
            </a:extLst>
          </p:cNvPr>
          <p:cNvSpPr>
            <a:spLocks/>
          </p:cNvSpPr>
          <p:nvPr/>
        </p:nvSpPr>
        <p:spPr>
          <a:xfrm>
            <a:off x="959328" y="8609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3" name="9wup_2_official_PredictedAtoms_47">
            <a:extLst>
              <a:ext uri="{FF2B5EF4-FFF2-40B4-BE49-F238E27FC236}">
                <a16:creationId xmlns:a16="http://schemas.microsoft.com/office/drawing/2014/main" id="{AA9DA5D0-7F36-451C-8258-8A6BE38BD260}"/>
              </a:ext>
            </a:extLst>
          </p:cNvPr>
          <p:cNvSpPr>
            <a:spLocks/>
          </p:cNvSpPr>
          <p:nvPr/>
        </p:nvSpPr>
        <p:spPr>
          <a:xfrm>
            <a:off x="1016866" y="87094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4" name="9wup_2_official_PredictedAtoms_48">
            <a:extLst>
              <a:ext uri="{FF2B5EF4-FFF2-40B4-BE49-F238E27FC236}">
                <a16:creationId xmlns:a16="http://schemas.microsoft.com/office/drawing/2014/main" id="{7B8D2B28-BC33-4C41-A60F-B3061AF48479}"/>
              </a:ext>
            </a:extLst>
          </p:cNvPr>
          <p:cNvSpPr>
            <a:spLocks/>
          </p:cNvSpPr>
          <p:nvPr/>
        </p:nvSpPr>
        <p:spPr>
          <a:xfrm>
            <a:off x="953899" y="88170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5" name="9wup_2_official_PredictedAtoms_49">
            <a:extLst>
              <a:ext uri="{FF2B5EF4-FFF2-40B4-BE49-F238E27FC236}">
                <a16:creationId xmlns:a16="http://schemas.microsoft.com/office/drawing/2014/main" id="{419908B5-022C-4EAF-9D49-966218712528}"/>
              </a:ext>
            </a:extLst>
          </p:cNvPr>
          <p:cNvSpPr>
            <a:spLocks/>
          </p:cNvSpPr>
          <p:nvPr/>
        </p:nvSpPr>
        <p:spPr>
          <a:xfrm>
            <a:off x="1132502" y="87047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6" name="9wup_2_official_PredictedAtoms_50">
            <a:extLst>
              <a:ext uri="{FF2B5EF4-FFF2-40B4-BE49-F238E27FC236}">
                <a16:creationId xmlns:a16="http://schemas.microsoft.com/office/drawing/2014/main" id="{683445B4-4D86-4E87-9AD0-D4B815F5E300}"/>
              </a:ext>
            </a:extLst>
          </p:cNvPr>
          <p:cNvSpPr>
            <a:spLocks/>
          </p:cNvSpPr>
          <p:nvPr/>
        </p:nvSpPr>
        <p:spPr>
          <a:xfrm>
            <a:off x="1193225" y="88085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7" name="9wup_2_official_PredictedAtoms_51">
            <a:extLst>
              <a:ext uri="{FF2B5EF4-FFF2-40B4-BE49-F238E27FC236}">
                <a16:creationId xmlns:a16="http://schemas.microsoft.com/office/drawing/2014/main" id="{92290784-8099-45D2-ABCA-FF4B10441873}"/>
              </a:ext>
            </a:extLst>
          </p:cNvPr>
          <p:cNvSpPr>
            <a:spLocks/>
          </p:cNvSpPr>
          <p:nvPr/>
        </p:nvSpPr>
        <p:spPr>
          <a:xfrm>
            <a:off x="1181526" y="85995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8" name="9wup_2_official_PredictedAtoms_52">
            <a:extLst>
              <a:ext uri="{FF2B5EF4-FFF2-40B4-BE49-F238E27FC236}">
                <a16:creationId xmlns:a16="http://schemas.microsoft.com/office/drawing/2014/main" id="{EA38C532-FBA9-47D3-AD70-7266E415ABC7}"/>
              </a:ext>
            </a:extLst>
          </p:cNvPr>
          <p:cNvSpPr>
            <a:spLocks/>
          </p:cNvSpPr>
          <p:nvPr/>
        </p:nvSpPr>
        <p:spPr>
          <a:xfrm>
            <a:off x="1124724" y="84984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9" name="stage3-cases-main_43">
            <a:extLst>
              <a:ext uri="{FF2B5EF4-FFF2-40B4-BE49-F238E27FC236}">
                <a16:creationId xmlns:a16="http://schemas.microsoft.com/office/drawing/2014/main" id="{06561793-4D81-41EC-852E-A43CC586BE81}"/>
              </a:ext>
            </a:extLst>
          </p:cNvPr>
          <p:cNvSpPr>
            <a:spLocks/>
          </p:cNvSpPr>
          <p:nvPr/>
        </p:nvSpPr>
        <p:spPr>
          <a:xfrm>
            <a:off x="2286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1690" name="9wup_2_tuned_Receptor">
            <a:extLst>
              <a:ext uri="{FF2B5EF4-FFF2-40B4-BE49-F238E27FC236}">
                <a16:creationId xmlns:a16="http://schemas.microsoft.com/office/drawing/2014/main" id="{E24E700B-9E48-4C66-B53E-4D61F79F97F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7789" y="1302621"/>
                </a:moveTo>
                <a:lnTo>
                  <a:pt x="775173" y="1269229"/>
                </a:lnTo>
                <a:moveTo>
                  <a:pt x="916286" y="321051"/>
                </a:moveTo>
                <a:lnTo>
                  <a:pt x="976106" y="328934"/>
                </a:lnTo>
                <a:moveTo>
                  <a:pt x="741597" y="377506"/>
                </a:moveTo>
                <a:lnTo>
                  <a:pt x="808937" y="390404"/>
                </a:lnTo>
                <a:moveTo>
                  <a:pt x="775173" y="1269229"/>
                </a:moveTo>
                <a:lnTo>
                  <a:pt x="673843" y="1194956"/>
                </a:lnTo>
                <a:moveTo>
                  <a:pt x="673843" y="1194956"/>
                </a:moveTo>
                <a:lnTo>
                  <a:pt x="600396" y="1181351"/>
                </a:lnTo>
                <a:moveTo>
                  <a:pt x="808937" y="390404"/>
                </a:moveTo>
                <a:lnTo>
                  <a:pt x="916286" y="321051"/>
                </a:lnTo>
                <a:moveTo>
                  <a:pt x="808937" y="390404"/>
                </a:moveTo>
                <a:lnTo>
                  <a:pt x="838404" y="514459"/>
                </a:lnTo>
                <a:moveTo>
                  <a:pt x="775173" y="1269229"/>
                </a:moveTo>
                <a:lnTo>
                  <a:pt x="853456" y="1208274"/>
                </a:lnTo>
                <a:moveTo>
                  <a:pt x="2184807" y="622988"/>
                </a:moveTo>
                <a:lnTo>
                  <a:pt x="2073499" y="601301"/>
                </a:lnTo>
                <a:moveTo>
                  <a:pt x="2073499" y="601301"/>
                </a:moveTo>
                <a:lnTo>
                  <a:pt x="2028809" y="499648"/>
                </a:lnTo>
                <a:moveTo>
                  <a:pt x="2250541" y="715980"/>
                </a:moveTo>
                <a:lnTo>
                  <a:pt x="2184807" y="622988"/>
                </a:lnTo>
                <a:moveTo>
                  <a:pt x="838404" y="514459"/>
                </a:moveTo>
                <a:lnTo>
                  <a:pt x="738061" y="587745"/>
                </a:lnTo>
                <a:moveTo>
                  <a:pt x="2355231" y="698251"/>
                </a:moveTo>
                <a:lnTo>
                  <a:pt x="2250541" y="715980"/>
                </a:lnTo>
                <a:moveTo>
                  <a:pt x="818948" y="791811"/>
                </a:moveTo>
                <a:lnTo>
                  <a:pt x="787380" y="903308"/>
                </a:lnTo>
                <a:moveTo>
                  <a:pt x="736534" y="708281"/>
                </a:moveTo>
                <a:lnTo>
                  <a:pt x="818948" y="791811"/>
                </a:lnTo>
                <a:moveTo>
                  <a:pt x="738061" y="587745"/>
                </a:moveTo>
                <a:lnTo>
                  <a:pt x="736534" y="708281"/>
                </a:lnTo>
                <a:moveTo>
                  <a:pt x="738061" y="587745"/>
                </a:moveTo>
                <a:lnTo>
                  <a:pt x="629990" y="553176"/>
                </a:lnTo>
                <a:moveTo>
                  <a:pt x="853456" y="1208274"/>
                </a:moveTo>
                <a:lnTo>
                  <a:pt x="964100" y="1256428"/>
                </a:lnTo>
                <a:moveTo>
                  <a:pt x="787380" y="903308"/>
                </a:moveTo>
                <a:lnTo>
                  <a:pt x="675355" y="933069"/>
                </a:lnTo>
                <a:moveTo>
                  <a:pt x="736534" y="708281"/>
                </a:moveTo>
                <a:lnTo>
                  <a:pt x="624597" y="740934"/>
                </a:lnTo>
                <a:moveTo>
                  <a:pt x="2250752" y="544707"/>
                </a:moveTo>
                <a:lnTo>
                  <a:pt x="2184807" y="622988"/>
                </a:lnTo>
                <a:moveTo>
                  <a:pt x="2092179" y="420087"/>
                </a:moveTo>
                <a:lnTo>
                  <a:pt x="2028809" y="499648"/>
                </a:lnTo>
                <a:moveTo>
                  <a:pt x="629990" y="553176"/>
                </a:moveTo>
                <a:lnTo>
                  <a:pt x="561211" y="644661"/>
                </a:lnTo>
                <a:moveTo>
                  <a:pt x="561211" y="644661"/>
                </a:moveTo>
                <a:lnTo>
                  <a:pt x="624597" y="740934"/>
                </a:lnTo>
                <a:moveTo>
                  <a:pt x="592957" y="853360"/>
                </a:moveTo>
                <a:lnTo>
                  <a:pt x="675355" y="933069"/>
                </a:lnTo>
                <a:moveTo>
                  <a:pt x="624597" y="740934"/>
                </a:moveTo>
                <a:lnTo>
                  <a:pt x="592957" y="853360"/>
                </a:lnTo>
                <a:moveTo>
                  <a:pt x="2359622" y="594519"/>
                </a:moveTo>
                <a:lnTo>
                  <a:pt x="2355231" y="698251"/>
                </a:lnTo>
                <a:moveTo>
                  <a:pt x="2359622" y="594519"/>
                </a:moveTo>
                <a:lnTo>
                  <a:pt x="2250752" y="544707"/>
                </a:lnTo>
                <a:moveTo>
                  <a:pt x="2250752" y="544707"/>
                </a:moveTo>
                <a:lnTo>
                  <a:pt x="2202676" y="441465"/>
                </a:lnTo>
                <a:moveTo>
                  <a:pt x="2202676" y="441465"/>
                </a:moveTo>
                <a:lnTo>
                  <a:pt x="2092179" y="420087"/>
                </a:lnTo>
                <a:moveTo>
                  <a:pt x="853456" y="1208274"/>
                </a:moveTo>
                <a:lnTo>
                  <a:pt x="810226" y="1219598"/>
                </a:lnTo>
                <a:moveTo>
                  <a:pt x="2458035" y="543192"/>
                </a:moveTo>
                <a:lnTo>
                  <a:pt x="2359622" y="594519"/>
                </a:lnTo>
                <a:moveTo>
                  <a:pt x="2545169" y="629361"/>
                </a:moveTo>
                <a:lnTo>
                  <a:pt x="2458035" y="543192"/>
                </a:lnTo>
                <a:moveTo>
                  <a:pt x="2516184" y="1309209"/>
                </a:moveTo>
                <a:lnTo>
                  <a:pt x="2390956" y="1299063"/>
                </a:lnTo>
                <a:moveTo>
                  <a:pt x="2545169" y="629361"/>
                </a:moveTo>
                <a:lnTo>
                  <a:pt x="2650621" y="569937"/>
                </a:lnTo>
                <a:moveTo>
                  <a:pt x="2561664" y="1195909"/>
                </a:moveTo>
                <a:lnTo>
                  <a:pt x="2516184" y="1309209"/>
                </a:lnTo>
                <a:moveTo>
                  <a:pt x="2496624" y="701469"/>
                </a:moveTo>
                <a:lnTo>
                  <a:pt x="2545169" y="629361"/>
                </a:lnTo>
                <a:moveTo>
                  <a:pt x="287933" y="847995"/>
                </a:moveTo>
                <a:lnTo>
                  <a:pt x="335245" y="751422"/>
                </a:lnTo>
                <a:moveTo>
                  <a:pt x="2381927" y="1220617"/>
                </a:moveTo>
                <a:lnTo>
                  <a:pt x="2390956" y="1299063"/>
                </a:lnTo>
                <a:moveTo>
                  <a:pt x="2487145" y="1158136"/>
                </a:moveTo>
                <a:lnTo>
                  <a:pt x="2561664" y="1195909"/>
                </a:lnTo>
                <a:moveTo>
                  <a:pt x="2466458" y="1031618"/>
                </a:moveTo>
                <a:lnTo>
                  <a:pt x="2405270" y="987939"/>
                </a:lnTo>
                <a:moveTo>
                  <a:pt x="2381927" y="1220617"/>
                </a:moveTo>
                <a:lnTo>
                  <a:pt x="2487145" y="1158136"/>
                </a:lnTo>
                <a:moveTo>
                  <a:pt x="1131075" y="1287922"/>
                </a:moveTo>
                <a:lnTo>
                  <a:pt x="1135957" y="1248048"/>
                </a:lnTo>
                <a:moveTo>
                  <a:pt x="2487145" y="1158136"/>
                </a:moveTo>
                <a:lnTo>
                  <a:pt x="2466458" y="1031618"/>
                </a:lnTo>
                <a:moveTo>
                  <a:pt x="285994" y="835304"/>
                </a:moveTo>
                <a:lnTo>
                  <a:pt x="287933" y="847995"/>
                </a:lnTo>
                <a:moveTo>
                  <a:pt x="1027485" y="1250497"/>
                </a:moveTo>
                <a:lnTo>
                  <a:pt x="1131075" y="1287922"/>
                </a:lnTo>
                <a:moveTo>
                  <a:pt x="2392511" y="146924"/>
                </a:moveTo>
                <a:lnTo>
                  <a:pt x="2334855" y="144151"/>
                </a:lnTo>
                <a:moveTo>
                  <a:pt x="1131075" y="1287922"/>
                </a:moveTo>
                <a:lnTo>
                  <a:pt x="1230836" y="1242449"/>
                </a:lnTo>
                <a:moveTo>
                  <a:pt x="399628" y="816659"/>
                </a:moveTo>
                <a:lnTo>
                  <a:pt x="285994" y="835304"/>
                </a:lnTo>
                <a:moveTo>
                  <a:pt x="2130271" y="190291"/>
                </a:moveTo>
                <a:lnTo>
                  <a:pt x="2032580" y="269915"/>
                </a:lnTo>
                <a:moveTo>
                  <a:pt x="285994" y="835304"/>
                </a:moveTo>
                <a:lnTo>
                  <a:pt x="233738" y="939465"/>
                </a:lnTo>
                <a:moveTo>
                  <a:pt x="2239897" y="231395"/>
                </a:moveTo>
                <a:lnTo>
                  <a:pt x="2130271" y="190291"/>
                </a:lnTo>
                <a:moveTo>
                  <a:pt x="1230836" y="1242449"/>
                </a:moveTo>
                <a:lnTo>
                  <a:pt x="1243330" y="1139827"/>
                </a:lnTo>
                <a:moveTo>
                  <a:pt x="685042" y="1288948"/>
                </a:moveTo>
                <a:lnTo>
                  <a:pt x="686347" y="1197039"/>
                </a:lnTo>
                <a:moveTo>
                  <a:pt x="233738" y="939465"/>
                </a:moveTo>
                <a:lnTo>
                  <a:pt x="288302" y="1027293"/>
                </a:lnTo>
                <a:moveTo>
                  <a:pt x="2334855" y="144151"/>
                </a:moveTo>
                <a:lnTo>
                  <a:pt x="2239897" y="231395"/>
                </a:lnTo>
                <a:moveTo>
                  <a:pt x="417034" y="783346"/>
                </a:moveTo>
                <a:lnTo>
                  <a:pt x="399628" y="816659"/>
                </a:lnTo>
                <a:moveTo>
                  <a:pt x="2032580" y="269915"/>
                </a:moveTo>
                <a:lnTo>
                  <a:pt x="2001600" y="271863"/>
                </a:lnTo>
                <a:moveTo>
                  <a:pt x="2334855" y="144151"/>
                </a:moveTo>
                <a:lnTo>
                  <a:pt x="2418293" y="160495"/>
                </a:lnTo>
                <a:moveTo>
                  <a:pt x="539080" y="765489"/>
                </a:moveTo>
                <a:lnTo>
                  <a:pt x="417034" y="783346"/>
                </a:lnTo>
                <a:moveTo>
                  <a:pt x="1909642" y="223939"/>
                </a:moveTo>
                <a:lnTo>
                  <a:pt x="1838155" y="168297"/>
                </a:lnTo>
                <a:moveTo>
                  <a:pt x="2001600" y="271863"/>
                </a:moveTo>
                <a:lnTo>
                  <a:pt x="1909642" y="223939"/>
                </a:lnTo>
                <a:moveTo>
                  <a:pt x="417034" y="783346"/>
                </a:moveTo>
                <a:lnTo>
                  <a:pt x="340182" y="767275"/>
                </a:lnTo>
                <a:moveTo>
                  <a:pt x="2005753" y="780147"/>
                </a:moveTo>
                <a:lnTo>
                  <a:pt x="1931589" y="693084"/>
                </a:lnTo>
                <a:moveTo>
                  <a:pt x="2117960" y="773604"/>
                </a:moveTo>
                <a:lnTo>
                  <a:pt x="2005753" y="780147"/>
                </a:lnTo>
                <a:moveTo>
                  <a:pt x="642467" y="591877"/>
                </a:moveTo>
                <a:lnTo>
                  <a:pt x="725771" y="622111"/>
                </a:lnTo>
                <a:moveTo>
                  <a:pt x="2198537" y="869530"/>
                </a:moveTo>
                <a:lnTo>
                  <a:pt x="2117960" y="773604"/>
                </a:lnTo>
                <a:moveTo>
                  <a:pt x="2418293" y="160495"/>
                </a:moveTo>
                <a:lnTo>
                  <a:pt x="2399529" y="226538"/>
                </a:lnTo>
                <a:moveTo>
                  <a:pt x="550403" y="655063"/>
                </a:moveTo>
                <a:lnTo>
                  <a:pt x="539080" y="765489"/>
                </a:lnTo>
                <a:moveTo>
                  <a:pt x="539080" y="765489"/>
                </a:moveTo>
                <a:lnTo>
                  <a:pt x="577701" y="859482"/>
                </a:lnTo>
                <a:moveTo>
                  <a:pt x="1931589" y="693084"/>
                </a:moveTo>
                <a:lnTo>
                  <a:pt x="1969170" y="598050"/>
                </a:lnTo>
                <a:moveTo>
                  <a:pt x="642467" y="591877"/>
                </a:moveTo>
                <a:lnTo>
                  <a:pt x="550403" y="655063"/>
                </a:lnTo>
                <a:moveTo>
                  <a:pt x="782244" y="896387"/>
                </a:moveTo>
                <a:lnTo>
                  <a:pt x="895552" y="890429"/>
                </a:lnTo>
                <a:moveTo>
                  <a:pt x="594836" y="387547"/>
                </a:moveTo>
                <a:lnTo>
                  <a:pt x="560628" y="279418"/>
                </a:lnTo>
                <a:moveTo>
                  <a:pt x="2117960" y="773604"/>
                </a:moveTo>
                <a:lnTo>
                  <a:pt x="2153518" y="677211"/>
                </a:lnTo>
                <a:moveTo>
                  <a:pt x="2221044" y="942772"/>
                </a:moveTo>
                <a:lnTo>
                  <a:pt x="2198537" y="869530"/>
                </a:lnTo>
                <a:moveTo>
                  <a:pt x="639704" y="478064"/>
                </a:moveTo>
                <a:lnTo>
                  <a:pt x="594836" y="387547"/>
                </a:lnTo>
                <a:moveTo>
                  <a:pt x="639704" y="478064"/>
                </a:moveTo>
                <a:lnTo>
                  <a:pt x="642467" y="591877"/>
                </a:lnTo>
                <a:moveTo>
                  <a:pt x="1909642" y="223939"/>
                </a:moveTo>
                <a:lnTo>
                  <a:pt x="1888942" y="231974"/>
                </a:lnTo>
                <a:moveTo>
                  <a:pt x="701705" y="853438"/>
                </a:moveTo>
                <a:lnTo>
                  <a:pt x="782244" y="896387"/>
                </a:lnTo>
                <a:moveTo>
                  <a:pt x="1969170" y="598050"/>
                </a:moveTo>
                <a:lnTo>
                  <a:pt x="1895663" y="511029"/>
                </a:lnTo>
                <a:moveTo>
                  <a:pt x="560628" y="279418"/>
                </a:moveTo>
                <a:lnTo>
                  <a:pt x="635597" y="190068"/>
                </a:lnTo>
                <a:moveTo>
                  <a:pt x="2079969" y="589606"/>
                </a:moveTo>
                <a:lnTo>
                  <a:pt x="1969170" y="598050"/>
                </a:lnTo>
                <a:moveTo>
                  <a:pt x="2153518" y="677211"/>
                </a:moveTo>
                <a:lnTo>
                  <a:pt x="2079969" y="589606"/>
                </a:lnTo>
                <a:moveTo>
                  <a:pt x="577701" y="859482"/>
                </a:moveTo>
                <a:lnTo>
                  <a:pt x="701705" y="853438"/>
                </a:lnTo>
                <a:moveTo>
                  <a:pt x="2311932" y="1022220"/>
                </a:moveTo>
                <a:lnTo>
                  <a:pt x="2221044" y="942772"/>
                </a:lnTo>
                <a:moveTo>
                  <a:pt x="560628" y="279418"/>
                </a:moveTo>
                <a:lnTo>
                  <a:pt x="453380" y="266759"/>
                </a:lnTo>
                <a:moveTo>
                  <a:pt x="895552" y="890429"/>
                </a:moveTo>
                <a:lnTo>
                  <a:pt x="929837" y="840733"/>
                </a:lnTo>
                <a:moveTo>
                  <a:pt x="635597" y="190068"/>
                </a:moveTo>
                <a:lnTo>
                  <a:pt x="604831" y="91202"/>
                </a:lnTo>
                <a:moveTo>
                  <a:pt x="2113720" y="1004792"/>
                </a:moveTo>
                <a:lnTo>
                  <a:pt x="2085134" y="1092548"/>
                </a:lnTo>
                <a:moveTo>
                  <a:pt x="751486" y="449187"/>
                </a:moveTo>
                <a:lnTo>
                  <a:pt x="639704" y="478064"/>
                </a:lnTo>
                <a:moveTo>
                  <a:pt x="2221044" y="942772"/>
                </a:moveTo>
                <a:lnTo>
                  <a:pt x="2113720" y="1004792"/>
                </a:lnTo>
                <a:moveTo>
                  <a:pt x="453380" y="266759"/>
                </a:moveTo>
                <a:lnTo>
                  <a:pt x="421871" y="168187"/>
                </a:lnTo>
                <a:moveTo>
                  <a:pt x="1304683" y="1046975"/>
                </a:moveTo>
                <a:lnTo>
                  <a:pt x="1423983" y="1043122"/>
                </a:lnTo>
                <a:moveTo>
                  <a:pt x="701705" y="853438"/>
                </a:moveTo>
                <a:lnTo>
                  <a:pt x="738277" y="803468"/>
                </a:lnTo>
                <a:moveTo>
                  <a:pt x="604831" y="91202"/>
                </a:moveTo>
                <a:lnTo>
                  <a:pt x="497841" y="80707"/>
                </a:lnTo>
                <a:moveTo>
                  <a:pt x="929837" y="840733"/>
                </a:moveTo>
                <a:lnTo>
                  <a:pt x="1042836" y="834842"/>
                </a:lnTo>
                <a:moveTo>
                  <a:pt x="421871" y="168187"/>
                </a:moveTo>
                <a:lnTo>
                  <a:pt x="497841" y="80707"/>
                </a:lnTo>
                <a:moveTo>
                  <a:pt x="772672" y="433114"/>
                </a:moveTo>
                <a:lnTo>
                  <a:pt x="751486" y="449187"/>
                </a:lnTo>
                <a:moveTo>
                  <a:pt x="851604" y="797039"/>
                </a:moveTo>
                <a:lnTo>
                  <a:pt x="929837" y="840733"/>
                </a:lnTo>
                <a:moveTo>
                  <a:pt x="1259211" y="1043111"/>
                </a:moveTo>
                <a:lnTo>
                  <a:pt x="1304683" y="1046975"/>
                </a:lnTo>
                <a:moveTo>
                  <a:pt x="1770798" y="911628"/>
                </a:moveTo>
                <a:lnTo>
                  <a:pt x="1684471" y="825983"/>
                </a:lnTo>
                <a:moveTo>
                  <a:pt x="738277" y="803468"/>
                </a:moveTo>
                <a:lnTo>
                  <a:pt x="851604" y="797039"/>
                </a:lnTo>
                <a:moveTo>
                  <a:pt x="974785" y="494197"/>
                </a:moveTo>
                <a:lnTo>
                  <a:pt x="1093856" y="459438"/>
                </a:lnTo>
                <a:moveTo>
                  <a:pt x="892298" y="395832"/>
                </a:moveTo>
                <a:lnTo>
                  <a:pt x="772672" y="433114"/>
                </a:lnTo>
                <a:moveTo>
                  <a:pt x="892298" y="395832"/>
                </a:moveTo>
                <a:lnTo>
                  <a:pt x="974785" y="494197"/>
                </a:lnTo>
                <a:moveTo>
                  <a:pt x="1093856" y="459438"/>
                </a:moveTo>
                <a:lnTo>
                  <a:pt x="1154209" y="395502"/>
                </a:lnTo>
                <a:moveTo>
                  <a:pt x="1684471" y="825983"/>
                </a:moveTo>
                <a:lnTo>
                  <a:pt x="1633129" y="828009"/>
                </a:lnTo>
                <a:moveTo>
                  <a:pt x="772672" y="433114"/>
                </a:moveTo>
                <a:lnTo>
                  <a:pt x="700913" y="446754"/>
                </a:lnTo>
                <a:moveTo>
                  <a:pt x="1274632" y="930948"/>
                </a:moveTo>
                <a:lnTo>
                  <a:pt x="1259211" y="1043111"/>
                </a:lnTo>
                <a:moveTo>
                  <a:pt x="1259211" y="1043111"/>
                </a:moveTo>
                <a:lnTo>
                  <a:pt x="1314952" y="1133607"/>
                </a:lnTo>
                <a:moveTo>
                  <a:pt x="1154209" y="395502"/>
                </a:moveTo>
                <a:lnTo>
                  <a:pt x="1276356" y="406801"/>
                </a:lnTo>
                <a:moveTo>
                  <a:pt x="1276356" y="406801"/>
                </a:moveTo>
                <a:lnTo>
                  <a:pt x="1349784" y="329050"/>
                </a:lnTo>
                <a:moveTo>
                  <a:pt x="896401" y="351910"/>
                </a:moveTo>
                <a:lnTo>
                  <a:pt x="892298" y="395832"/>
                </a:lnTo>
                <a:moveTo>
                  <a:pt x="1349784" y="329050"/>
                </a:moveTo>
                <a:lnTo>
                  <a:pt x="1459429" y="349404"/>
                </a:lnTo>
                <a:moveTo>
                  <a:pt x="1314952" y="1133607"/>
                </a:moveTo>
                <a:lnTo>
                  <a:pt x="1265252" y="1222952"/>
                </a:lnTo>
                <a:moveTo>
                  <a:pt x="1633129" y="828009"/>
                </a:moveTo>
                <a:lnTo>
                  <a:pt x="1596652" y="729038"/>
                </a:lnTo>
                <a:moveTo>
                  <a:pt x="1227696" y="905743"/>
                </a:moveTo>
                <a:lnTo>
                  <a:pt x="1274632" y="930948"/>
                </a:lnTo>
                <a:moveTo>
                  <a:pt x="1633129" y="828009"/>
                </a:moveTo>
                <a:lnTo>
                  <a:pt x="1626707" y="915694"/>
                </a:lnTo>
                <a:moveTo>
                  <a:pt x="1349784" y="329050"/>
                </a:moveTo>
                <a:lnTo>
                  <a:pt x="1316350" y="231758"/>
                </a:lnTo>
                <a:moveTo>
                  <a:pt x="1241829" y="785933"/>
                </a:moveTo>
                <a:lnTo>
                  <a:pt x="1155974" y="706931"/>
                </a:lnTo>
                <a:moveTo>
                  <a:pt x="1596652" y="729038"/>
                </a:moveTo>
                <a:lnTo>
                  <a:pt x="1553464" y="718928"/>
                </a:lnTo>
                <a:moveTo>
                  <a:pt x="1241829" y="785933"/>
                </a:moveTo>
                <a:lnTo>
                  <a:pt x="1227696" y="905743"/>
                </a:lnTo>
                <a:moveTo>
                  <a:pt x="1227696" y="905743"/>
                </a:moveTo>
                <a:lnTo>
                  <a:pt x="1173558" y="975906"/>
                </a:lnTo>
                <a:moveTo>
                  <a:pt x="1355828" y="743320"/>
                </a:moveTo>
                <a:lnTo>
                  <a:pt x="1241829" y="785933"/>
                </a:lnTo>
                <a:moveTo>
                  <a:pt x="1441257" y="780526"/>
                </a:moveTo>
                <a:lnTo>
                  <a:pt x="1355828" y="743320"/>
                </a:lnTo>
                <a:moveTo>
                  <a:pt x="1553464" y="718928"/>
                </a:moveTo>
                <a:lnTo>
                  <a:pt x="1441257" y="780526"/>
                </a:lnTo>
                <a:moveTo>
                  <a:pt x="1553464" y="718928"/>
                </a:moveTo>
                <a:lnTo>
                  <a:pt x="1542708" y="594047"/>
                </a:lnTo>
                <a:moveTo>
                  <a:pt x="1542708" y="594047"/>
                </a:moveTo>
                <a:lnTo>
                  <a:pt x="1652367" y="532196"/>
                </a:lnTo>
                <a:moveTo>
                  <a:pt x="1441257" y="780526"/>
                </a:moveTo>
                <a:lnTo>
                  <a:pt x="1431117" y="862428"/>
                </a:lnTo>
                <a:moveTo>
                  <a:pt x="1542708" y="594047"/>
                </a:moveTo>
                <a:lnTo>
                  <a:pt x="1510246" y="5833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691" name="9wup_2_tuned_ExperimentalDensity">
            <a:extLst>
              <a:ext uri="{FF2B5EF4-FFF2-40B4-BE49-F238E27FC236}">
                <a16:creationId xmlns:a16="http://schemas.microsoft.com/office/drawing/2014/main" id="{FFD3B9F4-2979-4220-A214-9FD564620C9A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8222" y="323450"/>
                </a:moveTo>
                <a:lnTo>
                  <a:pt x="1710621" y="321727"/>
                </a:lnTo>
                <a:moveTo>
                  <a:pt x="1748222" y="323450"/>
                </a:moveTo>
                <a:lnTo>
                  <a:pt x="1714645" y="405363"/>
                </a:lnTo>
                <a:moveTo>
                  <a:pt x="1714747" y="406628"/>
                </a:moveTo>
                <a:lnTo>
                  <a:pt x="1748222" y="323450"/>
                </a:lnTo>
                <a:moveTo>
                  <a:pt x="1748222" y="323450"/>
                </a:moveTo>
                <a:lnTo>
                  <a:pt x="1720897" y="304521"/>
                </a:lnTo>
                <a:moveTo>
                  <a:pt x="1714645" y="405363"/>
                </a:moveTo>
                <a:lnTo>
                  <a:pt x="1710621" y="321727"/>
                </a:lnTo>
                <a:moveTo>
                  <a:pt x="1720897" y="304521"/>
                </a:moveTo>
                <a:lnTo>
                  <a:pt x="1710621" y="321727"/>
                </a:lnTo>
                <a:moveTo>
                  <a:pt x="1714403" y="406602"/>
                </a:moveTo>
                <a:lnTo>
                  <a:pt x="1714645" y="405363"/>
                </a:lnTo>
                <a:moveTo>
                  <a:pt x="1714747" y="406628"/>
                </a:moveTo>
                <a:lnTo>
                  <a:pt x="1714645" y="405363"/>
                </a:lnTo>
                <a:moveTo>
                  <a:pt x="1714747" y="406628"/>
                </a:moveTo>
                <a:lnTo>
                  <a:pt x="1714403" y="406602"/>
                </a:lnTo>
                <a:moveTo>
                  <a:pt x="1615092" y="400980"/>
                </a:moveTo>
                <a:lnTo>
                  <a:pt x="1710621" y="321727"/>
                </a:lnTo>
                <a:moveTo>
                  <a:pt x="1714645" y="405363"/>
                </a:moveTo>
                <a:lnTo>
                  <a:pt x="1615092" y="400980"/>
                </a:lnTo>
                <a:moveTo>
                  <a:pt x="1714403" y="406602"/>
                </a:moveTo>
                <a:lnTo>
                  <a:pt x="1615092" y="400980"/>
                </a:lnTo>
                <a:moveTo>
                  <a:pt x="1821728" y="330538"/>
                </a:moveTo>
                <a:lnTo>
                  <a:pt x="1748222" y="323450"/>
                </a:lnTo>
                <a:moveTo>
                  <a:pt x="1829213" y="751668"/>
                </a:moveTo>
                <a:lnTo>
                  <a:pt x="1823383" y="666550"/>
                </a:lnTo>
                <a:moveTo>
                  <a:pt x="1791423" y="413760"/>
                </a:moveTo>
                <a:lnTo>
                  <a:pt x="1748222" y="323450"/>
                </a:lnTo>
                <a:moveTo>
                  <a:pt x="1922846" y="864948"/>
                </a:moveTo>
                <a:lnTo>
                  <a:pt x="1896754" y="840573"/>
                </a:lnTo>
                <a:moveTo>
                  <a:pt x="1918977" y="673372"/>
                </a:moveTo>
                <a:lnTo>
                  <a:pt x="1823383" y="666550"/>
                </a:lnTo>
                <a:moveTo>
                  <a:pt x="1823383" y="666550"/>
                </a:moveTo>
                <a:lnTo>
                  <a:pt x="1839057" y="584167"/>
                </a:lnTo>
                <a:moveTo>
                  <a:pt x="1710621" y="321727"/>
                </a:moveTo>
                <a:lnTo>
                  <a:pt x="1641318" y="319938"/>
                </a:lnTo>
                <a:moveTo>
                  <a:pt x="1821728" y="330538"/>
                </a:moveTo>
                <a:lnTo>
                  <a:pt x="1720897" y="304521"/>
                </a:lnTo>
                <a:moveTo>
                  <a:pt x="1922846" y="864948"/>
                </a:moveTo>
                <a:lnTo>
                  <a:pt x="1950722" y="844473"/>
                </a:lnTo>
                <a:moveTo>
                  <a:pt x="1918977" y="673372"/>
                </a:moveTo>
                <a:lnTo>
                  <a:pt x="1829213" y="751668"/>
                </a:lnTo>
                <a:moveTo>
                  <a:pt x="1922846" y="864948"/>
                </a:moveTo>
                <a:lnTo>
                  <a:pt x="1845891" y="838167"/>
                </a:lnTo>
                <a:moveTo>
                  <a:pt x="1915727" y="589489"/>
                </a:moveTo>
                <a:lnTo>
                  <a:pt x="1823383" y="666550"/>
                </a:lnTo>
                <a:moveTo>
                  <a:pt x="1903370" y="756884"/>
                </a:moveTo>
                <a:lnTo>
                  <a:pt x="1829213" y="751668"/>
                </a:lnTo>
                <a:moveTo>
                  <a:pt x="1791423" y="413760"/>
                </a:moveTo>
                <a:lnTo>
                  <a:pt x="1714747" y="406628"/>
                </a:lnTo>
                <a:moveTo>
                  <a:pt x="1714403" y="406602"/>
                </a:moveTo>
                <a:lnTo>
                  <a:pt x="1645018" y="472669"/>
                </a:lnTo>
                <a:moveTo>
                  <a:pt x="1615092" y="400980"/>
                </a:moveTo>
                <a:lnTo>
                  <a:pt x="1641318" y="319938"/>
                </a:lnTo>
                <a:moveTo>
                  <a:pt x="1655865" y="297704"/>
                </a:moveTo>
                <a:lnTo>
                  <a:pt x="1710621" y="321727"/>
                </a:lnTo>
                <a:moveTo>
                  <a:pt x="1903370" y="756884"/>
                </a:moveTo>
                <a:lnTo>
                  <a:pt x="1918977" y="673372"/>
                </a:lnTo>
                <a:moveTo>
                  <a:pt x="1896754" y="840573"/>
                </a:moveTo>
                <a:lnTo>
                  <a:pt x="1903370" y="756884"/>
                </a:lnTo>
                <a:moveTo>
                  <a:pt x="1756549" y="496322"/>
                </a:moveTo>
                <a:lnTo>
                  <a:pt x="1714747" y="406628"/>
                </a:lnTo>
                <a:moveTo>
                  <a:pt x="1845891" y="838167"/>
                </a:moveTo>
                <a:lnTo>
                  <a:pt x="1829213" y="751668"/>
                </a:lnTo>
                <a:moveTo>
                  <a:pt x="1645018" y="472669"/>
                </a:moveTo>
                <a:lnTo>
                  <a:pt x="1615092" y="400980"/>
                </a:lnTo>
                <a:moveTo>
                  <a:pt x="1918977" y="673372"/>
                </a:moveTo>
                <a:lnTo>
                  <a:pt x="1915727" y="589489"/>
                </a:lnTo>
                <a:moveTo>
                  <a:pt x="1915727" y="589489"/>
                </a:moveTo>
                <a:lnTo>
                  <a:pt x="1839057" y="584167"/>
                </a:lnTo>
                <a:moveTo>
                  <a:pt x="1950722" y="844473"/>
                </a:moveTo>
                <a:lnTo>
                  <a:pt x="1896754" y="840573"/>
                </a:lnTo>
                <a:moveTo>
                  <a:pt x="1987443" y="848000"/>
                </a:moveTo>
                <a:lnTo>
                  <a:pt x="1922846" y="864948"/>
                </a:lnTo>
                <a:moveTo>
                  <a:pt x="1720897" y="304521"/>
                </a:moveTo>
                <a:lnTo>
                  <a:pt x="1655865" y="297704"/>
                </a:lnTo>
                <a:moveTo>
                  <a:pt x="1823383" y="666550"/>
                </a:moveTo>
                <a:lnTo>
                  <a:pt x="1755278" y="664914"/>
                </a:lnTo>
                <a:moveTo>
                  <a:pt x="1950722" y="844473"/>
                </a:moveTo>
                <a:lnTo>
                  <a:pt x="1903370" y="756884"/>
                </a:lnTo>
                <a:moveTo>
                  <a:pt x="1896754" y="840573"/>
                </a:moveTo>
                <a:lnTo>
                  <a:pt x="1845891" y="838167"/>
                </a:lnTo>
                <a:moveTo>
                  <a:pt x="2164526" y="857614"/>
                </a:moveTo>
                <a:lnTo>
                  <a:pt x="2155906" y="856961"/>
                </a:lnTo>
                <a:moveTo>
                  <a:pt x="1658369" y="490861"/>
                </a:moveTo>
                <a:lnTo>
                  <a:pt x="1714403" y="406602"/>
                </a:lnTo>
                <a:moveTo>
                  <a:pt x="1658369" y="490861"/>
                </a:moveTo>
                <a:lnTo>
                  <a:pt x="1714747" y="406628"/>
                </a:lnTo>
                <a:moveTo>
                  <a:pt x="1903370" y="756884"/>
                </a:moveTo>
                <a:lnTo>
                  <a:pt x="1845891" y="838167"/>
                </a:lnTo>
                <a:moveTo>
                  <a:pt x="1962776" y="677252"/>
                </a:moveTo>
                <a:lnTo>
                  <a:pt x="1918977" y="673372"/>
                </a:lnTo>
                <a:moveTo>
                  <a:pt x="1829213" y="751668"/>
                </a:moveTo>
                <a:lnTo>
                  <a:pt x="1755278" y="664914"/>
                </a:lnTo>
                <a:moveTo>
                  <a:pt x="1791423" y="413760"/>
                </a:moveTo>
                <a:lnTo>
                  <a:pt x="1821728" y="330538"/>
                </a:lnTo>
                <a:moveTo>
                  <a:pt x="1839057" y="584167"/>
                </a:moveTo>
                <a:lnTo>
                  <a:pt x="1763119" y="580841"/>
                </a:lnTo>
                <a:moveTo>
                  <a:pt x="553325" y="698698"/>
                </a:moveTo>
                <a:lnTo>
                  <a:pt x="558816" y="673981"/>
                </a:lnTo>
                <a:moveTo>
                  <a:pt x="1775647" y="274555"/>
                </a:moveTo>
                <a:lnTo>
                  <a:pt x="1720897" y="304521"/>
                </a:lnTo>
                <a:moveTo>
                  <a:pt x="748505" y="264264"/>
                </a:moveTo>
                <a:lnTo>
                  <a:pt x="747062" y="180417"/>
                </a:lnTo>
                <a:moveTo>
                  <a:pt x="558816" y="673981"/>
                </a:moveTo>
                <a:lnTo>
                  <a:pt x="558200" y="620075"/>
                </a:lnTo>
                <a:moveTo>
                  <a:pt x="2155906" y="856961"/>
                </a:moveTo>
                <a:lnTo>
                  <a:pt x="2069125" y="852506"/>
                </a:lnTo>
                <a:moveTo>
                  <a:pt x="1848501" y="839621"/>
                </a:moveTo>
                <a:lnTo>
                  <a:pt x="1829213" y="751668"/>
                </a:lnTo>
                <a:moveTo>
                  <a:pt x="1755278" y="664914"/>
                </a:moveTo>
                <a:lnTo>
                  <a:pt x="1839057" y="584167"/>
                </a:lnTo>
                <a:moveTo>
                  <a:pt x="1962776" y="677252"/>
                </a:moveTo>
                <a:lnTo>
                  <a:pt x="1915727" y="589489"/>
                </a:lnTo>
                <a:moveTo>
                  <a:pt x="1615092" y="400980"/>
                </a:moveTo>
                <a:lnTo>
                  <a:pt x="1557501" y="400681"/>
                </a:lnTo>
                <a:moveTo>
                  <a:pt x="566821" y="590320"/>
                </a:moveTo>
                <a:lnTo>
                  <a:pt x="560349" y="585401"/>
                </a:lnTo>
                <a:moveTo>
                  <a:pt x="1971686" y="762763"/>
                </a:moveTo>
                <a:lnTo>
                  <a:pt x="1918977" y="673372"/>
                </a:lnTo>
                <a:moveTo>
                  <a:pt x="2155906" y="856961"/>
                </a:moveTo>
                <a:lnTo>
                  <a:pt x="2138199" y="772792"/>
                </a:lnTo>
                <a:moveTo>
                  <a:pt x="2164526" y="857614"/>
                </a:moveTo>
                <a:lnTo>
                  <a:pt x="2138199" y="772792"/>
                </a:lnTo>
                <a:moveTo>
                  <a:pt x="1971686" y="762763"/>
                </a:moveTo>
                <a:lnTo>
                  <a:pt x="1903370" y="756884"/>
                </a:lnTo>
                <a:moveTo>
                  <a:pt x="558200" y="620075"/>
                </a:moveTo>
                <a:lnTo>
                  <a:pt x="557830" y="590143"/>
                </a:lnTo>
                <a:moveTo>
                  <a:pt x="473159" y="247557"/>
                </a:moveTo>
                <a:lnTo>
                  <a:pt x="461909" y="264316"/>
                </a:lnTo>
                <a:moveTo>
                  <a:pt x="557830" y="590143"/>
                </a:moveTo>
                <a:lnTo>
                  <a:pt x="560349" y="585401"/>
                </a:lnTo>
                <a:moveTo>
                  <a:pt x="473159" y="247557"/>
                </a:moveTo>
                <a:lnTo>
                  <a:pt x="464222" y="227010"/>
                </a:lnTo>
                <a:moveTo>
                  <a:pt x="1856907" y="872762"/>
                </a:moveTo>
                <a:lnTo>
                  <a:pt x="1845891" y="838167"/>
                </a:lnTo>
                <a:moveTo>
                  <a:pt x="1987443" y="848000"/>
                </a:moveTo>
                <a:lnTo>
                  <a:pt x="1950722" y="844473"/>
                </a:lnTo>
                <a:moveTo>
                  <a:pt x="1950722" y="844473"/>
                </a:moveTo>
                <a:lnTo>
                  <a:pt x="1971686" y="762763"/>
                </a:lnTo>
                <a:moveTo>
                  <a:pt x="1878412" y="525884"/>
                </a:moveTo>
                <a:lnTo>
                  <a:pt x="1839057" y="584167"/>
                </a:lnTo>
                <a:moveTo>
                  <a:pt x="1655865" y="297704"/>
                </a:moveTo>
                <a:lnTo>
                  <a:pt x="1641318" y="319938"/>
                </a:lnTo>
                <a:moveTo>
                  <a:pt x="1791423" y="413760"/>
                </a:moveTo>
                <a:lnTo>
                  <a:pt x="1756549" y="496322"/>
                </a:lnTo>
                <a:moveTo>
                  <a:pt x="2098405" y="939646"/>
                </a:moveTo>
                <a:lnTo>
                  <a:pt x="2155906" y="856961"/>
                </a:lnTo>
                <a:moveTo>
                  <a:pt x="1615092" y="400980"/>
                </a:moveTo>
                <a:lnTo>
                  <a:pt x="1574051" y="318409"/>
                </a:lnTo>
                <a:moveTo>
                  <a:pt x="697274" y="347074"/>
                </a:moveTo>
                <a:lnTo>
                  <a:pt x="748505" y="264264"/>
                </a:lnTo>
                <a:moveTo>
                  <a:pt x="1821728" y="330538"/>
                </a:moveTo>
                <a:lnTo>
                  <a:pt x="1775647" y="274555"/>
                </a:lnTo>
                <a:moveTo>
                  <a:pt x="1763119" y="580841"/>
                </a:moveTo>
                <a:lnTo>
                  <a:pt x="1752700" y="580209"/>
                </a:lnTo>
                <a:moveTo>
                  <a:pt x="748505" y="264264"/>
                </a:moveTo>
                <a:lnTo>
                  <a:pt x="691689" y="346771"/>
                </a:lnTo>
                <a:moveTo>
                  <a:pt x="2138199" y="772792"/>
                </a:moveTo>
                <a:lnTo>
                  <a:pt x="2069125" y="852506"/>
                </a:lnTo>
                <a:moveTo>
                  <a:pt x="1765476" y="497068"/>
                </a:moveTo>
                <a:lnTo>
                  <a:pt x="1791423" y="413760"/>
                </a:lnTo>
                <a:moveTo>
                  <a:pt x="1988254" y="764197"/>
                </a:moveTo>
                <a:lnTo>
                  <a:pt x="1950722" y="844473"/>
                </a:lnTo>
                <a:moveTo>
                  <a:pt x="1848501" y="839621"/>
                </a:moveTo>
                <a:lnTo>
                  <a:pt x="1845891" y="838167"/>
                </a:lnTo>
                <a:moveTo>
                  <a:pt x="1752700" y="580209"/>
                </a:moveTo>
                <a:lnTo>
                  <a:pt x="1756549" y="496322"/>
                </a:lnTo>
                <a:moveTo>
                  <a:pt x="1763119" y="580841"/>
                </a:moveTo>
                <a:lnTo>
                  <a:pt x="1754824" y="610425"/>
                </a:lnTo>
                <a:moveTo>
                  <a:pt x="1754824" y="610425"/>
                </a:moveTo>
                <a:lnTo>
                  <a:pt x="1752700" y="580209"/>
                </a:lnTo>
                <a:moveTo>
                  <a:pt x="1971686" y="762763"/>
                </a:moveTo>
                <a:lnTo>
                  <a:pt x="1962776" y="677252"/>
                </a:lnTo>
                <a:moveTo>
                  <a:pt x="1915727" y="589489"/>
                </a:moveTo>
                <a:lnTo>
                  <a:pt x="1878412" y="525884"/>
                </a:lnTo>
                <a:moveTo>
                  <a:pt x="1755278" y="664914"/>
                </a:moveTo>
                <a:lnTo>
                  <a:pt x="1763119" y="580841"/>
                </a:lnTo>
                <a:moveTo>
                  <a:pt x="558816" y="673981"/>
                </a:moveTo>
                <a:lnTo>
                  <a:pt x="585907" y="648380"/>
                </a:lnTo>
                <a:moveTo>
                  <a:pt x="2235184" y="864163"/>
                </a:moveTo>
                <a:lnTo>
                  <a:pt x="2164526" y="857614"/>
                </a:lnTo>
                <a:moveTo>
                  <a:pt x="2069125" y="852506"/>
                </a:moveTo>
                <a:lnTo>
                  <a:pt x="1987443" y="848000"/>
                </a:lnTo>
                <a:moveTo>
                  <a:pt x="1763119" y="580841"/>
                </a:moveTo>
                <a:lnTo>
                  <a:pt x="1765476" y="497068"/>
                </a:lnTo>
                <a:moveTo>
                  <a:pt x="1765476" y="497068"/>
                </a:moveTo>
                <a:lnTo>
                  <a:pt x="1752700" y="580209"/>
                </a:lnTo>
                <a:moveTo>
                  <a:pt x="1865054" y="504671"/>
                </a:moveTo>
                <a:lnTo>
                  <a:pt x="1839057" y="584167"/>
                </a:lnTo>
                <a:moveTo>
                  <a:pt x="585907" y="648380"/>
                </a:moveTo>
                <a:lnTo>
                  <a:pt x="566821" y="590320"/>
                </a:lnTo>
                <a:moveTo>
                  <a:pt x="560349" y="585401"/>
                </a:moveTo>
                <a:lnTo>
                  <a:pt x="578634" y="508173"/>
                </a:lnTo>
                <a:moveTo>
                  <a:pt x="2002990" y="680668"/>
                </a:moveTo>
                <a:lnTo>
                  <a:pt x="1962776" y="677252"/>
                </a:lnTo>
                <a:moveTo>
                  <a:pt x="1755278" y="664914"/>
                </a:moveTo>
                <a:lnTo>
                  <a:pt x="1754824" y="610425"/>
                </a:lnTo>
                <a:moveTo>
                  <a:pt x="477807" y="333621"/>
                </a:moveTo>
                <a:lnTo>
                  <a:pt x="473159" y="247557"/>
                </a:lnTo>
                <a:moveTo>
                  <a:pt x="1988166" y="596105"/>
                </a:moveTo>
                <a:lnTo>
                  <a:pt x="1915727" y="589489"/>
                </a:lnTo>
                <a:moveTo>
                  <a:pt x="1765476" y="497068"/>
                </a:moveTo>
                <a:lnTo>
                  <a:pt x="1756549" y="496322"/>
                </a:lnTo>
                <a:moveTo>
                  <a:pt x="557830" y="590143"/>
                </a:moveTo>
                <a:lnTo>
                  <a:pt x="578634" y="508173"/>
                </a:lnTo>
                <a:moveTo>
                  <a:pt x="1750405" y="580590"/>
                </a:moveTo>
                <a:lnTo>
                  <a:pt x="1752700" y="580209"/>
                </a:lnTo>
                <a:moveTo>
                  <a:pt x="2093847" y="940028"/>
                </a:moveTo>
                <a:lnTo>
                  <a:pt x="2155906" y="856961"/>
                </a:lnTo>
                <a:moveTo>
                  <a:pt x="585907" y="648380"/>
                </a:moveTo>
                <a:lnTo>
                  <a:pt x="558200" y="620075"/>
                </a:lnTo>
                <a:moveTo>
                  <a:pt x="2164526" y="857614"/>
                </a:moveTo>
                <a:lnTo>
                  <a:pt x="2204445" y="778314"/>
                </a:lnTo>
                <a:moveTo>
                  <a:pt x="1658369" y="490861"/>
                </a:moveTo>
                <a:lnTo>
                  <a:pt x="1645018" y="472669"/>
                </a:lnTo>
                <a:moveTo>
                  <a:pt x="1754824" y="610425"/>
                </a:moveTo>
                <a:lnTo>
                  <a:pt x="1750405" y="580590"/>
                </a:lnTo>
                <a:moveTo>
                  <a:pt x="2069125" y="852506"/>
                </a:moveTo>
                <a:lnTo>
                  <a:pt x="2085517" y="770214"/>
                </a:lnTo>
                <a:moveTo>
                  <a:pt x="2069125" y="852506"/>
                </a:moveTo>
                <a:lnTo>
                  <a:pt x="1988254" y="764197"/>
                </a:lnTo>
                <a:moveTo>
                  <a:pt x="1992665" y="591909"/>
                </a:moveTo>
                <a:lnTo>
                  <a:pt x="1915727" y="589489"/>
                </a:lnTo>
                <a:moveTo>
                  <a:pt x="1752700" y="580209"/>
                </a:moveTo>
                <a:lnTo>
                  <a:pt x="1658369" y="490861"/>
                </a:lnTo>
                <a:moveTo>
                  <a:pt x="461909" y="264316"/>
                </a:moveTo>
                <a:lnTo>
                  <a:pt x="438848" y="246880"/>
                </a:lnTo>
                <a:moveTo>
                  <a:pt x="1856907" y="872762"/>
                </a:moveTo>
                <a:lnTo>
                  <a:pt x="1848501" y="839621"/>
                </a:lnTo>
                <a:moveTo>
                  <a:pt x="477807" y="333621"/>
                </a:moveTo>
                <a:lnTo>
                  <a:pt x="461909" y="264316"/>
                </a:lnTo>
                <a:moveTo>
                  <a:pt x="438848" y="246880"/>
                </a:moveTo>
                <a:lnTo>
                  <a:pt x="464222" y="227010"/>
                </a:lnTo>
                <a:moveTo>
                  <a:pt x="1756549" y="496322"/>
                </a:moveTo>
                <a:lnTo>
                  <a:pt x="1658369" y="490861"/>
                </a:lnTo>
                <a:moveTo>
                  <a:pt x="558919" y="254887"/>
                </a:moveTo>
                <a:lnTo>
                  <a:pt x="473159" y="247557"/>
                </a:lnTo>
                <a:moveTo>
                  <a:pt x="2138199" y="772792"/>
                </a:moveTo>
                <a:lnTo>
                  <a:pt x="2085517" y="770214"/>
                </a:lnTo>
                <a:moveTo>
                  <a:pt x="1645018" y="472669"/>
                </a:moveTo>
                <a:lnTo>
                  <a:pt x="1557501" y="400681"/>
                </a:lnTo>
                <a:moveTo>
                  <a:pt x="2209669" y="909481"/>
                </a:moveTo>
                <a:lnTo>
                  <a:pt x="2155906" y="856961"/>
                </a:lnTo>
                <a:moveTo>
                  <a:pt x="1962776" y="677252"/>
                </a:moveTo>
                <a:lnTo>
                  <a:pt x="1988166" y="596105"/>
                </a:lnTo>
                <a:moveTo>
                  <a:pt x="594138" y="709055"/>
                </a:moveTo>
                <a:lnTo>
                  <a:pt x="558816" y="673981"/>
                </a:lnTo>
                <a:moveTo>
                  <a:pt x="2002990" y="680668"/>
                </a:moveTo>
                <a:lnTo>
                  <a:pt x="1971686" y="762763"/>
                </a:lnTo>
                <a:moveTo>
                  <a:pt x="2209669" y="909481"/>
                </a:moveTo>
                <a:lnTo>
                  <a:pt x="2164526" y="857614"/>
                </a:lnTo>
                <a:moveTo>
                  <a:pt x="1995617" y="596703"/>
                </a:moveTo>
                <a:lnTo>
                  <a:pt x="1962776" y="677252"/>
                </a:lnTo>
                <a:moveTo>
                  <a:pt x="594138" y="709055"/>
                </a:moveTo>
                <a:lnTo>
                  <a:pt x="553325" y="698698"/>
                </a:lnTo>
                <a:moveTo>
                  <a:pt x="2222960" y="780103"/>
                </a:moveTo>
                <a:lnTo>
                  <a:pt x="2164526" y="857614"/>
                </a:lnTo>
                <a:moveTo>
                  <a:pt x="1987443" y="848000"/>
                </a:moveTo>
                <a:lnTo>
                  <a:pt x="1988254" y="764197"/>
                </a:lnTo>
                <a:moveTo>
                  <a:pt x="1988254" y="764197"/>
                </a:moveTo>
                <a:lnTo>
                  <a:pt x="1971686" y="762763"/>
                </a:lnTo>
                <a:moveTo>
                  <a:pt x="1750405" y="580590"/>
                </a:moveTo>
                <a:lnTo>
                  <a:pt x="1658369" y="490861"/>
                </a:lnTo>
                <a:moveTo>
                  <a:pt x="2138199" y="772792"/>
                </a:moveTo>
                <a:lnTo>
                  <a:pt x="2124919" y="688711"/>
                </a:lnTo>
                <a:moveTo>
                  <a:pt x="593836" y="678860"/>
                </a:moveTo>
                <a:lnTo>
                  <a:pt x="553325" y="698698"/>
                </a:lnTo>
                <a:moveTo>
                  <a:pt x="539499" y="338324"/>
                </a:moveTo>
                <a:lnTo>
                  <a:pt x="473159" y="247557"/>
                </a:lnTo>
                <a:moveTo>
                  <a:pt x="1799590" y="754838"/>
                </a:moveTo>
                <a:lnTo>
                  <a:pt x="1829213" y="751668"/>
                </a:lnTo>
                <a:moveTo>
                  <a:pt x="648402" y="513749"/>
                </a:moveTo>
                <a:lnTo>
                  <a:pt x="566821" y="590320"/>
                </a:lnTo>
                <a:moveTo>
                  <a:pt x="2083817" y="939359"/>
                </a:moveTo>
                <a:lnTo>
                  <a:pt x="2069125" y="852506"/>
                </a:lnTo>
                <a:moveTo>
                  <a:pt x="1775647" y="274555"/>
                </a:moveTo>
                <a:lnTo>
                  <a:pt x="1655865" y="297704"/>
                </a:lnTo>
                <a:moveTo>
                  <a:pt x="558919" y="254887"/>
                </a:moveTo>
                <a:lnTo>
                  <a:pt x="464222" y="227010"/>
                </a:lnTo>
                <a:moveTo>
                  <a:pt x="2085517" y="770214"/>
                </a:moveTo>
                <a:lnTo>
                  <a:pt x="2002990" y="680668"/>
                </a:lnTo>
                <a:moveTo>
                  <a:pt x="1988254" y="764197"/>
                </a:moveTo>
                <a:lnTo>
                  <a:pt x="2002990" y="680668"/>
                </a:lnTo>
                <a:moveTo>
                  <a:pt x="1641318" y="319938"/>
                </a:moveTo>
                <a:lnTo>
                  <a:pt x="1574051" y="318409"/>
                </a:lnTo>
                <a:moveTo>
                  <a:pt x="593836" y="678860"/>
                </a:moveTo>
                <a:lnTo>
                  <a:pt x="558200" y="620075"/>
                </a:lnTo>
                <a:moveTo>
                  <a:pt x="578634" y="508173"/>
                </a:moveTo>
                <a:lnTo>
                  <a:pt x="543470" y="506040"/>
                </a:lnTo>
                <a:moveTo>
                  <a:pt x="543470" y="506040"/>
                </a:moveTo>
                <a:lnTo>
                  <a:pt x="472118" y="501651"/>
                </a:lnTo>
                <a:moveTo>
                  <a:pt x="648402" y="513749"/>
                </a:moveTo>
                <a:lnTo>
                  <a:pt x="560349" y="585401"/>
                </a:lnTo>
                <a:moveTo>
                  <a:pt x="553325" y="698698"/>
                </a:moveTo>
                <a:lnTo>
                  <a:pt x="586671" y="712381"/>
                </a:lnTo>
                <a:moveTo>
                  <a:pt x="2085517" y="770214"/>
                </a:moveTo>
                <a:lnTo>
                  <a:pt x="1988254" y="764197"/>
                </a:lnTo>
                <a:moveTo>
                  <a:pt x="629979" y="597204"/>
                </a:moveTo>
                <a:lnTo>
                  <a:pt x="566821" y="590320"/>
                </a:lnTo>
                <a:moveTo>
                  <a:pt x="2204445" y="778314"/>
                </a:moveTo>
                <a:lnTo>
                  <a:pt x="2138199" y="772792"/>
                </a:lnTo>
                <a:moveTo>
                  <a:pt x="697274" y="347074"/>
                </a:moveTo>
                <a:lnTo>
                  <a:pt x="691689" y="346771"/>
                </a:lnTo>
                <a:moveTo>
                  <a:pt x="1865054" y="504671"/>
                </a:moveTo>
                <a:lnTo>
                  <a:pt x="1763119" y="580841"/>
                </a:lnTo>
                <a:moveTo>
                  <a:pt x="697274" y="347074"/>
                </a:moveTo>
                <a:lnTo>
                  <a:pt x="692977" y="355047"/>
                </a:lnTo>
                <a:moveTo>
                  <a:pt x="543470" y="506040"/>
                </a:moveTo>
                <a:lnTo>
                  <a:pt x="476707" y="417858"/>
                </a:lnTo>
                <a:moveTo>
                  <a:pt x="1946683" y="931016"/>
                </a:moveTo>
                <a:lnTo>
                  <a:pt x="1856907" y="872762"/>
                </a:lnTo>
                <a:moveTo>
                  <a:pt x="692977" y="355047"/>
                </a:moveTo>
                <a:lnTo>
                  <a:pt x="691689" y="346771"/>
                </a:lnTo>
                <a:moveTo>
                  <a:pt x="472118" y="501651"/>
                </a:moveTo>
                <a:lnTo>
                  <a:pt x="476707" y="417858"/>
                </a:lnTo>
                <a:moveTo>
                  <a:pt x="1846050" y="420477"/>
                </a:moveTo>
                <a:lnTo>
                  <a:pt x="1821728" y="330538"/>
                </a:lnTo>
                <a:moveTo>
                  <a:pt x="795028" y="270821"/>
                </a:moveTo>
                <a:lnTo>
                  <a:pt x="748505" y="264264"/>
                </a:lnTo>
                <a:moveTo>
                  <a:pt x="691689" y="346771"/>
                </a:moveTo>
                <a:lnTo>
                  <a:pt x="589075" y="256369"/>
                </a:lnTo>
                <a:moveTo>
                  <a:pt x="2124919" y="688711"/>
                </a:moveTo>
                <a:lnTo>
                  <a:pt x="2085517" y="770214"/>
                </a:lnTo>
                <a:moveTo>
                  <a:pt x="476707" y="417858"/>
                </a:moveTo>
                <a:lnTo>
                  <a:pt x="477807" y="333621"/>
                </a:lnTo>
                <a:moveTo>
                  <a:pt x="1865054" y="504671"/>
                </a:moveTo>
                <a:lnTo>
                  <a:pt x="1765476" y="497068"/>
                </a:lnTo>
                <a:moveTo>
                  <a:pt x="2002990" y="680668"/>
                </a:moveTo>
                <a:lnTo>
                  <a:pt x="1995617" y="596703"/>
                </a:lnTo>
                <a:moveTo>
                  <a:pt x="1987484" y="933526"/>
                </a:moveTo>
                <a:lnTo>
                  <a:pt x="1987443" y="848000"/>
                </a:lnTo>
                <a:moveTo>
                  <a:pt x="2097168" y="687319"/>
                </a:moveTo>
                <a:lnTo>
                  <a:pt x="2002990" y="680668"/>
                </a:lnTo>
                <a:moveTo>
                  <a:pt x="2098405" y="939646"/>
                </a:moveTo>
                <a:lnTo>
                  <a:pt x="2089199" y="943733"/>
                </a:lnTo>
                <a:moveTo>
                  <a:pt x="2085517" y="770214"/>
                </a:moveTo>
                <a:lnTo>
                  <a:pt x="2097168" y="687319"/>
                </a:lnTo>
                <a:moveTo>
                  <a:pt x="578634" y="508173"/>
                </a:moveTo>
                <a:lnTo>
                  <a:pt x="534399" y="422042"/>
                </a:lnTo>
                <a:moveTo>
                  <a:pt x="543470" y="506040"/>
                </a:moveTo>
                <a:lnTo>
                  <a:pt x="534399" y="422042"/>
                </a:lnTo>
                <a:moveTo>
                  <a:pt x="792677" y="186955"/>
                </a:moveTo>
                <a:lnTo>
                  <a:pt x="748505" y="264264"/>
                </a:lnTo>
                <a:moveTo>
                  <a:pt x="2093847" y="940028"/>
                </a:moveTo>
                <a:lnTo>
                  <a:pt x="2098405" y="939646"/>
                </a:lnTo>
                <a:moveTo>
                  <a:pt x="1590509" y="296125"/>
                </a:moveTo>
                <a:lnTo>
                  <a:pt x="1641318" y="319938"/>
                </a:lnTo>
                <a:moveTo>
                  <a:pt x="1645018" y="472669"/>
                </a:moveTo>
                <a:lnTo>
                  <a:pt x="1581393" y="443155"/>
                </a:lnTo>
                <a:moveTo>
                  <a:pt x="589075" y="256369"/>
                </a:moveTo>
                <a:lnTo>
                  <a:pt x="558919" y="254887"/>
                </a:lnTo>
                <a:moveTo>
                  <a:pt x="703675" y="432673"/>
                </a:moveTo>
                <a:lnTo>
                  <a:pt x="697274" y="347074"/>
                </a:lnTo>
                <a:moveTo>
                  <a:pt x="2124919" y="688711"/>
                </a:moveTo>
                <a:lnTo>
                  <a:pt x="2097168" y="687319"/>
                </a:lnTo>
                <a:moveTo>
                  <a:pt x="1815888" y="335114"/>
                </a:moveTo>
                <a:lnTo>
                  <a:pt x="1821728" y="330538"/>
                </a:lnTo>
                <a:moveTo>
                  <a:pt x="534399" y="422042"/>
                </a:moveTo>
                <a:lnTo>
                  <a:pt x="476707" y="417858"/>
                </a:lnTo>
                <a:moveTo>
                  <a:pt x="1992665" y="591909"/>
                </a:moveTo>
                <a:lnTo>
                  <a:pt x="1878412" y="525884"/>
                </a:lnTo>
                <a:moveTo>
                  <a:pt x="1846050" y="420477"/>
                </a:moveTo>
                <a:lnTo>
                  <a:pt x="1791423" y="413760"/>
                </a:lnTo>
                <a:moveTo>
                  <a:pt x="659816" y="430154"/>
                </a:moveTo>
                <a:lnTo>
                  <a:pt x="578634" y="508173"/>
                </a:lnTo>
                <a:moveTo>
                  <a:pt x="1995617" y="596703"/>
                </a:moveTo>
                <a:lnTo>
                  <a:pt x="1988166" y="596105"/>
                </a:lnTo>
                <a:moveTo>
                  <a:pt x="703675" y="432673"/>
                </a:moveTo>
                <a:lnTo>
                  <a:pt x="692977" y="355047"/>
                </a:lnTo>
                <a:moveTo>
                  <a:pt x="648402" y="513749"/>
                </a:moveTo>
                <a:lnTo>
                  <a:pt x="578634" y="508173"/>
                </a:lnTo>
                <a:moveTo>
                  <a:pt x="578634" y="508173"/>
                </a:moveTo>
                <a:lnTo>
                  <a:pt x="600075" y="426522"/>
                </a:lnTo>
                <a:moveTo>
                  <a:pt x="2089199" y="943733"/>
                </a:moveTo>
                <a:lnTo>
                  <a:pt x="2083817" y="939359"/>
                </a:lnTo>
                <a:moveTo>
                  <a:pt x="1878412" y="525884"/>
                </a:moveTo>
                <a:lnTo>
                  <a:pt x="1865054" y="504671"/>
                </a:lnTo>
                <a:moveTo>
                  <a:pt x="539499" y="338324"/>
                </a:moveTo>
                <a:lnTo>
                  <a:pt x="477807" y="333621"/>
                </a:lnTo>
                <a:moveTo>
                  <a:pt x="691689" y="346771"/>
                </a:moveTo>
                <a:lnTo>
                  <a:pt x="600932" y="342255"/>
                </a:lnTo>
                <a:moveTo>
                  <a:pt x="1992665" y="591909"/>
                </a:moveTo>
                <a:lnTo>
                  <a:pt x="1988166" y="596105"/>
                </a:lnTo>
                <a:moveTo>
                  <a:pt x="2093847" y="940028"/>
                </a:moveTo>
                <a:lnTo>
                  <a:pt x="2089199" y="943733"/>
                </a:lnTo>
                <a:moveTo>
                  <a:pt x="539499" y="338324"/>
                </a:moveTo>
                <a:lnTo>
                  <a:pt x="476707" y="417858"/>
                </a:lnTo>
                <a:moveTo>
                  <a:pt x="600075" y="426522"/>
                </a:moveTo>
                <a:lnTo>
                  <a:pt x="691689" y="346771"/>
                </a:lnTo>
                <a:moveTo>
                  <a:pt x="2097168" y="687319"/>
                </a:moveTo>
                <a:lnTo>
                  <a:pt x="1995617" y="596703"/>
                </a:lnTo>
                <a:moveTo>
                  <a:pt x="659816" y="430154"/>
                </a:moveTo>
                <a:lnTo>
                  <a:pt x="692977" y="355047"/>
                </a:lnTo>
                <a:moveTo>
                  <a:pt x="789626" y="438353"/>
                </a:moveTo>
                <a:lnTo>
                  <a:pt x="697274" y="347074"/>
                </a:lnTo>
                <a:moveTo>
                  <a:pt x="792677" y="186955"/>
                </a:moveTo>
                <a:lnTo>
                  <a:pt x="747062" y="180417"/>
                </a:lnTo>
                <a:moveTo>
                  <a:pt x="558200" y="620075"/>
                </a:moveTo>
                <a:lnTo>
                  <a:pt x="510289" y="590883"/>
                </a:lnTo>
                <a:moveTo>
                  <a:pt x="593836" y="678860"/>
                </a:moveTo>
                <a:lnTo>
                  <a:pt x="585907" y="648380"/>
                </a:lnTo>
                <a:moveTo>
                  <a:pt x="692977" y="355047"/>
                </a:moveTo>
                <a:lnTo>
                  <a:pt x="600075" y="426522"/>
                </a:lnTo>
                <a:moveTo>
                  <a:pt x="1995617" y="596703"/>
                </a:moveTo>
                <a:lnTo>
                  <a:pt x="1992665" y="591909"/>
                </a:lnTo>
                <a:moveTo>
                  <a:pt x="600932" y="342255"/>
                </a:moveTo>
                <a:lnTo>
                  <a:pt x="589075" y="256369"/>
                </a:lnTo>
                <a:moveTo>
                  <a:pt x="2093847" y="940028"/>
                </a:moveTo>
                <a:lnTo>
                  <a:pt x="2083817" y="939359"/>
                </a:lnTo>
                <a:moveTo>
                  <a:pt x="557830" y="590143"/>
                </a:moveTo>
                <a:lnTo>
                  <a:pt x="510289" y="590883"/>
                </a:lnTo>
                <a:moveTo>
                  <a:pt x="461909" y="264316"/>
                </a:moveTo>
                <a:lnTo>
                  <a:pt x="407318" y="247305"/>
                </a:lnTo>
                <a:moveTo>
                  <a:pt x="1557501" y="400681"/>
                </a:moveTo>
                <a:lnTo>
                  <a:pt x="1574051" y="318409"/>
                </a:lnTo>
                <a:moveTo>
                  <a:pt x="578634" y="508173"/>
                </a:moveTo>
                <a:lnTo>
                  <a:pt x="497078" y="550186"/>
                </a:lnTo>
                <a:moveTo>
                  <a:pt x="2235184" y="864163"/>
                </a:moveTo>
                <a:lnTo>
                  <a:pt x="2209669" y="909481"/>
                </a:lnTo>
                <a:moveTo>
                  <a:pt x="543470" y="506040"/>
                </a:moveTo>
                <a:lnTo>
                  <a:pt x="497078" y="550186"/>
                </a:lnTo>
                <a:moveTo>
                  <a:pt x="2124919" y="688711"/>
                </a:moveTo>
                <a:lnTo>
                  <a:pt x="2111408" y="604626"/>
                </a:lnTo>
                <a:moveTo>
                  <a:pt x="497078" y="550186"/>
                </a:moveTo>
                <a:lnTo>
                  <a:pt x="472118" y="501651"/>
                </a:lnTo>
                <a:moveTo>
                  <a:pt x="1846050" y="420477"/>
                </a:moveTo>
                <a:lnTo>
                  <a:pt x="1765476" y="497068"/>
                </a:lnTo>
                <a:moveTo>
                  <a:pt x="539499" y="338324"/>
                </a:moveTo>
                <a:lnTo>
                  <a:pt x="558919" y="254887"/>
                </a:lnTo>
                <a:moveTo>
                  <a:pt x="629979" y="597204"/>
                </a:moveTo>
                <a:lnTo>
                  <a:pt x="585907" y="648380"/>
                </a:lnTo>
                <a:moveTo>
                  <a:pt x="1987484" y="933526"/>
                </a:moveTo>
                <a:lnTo>
                  <a:pt x="1946683" y="931016"/>
                </a:lnTo>
                <a:moveTo>
                  <a:pt x="914353" y="867301"/>
                </a:moveTo>
                <a:lnTo>
                  <a:pt x="886788" y="865004"/>
                </a:lnTo>
                <a:moveTo>
                  <a:pt x="2208751" y="696004"/>
                </a:moveTo>
                <a:lnTo>
                  <a:pt x="2138199" y="772792"/>
                </a:lnTo>
                <a:moveTo>
                  <a:pt x="517754" y="216673"/>
                </a:moveTo>
                <a:lnTo>
                  <a:pt x="464222" y="227010"/>
                </a:lnTo>
                <a:moveTo>
                  <a:pt x="2235184" y="864163"/>
                </a:moveTo>
                <a:lnTo>
                  <a:pt x="2222960" y="780103"/>
                </a:lnTo>
                <a:moveTo>
                  <a:pt x="1799590" y="754838"/>
                </a:moveTo>
                <a:lnTo>
                  <a:pt x="1755278" y="664914"/>
                </a:lnTo>
                <a:moveTo>
                  <a:pt x="1655865" y="297704"/>
                </a:moveTo>
                <a:lnTo>
                  <a:pt x="1590509" y="296125"/>
                </a:lnTo>
                <a:moveTo>
                  <a:pt x="600932" y="342255"/>
                </a:moveTo>
                <a:lnTo>
                  <a:pt x="558919" y="254887"/>
                </a:lnTo>
                <a:moveTo>
                  <a:pt x="1798802" y="754207"/>
                </a:moveTo>
                <a:lnTo>
                  <a:pt x="1755278" y="664914"/>
                </a:lnTo>
                <a:moveTo>
                  <a:pt x="787407" y="354490"/>
                </a:moveTo>
                <a:lnTo>
                  <a:pt x="697274" y="347074"/>
                </a:lnTo>
                <a:moveTo>
                  <a:pt x="534399" y="422042"/>
                </a:moveTo>
                <a:lnTo>
                  <a:pt x="539499" y="338324"/>
                </a:lnTo>
                <a:moveTo>
                  <a:pt x="886788" y="865004"/>
                </a:moveTo>
                <a:lnTo>
                  <a:pt x="878276" y="781017"/>
                </a:lnTo>
                <a:moveTo>
                  <a:pt x="795028" y="270821"/>
                </a:moveTo>
                <a:lnTo>
                  <a:pt x="697274" y="347074"/>
                </a:lnTo>
                <a:moveTo>
                  <a:pt x="2109906" y="604562"/>
                </a:moveTo>
                <a:lnTo>
                  <a:pt x="1995617" y="596703"/>
                </a:lnTo>
                <a:moveTo>
                  <a:pt x="2209669" y="909481"/>
                </a:moveTo>
                <a:lnTo>
                  <a:pt x="2093847" y="940028"/>
                </a:lnTo>
                <a:moveTo>
                  <a:pt x="2111408" y="604626"/>
                </a:moveTo>
                <a:lnTo>
                  <a:pt x="2097168" y="687319"/>
                </a:lnTo>
                <a:moveTo>
                  <a:pt x="2110336" y="602804"/>
                </a:moveTo>
                <a:lnTo>
                  <a:pt x="1995617" y="596703"/>
                </a:lnTo>
                <a:moveTo>
                  <a:pt x="1750405" y="580590"/>
                </a:moveTo>
                <a:lnTo>
                  <a:pt x="1694057" y="534815"/>
                </a:lnTo>
                <a:moveTo>
                  <a:pt x="600075" y="426522"/>
                </a:moveTo>
                <a:lnTo>
                  <a:pt x="534399" y="422042"/>
                </a:lnTo>
                <a:moveTo>
                  <a:pt x="1909242" y="881734"/>
                </a:moveTo>
                <a:lnTo>
                  <a:pt x="1856907" y="872762"/>
                </a:lnTo>
                <a:moveTo>
                  <a:pt x="2097168" y="687319"/>
                </a:moveTo>
                <a:lnTo>
                  <a:pt x="2109906" y="604562"/>
                </a:lnTo>
                <a:moveTo>
                  <a:pt x="886788" y="865004"/>
                </a:moveTo>
                <a:lnTo>
                  <a:pt x="811495" y="861245"/>
                </a:lnTo>
                <a:moveTo>
                  <a:pt x="703675" y="432673"/>
                </a:moveTo>
                <a:lnTo>
                  <a:pt x="659816" y="430154"/>
                </a:lnTo>
                <a:moveTo>
                  <a:pt x="2222960" y="780103"/>
                </a:moveTo>
                <a:lnTo>
                  <a:pt x="2204445" y="778314"/>
                </a:lnTo>
                <a:moveTo>
                  <a:pt x="591969" y="762999"/>
                </a:moveTo>
                <a:lnTo>
                  <a:pt x="594138" y="709055"/>
                </a:lnTo>
                <a:moveTo>
                  <a:pt x="594138" y="709055"/>
                </a:moveTo>
                <a:lnTo>
                  <a:pt x="593836" y="678860"/>
                </a:lnTo>
                <a:moveTo>
                  <a:pt x="2110336" y="602804"/>
                </a:moveTo>
                <a:lnTo>
                  <a:pt x="1992665" y="591909"/>
                </a:lnTo>
                <a:moveTo>
                  <a:pt x="1904074" y="508058"/>
                </a:moveTo>
                <a:lnTo>
                  <a:pt x="1878412" y="525884"/>
                </a:lnTo>
                <a:moveTo>
                  <a:pt x="706434" y="517401"/>
                </a:moveTo>
                <a:lnTo>
                  <a:pt x="703675" y="432673"/>
                </a:lnTo>
                <a:moveTo>
                  <a:pt x="1581393" y="443155"/>
                </a:moveTo>
                <a:lnTo>
                  <a:pt x="1557501" y="400681"/>
                </a:lnTo>
                <a:moveTo>
                  <a:pt x="1848501" y="839621"/>
                </a:moveTo>
                <a:lnTo>
                  <a:pt x="1799590" y="754838"/>
                </a:lnTo>
                <a:moveTo>
                  <a:pt x="600932" y="342255"/>
                </a:moveTo>
                <a:lnTo>
                  <a:pt x="539499" y="338324"/>
                </a:lnTo>
                <a:moveTo>
                  <a:pt x="607786" y="680586"/>
                </a:moveTo>
                <a:lnTo>
                  <a:pt x="585907" y="648380"/>
                </a:lnTo>
                <a:moveTo>
                  <a:pt x="789626" y="438353"/>
                </a:moveTo>
                <a:lnTo>
                  <a:pt x="703675" y="432673"/>
                </a:lnTo>
                <a:moveTo>
                  <a:pt x="600075" y="426522"/>
                </a:moveTo>
                <a:lnTo>
                  <a:pt x="539499" y="338324"/>
                </a:lnTo>
                <a:moveTo>
                  <a:pt x="1694057" y="534815"/>
                </a:moveTo>
                <a:lnTo>
                  <a:pt x="1658369" y="490861"/>
                </a:lnTo>
                <a:moveTo>
                  <a:pt x="784574" y="522073"/>
                </a:moveTo>
                <a:lnTo>
                  <a:pt x="706434" y="517401"/>
                </a:lnTo>
                <a:moveTo>
                  <a:pt x="648402" y="513749"/>
                </a:moveTo>
                <a:lnTo>
                  <a:pt x="659816" y="430154"/>
                </a:lnTo>
                <a:moveTo>
                  <a:pt x="784574" y="522073"/>
                </a:moveTo>
                <a:lnTo>
                  <a:pt x="789626" y="438353"/>
                </a:lnTo>
                <a:moveTo>
                  <a:pt x="659816" y="430154"/>
                </a:moveTo>
                <a:lnTo>
                  <a:pt x="600075" y="426522"/>
                </a:lnTo>
                <a:moveTo>
                  <a:pt x="847611" y="948051"/>
                </a:moveTo>
                <a:lnTo>
                  <a:pt x="886788" y="865004"/>
                </a:lnTo>
                <a:moveTo>
                  <a:pt x="706434" y="517401"/>
                </a:moveTo>
                <a:lnTo>
                  <a:pt x="659816" y="430154"/>
                </a:lnTo>
                <a:moveTo>
                  <a:pt x="600075" y="426522"/>
                </a:moveTo>
                <a:lnTo>
                  <a:pt x="600932" y="342255"/>
                </a:lnTo>
                <a:moveTo>
                  <a:pt x="2218965" y="759546"/>
                </a:moveTo>
                <a:lnTo>
                  <a:pt x="2204445" y="778314"/>
                </a:lnTo>
                <a:moveTo>
                  <a:pt x="2235184" y="864163"/>
                </a:moveTo>
                <a:lnTo>
                  <a:pt x="2223753" y="780769"/>
                </a:lnTo>
                <a:moveTo>
                  <a:pt x="706434" y="517401"/>
                </a:moveTo>
                <a:lnTo>
                  <a:pt x="648402" y="513749"/>
                </a:lnTo>
                <a:moveTo>
                  <a:pt x="2027590" y="881714"/>
                </a:moveTo>
                <a:lnTo>
                  <a:pt x="2069125" y="852506"/>
                </a:lnTo>
                <a:moveTo>
                  <a:pt x="789626" y="438353"/>
                </a:moveTo>
                <a:lnTo>
                  <a:pt x="706434" y="517401"/>
                </a:lnTo>
                <a:moveTo>
                  <a:pt x="510289" y="590883"/>
                </a:moveTo>
                <a:lnTo>
                  <a:pt x="578634" y="508173"/>
                </a:lnTo>
                <a:moveTo>
                  <a:pt x="1710149" y="275252"/>
                </a:moveTo>
                <a:lnTo>
                  <a:pt x="1655865" y="297704"/>
                </a:lnTo>
                <a:moveTo>
                  <a:pt x="438848" y="246880"/>
                </a:moveTo>
                <a:lnTo>
                  <a:pt x="407318" y="247305"/>
                </a:lnTo>
                <a:moveTo>
                  <a:pt x="591969" y="762999"/>
                </a:moveTo>
                <a:lnTo>
                  <a:pt x="586671" y="712381"/>
                </a:lnTo>
                <a:moveTo>
                  <a:pt x="886788" y="865004"/>
                </a:moveTo>
                <a:lnTo>
                  <a:pt x="818316" y="946489"/>
                </a:lnTo>
                <a:moveTo>
                  <a:pt x="593836" y="678860"/>
                </a:moveTo>
                <a:lnTo>
                  <a:pt x="586671" y="712381"/>
                </a:lnTo>
                <a:moveTo>
                  <a:pt x="1899260" y="846262"/>
                </a:moveTo>
                <a:lnTo>
                  <a:pt x="1856907" y="872762"/>
                </a:lnTo>
                <a:moveTo>
                  <a:pt x="477807" y="333621"/>
                </a:moveTo>
                <a:lnTo>
                  <a:pt x="407318" y="247305"/>
                </a:lnTo>
                <a:moveTo>
                  <a:pt x="629979" y="597204"/>
                </a:moveTo>
                <a:lnTo>
                  <a:pt x="648402" y="513749"/>
                </a:lnTo>
                <a:moveTo>
                  <a:pt x="997509" y="872826"/>
                </a:moveTo>
                <a:lnTo>
                  <a:pt x="914353" y="867301"/>
                </a:lnTo>
                <a:moveTo>
                  <a:pt x="820649" y="524901"/>
                </a:moveTo>
                <a:lnTo>
                  <a:pt x="784574" y="522073"/>
                </a:lnTo>
                <a:moveTo>
                  <a:pt x="2111408" y="604626"/>
                </a:moveTo>
                <a:lnTo>
                  <a:pt x="2109906" y="604562"/>
                </a:lnTo>
                <a:moveTo>
                  <a:pt x="2208751" y="696004"/>
                </a:moveTo>
                <a:lnTo>
                  <a:pt x="2124919" y="688711"/>
                </a:lnTo>
                <a:moveTo>
                  <a:pt x="2111408" y="604626"/>
                </a:moveTo>
                <a:lnTo>
                  <a:pt x="2110336" y="602804"/>
                </a:lnTo>
                <a:moveTo>
                  <a:pt x="2110336" y="602804"/>
                </a:moveTo>
                <a:lnTo>
                  <a:pt x="2109906" y="604562"/>
                </a:lnTo>
                <a:moveTo>
                  <a:pt x="1904074" y="508058"/>
                </a:moveTo>
                <a:lnTo>
                  <a:pt x="1865054" y="504671"/>
                </a:lnTo>
                <a:moveTo>
                  <a:pt x="2217085" y="612349"/>
                </a:moveTo>
                <a:lnTo>
                  <a:pt x="2124919" y="688711"/>
                </a:lnTo>
                <a:moveTo>
                  <a:pt x="878276" y="781017"/>
                </a:moveTo>
                <a:lnTo>
                  <a:pt x="811495" y="861245"/>
                </a:lnTo>
                <a:moveTo>
                  <a:pt x="589075" y="256369"/>
                </a:moveTo>
                <a:lnTo>
                  <a:pt x="517754" y="216673"/>
                </a:lnTo>
                <a:moveTo>
                  <a:pt x="822001" y="609450"/>
                </a:moveTo>
                <a:lnTo>
                  <a:pt x="784574" y="522073"/>
                </a:lnTo>
                <a:moveTo>
                  <a:pt x="605383" y="712158"/>
                </a:moveTo>
                <a:lnTo>
                  <a:pt x="594138" y="709055"/>
                </a:lnTo>
                <a:moveTo>
                  <a:pt x="2027590" y="881714"/>
                </a:moveTo>
                <a:lnTo>
                  <a:pt x="1987443" y="848000"/>
                </a:lnTo>
                <a:moveTo>
                  <a:pt x="607786" y="680586"/>
                </a:moveTo>
                <a:lnTo>
                  <a:pt x="594138" y="709055"/>
                </a:lnTo>
                <a:moveTo>
                  <a:pt x="2222960" y="780103"/>
                </a:moveTo>
                <a:lnTo>
                  <a:pt x="2218965" y="759546"/>
                </a:lnTo>
                <a:moveTo>
                  <a:pt x="477807" y="333621"/>
                </a:moveTo>
                <a:lnTo>
                  <a:pt x="411712" y="332241"/>
                </a:lnTo>
                <a:moveTo>
                  <a:pt x="605383" y="712158"/>
                </a:moveTo>
                <a:lnTo>
                  <a:pt x="591969" y="762999"/>
                </a:lnTo>
                <a:moveTo>
                  <a:pt x="476707" y="417858"/>
                </a:moveTo>
                <a:lnTo>
                  <a:pt x="411712" y="332241"/>
                </a:lnTo>
                <a:moveTo>
                  <a:pt x="607786" y="680586"/>
                </a:moveTo>
                <a:lnTo>
                  <a:pt x="593836" y="678860"/>
                </a:lnTo>
                <a:moveTo>
                  <a:pt x="789626" y="438353"/>
                </a:moveTo>
                <a:lnTo>
                  <a:pt x="787407" y="354490"/>
                </a:lnTo>
                <a:moveTo>
                  <a:pt x="1865054" y="504671"/>
                </a:moveTo>
                <a:lnTo>
                  <a:pt x="1846050" y="420477"/>
                </a:lnTo>
                <a:moveTo>
                  <a:pt x="1952498" y="512034"/>
                </a:moveTo>
                <a:lnTo>
                  <a:pt x="1878412" y="525884"/>
                </a:lnTo>
                <a:moveTo>
                  <a:pt x="472118" y="501651"/>
                </a:moveTo>
                <a:lnTo>
                  <a:pt x="414064" y="416917"/>
                </a:lnTo>
                <a:moveTo>
                  <a:pt x="2208751" y="696004"/>
                </a:moveTo>
                <a:lnTo>
                  <a:pt x="2204445" y="778314"/>
                </a:lnTo>
                <a:moveTo>
                  <a:pt x="1899260" y="846262"/>
                </a:moveTo>
                <a:lnTo>
                  <a:pt x="1848501" y="839621"/>
                </a:lnTo>
                <a:moveTo>
                  <a:pt x="1815888" y="335114"/>
                </a:moveTo>
                <a:lnTo>
                  <a:pt x="1775647" y="274555"/>
                </a:lnTo>
                <a:moveTo>
                  <a:pt x="878276" y="781017"/>
                </a:moveTo>
                <a:lnTo>
                  <a:pt x="877234" y="697177"/>
                </a:lnTo>
                <a:moveTo>
                  <a:pt x="558919" y="254887"/>
                </a:moveTo>
                <a:lnTo>
                  <a:pt x="517754" y="216673"/>
                </a:lnTo>
                <a:moveTo>
                  <a:pt x="1775647" y="274555"/>
                </a:moveTo>
                <a:lnTo>
                  <a:pt x="1710149" y="275252"/>
                </a:lnTo>
                <a:moveTo>
                  <a:pt x="745335" y="605118"/>
                </a:moveTo>
                <a:lnTo>
                  <a:pt x="784574" y="522073"/>
                </a:lnTo>
                <a:moveTo>
                  <a:pt x="476707" y="417858"/>
                </a:moveTo>
                <a:lnTo>
                  <a:pt x="414064" y="416917"/>
                </a:lnTo>
                <a:moveTo>
                  <a:pt x="878276" y="781017"/>
                </a:moveTo>
                <a:lnTo>
                  <a:pt x="820532" y="778017"/>
                </a:lnTo>
                <a:moveTo>
                  <a:pt x="784574" y="522073"/>
                </a:moveTo>
                <a:lnTo>
                  <a:pt x="721254" y="603662"/>
                </a:lnTo>
                <a:moveTo>
                  <a:pt x="2223753" y="780769"/>
                </a:moveTo>
                <a:lnTo>
                  <a:pt x="2222960" y="780103"/>
                </a:lnTo>
                <a:moveTo>
                  <a:pt x="2237220" y="866859"/>
                </a:moveTo>
                <a:lnTo>
                  <a:pt x="2235184" y="864163"/>
                </a:lnTo>
                <a:moveTo>
                  <a:pt x="597964" y="848139"/>
                </a:moveTo>
                <a:lnTo>
                  <a:pt x="591655" y="847907"/>
                </a:lnTo>
                <a:moveTo>
                  <a:pt x="605383" y="712158"/>
                </a:moveTo>
                <a:lnTo>
                  <a:pt x="586671" y="712381"/>
                </a:lnTo>
                <a:moveTo>
                  <a:pt x="597964" y="848139"/>
                </a:moveTo>
                <a:lnTo>
                  <a:pt x="602852" y="764384"/>
                </a:lnTo>
                <a:moveTo>
                  <a:pt x="811495" y="861245"/>
                </a:moveTo>
                <a:lnTo>
                  <a:pt x="820532" y="778017"/>
                </a:lnTo>
                <a:moveTo>
                  <a:pt x="721254" y="603662"/>
                </a:moveTo>
                <a:lnTo>
                  <a:pt x="648402" y="513749"/>
                </a:lnTo>
                <a:moveTo>
                  <a:pt x="822001" y="609450"/>
                </a:moveTo>
                <a:lnTo>
                  <a:pt x="820649" y="524901"/>
                </a:lnTo>
                <a:moveTo>
                  <a:pt x="607786" y="680586"/>
                </a:moveTo>
                <a:lnTo>
                  <a:pt x="629979" y="597204"/>
                </a:lnTo>
                <a:moveTo>
                  <a:pt x="818316" y="946489"/>
                </a:moveTo>
                <a:lnTo>
                  <a:pt x="811495" y="861245"/>
                </a:lnTo>
                <a:moveTo>
                  <a:pt x="892497" y="613659"/>
                </a:moveTo>
                <a:lnTo>
                  <a:pt x="822001" y="609450"/>
                </a:lnTo>
                <a:moveTo>
                  <a:pt x="721254" y="603662"/>
                </a:moveTo>
                <a:lnTo>
                  <a:pt x="706434" y="517401"/>
                </a:lnTo>
                <a:moveTo>
                  <a:pt x="1590509" y="296125"/>
                </a:moveTo>
                <a:lnTo>
                  <a:pt x="1574051" y="318409"/>
                </a:lnTo>
                <a:moveTo>
                  <a:pt x="877234" y="697177"/>
                </a:moveTo>
                <a:lnTo>
                  <a:pt x="892497" y="613659"/>
                </a:lnTo>
                <a:moveTo>
                  <a:pt x="1946683" y="931016"/>
                </a:moveTo>
                <a:lnTo>
                  <a:pt x="1909242" y="881734"/>
                </a:lnTo>
                <a:moveTo>
                  <a:pt x="1992665" y="591909"/>
                </a:moveTo>
                <a:lnTo>
                  <a:pt x="1952498" y="512034"/>
                </a:lnTo>
                <a:moveTo>
                  <a:pt x="2223753" y="780769"/>
                </a:moveTo>
                <a:lnTo>
                  <a:pt x="2218965" y="759546"/>
                </a:lnTo>
                <a:moveTo>
                  <a:pt x="593836" y="678860"/>
                </a:moveTo>
                <a:lnTo>
                  <a:pt x="510289" y="590883"/>
                </a:lnTo>
                <a:moveTo>
                  <a:pt x="602852" y="764384"/>
                </a:moveTo>
                <a:lnTo>
                  <a:pt x="605383" y="712158"/>
                </a:lnTo>
                <a:moveTo>
                  <a:pt x="1642116" y="494636"/>
                </a:moveTo>
                <a:lnTo>
                  <a:pt x="1645018" y="472669"/>
                </a:lnTo>
                <a:moveTo>
                  <a:pt x="787407" y="354490"/>
                </a:moveTo>
                <a:lnTo>
                  <a:pt x="795028" y="270821"/>
                </a:lnTo>
                <a:moveTo>
                  <a:pt x="721254" y="603662"/>
                </a:moveTo>
                <a:lnTo>
                  <a:pt x="629979" y="597204"/>
                </a:lnTo>
                <a:moveTo>
                  <a:pt x="602852" y="764384"/>
                </a:moveTo>
                <a:lnTo>
                  <a:pt x="607786" y="680586"/>
                </a:lnTo>
                <a:moveTo>
                  <a:pt x="847611" y="948051"/>
                </a:moveTo>
                <a:lnTo>
                  <a:pt x="818316" y="946489"/>
                </a:lnTo>
                <a:moveTo>
                  <a:pt x="877234" y="697177"/>
                </a:moveTo>
                <a:lnTo>
                  <a:pt x="820532" y="778017"/>
                </a:lnTo>
                <a:moveTo>
                  <a:pt x="2217085" y="612349"/>
                </a:moveTo>
                <a:lnTo>
                  <a:pt x="2111408" y="604626"/>
                </a:lnTo>
                <a:moveTo>
                  <a:pt x="2079483" y="520177"/>
                </a:moveTo>
                <a:lnTo>
                  <a:pt x="1992665" y="591909"/>
                </a:lnTo>
                <a:moveTo>
                  <a:pt x="1754824" y="610425"/>
                </a:moveTo>
                <a:lnTo>
                  <a:pt x="1727558" y="584037"/>
                </a:lnTo>
                <a:moveTo>
                  <a:pt x="587053" y="763997"/>
                </a:moveTo>
                <a:lnTo>
                  <a:pt x="586671" y="712381"/>
                </a:lnTo>
                <a:moveTo>
                  <a:pt x="607786" y="680586"/>
                </a:moveTo>
                <a:lnTo>
                  <a:pt x="605383" y="712158"/>
                </a:lnTo>
                <a:moveTo>
                  <a:pt x="892497" y="613659"/>
                </a:moveTo>
                <a:lnTo>
                  <a:pt x="826612" y="694413"/>
                </a:lnTo>
                <a:moveTo>
                  <a:pt x="947997" y="912571"/>
                </a:moveTo>
                <a:lnTo>
                  <a:pt x="886788" y="865004"/>
                </a:lnTo>
                <a:moveTo>
                  <a:pt x="1543458" y="403232"/>
                </a:moveTo>
                <a:lnTo>
                  <a:pt x="1557501" y="400681"/>
                </a:lnTo>
                <a:moveTo>
                  <a:pt x="597964" y="848139"/>
                </a:moveTo>
                <a:lnTo>
                  <a:pt x="587053" y="763997"/>
                </a:lnTo>
                <a:moveTo>
                  <a:pt x="885756" y="529707"/>
                </a:moveTo>
                <a:lnTo>
                  <a:pt x="820649" y="524901"/>
                </a:lnTo>
                <a:moveTo>
                  <a:pt x="2218965" y="759546"/>
                </a:moveTo>
                <a:lnTo>
                  <a:pt x="2208751" y="696004"/>
                </a:lnTo>
                <a:moveTo>
                  <a:pt x="826612" y="694413"/>
                </a:moveTo>
                <a:lnTo>
                  <a:pt x="822001" y="609450"/>
                </a:lnTo>
                <a:moveTo>
                  <a:pt x="892497" y="613659"/>
                </a:moveTo>
                <a:lnTo>
                  <a:pt x="885756" y="529707"/>
                </a:lnTo>
                <a:moveTo>
                  <a:pt x="822001" y="609450"/>
                </a:moveTo>
                <a:lnTo>
                  <a:pt x="745335" y="605118"/>
                </a:lnTo>
                <a:moveTo>
                  <a:pt x="2083817" y="939359"/>
                </a:moveTo>
                <a:lnTo>
                  <a:pt x="2027590" y="881714"/>
                </a:lnTo>
                <a:moveTo>
                  <a:pt x="1755388" y="670147"/>
                </a:moveTo>
                <a:lnTo>
                  <a:pt x="1755278" y="664914"/>
                </a:lnTo>
                <a:moveTo>
                  <a:pt x="877234" y="697177"/>
                </a:moveTo>
                <a:lnTo>
                  <a:pt x="826612" y="694413"/>
                </a:lnTo>
                <a:moveTo>
                  <a:pt x="610909" y="934162"/>
                </a:moveTo>
                <a:lnTo>
                  <a:pt x="597964" y="848139"/>
                </a:lnTo>
                <a:moveTo>
                  <a:pt x="591655" y="847907"/>
                </a:moveTo>
                <a:lnTo>
                  <a:pt x="587053" y="763997"/>
                </a:lnTo>
                <a:moveTo>
                  <a:pt x="820532" y="778017"/>
                </a:moveTo>
                <a:lnTo>
                  <a:pt x="826612" y="694413"/>
                </a:lnTo>
                <a:moveTo>
                  <a:pt x="2237220" y="866859"/>
                </a:moveTo>
                <a:lnTo>
                  <a:pt x="2209669" y="909481"/>
                </a:lnTo>
                <a:moveTo>
                  <a:pt x="602852" y="764384"/>
                </a:moveTo>
                <a:lnTo>
                  <a:pt x="587053" y="763997"/>
                </a:lnTo>
                <a:moveTo>
                  <a:pt x="2110336" y="602804"/>
                </a:moveTo>
                <a:lnTo>
                  <a:pt x="2133995" y="523249"/>
                </a:lnTo>
                <a:moveTo>
                  <a:pt x="1631375" y="490094"/>
                </a:moveTo>
                <a:lnTo>
                  <a:pt x="1645018" y="472669"/>
                </a:lnTo>
                <a:moveTo>
                  <a:pt x="1727558" y="584037"/>
                </a:moveTo>
                <a:lnTo>
                  <a:pt x="1750405" y="580590"/>
                </a:lnTo>
                <a:moveTo>
                  <a:pt x="2027590" y="881714"/>
                </a:moveTo>
                <a:lnTo>
                  <a:pt x="1987484" y="933526"/>
                </a:lnTo>
                <a:moveTo>
                  <a:pt x="885756" y="529707"/>
                </a:moveTo>
                <a:lnTo>
                  <a:pt x="822001" y="609450"/>
                </a:lnTo>
                <a:moveTo>
                  <a:pt x="811495" y="861245"/>
                </a:moveTo>
                <a:lnTo>
                  <a:pt x="723786" y="857115"/>
                </a:lnTo>
                <a:moveTo>
                  <a:pt x="2027590" y="881714"/>
                </a:moveTo>
                <a:lnTo>
                  <a:pt x="1946683" y="931016"/>
                </a:lnTo>
                <a:moveTo>
                  <a:pt x="510289" y="590883"/>
                </a:moveTo>
                <a:lnTo>
                  <a:pt x="497078" y="550186"/>
                </a:lnTo>
                <a:moveTo>
                  <a:pt x="847611" y="948051"/>
                </a:moveTo>
                <a:lnTo>
                  <a:pt x="824950" y="988394"/>
                </a:lnTo>
                <a:moveTo>
                  <a:pt x="728345" y="637708"/>
                </a:moveTo>
                <a:lnTo>
                  <a:pt x="629979" y="597204"/>
                </a:lnTo>
                <a:moveTo>
                  <a:pt x="587053" y="763997"/>
                </a:moveTo>
                <a:lnTo>
                  <a:pt x="605383" y="712158"/>
                </a:lnTo>
                <a:moveTo>
                  <a:pt x="701947" y="855721"/>
                </a:moveTo>
                <a:lnTo>
                  <a:pt x="597964" y="848139"/>
                </a:lnTo>
                <a:moveTo>
                  <a:pt x="1811061" y="335968"/>
                </a:moveTo>
                <a:lnTo>
                  <a:pt x="1775647" y="274555"/>
                </a:lnTo>
                <a:moveTo>
                  <a:pt x="2223753" y="780769"/>
                </a:moveTo>
                <a:lnTo>
                  <a:pt x="2208751" y="696004"/>
                </a:lnTo>
                <a:moveTo>
                  <a:pt x="2039179" y="518215"/>
                </a:moveTo>
                <a:lnTo>
                  <a:pt x="1992665" y="591909"/>
                </a:lnTo>
                <a:moveTo>
                  <a:pt x="795028" y="270821"/>
                </a:moveTo>
                <a:lnTo>
                  <a:pt x="792677" y="186955"/>
                </a:lnTo>
                <a:moveTo>
                  <a:pt x="929461" y="955304"/>
                </a:moveTo>
                <a:lnTo>
                  <a:pt x="886788" y="865004"/>
                </a:lnTo>
                <a:moveTo>
                  <a:pt x="453192" y="202277"/>
                </a:moveTo>
                <a:lnTo>
                  <a:pt x="464222" y="227010"/>
                </a:lnTo>
                <a:moveTo>
                  <a:pt x="2110336" y="602804"/>
                </a:moveTo>
                <a:lnTo>
                  <a:pt x="2079483" y="520177"/>
                </a:lnTo>
                <a:moveTo>
                  <a:pt x="435129" y="503904"/>
                </a:moveTo>
                <a:lnTo>
                  <a:pt x="472118" y="501651"/>
                </a:lnTo>
                <a:moveTo>
                  <a:pt x="824950" y="988394"/>
                </a:moveTo>
                <a:lnTo>
                  <a:pt x="818316" y="946489"/>
                </a:lnTo>
                <a:moveTo>
                  <a:pt x="745335" y="605118"/>
                </a:moveTo>
                <a:lnTo>
                  <a:pt x="721254" y="603662"/>
                </a:lnTo>
                <a:moveTo>
                  <a:pt x="947997" y="912571"/>
                </a:moveTo>
                <a:lnTo>
                  <a:pt x="914353" y="867301"/>
                </a:lnTo>
                <a:moveTo>
                  <a:pt x="2210787" y="528405"/>
                </a:moveTo>
                <a:lnTo>
                  <a:pt x="2111408" y="604626"/>
                </a:lnTo>
                <a:moveTo>
                  <a:pt x="948432" y="788040"/>
                </a:moveTo>
                <a:lnTo>
                  <a:pt x="886788" y="865004"/>
                </a:lnTo>
                <a:moveTo>
                  <a:pt x="2210787" y="528405"/>
                </a:moveTo>
                <a:lnTo>
                  <a:pt x="2110336" y="602804"/>
                </a:lnTo>
                <a:moveTo>
                  <a:pt x="1642116" y="494636"/>
                </a:moveTo>
                <a:lnTo>
                  <a:pt x="1658369" y="490861"/>
                </a:lnTo>
                <a:moveTo>
                  <a:pt x="2143589" y="919581"/>
                </a:moveTo>
                <a:lnTo>
                  <a:pt x="2083817" y="939359"/>
                </a:lnTo>
                <a:moveTo>
                  <a:pt x="2143589" y="919581"/>
                </a:moveTo>
                <a:lnTo>
                  <a:pt x="2093847" y="940028"/>
                </a:lnTo>
                <a:moveTo>
                  <a:pt x="1799590" y="754838"/>
                </a:moveTo>
                <a:lnTo>
                  <a:pt x="1798802" y="754207"/>
                </a:lnTo>
                <a:moveTo>
                  <a:pt x="1952498" y="512034"/>
                </a:moveTo>
                <a:lnTo>
                  <a:pt x="1904074" y="508058"/>
                </a:lnTo>
                <a:moveTo>
                  <a:pt x="811495" y="861245"/>
                </a:moveTo>
                <a:lnTo>
                  <a:pt x="733538" y="773979"/>
                </a:lnTo>
                <a:moveTo>
                  <a:pt x="818316" y="946489"/>
                </a:moveTo>
                <a:lnTo>
                  <a:pt x="723786" y="857115"/>
                </a:lnTo>
                <a:moveTo>
                  <a:pt x="701645" y="771895"/>
                </a:moveTo>
                <a:lnTo>
                  <a:pt x="597964" y="848139"/>
                </a:lnTo>
                <a:moveTo>
                  <a:pt x="954554" y="806799"/>
                </a:moveTo>
                <a:lnTo>
                  <a:pt x="914353" y="867301"/>
                </a:lnTo>
                <a:moveTo>
                  <a:pt x="1741985" y="614884"/>
                </a:moveTo>
                <a:lnTo>
                  <a:pt x="1754824" y="610425"/>
                </a:lnTo>
                <a:moveTo>
                  <a:pt x="707855" y="688199"/>
                </a:moveTo>
                <a:lnTo>
                  <a:pt x="629979" y="597204"/>
                </a:lnTo>
                <a:moveTo>
                  <a:pt x="997509" y="872826"/>
                </a:moveTo>
                <a:lnTo>
                  <a:pt x="947997" y="912571"/>
                </a:lnTo>
                <a:moveTo>
                  <a:pt x="2208751" y="696004"/>
                </a:moveTo>
                <a:lnTo>
                  <a:pt x="2217085" y="612349"/>
                </a:lnTo>
                <a:moveTo>
                  <a:pt x="1543458" y="403232"/>
                </a:moveTo>
                <a:lnTo>
                  <a:pt x="1574051" y="318409"/>
                </a:lnTo>
                <a:moveTo>
                  <a:pt x="2237220" y="866859"/>
                </a:moveTo>
                <a:lnTo>
                  <a:pt x="2223753" y="780769"/>
                </a:lnTo>
                <a:moveTo>
                  <a:pt x="1741985" y="614884"/>
                </a:moveTo>
                <a:lnTo>
                  <a:pt x="1755278" y="664914"/>
                </a:lnTo>
                <a:moveTo>
                  <a:pt x="701645" y="771895"/>
                </a:moveTo>
                <a:lnTo>
                  <a:pt x="602852" y="764384"/>
                </a:lnTo>
                <a:moveTo>
                  <a:pt x="1865111" y="761769"/>
                </a:moveTo>
                <a:lnTo>
                  <a:pt x="1848501" y="839621"/>
                </a:lnTo>
                <a:moveTo>
                  <a:pt x="745335" y="605118"/>
                </a:moveTo>
                <a:lnTo>
                  <a:pt x="728345" y="637708"/>
                </a:lnTo>
                <a:moveTo>
                  <a:pt x="728345" y="637708"/>
                </a:moveTo>
                <a:lnTo>
                  <a:pt x="721254" y="603662"/>
                </a:lnTo>
                <a:moveTo>
                  <a:pt x="1550507" y="319552"/>
                </a:moveTo>
                <a:lnTo>
                  <a:pt x="1574051" y="318409"/>
                </a:lnTo>
                <a:moveTo>
                  <a:pt x="1846050" y="420477"/>
                </a:moveTo>
                <a:lnTo>
                  <a:pt x="1815888" y="335114"/>
                </a:lnTo>
                <a:moveTo>
                  <a:pt x="818316" y="946489"/>
                </a:moveTo>
                <a:lnTo>
                  <a:pt x="727793" y="942002"/>
                </a:lnTo>
                <a:moveTo>
                  <a:pt x="701645" y="771895"/>
                </a:moveTo>
                <a:lnTo>
                  <a:pt x="607786" y="680586"/>
                </a:lnTo>
                <a:moveTo>
                  <a:pt x="2209669" y="909481"/>
                </a:moveTo>
                <a:lnTo>
                  <a:pt x="2143589" y="919581"/>
                </a:lnTo>
                <a:moveTo>
                  <a:pt x="948432" y="788040"/>
                </a:moveTo>
                <a:lnTo>
                  <a:pt x="914353" y="867301"/>
                </a:lnTo>
                <a:moveTo>
                  <a:pt x="997509" y="872826"/>
                </a:moveTo>
                <a:lnTo>
                  <a:pt x="954554" y="806799"/>
                </a:lnTo>
                <a:moveTo>
                  <a:pt x="820532" y="778017"/>
                </a:moveTo>
                <a:lnTo>
                  <a:pt x="733538" y="773979"/>
                </a:lnTo>
                <a:moveTo>
                  <a:pt x="591655" y="847907"/>
                </a:moveTo>
                <a:lnTo>
                  <a:pt x="519663" y="845206"/>
                </a:lnTo>
                <a:moveTo>
                  <a:pt x="701947" y="855721"/>
                </a:moveTo>
                <a:lnTo>
                  <a:pt x="610909" y="934162"/>
                </a:lnTo>
                <a:moveTo>
                  <a:pt x="1710149" y="275252"/>
                </a:moveTo>
                <a:lnTo>
                  <a:pt x="1590509" y="296125"/>
                </a:lnTo>
                <a:moveTo>
                  <a:pt x="411712" y="332241"/>
                </a:moveTo>
                <a:lnTo>
                  <a:pt x="407318" y="247305"/>
                </a:lnTo>
                <a:moveTo>
                  <a:pt x="707855" y="688199"/>
                </a:moveTo>
                <a:lnTo>
                  <a:pt x="607786" y="680586"/>
                </a:lnTo>
                <a:moveTo>
                  <a:pt x="738737" y="690263"/>
                </a:moveTo>
                <a:lnTo>
                  <a:pt x="822001" y="609450"/>
                </a:lnTo>
                <a:moveTo>
                  <a:pt x="948432" y="788040"/>
                </a:moveTo>
                <a:lnTo>
                  <a:pt x="878276" y="781017"/>
                </a:lnTo>
                <a:moveTo>
                  <a:pt x="453192" y="202277"/>
                </a:moveTo>
                <a:lnTo>
                  <a:pt x="438848" y="246880"/>
                </a:lnTo>
                <a:moveTo>
                  <a:pt x="820532" y="778017"/>
                </a:moveTo>
                <a:lnTo>
                  <a:pt x="738737" y="690263"/>
                </a:lnTo>
                <a:moveTo>
                  <a:pt x="593836" y="678860"/>
                </a:moveTo>
                <a:lnTo>
                  <a:pt x="536273" y="678565"/>
                </a:lnTo>
                <a:moveTo>
                  <a:pt x="723786" y="857115"/>
                </a:moveTo>
                <a:lnTo>
                  <a:pt x="701947" y="855721"/>
                </a:lnTo>
                <a:moveTo>
                  <a:pt x="856369" y="481597"/>
                </a:moveTo>
                <a:lnTo>
                  <a:pt x="820649" y="524901"/>
                </a:lnTo>
                <a:moveTo>
                  <a:pt x="1581393" y="443155"/>
                </a:moveTo>
                <a:lnTo>
                  <a:pt x="1543458" y="403232"/>
                </a:lnTo>
                <a:moveTo>
                  <a:pt x="683138" y="939169"/>
                </a:moveTo>
                <a:lnTo>
                  <a:pt x="610909" y="934162"/>
                </a:lnTo>
                <a:moveTo>
                  <a:pt x="1846050" y="420477"/>
                </a:moveTo>
                <a:lnTo>
                  <a:pt x="1824017" y="347492"/>
                </a:lnTo>
                <a:moveTo>
                  <a:pt x="526456" y="930447"/>
                </a:moveTo>
                <a:lnTo>
                  <a:pt x="597964" y="848139"/>
                </a:lnTo>
                <a:moveTo>
                  <a:pt x="1933819" y="485313"/>
                </a:moveTo>
                <a:lnTo>
                  <a:pt x="1904074" y="508058"/>
                </a:lnTo>
                <a:moveTo>
                  <a:pt x="929461" y="955304"/>
                </a:moveTo>
                <a:lnTo>
                  <a:pt x="847611" y="948051"/>
                </a:lnTo>
                <a:moveTo>
                  <a:pt x="2217085" y="612349"/>
                </a:moveTo>
                <a:lnTo>
                  <a:pt x="2210787" y="528405"/>
                </a:lnTo>
                <a:moveTo>
                  <a:pt x="826612" y="694413"/>
                </a:moveTo>
                <a:lnTo>
                  <a:pt x="738737" y="690263"/>
                </a:lnTo>
                <a:moveTo>
                  <a:pt x="738737" y="690263"/>
                </a:moveTo>
                <a:lnTo>
                  <a:pt x="745335" y="605118"/>
                </a:lnTo>
                <a:moveTo>
                  <a:pt x="587501" y="177271"/>
                </a:moveTo>
                <a:lnTo>
                  <a:pt x="589075" y="256369"/>
                </a:lnTo>
                <a:moveTo>
                  <a:pt x="683138" y="939169"/>
                </a:moveTo>
                <a:lnTo>
                  <a:pt x="701947" y="855721"/>
                </a:lnTo>
                <a:moveTo>
                  <a:pt x="591655" y="847907"/>
                </a:moveTo>
                <a:lnTo>
                  <a:pt x="526424" y="929977"/>
                </a:lnTo>
                <a:moveTo>
                  <a:pt x="526456" y="930447"/>
                </a:moveTo>
                <a:lnTo>
                  <a:pt x="591655" y="847907"/>
                </a:lnTo>
                <a:moveTo>
                  <a:pt x="534470" y="762712"/>
                </a:moveTo>
                <a:lnTo>
                  <a:pt x="586671" y="712381"/>
                </a:lnTo>
                <a:moveTo>
                  <a:pt x="536273" y="678565"/>
                </a:moveTo>
                <a:lnTo>
                  <a:pt x="586671" y="712381"/>
                </a:lnTo>
                <a:moveTo>
                  <a:pt x="727793" y="942002"/>
                </a:moveTo>
                <a:lnTo>
                  <a:pt x="701947" y="855721"/>
                </a:lnTo>
                <a:moveTo>
                  <a:pt x="727793" y="942002"/>
                </a:moveTo>
                <a:lnTo>
                  <a:pt x="723786" y="857115"/>
                </a:lnTo>
                <a:moveTo>
                  <a:pt x="587053" y="763997"/>
                </a:moveTo>
                <a:lnTo>
                  <a:pt x="519663" y="845206"/>
                </a:lnTo>
                <a:moveTo>
                  <a:pt x="701947" y="855721"/>
                </a:moveTo>
                <a:lnTo>
                  <a:pt x="701645" y="771895"/>
                </a:lnTo>
                <a:moveTo>
                  <a:pt x="2133995" y="523249"/>
                </a:moveTo>
                <a:lnTo>
                  <a:pt x="2079483" y="520177"/>
                </a:lnTo>
                <a:moveTo>
                  <a:pt x="723786" y="857115"/>
                </a:moveTo>
                <a:lnTo>
                  <a:pt x="701645" y="771895"/>
                </a:lnTo>
                <a:moveTo>
                  <a:pt x="414064" y="416917"/>
                </a:moveTo>
                <a:lnTo>
                  <a:pt x="411712" y="332241"/>
                </a:lnTo>
                <a:moveTo>
                  <a:pt x="1909242" y="881734"/>
                </a:moveTo>
                <a:lnTo>
                  <a:pt x="1899260" y="846262"/>
                </a:lnTo>
                <a:moveTo>
                  <a:pt x="2210787" y="528405"/>
                </a:moveTo>
                <a:lnTo>
                  <a:pt x="2133995" y="523249"/>
                </a:lnTo>
                <a:moveTo>
                  <a:pt x="723786" y="857115"/>
                </a:moveTo>
                <a:lnTo>
                  <a:pt x="733538" y="773979"/>
                </a:lnTo>
                <a:moveTo>
                  <a:pt x="2027590" y="881714"/>
                </a:moveTo>
                <a:lnTo>
                  <a:pt x="1909242" y="881734"/>
                </a:lnTo>
                <a:moveTo>
                  <a:pt x="1550507" y="319552"/>
                </a:moveTo>
                <a:lnTo>
                  <a:pt x="1590509" y="296125"/>
                </a:lnTo>
                <a:moveTo>
                  <a:pt x="707855" y="688199"/>
                </a:moveTo>
                <a:lnTo>
                  <a:pt x="728345" y="637708"/>
                </a:lnTo>
                <a:moveTo>
                  <a:pt x="497078" y="550186"/>
                </a:moveTo>
                <a:lnTo>
                  <a:pt x="435129" y="503904"/>
                </a:lnTo>
                <a:moveTo>
                  <a:pt x="727793" y="942002"/>
                </a:moveTo>
                <a:lnTo>
                  <a:pt x="683138" y="939169"/>
                </a:lnTo>
                <a:moveTo>
                  <a:pt x="829678" y="444782"/>
                </a:moveTo>
                <a:lnTo>
                  <a:pt x="784574" y="522073"/>
                </a:lnTo>
                <a:moveTo>
                  <a:pt x="497078" y="550186"/>
                </a:moveTo>
                <a:lnTo>
                  <a:pt x="434875" y="503941"/>
                </a:lnTo>
                <a:moveTo>
                  <a:pt x="742961" y="1028308"/>
                </a:moveTo>
                <a:lnTo>
                  <a:pt x="818316" y="946489"/>
                </a:lnTo>
                <a:moveTo>
                  <a:pt x="885756" y="529707"/>
                </a:moveTo>
                <a:lnTo>
                  <a:pt x="856369" y="481597"/>
                </a:lnTo>
                <a:moveTo>
                  <a:pt x="738737" y="690263"/>
                </a:moveTo>
                <a:lnTo>
                  <a:pt x="728345" y="637708"/>
                </a:lnTo>
                <a:moveTo>
                  <a:pt x="953933" y="620510"/>
                </a:moveTo>
                <a:lnTo>
                  <a:pt x="892497" y="613659"/>
                </a:lnTo>
                <a:moveTo>
                  <a:pt x="1909242" y="881734"/>
                </a:moveTo>
                <a:lnTo>
                  <a:pt x="1924925" y="848218"/>
                </a:lnTo>
                <a:moveTo>
                  <a:pt x="935957" y="703975"/>
                </a:moveTo>
                <a:lnTo>
                  <a:pt x="878276" y="781017"/>
                </a:lnTo>
                <a:moveTo>
                  <a:pt x="1824017" y="347492"/>
                </a:moveTo>
                <a:lnTo>
                  <a:pt x="1815888" y="335114"/>
                </a:lnTo>
                <a:moveTo>
                  <a:pt x="829678" y="444782"/>
                </a:moveTo>
                <a:lnTo>
                  <a:pt x="789626" y="438353"/>
                </a:lnTo>
                <a:moveTo>
                  <a:pt x="733538" y="773979"/>
                </a:moveTo>
                <a:lnTo>
                  <a:pt x="701645" y="771895"/>
                </a:lnTo>
                <a:moveTo>
                  <a:pt x="783997" y="1030616"/>
                </a:moveTo>
                <a:lnTo>
                  <a:pt x="824950" y="988394"/>
                </a:lnTo>
                <a:moveTo>
                  <a:pt x="2039179" y="518215"/>
                </a:moveTo>
                <a:lnTo>
                  <a:pt x="1952498" y="512034"/>
                </a:lnTo>
                <a:moveTo>
                  <a:pt x="953933" y="620510"/>
                </a:moveTo>
                <a:lnTo>
                  <a:pt x="877234" y="697177"/>
                </a:lnTo>
                <a:moveTo>
                  <a:pt x="701645" y="771895"/>
                </a:moveTo>
                <a:lnTo>
                  <a:pt x="707855" y="688199"/>
                </a:lnTo>
                <a:moveTo>
                  <a:pt x="1760521" y="315897"/>
                </a:moveTo>
                <a:lnTo>
                  <a:pt x="1775647" y="274555"/>
                </a:lnTo>
                <a:moveTo>
                  <a:pt x="610909" y="934162"/>
                </a:moveTo>
                <a:lnTo>
                  <a:pt x="526456" y="930447"/>
                </a:lnTo>
                <a:moveTo>
                  <a:pt x="1952498" y="512034"/>
                </a:moveTo>
                <a:lnTo>
                  <a:pt x="1933819" y="485313"/>
                </a:lnTo>
                <a:moveTo>
                  <a:pt x="733538" y="773979"/>
                </a:moveTo>
                <a:lnTo>
                  <a:pt x="707855" y="688199"/>
                </a:lnTo>
                <a:moveTo>
                  <a:pt x="792677" y="186955"/>
                </a:moveTo>
                <a:lnTo>
                  <a:pt x="760231" y="123376"/>
                </a:lnTo>
                <a:moveTo>
                  <a:pt x="824950" y="988394"/>
                </a:moveTo>
                <a:lnTo>
                  <a:pt x="742961" y="1028308"/>
                </a:lnTo>
                <a:moveTo>
                  <a:pt x="587053" y="763997"/>
                </a:moveTo>
                <a:lnTo>
                  <a:pt x="534470" y="762712"/>
                </a:lnTo>
                <a:moveTo>
                  <a:pt x="2079483" y="520177"/>
                </a:moveTo>
                <a:lnTo>
                  <a:pt x="2039179" y="518215"/>
                </a:lnTo>
                <a:moveTo>
                  <a:pt x="733538" y="773979"/>
                </a:moveTo>
                <a:lnTo>
                  <a:pt x="738737" y="690263"/>
                </a:lnTo>
                <a:moveTo>
                  <a:pt x="2013174" y="854147"/>
                </a:moveTo>
                <a:lnTo>
                  <a:pt x="1909242" y="881734"/>
                </a:lnTo>
                <a:moveTo>
                  <a:pt x="1727558" y="584037"/>
                </a:moveTo>
                <a:lnTo>
                  <a:pt x="1694057" y="534815"/>
                </a:lnTo>
                <a:moveTo>
                  <a:pt x="978497" y="875458"/>
                </a:moveTo>
                <a:lnTo>
                  <a:pt x="997509" y="872826"/>
                </a:lnTo>
                <a:moveTo>
                  <a:pt x="829678" y="444782"/>
                </a:moveTo>
                <a:lnTo>
                  <a:pt x="820649" y="524901"/>
                </a:lnTo>
                <a:moveTo>
                  <a:pt x="636164" y="1021751"/>
                </a:moveTo>
                <a:lnTo>
                  <a:pt x="610909" y="934162"/>
                </a:lnTo>
                <a:moveTo>
                  <a:pt x="935957" y="703975"/>
                </a:moveTo>
                <a:lnTo>
                  <a:pt x="877234" y="697177"/>
                </a:lnTo>
                <a:moveTo>
                  <a:pt x="738737" y="690263"/>
                </a:moveTo>
                <a:lnTo>
                  <a:pt x="707855" y="688199"/>
                </a:lnTo>
                <a:moveTo>
                  <a:pt x="2237220" y="866859"/>
                </a:moveTo>
                <a:lnTo>
                  <a:pt x="2143589" y="919581"/>
                </a:lnTo>
                <a:moveTo>
                  <a:pt x="1887759" y="426939"/>
                </a:moveTo>
                <a:lnTo>
                  <a:pt x="1865054" y="504671"/>
                </a:lnTo>
                <a:moveTo>
                  <a:pt x="536273" y="678565"/>
                </a:moveTo>
                <a:lnTo>
                  <a:pt x="510289" y="590883"/>
                </a:lnTo>
                <a:moveTo>
                  <a:pt x="1924925" y="848218"/>
                </a:moveTo>
                <a:lnTo>
                  <a:pt x="1899260" y="846262"/>
                </a:lnTo>
                <a:moveTo>
                  <a:pt x="1694057" y="534815"/>
                </a:moveTo>
                <a:lnTo>
                  <a:pt x="1642116" y="494636"/>
                </a:lnTo>
                <a:moveTo>
                  <a:pt x="1798802" y="754207"/>
                </a:moveTo>
                <a:lnTo>
                  <a:pt x="1755388" y="670147"/>
                </a:lnTo>
                <a:moveTo>
                  <a:pt x="829678" y="444782"/>
                </a:moveTo>
                <a:lnTo>
                  <a:pt x="787407" y="354490"/>
                </a:lnTo>
                <a:moveTo>
                  <a:pt x="1811061" y="335968"/>
                </a:moveTo>
                <a:lnTo>
                  <a:pt x="1815888" y="335114"/>
                </a:lnTo>
                <a:moveTo>
                  <a:pt x="1631375" y="490094"/>
                </a:moveTo>
                <a:lnTo>
                  <a:pt x="1581393" y="443155"/>
                </a:lnTo>
                <a:moveTo>
                  <a:pt x="2133995" y="523249"/>
                </a:moveTo>
                <a:lnTo>
                  <a:pt x="2051499" y="496054"/>
                </a:lnTo>
                <a:moveTo>
                  <a:pt x="742961" y="1028308"/>
                </a:moveTo>
                <a:lnTo>
                  <a:pt x="683138" y="939169"/>
                </a:lnTo>
                <a:moveTo>
                  <a:pt x="929461" y="955304"/>
                </a:moveTo>
                <a:lnTo>
                  <a:pt x="947997" y="912571"/>
                </a:lnTo>
                <a:moveTo>
                  <a:pt x="2143589" y="919581"/>
                </a:moveTo>
                <a:lnTo>
                  <a:pt x="2027590" y="881714"/>
                </a:lnTo>
                <a:moveTo>
                  <a:pt x="644591" y="1022228"/>
                </a:moveTo>
                <a:lnTo>
                  <a:pt x="683138" y="939169"/>
                </a:lnTo>
                <a:moveTo>
                  <a:pt x="683138" y="939169"/>
                </a:moveTo>
                <a:lnTo>
                  <a:pt x="636164" y="1021751"/>
                </a:lnTo>
                <a:moveTo>
                  <a:pt x="742961" y="1028308"/>
                </a:moveTo>
                <a:lnTo>
                  <a:pt x="727793" y="942002"/>
                </a:lnTo>
                <a:moveTo>
                  <a:pt x="1581393" y="443155"/>
                </a:moveTo>
                <a:lnTo>
                  <a:pt x="1530712" y="404299"/>
                </a:lnTo>
                <a:moveTo>
                  <a:pt x="2039179" y="518215"/>
                </a:moveTo>
                <a:lnTo>
                  <a:pt x="1933819" y="485313"/>
                </a:lnTo>
                <a:moveTo>
                  <a:pt x="2027590" y="881714"/>
                </a:moveTo>
                <a:lnTo>
                  <a:pt x="2013174" y="854147"/>
                </a:lnTo>
                <a:moveTo>
                  <a:pt x="1543458" y="403232"/>
                </a:moveTo>
                <a:lnTo>
                  <a:pt x="1550507" y="319552"/>
                </a:lnTo>
                <a:moveTo>
                  <a:pt x="1865111" y="761769"/>
                </a:moveTo>
                <a:lnTo>
                  <a:pt x="1799590" y="754838"/>
                </a:lnTo>
                <a:moveTo>
                  <a:pt x="2079483" y="520177"/>
                </a:moveTo>
                <a:lnTo>
                  <a:pt x="2051499" y="496054"/>
                </a:lnTo>
                <a:moveTo>
                  <a:pt x="1865111" y="761769"/>
                </a:moveTo>
                <a:lnTo>
                  <a:pt x="1798802" y="754207"/>
                </a:lnTo>
                <a:moveTo>
                  <a:pt x="526424" y="929977"/>
                </a:moveTo>
                <a:lnTo>
                  <a:pt x="519663" y="845206"/>
                </a:lnTo>
                <a:moveTo>
                  <a:pt x="1824017" y="347492"/>
                </a:moveTo>
                <a:lnTo>
                  <a:pt x="1811061" y="335968"/>
                </a:lnTo>
                <a:moveTo>
                  <a:pt x="935616" y="536329"/>
                </a:moveTo>
                <a:lnTo>
                  <a:pt x="892497" y="613659"/>
                </a:lnTo>
                <a:moveTo>
                  <a:pt x="535505" y="679161"/>
                </a:moveTo>
                <a:lnTo>
                  <a:pt x="510289" y="590883"/>
                </a:lnTo>
                <a:moveTo>
                  <a:pt x="875783" y="1021600"/>
                </a:moveTo>
                <a:lnTo>
                  <a:pt x="847611" y="948051"/>
                </a:lnTo>
                <a:moveTo>
                  <a:pt x="435129" y="503904"/>
                </a:moveTo>
                <a:lnTo>
                  <a:pt x="414064" y="416917"/>
                </a:lnTo>
                <a:moveTo>
                  <a:pt x="434519" y="503482"/>
                </a:moveTo>
                <a:lnTo>
                  <a:pt x="414064" y="416917"/>
                </a:lnTo>
                <a:moveTo>
                  <a:pt x="954554" y="806799"/>
                </a:moveTo>
                <a:lnTo>
                  <a:pt x="948432" y="788040"/>
                </a:lnTo>
                <a:moveTo>
                  <a:pt x="795028" y="270821"/>
                </a:moveTo>
                <a:lnTo>
                  <a:pt x="783781" y="189730"/>
                </a:lnTo>
                <a:moveTo>
                  <a:pt x="2013174" y="854147"/>
                </a:moveTo>
                <a:lnTo>
                  <a:pt x="1924925" y="848218"/>
                </a:lnTo>
                <a:moveTo>
                  <a:pt x="453192" y="202277"/>
                </a:moveTo>
                <a:lnTo>
                  <a:pt x="407318" y="247305"/>
                </a:lnTo>
                <a:moveTo>
                  <a:pt x="787407" y="354490"/>
                </a:moveTo>
                <a:lnTo>
                  <a:pt x="785686" y="274349"/>
                </a:lnTo>
                <a:moveTo>
                  <a:pt x="519663" y="845206"/>
                </a:moveTo>
                <a:lnTo>
                  <a:pt x="534470" y="762712"/>
                </a:lnTo>
                <a:moveTo>
                  <a:pt x="1887759" y="426939"/>
                </a:moveTo>
                <a:lnTo>
                  <a:pt x="1904074" y="508058"/>
                </a:lnTo>
                <a:moveTo>
                  <a:pt x="517754" y="216673"/>
                </a:moveTo>
                <a:lnTo>
                  <a:pt x="453192" y="202277"/>
                </a:lnTo>
                <a:moveTo>
                  <a:pt x="2170975" y="477842"/>
                </a:moveTo>
                <a:lnTo>
                  <a:pt x="2133995" y="523249"/>
                </a:lnTo>
                <a:moveTo>
                  <a:pt x="785686" y="274349"/>
                </a:moveTo>
                <a:lnTo>
                  <a:pt x="795028" y="270821"/>
                </a:lnTo>
                <a:moveTo>
                  <a:pt x="2027590" y="881714"/>
                </a:moveTo>
                <a:lnTo>
                  <a:pt x="2047879" y="856830"/>
                </a:lnTo>
                <a:moveTo>
                  <a:pt x="1644770" y="274033"/>
                </a:moveTo>
                <a:lnTo>
                  <a:pt x="1590509" y="296125"/>
                </a:lnTo>
                <a:moveTo>
                  <a:pt x="787496" y="358956"/>
                </a:moveTo>
                <a:lnTo>
                  <a:pt x="787407" y="354490"/>
                </a:lnTo>
                <a:moveTo>
                  <a:pt x="2051499" y="496054"/>
                </a:moveTo>
                <a:lnTo>
                  <a:pt x="2039179" y="518215"/>
                </a:lnTo>
                <a:moveTo>
                  <a:pt x="587501" y="177271"/>
                </a:moveTo>
                <a:lnTo>
                  <a:pt x="517754" y="216673"/>
                </a:lnTo>
                <a:moveTo>
                  <a:pt x="1694057" y="534815"/>
                </a:moveTo>
                <a:lnTo>
                  <a:pt x="1641288" y="495714"/>
                </a:lnTo>
                <a:moveTo>
                  <a:pt x="526456" y="930447"/>
                </a:moveTo>
                <a:lnTo>
                  <a:pt x="526424" y="929977"/>
                </a:lnTo>
                <a:moveTo>
                  <a:pt x="1852127" y="747215"/>
                </a:moveTo>
                <a:lnTo>
                  <a:pt x="1798802" y="754207"/>
                </a:lnTo>
                <a:moveTo>
                  <a:pt x="1887759" y="426939"/>
                </a:moveTo>
                <a:lnTo>
                  <a:pt x="1846050" y="420477"/>
                </a:lnTo>
                <a:moveTo>
                  <a:pt x="2051499" y="496054"/>
                </a:moveTo>
                <a:lnTo>
                  <a:pt x="1933819" y="485313"/>
                </a:lnTo>
                <a:moveTo>
                  <a:pt x="783997" y="1030616"/>
                </a:moveTo>
                <a:lnTo>
                  <a:pt x="742961" y="1028308"/>
                </a:lnTo>
                <a:moveTo>
                  <a:pt x="783781" y="189730"/>
                </a:moveTo>
                <a:lnTo>
                  <a:pt x="792677" y="186955"/>
                </a:lnTo>
                <a:moveTo>
                  <a:pt x="935616" y="536329"/>
                </a:moveTo>
                <a:lnTo>
                  <a:pt x="885756" y="529707"/>
                </a:lnTo>
                <a:moveTo>
                  <a:pt x="875783" y="1021600"/>
                </a:moveTo>
                <a:lnTo>
                  <a:pt x="824950" y="988394"/>
                </a:lnTo>
                <a:moveTo>
                  <a:pt x="636164" y="1021751"/>
                </a:moveTo>
                <a:lnTo>
                  <a:pt x="526456" y="930447"/>
                </a:lnTo>
                <a:moveTo>
                  <a:pt x="2210787" y="528405"/>
                </a:moveTo>
                <a:lnTo>
                  <a:pt x="2170975" y="477842"/>
                </a:lnTo>
                <a:moveTo>
                  <a:pt x="742961" y="1028308"/>
                </a:moveTo>
                <a:lnTo>
                  <a:pt x="644591" y="1022228"/>
                </a:lnTo>
                <a:moveTo>
                  <a:pt x="1899260" y="846262"/>
                </a:moveTo>
                <a:lnTo>
                  <a:pt x="1865111" y="761769"/>
                </a:lnTo>
                <a:moveTo>
                  <a:pt x="644591" y="1022228"/>
                </a:moveTo>
                <a:lnTo>
                  <a:pt x="636164" y="1021751"/>
                </a:lnTo>
                <a:moveTo>
                  <a:pt x="572040" y="194185"/>
                </a:moveTo>
                <a:lnTo>
                  <a:pt x="517754" y="216673"/>
                </a:lnTo>
                <a:moveTo>
                  <a:pt x="742961" y="1028308"/>
                </a:moveTo>
                <a:lnTo>
                  <a:pt x="638337" y="1033746"/>
                </a:lnTo>
                <a:moveTo>
                  <a:pt x="978497" y="875458"/>
                </a:moveTo>
                <a:lnTo>
                  <a:pt x="947997" y="912571"/>
                </a:lnTo>
                <a:moveTo>
                  <a:pt x="638337" y="1033746"/>
                </a:moveTo>
                <a:lnTo>
                  <a:pt x="644591" y="1022228"/>
                </a:lnTo>
                <a:moveTo>
                  <a:pt x="534470" y="762712"/>
                </a:moveTo>
                <a:lnTo>
                  <a:pt x="536273" y="678565"/>
                </a:lnTo>
                <a:moveTo>
                  <a:pt x="638337" y="1033746"/>
                </a:moveTo>
                <a:lnTo>
                  <a:pt x="636164" y="1021751"/>
                </a:lnTo>
                <a:moveTo>
                  <a:pt x="1710149" y="275252"/>
                </a:moveTo>
                <a:lnTo>
                  <a:pt x="1644770" y="274033"/>
                </a:lnTo>
                <a:moveTo>
                  <a:pt x="2047879" y="856830"/>
                </a:moveTo>
                <a:lnTo>
                  <a:pt x="2013174" y="854147"/>
                </a:lnTo>
                <a:moveTo>
                  <a:pt x="507859" y="846255"/>
                </a:moveTo>
                <a:lnTo>
                  <a:pt x="519663" y="845206"/>
                </a:lnTo>
                <a:moveTo>
                  <a:pt x="1924925" y="848218"/>
                </a:moveTo>
                <a:lnTo>
                  <a:pt x="1865111" y="761769"/>
                </a:lnTo>
                <a:moveTo>
                  <a:pt x="2237220" y="866859"/>
                </a:moveTo>
                <a:lnTo>
                  <a:pt x="2175257" y="866004"/>
                </a:lnTo>
                <a:moveTo>
                  <a:pt x="2223753" y="780769"/>
                </a:moveTo>
                <a:lnTo>
                  <a:pt x="2192972" y="783880"/>
                </a:lnTo>
                <a:moveTo>
                  <a:pt x="978497" y="875458"/>
                </a:moveTo>
                <a:lnTo>
                  <a:pt x="954554" y="806799"/>
                </a:lnTo>
                <a:moveTo>
                  <a:pt x="533451" y="762940"/>
                </a:moveTo>
                <a:lnTo>
                  <a:pt x="534470" y="762712"/>
                </a:lnTo>
                <a:moveTo>
                  <a:pt x="533451" y="762940"/>
                </a:moveTo>
                <a:lnTo>
                  <a:pt x="536273" y="678565"/>
                </a:lnTo>
                <a:moveTo>
                  <a:pt x="948432" y="788040"/>
                </a:moveTo>
                <a:lnTo>
                  <a:pt x="935957" y="703975"/>
                </a:lnTo>
                <a:moveTo>
                  <a:pt x="783997" y="1030616"/>
                </a:moveTo>
                <a:lnTo>
                  <a:pt x="754762" y="1064740"/>
                </a:lnTo>
                <a:moveTo>
                  <a:pt x="435129" y="503904"/>
                </a:moveTo>
                <a:lnTo>
                  <a:pt x="434519" y="503482"/>
                </a:lnTo>
                <a:moveTo>
                  <a:pt x="856369" y="481597"/>
                </a:moveTo>
                <a:lnTo>
                  <a:pt x="829678" y="444782"/>
                </a:lnTo>
                <a:moveTo>
                  <a:pt x="434875" y="503941"/>
                </a:moveTo>
                <a:lnTo>
                  <a:pt x="435129" y="503904"/>
                </a:lnTo>
                <a:moveTo>
                  <a:pt x="434875" y="503941"/>
                </a:moveTo>
                <a:lnTo>
                  <a:pt x="434519" y="503482"/>
                </a:lnTo>
                <a:moveTo>
                  <a:pt x="2248570" y="618609"/>
                </a:moveTo>
                <a:lnTo>
                  <a:pt x="2208751" y="696004"/>
                </a:lnTo>
                <a:moveTo>
                  <a:pt x="1530712" y="404299"/>
                </a:moveTo>
                <a:lnTo>
                  <a:pt x="1543458" y="403232"/>
                </a:lnTo>
                <a:moveTo>
                  <a:pt x="929461" y="955304"/>
                </a:moveTo>
                <a:lnTo>
                  <a:pt x="978497" y="875458"/>
                </a:lnTo>
                <a:moveTo>
                  <a:pt x="754762" y="1064740"/>
                </a:moveTo>
                <a:lnTo>
                  <a:pt x="742961" y="1028308"/>
                </a:lnTo>
                <a:moveTo>
                  <a:pt x="506354" y="594767"/>
                </a:moveTo>
                <a:lnTo>
                  <a:pt x="510289" y="590883"/>
                </a:lnTo>
                <a:moveTo>
                  <a:pt x="2248570" y="618609"/>
                </a:moveTo>
                <a:lnTo>
                  <a:pt x="2217085" y="612349"/>
                </a:lnTo>
                <a:moveTo>
                  <a:pt x="1760521" y="315897"/>
                </a:moveTo>
                <a:lnTo>
                  <a:pt x="1710149" y="275252"/>
                </a:lnTo>
                <a:moveTo>
                  <a:pt x="526424" y="929977"/>
                </a:moveTo>
                <a:lnTo>
                  <a:pt x="507859" y="846255"/>
                </a:lnTo>
                <a:moveTo>
                  <a:pt x="535505" y="679161"/>
                </a:moveTo>
                <a:lnTo>
                  <a:pt x="536273" y="678565"/>
                </a:lnTo>
                <a:moveTo>
                  <a:pt x="2100228" y="861503"/>
                </a:moveTo>
                <a:lnTo>
                  <a:pt x="2027590" y="881714"/>
                </a:lnTo>
                <a:moveTo>
                  <a:pt x="754762" y="1064740"/>
                </a:moveTo>
                <a:lnTo>
                  <a:pt x="638337" y="1033746"/>
                </a:lnTo>
                <a:moveTo>
                  <a:pt x="484259" y="554317"/>
                </a:moveTo>
                <a:lnTo>
                  <a:pt x="497078" y="550186"/>
                </a:lnTo>
                <a:moveTo>
                  <a:pt x="1887759" y="426939"/>
                </a:moveTo>
                <a:lnTo>
                  <a:pt x="1824017" y="347492"/>
                </a:lnTo>
                <a:moveTo>
                  <a:pt x="1543458" y="403232"/>
                </a:moveTo>
                <a:lnTo>
                  <a:pt x="1537254" y="320754"/>
                </a:lnTo>
                <a:moveTo>
                  <a:pt x="2170975" y="477842"/>
                </a:moveTo>
                <a:lnTo>
                  <a:pt x="2051499" y="496054"/>
                </a:lnTo>
                <a:moveTo>
                  <a:pt x="507859" y="846255"/>
                </a:moveTo>
                <a:lnTo>
                  <a:pt x="534470" y="762712"/>
                </a:lnTo>
                <a:moveTo>
                  <a:pt x="1979399" y="769662"/>
                </a:moveTo>
                <a:lnTo>
                  <a:pt x="1924925" y="848218"/>
                </a:lnTo>
                <a:moveTo>
                  <a:pt x="533451" y="762940"/>
                </a:moveTo>
                <a:lnTo>
                  <a:pt x="535505" y="679161"/>
                </a:lnTo>
                <a:moveTo>
                  <a:pt x="1537254" y="320754"/>
                </a:moveTo>
                <a:lnTo>
                  <a:pt x="1550507" y="319552"/>
                </a:lnTo>
                <a:moveTo>
                  <a:pt x="935957" y="703975"/>
                </a:moveTo>
                <a:lnTo>
                  <a:pt x="953933" y="620510"/>
                </a:lnTo>
                <a:moveTo>
                  <a:pt x="390152" y="419198"/>
                </a:moveTo>
                <a:lnTo>
                  <a:pt x="411712" y="332241"/>
                </a:lnTo>
                <a:moveTo>
                  <a:pt x="1924925" y="848218"/>
                </a:moveTo>
                <a:lnTo>
                  <a:pt x="1963550" y="768754"/>
                </a:lnTo>
                <a:moveTo>
                  <a:pt x="929461" y="955304"/>
                </a:moveTo>
                <a:lnTo>
                  <a:pt x="875783" y="1021600"/>
                </a:lnTo>
                <a:moveTo>
                  <a:pt x="935616" y="536329"/>
                </a:moveTo>
                <a:lnTo>
                  <a:pt x="856369" y="481597"/>
                </a:lnTo>
                <a:moveTo>
                  <a:pt x="1933819" y="485313"/>
                </a:moveTo>
                <a:lnTo>
                  <a:pt x="1887759" y="426939"/>
                </a:lnTo>
                <a:moveTo>
                  <a:pt x="1566495" y="480819"/>
                </a:moveTo>
                <a:lnTo>
                  <a:pt x="1581393" y="443155"/>
                </a:lnTo>
                <a:moveTo>
                  <a:pt x="388553" y="335348"/>
                </a:moveTo>
                <a:lnTo>
                  <a:pt x="407318" y="247305"/>
                </a:lnTo>
                <a:moveTo>
                  <a:pt x="2246119" y="534741"/>
                </a:moveTo>
                <a:lnTo>
                  <a:pt x="2217085" y="612349"/>
                </a:lnTo>
                <a:moveTo>
                  <a:pt x="1642116" y="494636"/>
                </a:moveTo>
                <a:lnTo>
                  <a:pt x="1631375" y="490094"/>
                </a:lnTo>
                <a:moveTo>
                  <a:pt x="2143589" y="919581"/>
                </a:moveTo>
                <a:lnTo>
                  <a:pt x="2175257" y="866004"/>
                </a:lnTo>
                <a:moveTo>
                  <a:pt x="2208723" y="722111"/>
                </a:moveTo>
                <a:lnTo>
                  <a:pt x="2223753" y="780769"/>
                </a:lnTo>
                <a:moveTo>
                  <a:pt x="2237220" y="866859"/>
                </a:moveTo>
                <a:lnTo>
                  <a:pt x="2192972" y="783880"/>
                </a:lnTo>
                <a:moveTo>
                  <a:pt x="507859" y="846255"/>
                </a:moveTo>
                <a:lnTo>
                  <a:pt x="533451" y="762940"/>
                </a:lnTo>
                <a:moveTo>
                  <a:pt x="396785" y="251691"/>
                </a:moveTo>
                <a:lnTo>
                  <a:pt x="407318" y="247305"/>
                </a:lnTo>
                <a:moveTo>
                  <a:pt x="1818511" y="677031"/>
                </a:moveTo>
                <a:lnTo>
                  <a:pt x="1798802" y="754207"/>
                </a:lnTo>
                <a:moveTo>
                  <a:pt x="390152" y="419198"/>
                </a:moveTo>
                <a:lnTo>
                  <a:pt x="414064" y="416917"/>
                </a:lnTo>
                <a:moveTo>
                  <a:pt x="783781" y="189730"/>
                </a:moveTo>
                <a:lnTo>
                  <a:pt x="760231" y="123376"/>
                </a:lnTo>
                <a:moveTo>
                  <a:pt x="2143589" y="919581"/>
                </a:moveTo>
                <a:lnTo>
                  <a:pt x="2100228" y="861503"/>
                </a:lnTo>
                <a:moveTo>
                  <a:pt x="1741985" y="614884"/>
                </a:moveTo>
                <a:lnTo>
                  <a:pt x="1727558" y="584037"/>
                </a:lnTo>
                <a:moveTo>
                  <a:pt x="2216371" y="701793"/>
                </a:moveTo>
                <a:lnTo>
                  <a:pt x="2208751" y="696004"/>
                </a:lnTo>
                <a:moveTo>
                  <a:pt x="2013174" y="854147"/>
                </a:moveTo>
                <a:lnTo>
                  <a:pt x="1979399" y="769662"/>
                </a:lnTo>
                <a:moveTo>
                  <a:pt x="1755388" y="670147"/>
                </a:moveTo>
                <a:lnTo>
                  <a:pt x="1741985" y="614884"/>
                </a:lnTo>
                <a:moveTo>
                  <a:pt x="388553" y="335348"/>
                </a:moveTo>
                <a:lnTo>
                  <a:pt x="411712" y="332241"/>
                </a:lnTo>
                <a:moveTo>
                  <a:pt x="1873312" y="405496"/>
                </a:moveTo>
                <a:lnTo>
                  <a:pt x="1824017" y="347492"/>
                </a:lnTo>
                <a:moveTo>
                  <a:pt x="2208723" y="722111"/>
                </a:moveTo>
                <a:lnTo>
                  <a:pt x="2208751" y="696004"/>
                </a:lnTo>
                <a:moveTo>
                  <a:pt x="1811061" y="335968"/>
                </a:moveTo>
                <a:lnTo>
                  <a:pt x="1760521" y="315897"/>
                </a:lnTo>
                <a:moveTo>
                  <a:pt x="484259" y="554317"/>
                </a:moveTo>
                <a:lnTo>
                  <a:pt x="510289" y="590883"/>
                </a:lnTo>
                <a:moveTo>
                  <a:pt x="1641288" y="495714"/>
                </a:moveTo>
                <a:lnTo>
                  <a:pt x="1642116" y="494636"/>
                </a:lnTo>
                <a:moveTo>
                  <a:pt x="2246119" y="534741"/>
                </a:moveTo>
                <a:lnTo>
                  <a:pt x="2210787" y="528405"/>
                </a:lnTo>
                <a:moveTo>
                  <a:pt x="1732809" y="585883"/>
                </a:moveTo>
                <a:lnTo>
                  <a:pt x="1727558" y="584037"/>
                </a:lnTo>
                <a:moveTo>
                  <a:pt x="953933" y="620510"/>
                </a:moveTo>
                <a:lnTo>
                  <a:pt x="935616" y="536329"/>
                </a:lnTo>
                <a:moveTo>
                  <a:pt x="2100228" y="861503"/>
                </a:moveTo>
                <a:lnTo>
                  <a:pt x="2047879" y="856830"/>
                </a:lnTo>
                <a:moveTo>
                  <a:pt x="1578556" y="286288"/>
                </a:moveTo>
                <a:lnTo>
                  <a:pt x="1590509" y="296125"/>
                </a:lnTo>
                <a:moveTo>
                  <a:pt x="565330" y="1019768"/>
                </a:moveTo>
                <a:lnTo>
                  <a:pt x="526456" y="930447"/>
                </a:lnTo>
                <a:moveTo>
                  <a:pt x="1682290" y="521974"/>
                </a:moveTo>
                <a:lnTo>
                  <a:pt x="1694057" y="534815"/>
                </a:lnTo>
                <a:moveTo>
                  <a:pt x="783778" y="1033499"/>
                </a:moveTo>
                <a:lnTo>
                  <a:pt x="783997" y="1030616"/>
                </a:lnTo>
                <a:moveTo>
                  <a:pt x="636164" y="1021751"/>
                </a:moveTo>
                <a:lnTo>
                  <a:pt x="565330" y="1019768"/>
                </a:lnTo>
                <a:moveTo>
                  <a:pt x="1641288" y="495714"/>
                </a:moveTo>
                <a:lnTo>
                  <a:pt x="1631375" y="490094"/>
                </a:lnTo>
                <a:moveTo>
                  <a:pt x="1865111" y="761769"/>
                </a:moveTo>
                <a:lnTo>
                  <a:pt x="1852127" y="747215"/>
                </a:lnTo>
                <a:moveTo>
                  <a:pt x="1987386" y="474419"/>
                </a:moveTo>
                <a:lnTo>
                  <a:pt x="1933819" y="485313"/>
                </a:lnTo>
                <a:moveTo>
                  <a:pt x="809954" y="1027644"/>
                </a:moveTo>
                <a:lnTo>
                  <a:pt x="824950" y="988394"/>
                </a:lnTo>
                <a:moveTo>
                  <a:pt x="1824017" y="347492"/>
                </a:moveTo>
                <a:lnTo>
                  <a:pt x="1779839" y="337555"/>
                </a:lnTo>
                <a:moveTo>
                  <a:pt x="907376" y="512001"/>
                </a:moveTo>
                <a:lnTo>
                  <a:pt x="856369" y="481597"/>
                </a:lnTo>
                <a:moveTo>
                  <a:pt x="638337" y="1033746"/>
                </a:moveTo>
                <a:lnTo>
                  <a:pt x="565330" y="1019768"/>
                </a:lnTo>
                <a:moveTo>
                  <a:pt x="760231" y="123376"/>
                </a:moveTo>
                <a:lnTo>
                  <a:pt x="694954" y="120512"/>
                </a:lnTo>
                <a:moveTo>
                  <a:pt x="1963550" y="768754"/>
                </a:moveTo>
                <a:lnTo>
                  <a:pt x="1865111" y="761769"/>
                </a:lnTo>
                <a:moveTo>
                  <a:pt x="1530712" y="404299"/>
                </a:moveTo>
                <a:lnTo>
                  <a:pt x="1537254" y="320754"/>
                </a:lnTo>
                <a:moveTo>
                  <a:pt x="434519" y="503482"/>
                </a:moveTo>
                <a:lnTo>
                  <a:pt x="390152" y="419198"/>
                </a:lnTo>
                <a:moveTo>
                  <a:pt x="572040" y="194185"/>
                </a:moveTo>
                <a:lnTo>
                  <a:pt x="453192" y="202277"/>
                </a:lnTo>
                <a:moveTo>
                  <a:pt x="954554" y="806799"/>
                </a:moveTo>
                <a:lnTo>
                  <a:pt x="910524" y="789462"/>
                </a:lnTo>
                <a:moveTo>
                  <a:pt x="829678" y="444782"/>
                </a:moveTo>
                <a:lnTo>
                  <a:pt x="787496" y="358956"/>
                </a:lnTo>
                <a:moveTo>
                  <a:pt x="988456" y="1113115"/>
                </a:moveTo>
                <a:lnTo>
                  <a:pt x="972907" y="1127878"/>
                </a:lnTo>
                <a:moveTo>
                  <a:pt x="1741985" y="614884"/>
                </a:moveTo>
                <a:lnTo>
                  <a:pt x="1732809" y="585883"/>
                </a:lnTo>
                <a:moveTo>
                  <a:pt x="572040" y="194185"/>
                </a:moveTo>
                <a:lnTo>
                  <a:pt x="587501" y="177271"/>
                </a:lnTo>
                <a:moveTo>
                  <a:pt x="2084419" y="818199"/>
                </a:moveTo>
                <a:lnTo>
                  <a:pt x="2047879" y="856830"/>
                </a:lnTo>
                <a:moveTo>
                  <a:pt x="1969575" y="761715"/>
                </a:moveTo>
                <a:lnTo>
                  <a:pt x="1865111" y="761769"/>
                </a:lnTo>
                <a:moveTo>
                  <a:pt x="638337" y="1033746"/>
                </a:moveTo>
                <a:lnTo>
                  <a:pt x="573134" y="1029687"/>
                </a:lnTo>
                <a:moveTo>
                  <a:pt x="2051499" y="496054"/>
                </a:moveTo>
                <a:lnTo>
                  <a:pt x="1987386" y="474419"/>
                </a:lnTo>
                <a:moveTo>
                  <a:pt x="1779839" y="337555"/>
                </a:moveTo>
                <a:lnTo>
                  <a:pt x="1811061" y="335968"/>
                </a:lnTo>
                <a:moveTo>
                  <a:pt x="535505" y="679161"/>
                </a:moveTo>
                <a:lnTo>
                  <a:pt x="506354" y="594767"/>
                </a:lnTo>
                <a:moveTo>
                  <a:pt x="910524" y="789462"/>
                </a:moveTo>
                <a:lnTo>
                  <a:pt x="948432" y="788040"/>
                </a:lnTo>
                <a:moveTo>
                  <a:pt x="2072509" y="777137"/>
                </a:moveTo>
                <a:lnTo>
                  <a:pt x="2013174" y="854147"/>
                </a:lnTo>
                <a:moveTo>
                  <a:pt x="785686" y="274349"/>
                </a:moveTo>
                <a:lnTo>
                  <a:pt x="783781" y="189730"/>
                </a:lnTo>
                <a:moveTo>
                  <a:pt x="856369" y="481597"/>
                </a:moveTo>
                <a:lnTo>
                  <a:pt x="812501" y="446513"/>
                </a:lnTo>
                <a:moveTo>
                  <a:pt x="783778" y="1033499"/>
                </a:moveTo>
                <a:lnTo>
                  <a:pt x="754762" y="1064740"/>
                </a:lnTo>
                <a:moveTo>
                  <a:pt x="1933819" y="485313"/>
                </a:moveTo>
                <a:lnTo>
                  <a:pt x="1894416" y="429479"/>
                </a:lnTo>
                <a:moveTo>
                  <a:pt x="2175257" y="866004"/>
                </a:moveTo>
                <a:lnTo>
                  <a:pt x="2100228" y="861503"/>
                </a:lnTo>
                <a:moveTo>
                  <a:pt x="1979399" y="769662"/>
                </a:moveTo>
                <a:lnTo>
                  <a:pt x="1963550" y="768754"/>
                </a:lnTo>
                <a:moveTo>
                  <a:pt x="1760521" y="315897"/>
                </a:moveTo>
                <a:lnTo>
                  <a:pt x="1644770" y="274033"/>
                </a:lnTo>
                <a:moveTo>
                  <a:pt x="829678" y="444782"/>
                </a:moveTo>
                <a:lnTo>
                  <a:pt x="796496" y="391572"/>
                </a:lnTo>
                <a:moveTo>
                  <a:pt x="948432" y="788040"/>
                </a:moveTo>
                <a:lnTo>
                  <a:pt x="916993" y="705908"/>
                </a:lnTo>
                <a:moveTo>
                  <a:pt x="1818511" y="677031"/>
                </a:moveTo>
                <a:lnTo>
                  <a:pt x="1755388" y="670147"/>
                </a:lnTo>
                <a:moveTo>
                  <a:pt x="689658" y="1059091"/>
                </a:moveTo>
                <a:lnTo>
                  <a:pt x="638337" y="1033746"/>
                </a:lnTo>
                <a:moveTo>
                  <a:pt x="1969575" y="761715"/>
                </a:moveTo>
                <a:lnTo>
                  <a:pt x="1852127" y="747215"/>
                </a:lnTo>
                <a:moveTo>
                  <a:pt x="787496" y="358956"/>
                </a:moveTo>
                <a:lnTo>
                  <a:pt x="785686" y="274349"/>
                </a:lnTo>
                <a:moveTo>
                  <a:pt x="1578556" y="286288"/>
                </a:moveTo>
                <a:lnTo>
                  <a:pt x="1550507" y="319552"/>
                </a:lnTo>
                <a:moveTo>
                  <a:pt x="2072509" y="777137"/>
                </a:moveTo>
                <a:lnTo>
                  <a:pt x="2047879" y="856830"/>
                </a:lnTo>
                <a:moveTo>
                  <a:pt x="484259" y="554317"/>
                </a:moveTo>
                <a:lnTo>
                  <a:pt x="434875" y="503941"/>
                </a:lnTo>
                <a:moveTo>
                  <a:pt x="2107435" y="446954"/>
                </a:moveTo>
                <a:lnTo>
                  <a:pt x="2051499" y="496054"/>
                </a:lnTo>
                <a:moveTo>
                  <a:pt x="1979399" y="769662"/>
                </a:moveTo>
                <a:lnTo>
                  <a:pt x="1969575" y="761715"/>
                </a:lnTo>
                <a:moveTo>
                  <a:pt x="694954" y="120512"/>
                </a:moveTo>
                <a:lnTo>
                  <a:pt x="587501" y="177271"/>
                </a:lnTo>
                <a:moveTo>
                  <a:pt x="2246119" y="534741"/>
                </a:moveTo>
                <a:lnTo>
                  <a:pt x="2170975" y="477842"/>
                </a:lnTo>
                <a:moveTo>
                  <a:pt x="1969575" y="761715"/>
                </a:moveTo>
                <a:lnTo>
                  <a:pt x="1963550" y="768754"/>
                </a:lnTo>
                <a:moveTo>
                  <a:pt x="809954" y="1027644"/>
                </a:moveTo>
                <a:lnTo>
                  <a:pt x="783997" y="1030616"/>
                </a:lnTo>
                <a:moveTo>
                  <a:pt x="960065" y="1129186"/>
                </a:moveTo>
                <a:lnTo>
                  <a:pt x="972907" y="1127878"/>
                </a:lnTo>
                <a:moveTo>
                  <a:pt x="1887759" y="426939"/>
                </a:moveTo>
                <a:lnTo>
                  <a:pt x="1873312" y="405496"/>
                </a:lnTo>
                <a:moveTo>
                  <a:pt x="754762" y="1064740"/>
                </a:moveTo>
                <a:lnTo>
                  <a:pt x="689658" y="1059091"/>
                </a:lnTo>
                <a:moveTo>
                  <a:pt x="396785" y="251691"/>
                </a:moveTo>
                <a:lnTo>
                  <a:pt x="453192" y="202277"/>
                </a:lnTo>
                <a:moveTo>
                  <a:pt x="2175257" y="866004"/>
                </a:moveTo>
                <a:lnTo>
                  <a:pt x="2192972" y="783880"/>
                </a:lnTo>
                <a:moveTo>
                  <a:pt x="2175257" y="866004"/>
                </a:moveTo>
                <a:lnTo>
                  <a:pt x="2084419" y="818199"/>
                </a:lnTo>
                <a:moveTo>
                  <a:pt x="926939" y="960304"/>
                </a:moveTo>
                <a:lnTo>
                  <a:pt x="929461" y="955304"/>
                </a:lnTo>
                <a:moveTo>
                  <a:pt x="1682290" y="521974"/>
                </a:moveTo>
                <a:lnTo>
                  <a:pt x="1727558" y="584037"/>
                </a:lnTo>
                <a:moveTo>
                  <a:pt x="2100228" y="861503"/>
                </a:moveTo>
                <a:lnTo>
                  <a:pt x="2084419" y="818199"/>
                </a:lnTo>
                <a:moveTo>
                  <a:pt x="1809810" y="374006"/>
                </a:moveTo>
                <a:lnTo>
                  <a:pt x="1824017" y="347492"/>
                </a:lnTo>
                <a:moveTo>
                  <a:pt x="978497" y="875458"/>
                </a:moveTo>
                <a:lnTo>
                  <a:pt x="910524" y="789462"/>
                </a:lnTo>
                <a:moveTo>
                  <a:pt x="916993" y="705908"/>
                </a:moveTo>
                <a:lnTo>
                  <a:pt x="935957" y="703975"/>
                </a:lnTo>
                <a:moveTo>
                  <a:pt x="1631375" y="490094"/>
                </a:moveTo>
                <a:lnTo>
                  <a:pt x="1566495" y="480819"/>
                </a:lnTo>
                <a:moveTo>
                  <a:pt x="796496" y="391572"/>
                </a:moveTo>
                <a:lnTo>
                  <a:pt x="787496" y="358956"/>
                </a:lnTo>
                <a:moveTo>
                  <a:pt x="935616" y="536329"/>
                </a:moveTo>
                <a:lnTo>
                  <a:pt x="907376" y="512001"/>
                </a:lnTo>
                <a:moveTo>
                  <a:pt x="2170975" y="477842"/>
                </a:moveTo>
                <a:lnTo>
                  <a:pt x="2107435" y="446954"/>
                </a:lnTo>
                <a:moveTo>
                  <a:pt x="526456" y="930447"/>
                </a:moveTo>
                <a:lnTo>
                  <a:pt x="496083" y="933610"/>
                </a:lnTo>
                <a:moveTo>
                  <a:pt x="812501" y="446513"/>
                </a:moveTo>
                <a:lnTo>
                  <a:pt x="829678" y="444782"/>
                </a:lnTo>
                <a:moveTo>
                  <a:pt x="726848" y="189515"/>
                </a:moveTo>
                <a:lnTo>
                  <a:pt x="760231" y="123376"/>
                </a:lnTo>
                <a:moveTo>
                  <a:pt x="1002834" y="543294"/>
                </a:moveTo>
                <a:lnTo>
                  <a:pt x="953933" y="620510"/>
                </a:lnTo>
                <a:moveTo>
                  <a:pt x="1852127" y="747215"/>
                </a:moveTo>
                <a:lnTo>
                  <a:pt x="1818511" y="677031"/>
                </a:lnTo>
                <a:moveTo>
                  <a:pt x="464337" y="510120"/>
                </a:moveTo>
                <a:lnTo>
                  <a:pt x="434519" y="503482"/>
                </a:lnTo>
                <a:moveTo>
                  <a:pt x="1566495" y="480819"/>
                </a:moveTo>
                <a:lnTo>
                  <a:pt x="1530712" y="404299"/>
                </a:lnTo>
                <a:moveTo>
                  <a:pt x="464337" y="510120"/>
                </a:moveTo>
                <a:lnTo>
                  <a:pt x="434875" y="503941"/>
                </a:lnTo>
                <a:moveTo>
                  <a:pt x="526424" y="929977"/>
                </a:moveTo>
                <a:lnTo>
                  <a:pt x="504207" y="850266"/>
                </a:lnTo>
                <a:moveTo>
                  <a:pt x="1797882" y="592805"/>
                </a:moveTo>
                <a:lnTo>
                  <a:pt x="1755388" y="670147"/>
                </a:lnTo>
                <a:moveTo>
                  <a:pt x="526456" y="930447"/>
                </a:moveTo>
                <a:lnTo>
                  <a:pt x="504207" y="850266"/>
                </a:lnTo>
                <a:moveTo>
                  <a:pt x="988016" y="626821"/>
                </a:moveTo>
                <a:lnTo>
                  <a:pt x="953933" y="620510"/>
                </a:lnTo>
                <a:moveTo>
                  <a:pt x="960065" y="1129186"/>
                </a:moveTo>
                <a:lnTo>
                  <a:pt x="988456" y="1113115"/>
                </a:lnTo>
                <a:moveTo>
                  <a:pt x="2222298" y="503140"/>
                </a:moveTo>
                <a:lnTo>
                  <a:pt x="2170975" y="477842"/>
                </a:lnTo>
                <a:moveTo>
                  <a:pt x="2072509" y="777137"/>
                </a:moveTo>
                <a:lnTo>
                  <a:pt x="1979399" y="769662"/>
                </a:lnTo>
                <a:moveTo>
                  <a:pt x="1575819" y="494413"/>
                </a:moveTo>
                <a:lnTo>
                  <a:pt x="1631375" y="490094"/>
                </a:lnTo>
                <a:moveTo>
                  <a:pt x="1921568" y="480278"/>
                </a:moveTo>
                <a:lnTo>
                  <a:pt x="1933819" y="485313"/>
                </a:lnTo>
                <a:moveTo>
                  <a:pt x="1741985" y="614884"/>
                </a:moveTo>
                <a:lnTo>
                  <a:pt x="1786674" y="591556"/>
                </a:lnTo>
                <a:moveTo>
                  <a:pt x="988016" y="626821"/>
                </a:moveTo>
                <a:lnTo>
                  <a:pt x="935957" y="703975"/>
                </a:lnTo>
                <a:moveTo>
                  <a:pt x="573134" y="1029687"/>
                </a:moveTo>
                <a:lnTo>
                  <a:pt x="565330" y="1019768"/>
                </a:lnTo>
                <a:moveTo>
                  <a:pt x="1779839" y="337555"/>
                </a:moveTo>
                <a:lnTo>
                  <a:pt x="1760521" y="315897"/>
                </a:lnTo>
                <a:moveTo>
                  <a:pt x="843252" y="490545"/>
                </a:moveTo>
                <a:lnTo>
                  <a:pt x="856369" y="481597"/>
                </a:lnTo>
                <a:moveTo>
                  <a:pt x="2175257" y="866004"/>
                </a:moveTo>
                <a:lnTo>
                  <a:pt x="2101990" y="779335"/>
                </a:lnTo>
                <a:moveTo>
                  <a:pt x="918441" y="1186669"/>
                </a:moveTo>
                <a:lnTo>
                  <a:pt x="972907" y="1127878"/>
                </a:lnTo>
                <a:moveTo>
                  <a:pt x="504972" y="220218"/>
                </a:moveTo>
                <a:lnTo>
                  <a:pt x="453192" y="202277"/>
                </a:lnTo>
                <a:moveTo>
                  <a:pt x="2248570" y="618609"/>
                </a:moveTo>
                <a:lnTo>
                  <a:pt x="2246119" y="534741"/>
                </a:lnTo>
                <a:moveTo>
                  <a:pt x="1894416" y="429479"/>
                </a:moveTo>
                <a:lnTo>
                  <a:pt x="1887759" y="426939"/>
                </a:lnTo>
                <a:moveTo>
                  <a:pt x="1644770" y="274033"/>
                </a:moveTo>
                <a:lnTo>
                  <a:pt x="1578556" y="286288"/>
                </a:lnTo>
                <a:moveTo>
                  <a:pt x="390152" y="419198"/>
                </a:moveTo>
                <a:lnTo>
                  <a:pt x="388553" y="335348"/>
                </a:lnTo>
                <a:moveTo>
                  <a:pt x="1578556" y="286288"/>
                </a:moveTo>
                <a:lnTo>
                  <a:pt x="1537254" y="320754"/>
                </a:lnTo>
                <a:moveTo>
                  <a:pt x="1682290" y="521974"/>
                </a:moveTo>
                <a:lnTo>
                  <a:pt x="1641288" y="495714"/>
                </a:lnTo>
                <a:moveTo>
                  <a:pt x="926939" y="960304"/>
                </a:moveTo>
                <a:lnTo>
                  <a:pt x="978497" y="875458"/>
                </a:lnTo>
                <a:moveTo>
                  <a:pt x="1641288" y="495714"/>
                </a:moveTo>
                <a:lnTo>
                  <a:pt x="1575819" y="494413"/>
                </a:lnTo>
                <a:moveTo>
                  <a:pt x="1852127" y="747215"/>
                </a:moveTo>
                <a:lnTo>
                  <a:pt x="1896086" y="682822"/>
                </a:lnTo>
                <a:moveTo>
                  <a:pt x="875783" y="1021600"/>
                </a:moveTo>
                <a:lnTo>
                  <a:pt x="809954" y="1027644"/>
                </a:lnTo>
                <a:moveTo>
                  <a:pt x="1786674" y="591556"/>
                </a:moveTo>
                <a:lnTo>
                  <a:pt x="1732809" y="585883"/>
                </a:lnTo>
                <a:moveTo>
                  <a:pt x="1797882" y="592805"/>
                </a:moveTo>
                <a:lnTo>
                  <a:pt x="1741985" y="614884"/>
                </a:lnTo>
                <a:moveTo>
                  <a:pt x="2216371" y="701793"/>
                </a:moveTo>
                <a:lnTo>
                  <a:pt x="2248570" y="618609"/>
                </a:lnTo>
                <a:moveTo>
                  <a:pt x="1926403" y="684798"/>
                </a:moveTo>
                <a:lnTo>
                  <a:pt x="1852127" y="747215"/>
                </a:lnTo>
                <a:moveTo>
                  <a:pt x="560023" y="1020561"/>
                </a:moveTo>
                <a:lnTo>
                  <a:pt x="565330" y="1019768"/>
                </a:lnTo>
                <a:moveTo>
                  <a:pt x="506354" y="594767"/>
                </a:moveTo>
                <a:lnTo>
                  <a:pt x="484259" y="554317"/>
                </a:lnTo>
                <a:moveTo>
                  <a:pt x="637354" y="183893"/>
                </a:moveTo>
                <a:lnTo>
                  <a:pt x="587501" y="177271"/>
                </a:lnTo>
                <a:moveTo>
                  <a:pt x="1732809" y="585883"/>
                </a:moveTo>
                <a:lnTo>
                  <a:pt x="1682290" y="521974"/>
                </a:lnTo>
                <a:moveTo>
                  <a:pt x="541791" y="768744"/>
                </a:moveTo>
                <a:lnTo>
                  <a:pt x="533451" y="762940"/>
                </a:lnTo>
                <a:moveTo>
                  <a:pt x="1002834" y="543294"/>
                </a:moveTo>
                <a:lnTo>
                  <a:pt x="935616" y="536329"/>
                </a:lnTo>
                <a:moveTo>
                  <a:pt x="2084419" y="818199"/>
                </a:moveTo>
                <a:lnTo>
                  <a:pt x="2072509" y="777137"/>
                </a:lnTo>
                <a:moveTo>
                  <a:pt x="783778" y="1033499"/>
                </a:moveTo>
                <a:lnTo>
                  <a:pt x="689658" y="1059091"/>
                </a:lnTo>
                <a:moveTo>
                  <a:pt x="549610" y="685079"/>
                </a:moveTo>
                <a:lnTo>
                  <a:pt x="533451" y="762940"/>
                </a:lnTo>
                <a:moveTo>
                  <a:pt x="978497" y="875458"/>
                </a:moveTo>
                <a:lnTo>
                  <a:pt x="934320" y="876866"/>
                </a:lnTo>
                <a:moveTo>
                  <a:pt x="507859" y="846255"/>
                </a:moveTo>
                <a:lnTo>
                  <a:pt x="504207" y="850266"/>
                </a:lnTo>
                <a:moveTo>
                  <a:pt x="572040" y="194185"/>
                </a:moveTo>
                <a:lnTo>
                  <a:pt x="504972" y="220218"/>
                </a:lnTo>
                <a:moveTo>
                  <a:pt x="787496" y="358956"/>
                </a:moveTo>
                <a:lnTo>
                  <a:pt x="715738" y="356856"/>
                </a:lnTo>
                <a:moveTo>
                  <a:pt x="388553" y="335348"/>
                </a:moveTo>
                <a:lnTo>
                  <a:pt x="396785" y="251691"/>
                </a:lnTo>
                <a:moveTo>
                  <a:pt x="1695958" y="301509"/>
                </a:moveTo>
                <a:lnTo>
                  <a:pt x="1644770" y="274033"/>
                </a:lnTo>
                <a:moveTo>
                  <a:pt x="812501" y="446513"/>
                </a:moveTo>
                <a:lnTo>
                  <a:pt x="796496" y="391572"/>
                </a:lnTo>
                <a:moveTo>
                  <a:pt x="2208723" y="722111"/>
                </a:moveTo>
                <a:lnTo>
                  <a:pt x="2192972" y="783880"/>
                </a:lnTo>
                <a:moveTo>
                  <a:pt x="1894416" y="429479"/>
                </a:moveTo>
                <a:lnTo>
                  <a:pt x="1873312" y="405496"/>
                </a:lnTo>
                <a:moveTo>
                  <a:pt x="926939" y="960304"/>
                </a:moveTo>
                <a:lnTo>
                  <a:pt x="875783" y="1021600"/>
                </a:lnTo>
                <a:moveTo>
                  <a:pt x="783781" y="189730"/>
                </a:moveTo>
                <a:lnTo>
                  <a:pt x="726848" y="189515"/>
                </a:lnTo>
                <a:moveTo>
                  <a:pt x="623026" y="224932"/>
                </a:moveTo>
                <a:lnTo>
                  <a:pt x="587501" y="177271"/>
                </a:lnTo>
                <a:moveTo>
                  <a:pt x="689658" y="1059091"/>
                </a:moveTo>
                <a:lnTo>
                  <a:pt x="573134" y="1029687"/>
                </a:lnTo>
                <a:moveTo>
                  <a:pt x="573134" y="1029687"/>
                </a:moveTo>
                <a:lnTo>
                  <a:pt x="560023" y="1020561"/>
                </a:lnTo>
                <a:moveTo>
                  <a:pt x="2192972" y="783880"/>
                </a:moveTo>
                <a:lnTo>
                  <a:pt x="2101990" y="779335"/>
                </a:lnTo>
                <a:moveTo>
                  <a:pt x="2084419" y="818199"/>
                </a:moveTo>
                <a:lnTo>
                  <a:pt x="2101990" y="779335"/>
                </a:lnTo>
                <a:moveTo>
                  <a:pt x="716849" y="441374"/>
                </a:moveTo>
                <a:lnTo>
                  <a:pt x="787496" y="358956"/>
                </a:lnTo>
                <a:moveTo>
                  <a:pt x="1796552" y="587858"/>
                </a:moveTo>
                <a:lnTo>
                  <a:pt x="1732809" y="585883"/>
                </a:lnTo>
                <a:moveTo>
                  <a:pt x="549610" y="685079"/>
                </a:moveTo>
                <a:lnTo>
                  <a:pt x="535505" y="679161"/>
                </a:lnTo>
                <a:moveTo>
                  <a:pt x="1969575" y="761715"/>
                </a:moveTo>
                <a:lnTo>
                  <a:pt x="1926403" y="684798"/>
                </a:lnTo>
                <a:moveTo>
                  <a:pt x="785686" y="274349"/>
                </a:moveTo>
                <a:lnTo>
                  <a:pt x="725167" y="273678"/>
                </a:lnTo>
                <a:moveTo>
                  <a:pt x="785686" y="274349"/>
                </a:moveTo>
                <a:lnTo>
                  <a:pt x="726848" y="189515"/>
                </a:lnTo>
                <a:moveTo>
                  <a:pt x="541791" y="768744"/>
                </a:moveTo>
                <a:lnTo>
                  <a:pt x="507859" y="846255"/>
                </a:lnTo>
                <a:moveTo>
                  <a:pt x="573134" y="1029687"/>
                </a:moveTo>
                <a:lnTo>
                  <a:pt x="585456" y="1022328"/>
                </a:lnTo>
                <a:moveTo>
                  <a:pt x="2107435" y="446954"/>
                </a:moveTo>
                <a:lnTo>
                  <a:pt x="1987386" y="474419"/>
                </a:lnTo>
                <a:moveTo>
                  <a:pt x="950987" y="661704"/>
                </a:moveTo>
                <a:lnTo>
                  <a:pt x="935957" y="703975"/>
                </a:lnTo>
                <a:moveTo>
                  <a:pt x="754411" y="443298"/>
                </a:moveTo>
                <a:lnTo>
                  <a:pt x="796496" y="391572"/>
                </a:lnTo>
                <a:moveTo>
                  <a:pt x="787496" y="358956"/>
                </a:moveTo>
                <a:lnTo>
                  <a:pt x="725167" y="273678"/>
                </a:lnTo>
                <a:moveTo>
                  <a:pt x="2042956" y="692735"/>
                </a:moveTo>
                <a:lnTo>
                  <a:pt x="1979399" y="769662"/>
                </a:lnTo>
                <a:moveTo>
                  <a:pt x="1760521" y="315897"/>
                </a:moveTo>
                <a:lnTo>
                  <a:pt x="1695958" y="301509"/>
                </a:lnTo>
                <a:moveTo>
                  <a:pt x="783778" y="1033499"/>
                </a:moveTo>
                <a:lnTo>
                  <a:pt x="701781" y="1030096"/>
                </a:lnTo>
                <a:moveTo>
                  <a:pt x="809954" y="1027644"/>
                </a:moveTo>
                <a:lnTo>
                  <a:pt x="783778" y="1033499"/>
                </a:lnTo>
                <a:moveTo>
                  <a:pt x="623026" y="224932"/>
                </a:moveTo>
                <a:lnTo>
                  <a:pt x="572040" y="194185"/>
                </a:lnTo>
                <a:moveTo>
                  <a:pt x="2216371" y="701793"/>
                </a:moveTo>
                <a:lnTo>
                  <a:pt x="2208723" y="722111"/>
                </a:lnTo>
                <a:moveTo>
                  <a:pt x="1969575" y="761715"/>
                </a:moveTo>
                <a:lnTo>
                  <a:pt x="2013284" y="690702"/>
                </a:lnTo>
                <a:moveTo>
                  <a:pt x="796496" y="391572"/>
                </a:moveTo>
                <a:lnTo>
                  <a:pt x="716849" y="441374"/>
                </a:lnTo>
                <a:moveTo>
                  <a:pt x="545552" y="601180"/>
                </a:moveTo>
                <a:lnTo>
                  <a:pt x="535505" y="679161"/>
                </a:lnTo>
                <a:moveTo>
                  <a:pt x="2101990" y="779335"/>
                </a:moveTo>
                <a:lnTo>
                  <a:pt x="2072509" y="777137"/>
                </a:lnTo>
                <a:moveTo>
                  <a:pt x="464337" y="510120"/>
                </a:moveTo>
                <a:lnTo>
                  <a:pt x="390152" y="419198"/>
                </a:lnTo>
                <a:moveTo>
                  <a:pt x="565330" y="1019768"/>
                </a:moveTo>
                <a:lnTo>
                  <a:pt x="496083" y="933610"/>
                </a:lnTo>
                <a:moveTo>
                  <a:pt x="585456" y="1022328"/>
                </a:moveTo>
                <a:lnTo>
                  <a:pt x="560023" y="1020561"/>
                </a:lnTo>
                <a:moveTo>
                  <a:pt x="520472" y="823349"/>
                </a:moveTo>
                <a:lnTo>
                  <a:pt x="507859" y="846255"/>
                </a:lnTo>
                <a:moveTo>
                  <a:pt x="2042956" y="692735"/>
                </a:moveTo>
                <a:lnTo>
                  <a:pt x="1969575" y="761715"/>
                </a:lnTo>
                <a:moveTo>
                  <a:pt x="2246119" y="534741"/>
                </a:moveTo>
                <a:lnTo>
                  <a:pt x="2222298" y="503140"/>
                </a:lnTo>
                <a:moveTo>
                  <a:pt x="910524" y="789462"/>
                </a:moveTo>
                <a:lnTo>
                  <a:pt x="916993" y="705908"/>
                </a:lnTo>
                <a:moveTo>
                  <a:pt x="1002834" y="543294"/>
                </a:moveTo>
                <a:lnTo>
                  <a:pt x="907376" y="512001"/>
                </a:lnTo>
                <a:moveTo>
                  <a:pt x="2214118" y="702193"/>
                </a:moveTo>
                <a:lnTo>
                  <a:pt x="2216371" y="701793"/>
                </a:lnTo>
                <a:moveTo>
                  <a:pt x="637354" y="183893"/>
                </a:moveTo>
                <a:lnTo>
                  <a:pt x="694954" y="120512"/>
                </a:lnTo>
                <a:moveTo>
                  <a:pt x="1042744" y="1090593"/>
                </a:moveTo>
                <a:lnTo>
                  <a:pt x="988456" y="1113115"/>
                </a:lnTo>
                <a:moveTo>
                  <a:pt x="726848" y="189515"/>
                </a:moveTo>
                <a:lnTo>
                  <a:pt x="694954" y="120512"/>
                </a:lnTo>
                <a:moveTo>
                  <a:pt x="2182074" y="701117"/>
                </a:moveTo>
                <a:lnTo>
                  <a:pt x="2192972" y="783880"/>
                </a:lnTo>
                <a:moveTo>
                  <a:pt x="2214118" y="702193"/>
                </a:moveTo>
                <a:lnTo>
                  <a:pt x="2208723" y="722111"/>
                </a:lnTo>
                <a:moveTo>
                  <a:pt x="666572" y="1028301"/>
                </a:moveTo>
                <a:lnTo>
                  <a:pt x="573134" y="1029687"/>
                </a:lnTo>
                <a:moveTo>
                  <a:pt x="918441" y="1186669"/>
                </a:moveTo>
                <a:lnTo>
                  <a:pt x="960065" y="1129186"/>
                </a:lnTo>
                <a:moveTo>
                  <a:pt x="1896086" y="682822"/>
                </a:moveTo>
                <a:lnTo>
                  <a:pt x="1818511" y="677031"/>
                </a:lnTo>
                <a:moveTo>
                  <a:pt x="504972" y="220218"/>
                </a:moveTo>
                <a:lnTo>
                  <a:pt x="396785" y="251691"/>
                </a:lnTo>
                <a:moveTo>
                  <a:pt x="1873312" y="405496"/>
                </a:moveTo>
                <a:lnTo>
                  <a:pt x="1809810" y="374006"/>
                </a:lnTo>
                <a:moveTo>
                  <a:pt x="689658" y="1059091"/>
                </a:moveTo>
                <a:lnTo>
                  <a:pt x="701781" y="1030096"/>
                </a:lnTo>
                <a:moveTo>
                  <a:pt x="812501" y="446513"/>
                </a:moveTo>
                <a:lnTo>
                  <a:pt x="754411" y="443298"/>
                </a:lnTo>
                <a:moveTo>
                  <a:pt x="399378" y="337698"/>
                </a:moveTo>
                <a:lnTo>
                  <a:pt x="388553" y="335348"/>
                </a:lnTo>
                <a:moveTo>
                  <a:pt x="2237626" y="620805"/>
                </a:moveTo>
                <a:lnTo>
                  <a:pt x="2248570" y="618609"/>
                </a:lnTo>
                <a:moveTo>
                  <a:pt x="2222298" y="503140"/>
                </a:moveTo>
                <a:lnTo>
                  <a:pt x="2107435" y="446954"/>
                </a:lnTo>
                <a:moveTo>
                  <a:pt x="1575819" y="494413"/>
                </a:moveTo>
                <a:lnTo>
                  <a:pt x="1566495" y="480819"/>
                </a:lnTo>
                <a:moveTo>
                  <a:pt x="1818511" y="677031"/>
                </a:moveTo>
                <a:lnTo>
                  <a:pt x="1797882" y="592805"/>
                </a:lnTo>
                <a:moveTo>
                  <a:pt x="2248570" y="618609"/>
                </a:moveTo>
                <a:lnTo>
                  <a:pt x="2242988" y="537110"/>
                </a:lnTo>
                <a:moveTo>
                  <a:pt x="689658" y="1059091"/>
                </a:moveTo>
                <a:lnTo>
                  <a:pt x="666572" y="1028301"/>
                </a:lnTo>
                <a:moveTo>
                  <a:pt x="484259" y="554317"/>
                </a:moveTo>
                <a:lnTo>
                  <a:pt x="464337" y="510120"/>
                </a:lnTo>
                <a:moveTo>
                  <a:pt x="567805" y="517799"/>
                </a:moveTo>
                <a:lnTo>
                  <a:pt x="506354" y="594767"/>
                </a:lnTo>
                <a:moveTo>
                  <a:pt x="560023" y="1020561"/>
                </a:moveTo>
                <a:lnTo>
                  <a:pt x="496083" y="933610"/>
                </a:lnTo>
                <a:moveTo>
                  <a:pt x="666572" y="1028301"/>
                </a:moveTo>
                <a:lnTo>
                  <a:pt x="585456" y="1022328"/>
                </a:lnTo>
                <a:moveTo>
                  <a:pt x="2208723" y="722111"/>
                </a:moveTo>
                <a:lnTo>
                  <a:pt x="2182074" y="701117"/>
                </a:lnTo>
                <a:moveTo>
                  <a:pt x="1682290" y="521974"/>
                </a:moveTo>
                <a:lnTo>
                  <a:pt x="1575819" y="494413"/>
                </a:lnTo>
                <a:moveTo>
                  <a:pt x="2072509" y="777137"/>
                </a:moveTo>
                <a:lnTo>
                  <a:pt x="2042956" y="692735"/>
                </a:lnTo>
                <a:moveTo>
                  <a:pt x="754411" y="443298"/>
                </a:moveTo>
                <a:lnTo>
                  <a:pt x="716849" y="441374"/>
                </a:lnTo>
                <a:moveTo>
                  <a:pt x="1809810" y="374006"/>
                </a:moveTo>
                <a:lnTo>
                  <a:pt x="1779839" y="337555"/>
                </a:lnTo>
                <a:moveTo>
                  <a:pt x="1987386" y="474419"/>
                </a:moveTo>
                <a:lnTo>
                  <a:pt x="1921568" y="480278"/>
                </a:lnTo>
                <a:moveTo>
                  <a:pt x="934320" y="876866"/>
                </a:moveTo>
                <a:lnTo>
                  <a:pt x="910524" y="789462"/>
                </a:lnTo>
                <a:moveTo>
                  <a:pt x="2242988" y="537110"/>
                </a:moveTo>
                <a:lnTo>
                  <a:pt x="2246119" y="534741"/>
                </a:lnTo>
                <a:moveTo>
                  <a:pt x="1926403" y="684798"/>
                </a:moveTo>
                <a:lnTo>
                  <a:pt x="1896086" y="682822"/>
                </a:lnTo>
                <a:moveTo>
                  <a:pt x="907376" y="512001"/>
                </a:moveTo>
                <a:lnTo>
                  <a:pt x="843252" y="490545"/>
                </a:lnTo>
                <a:moveTo>
                  <a:pt x="1797882" y="592805"/>
                </a:moveTo>
                <a:lnTo>
                  <a:pt x="1786674" y="591556"/>
                </a:lnTo>
                <a:moveTo>
                  <a:pt x="2192972" y="783880"/>
                </a:moveTo>
                <a:lnTo>
                  <a:pt x="2138875" y="699649"/>
                </a:lnTo>
                <a:moveTo>
                  <a:pt x="545552" y="601180"/>
                </a:moveTo>
                <a:lnTo>
                  <a:pt x="506354" y="594767"/>
                </a:lnTo>
                <a:moveTo>
                  <a:pt x="2216371" y="701793"/>
                </a:moveTo>
                <a:lnTo>
                  <a:pt x="2237626" y="620805"/>
                </a:lnTo>
                <a:moveTo>
                  <a:pt x="1796552" y="587858"/>
                </a:moveTo>
                <a:lnTo>
                  <a:pt x="1786674" y="591556"/>
                </a:lnTo>
                <a:moveTo>
                  <a:pt x="716849" y="441374"/>
                </a:moveTo>
                <a:lnTo>
                  <a:pt x="715738" y="356856"/>
                </a:lnTo>
                <a:moveTo>
                  <a:pt x="2214118" y="702193"/>
                </a:moveTo>
                <a:lnTo>
                  <a:pt x="2182074" y="701117"/>
                </a:lnTo>
                <a:moveTo>
                  <a:pt x="2101990" y="779335"/>
                </a:moveTo>
                <a:lnTo>
                  <a:pt x="2042956" y="692735"/>
                </a:lnTo>
                <a:moveTo>
                  <a:pt x="701781" y="1030096"/>
                </a:moveTo>
                <a:lnTo>
                  <a:pt x="666572" y="1028301"/>
                </a:lnTo>
                <a:moveTo>
                  <a:pt x="1796552" y="587858"/>
                </a:moveTo>
                <a:lnTo>
                  <a:pt x="1682290" y="521974"/>
                </a:lnTo>
                <a:moveTo>
                  <a:pt x="484259" y="554317"/>
                </a:moveTo>
                <a:lnTo>
                  <a:pt x="514110" y="514018"/>
                </a:lnTo>
                <a:moveTo>
                  <a:pt x="988016" y="626821"/>
                </a:moveTo>
                <a:lnTo>
                  <a:pt x="1002834" y="543294"/>
                </a:lnTo>
                <a:moveTo>
                  <a:pt x="1695958" y="301509"/>
                </a:moveTo>
                <a:lnTo>
                  <a:pt x="1578556" y="286288"/>
                </a:lnTo>
                <a:moveTo>
                  <a:pt x="926939" y="960304"/>
                </a:moveTo>
                <a:lnTo>
                  <a:pt x="809954" y="1027644"/>
                </a:lnTo>
                <a:moveTo>
                  <a:pt x="715738" y="356856"/>
                </a:moveTo>
                <a:lnTo>
                  <a:pt x="725167" y="273678"/>
                </a:lnTo>
                <a:moveTo>
                  <a:pt x="754411" y="443298"/>
                </a:moveTo>
                <a:lnTo>
                  <a:pt x="725857" y="475189"/>
                </a:lnTo>
                <a:moveTo>
                  <a:pt x="716849" y="441374"/>
                </a:moveTo>
                <a:lnTo>
                  <a:pt x="612668" y="435150"/>
                </a:lnTo>
                <a:moveTo>
                  <a:pt x="1732735" y="338590"/>
                </a:moveTo>
                <a:lnTo>
                  <a:pt x="1760521" y="315897"/>
                </a:lnTo>
                <a:moveTo>
                  <a:pt x="2013284" y="690702"/>
                </a:moveTo>
                <a:lnTo>
                  <a:pt x="1926403" y="684798"/>
                </a:lnTo>
                <a:moveTo>
                  <a:pt x="1899195" y="600442"/>
                </a:moveTo>
                <a:lnTo>
                  <a:pt x="1818511" y="677031"/>
                </a:lnTo>
                <a:moveTo>
                  <a:pt x="2214118" y="702193"/>
                </a:moveTo>
                <a:lnTo>
                  <a:pt x="2237626" y="620805"/>
                </a:lnTo>
                <a:moveTo>
                  <a:pt x="2040108" y="477154"/>
                </a:moveTo>
                <a:lnTo>
                  <a:pt x="1987386" y="474419"/>
                </a:lnTo>
                <a:moveTo>
                  <a:pt x="715738" y="356856"/>
                </a:moveTo>
                <a:lnTo>
                  <a:pt x="618805" y="351553"/>
                </a:lnTo>
                <a:moveTo>
                  <a:pt x="560023" y="1020561"/>
                </a:moveTo>
                <a:lnTo>
                  <a:pt x="511118" y="974230"/>
                </a:lnTo>
                <a:moveTo>
                  <a:pt x="1797882" y="592805"/>
                </a:moveTo>
                <a:lnTo>
                  <a:pt x="1796552" y="587858"/>
                </a:lnTo>
                <a:moveTo>
                  <a:pt x="961400" y="493731"/>
                </a:moveTo>
                <a:lnTo>
                  <a:pt x="907376" y="512001"/>
                </a:lnTo>
                <a:moveTo>
                  <a:pt x="567805" y="517799"/>
                </a:moveTo>
                <a:lnTo>
                  <a:pt x="484259" y="554317"/>
                </a:lnTo>
                <a:moveTo>
                  <a:pt x="1046765" y="546633"/>
                </a:moveTo>
                <a:lnTo>
                  <a:pt x="1002834" y="543294"/>
                </a:lnTo>
                <a:moveTo>
                  <a:pt x="910524" y="789462"/>
                </a:moveTo>
                <a:lnTo>
                  <a:pt x="841997" y="703396"/>
                </a:lnTo>
                <a:moveTo>
                  <a:pt x="843252" y="490545"/>
                </a:moveTo>
                <a:lnTo>
                  <a:pt x="812501" y="446513"/>
                </a:lnTo>
                <a:moveTo>
                  <a:pt x="716849" y="441374"/>
                </a:moveTo>
                <a:lnTo>
                  <a:pt x="618805" y="351553"/>
                </a:lnTo>
                <a:moveTo>
                  <a:pt x="1911615" y="640830"/>
                </a:moveTo>
                <a:lnTo>
                  <a:pt x="1896086" y="682822"/>
                </a:lnTo>
                <a:moveTo>
                  <a:pt x="1921568" y="480278"/>
                </a:moveTo>
                <a:lnTo>
                  <a:pt x="1894416" y="429479"/>
                </a:lnTo>
                <a:moveTo>
                  <a:pt x="726848" y="189515"/>
                </a:moveTo>
                <a:lnTo>
                  <a:pt x="637354" y="183893"/>
                </a:lnTo>
                <a:moveTo>
                  <a:pt x="623026" y="224932"/>
                </a:moveTo>
                <a:lnTo>
                  <a:pt x="504972" y="220218"/>
                </a:lnTo>
                <a:moveTo>
                  <a:pt x="725857" y="475189"/>
                </a:moveTo>
                <a:lnTo>
                  <a:pt x="716849" y="441374"/>
                </a:lnTo>
                <a:moveTo>
                  <a:pt x="612668" y="435150"/>
                </a:moveTo>
                <a:lnTo>
                  <a:pt x="602106" y="434656"/>
                </a:lnTo>
                <a:moveTo>
                  <a:pt x="910524" y="789462"/>
                </a:moveTo>
                <a:lnTo>
                  <a:pt x="843207" y="787926"/>
                </a:lnTo>
                <a:moveTo>
                  <a:pt x="725167" y="273678"/>
                </a:moveTo>
                <a:lnTo>
                  <a:pt x="726848" y="189515"/>
                </a:lnTo>
                <a:moveTo>
                  <a:pt x="1926403" y="684798"/>
                </a:moveTo>
                <a:lnTo>
                  <a:pt x="1911615" y="640830"/>
                </a:lnTo>
                <a:moveTo>
                  <a:pt x="746761" y="991161"/>
                </a:moveTo>
                <a:lnTo>
                  <a:pt x="783778" y="1033499"/>
                </a:lnTo>
                <a:moveTo>
                  <a:pt x="612668" y="435150"/>
                </a:moveTo>
                <a:lnTo>
                  <a:pt x="618805" y="351553"/>
                </a:lnTo>
                <a:moveTo>
                  <a:pt x="916993" y="705908"/>
                </a:moveTo>
                <a:lnTo>
                  <a:pt x="841997" y="703396"/>
                </a:lnTo>
                <a:moveTo>
                  <a:pt x="950987" y="661704"/>
                </a:moveTo>
                <a:lnTo>
                  <a:pt x="916993" y="705908"/>
                </a:lnTo>
                <a:moveTo>
                  <a:pt x="2242988" y="537110"/>
                </a:moveTo>
                <a:lnTo>
                  <a:pt x="2222298" y="503140"/>
                </a:lnTo>
                <a:moveTo>
                  <a:pt x="2101990" y="779335"/>
                </a:moveTo>
                <a:lnTo>
                  <a:pt x="2138875" y="699649"/>
                </a:lnTo>
                <a:moveTo>
                  <a:pt x="843252" y="490545"/>
                </a:moveTo>
                <a:lnTo>
                  <a:pt x="754411" y="443298"/>
                </a:lnTo>
                <a:moveTo>
                  <a:pt x="637354" y="183893"/>
                </a:moveTo>
                <a:lnTo>
                  <a:pt x="623026" y="224932"/>
                </a:lnTo>
                <a:moveTo>
                  <a:pt x="715738" y="356856"/>
                </a:moveTo>
                <a:lnTo>
                  <a:pt x="629284" y="268509"/>
                </a:lnTo>
                <a:moveTo>
                  <a:pt x="926939" y="960304"/>
                </a:moveTo>
                <a:lnTo>
                  <a:pt x="934320" y="876866"/>
                </a:lnTo>
                <a:moveTo>
                  <a:pt x="627614" y="1004081"/>
                </a:moveTo>
                <a:lnTo>
                  <a:pt x="560023" y="1020561"/>
                </a:lnTo>
                <a:moveTo>
                  <a:pt x="2042956" y="692735"/>
                </a:moveTo>
                <a:lnTo>
                  <a:pt x="2013284" y="690702"/>
                </a:lnTo>
                <a:moveTo>
                  <a:pt x="496083" y="933610"/>
                </a:moveTo>
                <a:lnTo>
                  <a:pt x="504207" y="850266"/>
                </a:lnTo>
                <a:moveTo>
                  <a:pt x="514110" y="514018"/>
                </a:moveTo>
                <a:lnTo>
                  <a:pt x="464337" y="510120"/>
                </a:lnTo>
                <a:moveTo>
                  <a:pt x="2107435" y="446954"/>
                </a:moveTo>
                <a:lnTo>
                  <a:pt x="2040108" y="477154"/>
                </a:lnTo>
                <a:moveTo>
                  <a:pt x="975014" y="1127298"/>
                </a:moveTo>
                <a:lnTo>
                  <a:pt x="988456" y="1113115"/>
                </a:lnTo>
                <a:moveTo>
                  <a:pt x="627614" y="1004081"/>
                </a:moveTo>
                <a:lnTo>
                  <a:pt x="585456" y="1022328"/>
                </a:lnTo>
                <a:moveTo>
                  <a:pt x="438839" y="258159"/>
                </a:moveTo>
                <a:lnTo>
                  <a:pt x="388553" y="335348"/>
                </a:lnTo>
                <a:moveTo>
                  <a:pt x="1055832" y="632163"/>
                </a:moveTo>
                <a:lnTo>
                  <a:pt x="1002834" y="543294"/>
                </a:lnTo>
                <a:moveTo>
                  <a:pt x="612668" y="435150"/>
                </a:moveTo>
                <a:lnTo>
                  <a:pt x="598990" y="350776"/>
                </a:lnTo>
                <a:moveTo>
                  <a:pt x="436885" y="262677"/>
                </a:moveTo>
                <a:lnTo>
                  <a:pt x="388553" y="335348"/>
                </a:lnTo>
                <a:moveTo>
                  <a:pt x="1566495" y="480819"/>
                </a:moveTo>
                <a:lnTo>
                  <a:pt x="1504554" y="424154"/>
                </a:lnTo>
                <a:moveTo>
                  <a:pt x="438839" y="258159"/>
                </a:moveTo>
                <a:lnTo>
                  <a:pt x="396785" y="251691"/>
                </a:lnTo>
                <a:moveTo>
                  <a:pt x="960616" y="1133341"/>
                </a:moveTo>
                <a:lnTo>
                  <a:pt x="960065" y="1129186"/>
                </a:lnTo>
                <a:moveTo>
                  <a:pt x="2029169" y="653601"/>
                </a:moveTo>
                <a:lnTo>
                  <a:pt x="1926403" y="684798"/>
                </a:lnTo>
                <a:moveTo>
                  <a:pt x="1899195" y="600442"/>
                </a:moveTo>
                <a:lnTo>
                  <a:pt x="1896086" y="682822"/>
                </a:lnTo>
                <a:moveTo>
                  <a:pt x="1504493" y="492367"/>
                </a:moveTo>
                <a:lnTo>
                  <a:pt x="1566495" y="480819"/>
                </a:lnTo>
                <a:moveTo>
                  <a:pt x="1847894" y="430588"/>
                </a:moveTo>
                <a:lnTo>
                  <a:pt x="1873312" y="405496"/>
                </a:lnTo>
                <a:moveTo>
                  <a:pt x="1055832" y="632163"/>
                </a:moveTo>
                <a:lnTo>
                  <a:pt x="988016" y="626821"/>
                </a:lnTo>
                <a:moveTo>
                  <a:pt x="602106" y="434656"/>
                </a:moveTo>
                <a:lnTo>
                  <a:pt x="514110" y="514018"/>
                </a:lnTo>
                <a:moveTo>
                  <a:pt x="629284" y="268509"/>
                </a:moveTo>
                <a:lnTo>
                  <a:pt x="637354" y="183893"/>
                </a:lnTo>
                <a:moveTo>
                  <a:pt x="602106" y="434656"/>
                </a:moveTo>
                <a:lnTo>
                  <a:pt x="598990" y="350776"/>
                </a:lnTo>
                <a:moveTo>
                  <a:pt x="725167" y="273678"/>
                </a:moveTo>
                <a:lnTo>
                  <a:pt x="629284" y="268509"/>
                </a:lnTo>
                <a:moveTo>
                  <a:pt x="629284" y="268509"/>
                </a:moveTo>
                <a:lnTo>
                  <a:pt x="726848" y="189515"/>
                </a:lnTo>
                <a:moveTo>
                  <a:pt x="2214118" y="702193"/>
                </a:moveTo>
                <a:lnTo>
                  <a:pt x="2145642" y="683826"/>
                </a:lnTo>
                <a:moveTo>
                  <a:pt x="618805" y="351553"/>
                </a:moveTo>
                <a:lnTo>
                  <a:pt x="598990" y="350776"/>
                </a:lnTo>
                <a:moveTo>
                  <a:pt x="630873" y="521842"/>
                </a:moveTo>
                <a:lnTo>
                  <a:pt x="716849" y="441374"/>
                </a:lnTo>
                <a:moveTo>
                  <a:pt x="988016" y="626821"/>
                </a:moveTo>
                <a:lnTo>
                  <a:pt x="950987" y="661704"/>
                </a:lnTo>
                <a:moveTo>
                  <a:pt x="1779839" y="337555"/>
                </a:moveTo>
                <a:lnTo>
                  <a:pt x="1732735" y="338590"/>
                </a:lnTo>
                <a:moveTo>
                  <a:pt x="618805" y="351553"/>
                </a:moveTo>
                <a:lnTo>
                  <a:pt x="629284" y="268509"/>
                </a:lnTo>
                <a:moveTo>
                  <a:pt x="1899195" y="600442"/>
                </a:moveTo>
                <a:lnTo>
                  <a:pt x="1797882" y="592805"/>
                </a:lnTo>
                <a:moveTo>
                  <a:pt x="511118" y="974230"/>
                </a:moveTo>
                <a:lnTo>
                  <a:pt x="496083" y="933610"/>
                </a:lnTo>
                <a:moveTo>
                  <a:pt x="629284" y="268509"/>
                </a:moveTo>
                <a:lnTo>
                  <a:pt x="623026" y="224932"/>
                </a:lnTo>
                <a:moveTo>
                  <a:pt x="630873" y="521842"/>
                </a:moveTo>
                <a:lnTo>
                  <a:pt x="612668" y="435150"/>
                </a:lnTo>
                <a:moveTo>
                  <a:pt x="1055832" y="632163"/>
                </a:moveTo>
                <a:lnTo>
                  <a:pt x="1046765" y="546633"/>
                </a:lnTo>
                <a:moveTo>
                  <a:pt x="567805" y="517799"/>
                </a:moveTo>
                <a:lnTo>
                  <a:pt x="602106" y="434656"/>
                </a:lnTo>
                <a:moveTo>
                  <a:pt x="2159265" y="464084"/>
                </a:moveTo>
                <a:lnTo>
                  <a:pt x="2107435" y="446954"/>
                </a:lnTo>
                <a:moveTo>
                  <a:pt x="2029169" y="653601"/>
                </a:moveTo>
                <a:lnTo>
                  <a:pt x="2013284" y="690702"/>
                </a:lnTo>
                <a:moveTo>
                  <a:pt x="1002834" y="543294"/>
                </a:moveTo>
                <a:lnTo>
                  <a:pt x="961400" y="493731"/>
                </a:lnTo>
                <a:moveTo>
                  <a:pt x="534016" y="263418"/>
                </a:moveTo>
                <a:lnTo>
                  <a:pt x="504972" y="220218"/>
                </a:lnTo>
                <a:moveTo>
                  <a:pt x="843252" y="490545"/>
                </a:moveTo>
                <a:lnTo>
                  <a:pt x="725857" y="475189"/>
                </a:lnTo>
                <a:moveTo>
                  <a:pt x="1833471" y="513130"/>
                </a:moveTo>
                <a:lnTo>
                  <a:pt x="1894416" y="429479"/>
                </a:lnTo>
                <a:moveTo>
                  <a:pt x="1102026" y="550889"/>
                </a:moveTo>
                <a:lnTo>
                  <a:pt x="1046765" y="546633"/>
                </a:lnTo>
                <a:moveTo>
                  <a:pt x="630873" y="521842"/>
                </a:moveTo>
                <a:lnTo>
                  <a:pt x="602106" y="434656"/>
                </a:lnTo>
                <a:moveTo>
                  <a:pt x="2182074" y="701117"/>
                </a:moveTo>
                <a:lnTo>
                  <a:pt x="2138875" y="699649"/>
                </a:lnTo>
                <a:moveTo>
                  <a:pt x="1575819" y="494413"/>
                </a:moveTo>
                <a:lnTo>
                  <a:pt x="1504493" y="492367"/>
                </a:lnTo>
                <a:moveTo>
                  <a:pt x="618805" y="351553"/>
                </a:moveTo>
                <a:lnTo>
                  <a:pt x="597959" y="266936"/>
                </a:lnTo>
                <a:moveTo>
                  <a:pt x="602106" y="434656"/>
                </a:moveTo>
                <a:lnTo>
                  <a:pt x="525892" y="431139"/>
                </a:lnTo>
                <a:moveTo>
                  <a:pt x="2237626" y="620805"/>
                </a:moveTo>
                <a:lnTo>
                  <a:pt x="2242988" y="537110"/>
                </a:lnTo>
                <a:moveTo>
                  <a:pt x="1682290" y="521974"/>
                </a:moveTo>
                <a:lnTo>
                  <a:pt x="1721891" y="505965"/>
                </a:lnTo>
                <a:moveTo>
                  <a:pt x="2042956" y="692735"/>
                </a:moveTo>
                <a:lnTo>
                  <a:pt x="2029169" y="653601"/>
                </a:lnTo>
                <a:moveTo>
                  <a:pt x="666572" y="1028301"/>
                </a:moveTo>
                <a:lnTo>
                  <a:pt x="627614" y="1004081"/>
                </a:lnTo>
                <a:moveTo>
                  <a:pt x="597959" y="266936"/>
                </a:moveTo>
                <a:lnTo>
                  <a:pt x="623026" y="224932"/>
                </a:lnTo>
                <a:moveTo>
                  <a:pt x="725857" y="475189"/>
                </a:moveTo>
                <a:lnTo>
                  <a:pt x="630873" y="521842"/>
                </a:lnTo>
                <a:moveTo>
                  <a:pt x="2029169" y="653601"/>
                </a:moveTo>
                <a:lnTo>
                  <a:pt x="1911615" y="640830"/>
                </a:lnTo>
                <a:moveTo>
                  <a:pt x="1682290" y="521974"/>
                </a:moveTo>
                <a:lnTo>
                  <a:pt x="1615583" y="542182"/>
                </a:lnTo>
                <a:moveTo>
                  <a:pt x="2138875" y="699649"/>
                </a:moveTo>
                <a:lnTo>
                  <a:pt x="2042956" y="692735"/>
                </a:lnTo>
                <a:moveTo>
                  <a:pt x="975014" y="1127298"/>
                </a:moveTo>
                <a:lnTo>
                  <a:pt x="960065" y="1129186"/>
                </a:lnTo>
                <a:moveTo>
                  <a:pt x="1615583" y="542182"/>
                </a:moveTo>
                <a:lnTo>
                  <a:pt x="1575819" y="494413"/>
                </a:lnTo>
                <a:moveTo>
                  <a:pt x="1896050" y="516561"/>
                </a:moveTo>
                <a:lnTo>
                  <a:pt x="1797882" y="592805"/>
                </a:lnTo>
                <a:moveTo>
                  <a:pt x="1911615" y="640830"/>
                </a:moveTo>
                <a:lnTo>
                  <a:pt x="1899195" y="600442"/>
                </a:lnTo>
                <a:moveTo>
                  <a:pt x="1069625" y="656995"/>
                </a:moveTo>
                <a:lnTo>
                  <a:pt x="988016" y="626821"/>
                </a:lnTo>
                <a:moveTo>
                  <a:pt x="695346" y="525953"/>
                </a:moveTo>
                <a:lnTo>
                  <a:pt x="725857" y="475189"/>
                </a:lnTo>
                <a:moveTo>
                  <a:pt x="1896050" y="516561"/>
                </a:moveTo>
                <a:lnTo>
                  <a:pt x="1796552" y="587858"/>
                </a:lnTo>
                <a:moveTo>
                  <a:pt x="934320" y="876866"/>
                </a:moveTo>
                <a:lnTo>
                  <a:pt x="843207" y="787926"/>
                </a:lnTo>
                <a:moveTo>
                  <a:pt x="2222298" y="503140"/>
                </a:moveTo>
                <a:lnTo>
                  <a:pt x="2159265" y="464084"/>
                </a:lnTo>
                <a:moveTo>
                  <a:pt x="567805" y="517799"/>
                </a:moveTo>
                <a:lnTo>
                  <a:pt x="514110" y="514018"/>
                </a:lnTo>
                <a:moveTo>
                  <a:pt x="2182074" y="701117"/>
                </a:moveTo>
                <a:lnTo>
                  <a:pt x="2145642" y="683826"/>
                </a:lnTo>
                <a:moveTo>
                  <a:pt x="541791" y="768744"/>
                </a:moveTo>
                <a:lnTo>
                  <a:pt x="549610" y="685079"/>
                </a:lnTo>
                <a:moveTo>
                  <a:pt x="746761" y="991161"/>
                </a:moveTo>
                <a:lnTo>
                  <a:pt x="701781" y="1030096"/>
                </a:lnTo>
                <a:moveTo>
                  <a:pt x="809954" y="1027644"/>
                </a:moveTo>
                <a:lnTo>
                  <a:pt x="746761" y="991161"/>
                </a:lnTo>
                <a:moveTo>
                  <a:pt x="598990" y="350776"/>
                </a:moveTo>
                <a:lnTo>
                  <a:pt x="597959" y="266936"/>
                </a:lnTo>
                <a:moveTo>
                  <a:pt x="1911615" y="640830"/>
                </a:moveTo>
                <a:lnTo>
                  <a:pt x="1926749" y="602345"/>
                </a:lnTo>
                <a:moveTo>
                  <a:pt x="520472" y="823349"/>
                </a:moveTo>
                <a:lnTo>
                  <a:pt x="504207" y="850266"/>
                </a:lnTo>
                <a:moveTo>
                  <a:pt x="1745591" y="507955"/>
                </a:moveTo>
                <a:lnTo>
                  <a:pt x="1682290" y="521974"/>
                </a:lnTo>
                <a:moveTo>
                  <a:pt x="438839" y="258159"/>
                </a:moveTo>
                <a:lnTo>
                  <a:pt x="504972" y="220218"/>
                </a:lnTo>
                <a:moveTo>
                  <a:pt x="514110" y="514018"/>
                </a:moveTo>
                <a:lnTo>
                  <a:pt x="525892" y="431139"/>
                </a:lnTo>
                <a:moveTo>
                  <a:pt x="494563" y="935451"/>
                </a:moveTo>
                <a:lnTo>
                  <a:pt x="496083" y="933610"/>
                </a:lnTo>
                <a:moveTo>
                  <a:pt x="623026" y="224932"/>
                </a:moveTo>
                <a:lnTo>
                  <a:pt x="534016" y="263418"/>
                </a:lnTo>
                <a:moveTo>
                  <a:pt x="813264" y="701556"/>
                </a:moveTo>
                <a:lnTo>
                  <a:pt x="729636" y="696131"/>
                </a:lnTo>
                <a:moveTo>
                  <a:pt x="629284" y="268509"/>
                </a:moveTo>
                <a:lnTo>
                  <a:pt x="597959" y="266936"/>
                </a:lnTo>
                <a:moveTo>
                  <a:pt x="1080697" y="478413"/>
                </a:moveTo>
                <a:lnTo>
                  <a:pt x="1002834" y="543294"/>
                </a:lnTo>
                <a:moveTo>
                  <a:pt x="598990" y="350776"/>
                </a:moveTo>
                <a:lnTo>
                  <a:pt x="525892" y="431139"/>
                </a:lnTo>
                <a:moveTo>
                  <a:pt x="1102026" y="550889"/>
                </a:moveTo>
                <a:lnTo>
                  <a:pt x="1055832" y="632163"/>
                </a:lnTo>
                <a:moveTo>
                  <a:pt x="2145642" y="683826"/>
                </a:moveTo>
                <a:lnTo>
                  <a:pt x="2042956" y="692735"/>
                </a:lnTo>
                <a:moveTo>
                  <a:pt x="729636" y="696131"/>
                </a:moveTo>
                <a:lnTo>
                  <a:pt x="676560" y="693221"/>
                </a:lnTo>
                <a:moveTo>
                  <a:pt x="1894416" y="429479"/>
                </a:moveTo>
                <a:lnTo>
                  <a:pt x="1847894" y="430588"/>
                </a:lnTo>
                <a:moveTo>
                  <a:pt x="960616" y="1133341"/>
                </a:moveTo>
                <a:lnTo>
                  <a:pt x="918441" y="1186669"/>
                </a:lnTo>
                <a:moveTo>
                  <a:pt x="1796552" y="587858"/>
                </a:moveTo>
                <a:lnTo>
                  <a:pt x="1833471" y="513130"/>
                </a:lnTo>
                <a:moveTo>
                  <a:pt x="908170" y="876705"/>
                </a:moveTo>
                <a:lnTo>
                  <a:pt x="934320" y="876866"/>
                </a:lnTo>
                <a:moveTo>
                  <a:pt x="746761" y="991161"/>
                </a:moveTo>
                <a:lnTo>
                  <a:pt x="666572" y="1028301"/>
                </a:lnTo>
                <a:moveTo>
                  <a:pt x="1630957" y="294202"/>
                </a:moveTo>
                <a:lnTo>
                  <a:pt x="1578556" y="286288"/>
                </a:lnTo>
                <a:moveTo>
                  <a:pt x="628125" y="774623"/>
                </a:moveTo>
                <a:lnTo>
                  <a:pt x="541791" y="768744"/>
                </a:lnTo>
                <a:moveTo>
                  <a:pt x="841997" y="703396"/>
                </a:moveTo>
                <a:lnTo>
                  <a:pt x="813264" y="701556"/>
                </a:lnTo>
                <a:moveTo>
                  <a:pt x="436885" y="262677"/>
                </a:moveTo>
                <a:lnTo>
                  <a:pt x="399378" y="337698"/>
                </a:lnTo>
                <a:moveTo>
                  <a:pt x="541791" y="768744"/>
                </a:moveTo>
                <a:lnTo>
                  <a:pt x="520472" y="823349"/>
                </a:lnTo>
                <a:moveTo>
                  <a:pt x="630873" y="521842"/>
                </a:moveTo>
                <a:lnTo>
                  <a:pt x="567805" y="517799"/>
                </a:lnTo>
                <a:moveTo>
                  <a:pt x="2214118" y="702193"/>
                </a:moveTo>
                <a:lnTo>
                  <a:pt x="2169572" y="619176"/>
                </a:lnTo>
                <a:moveTo>
                  <a:pt x="629671" y="690443"/>
                </a:moveTo>
                <a:lnTo>
                  <a:pt x="549610" y="685079"/>
                </a:lnTo>
                <a:moveTo>
                  <a:pt x="1083417" y="634342"/>
                </a:moveTo>
                <a:lnTo>
                  <a:pt x="1055832" y="632163"/>
                </a:lnTo>
                <a:moveTo>
                  <a:pt x="628125" y="774623"/>
                </a:moveTo>
                <a:lnTo>
                  <a:pt x="549610" y="685079"/>
                </a:lnTo>
                <a:moveTo>
                  <a:pt x="494563" y="935451"/>
                </a:moveTo>
                <a:lnTo>
                  <a:pt x="504207" y="850266"/>
                </a:lnTo>
                <a:moveTo>
                  <a:pt x="809954" y="1027644"/>
                </a:moveTo>
                <a:lnTo>
                  <a:pt x="864020" y="959327"/>
                </a:lnTo>
                <a:moveTo>
                  <a:pt x="504222" y="851823"/>
                </a:moveTo>
                <a:lnTo>
                  <a:pt x="504207" y="850266"/>
                </a:lnTo>
                <a:moveTo>
                  <a:pt x="1796552" y="587858"/>
                </a:moveTo>
                <a:lnTo>
                  <a:pt x="1745591" y="507955"/>
                </a:lnTo>
                <a:moveTo>
                  <a:pt x="843207" y="787926"/>
                </a:moveTo>
                <a:lnTo>
                  <a:pt x="813264" y="701556"/>
                </a:lnTo>
                <a:moveTo>
                  <a:pt x="2014015" y="608345"/>
                </a:moveTo>
                <a:lnTo>
                  <a:pt x="1911615" y="640830"/>
                </a:lnTo>
                <a:moveTo>
                  <a:pt x="1083417" y="634342"/>
                </a:moveTo>
                <a:lnTo>
                  <a:pt x="1102026" y="550889"/>
                </a:lnTo>
                <a:moveTo>
                  <a:pt x="2040108" y="477154"/>
                </a:moveTo>
                <a:lnTo>
                  <a:pt x="1921568" y="480278"/>
                </a:lnTo>
                <a:moveTo>
                  <a:pt x="843207" y="787926"/>
                </a:moveTo>
                <a:lnTo>
                  <a:pt x="841997" y="703396"/>
                </a:lnTo>
                <a:moveTo>
                  <a:pt x="1732735" y="338590"/>
                </a:moveTo>
                <a:lnTo>
                  <a:pt x="1695958" y="301509"/>
                </a:lnTo>
                <a:moveTo>
                  <a:pt x="1931794" y="518609"/>
                </a:moveTo>
                <a:lnTo>
                  <a:pt x="1921568" y="480278"/>
                </a:lnTo>
                <a:moveTo>
                  <a:pt x="549610" y="685079"/>
                </a:moveTo>
                <a:lnTo>
                  <a:pt x="545552" y="601180"/>
                </a:lnTo>
                <a:moveTo>
                  <a:pt x="695346" y="525953"/>
                </a:moveTo>
                <a:lnTo>
                  <a:pt x="630873" y="521842"/>
                </a:lnTo>
                <a:moveTo>
                  <a:pt x="1926749" y="602345"/>
                </a:moveTo>
                <a:lnTo>
                  <a:pt x="1899195" y="600442"/>
                </a:lnTo>
                <a:moveTo>
                  <a:pt x="1080697" y="478413"/>
                </a:moveTo>
                <a:lnTo>
                  <a:pt x="1046765" y="546633"/>
                </a:lnTo>
                <a:moveTo>
                  <a:pt x="961400" y="493731"/>
                </a:moveTo>
                <a:lnTo>
                  <a:pt x="843252" y="490545"/>
                </a:lnTo>
                <a:moveTo>
                  <a:pt x="676560" y="693221"/>
                </a:moveTo>
                <a:lnTo>
                  <a:pt x="629671" y="690443"/>
                </a:lnTo>
                <a:moveTo>
                  <a:pt x="676560" y="693221"/>
                </a:moveTo>
                <a:lnTo>
                  <a:pt x="628125" y="774623"/>
                </a:lnTo>
                <a:moveTo>
                  <a:pt x="1173096" y="640051"/>
                </a:moveTo>
                <a:lnTo>
                  <a:pt x="1102026" y="550889"/>
                </a:lnTo>
                <a:moveTo>
                  <a:pt x="742099" y="782093"/>
                </a:moveTo>
                <a:lnTo>
                  <a:pt x="729636" y="696131"/>
                </a:lnTo>
                <a:moveTo>
                  <a:pt x="418656" y="341581"/>
                </a:moveTo>
                <a:lnTo>
                  <a:pt x="399378" y="337698"/>
                </a:lnTo>
                <a:moveTo>
                  <a:pt x="598990" y="350776"/>
                </a:moveTo>
                <a:lnTo>
                  <a:pt x="537960" y="348297"/>
                </a:lnTo>
                <a:moveTo>
                  <a:pt x="627614" y="1004081"/>
                </a:moveTo>
                <a:lnTo>
                  <a:pt x="511118" y="974230"/>
                </a:lnTo>
                <a:moveTo>
                  <a:pt x="1896050" y="516561"/>
                </a:moveTo>
                <a:lnTo>
                  <a:pt x="1921568" y="480278"/>
                </a:lnTo>
                <a:moveTo>
                  <a:pt x="545552" y="601180"/>
                </a:moveTo>
                <a:lnTo>
                  <a:pt x="567805" y="517799"/>
                </a:lnTo>
                <a:moveTo>
                  <a:pt x="1222659" y="642726"/>
                </a:moveTo>
                <a:lnTo>
                  <a:pt x="1173096" y="640051"/>
                </a:lnTo>
                <a:moveTo>
                  <a:pt x="628125" y="774623"/>
                </a:moveTo>
                <a:lnTo>
                  <a:pt x="629671" y="690443"/>
                </a:lnTo>
                <a:moveTo>
                  <a:pt x="659448" y="776703"/>
                </a:moveTo>
                <a:lnTo>
                  <a:pt x="676560" y="693221"/>
                </a:lnTo>
                <a:moveTo>
                  <a:pt x="597959" y="266936"/>
                </a:moveTo>
                <a:lnTo>
                  <a:pt x="534016" y="263418"/>
                </a:lnTo>
                <a:moveTo>
                  <a:pt x="2145642" y="683826"/>
                </a:moveTo>
                <a:lnTo>
                  <a:pt x="2029169" y="653601"/>
                </a:lnTo>
                <a:moveTo>
                  <a:pt x="1069625" y="656995"/>
                </a:moveTo>
                <a:lnTo>
                  <a:pt x="1055832" y="632163"/>
                </a:lnTo>
                <a:moveTo>
                  <a:pt x="1695958" y="301509"/>
                </a:moveTo>
                <a:lnTo>
                  <a:pt x="1630957" y="294202"/>
                </a:lnTo>
                <a:moveTo>
                  <a:pt x="813264" y="701556"/>
                </a:moveTo>
                <a:lnTo>
                  <a:pt x="742099" y="782093"/>
                </a:lnTo>
                <a:moveTo>
                  <a:pt x="659448" y="776703"/>
                </a:moveTo>
                <a:lnTo>
                  <a:pt x="628125" y="774623"/>
                </a:lnTo>
                <a:moveTo>
                  <a:pt x="786000" y="784838"/>
                </a:moveTo>
                <a:lnTo>
                  <a:pt x="813264" y="701556"/>
                </a:lnTo>
                <a:moveTo>
                  <a:pt x="926939" y="960304"/>
                </a:moveTo>
                <a:lnTo>
                  <a:pt x="864020" y="959327"/>
                </a:lnTo>
                <a:moveTo>
                  <a:pt x="629671" y="690443"/>
                </a:moveTo>
                <a:lnTo>
                  <a:pt x="545552" y="601180"/>
                </a:lnTo>
                <a:moveTo>
                  <a:pt x="1173096" y="640051"/>
                </a:moveTo>
                <a:lnTo>
                  <a:pt x="1083417" y="634342"/>
                </a:lnTo>
                <a:moveTo>
                  <a:pt x="885839" y="656752"/>
                </a:moveTo>
                <a:lnTo>
                  <a:pt x="916993" y="705908"/>
                </a:lnTo>
                <a:moveTo>
                  <a:pt x="2145642" y="683826"/>
                </a:moveTo>
                <a:lnTo>
                  <a:pt x="2138875" y="699649"/>
                </a:lnTo>
                <a:moveTo>
                  <a:pt x="1899195" y="600442"/>
                </a:moveTo>
                <a:lnTo>
                  <a:pt x="1896050" y="516561"/>
                </a:lnTo>
                <a:moveTo>
                  <a:pt x="511118" y="974230"/>
                </a:moveTo>
                <a:lnTo>
                  <a:pt x="494563" y="935451"/>
                </a:lnTo>
                <a:moveTo>
                  <a:pt x="1809810" y="374006"/>
                </a:moveTo>
                <a:lnTo>
                  <a:pt x="1732735" y="338590"/>
                </a:lnTo>
                <a:moveTo>
                  <a:pt x="1926749" y="602345"/>
                </a:moveTo>
                <a:lnTo>
                  <a:pt x="1931794" y="518609"/>
                </a:lnTo>
                <a:moveTo>
                  <a:pt x="742099" y="782093"/>
                </a:moveTo>
                <a:lnTo>
                  <a:pt x="676560" y="693221"/>
                </a:lnTo>
                <a:moveTo>
                  <a:pt x="1069625" y="656995"/>
                </a:moveTo>
                <a:lnTo>
                  <a:pt x="950987" y="661704"/>
                </a:lnTo>
                <a:moveTo>
                  <a:pt x="640186" y="801286"/>
                </a:moveTo>
                <a:lnTo>
                  <a:pt x="541791" y="768744"/>
                </a:lnTo>
                <a:moveTo>
                  <a:pt x="2029169" y="653601"/>
                </a:moveTo>
                <a:lnTo>
                  <a:pt x="2014015" y="608345"/>
                </a:lnTo>
                <a:moveTo>
                  <a:pt x="1921568" y="480278"/>
                </a:moveTo>
                <a:lnTo>
                  <a:pt x="1833471" y="513130"/>
                </a:lnTo>
                <a:moveTo>
                  <a:pt x="843207" y="787926"/>
                </a:moveTo>
                <a:lnTo>
                  <a:pt x="786000" y="784838"/>
                </a:lnTo>
                <a:moveTo>
                  <a:pt x="597959" y="266936"/>
                </a:moveTo>
                <a:lnTo>
                  <a:pt x="537960" y="348297"/>
                </a:lnTo>
                <a:moveTo>
                  <a:pt x="908170" y="876705"/>
                </a:moveTo>
                <a:lnTo>
                  <a:pt x="843207" y="787926"/>
                </a:lnTo>
                <a:moveTo>
                  <a:pt x="1926749" y="602345"/>
                </a:moveTo>
                <a:lnTo>
                  <a:pt x="1896050" y="516561"/>
                </a:lnTo>
                <a:moveTo>
                  <a:pt x="2040108" y="477154"/>
                </a:moveTo>
                <a:lnTo>
                  <a:pt x="1931794" y="518609"/>
                </a:lnTo>
                <a:moveTo>
                  <a:pt x="1222659" y="642726"/>
                </a:moveTo>
                <a:lnTo>
                  <a:pt x="1211376" y="558685"/>
                </a:lnTo>
                <a:moveTo>
                  <a:pt x="1083417" y="634342"/>
                </a:moveTo>
                <a:lnTo>
                  <a:pt x="1069625" y="656995"/>
                </a:lnTo>
                <a:moveTo>
                  <a:pt x="1184829" y="557166"/>
                </a:moveTo>
                <a:lnTo>
                  <a:pt x="1102026" y="550889"/>
                </a:lnTo>
                <a:moveTo>
                  <a:pt x="864020" y="959327"/>
                </a:moveTo>
                <a:lnTo>
                  <a:pt x="934320" y="876866"/>
                </a:lnTo>
                <a:moveTo>
                  <a:pt x="525892" y="431139"/>
                </a:moveTo>
                <a:lnTo>
                  <a:pt x="537960" y="348297"/>
                </a:lnTo>
                <a:moveTo>
                  <a:pt x="742099" y="782093"/>
                </a:moveTo>
                <a:lnTo>
                  <a:pt x="659448" y="776703"/>
                </a:lnTo>
                <a:moveTo>
                  <a:pt x="2014015" y="608345"/>
                </a:moveTo>
                <a:lnTo>
                  <a:pt x="1926749" y="602345"/>
                </a:lnTo>
                <a:moveTo>
                  <a:pt x="1931794" y="518609"/>
                </a:moveTo>
                <a:lnTo>
                  <a:pt x="1896050" y="516561"/>
                </a:lnTo>
                <a:moveTo>
                  <a:pt x="1102026" y="550889"/>
                </a:moveTo>
                <a:lnTo>
                  <a:pt x="1080697" y="478413"/>
                </a:lnTo>
                <a:moveTo>
                  <a:pt x="504222" y="851823"/>
                </a:moveTo>
                <a:lnTo>
                  <a:pt x="520472" y="823349"/>
                </a:lnTo>
                <a:moveTo>
                  <a:pt x="2184795" y="536735"/>
                </a:moveTo>
                <a:lnTo>
                  <a:pt x="2222298" y="503140"/>
                </a:lnTo>
                <a:moveTo>
                  <a:pt x="640186" y="801286"/>
                </a:moveTo>
                <a:lnTo>
                  <a:pt x="628125" y="774623"/>
                </a:lnTo>
                <a:moveTo>
                  <a:pt x="1222659" y="642726"/>
                </a:moveTo>
                <a:lnTo>
                  <a:pt x="1185062" y="703931"/>
                </a:lnTo>
                <a:moveTo>
                  <a:pt x="1847894" y="430588"/>
                </a:moveTo>
                <a:lnTo>
                  <a:pt x="1809810" y="374006"/>
                </a:lnTo>
                <a:moveTo>
                  <a:pt x="786000" y="784838"/>
                </a:moveTo>
                <a:lnTo>
                  <a:pt x="742099" y="782093"/>
                </a:lnTo>
                <a:moveTo>
                  <a:pt x="869377" y="922293"/>
                </a:moveTo>
                <a:lnTo>
                  <a:pt x="934320" y="876866"/>
                </a:lnTo>
                <a:moveTo>
                  <a:pt x="537960" y="348297"/>
                </a:moveTo>
                <a:lnTo>
                  <a:pt x="534016" y="263418"/>
                </a:lnTo>
                <a:moveTo>
                  <a:pt x="1211376" y="558685"/>
                </a:moveTo>
                <a:lnTo>
                  <a:pt x="1173096" y="640051"/>
                </a:lnTo>
                <a:moveTo>
                  <a:pt x="1504493" y="492367"/>
                </a:moveTo>
                <a:lnTo>
                  <a:pt x="1504554" y="424154"/>
                </a:lnTo>
                <a:moveTo>
                  <a:pt x="2017420" y="524593"/>
                </a:moveTo>
                <a:lnTo>
                  <a:pt x="1926749" y="602345"/>
                </a:lnTo>
                <a:moveTo>
                  <a:pt x="531853" y="853782"/>
                </a:moveTo>
                <a:lnTo>
                  <a:pt x="520472" y="823349"/>
                </a:lnTo>
                <a:moveTo>
                  <a:pt x="2029169" y="653601"/>
                </a:moveTo>
                <a:lnTo>
                  <a:pt x="2052892" y="611362"/>
                </a:lnTo>
                <a:moveTo>
                  <a:pt x="659448" y="776703"/>
                </a:moveTo>
                <a:lnTo>
                  <a:pt x="640186" y="801286"/>
                </a:lnTo>
                <a:moveTo>
                  <a:pt x="2237626" y="620805"/>
                </a:moveTo>
                <a:lnTo>
                  <a:pt x="2169572" y="619176"/>
                </a:lnTo>
                <a:moveTo>
                  <a:pt x="1173096" y="640051"/>
                </a:moveTo>
                <a:lnTo>
                  <a:pt x="1184829" y="557166"/>
                </a:lnTo>
                <a:moveTo>
                  <a:pt x="1185062" y="703931"/>
                </a:moveTo>
                <a:lnTo>
                  <a:pt x="1083417" y="634342"/>
                </a:lnTo>
                <a:moveTo>
                  <a:pt x="1809810" y="374006"/>
                </a:moveTo>
                <a:lnTo>
                  <a:pt x="1745280" y="359100"/>
                </a:lnTo>
                <a:moveTo>
                  <a:pt x="652346" y="605138"/>
                </a:moveTo>
                <a:lnTo>
                  <a:pt x="567805" y="517799"/>
                </a:lnTo>
                <a:moveTo>
                  <a:pt x="534016" y="263418"/>
                </a:moveTo>
                <a:lnTo>
                  <a:pt x="438839" y="258159"/>
                </a:lnTo>
                <a:moveTo>
                  <a:pt x="2017420" y="524593"/>
                </a:moveTo>
                <a:lnTo>
                  <a:pt x="2040108" y="477154"/>
                </a:lnTo>
                <a:moveTo>
                  <a:pt x="2159265" y="464084"/>
                </a:moveTo>
                <a:lnTo>
                  <a:pt x="2040108" y="477154"/>
                </a:lnTo>
                <a:moveTo>
                  <a:pt x="2017420" y="524593"/>
                </a:moveTo>
                <a:lnTo>
                  <a:pt x="1931794" y="518609"/>
                </a:lnTo>
                <a:moveTo>
                  <a:pt x="494563" y="935451"/>
                </a:moveTo>
                <a:lnTo>
                  <a:pt x="504222" y="851823"/>
                </a:lnTo>
                <a:moveTo>
                  <a:pt x="511118" y="974230"/>
                </a:moveTo>
                <a:lnTo>
                  <a:pt x="540460" y="939254"/>
                </a:lnTo>
                <a:moveTo>
                  <a:pt x="676560" y="693221"/>
                </a:moveTo>
                <a:lnTo>
                  <a:pt x="651747" y="614813"/>
                </a:lnTo>
                <a:moveTo>
                  <a:pt x="1195608" y="533810"/>
                </a:moveTo>
                <a:lnTo>
                  <a:pt x="1102026" y="550889"/>
                </a:lnTo>
                <a:moveTo>
                  <a:pt x="652346" y="605138"/>
                </a:moveTo>
                <a:lnTo>
                  <a:pt x="630873" y="521842"/>
                </a:lnTo>
                <a:moveTo>
                  <a:pt x="1185062" y="703931"/>
                </a:moveTo>
                <a:lnTo>
                  <a:pt x="1173096" y="640051"/>
                </a:lnTo>
                <a:moveTo>
                  <a:pt x="775974" y="519951"/>
                </a:moveTo>
                <a:lnTo>
                  <a:pt x="725857" y="475189"/>
                </a:lnTo>
                <a:moveTo>
                  <a:pt x="746761" y="991161"/>
                </a:moveTo>
                <a:lnTo>
                  <a:pt x="627614" y="1004081"/>
                </a:lnTo>
                <a:moveTo>
                  <a:pt x="1080697" y="478413"/>
                </a:moveTo>
                <a:lnTo>
                  <a:pt x="961400" y="493731"/>
                </a:lnTo>
                <a:moveTo>
                  <a:pt x="1615583" y="542182"/>
                </a:moveTo>
                <a:lnTo>
                  <a:pt x="1504493" y="492367"/>
                </a:lnTo>
                <a:moveTo>
                  <a:pt x="1042744" y="1090593"/>
                </a:moveTo>
                <a:lnTo>
                  <a:pt x="975014" y="1127298"/>
                </a:lnTo>
                <a:moveTo>
                  <a:pt x="1896050" y="516561"/>
                </a:moveTo>
                <a:lnTo>
                  <a:pt x="1833471" y="513130"/>
                </a:lnTo>
                <a:moveTo>
                  <a:pt x="651747" y="614813"/>
                </a:moveTo>
                <a:lnTo>
                  <a:pt x="629671" y="690443"/>
                </a:lnTo>
                <a:moveTo>
                  <a:pt x="652346" y="605138"/>
                </a:moveTo>
                <a:lnTo>
                  <a:pt x="695346" y="525953"/>
                </a:lnTo>
                <a:moveTo>
                  <a:pt x="1175926" y="725624"/>
                </a:moveTo>
                <a:lnTo>
                  <a:pt x="1083417" y="634342"/>
                </a:lnTo>
                <a:moveTo>
                  <a:pt x="1168176" y="893110"/>
                </a:moveTo>
                <a:lnTo>
                  <a:pt x="1067799" y="886816"/>
                </a:lnTo>
                <a:moveTo>
                  <a:pt x="531853" y="853782"/>
                </a:moveTo>
                <a:lnTo>
                  <a:pt x="504222" y="851823"/>
                </a:lnTo>
                <a:moveTo>
                  <a:pt x="769786" y="619762"/>
                </a:moveTo>
                <a:lnTo>
                  <a:pt x="729636" y="696131"/>
                </a:lnTo>
                <a:moveTo>
                  <a:pt x="2119415" y="616063"/>
                </a:moveTo>
                <a:lnTo>
                  <a:pt x="2029169" y="653601"/>
                </a:lnTo>
                <a:moveTo>
                  <a:pt x="2014015" y="608345"/>
                </a:moveTo>
                <a:lnTo>
                  <a:pt x="2017420" y="524593"/>
                </a:lnTo>
                <a:moveTo>
                  <a:pt x="655423" y="609341"/>
                </a:moveTo>
                <a:lnTo>
                  <a:pt x="695346" y="525953"/>
                </a:lnTo>
                <a:moveTo>
                  <a:pt x="1211376" y="558685"/>
                </a:moveTo>
                <a:lnTo>
                  <a:pt x="1184829" y="557166"/>
                </a:lnTo>
                <a:moveTo>
                  <a:pt x="758084" y="808522"/>
                </a:moveTo>
                <a:lnTo>
                  <a:pt x="659448" y="776703"/>
                </a:lnTo>
                <a:moveTo>
                  <a:pt x="813264" y="701556"/>
                </a:moveTo>
                <a:lnTo>
                  <a:pt x="769786" y="619762"/>
                </a:lnTo>
                <a:moveTo>
                  <a:pt x="1745591" y="507955"/>
                </a:moveTo>
                <a:lnTo>
                  <a:pt x="1721891" y="505965"/>
                </a:lnTo>
                <a:moveTo>
                  <a:pt x="598414" y="859319"/>
                </a:moveTo>
                <a:lnTo>
                  <a:pt x="541791" y="768744"/>
                </a:lnTo>
                <a:moveTo>
                  <a:pt x="1304115" y="649972"/>
                </a:moveTo>
                <a:lnTo>
                  <a:pt x="1222659" y="642726"/>
                </a:lnTo>
                <a:moveTo>
                  <a:pt x="1069483" y="466428"/>
                </a:moveTo>
                <a:lnTo>
                  <a:pt x="961400" y="493731"/>
                </a:lnTo>
                <a:moveTo>
                  <a:pt x="1175926" y="725624"/>
                </a:moveTo>
                <a:lnTo>
                  <a:pt x="1069625" y="656995"/>
                </a:lnTo>
                <a:moveTo>
                  <a:pt x="2052892" y="611362"/>
                </a:moveTo>
                <a:lnTo>
                  <a:pt x="2014015" y="608345"/>
                </a:lnTo>
                <a:moveTo>
                  <a:pt x="438839" y="258159"/>
                </a:moveTo>
                <a:lnTo>
                  <a:pt x="436885" y="262677"/>
                </a:lnTo>
                <a:moveTo>
                  <a:pt x="1200106" y="727863"/>
                </a:moveTo>
                <a:lnTo>
                  <a:pt x="1222659" y="642726"/>
                </a:lnTo>
                <a:moveTo>
                  <a:pt x="769786" y="619762"/>
                </a:moveTo>
                <a:lnTo>
                  <a:pt x="676560" y="693221"/>
                </a:lnTo>
                <a:moveTo>
                  <a:pt x="843252" y="490545"/>
                </a:moveTo>
                <a:lnTo>
                  <a:pt x="775974" y="519951"/>
                </a:lnTo>
                <a:moveTo>
                  <a:pt x="758084" y="808522"/>
                </a:moveTo>
                <a:lnTo>
                  <a:pt x="742099" y="782093"/>
                </a:lnTo>
                <a:moveTo>
                  <a:pt x="2237626" y="620805"/>
                </a:moveTo>
                <a:lnTo>
                  <a:pt x="2184795" y="536735"/>
                </a:lnTo>
                <a:moveTo>
                  <a:pt x="786000" y="784838"/>
                </a:moveTo>
                <a:lnTo>
                  <a:pt x="758084" y="808522"/>
                </a:lnTo>
                <a:moveTo>
                  <a:pt x="872657" y="869376"/>
                </a:moveTo>
                <a:lnTo>
                  <a:pt x="843207" y="787926"/>
                </a:lnTo>
                <a:moveTo>
                  <a:pt x="1833471" y="513130"/>
                </a:moveTo>
                <a:lnTo>
                  <a:pt x="1745591" y="507955"/>
                </a:lnTo>
                <a:moveTo>
                  <a:pt x="1084489" y="720185"/>
                </a:moveTo>
                <a:lnTo>
                  <a:pt x="1069625" y="656995"/>
                </a:lnTo>
                <a:moveTo>
                  <a:pt x="540460" y="939254"/>
                </a:moveTo>
                <a:lnTo>
                  <a:pt x="494563" y="935451"/>
                </a:lnTo>
                <a:moveTo>
                  <a:pt x="2145642" y="683826"/>
                </a:moveTo>
                <a:lnTo>
                  <a:pt x="2119415" y="616063"/>
                </a:lnTo>
                <a:moveTo>
                  <a:pt x="2145642" y="683826"/>
                </a:moveTo>
                <a:lnTo>
                  <a:pt x="2169572" y="619176"/>
                </a:lnTo>
                <a:moveTo>
                  <a:pt x="2242988" y="537110"/>
                </a:moveTo>
                <a:lnTo>
                  <a:pt x="2184795" y="536735"/>
                </a:lnTo>
                <a:moveTo>
                  <a:pt x="2052892" y="611362"/>
                </a:moveTo>
                <a:lnTo>
                  <a:pt x="2017420" y="524593"/>
                </a:lnTo>
                <a:moveTo>
                  <a:pt x="540460" y="939254"/>
                </a:moveTo>
                <a:lnTo>
                  <a:pt x="504222" y="851823"/>
                </a:lnTo>
                <a:moveTo>
                  <a:pt x="582609" y="942827"/>
                </a:moveTo>
                <a:lnTo>
                  <a:pt x="511118" y="974230"/>
                </a:lnTo>
                <a:moveTo>
                  <a:pt x="1736708" y="497359"/>
                </a:moveTo>
                <a:lnTo>
                  <a:pt x="1721891" y="505965"/>
                </a:lnTo>
                <a:moveTo>
                  <a:pt x="765268" y="616790"/>
                </a:moveTo>
                <a:lnTo>
                  <a:pt x="695346" y="525953"/>
                </a:lnTo>
                <a:moveTo>
                  <a:pt x="1211376" y="558685"/>
                </a:moveTo>
                <a:lnTo>
                  <a:pt x="1195608" y="533810"/>
                </a:lnTo>
                <a:moveTo>
                  <a:pt x="418656" y="341581"/>
                </a:moveTo>
                <a:lnTo>
                  <a:pt x="436885" y="262677"/>
                </a:lnTo>
                <a:moveTo>
                  <a:pt x="775974" y="519951"/>
                </a:moveTo>
                <a:lnTo>
                  <a:pt x="695346" y="525953"/>
                </a:lnTo>
                <a:moveTo>
                  <a:pt x="1158686" y="809103"/>
                </a:moveTo>
                <a:lnTo>
                  <a:pt x="1067799" y="886816"/>
                </a:lnTo>
                <a:moveTo>
                  <a:pt x="1067799" y="886816"/>
                </a:moveTo>
                <a:lnTo>
                  <a:pt x="1083981" y="804497"/>
                </a:lnTo>
                <a:moveTo>
                  <a:pt x="908170" y="876705"/>
                </a:moveTo>
                <a:lnTo>
                  <a:pt x="869377" y="922293"/>
                </a:lnTo>
                <a:moveTo>
                  <a:pt x="885839" y="656752"/>
                </a:moveTo>
                <a:lnTo>
                  <a:pt x="813264" y="701556"/>
                </a:lnTo>
                <a:moveTo>
                  <a:pt x="1669646" y="523295"/>
                </a:moveTo>
                <a:lnTo>
                  <a:pt x="1682290" y="521974"/>
                </a:lnTo>
                <a:moveTo>
                  <a:pt x="1168176" y="893110"/>
                </a:moveTo>
                <a:lnTo>
                  <a:pt x="1158686" y="809103"/>
                </a:lnTo>
                <a:moveTo>
                  <a:pt x="1195608" y="533810"/>
                </a:moveTo>
                <a:lnTo>
                  <a:pt x="1184829" y="557166"/>
                </a:lnTo>
                <a:moveTo>
                  <a:pt x="1175926" y="725624"/>
                </a:moveTo>
                <a:lnTo>
                  <a:pt x="1185062" y="703931"/>
                </a:lnTo>
                <a:moveTo>
                  <a:pt x="598414" y="859319"/>
                </a:moveTo>
                <a:lnTo>
                  <a:pt x="520472" y="823349"/>
                </a:lnTo>
                <a:moveTo>
                  <a:pt x="885839" y="656752"/>
                </a:moveTo>
                <a:lnTo>
                  <a:pt x="841997" y="703396"/>
                </a:lnTo>
                <a:moveTo>
                  <a:pt x="950987" y="661704"/>
                </a:moveTo>
                <a:lnTo>
                  <a:pt x="885839" y="656752"/>
                </a:lnTo>
                <a:moveTo>
                  <a:pt x="540460" y="939254"/>
                </a:moveTo>
                <a:lnTo>
                  <a:pt x="531853" y="853782"/>
                </a:lnTo>
                <a:moveTo>
                  <a:pt x="872657" y="869376"/>
                </a:moveTo>
                <a:lnTo>
                  <a:pt x="786000" y="784838"/>
                </a:lnTo>
                <a:moveTo>
                  <a:pt x="1833471" y="513130"/>
                </a:moveTo>
                <a:lnTo>
                  <a:pt x="1736708" y="497359"/>
                </a:lnTo>
                <a:moveTo>
                  <a:pt x="908170" y="876705"/>
                </a:moveTo>
                <a:lnTo>
                  <a:pt x="872657" y="869376"/>
                </a:lnTo>
                <a:moveTo>
                  <a:pt x="2070819" y="529265"/>
                </a:moveTo>
                <a:lnTo>
                  <a:pt x="2040108" y="477154"/>
                </a:lnTo>
                <a:moveTo>
                  <a:pt x="1195608" y="533810"/>
                </a:moveTo>
                <a:lnTo>
                  <a:pt x="1080697" y="478413"/>
                </a:lnTo>
                <a:moveTo>
                  <a:pt x="1080697" y="478413"/>
                </a:moveTo>
                <a:lnTo>
                  <a:pt x="1069483" y="466428"/>
                </a:lnTo>
                <a:moveTo>
                  <a:pt x="864020" y="959327"/>
                </a:moveTo>
                <a:lnTo>
                  <a:pt x="746761" y="991161"/>
                </a:lnTo>
                <a:moveTo>
                  <a:pt x="1833471" y="513130"/>
                </a:moveTo>
                <a:lnTo>
                  <a:pt x="1847894" y="430588"/>
                </a:lnTo>
                <a:moveTo>
                  <a:pt x="1668273" y="337417"/>
                </a:moveTo>
                <a:lnTo>
                  <a:pt x="1695958" y="301509"/>
                </a:lnTo>
                <a:moveTo>
                  <a:pt x="897670" y="465922"/>
                </a:moveTo>
                <a:lnTo>
                  <a:pt x="843252" y="490545"/>
                </a:lnTo>
                <a:moveTo>
                  <a:pt x="1745591" y="507955"/>
                </a:moveTo>
                <a:lnTo>
                  <a:pt x="1736708" y="497359"/>
                </a:lnTo>
                <a:moveTo>
                  <a:pt x="877026" y="876604"/>
                </a:moveTo>
                <a:lnTo>
                  <a:pt x="908170" y="876705"/>
                </a:lnTo>
                <a:moveTo>
                  <a:pt x="996127" y="462841"/>
                </a:moveTo>
                <a:lnTo>
                  <a:pt x="961400" y="493731"/>
                </a:lnTo>
                <a:moveTo>
                  <a:pt x="627614" y="1004081"/>
                </a:moveTo>
                <a:lnTo>
                  <a:pt x="582609" y="942827"/>
                </a:lnTo>
                <a:moveTo>
                  <a:pt x="1175926" y="725624"/>
                </a:moveTo>
                <a:lnTo>
                  <a:pt x="1084489" y="720185"/>
                </a:lnTo>
                <a:moveTo>
                  <a:pt x="651747" y="614813"/>
                </a:moveTo>
                <a:lnTo>
                  <a:pt x="655423" y="609341"/>
                </a:lnTo>
                <a:moveTo>
                  <a:pt x="1158686" y="809103"/>
                </a:moveTo>
                <a:lnTo>
                  <a:pt x="1175926" y="725624"/>
                </a:lnTo>
                <a:moveTo>
                  <a:pt x="1175926" y="725624"/>
                </a:moveTo>
                <a:lnTo>
                  <a:pt x="1083981" y="804497"/>
                </a:lnTo>
                <a:moveTo>
                  <a:pt x="655423" y="609341"/>
                </a:moveTo>
                <a:lnTo>
                  <a:pt x="652346" y="605138"/>
                </a:lnTo>
                <a:moveTo>
                  <a:pt x="627614" y="1004081"/>
                </a:moveTo>
                <a:lnTo>
                  <a:pt x="665794" y="948168"/>
                </a:lnTo>
                <a:moveTo>
                  <a:pt x="975014" y="1127298"/>
                </a:moveTo>
                <a:lnTo>
                  <a:pt x="960616" y="1133341"/>
                </a:lnTo>
                <a:moveTo>
                  <a:pt x="1002904" y="677431"/>
                </a:moveTo>
                <a:lnTo>
                  <a:pt x="950987" y="661704"/>
                </a:lnTo>
                <a:moveTo>
                  <a:pt x="2119415" y="616063"/>
                </a:moveTo>
                <a:lnTo>
                  <a:pt x="2052892" y="611362"/>
                </a:lnTo>
                <a:moveTo>
                  <a:pt x="1745280" y="359100"/>
                </a:moveTo>
                <a:lnTo>
                  <a:pt x="1732735" y="338590"/>
                </a:lnTo>
                <a:moveTo>
                  <a:pt x="1097904" y="468760"/>
                </a:moveTo>
                <a:lnTo>
                  <a:pt x="1080697" y="478413"/>
                </a:lnTo>
                <a:moveTo>
                  <a:pt x="708218" y="950943"/>
                </a:moveTo>
                <a:lnTo>
                  <a:pt x="627614" y="1004081"/>
                </a:lnTo>
                <a:moveTo>
                  <a:pt x="1200106" y="727863"/>
                </a:moveTo>
                <a:lnTo>
                  <a:pt x="1185062" y="703931"/>
                </a:lnTo>
                <a:moveTo>
                  <a:pt x="598414" y="859319"/>
                </a:moveTo>
                <a:lnTo>
                  <a:pt x="640186" y="801286"/>
                </a:lnTo>
                <a:moveTo>
                  <a:pt x="1713349" y="507320"/>
                </a:moveTo>
                <a:lnTo>
                  <a:pt x="1721891" y="505965"/>
                </a:lnTo>
                <a:moveTo>
                  <a:pt x="598414" y="859319"/>
                </a:moveTo>
                <a:lnTo>
                  <a:pt x="531853" y="853782"/>
                </a:lnTo>
                <a:moveTo>
                  <a:pt x="1083981" y="804497"/>
                </a:moveTo>
                <a:lnTo>
                  <a:pt x="1084489" y="720185"/>
                </a:lnTo>
                <a:moveTo>
                  <a:pt x="2070819" y="529265"/>
                </a:moveTo>
                <a:lnTo>
                  <a:pt x="2017420" y="524593"/>
                </a:lnTo>
                <a:moveTo>
                  <a:pt x="1158686" y="809103"/>
                </a:moveTo>
                <a:lnTo>
                  <a:pt x="1083981" y="804497"/>
                </a:lnTo>
                <a:moveTo>
                  <a:pt x="2159265" y="464084"/>
                </a:moveTo>
                <a:lnTo>
                  <a:pt x="2070819" y="529265"/>
                </a:lnTo>
                <a:moveTo>
                  <a:pt x="1256566" y="732853"/>
                </a:moveTo>
                <a:lnTo>
                  <a:pt x="1222659" y="642726"/>
                </a:lnTo>
                <a:moveTo>
                  <a:pt x="769786" y="619762"/>
                </a:moveTo>
                <a:lnTo>
                  <a:pt x="651747" y="614813"/>
                </a:lnTo>
                <a:moveTo>
                  <a:pt x="1200106" y="727863"/>
                </a:moveTo>
                <a:lnTo>
                  <a:pt x="1175926" y="725624"/>
                </a:lnTo>
                <a:moveTo>
                  <a:pt x="961400" y="493731"/>
                </a:moveTo>
                <a:lnTo>
                  <a:pt x="897670" y="465922"/>
                </a:lnTo>
                <a:moveTo>
                  <a:pt x="1779262" y="428885"/>
                </a:moveTo>
                <a:lnTo>
                  <a:pt x="1809810" y="374006"/>
                </a:lnTo>
                <a:moveTo>
                  <a:pt x="1276441" y="565607"/>
                </a:moveTo>
                <a:lnTo>
                  <a:pt x="1222659" y="642726"/>
                </a:lnTo>
                <a:moveTo>
                  <a:pt x="869377" y="922293"/>
                </a:moveTo>
                <a:lnTo>
                  <a:pt x="864020" y="959327"/>
                </a:lnTo>
                <a:moveTo>
                  <a:pt x="872657" y="869376"/>
                </a:moveTo>
                <a:lnTo>
                  <a:pt x="758084" y="808522"/>
                </a:lnTo>
                <a:moveTo>
                  <a:pt x="2052892" y="611362"/>
                </a:moveTo>
                <a:lnTo>
                  <a:pt x="2070819" y="529265"/>
                </a:lnTo>
                <a:moveTo>
                  <a:pt x="765268" y="616790"/>
                </a:moveTo>
                <a:lnTo>
                  <a:pt x="651747" y="614813"/>
                </a:lnTo>
                <a:moveTo>
                  <a:pt x="2169572" y="619176"/>
                </a:moveTo>
                <a:lnTo>
                  <a:pt x="2119415" y="616063"/>
                </a:lnTo>
                <a:moveTo>
                  <a:pt x="1097904" y="468760"/>
                </a:moveTo>
                <a:lnTo>
                  <a:pt x="1069483" y="466428"/>
                </a:lnTo>
                <a:moveTo>
                  <a:pt x="2184795" y="536735"/>
                </a:moveTo>
                <a:lnTo>
                  <a:pt x="2159265" y="464084"/>
                </a:lnTo>
                <a:moveTo>
                  <a:pt x="1069625" y="656995"/>
                </a:moveTo>
                <a:lnTo>
                  <a:pt x="1002904" y="677431"/>
                </a:lnTo>
                <a:moveTo>
                  <a:pt x="2106348" y="531986"/>
                </a:moveTo>
                <a:lnTo>
                  <a:pt x="2159265" y="464084"/>
                </a:lnTo>
                <a:moveTo>
                  <a:pt x="765268" y="616790"/>
                </a:moveTo>
                <a:lnTo>
                  <a:pt x="655423" y="609341"/>
                </a:lnTo>
                <a:moveTo>
                  <a:pt x="699316" y="866948"/>
                </a:moveTo>
                <a:lnTo>
                  <a:pt x="659448" y="776703"/>
                </a:lnTo>
                <a:moveTo>
                  <a:pt x="746761" y="991161"/>
                </a:moveTo>
                <a:lnTo>
                  <a:pt x="708218" y="950943"/>
                </a:lnTo>
                <a:moveTo>
                  <a:pt x="598414" y="859319"/>
                </a:moveTo>
                <a:lnTo>
                  <a:pt x="540460" y="939254"/>
                </a:lnTo>
                <a:moveTo>
                  <a:pt x="1548700" y="565222"/>
                </a:moveTo>
                <a:lnTo>
                  <a:pt x="1504493" y="492367"/>
                </a:lnTo>
                <a:moveTo>
                  <a:pt x="1069483" y="466428"/>
                </a:moveTo>
                <a:lnTo>
                  <a:pt x="996127" y="462841"/>
                </a:lnTo>
                <a:moveTo>
                  <a:pt x="2106348" y="531986"/>
                </a:moveTo>
                <a:lnTo>
                  <a:pt x="2052892" y="611362"/>
                </a:lnTo>
                <a:moveTo>
                  <a:pt x="582609" y="942827"/>
                </a:moveTo>
                <a:lnTo>
                  <a:pt x="540460" y="939254"/>
                </a:lnTo>
                <a:moveTo>
                  <a:pt x="1713349" y="507320"/>
                </a:moveTo>
                <a:lnTo>
                  <a:pt x="1736708" y="497359"/>
                </a:lnTo>
                <a:moveTo>
                  <a:pt x="877026" y="876604"/>
                </a:moveTo>
                <a:lnTo>
                  <a:pt x="869377" y="922293"/>
                </a:lnTo>
                <a:moveTo>
                  <a:pt x="728769" y="532252"/>
                </a:moveTo>
                <a:lnTo>
                  <a:pt x="695346" y="525953"/>
                </a:lnTo>
                <a:moveTo>
                  <a:pt x="678123" y="865359"/>
                </a:moveTo>
                <a:lnTo>
                  <a:pt x="640186" y="801286"/>
                </a:lnTo>
                <a:moveTo>
                  <a:pt x="769786" y="619762"/>
                </a:moveTo>
                <a:lnTo>
                  <a:pt x="765268" y="616790"/>
                </a:lnTo>
                <a:moveTo>
                  <a:pt x="1615583" y="542182"/>
                </a:moveTo>
                <a:lnTo>
                  <a:pt x="1548700" y="565222"/>
                </a:lnTo>
                <a:moveTo>
                  <a:pt x="877026" y="876604"/>
                </a:moveTo>
                <a:lnTo>
                  <a:pt x="872657" y="869376"/>
                </a:lnTo>
                <a:moveTo>
                  <a:pt x="1276441" y="565607"/>
                </a:moveTo>
                <a:lnTo>
                  <a:pt x="1211376" y="558685"/>
                </a:lnTo>
                <a:moveTo>
                  <a:pt x="746761" y="991161"/>
                </a:moveTo>
                <a:lnTo>
                  <a:pt x="785779" y="956402"/>
                </a:lnTo>
                <a:moveTo>
                  <a:pt x="699316" y="866948"/>
                </a:moveTo>
                <a:lnTo>
                  <a:pt x="640186" y="801286"/>
                </a:lnTo>
                <a:moveTo>
                  <a:pt x="2169572" y="619176"/>
                </a:moveTo>
                <a:lnTo>
                  <a:pt x="2184795" y="536735"/>
                </a:lnTo>
                <a:moveTo>
                  <a:pt x="1154181" y="473738"/>
                </a:moveTo>
                <a:lnTo>
                  <a:pt x="1080697" y="478413"/>
                </a:lnTo>
                <a:moveTo>
                  <a:pt x="885839" y="656752"/>
                </a:moveTo>
                <a:lnTo>
                  <a:pt x="769786" y="619762"/>
                </a:lnTo>
                <a:moveTo>
                  <a:pt x="2119415" y="616063"/>
                </a:moveTo>
                <a:lnTo>
                  <a:pt x="2106348" y="531986"/>
                </a:lnTo>
                <a:moveTo>
                  <a:pt x="2169572" y="619176"/>
                </a:moveTo>
                <a:lnTo>
                  <a:pt x="2106348" y="531986"/>
                </a:lnTo>
                <a:moveTo>
                  <a:pt x="582609" y="942827"/>
                </a:moveTo>
                <a:lnTo>
                  <a:pt x="598414" y="859319"/>
                </a:lnTo>
                <a:moveTo>
                  <a:pt x="1669646" y="523295"/>
                </a:moveTo>
                <a:lnTo>
                  <a:pt x="1721891" y="505965"/>
                </a:lnTo>
                <a:moveTo>
                  <a:pt x="665794" y="948168"/>
                </a:moveTo>
                <a:lnTo>
                  <a:pt x="598414" y="859319"/>
                </a:lnTo>
                <a:moveTo>
                  <a:pt x="1669646" y="523295"/>
                </a:moveTo>
                <a:lnTo>
                  <a:pt x="1615583" y="542182"/>
                </a:lnTo>
                <a:moveTo>
                  <a:pt x="864020" y="959327"/>
                </a:moveTo>
                <a:lnTo>
                  <a:pt x="785779" y="956402"/>
                </a:lnTo>
                <a:moveTo>
                  <a:pt x="1732735" y="338590"/>
                </a:moveTo>
                <a:lnTo>
                  <a:pt x="1668273" y="337417"/>
                </a:lnTo>
                <a:moveTo>
                  <a:pt x="2106348" y="531986"/>
                </a:moveTo>
                <a:lnTo>
                  <a:pt x="2070819" y="529265"/>
                </a:lnTo>
                <a:moveTo>
                  <a:pt x="1195608" y="533810"/>
                </a:moveTo>
                <a:lnTo>
                  <a:pt x="1154181" y="473738"/>
                </a:lnTo>
                <a:moveTo>
                  <a:pt x="1833471" y="513130"/>
                </a:moveTo>
                <a:lnTo>
                  <a:pt x="1779262" y="428885"/>
                </a:lnTo>
                <a:moveTo>
                  <a:pt x="1276441" y="565607"/>
                </a:moveTo>
                <a:lnTo>
                  <a:pt x="1195608" y="533810"/>
                </a:lnTo>
                <a:moveTo>
                  <a:pt x="699316" y="866948"/>
                </a:moveTo>
                <a:lnTo>
                  <a:pt x="758084" y="808522"/>
                </a:lnTo>
                <a:moveTo>
                  <a:pt x="665794" y="948168"/>
                </a:moveTo>
                <a:lnTo>
                  <a:pt x="582609" y="942827"/>
                </a:lnTo>
                <a:moveTo>
                  <a:pt x="1668273" y="337417"/>
                </a:moveTo>
                <a:lnTo>
                  <a:pt x="1630957" y="294202"/>
                </a:lnTo>
                <a:moveTo>
                  <a:pt x="897670" y="465922"/>
                </a:moveTo>
                <a:lnTo>
                  <a:pt x="775974" y="519951"/>
                </a:lnTo>
                <a:moveTo>
                  <a:pt x="1069483" y="466428"/>
                </a:moveTo>
                <a:lnTo>
                  <a:pt x="1018011" y="433749"/>
                </a:lnTo>
                <a:moveTo>
                  <a:pt x="1028359" y="720071"/>
                </a:moveTo>
                <a:lnTo>
                  <a:pt x="1069625" y="656995"/>
                </a:lnTo>
                <a:moveTo>
                  <a:pt x="2184795" y="536735"/>
                </a:moveTo>
                <a:lnTo>
                  <a:pt x="2106348" y="531986"/>
                </a:lnTo>
                <a:moveTo>
                  <a:pt x="769786" y="619762"/>
                </a:moveTo>
                <a:lnTo>
                  <a:pt x="792761" y="619782"/>
                </a:lnTo>
                <a:moveTo>
                  <a:pt x="708218" y="950943"/>
                </a:moveTo>
                <a:lnTo>
                  <a:pt x="665794" y="948168"/>
                </a:lnTo>
                <a:moveTo>
                  <a:pt x="1256566" y="732853"/>
                </a:moveTo>
                <a:lnTo>
                  <a:pt x="1304115" y="649972"/>
                </a:lnTo>
                <a:moveTo>
                  <a:pt x="1304115" y="649972"/>
                </a:moveTo>
                <a:lnTo>
                  <a:pt x="1276441" y="565607"/>
                </a:lnTo>
                <a:moveTo>
                  <a:pt x="996127" y="462841"/>
                </a:moveTo>
                <a:lnTo>
                  <a:pt x="897670" y="465922"/>
                </a:lnTo>
                <a:moveTo>
                  <a:pt x="1256566" y="732853"/>
                </a:moveTo>
                <a:lnTo>
                  <a:pt x="1200106" y="727863"/>
                </a:lnTo>
                <a:moveTo>
                  <a:pt x="678123" y="865359"/>
                </a:moveTo>
                <a:lnTo>
                  <a:pt x="598414" y="859319"/>
                </a:lnTo>
                <a:moveTo>
                  <a:pt x="1234725" y="756008"/>
                </a:moveTo>
                <a:lnTo>
                  <a:pt x="1175926" y="725624"/>
                </a:lnTo>
                <a:moveTo>
                  <a:pt x="960616" y="1133341"/>
                </a:moveTo>
                <a:lnTo>
                  <a:pt x="907976" y="1133672"/>
                </a:lnTo>
                <a:moveTo>
                  <a:pt x="1154181" y="473738"/>
                </a:moveTo>
                <a:lnTo>
                  <a:pt x="1097904" y="468760"/>
                </a:lnTo>
                <a:moveTo>
                  <a:pt x="792761" y="619782"/>
                </a:moveTo>
                <a:lnTo>
                  <a:pt x="765268" y="616790"/>
                </a:lnTo>
                <a:moveTo>
                  <a:pt x="909211" y="1132913"/>
                </a:moveTo>
                <a:lnTo>
                  <a:pt x="960616" y="1133341"/>
                </a:lnTo>
                <a:moveTo>
                  <a:pt x="1002904" y="677431"/>
                </a:moveTo>
                <a:lnTo>
                  <a:pt x="885839" y="656752"/>
                </a:lnTo>
                <a:moveTo>
                  <a:pt x="1736708" y="497359"/>
                </a:moveTo>
                <a:lnTo>
                  <a:pt x="1779262" y="428885"/>
                </a:lnTo>
                <a:moveTo>
                  <a:pt x="1504493" y="492367"/>
                </a:moveTo>
                <a:lnTo>
                  <a:pt x="1471514" y="495199"/>
                </a:lnTo>
                <a:moveTo>
                  <a:pt x="1745280" y="359100"/>
                </a:moveTo>
                <a:lnTo>
                  <a:pt x="1668273" y="337417"/>
                </a:lnTo>
                <a:moveTo>
                  <a:pt x="1061312" y="891003"/>
                </a:moveTo>
                <a:lnTo>
                  <a:pt x="1067799" y="886816"/>
                </a:lnTo>
                <a:moveTo>
                  <a:pt x="1847894" y="430588"/>
                </a:moveTo>
                <a:lnTo>
                  <a:pt x="1779262" y="428885"/>
                </a:lnTo>
                <a:moveTo>
                  <a:pt x="1097904" y="468760"/>
                </a:moveTo>
                <a:lnTo>
                  <a:pt x="1018011" y="433749"/>
                </a:lnTo>
                <a:moveTo>
                  <a:pt x="1138237" y="895774"/>
                </a:moveTo>
                <a:lnTo>
                  <a:pt x="1168176" y="893110"/>
                </a:lnTo>
                <a:moveTo>
                  <a:pt x="665794" y="948168"/>
                </a:moveTo>
                <a:lnTo>
                  <a:pt x="678123" y="865359"/>
                </a:lnTo>
                <a:moveTo>
                  <a:pt x="803543" y="928408"/>
                </a:moveTo>
                <a:lnTo>
                  <a:pt x="864020" y="959327"/>
                </a:lnTo>
                <a:moveTo>
                  <a:pt x="1779262" y="428885"/>
                </a:moveTo>
                <a:lnTo>
                  <a:pt x="1745280" y="359100"/>
                </a:lnTo>
                <a:moveTo>
                  <a:pt x="1067799" y="886816"/>
                </a:moveTo>
                <a:lnTo>
                  <a:pt x="1036941" y="805540"/>
                </a:lnTo>
                <a:moveTo>
                  <a:pt x="785779" y="956402"/>
                </a:moveTo>
                <a:lnTo>
                  <a:pt x="708218" y="950943"/>
                </a:lnTo>
                <a:moveTo>
                  <a:pt x="808592" y="846976"/>
                </a:moveTo>
                <a:lnTo>
                  <a:pt x="758084" y="808522"/>
                </a:lnTo>
                <a:moveTo>
                  <a:pt x="699316" y="866948"/>
                </a:moveTo>
                <a:lnTo>
                  <a:pt x="665794" y="948168"/>
                </a:lnTo>
                <a:moveTo>
                  <a:pt x="996127" y="462841"/>
                </a:moveTo>
                <a:lnTo>
                  <a:pt x="909603" y="458863"/>
                </a:lnTo>
                <a:moveTo>
                  <a:pt x="1018011" y="433749"/>
                </a:moveTo>
                <a:lnTo>
                  <a:pt x="996127" y="462841"/>
                </a:lnTo>
                <a:moveTo>
                  <a:pt x="1234725" y="756008"/>
                </a:moveTo>
                <a:lnTo>
                  <a:pt x="1200106" y="727863"/>
                </a:lnTo>
                <a:moveTo>
                  <a:pt x="765268" y="616790"/>
                </a:moveTo>
                <a:lnTo>
                  <a:pt x="728769" y="532252"/>
                </a:lnTo>
                <a:moveTo>
                  <a:pt x="869377" y="922293"/>
                </a:moveTo>
                <a:lnTo>
                  <a:pt x="803543" y="928408"/>
                </a:lnTo>
                <a:moveTo>
                  <a:pt x="1084489" y="720185"/>
                </a:moveTo>
                <a:lnTo>
                  <a:pt x="1028359" y="720071"/>
                </a:lnTo>
                <a:moveTo>
                  <a:pt x="1248593" y="532320"/>
                </a:moveTo>
                <a:lnTo>
                  <a:pt x="1195608" y="533810"/>
                </a:lnTo>
                <a:moveTo>
                  <a:pt x="708218" y="950943"/>
                </a:moveTo>
                <a:lnTo>
                  <a:pt x="699316" y="866948"/>
                </a:lnTo>
                <a:moveTo>
                  <a:pt x="728769" y="532252"/>
                </a:moveTo>
                <a:lnTo>
                  <a:pt x="775974" y="519951"/>
                </a:lnTo>
                <a:moveTo>
                  <a:pt x="1083981" y="804497"/>
                </a:moveTo>
                <a:lnTo>
                  <a:pt x="1028359" y="720071"/>
                </a:lnTo>
                <a:moveTo>
                  <a:pt x="1136063" y="438497"/>
                </a:moveTo>
                <a:lnTo>
                  <a:pt x="1097904" y="468760"/>
                </a:lnTo>
                <a:moveTo>
                  <a:pt x="1745280" y="359100"/>
                </a:moveTo>
                <a:lnTo>
                  <a:pt x="1680108" y="354535"/>
                </a:lnTo>
                <a:moveTo>
                  <a:pt x="975014" y="1127298"/>
                </a:moveTo>
                <a:lnTo>
                  <a:pt x="909211" y="1132913"/>
                </a:lnTo>
                <a:moveTo>
                  <a:pt x="1713349" y="507320"/>
                </a:moveTo>
                <a:lnTo>
                  <a:pt x="1779262" y="428885"/>
                </a:lnTo>
                <a:moveTo>
                  <a:pt x="1713349" y="507320"/>
                </a:moveTo>
                <a:lnTo>
                  <a:pt x="1669646" y="523295"/>
                </a:lnTo>
                <a:moveTo>
                  <a:pt x="872657" y="869376"/>
                </a:moveTo>
                <a:lnTo>
                  <a:pt x="808592" y="846976"/>
                </a:lnTo>
                <a:moveTo>
                  <a:pt x="1195608" y="533810"/>
                </a:moveTo>
                <a:lnTo>
                  <a:pt x="1149511" y="475323"/>
                </a:lnTo>
                <a:moveTo>
                  <a:pt x="909603" y="458863"/>
                </a:moveTo>
                <a:lnTo>
                  <a:pt x="897670" y="465922"/>
                </a:lnTo>
                <a:moveTo>
                  <a:pt x="699316" y="866948"/>
                </a:moveTo>
                <a:lnTo>
                  <a:pt x="678123" y="865359"/>
                </a:lnTo>
                <a:moveTo>
                  <a:pt x="785779" y="956402"/>
                </a:moveTo>
                <a:lnTo>
                  <a:pt x="699316" y="866948"/>
                </a:lnTo>
                <a:moveTo>
                  <a:pt x="1083981" y="804497"/>
                </a:moveTo>
                <a:lnTo>
                  <a:pt x="1036941" y="805540"/>
                </a:lnTo>
                <a:moveTo>
                  <a:pt x="826320" y="623634"/>
                </a:moveTo>
                <a:lnTo>
                  <a:pt x="769786" y="619762"/>
                </a:lnTo>
                <a:moveTo>
                  <a:pt x="1170006" y="814966"/>
                </a:moveTo>
                <a:lnTo>
                  <a:pt x="1168176" y="893110"/>
                </a:lnTo>
                <a:moveTo>
                  <a:pt x="1681693" y="507878"/>
                </a:moveTo>
                <a:lnTo>
                  <a:pt x="1713349" y="507320"/>
                </a:lnTo>
                <a:moveTo>
                  <a:pt x="1164905" y="826423"/>
                </a:moveTo>
                <a:lnTo>
                  <a:pt x="1168176" y="893110"/>
                </a:lnTo>
                <a:moveTo>
                  <a:pt x="792761" y="619782"/>
                </a:moveTo>
                <a:lnTo>
                  <a:pt x="728769" y="532252"/>
                </a:lnTo>
                <a:moveTo>
                  <a:pt x="1669646" y="523295"/>
                </a:moveTo>
                <a:lnTo>
                  <a:pt x="1548700" y="565222"/>
                </a:lnTo>
                <a:moveTo>
                  <a:pt x="885839" y="656752"/>
                </a:moveTo>
                <a:lnTo>
                  <a:pt x="826320" y="623634"/>
                </a:lnTo>
                <a:moveTo>
                  <a:pt x="1256566" y="732853"/>
                </a:moveTo>
                <a:lnTo>
                  <a:pt x="1234725" y="756008"/>
                </a:lnTo>
                <a:moveTo>
                  <a:pt x="837278" y="456211"/>
                </a:moveTo>
                <a:lnTo>
                  <a:pt x="775974" y="519951"/>
                </a:lnTo>
                <a:moveTo>
                  <a:pt x="803543" y="928408"/>
                </a:moveTo>
                <a:lnTo>
                  <a:pt x="785779" y="956402"/>
                </a:lnTo>
                <a:moveTo>
                  <a:pt x="1170006" y="814966"/>
                </a:moveTo>
                <a:lnTo>
                  <a:pt x="1175926" y="725624"/>
                </a:lnTo>
                <a:moveTo>
                  <a:pt x="1028359" y="720071"/>
                </a:moveTo>
                <a:lnTo>
                  <a:pt x="1002904" y="677431"/>
                </a:lnTo>
                <a:moveTo>
                  <a:pt x="1154181" y="473738"/>
                </a:moveTo>
                <a:lnTo>
                  <a:pt x="1136063" y="438497"/>
                </a:lnTo>
                <a:moveTo>
                  <a:pt x="832265" y="456052"/>
                </a:moveTo>
                <a:lnTo>
                  <a:pt x="775974" y="519951"/>
                </a:lnTo>
                <a:moveTo>
                  <a:pt x="1336735" y="656254"/>
                </a:moveTo>
                <a:lnTo>
                  <a:pt x="1304115" y="649972"/>
                </a:lnTo>
                <a:moveTo>
                  <a:pt x="1170006" y="814966"/>
                </a:moveTo>
                <a:lnTo>
                  <a:pt x="1158686" y="809103"/>
                </a:lnTo>
                <a:moveTo>
                  <a:pt x="1136063" y="438497"/>
                </a:moveTo>
                <a:lnTo>
                  <a:pt x="1018011" y="433749"/>
                </a:lnTo>
                <a:moveTo>
                  <a:pt x="1707312" y="426759"/>
                </a:moveTo>
                <a:lnTo>
                  <a:pt x="1745280" y="359100"/>
                </a:lnTo>
                <a:moveTo>
                  <a:pt x="1276441" y="565607"/>
                </a:moveTo>
                <a:lnTo>
                  <a:pt x="1248593" y="532320"/>
                </a:lnTo>
                <a:moveTo>
                  <a:pt x="939151" y="649987"/>
                </a:moveTo>
                <a:lnTo>
                  <a:pt x="885839" y="656752"/>
                </a:lnTo>
                <a:moveTo>
                  <a:pt x="1680108" y="354535"/>
                </a:moveTo>
                <a:lnTo>
                  <a:pt x="1668273" y="337417"/>
                </a:lnTo>
                <a:moveTo>
                  <a:pt x="826320" y="623634"/>
                </a:moveTo>
                <a:lnTo>
                  <a:pt x="792761" y="619782"/>
                </a:lnTo>
                <a:moveTo>
                  <a:pt x="897670" y="465922"/>
                </a:moveTo>
                <a:lnTo>
                  <a:pt x="837278" y="456211"/>
                </a:lnTo>
                <a:moveTo>
                  <a:pt x="1548700" y="565222"/>
                </a:moveTo>
                <a:lnTo>
                  <a:pt x="1471514" y="495199"/>
                </a:lnTo>
                <a:moveTo>
                  <a:pt x="822624" y="620625"/>
                </a:moveTo>
                <a:lnTo>
                  <a:pt x="792761" y="619782"/>
                </a:lnTo>
                <a:moveTo>
                  <a:pt x="1149511" y="475323"/>
                </a:moveTo>
                <a:lnTo>
                  <a:pt x="1154181" y="473738"/>
                </a:lnTo>
                <a:moveTo>
                  <a:pt x="953468" y="419050"/>
                </a:moveTo>
                <a:lnTo>
                  <a:pt x="996127" y="462841"/>
                </a:lnTo>
                <a:moveTo>
                  <a:pt x="1002904" y="677431"/>
                </a:moveTo>
                <a:lnTo>
                  <a:pt x="939151" y="649987"/>
                </a:lnTo>
                <a:moveTo>
                  <a:pt x="1681693" y="507878"/>
                </a:moveTo>
                <a:lnTo>
                  <a:pt x="1779262" y="428885"/>
                </a:lnTo>
                <a:moveTo>
                  <a:pt x="1681693" y="507878"/>
                </a:moveTo>
                <a:lnTo>
                  <a:pt x="1669646" y="523295"/>
                </a:lnTo>
                <a:moveTo>
                  <a:pt x="1184604" y="508672"/>
                </a:moveTo>
                <a:lnTo>
                  <a:pt x="1195608" y="533810"/>
                </a:lnTo>
                <a:moveTo>
                  <a:pt x="909211" y="1132913"/>
                </a:moveTo>
                <a:lnTo>
                  <a:pt x="907976" y="1133672"/>
                </a:lnTo>
                <a:moveTo>
                  <a:pt x="909603" y="458863"/>
                </a:moveTo>
                <a:lnTo>
                  <a:pt x="837278" y="456211"/>
                </a:lnTo>
                <a:moveTo>
                  <a:pt x="909603" y="458863"/>
                </a:moveTo>
                <a:lnTo>
                  <a:pt x="832891" y="455028"/>
                </a:lnTo>
                <a:moveTo>
                  <a:pt x="1336735" y="656254"/>
                </a:moveTo>
                <a:lnTo>
                  <a:pt x="1256566" y="732853"/>
                </a:lnTo>
                <a:moveTo>
                  <a:pt x="1548700" y="565222"/>
                </a:moveTo>
                <a:lnTo>
                  <a:pt x="1486139" y="518552"/>
                </a:lnTo>
                <a:moveTo>
                  <a:pt x="1336735" y="656254"/>
                </a:moveTo>
                <a:lnTo>
                  <a:pt x="1276441" y="565607"/>
                </a:lnTo>
                <a:moveTo>
                  <a:pt x="912025" y="630963"/>
                </a:moveTo>
                <a:lnTo>
                  <a:pt x="885839" y="656752"/>
                </a:lnTo>
                <a:moveTo>
                  <a:pt x="1149511" y="475323"/>
                </a:moveTo>
                <a:lnTo>
                  <a:pt x="1136063" y="438497"/>
                </a:lnTo>
                <a:moveTo>
                  <a:pt x="728769" y="532252"/>
                </a:moveTo>
                <a:lnTo>
                  <a:pt x="832265" y="456052"/>
                </a:lnTo>
                <a:moveTo>
                  <a:pt x="1319069" y="739725"/>
                </a:moveTo>
                <a:lnTo>
                  <a:pt x="1256566" y="732853"/>
                </a:lnTo>
                <a:moveTo>
                  <a:pt x="1600709" y="579461"/>
                </a:moveTo>
                <a:lnTo>
                  <a:pt x="1548700" y="565222"/>
                </a:lnTo>
                <a:moveTo>
                  <a:pt x="1036941" y="805540"/>
                </a:moveTo>
                <a:lnTo>
                  <a:pt x="1028359" y="720071"/>
                </a:lnTo>
                <a:moveTo>
                  <a:pt x="1138237" y="895774"/>
                </a:moveTo>
                <a:lnTo>
                  <a:pt x="1061312" y="891003"/>
                </a:lnTo>
                <a:moveTo>
                  <a:pt x="953468" y="419050"/>
                </a:moveTo>
                <a:lnTo>
                  <a:pt x="909603" y="458863"/>
                </a:lnTo>
                <a:moveTo>
                  <a:pt x="1018011" y="433749"/>
                </a:moveTo>
                <a:lnTo>
                  <a:pt x="953468" y="419050"/>
                </a:lnTo>
                <a:moveTo>
                  <a:pt x="826320" y="623634"/>
                </a:moveTo>
                <a:lnTo>
                  <a:pt x="822624" y="620625"/>
                </a:lnTo>
                <a:moveTo>
                  <a:pt x="1779262" y="428885"/>
                </a:moveTo>
                <a:lnTo>
                  <a:pt x="1707312" y="426759"/>
                </a:lnTo>
                <a:moveTo>
                  <a:pt x="1061312" y="891003"/>
                </a:moveTo>
                <a:lnTo>
                  <a:pt x="1036941" y="805540"/>
                </a:lnTo>
                <a:moveTo>
                  <a:pt x="1068810" y="467506"/>
                </a:moveTo>
                <a:lnTo>
                  <a:pt x="1018011" y="433749"/>
                </a:lnTo>
                <a:moveTo>
                  <a:pt x="1170006" y="814966"/>
                </a:moveTo>
                <a:lnTo>
                  <a:pt x="1234725" y="756008"/>
                </a:lnTo>
                <a:moveTo>
                  <a:pt x="1669646" y="523295"/>
                </a:moveTo>
                <a:lnTo>
                  <a:pt x="1600709" y="579461"/>
                </a:lnTo>
                <a:moveTo>
                  <a:pt x="1707312" y="426759"/>
                </a:moveTo>
                <a:lnTo>
                  <a:pt x="1680108" y="354535"/>
                </a:lnTo>
                <a:moveTo>
                  <a:pt x="1287399" y="759520"/>
                </a:moveTo>
                <a:lnTo>
                  <a:pt x="1256566" y="732853"/>
                </a:lnTo>
                <a:moveTo>
                  <a:pt x="1014786" y="722447"/>
                </a:moveTo>
                <a:lnTo>
                  <a:pt x="1002904" y="677431"/>
                </a:lnTo>
                <a:moveTo>
                  <a:pt x="1167401" y="815106"/>
                </a:moveTo>
                <a:lnTo>
                  <a:pt x="1234725" y="756008"/>
                </a:lnTo>
                <a:moveTo>
                  <a:pt x="1061312" y="891003"/>
                </a:moveTo>
                <a:lnTo>
                  <a:pt x="1044521" y="859294"/>
                </a:lnTo>
                <a:moveTo>
                  <a:pt x="1138237" y="895774"/>
                </a:moveTo>
                <a:lnTo>
                  <a:pt x="1044521" y="859294"/>
                </a:lnTo>
                <a:moveTo>
                  <a:pt x="837278" y="456211"/>
                </a:moveTo>
                <a:lnTo>
                  <a:pt x="832265" y="456052"/>
                </a:lnTo>
                <a:moveTo>
                  <a:pt x="837278" y="456211"/>
                </a:moveTo>
                <a:lnTo>
                  <a:pt x="832891" y="455028"/>
                </a:lnTo>
                <a:moveTo>
                  <a:pt x="1681693" y="507878"/>
                </a:moveTo>
                <a:lnTo>
                  <a:pt x="1707312" y="426759"/>
                </a:lnTo>
                <a:moveTo>
                  <a:pt x="1295527" y="571245"/>
                </a:moveTo>
                <a:lnTo>
                  <a:pt x="1276441" y="565607"/>
                </a:lnTo>
                <a:moveTo>
                  <a:pt x="1044521" y="859294"/>
                </a:moveTo>
                <a:lnTo>
                  <a:pt x="1036941" y="805540"/>
                </a:lnTo>
                <a:moveTo>
                  <a:pt x="1486139" y="518552"/>
                </a:moveTo>
                <a:lnTo>
                  <a:pt x="1471514" y="495199"/>
                </a:lnTo>
                <a:moveTo>
                  <a:pt x="832891" y="455028"/>
                </a:moveTo>
                <a:lnTo>
                  <a:pt x="832265" y="456052"/>
                </a:lnTo>
                <a:moveTo>
                  <a:pt x="1136063" y="438497"/>
                </a:moveTo>
                <a:lnTo>
                  <a:pt x="1068810" y="467506"/>
                </a:lnTo>
                <a:moveTo>
                  <a:pt x="1070594" y="472312"/>
                </a:moveTo>
                <a:lnTo>
                  <a:pt x="1136063" y="438497"/>
                </a:lnTo>
                <a:moveTo>
                  <a:pt x="1287399" y="759520"/>
                </a:moveTo>
                <a:lnTo>
                  <a:pt x="1234725" y="756008"/>
                </a:lnTo>
                <a:moveTo>
                  <a:pt x="1164905" y="826423"/>
                </a:moveTo>
                <a:lnTo>
                  <a:pt x="1138237" y="895774"/>
                </a:lnTo>
                <a:moveTo>
                  <a:pt x="1680108" y="354535"/>
                </a:moveTo>
                <a:lnTo>
                  <a:pt x="1614316" y="359975"/>
                </a:lnTo>
                <a:moveTo>
                  <a:pt x="1017068" y="806312"/>
                </a:moveTo>
                <a:lnTo>
                  <a:pt x="1028359" y="720071"/>
                </a:lnTo>
                <a:moveTo>
                  <a:pt x="912025" y="630963"/>
                </a:moveTo>
                <a:lnTo>
                  <a:pt x="826320" y="623634"/>
                </a:lnTo>
                <a:moveTo>
                  <a:pt x="953468" y="419050"/>
                </a:moveTo>
                <a:lnTo>
                  <a:pt x="832891" y="455028"/>
                </a:lnTo>
                <a:moveTo>
                  <a:pt x="991890" y="652447"/>
                </a:moveTo>
                <a:lnTo>
                  <a:pt x="1002904" y="677431"/>
                </a:lnTo>
                <a:moveTo>
                  <a:pt x="912025" y="630963"/>
                </a:moveTo>
                <a:lnTo>
                  <a:pt x="822624" y="620625"/>
                </a:lnTo>
                <a:moveTo>
                  <a:pt x="1464818" y="496780"/>
                </a:moveTo>
                <a:lnTo>
                  <a:pt x="1471514" y="495199"/>
                </a:lnTo>
                <a:moveTo>
                  <a:pt x="1248593" y="532320"/>
                </a:moveTo>
                <a:lnTo>
                  <a:pt x="1184604" y="508672"/>
                </a:lnTo>
                <a:moveTo>
                  <a:pt x="1319069" y="739725"/>
                </a:moveTo>
                <a:lnTo>
                  <a:pt x="1336735" y="656254"/>
                </a:lnTo>
                <a:moveTo>
                  <a:pt x="1149511" y="475323"/>
                </a:moveTo>
                <a:lnTo>
                  <a:pt x="1070594" y="472312"/>
                </a:lnTo>
                <a:moveTo>
                  <a:pt x="1295527" y="571245"/>
                </a:moveTo>
                <a:lnTo>
                  <a:pt x="1248593" y="532320"/>
                </a:lnTo>
                <a:moveTo>
                  <a:pt x="1014786" y="722447"/>
                </a:moveTo>
                <a:lnTo>
                  <a:pt x="1028359" y="720071"/>
                </a:lnTo>
                <a:moveTo>
                  <a:pt x="1164905" y="826423"/>
                </a:moveTo>
                <a:lnTo>
                  <a:pt x="1044521" y="859294"/>
                </a:lnTo>
                <a:moveTo>
                  <a:pt x="1017068" y="806312"/>
                </a:moveTo>
                <a:lnTo>
                  <a:pt x="1036941" y="805540"/>
                </a:lnTo>
                <a:moveTo>
                  <a:pt x="1600709" y="579461"/>
                </a:moveTo>
                <a:lnTo>
                  <a:pt x="1486139" y="518552"/>
                </a:lnTo>
                <a:moveTo>
                  <a:pt x="1184604" y="508672"/>
                </a:moveTo>
                <a:lnTo>
                  <a:pt x="1149511" y="475323"/>
                </a:lnTo>
                <a:moveTo>
                  <a:pt x="939151" y="649987"/>
                </a:moveTo>
                <a:lnTo>
                  <a:pt x="912025" y="630963"/>
                </a:lnTo>
                <a:moveTo>
                  <a:pt x="1260917" y="738579"/>
                </a:moveTo>
                <a:lnTo>
                  <a:pt x="1234725" y="756008"/>
                </a:lnTo>
                <a:moveTo>
                  <a:pt x="1294976" y="571612"/>
                </a:moveTo>
                <a:lnTo>
                  <a:pt x="1248593" y="532320"/>
                </a:lnTo>
                <a:moveTo>
                  <a:pt x="1170006" y="814966"/>
                </a:moveTo>
                <a:lnTo>
                  <a:pt x="1164905" y="826423"/>
                </a:lnTo>
                <a:moveTo>
                  <a:pt x="1486139" y="518552"/>
                </a:moveTo>
                <a:lnTo>
                  <a:pt x="1464818" y="496780"/>
                </a:lnTo>
                <a:moveTo>
                  <a:pt x="1044521" y="859294"/>
                </a:moveTo>
                <a:lnTo>
                  <a:pt x="1017068" y="806312"/>
                </a:lnTo>
                <a:moveTo>
                  <a:pt x="1167401" y="815106"/>
                </a:moveTo>
                <a:lnTo>
                  <a:pt x="1170006" y="814966"/>
                </a:lnTo>
                <a:moveTo>
                  <a:pt x="1387019" y="828986"/>
                </a:moveTo>
                <a:lnTo>
                  <a:pt x="1319069" y="739725"/>
                </a:lnTo>
                <a:moveTo>
                  <a:pt x="1068810" y="467506"/>
                </a:moveTo>
                <a:lnTo>
                  <a:pt x="953468" y="419050"/>
                </a:lnTo>
                <a:moveTo>
                  <a:pt x="1167401" y="815106"/>
                </a:moveTo>
                <a:lnTo>
                  <a:pt x="1164905" y="826423"/>
                </a:lnTo>
                <a:moveTo>
                  <a:pt x="1614316" y="359975"/>
                </a:moveTo>
                <a:lnTo>
                  <a:pt x="1494708" y="380328"/>
                </a:lnTo>
                <a:moveTo>
                  <a:pt x="1336735" y="656254"/>
                </a:moveTo>
                <a:lnTo>
                  <a:pt x="1295527" y="571245"/>
                </a:lnTo>
                <a:moveTo>
                  <a:pt x="1319069" y="739725"/>
                </a:moveTo>
                <a:lnTo>
                  <a:pt x="1287399" y="759520"/>
                </a:lnTo>
                <a:moveTo>
                  <a:pt x="876713" y="601320"/>
                </a:moveTo>
                <a:lnTo>
                  <a:pt x="822624" y="620625"/>
                </a:lnTo>
                <a:moveTo>
                  <a:pt x="1336735" y="656254"/>
                </a:moveTo>
                <a:lnTo>
                  <a:pt x="1298916" y="573746"/>
                </a:lnTo>
                <a:moveTo>
                  <a:pt x="1070594" y="472312"/>
                </a:moveTo>
                <a:lnTo>
                  <a:pt x="1068810" y="467506"/>
                </a:lnTo>
                <a:moveTo>
                  <a:pt x="1656229" y="537067"/>
                </a:moveTo>
                <a:lnTo>
                  <a:pt x="1669646" y="523295"/>
                </a:lnTo>
                <a:moveTo>
                  <a:pt x="1676365" y="512230"/>
                </a:moveTo>
                <a:lnTo>
                  <a:pt x="1681693" y="507878"/>
                </a:lnTo>
                <a:moveTo>
                  <a:pt x="1403741" y="791843"/>
                </a:moveTo>
                <a:lnTo>
                  <a:pt x="1319069" y="739725"/>
                </a:lnTo>
                <a:moveTo>
                  <a:pt x="1056704" y="471816"/>
                </a:moveTo>
                <a:lnTo>
                  <a:pt x="1068810" y="467506"/>
                </a:lnTo>
                <a:moveTo>
                  <a:pt x="1453109" y="412730"/>
                </a:moveTo>
                <a:lnTo>
                  <a:pt x="1494708" y="380328"/>
                </a:lnTo>
                <a:moveTo>
                  <a:pt x="1070594" y="472312"/>
                </a:moveTo>
                <a:lnTo>
                  <a:pt x="1056704" y="471816"/>
                </a:lnTo>
                <a:moveTo>
                  <a:pt x="1387019" y="828986"/>
                </a:moveTo>
                <a:lnTo>
                  <a:pt x="1287399" y="759520"/>
                </a:lnTo>
                <a:moveTo>
                  <a:pt x="1658696" y="427602"/>
                </a:moveTo>
                <a:lnTo>
                  <a:pt x="1680108" y="354535"/>
                </a:lnTo>
                <a:moveTo>
                  <a:pt x="888253" y="415186"/>
                </a:moveTo>
                <a:lnTo>
                  <a:pt x="832891" y="455028"/>
                </a:lnTo>
                <a:moveTo>
                  <a:pt x="1109021" y="561576"/>
                </a:moveTo>
                <a:lnTo>
                  <a:pt x="1149511" y="475323"/>
                </a:lnTo>
                <a:moveTo>
                  <a:pt x="1656229" y="537067"/>
                </a:moveTo>
                <a:lnTo>
                  <a:pt x="1681693" y="507878"/>
                </a:lnTo>
                <a:moveTo>
                  <a:pt x="1681693" y="507878"/>
                </a:moveTo>
                <a:lnTo>
                  <a:pt x="1658696" y="427602"/>
                </a:lnTo>
                <a:moveTo>
                  <a:pt x="1395519" y="746872"/>
                </a:moveTo>
                <a:lnTo>
                  <a:pt x="1319069" y="739725"/>
                </a:lnTo>
                <a:moveTo>
                  <a:pt x="991890" y="652447"/>
                </a:moveTo>
                <a:lnTo>
                  <a:pt x="939151" y="649987"/>
                </a:lnTo>
                <a:moveTo>
                  <a:pt x="1464818" y="496780"/>
                </a:moveTo>
                <a:lnTo>
                  <a:pt x="1453109" y="412730"/>
                </a:lnTo>
                <a:moveTo>
                  <a:pt x="1403741" y="791843"/>
                </a:moveTo>
                <a:lnTo>
                  <a:pt x="1387019" y="828986"/>
                </a:lnTo>
                <a:moveTo>
                  <a:pt x="1017068" y="806312"/>
                </a:moveTo>
                <a:lnTo>
                  <a:pt x="1014786" y="722447"/>
                </a:lnTo>
                <a:moveTo>
                  <a:pt x="1097831" y="852546"/>
                </a:moveTo>
                <a:lnTo>
                  <a:pt x="1044521" y="859294"/>
                </a:lnTo>
                <a:moveTo>
                  <a:pt x="987157" y="638084"/>
                </a:moveTo>
                <a:lnTo>
                  <a:pt x="939151" y="649987"/>
                </a:lnTo>
                <a:moveTo>
                  <a:pt x="990411" y="469140"/>
                </a:moveTo>
                <a:lnTo>
                  <a:pt x="953468" y="419050"/>
                </a:lnTo>
                <a:moveTo>
                  <a:pt x="1535304" y="578663"/>
                </a:moveTo>
                <a:lnTo>
                  <a:pt x="1486139" y="518552"/>
                </a:lnTo>
                <a:moveTo>
                  <a:pt x="1260917" y="738579"/>
                </a:moveTo>
                <a:lnTo>
                  <a:pt x="1167401" y="815106"/>
                </a:lnTo>
                <a:moveTo>
                  <a:pt x="1235055" y="548040"/>
                </a:moveTo>
                <a:lnTo>
                  <a:pt x="1248593" y="532320"/>
                </a:lnTo>
                <a:moveTo>
                  <a:pt x="1384519" y="662836"/>
                </a:moveTo>
                <a:lnTo>
                  <a:pt x="1336735" y="656254"/>
                </a:lnTo>
                <a:moveTo>
                  <a:pt x="953468" y="419050"/>
                </a:moveTo>
                <a:lnTo>
                  <a:pt x="888253" y="415186"/>
                </a:lnTo>
                <a:moveTo>
                  <a:pt x="912025" y="630963"/>
                </a:moveTo>
                <a:lnTo>
                  <a:pt x="876713" y="601320"/>
                </a:lnTo>
                <a:moveTo>
                  <a:pt x="1298916" y="573746"/>
                </a:moveTo>
                <a:lnTo>
                  <a:pt x="1295527" y="571245"/>
                </a:lnTo>
                <a:moveTo>
                  <a:pt x="1068810" y="467506"/>
                </a:moveTo>
                <a:lnTo>
                  <a:pt x="990411" y="469140"/>
                </a:lnTo>
                <a:moveTo>
                  <a:pt x="1384519" y="662836"/>
                </a:moveTo>
                <a:lnTo>
                  <a:pt x="1319069" y="739725"/>
                </a:lnTo>
                <a:moveTo>
                  <a:pt x="1600709" y="579461"/>
                </a:moveTo>
                <a:lnTo>
                  <a:pt x="1535304" y="578663"/>
                </a:lnTo>
                <a:moveTo>
                  <a:pt x="1164905" y="826423"/>
                </a:moveTo>
                <a:lnTo>
                  <a:pt x="1097831" y="852546"/>
                </a:lnTo>
                <a:moveTo>
                  <a:pt x="1486139" y="518552"/>
                </a:moveTo>
                <a:lnTo>
                  <a:pt x="1437286" y="497871"/>
                </a:lnTo>
                <a:moveTo>
                  <a:pt x="1294976" y="571612"/>
                </a:moveTo>
                <a:lnTo>
                  <a:pt x="1295527" y="571245"/>
                </a:lnTo>
                <a:moveTo>
                  <a:pt x="1167401" y="815106"/>
                </a:moveTo>
                <a:lnTo>
                  <a:pt x="1206137" y="735656"/>
                </a:lnTo>
                <a:moveTo>
                  <a:pt x="1434412" y="413129"/>
                </a:moveTo>
                <a:lnTo>
                  <a:pt x="1494708" y="380328"/>
                </a:lnTo>
                <a:moveTo>
                  <a:pt x="1167401" y="815106"/>
                </a:moveTo>
                <a:lnTo>
                  <a:pt x="1097831" y="852546"/>
                </a:lnTo>
                <a:moveTo>
                  <a:pt x="1298916" y="573746"/>
                </a:moveTo>
                <a:lnTo>
                  <a:pt x="1294976" y="571612"/>
                </a:lnTo>
                <a:moveTo>
                  <a:pt x="1298916" y="573746"/>
                </a:moveTo>
                <a:lnTo>
                  <a:pt x="1302132" y="572085"/>
                </a:lnTo>
                <a:moveTo>
                  <a:pt x="1287399" y="759520"/>
                </a:moveTo>
                <a:lnTo>
                  <a:pt x="1260917" y="738579"/>
                </a:lnTo>
                <a:moveTo>
                  <a:pt x="1044521" y="859294"/>
                </a:moveTo>
                <a:lnTo>
                  <a:pt x="1007592" y="808833"/>
                </a:lnTo>
                <a:moveTo>
                  <a:pt x="1056704" y="471816"/>
                </a:moveTo>
                <a:lnTo>
                  <a:pt x="990411" y="469140"/>
                </a:lnTo>
                <a:moveTo>
                  <a:pt x="1302132" y="572085"/>
                </a:moveTo>
                <a:lnTo>
                  <a:pt x="1294976" y="571612"/>
                </a:lnTo>
                <a:moveTo>
                  <a:pt x="1549550" y="348878"/>
                </a:moveTo>
                <a:lnTo>
                  <a:pt x="1494708" y="380328"/>
                </a:lnTo>
                <a:moveTo>
                  <a:pt x="1707312" y="426759"/>
                </a:moveTo>
                <a:lnTo>
                  <a:pt x="1658696" y="427602"/>
                </a:lnTo>
                <a:moveTo>
                  <a:pt x="987157" y="638084"/>
                </a:moveTo>
                <a:lnTo>
                  <a:pt x="912025" y="630963"/>
                </a:lnTo>
                <a:moveTo>
                  <a:pt x="1464818" y="496780"/>
                </a:moveTo>
                <a:lnTo>
                  <a:pt x="1434412" y="413129"/>
                </a:lnTo>
                <a:moveTo>
                  <a:pt x="1167401" y="815106"/>
                </a:moveTo>
                <a:lnTo>
                  <a:pt x="1107600" y="814526"/>
                </a:lnTo>
                <a:moveTo>
                  <a:pt x="1656229" y="537067"/>
                </a:moveTo>
                <a:lnTo>
                  <a:pt x="1600709" y="579461"/>
                </a:lnTo>
                <a:moveTo>
                  <a:pt x="1367304" y="578677"/>
                </a:moveTo>
                <a:lnTo>
                  <a:pt x="1336735" y="656254"/>
                </a:lnTo>
                <a:moveTo>
                  <a:pt x="1109021" y="561576"/>
                </a:moveTo>
                <a:lnTo>
                  <a:pt x="1070594" y="472312"/>
                </a:lnTo>
                <a:moveTo>
                  <a:pt x="1403741" y="791843"/>
                </a:moveTo>
                <a:lnTo>
                  <a:pt x="1395519" y="746872"/>
                </a:lnTo>
                <a:moveTo>
                  <a:pt x="1437286" y="497871"/>
                </a:moveTo>
                <a:lnTo>
                  <a:pt x="1464818" y="496780"/>
                </a:lnTo>
                <a:moveTo>
                  <a:pt x="1014786" y="722447"/>
                </a:moveTo>
                <a:lnTo>
                  <a:pt x="991890" y="652447"/>
                </a:lnTo>
                <a:moveTo>
                  <a:pt x="1056704" y="471816"/>
                </a:moveTo>
                <a:lnTo>
                  <a:pt x="1002003" y="489316"/>
                </a:lnTo>
                <a:moveTo>
                  <a:pt x="1167401" y="815106"/>
                </a:moveTo>
                <a:lnTo>
                  <a:pt x="1115141" y="731108"/>
                </a:lnTo>
                <a:moveTo>
                  <a:pt x="1128342" y="562687"/>
                </a:moveTo>
                <a:lnTo>
                  <a:pt x="1184604" y="508672"/>
                </a:lnTo>
                <a:moveTo>
                  <a:pt x="1614316" y="359975"/>
                </a:moveTo>
                <a:lnTo>
                  <a:pt x="1549550" y="348878"/>
                </a:lnTo>
                <a:moveTo>
                  <a:pt x="1184604" y="508672"/>
                </a:moveTo>
                <a:lnTo>
                  <a:pt x="1109021" y="561576"/>
                </a:lnTo>
                <a:moveTo>
                  <a:pt x="912480" y="466254"/>
                </a:moveTo>
                <a:lnTo>
                  <a:pt x="953468" y="419050"/>
                </a:lnTo>
                <a:moveTo>
                  <a:pt x="1658696" y="427602"/>
                </a:moveTo>
                <a:lnTo>
                  <a:pt x="1614316" y="359975"/>
                </a:lnTo>
                <a:moveTo>
                  <a:pt x="1424854" y="833798"/>
                </a:moveTo>
                <a:lnTo>
                  <a:pt x="1403741" y="791843"/>
                </a:lnTo>
                <a:moveTo>
                  <a:pt x="1434412" y="413129"/>
                </a:moveTo>
                <a:lnTo>
                  <a:pt x="1453109" y="412730"/>
                </a:lnTo>
                <a:moveTo>
                  <a:pt x="1014786" y="722447"/>
                </a:moveTo>
                <a:lnTo>
                  <a:pt x="1002493" y="639430"/>
                </a:lnTo>
                <a:moveTo>
                  <a:pt x="1007592" y="808833"/>
                </a:moveTo>
                <a:lnTo>
                  <a:pt x="1017068" y="806312"/>
                </a:lnTo>
                <a:moveTo>
                  <a:pt x="1336397" y="829526"/>
                </a:moveTo>
                <a:lnTo>
                  <a:pt x="1387019" y="828986"/>
                </a:lnTo>
                <a:moveTo>
                  <a:pt x="1658920" y="428067"/>
                </a:moveTo>
                <a:lnTo>
                  <a:pt x="1614316" y="359975"/>
                </a:lnTo>
                <a:moveTo>
                  <a:pt x="1260917" y="738579"/>
                </a:moveTo>
                <a:lnTo>
                  <a:pt x="1206137" y="735656"/>
                </a:lnTo>
                <a:moveTo>
                  <a:pt x="1032783" y="845977"/>
                </a:moveTo>
                <a:lnTo>
                  <a:pt x="1044521" y="859294"/>
                </a:lnTo>
                <a:moveTo>
                  <a:pt x="1469762" y="580082"/>
                </a:moveTo>
                <a:lnTo>
                  <a:pt x="1486139" y="518552"/>
                </a:lnTo>
                <a:moveTo>
                  <a:pt x="1424854" y="833798"/>
                </a:moveTo>
                <a:lnTo>
                  <a:pt x="1395519" y="746872"/>
                </a:lnTo>
                <a:moveTo>
                  <a:pt x="1336397" y="829526"/>
                </a:moveTo>
                <a:lnTo>
                  <a:pt x="1287399" y="759520"/>
                </a:lnTo>
                <a:moveTo>
                  <a:pt x="1335957" y="829416"/>
                </a:moveTo>
                <a:lnTo>
                  <a:pt x="1287399" y="759520"/>
                </a:lnTo>
                <a:moveTo>
                  <a:pt x="1395519" y="746872"/>
                </a:moveTo>
                <a:lnTo>
                  <a:pt x="1384519" y="662836"/>
                </a:lnTo>
                <a:moveTo>
                  <a:pt x="1025019" y="557918"/>
                </a:moveTo>
                <a:lnTo>
                  <a:pt x="1070594" y="472312"/>
                </a:lnTo>
                <a:moveTo>
                  <a:pt x="1235055" y="548040"/>
                </a:moveTo>
                <a:lnTo>
                  <a:pt x="1184604" y="508672"/>
                </a:lnTo>
                <a:moveTo>
                  <a:pt x="951323" y="553558"/>
                </a:moveTo>
                <a:lnTo>
                  <a:pt x="912025" y="630963"/>
                </a:lnTo>
                <a:moveTo>
                  <a:pt x="1002003" y="489316"/>
                </a:moveTo>
                <a:lnTo>
                  <a:pt x="990411" y="469140"/>
                </a:lnTo>
                <a:moveTo>
                  <a:pt x="1025019" y="557918"/>
                </a:moveTo>
                <a:lnTo>
                  <a:pt x="1056704" y="471816"/>
                </a:lnTo>
                <a:moveTo>
                  <a:pt x="991890" y="652447"/>
                </a:moveTo>
                <a:lnTo>
                  <a:pt x="987157" y="638084"/>
                </a:lnTo>
                <a:moveTo>
                  <a:pt x="1497369" y="335423"/>
                </a:moveTo>
                <a:lnTo>
                  <a:pt x="1494708" y="380328"/>
                </a:lnTo>
                <a:moveTo>
                  <a:pt x="1367304" y="578677"/>
                </a:moveTo>
                <a:lnTo>
                  <a:pt x="1298916" y="573746"/>
                </a:lnTo>
                <a:moveTo>
                  <a:pt x="1082116" y="645595"/>
                </a:moveTo>
                <a:lnTo>
                  <a:pt x="1014786" y="722447"/>
                </a:lnTo>
                <a:moveTo>
                  <a:pt x="1367304" y="578677"/>
                </a:moveTo>
                <a:lnTo>
                  <a:pt x="1302132" y="572085"/>
                </a:lnTo>
                <a:moveTo>
                  <a:pt x="1294976" y="571612"/>
                </a:moveTo>
                <a:lnTo>
                  <a:pt x="1235055" y="548040"/>
                </a:lnTo>
                <a:moveTo>
                  <a:pt x="1302132" y="572085"/>
                </a:moveTo>
                <a:lnTo>
                  <a:pt x="1235055" y="548040"/>
                </a:lnTo>
                <a:moveTo>
                  <a:pt x="991890" y="652447"/>
                </a:moveTo>
                <a:lnTo>
                  <a:pt x="1002493" y="639430"/>
                </a:lnTo>
                <a:moveTo>
                  <a:pt x="1260917" y="738579"/>
                </a:moveTo>
                <a:lnTo>
                  <a:pt x="1224955" y="710956"/>
                </a:lnTo>
                <a:moveTo>
                  <a:pt x="1097831" y="852546"/>
                </a:moveTo>
                <a:lnTo>
                  <a:pt x="1107600" y="814526"/>
                </a:lnTo>
                <a:moveTo>
                  <a:pt x="1128342" y="562687"/>
                </a:moveTo>
                <a:lnTo>
                  <a:pt x="1109021" y="561576"/>
                </a:lnTo>
                <a:moveTo>
                  <a:pt x="1002493" y="639430"/>
                </a:moveTo>
                <a:lnTo>
                  <a:pt x="987157" y="638084"/>
                </a:lnTo>
                <a:moveTo>
                  <a:pt x="1437286" y="497871"/>
                </a:moveTo>
                <a:lnTo>
                  <a:pt x="1434412" y="413129"/>
                </a:lnTo>
                <a:moveTo>
                  <a:pt x="1206137" y="735656"/>
                </a:moveTo>
                <a:lnTo>
                  <a:pt x="1115141" y="731108"/>
                </a:lnTo>
                <a:moveTo>
                  <a:pt x="1656229" y="537067"/>
                </a:moveTo>
                <a:lnTo>
                  <a:pt x="1535304" y="578663"/>
                </a:lnTo>
                <a:moveTo>
                  <a:pt x="1002493" y="639430"/>
                </a:moveTo>
                <a:lnTo>
                  <a:pt x="1109021" y="561576"/>
                </a:lnTo>
                <a:moveTo>
                  <a:pt x="1676365" y="512230"/>
                </a:moveTo>
                <a:lnTo>
                  <a:pt x="1656229" y="537067"/>
                </a:lnTo>
                <a:moveTo>
                  <a:pt x="1224955" y="710956"/>
                </a:moveTo>
                <a:lnTo>
                  <a:pt x="1206137" y="735656"/>
                </a:lnTo>
                <a:moveTo>
                  <a:pt x="1676365" y="512230"/>
                </a:moveTo>
                <a:lnTo>
                  <a:pt x="1658696" y="427602"/>
                </a:lnTo>
                <a:moveTo>
                  <a:pt x="1114058" y="590795"/>
                </a:moveTo>
                <a:lnTo>
                  <a:pt x="1128342" y="562687"/>
                </a:lnTo>
                <a:moveTo>
                  <a:pt x="990411" y="469140"/>
                </a:moveTo>
                <a:lnTo>
                  <a:pt x="912480" y="466254"/>
                </a:lnTo>
                <a:moveTo>
                  <a:pt x="1114058" y="590795"/>
                </a:moveTo>
                <a:lnTo>
                  <a:pt x="1109021" y="561576"/>
                </a:lnTo>
                <a:moveTo>
                  <a:pt x="1353244" y="550574"/>
                </a:moveTo>
                <a:lnTo>
                  <a:pt x="1302132" y="572085"/>
                </a:lnTo>
                <a:moveTo>
                  <a:pt x="876713" y="601320"/>
                </a:moveTo>
                <a:lnTo>
                  <a:pt x="825444" y="545437"/>
                </a:lnTo>
                <a:moveTo>
                  <a:pt x="1676365" y="512230"/>
                </a:moveTo>
                <a:lnTo>
                  <a:pt x="1661554" y="451172"/>
                </a:lnTo>
                <a:moveTo>
                  <a:pt x="1114058" y="590795"/>
                </a:moveTo>
                <a:lnTo>
                  <a:pt x="1002493" y="639430"/>
                </a:lnTo>
                <a:moveTo>
                  <a:pt x="1206137" y="735656"/>
                </a:moveTo>
                <a:lnTo>
                  <a:pt x="1123709" y="647821"/>
                </a:lnTo>
                <a:moveTo>
                  <a:pt x="912480" y="466254"/>
                </a:moveTo>
                <a:lnTo>
                  <a:pt x="888253" y="415186"/>
                </a:lnTo>
                <a:moveTo>
                  <a:pt x="951323" y="553558"/>
                </a:moveTo>
                <a:lnTo>
                  <a:pt x="876713" y="601320"/>
                </a:lnTo>
                <a:moveTo>
                  <a:pt x="1107600" y="814526"/>
                </a:moveTo>
                <a:lnTo>
                  <a:pt x="1115141" y="731108"/>
                </a:lnTo>
                <a:moveTo>
                  <a:pt x="876713" y="601320"/>
                </a:moveTo>
                <a:lnTo>
                  <a:pt x="922590" y="551917"/>
                </a:lnTo>
                <a:moveTo>
                  <a:pt x="1123709" y="647821"/>
                </a:moveTo>
                <a:lnTo>
                  <a:pt x="1128342" y="562687"/>
                </a:lnTo>
                <a:moveTo>
                  <a:pt x="1384519" y="662836"/>
                </a:moveTo>
                <a:lnTo>
                  <a:pt x="1367304" y="578677"/>
                </a:lnTo>
                <a:moveTo>
                  <a:pt x="1235055" y="548040"/>
                </a:moveTo>
                <a:lnTo>
                  <a:pt x="1128342" y="562687"/>
                </a:lnTo>
                <a:moveTo>
                  <a:pt x="922590" y="551917"/>
                </a:moveTo>
                <a:lnTo>
                  <a:pt x="990411" y="469140"/>
                </a:lnTo>
                <a:moveTo>
                  <a:pt x="1661554" y="451172"/>
                </a:moveTo>
                <a:lnTo>
                  <a:pt x="1658696" y="427602"/>
                </a:lnTo>
                <a:moveTo>
                  <a:pt x="1601157" y="369591"/>
                </a:moveTo>
                <a:lnTo>
                  <a:pt x="1614316" y="359975"/>
                </a:lnTo>
                <a:moveTo>
                  <a:pt x="1658920" y="428067"/>
                </a:moveTo>
                <a:lnTo>
                  <a:pt x="1658696" y="427602"/>
                </a:lnTo>
                <a:moveTo>
                  <a:pt x="1123709" y="647821"/>
                </a:moveTo>
                <a:lnTo>
                  <a:pt x="1114058" y="590795"/>
                </a:lnTo>
                <a:moveTo>
                  <a:pt x="1025019" y="557918"/>
                </a:moveTo>
                <a:lnTo>
                  <a:pt x="1002003" y="489316"/>
                </a:lnTo>
                <a:moveTo>
                  <a:pt x="1434754" y="837104"/>
                </a:moveTo>
                <a:lnTo>
                  <a:pt x="1395519" y="746872"/>
                </a:lnTo>
                <a:moveTo>
                  <a:pt x="1109021" y="561576"/>
                </a:moveTo>
                <a:lnTo>
                  <a:pt x="1025019" y="557918"/>
                </a:lnTo>
                <a:moveTo>
                  <a:pt x="987157" y="638084"/>
                </a:moveTo>
                <a:lnTo>
                  <a:pt x="951323" y="553558"/>
                </a:lnTo>
                <a:moveTo>
                  <a:pt x="1082116" y="645595"/>
                </a:moveTo>
                <a:lnTo>
                  <a:pt x="1002493" y="639430"/>
                </a:lnTo>
                <a:moveTo>
                  <a:pt x="1661554" y="451172"/>
                </a:moveTo>
                <a:lnTo>
                  <a:pt x="1658920" y="428067"/>
                </a:lnTo>
                <a:moveTo>
                  <a:pt x="1115141" y="731108"/>
                </a:moveTo>
                <a:lnTo>
                  <a:pt x="1123709" y="647821"/>
                </a:lnTo>
                <a:moveTo>
                  <a:pt x="1441281" y="753414"/>
                </a:moveTo>
                <a:lnTo>
                  <a:pt x="1395519" y="746872"/>
                </a:lnTo>
                <a:moveTo>
                  <a:pt x="1279821" y="744591"/>
                </a:moveTo>
                <a:lnTo>
                  <a:pt x="1287399" y="759520"/>
                </a:lnTo>
                <a:moveTo>
                  <a:pt x="951323" y="553558"/>
                </a:moveTo>
                <a:lnTo>
                  <a:pt x="1002003" y="489316"/>
                </a:lnTo>
                <a:moveTo>
                  <a:pt x="1196861" y="653497"/>
                </a:moveTo>
                <a:lnTo>
                  <a:pt x="1206137" y="735656"/>
                </a:lnTo>
                <a:moveTo>
                  <a:pt x="1002493" y="639430"/>
                </a:moveTo>
                <a:lnTo>
                  <a:pt x="1025019" y="557918"/>
                </a:lnTo>
                <a:moveTo>
                  <a:pt x="1082116" y="645595"/>
                </a:moveTo>
                <a:lnTo>
                  <a:pt x="1114058" y="590795"/>
                </a:lnTo>
                <a:moveTo>
                  <a:pt x="1002003" y="489316"/>
                </a:moveTo>
                <a:lnTo>
                  <a:pt x="922590" y="551917"/>
                </a:lnTo>
                <a:moveTo>
                  <a:pt x="1682593" y="515018"/>
                </a:moveTo>
                <a:lnTo>
                  <a:pt x="1676365" y="512230"/>
                </a:lnTo>
                <a:moveTo>
                  <a:pt x="1002493" y="639430"/>
                </a:moveTo>
                <a:lnTo>
                  <a:pt x="951323" y="553558"/>
                </a:lnTo>
                <a:moveTo>
                  <a:pt x="1210727" y="569951"/>
                </a:moveTo>
                <a:lnTo>
                  <a:pt x="1128342" y="562687"/>
                </a:lnTo>
                <a:moveTo>
                  <a:pt x="1575821" y="592842"/>
                </a:moveTo>
                <a:lnTo>
                  <a:pt x="1535304" y="578663"/>
                </a:lnTo>
                <a:moveTo>
                  <a:pt x="1437286" y="497871"/>
                </a:moveTo>
                <a:lnTo>
                  <a:pt x="1353244" y="550574"/>
                </a:lnTo>
                <a:moveTo>
                  <a:pt x="1097831" y="852546"/>
                </a:moveTo>
                <a:lnTo>
                  <a:pt x="1032783" y="845977"/>
                </a:lnTo>
                <a:moveTo>
                  <a:pt x="1535304" y="578663"/>
                </a:moveTo>
                <a:lnTo>
                  <a:pt x="1469762" y="580082"/>
                </a:lnTo>
                <a:moveTo>
                  <a:pt x="1336397" y="829526"/>
                </a:moveTo>
                <a:lnTo>
                  <a:pt x="1335957" y="829416"/>
                </a:lnTo>
                <a:moveTo>
                  <a:pt x="1196861" y="653497"/>
                </a:moveTo>
                <a:lnTo>
                  <a:pt x="1128342" y="562687"/>
                </a:lnTo>
                <a:moveTo>
                  <a:pt x="1336397" y="829526"/>
                </a:moveTo>
                <a:lnTo>
                  <a:pt x="1336071" y="829532"/>
                </a:lnTo>
                <a:moveTo>
                  <a:pt x="1336071" y="829532"/>
                </a:moveTo>
                <a:lnTo>
                  <a:pt x="1335957" y="829416"/>
                </a:lnTo>
                <a:moveTo>
                  <a:pt x="1438853" y="669547"/>
                </a:moveTo>
                <a:lnTo>
                  <a:pt x="1395519" y="746872"/>
                </a:lnTo>
                <a:moveTo>
                  <a:pt x="1434754" y="837104"/>
                </a:moveTo>
                <a:lnTo>
                  <a:pt x="1424854" y="833798"/>
                </a:lnTo>
                <a:moveTo>
                  <a:pt x="1424088" y="920713"/>
                </a:moveTo>
                <a:lnTo>
                  <a:pt x="1424854" y="833798"/>
                </a:lnTo>
                <a:moveTo>
                  <a:pt x="1123709" y="647821"/>
                </a:moveTo>
                <a:lnTo>
                  <a:pt x="1082116" y="645595"/>
                </a:lnTo>
                <a:moveTo>
                  <a:pt x="1497369" y="335423"/>
                </a:moveTo>
                <a:lnTo>
                  <a:pt x="1434412" y="413129"/>
                </a:lnTo>
                <a:moveTo>
                  <a:pt x="1462972" y="586203"/>
                </a:moveTo>
                <a:lnTo>
                  <a:pt x="1384519" y="662836"/>
                </a:lnTo>
                <a:moveTo>
                  <a:pt x="1434412" y="413129"/>
                </a:moveTo>
                <a:lnTo>
                  <a:pt x="1478590" y="334370"/>
                </a:lnTo>
                <a:moveTo>
                  <a:pt x="1682593" y="515018"/>
                </a:moveTo>
                <a:lnTo>
                  <a:pt x="1656229" y="537067"/>
                </a:lnTo>
                <a:moveTo>
                  <a:pt x="1469762" y="580082"/>
                </a:moveTo>
                <a:lnTo>
                  <a:pt x="1437286" y="497871"/>
                </a:lnTo>
                <a:moveTo>
                  <a:pt x="1107600" y="814526"/>
                </a:moveTo>
                <a:lnTo>
                  <a:pt x="1032783" y="845977"/>
                </a:lnTo>
                <a:moveTo>
                  <a:pt x="1656229" y="537067"/>
                </a:moveTo>
                <a:lnTo>
                  <a:pt x="1575821" y="592842"/>
                </a:lnTo>
                <a:moveTo>
                  <a:pt x="1682593" y="515018"/>
                </a:moveTo>
                <a:lnTo>
                  <a:pt x="1661554" y="451172"/>
                </a:lnTo>
                <a:moveTo>
                  <a:pt x="1549550" y="348878"/>
                </a:moveTo>
                <a:lnTo>
                  <a:pt x="1497369" y="335423"/>
                </a:lnTo>
                <a:moveTo>
                  <a:pt x="1462972" y="586203"/>
                </a:moveTo>
                <a:lnTo>
                  <a:pt x="1437286" y="497871"/>
                </a:lnTo>
                <a:moveTo>
                  <a:pt x="1224955" y="710956"/>
                </a:moveTo>
                <a:lnTo>
                  <a:pt x="1196861" y="653497"/>
                </a:lnTo>
                <a:moveTo>
                  <a:pt x="1367304" y="578677"/>
                </a:moveTo>
                <a:lnTo>
                  <a:pt x="1353244" y="550574"/>
                </a:lnTo>
                <a:moveTo>
                  <a:pt x="1279821" y="744591"/>
                </a:moveTo>
                <a:lnTo>
                  <a:pt x="1260917" y="738579"/>
                </a:lnTo>
                <a:moveTo>
                  <a:pt x="1353244" y="550574"/>
                </a:moveTo>
                <a:lnTo>
                  <a:pt x="1235055" y="548040"/>
                </a:lnTo>
                <a:moveTo>
                  <a:pt x="922590" y="551917"/>
                </a:moveTo>
                <a:lnTo>
                  <a:pt x="912480" y="466254"/>
                </a:lnTo>
                <a:moveTo>
                  <a:pt x="1484910" y="588305"/>
                </a:moveTo>
                <a:lnTo>
                  <a:pt x="1535304" y="578663"/>
                </a:lnTo>
                <a:moveTo>
                  <a:pt x="1032783" y="845977"/>
                </a:moveTo>
                <a:lnTo>
                  <a:pt x="1007592" y="808833"/>
                </a:lnTo>
                <a:moveTo>
                  <a:pt x="1438853" y="669547"/>
                </a:moveTo>
                <a:lnTo>
                  <a:pt x="1384519" y="662836"/>
                </a:lnTo>
                <a:moveTo>
                  <a:pt x="1210727" y="569951"/>
                </a:moveTo>
                <a:lnTo>
                  <a:pt x="1235055" y="548040"/>
                </a:lnTo>
                <a:moveTo>
                  <a:pt x="1196861" y="653497"/>
                </a:moveTo>
                <a:lnTo>
                  <a:pt x="1123709" y="647821"/>
                </a:lnTo>
                <a:moveTo>
                  <a:pt x="1593061" y="594407"/>
                </a:moveTo>
                <a:lnTo>
                  <a:pt x="1656229" y="537067"/>
                </a:lnTo>
                <a:moveTo>
                  <a:pt x="1025019" y="557918"/>
                </a:moveTo>
                <a:lnTo>
                  <a:pt x="951323" y="553558"/>
                </a:lnTo>
                <a:moveTo>
                  <a:pt x="922590" y="551917"/>
                </a:moveTo>
                <a:lnTo>
                  <a:pt x="825444" y="545437"/>
                </a:lnTo>
                <a:moveTo>
                  <a:pt x="1356704" y="916533"/>
                </a:moveTo>
                <a:lnTo>
                  <a:pt x="1336397" y="829526"/>
                </a:lnTo>
                <a:moveTo>
                  <a:pt x="1356704" y="916533"/>
                </a:moveTo>
                <a:lnTo>
                  <a:pt x="1336071" y="829532"/>
                </a:lnTo>
                <a:moveTo>
                  <a:pt x="951323" y="553558"/>
                </a:moveTo>
                <a:lnTo>
                  <a:pt x="922590" y="551917"/>
                </a:lnTo>
                <a:moveTo>
                  <a:pt x="1437286" y="497871"/>
                </a:moveTo>
                <a:lnTo>
                  <a:pt x="1380487" y="497673"/>
                </a:lnTo>
                <a:moveTo>
                  <a:pt x="1462972" y="586203"/>
                </a:moveTo>
                <a:lnTo>
                  <a:pt x="1367304" y="578677"/>
                </a:lnTo>
                <a:moveTo>
                  <a:pt x="1601157" y="369591"/>
                </a:moveTo>
                <a:lnTo>
                  <a:pt x="1549550" y="348878"/>
                </a:lnTo>
                <a:moveTo>
                  <a:pt x="1107600" y="814526"/>
                </a:moveTo>
                <a:lnTo>
                  <a:pt x="1055059" y="814870"/>
                </a:lnTo>
                <a:moveTo>
                  <a:pt x="1434412" y="413129"/>
                </a:moveTo>
                <a:lnTo>
                  <a:pt x="1393216" y="414915"/>
                </a:lnTo>
                <a:moveTo>
                  <a:pt x="1196861" y="653497"/>
                </a:moveTo>
                <a:lnTo>
                  <a:pt x="1210727" y="569951"/>
                </a:lnTo>
                <a:moveTo>
                  <a:pt x="1437286" y="497871"/>
                </a:moveTo>
                <a:lnTo>
                  <a:pt x="1393216" y="414915"/>
                </a:lnTo>
                <a:moveTo>
                  <a:pt x="1462972" y="586203"/>
                </a:moveTo>
                <a:lnTo>
                  <a:pt x="1353244" y="550574"/>
                </a:lnTo>
                <a:moveTo>
                  <a:pt x="1279821" y="744591"/>
                </a:moveTo>
                <a:lnTo>
                  <a:pt x="1224955" y="710956"/>
                </a:lnTo>
                <a:moveTo>
                  <a:pt x="1658920" y="428067"/>
                </a:moveTo>
                <a:lnTo>
                  <a:pt x="1601157" y="369591"/>
                </a:lnTo>
                <a:moveTo>
                  <a:pt x="1275934" y="741810"/>
                </a:moveTo>
                <a:lnTo>
                  <a:pt x="1224955" y="710956"/>
                </a:lnTo>
                <a:moveTo>
                  <a:pt x="1335957" y="829416"/>
                </a:moveTo>
                <a:lnTo>
                  <a:pt x="1279821" y="744591"/>
                </a:lnTo>
                <a:moveTo>
                  <a:pt x="1593061" y="594407"/>
                </a:moveTo>
                <a:lnTo>
                  <a:pt x="1682593" y="515018"/>
                </a:lnTo>
                <a:moveTo>
                  <a:pt x="1424088" y="920713"/>
                </a:moveTo>
                <a:lnTo>
                  <a:pt x="1434754" y="837104"/>
                </a:lnTo>
                <a:moveTo>
                  <a:pt x="1462972" y="586203"/>
                </a:moveTo>
                <a:lnTo>
                  <a:pt x="1469762" y="580082"/>
                </a:lnTo>
                <a:moveTo>
                  <a:pt x="1593061" y="594407"/>
                </a:moveTo>
                <a:lnTo>
                  <a:pt x="1575821" y="592842"/>
                </a:lnTo>
                <a:moveTo>
                  <a:pt x="1434754" y="837104"/>
                </a:moveTo>
                <a:lnTo>
                  <a:pt x="1441281" y="753414"/>
                </a:lnTo>
                <a:moveTo>
                  <a:pt x="1497369" y="335423"/>
                </a:moveTo>
                <a:lnTo>
                  <a:pt x="1478590" y="334370"/>
                </a:lnTo>
                <a:moveTo>
                  <a:pt x="1335957" y="829416"/>
                </a:moveTo>
                <a:lnTo>
                  <a:pt x="1279282" y="744958"/>
                </a:lnTo>
                <a:moveTo>
                  <a:pt x="1336071" y="829532"/>
                </a:moveTo>
                <a:lnTo>
                  <a:pt x="1279282" y="744958"/>
                </a:lnTo>
                <a:moveTo>
                  <a:pt x="1353244" y="550574"/>
                </a:moveTo>
                <a:lnTo>
                  <a:pt x="1380487" y="497673"/>
                </a:lnTo>
                <a:moveTo>
                  <a:pt x="1586927" y="599124"/>
                </a:moveTo>
                <a:lnTo>
                  <a:pt x="1575821" y="592842"/>
                </a:lnTo>
                <a:moveTo>
                  <a:pt x="1691353" y="518165"/>
                </a:moveTo>
                <a:lnTo>
                  <a:pt x="1661554" y="451172"/>
                </a:lnTo>
                <a:moveTo>
                  <a:pt x="1593541" y="595095"/>
                </a:moveTo>
                <a:lnTo>
                  <a:pt x="1682593" y="515018"/>
                </a:lnTo>
                <a:moveTo>
                  <a:pt x="1691353" y="518165"/>
                </a:moveTo>
                <a:lnTo>
                  <a:pt x="1658920" y="428067"/>
                </a:lnTo>
                <a:moveTo>
                  <a:pt x="1497369" y="335423"/>
                </a:moveTo>
                <a:lnTo>
                  <a:pt x="1485457" y="326919"/>
                </a:lnTo>
                <a:moveTo>
                  <a:pt x="1575821" y="592842"/>
                </a:moveTo>
                <a:lnTo>
                  <a:pt x="1484910" y="588305"/>
                </a:lnTo>
                <a:moveTo>
                  <a:pt x="1485457" y="326919"/>
                </a:moveTo>
                <a:lnTo>
                  <a:pt x="1478590" y="334370"/>
                </a:lnTo>
                <a:moveTo>
                  <a:pt x="1289745" y="519043"/>
                </a:moveTo>
                <a:lnTo>
                  <a:pt x="1235055" y="548040"/>
                </a:lnTo>
                <a:moveTo>
                  <a:pt x="1484910" y="588305"/>
                </a:moveTo>
                <a:lnTo>
                  <a:pt x="1469762" y="580082"/>
                </a:lnTo>
                <a:moveTo>
                  <a:pt x="1593061" y="594407"/>
                </a:moveTo>
                <a:lnTo>
                  <a:pt x="1586927" y="599124"/>
                </a:lnTo>
                <a:moveTo>
                  <a:pt x="1438853" y="669547"/>
                </a:moveTo>
                <a:lnTo>
                  <a:pt x="1462972" y="586203"/>
                </a:lnTo>
                <a:moveTo>
                  <a:pt x="1441281" y="753414"/>
                </a:moveTo>
                <a:lnTo>
                  <a:pt x="1438853" y="669547"/>
                </a:lnTo>
                <a:moveTo>
                  <a:pt x="1484910" y="588305"/>
                </a:moveTo>
                <a:lnTo>
                  <a:pt x="1462972" y="586203"/>
                </a:lnTo>
                <a:moveTo>
                  <a:pt x="1032783" y="845977"/>
                </a:moveTo>
                <a:lnTo>
                  <a:pt x="1055059" y="814870"/>
                </a:lnTo>
                <a:moveTo>
                  <a:pt x="1593541" y="595095"/>
                </a:moveTo>
                <a:lnTo>
                  <a:pt x="1593061" y="594407"/>
                </a:lnTo>
                <a:moveTo>
                  <a:pt x="1586927" y="599124"/>
                </a:moveTo>
                <a:lnTo>
                  <a:pt x="1484910" y="588305"/>
                </a:lnTo>
                <a:moveTo>
                  <a:pt x="1353244" y="550574"/>
                </a:moveTo>
                <a:lnTo>
                  <a:pt x="1289745" y="519043"/>
                </a:lnTo>
                <a:moveTo>
                  <a:pt x="1544570" y="341993"/>
                </a:moveTo>
                <a:lnTo>
                  <a:pt x="1549550" y="348878"/>
                </a:lnTo>
                <a:moveTo>
                  <a:pt x="1593541" y="595095"/>
                </a:moveTo>
                <a:lnTo>
                  <a:pt x="1586927" y="599124"/>
                </a:lnTo>
                <a:moveTo>
                  <a:pt x="1467331" y="334831"/>
                </a:moveTo>
                <a:lnTo>
                  <a:pt x="1478590" y="334370"/>
                </a:lnTo>
                <a:moveTo>
                  <a:pt x="1691353" y="518165"/>
                </a:moveTo>
                <a:lnTo>
                  <a:pt x="1682593" y="515018"/>
                </a:lnTo>
                <a:moveTo>
                  <a:pt x="1393216" y="414915"/>
                </a:moveTo>
                <a:lnTo>
                  <a:pt x="1478590" y="334370"/>
                </a:lnTo>
                <a:moveTo>
                  <a:pt x="1467331" y="334831"/>
                </a:moveTo>
                <a:lnTo>
                  <a:pt x="1485457" y="326919"/>
                </a:lnTo>
                <a:moveTo>
                  <a:pt x="1670162" y="433928"/>
                </a:moveTo>
                <a:lnTo>
                  <a:pt x="1658920" y="428067"/>
                </a:lnTo>
                <a:moveTo>
                  <a:pt x="1227349" y="659737"/>
                </a:moveTo>
                <a:lnTo>
                  <a:pt x="1224955" y="710956"/>
                </a:lnTo>
                <a:moveTo>
                  <a:pt x="1336071" y="829532"/>
                </a:moveTo>
                <a:lnTo>
                  <a:pt x="1311842" y="833476"/>
                </a:lnTo>
                <a:moveTo>
                  <a:pt x="1196436" y="572694"/>
                </a:moveTo>
                <a:lnTo>
                  <a:pt x="1210727" y="569951"/>
                </a:lnTo>
                <a:moveTo>
                  <a:pt x="1380487" y="497673"/>
                </a:moveTo>
                <a:lnTo>
                  <a:pt x="1393216" y="414915"/>
                </a:lnTo>
                <a:moveTo>
                  <a:pt x="1279821" y="744591"/>
                </a:moveTo>
                <a:lnTo>
                  <a:pt x="1275934" y="741810"/>
                </a:lnTo>
                <a:moveTo>
                  <a:pt x="1403688" y="922509"/>
                </a:moveTo>
                <a:lnTo>
                  <a:pt x="1424088" y="920713"/>
                </a:lnTo>
                <a:moveTo>
                  <a:pt x="1279821" y="744591"/>
                </a:moveTo>
                <a:lnTo>
                  <a:pt x="1279282" y="744958"/>
                </a:lnTo>
                <a:moveTo>
                  <a:pt x="1380487" y="497673"/>
                </a:moveTo>
                <a:lnTo>
                  <a:pt x="1289745" y="519043"/>
                </a:lnTo>
                <a:moveTo>
                  <a:pt x="1691353" y="518165"/>
                </a:moveTo>
                <a:lnTo>
                  <a:pt x="1593541" y="595095"/>
                </a:lnTo>
                <a:moveTo>
                  <a:pt x="1279282" y="744958"/>
                </a:moveTo>
                <a:lnTo>
                  <a:pt x="1275934" y="741810"/>
                </a:lnTo>
                <a:moveTo>
                  <a:pt x="1520477" y="615184"/>
                </a:moveTo>
                <a:lnTo>
                  <a:pt x="1462972" y="586203"/>
                </a:lnTo>
                <a:moveTo>
                  <a:pt x="1418158" y="356668"/>
                </a:moveTo>
                <a:lnTo>
                  <a:pt x="1478590" y="334370"/>
                </a:lnTo>
                <a:moveTo>
                  <a:pt x="1412001" y="839189"/>
                </a:moveTo>
                <a:lnTo>
                  <a:pt x="1434754" y="837104"/>
                </a:lnTo>
                <a:moveTo>
                  <a:pt x="1424088" y="920713"/>
                </a:moveTo>
                <a:lnTo>
                  <a:pt x="1412001" y="839189"/>
                </a:lnTo>
                <a:moveTo>
                  <a:pt x="1227349" y="659737"/>
                </a:moveTo>
                <a:lnTo>
                  <a:pt x="1210727" y="569951"/>
                </a:lnTo>
                <a:moveTo>
                  <a:pt x="1227349" y="659737"/>
                </a:moveTo>
                <a:lnTo>
                  <a:pt x="1196861" y="653497"/>
                </a:lnTo>
                <a:moveTo>
                  <a:pt x="1544570" y="341993"/>
                </a:moveTo>
                <a:lnTo>
                  <a:pt x="1497369" y="335423"/>
                </a:lnTo>
                <a:moveTo>
                  <a:pt x="1586927" y="599124"/>
                </a:moveTo>
                <a:lnTo>
                  <a:pt x="1520477" y="615184"/>
                </a:lnTo>
                <a:moveTo>
                  <a:pt x="1356704" y="916533"/>
                </a:moveTo>
                <a:lnTo>
                  <a:pt x="1311842" y="833476"/>
                </a:lnTo>
                <a:moveTo>
                  <a:pt x="1520477" y="615184"/>
                </a:moveTo>
                <a:lnTo>
                  <a:pt x="1484910" y="588305"/>
                </a:lnTo>
                <a:moveTo>
                  <a:pt x="1593541" y="595095"/>
                </a:moveTo>
                <a:lnTo>
                  <a:pt x="1520477" y="615184"/>
                </a:lnTo>
                <a:moveTo>
                  <a:pt x="1544570" y="341993"/>
                </a:moveTo>
                <a:lnTo>
                  <a:pt x="1485457" y="326919"/>
                </a:lnTo>
                <a:moveTo>
                  <a:pt x="1418158" y="356668"/>
                </a:moveTo>
                <a:lnTo>
                  <a:pt x="1467331" y="334831"/>
                </a:lnTo>
                <a:moveTo>
                  <a:pt x="1537820" y="335449"/>
                </a:moveTo>
                <a:lnTo>
                  <a:pt x="1485457" y="326919"/>
                </a:lnTo>
                <a:moveTo>
                  <a:pt x="1670162" y="433928"/>
                </a:moveTo>
                <a:lnTo>
                  <a:pt x="1601157" y="369591"/>
                </a:lnTo>
                <a:moveTo>
                  <a:pt x="1601157" y="369591"/>
                </a:moveTo>
                <a:lnTo>
                  <a:pt x="1544570" y="341993"/>
                </a:lnTo>
                <a:moveTo>
                  <a:pt x="1641665" y="569347"/>
                </a:moveTo>
                <a:lnTo>
                  <a:pt x="1593541" y="595095"/>
                </a:lnTo>
                <a:moveTo>
                  <a:pt x="1418158" y="356668"/>
                </a:moveTo>
                <a:lnTo>
                  <a:pt x="1393216" y="414915"/>
                </a:lnTo>
                <a:moveTo>
                  <a:pt x="1434754" y="837104"/>
                </a:moveTo>
                <a:lnTo>
                  <a:pt x="1438514" y="758184"/>
                </a:lnTo>
                <a:moveTo>
                  <a:pt x="1380487" y="497673"/>
                </a:moveTo>
                <a:lnTo>
                  <a:pt x="1321827" y="497238"/>
                </a:lnTo>
                <a:moveTo>
                  <a:pt x="1438514" y="758184"/>
                </a:moveTo>
                <a:lnTo>
                  <a:pt x="1441281" y="753414"/>
                </a:lnTo>
                <a:moveTo>
                  <a:pt x="1275934" y="741810"/>
                </a:moveTo>
                <a:lnTo>
                  <a:pt x="1227349" y="659737"/>
                </a:lnTo>
                <a:moveTo>
                  <a:pt x="1651454" y="411449"/>
                </a:moveTo>
                <a:lnTo>
                  <a:pt x="1601157" y="369591"/>
                </a:lnTo>
                <a:moveTo>
                  <a:pt x="1601157" y="369591"/>
                </a:moveTo>
                <a:lnTo>
                  <a:pt x="1545184" y="342840"/>
                </a:lnTo>
                <a:moveTo>
                  <a:pt x="1311842" y="833476"/>
                </a:moveTo>
                <a:lnTo>
                  <a:pt x="1279282" y="744958"/>
                </a:lnTo>
                <a:moveTo>
                  <a:pt x="1593541" y="595095"/>
                </a:moveTo>
                <a:lnTo>
                  <a:pt x="1544846" y="595928"/>
                </a:lnTo>
                <a:moveTo>
                  <a:pt x="1448059" y="675021"/>
                </a:moveTo>
                <a:lnTo>
                  <a:pt x="1462972" y="586203"/>
                </a:lnTo>
                <a:moveTo>
                  <a:pt x="1691353" y="518165"/>
                </a:moveTo>
                <a:lnTo>
                  <a:pt x="1670162" y="433928"/>
                </a:lnTo>
                <a:moveTo>
                  <a:pt x="1441281" y="753414"/>
                </a:moveTo>
                <a:lnTo>
                  <a:pt x="1448059" y="675021"/>
                </a:lnTo>
                <a:moveTo>
                  <a:pt x="1391188" y="417149"/>
                </a:moveTo>
                <a:lnTo>
                  <a:pt x="1393216" y="414915"/>
                </a:lnTo>
                <a:moveTo>
                  <a:pt x="1321827" y="497238"/>
                </a:moveTo>
                <a:lnTo>
                  <a:pt x="1393216" y="414915"/>
                </a:lnTo>
                <a:moveTo>
                  <a:pt x="1691353" y="518165"/>
                </a:moveTo>
                <a:lnTo>
                  <a:pt x="1641665" y="569347"/>
                </a:lnTo>
                <a:moveTo>
                  <a:pt x="1448059" y="675021"/>
                </a:moveTo>
                <a:lnTo>
                  <a:pt x="1438853" y="669547"/>
                </a:lnTo>
                <a:moveTo>
                  <a:pt x="1321827" y="497238"/>
                </a:moveTo>
                <a:lnTo>
                  <a:pt x="1289745" y="519043"/>
                </a:lnTo>
                <a:moveTo>
                  <a:pt x="1630215" y="754042"/>
                </a:moveTo>
                <a:lnTo>
                  <a:pt x="1621509" y="767406"/>
                </a:lnTo>
                <a:moveTo>
                  <a:pt x="1403688" y="922509"/>
                </a:moveTo>
                <a:lnTo>
                  <a:pt x="1412001" y="839189"/>
                </a:lnTo>
                <a:moveTo>
                  <a:pt x="1275934" y="741810"/>
                </a:moveTo>
                <a:lnTo>
                  <a:pt x="1231373" y="661514"/>
                </a:lnTo>
                <a:moveTo>
                  <a:pt x="1227349" y="659737"/>
                </a:moveTo>
                <a:lnTo>
                  <a:pt x="1196436" y="572694"/>
                </a:lnTo>
                <a:moveTo>
                  <a:pt x="1459314" y="338944"/>
                </a:moveTo>
                <a:lnTo>
                  <a:pt x="1467331" y="334831"/>
                </a:lnTo>
                <a:moveTo>
                  <a:pt x="1391188" y="417149"/>
                </a:moveTo>
                <a:lnTo>
                  <a:pt x="1418158" y="356668"/>
                </a:lnTo>
                <a:moveTo>
                  <a:pt x="1472395" y="334964"/>
                </a:moveTo>
                <a:lnTo>
                  <a:pt x="1485457" y="326919"/>
                </a:lnTo>
                <a:moveTo>
                  <a:pt x="1345554" y="471980"/>
                </a:moveTo>
                <a:lnTo>
                  <a:pt x="1393216" y="414915"/>
                </a:lnTo>
                <a:moveTo>
                  <a:pt x="1544570" y="341993"/>
                </a:moveTo>
                <a:lnTo>
                  <a:pt x="1537820" y="335449"/>
                </a:lnTo>
                <a:moveTo>
                  <a:pt x="1575560" y="579844"/>
                </a:moveTo>
                <a:lnTo>
                  <a:pt x="1593541" y="595095"/>
                </a:lnTo>
                <a:moveTo>
                  <a:pt x="1217615" y="626706"/>
                </a:moveTo>
                <a:lnTo>
                  <a:pt x="1196436" y="572694"/>
                </a:lnTo>
                <a:moveTo>
                  <a:pt x="1299364" y="750616"/>
                </a:moveTo>
                <a:lnTo>
                  <a:pt x="1279282" y="744958"/>
                </a:lnTo>
                <a:moveTo>
                  <a:pt x="1286614" y="834184"/>
                </a:moveTo>
                <a:lnTo>
                  <a:pt x="1279282" y="744958"/>
                </a:lnTo>
                <a:moveTo>
                  <a:pt x="1520477" y="615184"/>
                </a:moveTo>
                <a:lnTo>
                  <a:pt x="1544846" y="595928"/>
                </a:lnTo>
                <a:moveTo>
                  <a:pt x="1670162" y="433928"/>
                </a:moveTo>
                <a:lnTo>
                  <a:pt x="1651454" y="411449"/>
                </a:lnTo>
                <a:moveTo>
                  <a:pt x="1472395" y="334964"/>
                </a:moveTo>
                <a:lnTo>
                  <a:pt x="1467331" y="334831"/>
                </a:lnTo>
                <a:moveTo>
                  <a:pt x="1621509" y="767406"/>
                </a:moveTo>
                <a:lnTo>
                  <a:pt x="1547220" y="764983"/>
                </a:lnTo>
                <a:moveTo>
                  <a:pt x="1545184" y="342840"/>
                </a:moveTo>
                <a:lnTo>
                  <a:pt x="1544570" y="341993"/>
                </a:lnTo>
                <a:moveTo>
                  <a:pt x="1588422" y="372382"/>
                </a:moveTo>
                <a:lnTo>
                  <a:pt x="1601157" y="369591"/>
                </a:lnTo>
                <a:moveTo>
                  <a:pt x="1545184" y="342840"/>
                </a:moveTo>
                <a:lnTo>
                  <a:pt x="1537820" y="335449"/>
                </a:lnTo>
                <a:moveTo>
                  <a:pt x="1412001" y="839189"/>
                </a:moveTo>
                <a:lnTo>
                  <a:pt x="1438514" y="758184"/>
                </a:lnTo>
                <a:moveTo>
                  <a:pt x="1691353" y="518165"/>
                </a:moveTo>
                <a:lnTo>
                  <a:pt x="1680424" y="437391"/>
                </a:lnTo>
                <a:moveTo>
                  <a:pt x="1227349" y="659737"/>
                </a:moveTo>
                <a:lnTo>
                  <a:pt x="1217615" y="626706"/>
                </a:lnTo>
                <a:moveTo>
                  <a:pt x="1679999" y="521714"/>
                </a:moveTo>
                <a:lnTo>
                  <a:pt x="1691353" y="518165"/>
                </a:lnTo>
                <a:moveTo>
                  <a:pt x="1403688" y="922509"/>
                </a:moveTo>
                <a:lnTo>
                  <a:pt x="1339117" y="836945"/>
                </a:lnTo>
                <a:moveTo>
                  <a:pt x="1520477" y="615184"/>
                </a:moveTo>
                <a:lnTo>
                  <a:pt x="1448059" y="675021"/>
                </a:lnTo>
                <a:moveTo>
                  <a:pt x="1520477" y="615184"/>
                </a:moveTo>
                <a:lnTo>
                  <a:pt x="1452328" y="658652"/>
                </a:lnTo>
                <a:moveTo>
                  <a:pt x="1459314" y="338944"/>
                </a:moveTo>
                <a:lnTo>
                  <a:pt x="1418158" y="356668"/>
                </a:lnTo>
                <a:moveTo>
                  <a:pt x="1412001" y="839189"/>
                </a:moveTo>
                <a:lnTo>
                  <a:pt x="1339117" y="836945"/>
                </a:lnTo>
                <a:moveTo>
                  <a:pt x="1565682" y="739181"/>
                </a:moveTo>
                <a:lnTo>
                  <a:pt x="1621509" y="767406"/>
                </a:lnTo>
                <a:moveTo>
                  <a:pt x="1265647" y="705108"/>
                </a:moveTo>
                <a:lnTo>
                  <a:pt x="1275934" y="741810"/>
                </a:lnTo>
                <a:moveTo>
                  <a:pt x="1231373" y="661514"/>
                </a:moveTo>
                <a:lnTo>
                  <a:pt x="1227349" y="659737"/>
                </a:lnTo>
                <a:moveTo>
                  <a:pt x="1265647" y="705108"/>
                </a:moveTo>
                <a:lnTo>
                  <a:pt x="1279282" y="744958"/>
                </a:lnTo>
                <a:moveTo>
                  <a:pt x="1345554" y="471980"/>
                </a:moveTo>
                <a:lnTo>
                  <a:pt x="1391188" y="417149"/>
                </a:lnTo>
                <a:moveTo>
                  <a:pt x="1630215" y="754042"/>
                </a:moveTo>
                <a:lnTo>
                  <a:pt x="1565682" y="739181"/>
                </a:lnTo>
                <a:moveTo>
                  <a:pt x="1345554" y="471980"/>
                </a:moveTo>
                <a:lnTo>
                  <a:pt x="1321827" y="497238"/>
                </a:lnTo>
                <a:moveTo>
                  <a:pt x="1680424" y="437391"/>
                </a:moveTo>
                <a:lnTo>
                  <a:pt x="1670162" y="433928"/>
                </a:lnTo>
                <a:moveTo>
                  <a:pt x="1391188" y="417149"/>
                </a:moveTo>
                <a:lnTo>
                  <a:pt x="1459314" y="338944"/>
                </a:lnTo>
                <a:moveTo>
                  <a:pt x="1231373" y="661514"/>
                </a:moveTo>
                <a:lnTo>
                  <a:pt x="1217615" y="626706"/>
                </a:lnTo>
                <a:moveTo>
                  <a:pt x="1286614" y="834184"/>
                </a:moveTo>
                <a:lnTo>
                  <a:pt x="1311842" y="833476"/>
                </a:lnTo>
                <a:moveTo>
                  <a:pt x="1679999" y="521714"/>
                </a:moveTo>
                <a:lnTo>
                  <a:pt x="1641665" y="569347"/>
                </a:lnTo>
                <a:moveTo>
                  <a:pt x="1379086" y="925466"/>
                </a:moveTo>
                <a:lnTo>
                  <a:pt x="1403688" y="922509"/>
                </a:lnTo>
                <a:moveTo>
                  <a:pt x="1544846" y="595928"/>
                </a:moveTo>
                <a:lnTo>
                  <a:pt x="1452328" y="658652"/>
                </a:lnTo>
                <a:moveTo>
                  <a:pt x="1412001" y="839189"/>
                </a:moveTo>
                <a:lnTo>
                  <a:pt x="1363441" y="755662"/>
                </a:lnTo>
                <a:moveTo>
                  <a:pt x="1438514" y="758184"/>
                </a:moveTo>
                <a:lnTo>
                  <a:pt x="1448059" y="675021"/>
                </a:lnTo>
                <a:moveTo>
                  <a:pt x="1537820" y="335449"/>
                </a:moveTo>
                <a:lnTo>
                  <a:pt x="1472395" y="334964"/>
                </a:lnTo>
                <a:moveTo>
                  <a:pt x="1641665" y="569347"/>
                </a:moveTo>
                <a:lnTo>
                  <a:pt x="1575560" y="579844"/>
                </a:lnTo>
                <a:moveTo>
                  <a:pt x="1680424" y="437391"/>
                </a:moveTo>
                <a:lnTo>
                  <a:pt x="1651454" y="411449"/>
                </a:lnTo>
                <a:moveTo>
                  <a:pt x="1477412" y="341246"/>
                </a:moveTo>
                <a:lnTo>
                  <a:pt x="1537820" y="335449"/>
                </a:lnTo>
                <a:moveTo>
                  <a:pt x="1561170" y="811949"/>
                </a:moveTo>
                <a:lnTo>
                  <a:pt x="1547220" y="764983"/>
                </a:lnTo>
                <a:moveTo>
                  <a:pt x="1257094" y="843057"/>
                </a:moveTo>
                <a:lnTo>
                  <a:pt x="1311842" y="833476"/>
                </a:lnTo>
                <a:moveTo>
                  <a:pt x="1452328" y="658652"/>
                </a:moveTo>
                <a:lnTo>
                  <a:pt x="1448059" y="675021"/>
                </a:lnTo>
                <a:moveTo>
                  <a:pt x="1565682" y="739181"/>
                </a:moveTo>
                <a:lnTo>
                  <a:pt x="1547220" y="764983"/>
                </a:lnTo>
                <a:moveTo>
                  <a:pt x="1575560" y="579844"/>
                </a:moveTo>
                <a:lnTo>
                  <a:pt x="1544846" y="595928"/>
                </a:lnTo>
                <a:moveTo>
                  <a:pt x="1545184" y="342840"/>
                </a:moveTo>
                <a:lnTo>
                  <a:pt x="1477412" y="341246"/>
                </a:lnTo>
                <a:moveTo>
                  <a:pt x="1544846" y="595928"/>
                </a:moveTo>
                <a:lnTo>
                  <a:pt x="1469027" y="593311"/>
                </a:lnTo>
                <a:moveTo>
                  <a:pt x="1321827" y="497238"/>
                </a:moveTo>
                <a:lnTo>
                  <a:pt x="1266421" y="497217"/>
                </a:lnTo>
                <a:moveTo>
                  <a:pt x="1651454" y="411449"/>
                </a:moveTo>
                <a:lnTo>
                  <a:pt x="1588422" y="372382"/>
                </a:lnTo>
                <a:moveTo>
                  <a:pt x="1588422" y="372382"/>
                </a:moveTo>
                <a:lnTo>
                  <a:pt x="1545184" y="342840"/>
                </a:lnTo>
                <a:moveTo>
                  <a:pt x="1441012" y="675229"/>
                </a:moveTo>
                <a:lnTo>
                  <a:pt x="1448059" y="675021"/>
                </a:lnTo>
                <a:moveTo>
                  <a:pt x="1339117" y="836945"/>
                </a:moveTo>
                <a:lnTo>
                  <a:pt x="1299364" y="750616"/>
                </a:lnTo>
                <a:moveTo>
                  <a:pt x="1339117" y="836945"/>
                </a:moveTo>
                <a:lnTo>
                  <a:pt x="1286614" y="834184"/>
                </a:lnTo>
                <a:moveTo>
                  <a:pt x="1441012" y="675229"/>
                </a:moveTo>
                <a:lnTo>
                  <a:pt x="1452328" y="658652"/>
                </a:lnTo>
                <a:moveTo>
                  <a:pt x="1438514" y="758184"/>
                </a:moveTo>
                <a:lnTo>
                  <a:pt x="1363441" y="755662"/>
                </a:lnTo>
                <a:moveTo>
                  <a:pt x="1286614" y="834184"/>
                </a:moveTo>
                <a:lnTo>
                  <a:pt x="1299364" y="750616"/>
                </a:lnTo>
                <a:moveTo>
                  <a:pt x="1279378" y="483622"/>
                </a:moveTo>
                <a:lnTo>
                  <a:pt x="1321827" y="497238"/>
                </a:lnTo>
                <a:moveTo>
                  <a:pt x="1472395" y="334964"/>
                </a:moveTo>
                <a:lnTo>
                  <a:pt x="1459314" y="338944"/>
                </a:lnTo>
                <a:moveTo>
                  <a:pt x="1452328" y="658652"/>
                </a:moveTo>
                <a:lnTo>
                  <a:pt x="1469027" y="593311"/>
                </a:lnTo>
                <a:moveTo>
                  <a:pt x="1363441" y="755662"/>
                </a:moveTo>
                <a:lnTo>
                  <a:pt x="1448059" y="675021"/>
                </a:lnTo>
                <a:moveTo>
                  <a:pt x="1679999" y="521714"/>
                </a:moveTo>
                <a:lnTo>
                  <a:pt x="1680424" y="437391"/>
                </a:lnTo>
                <a:moveTo>
                  <a:pt x="1527771" y="766398"/>
                </a:moveTo>
                <a:lnTo>
                  <a:pt x="1547220" y="764983"/>
                </a:lnTo>
                <a:moveTo>
                  <a:pt x="1339117" y="836945"/>
                </a:moveTo>
                <a:lnTo>
                  <a:pt x="1363441" y="755662"/>
                </a:lnTo>
                <a:moveTo>
                  <a:pt x="1441012" y="675229"/>
                </a:moveTo>
                <a:lnTo>
                  <a:pt x="1469027" y="593311"/>
                </a:lnTo>
                <a:moveTo>
                  <a:pt x="1813409" y="561196"/>
                </a:moveTo>
                <a:lnTo>
                  <a:pt x="1764655" y="525455"/>
                </a:lnTo>
                <a:moveTo>
                  <a:pt x="1679999" y="521714"/>
                </a:moveTo>
                <a:lnTo>
                  <a:pt x="1575560" y="579844"/>
                </a:lnTo>
                <a:moveTo>
                  <a:pt x="1379086" y="925466"/>
                </a:moveTo>
                <a:lnTo>
                  <a:pt x="1339117" y="836945"/>
                </a:lnTo>
                <a:moveTo>
                  <a:pt x="1265647" y="705108"/>
                </a:moveTo>
                <a:lnTo>
                  <a:pt x="1231373" y="661514"/>
                </a:lnTo>
                <a:moveTo>
                  <a:pt x="1363441" y="755662"/>
                </a:moveTo>
                <a:lnTo>
                  <a:pt x="1299364" y="750616"/>
                </a:lnTo>
                <a:moveTo>
                  <a:pt x="1371056" y="913783"/>
                </a:moveTo>
                <a:lnTo>
                  <a:pt x="1339117" y="836945"/>
                </a:lnTo>
                <a:moveTo>
                  <a:pt x="1286614" y="834184"/>
                </a:moveTo>
                <a:lnTo>
                  <a:pt x="1257094" y="843057"/>
                </a:lnTo>
                <a:moveTo>
                  <a:pt x="1477412" y="341246"/>
                </a:moveTo>
                <a:lnTo>
                  <a:pt x="1472395" y="334964"/>
                </a:lnTo>
                <a:moveTo>
                  <a:pt x="1561170" y="811949"/>
                </a:moveTo>
                <a:lnTo>
                  <a:pt x="1527771" y="766398"/>
                </a:lnTo>
                <a:moveTo>
                  <a:pt x="1299364" y="750616"/>
                </a:moveTo>
                <a:lnTo>
                  <a:pt x="1265647" y="705108"/>
                </a:lnTo>
                <a:moveTo>
                  <a:pt x="1796869" y="531524"/>
                </a:moveTo>
                <a:lnTo>
                  <a:pt x="1764655" y="525455"/>
                </a:lnTo>
                <a:moveTo>
                  <a:pt x="1383047" y="720366"/>
                </a:moveTo>
                <a:lnTo>
                  <a:pt x="1448059" y="675021"/>
                </a:lnTo>
                <a:moveTo>
                  <a:pt x="1527771" y="766398"/>
                </a:moveTo>
                <a:lnTo>
                  <a:pt x="1565682" y="739181"/>
                </a:lnTo>
                <a:moveTo>
                  <a:pt x="1345554" y="471980"/>
                </a:moveTo>
                <a:lnTo>
                  <a:pt x="1279378" y="483622"/>
                </a:lnTo>
                <a:moveTo>
                  <a:pt x="1371056" y="913783"/>
                </a:moveTo>
                <a:lnTo>
                  <a:pt x="1286614" y="834184"/>
                </a:lnTo>
                <a:moveTo>
                  <a:pt x="1544846" y="595928"/>
                </a:moveTo>
                <a:lnTo>
                  <a:pt x="1511649" y="514354"/>
                </a:lnTo>
                <a:moveTo>
                  <a:pt x="1517569" y="514739"/>
                </a:moveTo>
                <a:lnTo>
                  <a:pt x="1544846" y="595928"/>
                </a:lnTo>
                <a:moveTo>
                  <a:pt x="1588422" y="372382"/>
                </a:moveTo>
                <a:lnTo>
                  <a:pt x="1477412" y="341246"/>
                </a:lnTo>
                <a:moveTo>
                  <a:pt x="1441012" y="675229"/>
                </a:moveTo>
                <a:lnTo>
                  <a:pt x="1383047" y="720366"/>
                </a:lnTo>
                <a:moveTo>
                  <a:pt x="1632193" y="438282"/>
                </a:moveTo>
                <a:lnTo>
                  <a:pt x="1651454" y="411449"/>
                </a:lnTo>
                <a:moveTo>
                  <a:pt x="1237160" y="665570"/>
                </a:moveTo>
                <a:lnTo>
                  <a:pt x="1231373" y="661514"/>
                </a:lnTo>
                <a:moveTo>
                  <a:pt x="1363441" y="755662"/>
                </a:moveTo>
                <a:lnTo>
                  <a:pt x="1265647" y="705108"/>
                </a:lnTo>
                <a:moveTo>
                  <a:pt x="1606710" y="688172"/>
                </a:moveTo>
                <a:lnTo>
                  <a:pt x="1565682" y="739181"/>
                </a:lnTo>
                <a:moveTo>
                  <a:pt x="1642771" y="690485"/>
                </a:moveTo>
                <a:lnTo>
                  <a:pt x="1565682" y="739181"/>
                </a:lnTo>
                <a:moveTo>
                  <a:pt x="1371056" y="913783"/>
                </a:moveTo>
                <a:lnTo>
                  <a:pt x="1257094" y="843057"/>
                </a:lnTo>
                <a:moveTo>
                  <a:pt x="1205915" y="612802"/>
                </a:moveTo>
                <a:lnTo>
                  <a:pt x="1217615" y="626706"/>
                </a:lnTo>
                <a:moveTo>
                  <a:pt x="1379086" y="925466"/>
                </a:moveTo>
                <a:lnTo>
                  <a:pt x="1371056" y="913783"/>
                </a:lnTo>
                <a:moveTo>
                  <a:pt x="1561170" y="811949"/>
                </a:moveTo>
                <a:lnTo>
                  <a:pt x="1504310" y="766552"/>
                </a:lnTo>
                <a:moveTo>
                  <a:pt x="1373902" y="925746"/>
                </a:moveTo>
                <a:lnTo>
                  <a:pt x="1379086" y="925466"/>
                </a:lnTo>
                <a:moveTo>
                  <a:pt x="1383047" y="720366"/>
                </a:moveTo>
                <a:lnTo>
                  <a:pt x="1363441" y="755662"/>
                </a:lnTo>
                <a:moveTo>
                  <a:pt x="1401801" y="676163"/>
                </a:moveTo>
                <a:lnTo>
                  <a:pt x="1441012" y="675229"/>
                </a:lnTo>
                <a:moveTo>
                  <a:pt x="1679999" y="521714"/>
                </a:moveTo>
                <a:lnTo>
                  <a:pt x="1618450" y="520912"/>
                </a:lnTo>
                <a:moveTo>
                  <a:pt x="1279378" y="483622"/>
                </a:moveTo>
                <a:lnTo>
                  <a:pt x="1266421" y="497217"/>
                </a:lnTo>
                <a:moveTo>
                  <a:pt x="1373902" y="925746"/>
                </a:moveTo>
                <a:lnTo>
                  <a:pt x="1371056" y="913783"/>
                </a:lnTo>
                <a:moveTo>
                  <a:pt x="1575560" y="579844"/>
                </a:moveTo>
                <a:lnTo>
                  <a:pt x="1618450" y="520912"/>
                </a:lnTo>
                <a:moveTo>
                  <a:pt x="1469027" y="593311"/>
                </a:moveTo>
                <a:lnTo>
                  <a:pt x="1401670" y="507393"/>
                </a:lnTo>
                <a:moveTo>
                  <a:pt x="1403649" y="423035"/>
                </a:moveTo>
                <a:lnTo>
                  <a:pt x="1477412" y="341246"/>
                </a:lnTo>
                <a:moveTo>
                  <a:pt x="1383047" y="720366"/>
                </a:moveTo>
                <a:lnTo>
                  <a:pt x="1265647" y="705108"/>
                </a:lnTo>
                <a:moveTo>
                  <a:pt x="1575560" y="579844"/>
                </a:moveTo>
                <a:lnTo>
                  <a:pt x="1517569" y="514739"/>
                </a:lnTo>
                <a:moveTo>
                  <a:pt x="1205915" y="612802"/>
                </a:moveTo>
                <a:lnTo>
                  <a:pt x="1231373" y="661514"/>
                </a:lnTo>
                <a:moveTo>
                  <a:pt x="1469027" y="593311"/>
                </a:moveTo>
                <a:lnTo>
                  <a:pt x="1511649" y="514354"/>
                </a:lnTo>
                <a:moveTo>
                  <a:pt x="1401801" y="676163"/>
                </a:moveTo>
                <a:lnTo>
                  <a:pt x="1469027" y="593311"/>
                </a:lnTo>
                <a:moveTo>
                  <a:pt x="1680424" y="437391"/>
                </a:moveTo>
                <a:lnTo>
                  <a:pt x="1632193" y="438282"/>
                </a:lnTo>
                <a:moveTo>
                  <a:pt x="1527771" y="766398"/>
                </a:moveTo>
                <a:lnTo>
                  <a:pt x="1606710" y="688172"/>
                </a:lnTo>
                <a:moveTo>
                  <a:pt x="1679999" y="521714"/>
                </a:moveTo>
                <a:lnTo>
                  <a:pt x="1632193" y="438282"/>
                </a:lnTo>
                <a:moveTo>
                  <a:pt x="1469027" y="593311"/>
                </a:moveTo>
                <a:lnTo>
                  <a:pt x="1407357" y="592493"/>
                </a:lnTo>
                <a:moveTo>
                  <a:pt x="1265647" y="705108"/>
                </a:moveTo>
                <a:lnTo>
                  <a:pt x="1237160" y="665570"/>
                </a:lnTo>
                <a:moveTo>
                  <a:pt x="1521469" y="396545"/>
                </a:moveTo>
                <a:lnTo>
                  <a:pt x="1477412" y="341246"/>
                </a:lnTo>
                <a:moveTo>
                  <a:pt x="1527771" y="766398"/>
                </a:moveTo>
                <a:lnTo>
                  <a:pt x="1504310" y="766552"/>
                </a:lnTo>
                <a:moveTo>
                  <a:pt x="1813409" y="561196"/>
                </a:moveTo>
                <a:lnTo>
                  <a:pt x="1796869" y="531524"/>
                </a:lnTo>
                <a:moveTo>
                  <a:pt x="1588422" y="372382"/>
                </a:moveTo>
                <a:lnTo>
                  <a:pt x="1521469" y="396545"/>
                </a:lnTo>
                <a:moveTo>
                  <a:pt x="1632193" y="438282"/>
                </a:moveTo>
                <a:lnTo>
                  <a:pt x="1588422" y="372382"/>
                </a:lnTo>
                <a:moveTo>
                  <a:pt x="1642771" y="690485"/>
                </a:moveTo>
                <a:lnTo>
                  <a:pt x="1606710" y="688172"/>
                </a:lnTo>
                <a:moveTo>
                  <a:pt x="1401801" y="676163"/>
                </a:moveTo>
                <a:lnTo>
                  <a:pt x="1383047" y="720366"/>
                </a:lnTo>
                <a:moveTo>
                  <a:pt x="1308841" y="861530"/>
                </a:moveTo>
                <a:lnTo>
                  <a:pt x="1257094" y="843057"/>
                </a:lnTo>
                <a:moveTo>
                  <a:pt x="1504310" y="766552"/>
                </a:moveTo>
                <a:lnTo>
                  <a:pt x="1606710" y="688172"/>
                </a:lnTo>
                <a:moveTo>
                  <a:pt x="1536026" y="433077"/>
                </a:moveTo>
                <a:lnTo>
                  <a:pt x="1588422" y="372382"/>
                </a:lnTo>
                <a:moveTo>
                  <a:pt x="1371056" y="913783"/>
                </a:moveTo>
                <a:lnTo>
                  <a:pt x="1308841" y="861530"/>
                </a:lnTo>
                <a:moveTo>
                  <a:pt x="1622549" y="675058"/>
                </a:moveTo>
                <a:lnTo>
                  <a:pt x="1606710" y="688172"/>
                </a:lnTo>
                <a:moveTo>
                  <a:pt x="1511649" y="514354"/>
                </a:moveTo>
                <a:lnTo>
                  <a:pt x="1401670" y="507393"/>
                </a:lnTo>
                <a:moveTo>
                  <a:pt x="1642771" y="690485"/>
                </a:moveTo>
                <a:lnTo>
                  <a:pt x="1622549" y="675058"/>
                </a:lnTo>
                <a:moveTo>
                  <a:pt x="1618450" y="520912"/>
                </a:moveTo>
                <a:lnTo>
                  <a:pt x="1517569" y="514739"/>
                </a:lnTo>
                <a:moveTo>
                  <a:pt x="1517569" y="514739"/>
                </a:moveTo>
                <a:lnTo>
                  <a:pt x="1511649" y="514354"/>
                </a:lnTo>
                <a:moveTo>
                  <a:pt x="1320330" y="676210"/>
                </a:moveTo>
                <a:lnTo>
                  <a:pt x="1265647" y="705108"/>
                </a:lnTo>
                <a:moveTo>
                  <a:pt x="1521469" y="396545"/>
                </a:moveTo>
                <a:lnTo>
                  <a:pt x="1403649" y="423035"/>
                </a:lnTo>
                <a:moveTo>
                  <a:pt x="1618450" y="520912"/>
                </a:moveTo>
                <a:lnTo>
                  <a:pt x="1514957" y="501589"/>
                </a:lnTo>
                <a:moveTo>
                  <a:pt x="1407357" y="592493"/>
                </a:moveTo>
                <a:lnTo>
                  <a:pt x="1401670" y="507393"/>
                </a:lnTo>
                <a:moveTo>
                  <a:pt x="1514957" y="501589"/>
                </a:moveTo>
                <a:lnTo>
                  <a:pt x="1511649" y="514354"/>
                </a:lnTo>
                <a:moveTo>
                  <a:pt x="1517569" y="514739"/>
                </a:moveTo>
                <a:lnTo>
                  <a:pt x="1514957" y="501589"/>
                </a:lnTo>
                <a:moveTo>
                  <a:pt x="1313894" y="672723"/>
                </a:moveTo>
                <a:lnTo>
                  <a:pt x="1265647" y="705108"/>
                </a:lnTo>
                <a:moveTo>
                  <a:pt x="1401801" y="676163"/>
                </a:moveTo>
                <a:lnTo>
                  <a:pt x="1407357" y="592493"/>
                </a:lnTo>
                <a:moveTo>
                  <a:pt x="1618450" y="520912"/>
                </a:moveTo>
                <a:lnTo>
                  <a:pt x="1632193" y="438282"/>
                </a:lnTo>
                <a:moveTo>
                  <a:pt x="1383047" y="720366"/>
                </a:moveTo>
                <a:lnTo>
                  <a:pt x="1320330" y="676210"/>
                </a:lnTo>
                <a:moveTo>
                  <a:pt x="1606710" y="688172"/>
                </a:moveTo>
                <a:lnTo>
                  <a:pt x="1530141" y="685460"/>
                </a:lnTo>
                <a:moveTo>
                  <a:pt x="1237160" y="665570"/>
                </a:moveTo>
                <a:lnTo>
                  <a:pt x="1205915" y="612802"/>
                </a:lnTo>
                <a:moveTo>
                  <a:pt x="1494118" y="430458"/>
                </a:moveTo>
                <a:lnTo>
                  <a:pt x="1403649" y="423035"/>
                </a:lnTo>
                <a:moveTo>
                  <a:pt x="1504310" y="766552"/>
                </a:moveTo>
                <a:lnTo>
                  <a:pt x="1530141" y="685460"/>
                </a:lnTo>
                <a:moveTo>
                  <a:pt x="1618450" y="520912"/>
                </a:moveTo>
                <a:lnTo>
                  <a:pt x="1536026" y="433077"/>
                </a:lnTo>
                <a:moveTo>
                  <a:pt x="1494118" y="430458"/>
                </a:moveTo>
                <a:lnTo>
                  <a:pt x="1511649" y="514354"/>
                </a:lnTo>
                <a:moveTo>
                  <a:pt x="1514957" y="501589"/>
                </a:moveTo>
                <a:lnTo>
                  <a:pt x="1494118" y="430458"/>
                </a:lnTo>
                <a:moveTo>
                  <a:pt x="1514957" y="501589"/>
                </a:moveTo>
                <a:lnTo>
                  <a:pt x="1536026" y="433077"/>
                </a:lnTo>
                <a:moveTo>
                  <a:pt x="1313894" y="672723"/>
                </a:moveTo>
                <a:lnTo>
                  <a:pt x="1237160" y="665570"/>
                </a:lnTo>
                <a:moveTo>
                  <a:pt x="1401801" y="676163"/>
                </a:moveTo>
                <a:lnTo>
                  <a:pt x="1320330" y="676210"/>
                </a:lnTo>
                <a:moveTo>
                  <a:pt x="1401670" y="507393"/>
                </a:moveTo>
                <a:lnTo>
                  <a:pt x="1336026" y="505521"/>
                </a:lnTo>
                <a:moveTo>
                  <a:pt x="1494118" y="430458"/>
                </a:moveTo>
                <a:lnTo>
                  <a:pt x="1521469" y="396545"/>
                </a:lnTo>
                <a:moveTo>
                  <a:pt x="1536026" y="433077"/>
                </a:moveTo>
                <a:lnTo>
                  <a:pt x="1521469" y="396545"/>
                </a:lnTo>
                <a:moveTo>
                  <a:pt x="1401801" y="676163"/>
                </a:moveTo>
                <a:lnTo>
                  <a:pt x="1322799" y="673141"/>
                </a:lnTo>
                <a:moveTo>
                  <a:pt x="1632193" y="438282"/>
                </a:moveTo>
                <a:lnTo>
                  <a:pt x="1536026" y="433077"/>
                </a:lnTo>
                <a:moveTo>
                  <a:pt x="1558838" y="646923"/>
                </a:moveTo>
                <a:lnTo>
                  <a:pt x="1606710" y="688172"/>
                </a:lnTo>
                <a:moveTo>
                  <a:pt x="1813409" y="561196"/>
                </a:moveTo>
                <a:lnTo>
                  <a:pt x="1789965" y="535699"/>
                </a:lnTo>
                <a:moveTo>
                  <a:pt x="1536026" y="433077"/>
                </a:moveTo>
                <a:lnTo>
                  <a:pt x="1494118" y="430458"/>
                </a:lnTo>
                <a:moveTo>
                  <a:pt x="1347628" y="591922"/>
                </a:moveTo>
                <a:lnTo>
                  <a:pt x="1401670" y="507393"/>
                </a:lnTo>
                <a:moveTo>
                  <a:pt x="1313894" y="672723"/>
                </a:moveTo>
                <a:lnTo>
                  <a:pt x="1205915" y="612802"/>
                </a:lnTo>
                <a:moveTo>
                  <a:pt x="1401801" y="676163"/>
                </a:moveTo>
                <a:lnTo>
                  <a:pt x="1347628" y="591922"/>
                </a:lnTo>
                <a:moveTo>
                  <a:pt x="1789965" y="535699"/>
                </a:moveTo>
                <a:lnTo>
                  <a:pt x="1796869" y="531524"/>
                </a:lnTo>
                <a:moveTo>
                  <a:pt x="1622549" y="675058"/>
                </a:moveTo>
                <a:lnTo>
                  <a:pt x="1558838" y="646923"/>
                </a:lnTo>
                <a:moveTo>
                  <a:pt x="1320330" y="676210"/>
                </a:moveTo>
                <a:lnTo>
                  <a:pt x="1322799" y="673141"/>
                </a:lnTo>
                <a:moveTo>
                  <a:pt x="1407357" y="592493"/>
                </a:moveTo>
                <a:lnTo>
                  <a:pt x="1347628" y="591922"/>
                </a:lnTo>
                <a:moveTo>
                  <a:pt x="1320330" y="676210"/>
                </a:moveTo>
                <a:lnTo>
                  <a:pt x="1313894" y="672723"/>
                </a:lnTo>
                <a:moveTo>
                  <a:pt x="1322799" y="673141"/>
                </a:moveTo>
                <a:lnTo>
                  <a:pt x="1313894" y="672723"/>
                </a:lnTo>
                <a:moveTo>
                  <a:pt x="1336026" y="505521"/>
                </a:moveTo>
                <a:lnTo>
                  <a:pt x="1328136" y="505066"/>
                </a:lnTo>
                <a:moveTo>
                  <a:pt x="1504310" y="766552"/>
                </a:moveTo>
                <a:lnTo>
                  <a:pt x="1467729" y="684548"/>
                </a:lnTo>
                <a:moveTo>
                  <a:pt x="1336026" y="505521"/>
                </a:moveTo>
                <a:lnTo>
                  <a:pt x="1330834" y="506775"/>
                </a:lnTo>
                <a:moveTo>
                  <a:pt x="1330834" y="506775"/>
                </a:moveTo>
                <a:lnTo>
                  <a:pt x="1328136" y="505066"/>
                </a:lnTo>
                <a:moveTo>
                  <a:pt x="1558838" y="646923"/>
                </a:moveTo>
                <a:lnTo>
                  <a:pt x="1530141" y="685460"/>
                </a:lnTo>
                <a:moveTo>
                  <a:pt x="1322799" y="673141"/>
                </a:moveTo>
                <a:lnTo>
                  <a:pt x="1347628" y="591922"/>
                </a:lnTo>
                <a:moveTo>
                  <a:pt x="1347628" y="591922"/>
                </a:moveTo>
                <a:lnTo>
                  <a:pt x="1336026" y="505521"/>
                </a:lnTo>
                <a:moveTo>
                  <a:pt x="1347628" y="591922"/>
                </a:moveTo>
                <a:lnTo>
                  <a:pt x="1330834" y="506775"/>
                </a:lnTo>
                <a:moveTo>
                  <a:pt x="1530141" y="685460"/>
                </a:moveTo>
                <a:lnTo>
                  <a:pt x="1467729" y="684548"/>
                </a:lnTo>
                <a:moveTo>
                  <a:pt x="1257509" y="633729"/>
                </a:moveTo>
                <a:lnTo>
                  <a:pt x="1205915" y="612802"/>
                </a:lnTo>
                <a:moveTo>
                  <a:pt x="1322799" y="673141"/>
                </a:moveTo>
                <a:lnTo>
                  <a:pt x="1257509" y="633729"/>
                </a:lnTo>
                <a:moveTo>
                  <a:pt x="1313894" y="672723"/>
                </a:moveTo>
                <a:lnTo>
                  <a:pt x="1257509" y="633729"/>
                </a:lnTo>
                <a:moveTo>
                  <a:pt x="1330834" y="506775"/>
                </a:moveTo>
                <a:lnTo>
                  <a:pt x="1265070" y="511767"/>
                </a:lnTo>
                <a:moveTo>
                  <a:pt x="1322799" y="673141"/>
                </a:moveTo>
                <a:lnTo>
                  <a:pt x="1282525" y="590668"/>
                </a:lnTo>
                <a:moveTo>
                  <a:pt x="1282525" y="590668"/>
                </a:moveTo>
                <a:lnTo>
                  <a:pt x="1330834" y="506775"/>
                </a:lnTo>
                <a:moveTo>
                  <a:pt x="1347628" y="591922"/>
                </a:moveTo>
                <a:lnTo>
                  <a:pt x="1282525" y="590668"/>
                </a:lnTo>
                <a:moveTo>
                  <a:pt x="1257509" y="633729"/>
                </a:moveTo>
                <a:lnTo>
                  <a:pt x="1282525" y="590668"/>
                </a:lnTo>
                <a:moveTo>
                  <a:pt x="1282525" y="590668"/>
                </a:moveTo>
                <a:lnTo>
                  <a:pt x="1265070" y="51176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692" name="9wup_2_tuned_ReferenceLigand_0">
            <a:extLst>
              <a:ext uri="{FF2B5EF4-FFF2-40B4-BE49-F238E27FC236}">
                <a16:creationId xmlns:a16="http://schemas.microsoft.com/office/drawing/2014/main" id="{A107D3E7-F344-4039-9F18-8A7D11E1BE40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5015" y="482068"/>
                </a:moveTo>
                <a:lnTo>
                  <a:pt x="1765266" y="444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93" name="9wup_2_tuned_ReferenceLigand_1">
            <a:extLst>
              <a:ext uri="{FF2B5EF4-FFF2-40B4-BE49-F238E27FC236}">
                <a16:creationId xmlns:a16="http://schemas.microsoft.com/office/drawing/2014/main" id="{0810A259-AC85-4C33-84B5-B94640908AC7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0382" y="695647"/>
                </a:moveTo>
                <a:lnTo>
                  <a:pt x="1945455" y="7750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94" name="9wup_2_tuned_ReferenceLigand_2">
            <a:extLst>
              <a:ext uri="{FF2B5EF4-FFF2-40B4-BE49-F238E27FC236}">
                <a16:creationId xmlns:a16="http://schemas.microsoft.com/office/drawing/2014/main" id="{6C2C4BD0-BBA3-4671-A0D8-19FD17A89BC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5015" y="482068"/>
                </a:moveTo>
                <a:lnTo>
                  <a:pt x="1674986" y="397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95" name="9wup_2_tuned_ReferenceLigand_3">
            <a:extLst>
              <a:ext uri="{FF2B5EF4-FFF2-40B4-BE49-F238E27FC236}">
                <a16:creationId xmlns:a16="http://schemas.microsoft.com/office/drawing/2014/main" id="{17BC079A-A542-443C-AF9E-107AB52B0417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5455" y="775094"/>
                </a:moveTo>
                <a:lnTo>
                  <a:pt x="2042812" y="7249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96" name="9wup_2_tuned_ReferenceLigand_4">
            <a:extLst>
              <a:ext uri="{FF2B5EF4-FFF2-40B4-BE49-F238E27FC236}">
                <a16:creationId xmlns:a16="http://schemas.microsoft.com/office/drawing/2014/main" id="{31B927E5-989B-40F3-BEE3-6ED6B8EFABDE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197" y="491043"/>
                </a:moveTo>
                <a:lnTo>
                  <a:pt x="1745015" y="4820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97" name="9wup_2_tuned_ReferenceLigand_5">
            <a:extLst>
              <a:ext uri="{FF2B5EF4-FFF2-40B4-BE49-F238E27FC236}">
                <a16:creationId xmlns:a16="http://schemas.microsoft.com/office/drawing/2014/main" id="{B4682A14-519A-4107-8C8C-AB693CD764D2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265" y="594991"/>
                </a:moveTo>
                <a:lnTo>
                  <a:pt x="1870382" y="695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98" name="9wup_2_tuned_ReferenceLigand_6">
            <a:extLst>
              <a:ext uri="{FF2B5EF4-FFF2-40B4-BE49-F238E27FC236}">
                <a16:creationId xmlns:a16="http://schemas.microsoft.com/office/drawing/2014/main" id="{46D545FD-93EE-4E6F-AE6B-6F502B955A3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986" y="397478"/>
                </a:moveTo>
                <a:lnTo>
                  <a:pt x="1709741" y="2862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99" name="9wup_2_tuned_ReferenceLigand_7">
            <a:extLst>
              <a:ext uri="{FF2B5EF4-FFF2-40B4-BE49-F238E27FC236}">
                <a16:creationId xmlns:a16="http://schemas.microsoft.com/office/drawing/2014/main" id="{8B79E579-6BBE-4C2C-9928-8BC55093D0A0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3692" y="764751"/>
                </a:moveTo>
                <a:lnTo>
                  <a:pt x="2183802" y="8706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0" name="9wup_2_tuned_ReferenceLigand_8">
            <a:extLst>
              <a:ext uri="{FF2B5EF4-FFF2-40B4-BE49-F238E27FC236}">
                <a16:creationId xmlns:a16="http://schemas.microsoft.com/office/drawing/2014/main" id="{975E3076-8731-4190-9770-BE2E7CCD4923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812" y="724948"/>
                </a:moveTo>
                <a:lnTo>
                  <a:pt x="2153692" y="7647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1" name="9wup_2_tuned_ReferenceLigand_9">
            <a:extLst>
              <a:ext uri="{FF2B5EF4-FFF2-40B4-BE49-F238E27FC236}">
                <a16:creationId xmlns:a16="http://schemas.microsoft.com/office/drawing/2014/main" id="{1BE943DF-B0EB-4388-95EF-7D7607FA466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197" y="491043"/>
                </a:moveTo>
                <a:lnTo>
                  <a:pt x="1912265" y="594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2" name="9wup_2_tuned_ReferenceLigand_10">
            <a:extLst>
              <a:ext uri="{FF2B5EF4-FFF2-40B4-BE49-F238E27FC236}">
                <a16:creationId xmlns:a16="http://schemas.microsoft.com/office/drawing/2014/main" id="{90E33525-97E8-4516-A104-61290398157B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083" y="612846"/>
                </a:moveTo>
                <a:lnTo>
                  <a:pt x="2042812" y="7249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3" name="9wup_2_tuned_ReferenceLigand_11">
            <a:extLst>
              <a:ext uri="{FF2B5EF4-FFF2-40B4-BE49-F238E27FC236}">
                <a16:creationId xmlns:a16="http://schemas.microsoft.com/office/drawing/2014/main" id="{2C985D99-F2BF-49AE-A952-784FA89D9C3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500" y="410695"/>
                </a:moveTo>
                <a:lnTo>
                  <a:pt x="517808" y="3218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4" name="9wup_2_tuned_ReferenceLigand_12">
            <a:extLst>
              <a:ext uri="{FF2B5EF4-FFF2-40B4-BE49-F238E27FC236}">
                <a16:creationId xmlns:a16="http://schemas.microsoft.com/office/drawing/2014/main" id="{A01A1AB3-BEAD-4FC8-96FE-9B6EAA5FC44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083" y="612846"/>
                </a:moveTo>
                <a:lnTo>
                  <a:pt x="1912265" y="594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5" name="9wup_2_tuned_ReferenceLigand_13">
            <a:extLst>
              <a:ext uri="{FF2B5EF4-FFF2-40B4-BE49-F238E27FC236}">
                <a16:creationId xmlns:a16="http://schemas.microsoft.com/office/drawing/2014/main" id="{86C24749-D7EE-4A74-90B9-14FCEA79F60D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9228" y="522901"/>
                </a:moveTo>
                <a:lnTo>
                  <a:pt x="606500" y="4106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6" name="9wup_2_tuned_ReferenceLigand_14">
            <a:extLst>
              <a:ext uri="{FF2B5EF4-FFF2-40B4-BE49-F238E27FC236}">
                <a16:creationId xmlns:a16="http://schemas.microsoft.com/office/drawing/2014/main" id="{685F7977-BA10-456F-BEBF-69491EE34606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500" y="410695"/>
                </a:moveTo>
                <a:lnTo>
                  <a:pt x="721603" y="3807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7" name="9wup_2_tuned_ReferenceLigand_15">
            <a:extLst>
              <a:ext uri="{FF2B5EF4-FFF2-40B4-BE49-F238E27FC236}">
                <a16:creationId xmlns:a16="http://schemas.microsoft.com/office/drawing/2014/main" id="{EE72ACBC-9969-434B-824F-25568318AEE8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1679" y="607134"/>
                </a:moveTo>
                <a:lnTo>
                  <a:pt x="579228" y="5229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8" name="9wup_2_tuned_ReferenceLigand_16">
            <a:extLst>
              <a:ext uri="{FF2B5EF4-FFF2-40B4-BE49-F238E27FC236}">
                <a16:creationId xmlns:a16="http://schemas.microsoft.com/office/drawing/2014/main" id="{1A598FBB-B81F-442C-BC9A-C64CB0F6C04A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3692" y="764751"/>
                </a:moveTo>
                <a:lnTo>
                  <a:pt x="2231106" y="6923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9" name="9wup_2_tuned_ReferenceLigand_17">
            <a:extLst>
              <a:ext uri="{FF2B5EF4-FFF2-40B4-BE49-F238E27FC236}">
                <a16:creationId xmlns:a16="http://schemas.microsoft.com/office/drawing/2014/main" id="{8AF8018E-BDEC-483B-B284-27B00F1CE661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8152" y="715847"/>
                </a:moveTo>
                <a:lnTo>
                  <a:pt x="661679" y="6071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0" name="9wup_2_tuned_ReferenceLigand_18">
            <a:extLst>
              <a:ext uri="{FF2B5EF4-FFF2-40B4-BE49-F238E27FC236}">
                <a16:creationId xmlns:a16="http://schemas.microsoft.com/office/drawing/2014/main" id="{353ED0C1-A317-4883-868C-A4F794300096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03" y="380738"/>
                </a:moveTo>
                <a:lnTo>
                  <a:pt x="754725" y="25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1" name="9wup_2_tuned_ReferenceLigand_19">
            <a:extLst>
              <a:ext uri="{FF2B5EF4-FFF2-40B4-BE49-F238E27FC236}">
                <a16:creationId xmlns:a16="http://schemas.microsoft.com/office/drawing/2014/main" id="{9AE81DD8-5F20-4CBC-BF49-A6B09CC6028E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278" y="912643"/>
                </a:moveTo>
                <a:lnTo>
                  <a:pt x="569222" y="941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2" name="9wup_2_tuned_ReferenceLigand_20">
            <a:extLst>
              <a:ext uri="{FF2B5EF4-FFF2-40B4-BE49-F238E27FC236}">
                <a16:creationId xmlns:a16="http://schemas.microsoft.com/office/drawing/2014/main" id="{BEF809E2-964E-45E8-87F0-167D6CCCE54E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3108" y="793387"/>
                </a:moveTo>
                <a:lnTo>
                  <a:pt x="628152" y="7158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3" name="9wup_2_tuned_ReferenceLigand_21">
            <a:extLst>
              <a:ext uri="{FF2B5EF4-FFF2-40B4-BE49-F238E27FC236}">
                <a16:creationId xmlns:a16="http://schemas.microsoft.com/office/drawing/2014/main" id="{07D41C8E-B509-4DB9-B774-216B7D656628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020" y="577123"/>
                </a:moveTo>
                <a:lnTo>
                  <a:pt x="661679" y="6071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4" name="9wup_2_tuned_ReferenceLigand_22">
            <a:extLst>
              <a:ext uri="{FF2B5EF4-FFF2-40B4-BE49-F238E27FC236}">
                <a16:creationId xmlns:a16="http://schemas.microsoft.com/office/drawing/2014/main" id="{B2C6F7F5-4BBF-4ACF-8163-DEDAC6EEEF88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03" y="380738"/>
                </a:moveTo>
                <a:lnTo>
                  <a:pt x="803453" y="4623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5" name="9wup_2_tuned_ReferenceLigand_23">
            <a:extLst>
              <a:ext uri="{FF2B5EF4-FFF2-40B4-BE49-F238E27FC236}">
                <a16:creationId xmlns:a16="http://schemas.microsoft.com/office/drawing/2014/main" id="{EC3641D0-B0DC-4763-84D0-DAE3B780F30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278" y="912643"/>
                </a:moveTo>
                <a:lnTo>
                  <a:pt x="703108" y="7933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6" name="9wup_2_tuned_ReferenceLigand_24">
            <a:extLst>
              <a:ext uri="{FF2B5EF4-FFF2-40B4-BE49-F238E27FC236}">
                <a16:creationId xmlns:a16="http://schemas.microsoft.com/office/drawing/2014/main" id="{CC5AD9CE-0FF8-425A-9CC2-91EB5E0D1C3B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273" y="539979"/>
                </a:moveTo>
                <a:lnTo>
                  <a:pt x="2024083" y="6128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7" name="9wup_2_tuned_ReferenceLigand_25">
            <a:extLst>
              <a:ext uri="{FF2B5EF4-FFF2-40B4-BE49-F238E27FC236}">
                <a16:creationId xmlns:a16="http://schemas.microsoft.com/office/drawing/2014/main" id="{00079664-6B75-461E-82D4-EB3DEEC95692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3453" y="462311"/>
                </a:moveTo>
                <a:lnTo>
                  <a:pt x="776020" y="5771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8" name="9wup_2_tuned_ReferenceLigand_26">
            <a:extLst>
              <a:ext uri="{FF2B5EF4-FFF2-40B4-BE49-F238E27FC236}">
                <a16:creationId xmlns:a16="http://schemas.microsoft.com/office/drawing/2014/main" id="{202829CD-0415-4B89-A9F1-7D79FD655963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2749" y="986735"/>
                </a:moveTo>
                <a:lnTo>
                  <a:pt x="666278" y="912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9" name="9wup_2_tuned_ReferenceLigand_27">
            <a:extLst>
              <a:ext uri="{FF2B5EF4-FFF2-40B4-BE49-F238E27FC236}">
                <a16:creationId xmlns:a16="http://schemas.microsoft.com/office/drawing/2014/main" id="{E84AA405-9DD5-46CD-975A-F72E4E94C66D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3108" y="793387"/>
                </a:moveTo>
                <a:lnTo>
                  <a:pt x="821643" y="7718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0" name="9wup_2_tuned_ReferenceLigand_28">
            <a:extLst>
              <a:ext uri="{FF2B5EF4-FFF2-40B4-BE49-F238E27FC236}">
                <a16:creationId xmlns:a16="http://schemas.microsoft.com/office/drawing/2014/main" id="{BD4691D1-9A9C-4CD4-994F-E7672370E89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020" y="577123"/>
                </a:moveTo>
                <a:lnTo>
                  <a:pt x="854116" y="66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1" name="9wup_2_tuned_ReferenceLigand_29">
            <a:extLst>
              <a:ext uri="{FF2B5EF4-FFF2-40B4-BE49-F238E27FC236}">
                <a16:creationId xmlns:a16="http://schemas.microsoft.com/office/drawing/2014/main" id="{81ED88AE-9E78-4F9E-B15D-252E7FC78C82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116" y="662008"/>
                </a:moveTo>
                <a:lnTo>
                  <a:pt x="821643" y="7718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2" name="9wup_2_tuned_ReferenceLigand_30">
            <a:extLst>
              <a:ext uri="{FF2B5EF4-FFF2-40B4-BE49-F238E27FC236}">
                <a16:creationId xmlns:a16="http://schemas.microsoft.com/office/drawing/2014/main" id="{D007052E-7C78-417E-A9BC-7417733DE15B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1106" y="692385"/>
                </a:moveTo>
                <a:lnTo>
                  <a:pt x="2200799" y="5868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3" name="9wup_2_tuned_ReferenceLigand_31">
            <a:extLst>
              <a:ext uri="{FF2B5EF4-FFF2-40B4-BE49-F238E27FC236}">
                <a16:creationId xmlns:a16="http://schemas.microsoft.com/office/drawing/2014/main" id="{71CE891C-C28E-4259-8573-3C640BCCD0AD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539" y="960084"/>
                </a:moveTo>
                <a:lnTo>
                  <a:pt x="752749" y="98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4" name="9wup_2_tuned_ReferenceLigand_32">
            <a:extLst>
              <a:ext uri="{FF2B5EF4-FFF2-40B4-BE49-F238E27FC236}">
                <a16:creationId xmlns:a16="http://schemas.microsoft.com/office/drawing/2014/main" id="{6810D426-77AA-4D96-B7DE-2E20AB37131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1643" y="771809"/>
                </a:moveTo>
                <a:lnTo>
                  <a:pt x="897557" y="850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5" name="9wup_2_tuned_ReferenceLigand_33">
            <a:extLst>
              <a:ext uri="{FF2B5EF4-FFF2-40B4-BE49-F238E27FC236}">
                <a16:creationId xmlns:a16="http://schemas.microsoft.com/office/drawing/2014/main" id="{822479CB-B33D-44E5-BC47-EEFCAFEA562E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419" y="637683"/>
                </a:moveTo>
                <a:lnTo>
                  <a:pt x="854116" y="66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6" name="9wup_2_tuned_ReferenceLigand_34">
            <a:extLst>
              <a:ext uri="{FF2B5EF4-FFF2-40B4-BE49-F238E27FC236}">
                <a16:creationId xmlns:a16="http://schemas.microsoft.com/office/drawing/2014/main" id="{08D5C6BF-B5EB-4581-8CDF-9E1CABB5B8AC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0799" y="586865"/>
                </a:moveTo>
                <a:lnTo>
                  <a:pt x="2100273" y="5399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7" name="9wup_2_tuned_ReferenceLigand_35">
            <a:extLst>
              <a:ext uri="{FF2B5EF4-FFF2-40B4-BE49-F238E27FC236}">
                <a16:creationId xmlns:a16="http://schemas.microsoft.com/office/drawing/2014/main" id="{459A077B-DC1C-4DA4-A940-368E798625F6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57" y="850092"/>
                </a:moveTo>
                <a:lnTo>
                  <a:pt x="866539" y="9600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8" name="9wup_2_tuned_ReferenceLigand_36">
            <a:extLst>
              <a:ext uri="{FF2B5EF4-FFF2-40B4-BE49-F238E27FC236}">
                <a16:creationId xmlns:a16="http://schemas.microsoft.com/office/drawing/2014/main" id="{364F7CA4-4B93-495C-951D-60D1B6BA895A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986" y="397478"/>
                </a:moveTo>
                <a:lnTo>
                  <a:pt x="1707475" y="424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9" name="9wup_2_tuned_ReferenceLigand_37">
            <a:extLst>
              <a:ext uri="{FF2B5EF4-FFF2-40B4-BE49-F238E27FC236}">
                <a16:creationId xmlns:a16="http://schemas.microsoft.com/office/drawing/2014/main" id="{80D8E3E0-0A16-42C1-AE64-91FF4E76F7F7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038" y="481552"/>
                </a:moveTo>
                <a:lnTo>
                  <a:pt x="1851197" y="4910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0" name="9wup_2_tuned_ReferenceLigand_38">
            <a:extLst>
              <a:ext uri="{FF2B5EF4-FFF2-40B4-BE49-F238E27FC236}">
                <a16:creationId xmlns:a16="http://schemas.microsoft.com/office/drawing/2014/main" id="{E67F2F68-3878-4F0F-A0B1-A33922A32E43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539" y="960084"/>
                </a:moveTo>
                <a:lnTo>
                  <a:pt x="933889" y="10361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1" name="9wup_2_tuned_ReferenceLigand_39">
            <a:extLst>
              <a:ext uri="{FF2B5EF4-FFF2-40B4-BE49-F238E27FC236}">
                <a16:creationId xmlns:a16="http://schemas.microsoft.com/office/drawing/2014/main" id="{2B4000D2-37D5-427A-8043-2BDC4ED26CAD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475" y="424811"/>
                </a:moveTo>
                <a:lnTo>
                  <a:pt x="1814038" y="4815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2" name="9wup_2_tuned_ReferenceLigand_40">
            <a:extLst>
              <a:ext uri="{FF2B5EF4-FFF2-40B4-BE49-F238E27FC236}">
                <a16:creationId xmlns:a16="http://schemas.microsoft.com/office/drawing/2014/main" id="{3EECE419-255D-4616-85F2-A7F398C30290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301" y="628526"/>
                </a:moveTo>
                <a:lnTo>
                  <a:pt x="974419" y="6376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3" name="9wup_2_tuned_ReferenceLigand_41">
            <a:extLst>
              <a:ext uri="{FF2B5EF4-FFF2-40B4-BE49-F238E27FC236}">
                <a16:creationId xmlns:a16="http://schemas.microsoft.com/office/drawing/2014/main" id="{488A9DF1-675C-4779-95D8-EE590B1FDC9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160" y="500022"/>
                </a:moveTo>
                <a:lnTo>
                  <a:pt x="1707475" y="424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4" name="9wup_2_tuned_ReferenceLigand_42">
            <a:extLst>
              <a:ext uri="{FF2B5EF4-FFF2-40B4-BE49-F238E27FC236}">
                <a16:creationId xmlns:a16="http://schemas.microsoft.com/office/drawing/2014/main" id="{86E6C492-28A1-4296-9F2C-57D58CDCD13B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658" y="612687"/>
                </a:moveTo>
                <a:lnTo>
                  <a:pt x="1168616" y="528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5" name="9wup_2_tuned_ReferenceLigand_43">
            <a:extLst>
              <a:ext uri="{FF2B5EF4-FFF2-40B4-BE49-F238E27FC236}">
                <a16:creationId xmlns:a16="http://schemas.microsoft.com/office/drawing/2014/main" id="{86BB29CD-8392-4CBC-B218-BB808F1E8C78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453" y="722242"/>
                </a:moveTo>
                <a:lnTo>
                  <a:pt x="1134658" y="612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6" name="9wup_2_tuned_ReferenceLigand_44">
            <a:extLst>
              <a:ext uri="{FF2B5EF4-FFF2-40B4-BE49-F238E27FC236}">
                <a16:creationId xmlns:a16="http://schemas.microsoft.com/office/drawing/2014/main" id="{0E194768-C207-46F9-80B8-DDCF1BB2EC6C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658" y="612687"/>
                </a:moveTo>
                <a:lnTo>
                  <a:pt x="1006301" y="6285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7" name="9wup_2_tuned_ReferenceLigand_45">
            <a:extLst>
              <a:ext uri="{FF2B5EF4-FFF2-40B4-BE49-F238E27FC236}">
                <a16:creationId xmlns:a16="http://schemas.microsoft.com/office/drawing/2014/main" id="{5FEB9CB5-409A-4703-A04D-E0EDD104753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453" y="722242"/>
                </a:moveTo>
                <a:lnTo>
                  <a:pt x="1321398" y="7087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8" name="9wup_2_tuned_ReferenceLigand_46">
            <a:extLst>
              <a:ext uri="{FF2B5EF4-FFF2-40B4-BE49-F238E27FC236}">
                <a16:creationId xmlns:a16="http://schemas.microsoft.com/office/drawing/2014/main" id="{01018721-3183-4A3D-A53C-7BFE522CD9F7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340" y="808884"/>
                </a:moveTo>
                <a:lnTo>
                  <a:pt x="1200453" y="72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9" name="9wup_2_tuned_ReferenceLigand_47">
            <a:extLst>
              <a:ext uri="{FF2B5EF4-FFF2-40B4-BE49-F238E27FC236}">
                <a16:creationId xmlns:a16="http://schemas.microsoft.com/office/drawing/2014/main" id="{A328AD0C-E2FD-4E43-84D6-8356F3B8489F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301" y="628526"/>
                </a:moveTo>
                <a:lnTo>
                  <a:pt x="945155" y="5396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0" name="9wup_2_tuned_ReferenceLigand_48">
            <a:extLst>
              <a:ext uri="{FF2B5EF4-FFF2-40B4-BE49-F238E27FC236}">
                <a16:creationId xmlns:a16="http://schemas.microsoft.com/office/drawing/2014/main" id="{DCDA2194-7831-4217-AAD7-EA69B96C7353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079" y="519491"/>
                </a:moveTo>
                <a:lnTo>
                  <a:pt x="1625160" y="5000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1" name="9wup_2_tuned_ReferenceLigand_49">
            <a:extLst>
              <a:ext uri="{FF2B5EF4-FFF2-40B4-BE49-F238E27FC236}">
                <a16:creationId xmlns:a16="http://schemas.microsoft.com/office/drawing/2014/main" id="{4B964DAE-7551-4EC2-BE9C-5CC2853E3417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398" y="708741"/>
                </a:moveTo>
                <a:lnTo>
                  <a:pt x="1318979" y="6481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2" name="9wup_2_tuned_ReferenceLigand_50">
            <a:extLst>
              <a:ext uri="{FF2B5EF4-FFF2-40B4-BE49-F238E27FC236}">
                <a16:creationId xmlns:a16="http://schemas.microsoft.com/office/drawing/2014/main" id="{4D250BB6-222D-4A09-8297-ED9584C51330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833" y="521765"/>
                </a:moveTo>
                <a:lnTo>
                  <a:pt x="1670079" y="5194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3" name="9wup_2_tuned_ReferenceLigand_51">
            <a:extLst>
              <a:ext uri="{FF2B5EF4-FFF2-40B4-BE49-F238E27FC236}">
                <a16:creationId xmlns:a16="http://schemas.microsoft.com/office/drawing/2014/main" id="{AAF6B1ED-02D4-4C9A-A9FC-A92A01A1562F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979" y="648148"/>
                </a:moveTo>
                <a:lnTo>
                  <a:pt x="1396625" y="6846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4" name="9wup_2_tuned_ReferenceLigand_52">
            <a:extLst>
              <a:ext uri="{FF2B5EF4-FFF2-40B4-BE49-F238E27FC236}">
                <a16:creationId xmlns:a16="http://schemas.microsoft.com/office/drawing/2014/main" id="{E906D3D6-10CE-4843-8EE4-59F0D9DA21DC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833" y="521765"/>
                </a:moveTo>
                <a:lnTo>
                  <a:pt x="1505451" y="4260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5" name="9wup_2_tuned_ReferenceLigand_53">
            <a:extLst>
              <a:ext uri="{FF2B5EF4-FFF2-40B4-BE49-F238E27FC236}">
                <a16:creationId xmlns:a16="http://schemas.microsoft.com/office/drawing/2014/main" id="{76A101EF-9490-4362-AFDA-E55011E65AA1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3652" y="642751"/>
                </a:moveTo>
                <a:lnTo>
                  <a:pt x="1586833" y="521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6" name="9wup_2_tuned_ReferenceLigand_54">
            <a:extLst>
              <a:ext uri="{FF2B5EF4-FFF2-40B4-BE49-F238E27FC236}">
                <a16:creationId xmlns:a16="http://schemas.microsoft.com/office/drawing/2014/main" id="{DFA45F4C-1A76-4364-9DB9-1B613A84DE4A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625" y="684602"/>
                </a:moveTo>
                <a:lnTo>
                  <a:pt x="1523652" y="6427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7" name="9wup_2_tuned_ReferenceLigand_55">
            <a:extLst>
              <a:ext uri="{FF2B5EF4-FFF2-40B4-BE49-F238E27FC236}">
                <a16:creationId xmlns:a16="http://schemas.microsoft.com/office/drawing/2014/main" id="{572B95E1-CEF4-4335-B3F7-D0782F89848A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625" y="684602"/>
                </a:moveTo>
                <a:lnTo>
                  <a:pt x="1407325" y="8097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8" name="9wup_2_tuned_ReferenceLigand_56">
            <a:extLst>
              <a:ext uri="{FF2B5EF4-FFF2-40B4-BE49-F238E27FC236}">
                <a16:creationId xmlns:a16="http://schemas.microsoft.com/office/drawing/2014/main" id="{A25EC807-E373-471C-A631-15E129D5B476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833" y="521765"/>
                </a:moveTo>
                <a:lnTo>
                  <a:pt x="1653817" y="5294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9" name="9wup_2_tuned_ReferenceLigand_57">
            <a:extLst>
              <a:ext uri="{FF2B5EF4-FFF2-40B4-BE49-F238E27FC236}">
                <a16:creationId xmlns:a16="http://schemas.microsoft.com/office/drawing/2014/main" id="{832F82B8-35D5-47CC-9394-66AF30DE163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625" y="684602"/>
                </a:moveTo>
                <a:lnTo>
                  <a:pt x="1355611" y="614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0" name="9wup_2_tuned_PredictedLigand_0">
            <a:extLst>
              <a:ext uri="{FF2B5EF4-FFF2-40B4-BE49-F238E27FC236}">
                <a16:creationId xmlns:a16="http://schemas.microsoft.com/office/drawing/2014/main" id="{6CC29294-7186-4CB8-B03C-5EFE0F5F7228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8989" y="471064"/>
                </a:moveTo>
                <a:lnTo>
                  <a:pt x="1767010" y="3930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1" name="9wup_2_tuned_PredictedLigand_1">
            <a:extLst>
              <a:ext uri="{FF2B5EF4-FFF2-40B4-BE49-F238E27FC236}">
                <a16:creationId xmlns:a16="http://schemas.microsoft.com/office/drawing/2014/main" id="{42F38228-232A-4498-8BEC-2E704CDDA61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8856" y="693233"/>
                </a:moveTo>
                <a:lnTo>
                  <a:pt x="1956137" y="7780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2" name="9wup_2_tuned_PredictedLigand_2">
            <a:extLst>
              <a:ext uri="{FF2B5EF4-FFF2-40B4-BE49-F238E27FC236}">
                <a16:creationId xmlns:a16="http://schemas.microsoft.com/office/drawing/2014/main" id="{BAB526BB-2B4A-48FC-BC3B-A0A1C696DF80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6137" y="778056"/>
                </a:moveTo>
                <a:lnTo>
                  <a:pt x="2055814" y="7395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3" name="9wup_2_tuned_PredictedLigand_3">
            <a:extLst>
              <a:ext uri="{FF2B5EF4-FFF2-40B4-BE49-F238E27FC236}">
                <a16:creationId xmlns:a16="http://schemas.microsoft.com/office/drawing/2014/main" id="{D8B5EFDF-B05E-4986-8511-93D806FADB06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877" y="600350"/>
                </a:moveTo>
                <a:lnTo>
                  <a:pt x="1878856" y="6932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4" name="9wup_2_tuned_PredictedLigand_4">
            <a:extLst>
              <a:ext uri="{FF2B5EF4-FFF2-40B4-BE49-F238E27FC236}">
                <a16:creationId xmlns:a16="http://schemas.microsoft.com/office/drawing/2014/main" id="{61DF585D-1528-45BD-A49B-455A9759E7DB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651" y="488251"/>
                </a:moveTo>
                <a:lnTo>
                  <a:pt x="1758989" y="4710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5" name="9wup_2_tuned_PredictedLigand_5">
            <a:extLst>
              <a:ext uri="{FF2B5EF4-FFF2-40B4-BE49-F238E27FC236}">
                <a16:creationId xmlns:a16="http://schemas.microsoft.com/office/drawing/2014/main" id="{FB5ADE1E-E3C8-4238-9C5A-15B8888F1C5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8989" y="471064"/>
                </a:moveTo>
                <a:lnTo>
                  <a:pt x="1670978" y="43307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6" name="9wup_2_tuned_PredictedLigand_6">
            <a:extLst>
              <a:ext uri="{FF2B5EF4-FFF2-40B4-BE49-F238E27FC236}">
                <a16:creationId xmlns:a16="http://schemas.microsoft.com/office/drawing/2014/main" id="{80A86BD8-9FAA-498C-9353-34B96FB8D4ED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6220" y="784653"/>
                </a:moveTo>
                <a:lnTo>
                  <a:pt x="2195845" y="8873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7" name="9wup_2_tuned_PredictedLigand_7">
            <a:extLst>
              <a:ext uri="{FF2B5EF4-FFF2-40B4-BE49-F238E27FC236}">
                <a16:creationId xmlns:a16="http://schemas.microsoft.com/office/drawing/2014/main" id="{68C44B1B-3609-47F8-B046-E06A2773D81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433076"/>
                </a:moveTo>
                <a:lnTo>
                  <a:pt x="1610885" y="3397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8" name="9wup_2_tuned_PredictedLigand_8">
            <a:extLst>
              <a:ext uri="{FF2B5EF4-FFF2-40B4-BE49-F238E27FC236}">
                <a16:creationId xmlns:a16="http://schemas.microsoft.com/office/drawing/2014/main" id="{39246945-BFE8-4FA9-862B-3AA4819BE77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5814" y="739542"/>
                </a:moveTo>
                <a:lnTo>
                  <a:pt x="2166220" y="784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9" name="9wup_2_tuned_PredictedLigand_9">
            <a:extLst>
              <a:ext uri="{FF2B5EF4-FFF2-40B4-BE49-F238E27FC236}">
                <a16:creationId xmlns:a16="http://schemas.microsoft.com/office/drawing/2014/main" id="{1D2DAB6F-63C8-4C40-8D6D-B415452784D2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9885" y="390447"/>
                </a:moveTo>
                <a:lnTo>
                  <a:pt x="476181" y="3076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0" name="9wup_2_tuned_PredictedLigand_10">
            <a:extLst>
              <a:ext uri="{FF2B5EF4-FFF2-40B4-BE49-F238E27FC236}">
                <a16:creationId xmlns:a16="http://schemas.microsoft.com/office/drawing/2014/main" id="{75AFB911-CC39-4CB9-BDB5-1C8F193407D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651" y="488251"/>
                </a:moveTo>
                <a:lnTo>
                  <a:pt x="1924877" y="6003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1" name="9wup_2_tuned_PredictedLigand_11">
            <a:extLst>
              <a:ext uri="{FF2B5EF4-FFF2-40B4-BE49-F238E27FC236}">
                <a16:creationId xmlns:a16="http://schemas.microsoft.com/office/drawing/2014/main" id="{5F14823A-05B4-4133-9AE5-27FD8F01212D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639" y="628869"/>
                </a:moveTo>
                <a:lnTo>
                  <a:pt x="2055814" y="7395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2" name="9wup_2_tuned_PredictedLigand_12">
            <a:extLst>
              <a:ext uri="{FF2B5EF4-FFF2-40B4-BE49-F238E27FC236}">
                <a16:creationId xmlns:a16="http://schemas.microsoft.com/office/drawing/2014/main" id="{25563CE9-4B09-4DE7-A54C-90C6262D5568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639" y="628869"/>
                </a:moveTo>
                <a:lnTo>
                  <a:pt x="1924877" y="6003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3" name="9wup_2_tuned_PredictedLigand_13">
            <a:extLst>
              <a:ext uri="{FF2B5EF4-FFF2-40B4-BE49-F238E27FC236}">
                <a16:creationId xmlns:a16="http://schemas.microsoft.com/office/drawing/2014/main" id="{CB745274-7AEE-4878-AE62-0597FB7E8B28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0396" y="350115"/>
                </a:moveTo>
                <a:lnTo>
                  <a:pt x="712380" y="2293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4" name="9wup_2_tuned_PredictedLigand_14">
            <a:extLst>
              <a:ext uri="{FF2B5EF4-FFF2-40B4-BE49-F238E27FC236}">
                <a16:creationId xmlns:a16="http://schemas.microsoft.com/office/drawing/2014/main" id="{8BE1388E-44D0-4625-969A-5C078D01776A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9885" y="390447"/>
                </a:moveTo>
                <a:lnTo>
                  <a:pt x="680396" y="3501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5" name="9wup_2_tuned_PredictedLigand_15">
            <a:extLst>
              <a:ext uri="{FF2B5EF4-FFF2-40B4-BE49-F238E27FC236}">
                <a16:creationId xmlns:a16="http://schemas.microsoft.com/office/drawing/2014/main" id="{3A0AC3B1-071B-4CE3-8BA1-A43E7152A76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8637" y="504985"/>
                </a:moveTo>
                <a:lnTo>
                  <a:pt x="569885" y="3904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6" name="9wup_2_tuned_PredictedLigand_16">
            <a:extLst>
              <a:ext uri="{FF2B5EF4-FFF2-40B4-BE49-F238E27FC236}">
                <a16:creationId xmlns:a16="http://schemas.microsoft.com/office/drawing/2014/main" id="{903A3950-C024-4043-83AE-E1A0D5045AAB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6220" y="784653"/>
                </a:moveTo>
                <a:lnTo>
                  <a:pt x="2244604" y="7191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7" name="9wup_2_tuned_PredictedLigand_17">
            <a:extLst>
              <a:ext uri="{FF2B5EF4-FFF2-40B4-BE49-F238E27FC236}">
                <a16:creationId xmlns:a16="http://schemas.microsoft.com/office/drawing/2014/main" id="{91D80E0E-DDCE-495C-960E-CE9C9BBA96EC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4580" y="587963"/>
                </a:moveTo>
                <a:lnTo>
                  <a:pt x="548637" y="50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8" name="9wup_2_tuned_PredictedLigand_18">
            <a:extLst>
              <a:ext uri="{FF2B5EF4-FFF2-40B4-BE49-F238E27FC236}">
                <a16:creationId xmlns:a16="http://schemas.microsoft.com/office/drawing/2014/main" id="{86EB78B8-1241-4630-BAE9-DD8BDF6CFF68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0396" y="350115"/>
                </a:moveTo>
                <a:lnTo>
                  <a:pt x="765235" y="43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9" name="9wup_2_tuned_PredictedLigand_19">
            <a:extLst>
              <a:ext uri="{FF2B5EF4-FFF2-40B4-BE49-F238E27FC236}">
                <a16:creationId xmlns:a16="http://schemas.microsoft.com/office/drawing/2014/main" id="{1C6C8DB8-7878-42C8-A3DF-865A1B0FFC0B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7774" y="697590"/>
                </a:moveTo>
                <a:lnTo>
                  <a:pt x="634580" y="5879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0" name="9wup_2_tuned_PredictedLigand_20">
            <a:extLst>
              <a:ext uri="{FF2B5EF4-FFF2-40B4-BE49-F238E27FC236}">
                <a16:creationId xmlns:a16="http://schemas.microsoft.com/office/drawing/2014/main" id="{B3C8785A-8409-46CF-A180-EB22287E215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4736" y="553261"/>
                </a:moveTo>
                <a:lnTo>
                  <a:pt x="634580" y="5879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1" name="9wup_2_tuned_PredictedLigand_21">
            <a:extLst>
              <a:ext uri="{FF2B5EF4-FFF2-40B4-BE49-F238E27FC236}">
                <a16:creationId xmlns:a16="http://schemas.microsoft.com/office/drawing/2014/main" id="{9F6509C4-0BD4-4898-BF30-CF62FC403C27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5235" y="433558"/>
                </a:moveTo>
                <a:lnTo>
                  <a:pt x="744736" y="5532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2" name="9wup_2_tuned_PredictedLigand_22">
            <a:extLst>
              <a:ext uri="{FF2B5EF4-FFF2-40B4-BE49-F238E27FC236}">
                <a16:creationId xmlns:a16="http://schemas.microsoft.com/office/drawing/2014/main" id="{0DE212EF-6CCD-4A9C-934E-BBA6B44BA65B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352" y="782153"/>
                </a:moveTo>
                <a:lnTo>
                  <a:pt x="607774" y="6975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3" name="9wup_2_tuned_PredictedLigand_23">
            <a:extLst>
              <a:ext uri="{FF2B5EF4-FFF2-40B4-BE49-F238E27FC236}">
                <a16:creationId xmlns:a16="http://schemas.microsoft.com/office/drawing/2014/main" id="{B5B475A5-88E4-4A3A-9C74-8C33A7458CF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31" y="901846"/>
                </a:moveTo>
                <a:lnTo>
                  <a:pt x="561914" y="9398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4" name="9wup_2_tuned_PredictedLigand_24">
            <a:extLst>
              <a:ext uri="{FF2B5EF4-FFF2-40B4-BE49-F238E27FC236}">
                <a16:creationId xmlns:a16="http://schemas.microsoft.com/office/drawing/2014/main" id="{0B532604-C0B8-4217-AADF-AAA9C8748950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31" y="901846"/>
                </a:moveTo>
                <a:lnTo>
                  <a:pt x="687352" y="782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5" name="9wup_2_tuned_PredictedLigand_25">
            <a:extLst>
              <a:ext uri="{FF2B5EF4-FFF2-40B4-BE49-F238E27FC236}">
                <a16:creationId xmlns:a16="http://schemas.microsoft.com/office/drawing/2014/main" id="{4FDCDF43-F38A-473E-AA1E-9E8F2AAC1003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352" y="782153"/>
                </a:moveTo>
                <a:lnTo>
                  <a:pt x="798458" y="7475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6" name="9wup_2_tuned_PredictedLigand_26">
            <a:extLst>
              <a:ext uri="{FF2B5EF4-FFF2-40B4-BE49-F238E27FC236}">
                <a16:creationId xmlns:a16="http://schemas.microsoft.com/office/drawing/2014/main" id="{1A6A8A9C-7772-4C6D-9C60-F82AC7856D8D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701" y="570039"/>
                </a:moveTo>
                <a:lnTo>
                  <a:pt x="2033639" y="62886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7" name="9wup_2_tuned_PredictedLigand_27">
            <a:extLst>
              <a:ext uri="{FF2B5EF4-FFF2-40B4-BE49-F238E27FC236}">
                <a16:creationId xmlns:a16="http://schemas.microsoft.com/office/drawing/2014/main" id="{82B56DD8-71E2-4F22-8D38-842636428CAF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4736" y="553261"/>
                </a:moveTo>
                <a:lnTo>
                  <a:pt x="825503" y="6362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8" name="9wup_2_tuned_PredictedLigand_28">
            <a:extLst>
              <a:ext uri="{FF2B5EF4-FFF2-40B4-BE49-F238E27FC236}">
                <a16:creationId xmlns:a16="http://schemas.microsoft.com/office/drawing/2014/main" id="{14A24A93-D4F6-4065-A8AA-CB31BCF0AB76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643" y="976921"/>
                </a:moveTo>
                <a:lnTo>
                  <a:pt x="658031" y="9018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9" name="9wup_2_tuned_PredictedLigand_29">
            <a:extLst>
              <a:ext uri="{FF2B5EF4-FFF2-40B4-BE49-F238E27FC236}">
                <a16:creationId xmlns:a16="http://schemas.microsoft.com/office/drawing/2014/main" id="{215FB64A-17FE-4D0B-8EB1-9CD9CB9F3946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5503" y="636293"/>
                </a:moveTo>
                <a:lnTo>
                  <a:pt x="798458" y="7475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0" name="9wup_2_tuned_PredictedLigand_30">
            <a:extLst>
              <a:ext uri="{FF2B5EF4-FFF2-40B4-BE49-F238E27FC236}">
                <a16:creationId xmlns:a16="http://schemas.microsoft.com/office/drawing/2014/main" id="{0DB051D1-06B9-4FDD-AB60-EBFC36D7827E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906" y="460359"/>
                </a:moveTo>
                <a:lnTo>
                  <a:pt x="1865651" y="488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1" name="9wup_2_tuned_PredictedLigand_31">
            <a:extLst>
              <a:ext uri="{FF2B5EF4-FFF2-40B4-BE49-F238E27FC236}">
                <a16:creationId xmlns:a16="http://schemas.microsoft.com/office/drawing/2014/main" id="{8CE8526D-C44D-4D4C-9685-2AB58B96E73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209" y="944763"/>
                </a:moveTo>
                <a:lnTo>
                  <a:pt x="746643" y="976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2" name="9wup_2_tuned_PredictedLigand_32">
            <a:extLst>
              <a:ext uri="{FF2B5EF4-FFF2-40B4-BE49-F238E27FC236}">
                <a16:creationId xmlns:a16="http://schemas.microsoft.com/office/drawing/2014/main" id="{A6C76278-EAF9-429D-8194-EB638089803A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8458" y="747502"/>
                </a:moveTo>
                <a:lnTo>
                  <a:pt x="874777" y="832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3" name="9wup_2_tuned_PredictedLigand_33">
            <a:extLst>
              <a:ext uri="{FF2B5EF4-FFF2-40B4-BE49-F238E27FC236}">
                <a16:creationId xmlns:a16="http://schemas.microsoft.com/office/drawing/2014/main" id="{AD302444-ABC8-47E9-B705-4B8F2DF02E07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4777" y="832941"/>
                </a:moveTo>
                <a:lnTo>
                  <a:pt x="858209" y="9447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4" name="9wup_2_tuned_PredictedLigand_34">
            <a:extLst>
              <a:ext uri="{FF2B5EF4-FFF2-40B4-BE49-F238E27FC236}">
                <a16:creationId xmlns:a16="http://schemas.microsoft.com/office/drawing/2014/main" id="{BCA7F15B-7DBA-4CD5-AA57-AF8D167BE6D8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433076"/>
                </a:moveTo>
                <a:lnTo>
                  <a:pt x="1728619" y="406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5" name="9wup_2_tuned_PredictedLigand_35">
            <a:extLst>
              <a:ext uri="{FF2B5EF4-FFF2-40B4-BE49-F238E27FC236}">
                <a16:creationId xmlns:a16="http://schemas.microsoft.com/office/drawing/2014/main" id="{39C0A926-7122-4782-A60B-088C9B75A8BC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209" y="944763"/>
                </a:moveTo>
                <a:lnTo>
                  <a:pt x="936545" y="10218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6" name="9wup_2_tuned_PredictedLigand_36">
            <a:extLst>
              <a:ext uri="{FF2B5EF4-FFF2-40B4-BE49-F238E27FC236}">
                <a16:creationId xmlns:a16="http://schemas.microsoft.com/office/drawing/2014/main" id="{F688D65F-31F5-4FA4-8156-0ED8D6122252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604" y="719173"/>
                </a:moveTo>
                <a:lnTo>
                  <a:pt x="2218334" y="6143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7" name="9wup_2_tuned_PredictedLigand_37">
            <a:extLst>
              <a:ext uri="{FF2B5EF4-FFF2-40B4-BE49-F238E27FC236}">
                <a16:creationId xmlns:a16="http://schemas.microsoft.com/office/drawing/2014/main" id="{4E00F567-DB28-4704-9CFD-F4191B6E7642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808" y="614028"/>
                </a:moveTo>
                <a:lnTo>
                  <a:pt x="825503" y="6362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8" name="9wup_2_tuned_PredictedLigand_38">
            <a:extLst>
              <a:ext uri="{FF2B5EF4-FFF2-40B4-BE49-F238E27FC236}">
                <a16:creationId xmlns:a16="http://schemas.microsoft.com/office/drawing/2014/main" id="{D1801F6D-49C3-42B7-88A5-A247C9E95A80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8334" y="614312"/>
                </a:moveTo>
                <a:lnTo>
                  <a:pt x="2112701" y="5700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9" name="9wup_2_tuned_PredictedLigand_39">
            <a:extLst>
              <a:ext uri="{FF2B5EF4-FFF2-40B4-BE49-F238E27FC236}">
                <a16:creationId xmlns:a16="http://schemas.microsoft.com/office/drawing/2014/main" id="{0E19D75D-1295-41C4-9EA9-573F880D6C3D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619" y="406998"/>
                </a:moveTo>
                <a:lnTo>
                  <a:pt x="1836906" y="460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0" name="9wup_2_tuned_PredictedLigand_40">
            <a:extLst>
              <a:ext uri="{FF2B5EF4-FFF2-40B4-BE49-F238E27FC236}">
                <a16:creationId xmlns:a16="http://schemas.microsoft.com/office/drawing/2014/main" id="{EC8C67F3-DCF9-4634-83A1-5FDDC547DF5B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2743" y="634687"/>
                </a:moveTo>
                <a:lnTo>
                  <a:pt x="946808" y="6140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1" name="9wup_2_tuned_PredictedLigand_41">
            <a:extLst>
              <a:ext uri="{FF2B5EF4-FFF2-40B4-BE49-F238E27FC236}">
                <a16:creationId xmlns:a16="http://schemas.microsoft.com/office/drawing/2014/main" id="{BC1BE28B-4565-41DC-B60A-7159901B156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313" y="410201"/>
                </a:moveTo>
                <a:lnTo>
                  <a:pt x="1728619" y="406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2" name="9wup_2_tuned_PredictedLigand_42">
            <a:extLst>
              <a:ext uri="{FF2B5EF4-FFF2-40B4-BE49-F238E27FC236}">
                <a16:creationId xmlns:a16="http://schemas.microsoft.com/office/drawing/2014/main" id="{910A8F5F-00FD-43FB-B71D-1FE862B392A0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883" y="835775"/>
                </a:moveTo>
                <a:lnTo>
                  <a:pt x="1171581" y="7433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3" name="9wup_2_tuned_PredictedLigand_43">
            <a:extLst>
              <a:ext uri="{FF2B5EF4-FFF2-40B4-BE49-F238E27FC236}">
                <a16:creationId xmlns:a16="http://schemas.microsoft.com/office/drawing/2014/main" id="{B589236B-C08C-42C9-BAE6-00E65CDC2A0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2513" y="635525"/>
                </a:moveTo>
                <a:lnTo>
                  <a:pt x="1164976" y="5426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4" name="9wup_2_tuned_PredictedLigand_44">
            <a:extLst>
              <a:ext uri="{FF2B5EF4-FFF2-40B4-BE49-F238E27FC236}">
                <a16:creationId xmlns:a16="http://schemas.microsoft.com/office/drawing/2014/main" id="{3999B2A1-386C-41A5-B66C-3A232F632286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1581" y="743382"/>
                </a:moveTo>
                <a:lnTo>
                  <a:pt x="1112513" y="6355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5" name="9wup_2_tuned_PredictedLigand_45">
            <a:extLst>
              <a:ext uri="{FF2B5EF4-FFF2-40B4-BE49-F238E27FC236}">
                <a16:creationId xmlns:a16="http://schemas.microsoft.com/office/drawing/2014/main" id="{BFE4D6F3-6B82-4A25-9C83-02A14239E4E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2513" y="635525"/>
                </a:moveTo>
                <a:lnTo>
                  <a:pt x="982743" y="6346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6" name="9wup_2_tuned_PredictedLigand_46">
            <a:extLst>
              <a:ext uri="{FF2B5EF4-FFF2-40B4-BE49-F238E27FC236}">
                <a16:creationId xmlns:a16="http://schemas.microsoft.com/office/drawing/2014/main" id="{4A7C039A-20D7-469D-BEBB-E1E7B7D8164E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2743" y="634687"/>
                </a:moveTo>
                <a:lnTo>
                  <a:pt x="926026" y="553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7" name="9wup_2_tuned_PredictedLigand_47">
            <a:extLst>
              <a:ext uri="{FF2B5EF4-FFF2-40B4-BE49-F238E27FC236}">
                <a16:creationId xmlns:a16="http://schemas.microsoft.com/office/drawing/2014/main" id="{1E8C0436-9745-40FF-84B4-FD73810675E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528" y="517616"/>
                </a:moveTo>
                <a:lnTo>
                  <a:pt x="1646313" y="4102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8" name="9wup_2_tuned_PredictedLigand_48">
            <a:extLst>
              <a:ext uri="{FF2B5EF4-FFF2-40B4-BE49-F238E27FC236}">
                <a16:creationId xmlns:a16="http://schemas.microsoft.com/office/drawing/2014/main" id="{F004D61E-AE80-451D-A09F-2EF315C874EE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1581" y="743382"/>
                </a:moveTo>
                <a:lnTo>
                  <a:pt x="1262262" y="7600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9" name="9wup_2_tuned_PredictedLigand_49">
            <a:extLst>
              <a:ext uri="{FF2B5EF4-FFF2-40B4-BE49-F238E27FC236}">
                <a16:creationId xmlns:a16="http://schemas.microsoft.com/office/drawing/2014/main" id="{F429D748-1388-4022-8B94-DB778568F061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2262" y="760067"/>
                </a:moveTo>
                <a:lnTo>
                  <a:pt x="1279981" y="6668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0" name="9wup_2_tuned_PredictedLigand_50">
            <a:extLst>
              <a:ext uri="{FF2B5EF4-FFF2-40B4-BE49-F238E27FC236}">
                <a16:creationId xmlns:a16="http://schemas.microsoft.com/office/drawing/2014/main" id="{068DB59F-0F0D-4B12-A297-70D47A61686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0337" y="527614"/>
                </a:moveTo>
                <a:lnTo>
                  <a:pt x="1653528" y="5176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1" name="9wup_2_tuned_PredictedLigand_51">
            <a:extLst>
              <a:ext uri="{FF2B5EF4-FFF2-40B4-BE49-F238E27FC236}">
                <a16:creationId xmlns:a16="http://schemas.microsoft.com/office/drawing/2014/main" id="{17AA6D09-4A91-484E-9FE9-6AB414380FB2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0365" y="626411"/>
                </a:moveTo>
                <a:lnTo>
                  <a:pt x="1580337" y="5276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2" name="9wup_2_tuned_PredictedLigand_52">
            <a:extLst>
              <a:ext uri="{FF2B5EF4-FFF2-40B4-BE49-F238E27FC236}">
                <a16:creationId xmlns:a16="http://schemas.microsoft.com/office/drawing/2014/main" id="{A5091415-BF34-4FD2-913A-3B12C453544F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0337" y="527614"/>
                </a:moveTo>
                <a:lnTo>
                  <a:pt x="1517569" y="4185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3" name="9wup_2_tuned_PredictedLigand_53">
            <a:extLst>
              <a:ext uri="{FF2B5EF4-FFF2-40B4-BE49-F238E27FC236}">
                <a16:creationId xmlns:a16="http://schemas.microsoft.com/office/drawing/2014/main" id="{F0E4A920-790C-4743-8E1F-7DFE60829478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333" y="671740"/>
                </a:moveTo>
                <a:lnTo>
                  <a:pt x="1490365" y="6264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4" name="9wup_2_tuned_PredictedLigand_54">
            <a:extLst>
              <a:ext uri="{FF2B5EF4-FFF2-40B4-BE49-F238E27FC236}">
                <a16:creationId xmlns:a16="http://schemas.microsoft.com/office/drawing/2014/main" id="{B5F7A960-6295-4F49-99EC-8BA9B914185E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9981" y="666836"/>
                </a:moveTo>
                <a:lnTo>
                  <a:pt x="1388333" y="6717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5" name="9wup_2_tuned_PredictedLigand_55">
            <a:extLst>
              <a:ext uri="{FF2B5EF4-FFF2-40B4-BE49-F238E27FC236}">
                <a16:creationId xmlns:a16="http://schemas.microsoft.com/office/drawing/2014/main" id="{991479BC-49C2-492C-8046-F529D28F128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0337" y="527614"/>
                </a:moveTo>
                <a:lnTo>
                  <a:pt x="1649706" y="559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6" name="9wup_2_tuned_PredictedLigand_56">
            <a:extLst>
              <a:ext uri="{FF2B5EF4-FFF2-40B4-BE49-F238E27FC236}">
                <a16:creationId xmlns:a16="http://schemas.microsoft.com/office/drawing/2014/main" id="{6D13780A-A9A0-4442-A0BE-3DC2F1577833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333" y="671740"/>
                </a:moveTo>
                <a:lnTo>
                  <a:pt x="1407066" y="7873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7" name="9wup_2_tuned_PredictedLigand_57">
            <a:extLst>
              <a:ext uri="{FF2B5EF4-FFF2-40B4-BE49-F238E27FC236}">
                <a16:creationId xmlns:a16="http://schemas.microsoft.com/office/drawing/2014/main" id="{8B4B001F-01D6-4378-82A8-800683DB6F53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333" y="671740"/>
                </a:moveTo>
                <a:lnTo>
                  <a:pt x="1385597" y="5958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8" name="9wup_2_tuned_PredictedAtoms_0">
            <a:extLst>
              <a:ext uri="{FF2B5EF4-FFF2-40B4-BE49-F238E27FC236}">
                <a16:creationId xmlns:a16="http://schemas.microsoft.com/office/drawing/2014/main" id="{BA01FA01-AC6F-431A-B0E8-1B015F08C883}"/>
              </a:ext>
            </a:extLst>
          </p:cNvPr>
          <p:cNvSpPr>
            <a:spLocks/>
          </p:cNvSpPr>
          <p:nvPr/>
        </p:nvSpPr>
        <p:spPr>
          <a:xfrm>
            <a:off x="4294090" y="8772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9" name="9wup_2_tuned_PredictedAtoms_1">
            <a:extLst>
              <a:ext uri="{FF2B5EF4-FFF2-40B4-BE49-F238E27FC236}">
                <a16:creationId xmlns:a16="http://schemas.microsoft.com/office/drawing/2014/main" id="{46AAD426-FE2D-4202-9219-E4EB72B5AE95}"/>
              </a:ext>
            </a:extLst>
          </p:cNvPr>
          <p:cNvSpPr>
            <a:spLocks/>
          </p:cNvSpPr>
          <p:nvPr/>
        </p:nvSpPr>
        <p:spPr>
          <a:xfrm>
            <a:off x="4355788" y="86805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0" name="9wup_2_tuned_PredictedAtoms_2">
            <a:extLst>
              <a:ext uri="{FF2B5EF4-FFF2-40B4-BE49-F238E27FC236}">
                <a16:creationId xmlns:a16="http://schemas.microsoft.com/office/drawing/2014/main" id="{8C485715-7092-4A1C-8DFF-5A3A526199C4}"/>
              </a:ext>
            </a:extLst>
          </p:cNvPr>
          <p:cNvSpPr>
            <a:spLocks/>
          </p:cNvSpPr>
          <p:nvPr/>
        </p:nvSpPr>
        <p:spPr>
          <a:xfrm>
            <a:off x="4446470" y="8697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1" name="9wup_2_tuned_PredictedAtoms_3">
            <a:extLst>
              <a:ext uri="{FF2B5EF4-FFF2-40B4-BE49-F238E27FC236}">
                <a16:creationId xmlns:a16="http://schemas.microsoft.com/office/drawing/2014/main" id="{51E2423F-A2B4-4EC4-8E2C-D3CCE361BE5A}"/>
              </a:ext>
            </a:extLst>
          </p:cNvPr>
          <p:cNvSpPr>
            <a:spLocks/>
          </p:cNvSpPr>
          <p:nvPr/>
        </p:nvSpPr>
        <p:spPr>
          <a:xfrm>
            <a:off x="4464189" y="86040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2" name="9wup_2_tuned_PredictedAtoms_4">
            <a:extLst>
              <a:ext uri="{FF2B5EF4-FFF2-40B4-BE49-F238E27FC236}">
                <a16:creationId xmlns:a16="http://schemas.microsoft.com/office/drawing/2014/main" id="{B26630D0-52CF-41B5-B6F6-51A0D7B492A6}"/>
              </a:ext>
            </a:extLst>
          </p:cNvPr>
          <p:cNvSpPr>
            <a:spLocks/>
          </p:cNvSpPr>
          <p:nvPr/>
        </p:nvSpPr>
        <p:spPr>
          <a:xfrm>
            <a:off x="4572541" y="86089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3" name="9wup_2_tuned_PredictedAtoms_5">
            <a:extLst>
              <a:ext uri="{FF2B5EF4-FFF2-40B4-BE49-F238E27FC236}">
                <a16:creationId xmlns:a16="http://schemas.microsoft.com/office/drawing/2014/main" id="{9283BB17-44F4-4916-97E7-487F50DCBC77}"/>
              </a:ext>
            </a:extLst>
          </p:cNvPr>
          <p:cNvSpPr>
            <a:spLocks/>
          </p:cNvSpPr>
          <p:nvPr/>
        </p:nvSpPr>
        <p:spPr>
          <a:xfrm>
            <a:off x="4591273" y="8724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4" name="9wup_2_tuned_PredictedAtoms_6">
            <a:extLst>
              <a:ext uri="{FF2B5EF4-FFF2-40B4-BE49-F238E27FC236}">
                <a16:creationId xmlns:a16="http://schemas.microsoft.com/office/drawing/2014/main" id="{D25A0661-061B-423F-843A-9A8EDE175D03}"/>
              </a:ext>
            </a:extLst>
          </p:cNvPr>
          <p:cNvSpPr>
            <a:spLocks/>
          </p:cNvSpPr>
          <p:nvPr/>
        </p:nvSpPr>
        <p:spPr>
          <a:xfrm>
            <a:off x="4569804" y="85330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5" name="9wup_2_tuned_PredictedAtoms_7">
            <a:extLst>
              <a:ext uri="{FF2B5EF4-FFF2-40B4-BE49-F238E27FC236}">
                <a16:creationId xmlns:a16="http://schemas.microsoft.com/office/drawing/2014/main" id="{720754BF-4481-498D-A011-AC39B2EBD6FE}"/>
              </a:ext>
            </a:extLst>
          </p:cNvPr>
          <p:cNvSpPr>
            <a:spLocks/>
          </p:cNvSpPr>
          <p:nvPr/>
        </p:nvSpPr>
        <p:spPr>
          <a:xfrm>
            <a:off x="4674572" y="85635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6" name="9wup_2_tuned_PredictedAtoms_8">
            <a:extLst>
              <a:ext uri="{FF2B5EF4-FFF2-40B4-BE49-F238E27FC236}">
                <a16:creationId xmlns:a16="http://schemas.microsoft.com/office/drawing/2014/main" id="{94166B4E-2FE5-40A9-BE06-7C4E6560CF56}"/>
              </a:ext>
            </a:extLst>
          </p:cNvPr>
          <p:cNvSpPr>
            <a:spLocks/>
          </p:cNvSpPr>
          <p:nvPr/>
        </p:nvSpPr>
        <p:spPr>
          <a:xfrm>
            <a:off x="4764545" y="8464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7" name="9wup_2_tuned_PredictedAtoms_9">
            <a:extLst>
              <a:ext uri="{FF2B5EF4-FFF2-40B4-BE49-F238E27FC236}">
                <a16:creationId xmlns:a16="http://schemas.microsoft.com/office/drawing/2014/main" id="{47C9D91A-6E37-44E1-A810-610F4BC90ED6}"/>
              </a:ext>
            </a:extLst>
          </p:cNvPr>
          <p:cNvSpPr>
            <a:spLocks/>
          </p:cNvSpPr>
          <p:nvPr/>
        </p:nvSpPr>
        <p:spPr>
          <a:xfrm>
            <a:off x="4833913" y="84970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8" name="9wup_2_tuned_PredictedAtoms_10">
            <a:extLst>
              <a:ext uri="{FF2B5EF4-FFF2-40B4-BE49-F238E27FC236}">
                <a16:creationId xmlns:a16="http://schemas.microsoft.com/office/drawing/2014/main" id="{4F6F8A8E-74A6-4C23-AEFB-D9E365F104BD}"/>
              </a:ext>
            </a:extLst>
          </p:cNvPr>
          <p:cNvSpPr>
            <a:spLocks/>
          </p:cNvSpPr>
          <p:nvPr/>
        </p:nvSpPr>
        <p:spPr>
          <a:xfrm>
            <a:off x="4701777" y="83557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9" name="9wup_2_tuned_PredictedAtoms_11">
            <a:extLst>
              <a:ext uri="{FF2B5EF4-FFF2-40B4-BE49-F238E27FC236}">
                <a16:creationId xmlns:a16="http://schemas.microsoft.com/office/drawing/2014/main" id="{A676D21E-481B-4FC8-A0C3-2A98579CA683}"/>
              </a:ext>
            </a:extLst>
          </p:cNvPr>
          <p:cNvSpPr>
            <a:spLocks/>
          </p:cNvSpPr>
          <p:nvPr/>
        </p:nvSpPr>
        <p:spPr>
          <a:xfrm>
            <a:off x="4837736" y="84547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0" name="9wup_2_tuned_PredictedAtoms_12">
            <a:extLst>
              <a:ext uri="{FF2B5EF4-FFF2-40B4-BE49-F238E27FC236}">
                <a16:creationId xmlns:a16="http://schemas.microsoft.com/office/drawing/2014/main" id="{8EE71F2D-AE03-4006-ACA7-72CE31671A0A}"/>
              </a:ext>
            </a:extLst>
          </p:cNvPr>
          <p:cNvSpPr>
            <a:spLocks/>
          </p:cNvSpPr>
          <p:nvPr/>
        </p:nvSpPr>
        <p:spPr>
          <a:xfrm>
            <a:off x="4830521" y="83473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1" name="9wup_2_tuned_PredictedAtoms_13">
            <a:extLst>
              <a:ext uri="{FF2B5EF4-FFF2-40B4-BE49-F238E27FC236}">
                <a16:creationId xmlns:a16="http://schemas.microsoft.com/office/drawing/2014/main" id="{FEF55FD1-7A43-49A3-9427-4703D523C646}"/>
              </a:ext>
            </a:extLst>
          </p:cNvPr>
          <p:cNvSpPr>
            <a:spLocks/>
          </p:cNvSpPr>
          <p:nvPr/>
        </p:nvSpPr>
        <p:spPr>
          <a:xfrm>
            <a:off x="4912826" y="83441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2" name="9wup_2_tuned_PredictedAtoms_14">
            <a:extLst>
              <a:ext uri="{FF2B5EF4-FFF2-40B4-BE49-F238E27FC236}">
                <a16:creationId xmlns:a16="http://schemas.microsoft.com/office/drawing/2014/main" id="{293B74D8-4E42-44D6-96B3-CBE22B3B0A10}"/>
              </a:ext>
            </a:extLst>
          </p:cNvPr>
          <p:cNvSpPr>
            <a:spLocks/>
          </p:cNvSpPr>
          <p:nvPr/>
        </p:nvSpPr>
        <p:spPr>
          <a:xfrm>
            <a:off x="5021114" y="83975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3" name="9wup_2_tuned_PredictedAtoms_15">
            <a:extLst>
              <a:ext uri="{FF2B5EF4-FFF2-40B4-BE49-F238E27FC236}">
                <a16:creationId xmlns:a16="http://schemas.microsoft.com/office/drawing/2014/main" id="{3C12C49D-2E6A-4F1F-9434-2BC6F87BE2CF}"/>
              </a:ext>
            </a:extLst>
          </p:cNvPr>
          <p:cNvSpPr>
            <a:spLocks/>
          </p:cNvSpPr>
          <p:nvPr/>
        </p:nvSpPr>
        <p:spPr>
          <a:xfrm>
            <a:off x="5049858" y="84254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4" name="9wup_2_tuned_PredictedAtoms_16">
            <a:extLst>
              <a:ext uri="{FF2B5EF4-FFF2-40B4-BE49-F238E27FC236}">
                <a16:creationId xmlns:a16="http://schemas.microsoft.com/office/drawing/2014/main" id="{10D0455F-CC24-4DAF-8BE5-A9AF483CA371}"/>
              </a:ext>
            </a:extLst>
          </p:cNvPr>
          <p:cNvSpPr>
            <a:spLocks/>
          </p:cNvSpPr>
          <p:nvPr/>
        </p:nvSpPr>
        <p:spPr>
          <a:xfrm>
            <a:off x="5109084" y="8537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5" name="9wup_2_tuned_PredictedAtoms_17">
            <a:extLst>
              <a:ext uri="{FF2B5EF4-FFF2-40B4-BE49-F238E27FC236}">
                <a16:creationId xmlns:a16="http://schemas.microsoft.com/office/drawing/2014/main" id="{6F09D2FD-2D6F-41E4-A315-E1A528754100}"/>
              </a:ext>
            </a:extLst>
          </p:cNvPr>
          <p:cNvSpPr>
            <a:spLocks/>
          </p:cNvSpPr>
          <p:nvPr/>
        </p:nvSpPr>
        <p:spPr>
          <a:xfrm>
            <a:off x="5063063" y="86304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6" name="9wup_2_tuned_PredictedAtoms_18">
            <a:extLst>
              <a:ext uri="{FF2B5EF4-FFF2-40B4-BE49-F238E27FC236}">
                <a16:creationId xmlns:a16="http://schemas.microsoft.com/office/drawing/2014/main" id="{E497945D-58B1-4E59-8DEC-E1ADCBB5D41C}"/>
              </a:ext>
            </a:extLst>
          </p:cNvPr>
          <p:cNvSpPr>
            <a:spLocks/>
          </p:cNvSpPr>
          <p:nvPr/>
        </p:nvSpPr>
        <p:spPr>
          <a:xfrm>
            <a:off x="5140344" y="87152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7" name="9wup_2_tuned_PredictedAtoms_19">
            <a:extLst>
              <a:ext uri="{FF2B5EF4-FFF2-40B4-BE49-F238E27FC236}">
                <a16:creationId xmlns:a16="http://schemas.microsoft.com/office/drawing/2014/main" id="{0B837EF4-8F7D-4C5C-AC9F-FE0465049665}"/>
              </a:ext>
            </a:extLst>
          </p:cNvPr>
          <p:cNvSpPr>
            <a:spLocks/>
          </p:cNvSpPr>
          <p:nvPr/>
        </p:nvSpPr>
        <p:spPr>
          <a:xfrm>
            <a:off x="5240022" y="8676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8" name="9wup_2_tuned_PredictedAtoms_20">
            <a:extLst>
              <a:ext uri="{FF2B5EF4-FFF2-40B4-BE49-F238E27FC236}">
                <a16:creationId xmlns:a16="http://schemas.microsoft.com/office/drawing/2014/main" id="{3A33F499-856A-4636-BCEB-53AC6460AAD5}"/>
              </a:ext>
            </a:extLst>
          </p:cNvPr>
          <p:cNvSpPr>
            <a:spLocks/>
          </p:cNvSpPr>
          <p:nvPr/>
        </p:nvSpPr>
        <p:spPr>
          <a:xfrm>
            <a:off x="5350427" y="87218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9" name="9wup_2_tuned_PredictedAtoms_21">
            <a:extLst>
              <a:ext uri="{FF2B5EF4-FFF2-40B4-BE49-F238E27FC236}">
                <a16:creationId xmlns:a16="http://schemas.microsoft.com/office/drawing/2014/main" id="{7CC8266C-984B-4334-A14C-BB936B23D60F}"/>
              </a:ext>
            </a:extLst>
          </p:cNvPr>
          <p:cNvSpPr>
            <a:spLocks/>
          </p:cNvSpPr>
          <p:nvPr/>
        </p:nvSpPr>
        <p:spPr>
          <a:xfrm>
            <a:off x="5380053" y="88245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0" name="9wup_2_tuned_PredictedAtoms_22">
            <a:extLst>
              <a:ext uri="{FF2B5EF4-FFF2-40B4-BE49-F238E27FC236}">
                <a16:creationId xmlns:a16="http://schemas.microsoft.com/office/drawing/2014/main" id="{580DA2E1-249E-462D-BD08-D51C7E8836B2}"/>
              </a:ext>
            </a:extLst>
          </p:cNvPr>
          <p:cNvSpPr>
            <a:spLocks/>
          </p:cNvSpPr>
          <p:nvPr/>
        </p:nvSpPr>
        <p:spPr>
          <a:xfrm>
            <a:off x="5428812" y="86563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1" name="9wup_2_tuned_PredictedAtoms_23">
            <a:extLst>
              <a:ext uri="{FF2B5EF4-FFF2-40B4-BE49-F238E27FC236}">
                <a16:creationId xmlns:a16="http://schemas.microsoft.com/office/drawing/2014/main" id="{959C8983-2025-413F-88E6-D6259338BA36}"/>
              </a:ext>
            </a:extLst>
          </p:cNvPr>
          <p:cNvSpPr>
            <a:spLocks/>
          </p:cNvSpPr>
          <p:nvPr/>
        </p:nvSpPr>
        <p:spPr>
          <a:xfrm>
            <a:off x="5402541" y="855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2" name="9wup_2_tuned_PredictedAtoms_24">
            <a:extLst>
              <a:ext uri="{FF2B5EF4-FFF2-40B4-BE49-F238E27FC236}">
                <a16:creationId xmlns:a16="http://schemas.microsoft.com/office/drawing/2014/main" id="{A1DBF07C-36D6-46C1-8967-FD1767709736}"/>
              </a:ext>
            </a:extLst>
          </p:cNvPr>
          <p:cNvSpPr>
            <a:spLocks/>
          </p:cNvSpPr>
          <p:nvPr/>
        </p:nvSpPr>
        <p:spPr>
          <a:xfrm>
            <a:off x="5296909" y="85072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3" name="9wup_2_tuned_PredictedAtoms_25">
            <a:extLst>
              <a:ext uri="{FF2B5EF4-FFF2-40B4-BE49-F238E27FC236}">
                <a16:creationId xmlns:a16="http://schemas.microsoft.com/office/drawing/2014/main" id="{1B60149A-19FA-4870-A235-80E3DCAD92A8}"/>
              </a:ext>
            </a:extLst>
          </p:cNvPr>
          <p:cNvSpPr>
            <a:spLocks/>
          </p:cNvSpPr>
          <p:nvPr/>
        </p:nvSpPr>
        <p:spPr>
          <a:xfrm>
            <a:off x="5217846" y="85660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4" name="9wup_2_tuned_PredictedAtoms_26">
            <a:extLst>
              <a:ext uri="{FF2B5EF4-FFF2-40B4-BE49-F238E27FC236}">
                <a16:creationId xmlns:a16="http://schemas.microsoft.com/office/drawing/2014/main" id="{1F492AF4-138D-4AA6-A9BE-1CA827F568C1}"/>
              </a:ext>
            </a:extLst>
          </p:cNvPr>
          <p:cNvSpPr>
            <a:spLocks/>
          </p:cNvSpPr>
          <p:nvPr/>
        </p:nvSpPr>
        <p:spPr>
          <a:xfrm>
            <a:off x="4943197" y="84082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5" name="9wup_2_tuned_PredictedAtoms_27">
            <a:extLst>
              <a:ext uri="{FF2B5EF4-FFF2-40B4-BE49-F238E27FC236}">
                <a16:creationId xmlns:a16="http://schemas.microsoft.com/office/drawing/2014/main" id="{C1635747-6FCB-4EF1-8778-E054C3AB8194}"/>
              </a:ext>
            </a:extLst>
          </p:cNvPr>
          <p:cNvSpPr>
            <a:spLocks/>
          </p:cNvSpPr>
          <p:nvPr/>
        </p:nvSpPr>
        <p:spPr>
          <a:xfrm>
            <a:off x="4951217" y="83302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6" name="9wup_2_tuned_PredictedAtoms_28">
            <a:extLst>
              <a:ext uri="{FF2B5EF4-FFF2-40B4-BE49-F238E27FC236}">
                <a16:creationId xmlns:a16="http://schemas.microsoft.com/office/drawing/2014/main" id="{90588AF9-73E0-4DF6-A34D-AB151E06D82D}"/>
              </a:ext>
            </a:extLst>
          </p:cNvPr>
          <p:cNvSpPr>
            <a:spLocks/>
          </p:cNvSpPr>
          <p:nvPr/>
        </p:nvSpPr>
        <p:spPr>
          <a:xfrm>
            <a:off x="4855185" y="83702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7" name="9wup_2_tuned_PredictedAtoms_29">
            <a:extLst>
              <a:ext uri="{FF2B5EF4-FFF2-40B4-BE49-F238E27FC236}">
                <a16:creationId xmlns:a16="http://schemas.microsoft.com/office/drawing/2014/main" id="{8973D90D-8546-4761-BD65-E248F35C7F5A}"/>
              </a:ext>
            </a:extLst>
          </p:cNvPr>
          <p:cNvSpPr>
            <a:spLocks/>
          </p:cNvSpPr>
          <p:nvPr/>
        </p:nvSpPr>
        <p:spPr>
          <a:xfrm>
            <a:off x="4795093" y="82769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8" name="9wup_2_tuned_PredictedAtoms_30">
            <a:extLst>
              <a:ext uri="{FF2B5EF4-FFF2-40B4-BE49-F238E27FC236}">
                <a16:creationId xmlns:a16="http://schemas.microsoft.com/office/drawing/2014/main" id="{9F1B5C82-BD10-421F-A588-B12B4A3E8A78}"/>
              </a:ext>
            </a:extLst>
          </p:cNvPr>
          <p:cNvSpPr>
            <a:spLocks/>
          </p:cNvSpPr>
          <p:nvPr/>
        </p:nvSpPr>
        <p:spPr>
          <a:xfrm>
            <a:off x="4296721" y="857270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9" name="9wup_2_tuned_PredictedAtoms_31">
            <a:extLst>
              <a:ext uri="{FF2B5EF4-FFF2-40B4-BE49-F238E27FC236}">
                <a16:creationId xmlns:a16="http://schemas.microsoft.com/office/drawing/2014/main" id="{C643277F-AEEA-4381-82D3-5E6DBBE68291}"/>
              </a:ext>
            </a:extLst>
          </p:cNvPr>
          <p:cNvSpPr>
            <a:spLocks/>
          </p:cNvSpPr>
          <p:nvPr/>
        </p:nvSpPr>
        <p:spPr>
          <a:xfrm>
            <a:off x="4349183" y="84798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0" name="9wup_2_tuned_PredictedAtoms_32">
            <a:extLst>
              <a:ext uri="{FF2B5EF4-FFF2-40B4-BE49-F238E27FC236}">
                <a16:creationId xmlns:a16="http://schemas.microsoft.com/office/drawing/2014/main" id="{00250EEC-DF0B-4C66-8397-169000B4DFCC}"/>
              </a:ext>
            </a:extLst>
          </p:cNvPr>
          <p:cNvSpPr>
            <a:spLocks/>
          </p:cNvSpPr>
          <p:nvPr/>
        </p:nvSpPr>
        <p:spPr>
          <a:xfrm>
            <a:off x="4166950" y="8571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1" name="9wup_2_tuned_PredictedAtoms_33">
            <a:extLst>
              <a:ext uri="{FF2B5EF4-FFF2-40B4-BE49-F238E27FC236}">
                <a16:creationId xmlns:a16="http://schemas.microsoft.com/office/drawing/2014/main" id="{2763901C-4716-4400-849F-88949A209862}"/>
              </a:ext>
            </a:extLst>
          </p:cNvPr>
          <p:cNvSpPr>
            <a:spLocks/>
          </p:cNvSpPr>
          <p:nvPr/>
        </p:nvSpPr>
        <p:spPr>
          <a:xfrm>
            <a:off x="4110234" y="84903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2" name="9wup_2_tuned_PredictedAtoms_34">
            <a:extLst>
              <a:ext uri="{FF2B5EF4-FFF2-40B4-BE49-F238E27FC236}">
                <a16:creationId xmlns:a16="http://schemas.microsoft.com/office/drawing/2014/main" id="{DC8C2BBF-16EF-4C03-AA4F-CEAEA2144EED}"/>
              </a:ext>
            </a:extLst>
          </p:cNvPr>
          <p:cNvSpPr>
            <a:spLocks/>
          </p:cNvSpPr>
          <p:nvPr/>
        </p:nvSpPr>
        <p:spPr>
          <a:xfrm>
            <a:off x="4131016" y="85512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3" name="9wup_2_tuned_PredictedAtoms_35">
            <a:extLst>
              <a:ext uri="{FF2B5EF4-FFF2-40B4-BE49-F238E27FC236}">
                <a16:creationId xmlns:a16="http://schemas.microsoft.com/office/drawing/2014/main" id="{04850839-9173-4E99-AD52-8D88F9BB01D7}"/>
              </a:ext>
            </a:extLst>
          </p:cNvPr>
          <p:cNvSpPr>
            <a:spLocks/>
          </p:cNvSpPr>
          <p:nvPr/>
        </p:nvSpPr>
        <p:spPr>
          <a:xfrm>
            <a:off x="4009711" y="85734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4" name="9wup_2_tuned_PredictedAtoms_36">
            <a:extLst>
              <a:ext uri="{FF2B5EF4-FFF2-40B4-BE49-F238E27FC236}">
                <a16:creationId xmlns:a16="http://schemas.microsoft.com/office/drawing/2014/main" id="{1C3A0AF4-BEEE-499D-A499-918527E3DA79}"/>
              </a:ext>
            </a:extLst>
          </p:cNvPr>
          <p:cNvSpPr>
            <a:spLocks/>
          </p:cNvSpPr>
          <p:nvPr/>
        </p:nvSpPr>
        <p:spPr>
          <a:xfrm>
            <a:off x="3982666" y="86846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5" name="9wup_2_tuned_PredictedAtoms_37">
            <a:extLst>
              <a:ext uri="{FF2B5EF4-FFF2-40B4-BE49-F238E27FC236}">
                <a16:creationId xmlns:a16="http://schemas.microsoft.com/office/drawing/2014/main" id="{CF6ED8DF-33B8-49A9-A225-35CF761B8A45}"/>
              </a:ext>
            </a:extLst>
          </p:cNvPr>
          <p:cNvSpPr>
            <a:spLocks/>
          </p:cNvSpPr>
          <p:nvPr/>
        </p:nvSpPr>
        <p:spPr>
          <a:xfrm>
            <a:off x="4058985" y="87701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6" name="9wup_2_tuned_PredictedAtoms_38">
            <a:extLst>
              <a:ext uri="{FF2B5EF4-FFF2-40B4-BE49-F238E27FC236}">
                <a16:creationId xmlns:a16="http://schemas.microsoft.com/office/drawing/2014/main" id="{575DF116-D92D-402B-8E09-6A1C3FEA00EA}"/>
              </a:ext>
            </a:extLst>
          </p:cNvPr>
          <p:cNvSpPr>
            <a:spLocks/>
          </p:cNvSpPr>
          <p:nvPr/>
        </p:nvSpPr>
        <p:spPr>
          <a:xfrm>
            <a:off x="4042416" y="88819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7" name="9wup_2_tuned_PredictedAtoms_39">
            <a:extLst>
              <a:ext uri="{FF2B5EF4-FFF2-40B4-BE49-F238E27FC236}">
                <a16:creationId xmlns:a16="http://schemas.microsoft.com/office/drawing/2014/main" id="{F80F01AB-F7E2-434A-B5AD-F500D0596D73}"/>
              </a:ext>
            </a:extLst>
          </p:cNvPr>
          <p:cNvSpPr>
            <a:spLocks/>
          </p:cNvSpPr>
          <p:nvPr/>
        </p:nvSpPr>
        <p:spPr>
          <a:xfrm>
            <a:off x="4120753" y="895900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8" name="9wup_2_tuned_PredictedAtoms_40">
            <a:extLst>
              <a:ext uri="{FF2B5EF4-FFF2-40B4-BE49-F238E27FC236}">
                <a16:creationId xmlns:a16="http://schemas.microsoft.com/office/drawing/2014/main" id="{9CF05333-CF3B-4E54-A9D6-9AAA68745637}"/>
              </a:ext>
            </a:extLst>
          </p:cNvPr>
          <p:cNvSpPr>
            <a:spLocks/>
          </p:cNvSpPr>
          <p:nvPr/>
        </p:nvSpPr>
        <p:spPr>
          <a:xfrm>
            <a:off x="3930851" y="89141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9" name="9wup_2_tuned_PredictedAtoms_41">
            <a:extLst>
              <a:ext uri="{FF2B5EF4-FFF2-40B4-BE49-F238E27FC236}">
                <a16:creationId xmlns:a16="http://schemas.microsoft.com/office/drawing/2014/main" id="{FBCFFCD7-BE9D-4E34-957C-DD141626F675}"/>
              </a:ext>
            </a:extLst>
          </p:cNvPr>
          <p:cNvSpPr>
            <a:spLocks/>
          </p:cNvSpPr>
          <p:nvPr/>
        </p:nvSpPr>
        <p:spPr>
          <a:xfrm>
            <a:off x="3842239" y="88390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0" name="9wup_2_tuned_PredictedAtoms_42">
            <a:extLst>
              <a:ext uri="{FF2B5EF4-FFF2-40B4-BE49-F238E27FC236}">
                <a16:creationId xmlns:a16="http://schemas.microsoft.com/office/drawing/2014/main" id="{4995576F-0A91-4466-A76C-2452D451827A}"/>
              </a:ext>
            </a:extLst>
          </p:cNvPr>
          <p:cNvSpPr>
            <a:spLocks/>
          </p:cNvSpPr>
          <p:nvPr/>
        </p:nvSpPr>
        <p:spPr>
          <a:xfrm>
            <a:off x="3746122" y="88769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1" name="9wup_2_tuned_PredictedAtoms_43">
            <a:extLst>
              <a:ext uri="{FF2B5EF4-FFF2-40B4-BE49-F238E27FC236}">
                <a16:creationId xmlns:a16="http://schemas.microsoft.com/office/drawing/2014/main" id="{B91D447D-05F6-45F3-AF39-92855F3FC6D8}"/>
              </a:ext>
            </a:extLst>
          </p:cNvPr>
          <p:cNvSpPr>
            <a:spLocks/>
          </p:cNvSpPr>
          <p:nvPr/>
        </p:nvSpPr>
        <p:spPr>
          <a:xfrm>
            <a:off x="3871560" y="87193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2" name="9wup_2_tuned_PredictedAtoms_44">
            <a:extLst>
              <a:ext uri="{FF2B5EF4-FFF2-40B4-BE49-F238E27FC236}">
                <a16:creationId xmlns:a16="http://schemas.microsoft.com/office/drawing/2014/main" id="{E6CD018E-FF99-4680-8CCB-32EBAD90D8D2}"/>
              </a:ext>
            </a:extLst>
          </p:cNvPr>
          <p:cNvSpPr>
            <a:spLocks/>
          </p:cNvSpPr>
          <p:nvPr/>
        </p:nvSpPr>
        <p:spPr>
          <a:xfrm>
            <a:off x="3791982" y="8634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3" name="9wup_2_tuned_PredictedAtoms_45">
            <a:extLst>
              <a:ext uri="{FF2B5EF4-FFF2-40B4-BE49-F238E27FC236}">
                <a16:creationId xmlns:a16="http://schemas.microsoft.com/office/drawing/2014/main" id="{1E801B45-D71E-4AED-8D44-040A6673E942}"/>
              </a:ext>
            </a:extLst>
          </p:cNvPr>
          <p:cNvSpPr>
            <a:spLocks/>
          </p:cNvSpPr>
          <p:nvPr/>
        </p:nvSpPr>
        <p:spPr>
          <a:xfrm>
            <a:off x="3818788" y="85251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4" name="9wup_2_tuned_PredictedAtoms_46">
            <a:extLst>
              <a:ext uri="{FF2B5EF4-FFF2-40B4-BE49-F238E27FC236}">
                <a16:creationId xmlns:a16="http://schemas.microsoft.com/office/drawing/2014/main" id="{4ADC11ED-BA15-40B1-AC04-D5721652EF18}"/>
              </a:ext>
            </a:extLst>
          </p:cNvPr>
          <p:cNvSpPr>
            <a:spLocks/>
          </p:cNvSpPr>
          <p:nvPr/>
        </p:nvSpPr>
        <p:spPr>
          <a:xfrm>
            <a:off x="3732844" y="84421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5" name="9wup_2_tuned_PredictedAtoms_47">
            <a:extLst>
              <a:ext uri="{FF2B5EF4-FFF2-40B4-BE49-F238E27FC236}">
                <a16:creationId xmlns:a16="http://schemas.microsoft.com/office/drawing/2014/main" id="{89D8848B-6494-4A26-B5E4-9672101F9EE7}"/>
              </a:ext>
            </a:extLst>
          </p:cNvPr>
          <p:cNvSpPr>
            <a:spLocks/>
          </p:cNvSpPr>
          <p:nvPr/>
        </p:nvSpPr>
        <p:spPr>
          <a:xfrm>
            <a:off x="3754093" y="83276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6" name="9wup_2_tuned_PredictedAtoms_48">
            <a:extLst>
              <a:ext uri="{FF2B5EF4-FFF2-40B4-BE49-F238E27FC236}">
                <a16:creationId xmlns:a16="http://schemas.microsoft.com/office/drawing/2014/main" id="{89BF9540-6323-440E-BE17-764A5C0BBA0C}"/>
              </a:ext>
            </a:extLst>
          </p:cNvPr>
          <p:cNvSpPr>
            <a:spLocks/>
          </p:cNvSpPr>
          <p:nvPr/>
        </p:nvSpPr>
        <p:spPr>
          <a:xfrm>
            <a:off x="3660388" y="82448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7" name="9wup_2_tuned_PredictedAtoms_49">
            <a:extLst>
              <a:ext uri="{FF2B5EF4-FFF2-40B4-BE49-F238E27FC236}">
                <a16:creationId xmlns:a16="http://schemas.microsoft.com/office/drawing/2014/main" id="{A8E3504B-6DC3-4747-9DAF-9FBD8FD7C5CF}"/>
              </a:ext>
            </a:extLst>
          </p:cNvPr>
          <p:cNvSpPr>
            <a:spLocks/>
          </p:cNvSpPr>
          <p:nvPr/>
        </p:nvSpPr>
        <p:spPr>
          <a:xfrm>
            <a:off x="3864603" y="82872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8" name="9wup_2_tuned_PredictedAtoms_50">
            <a:extLst>
              <a:ext uri="{FF2B5EF4-FFF2-40B4-BE49-F238E27FC236}">
                <a16:creationId xmlns:a16="http://schemas.microsoft.com/office/drawing/2014/main" id="{CD43E672-3C00-481A-B503-D401845AEF6A}"/>
              </a:ext>
            </a:extLst>
          </p:cNvPr>
          <p:cNvSpPr>
            <a:spLocks/>
          </p:cNvSpPr>
          <p:nvPr/>
        </p:nvSpPr>
        <p:spPr>
          <a:xfrm>
            <a:off x="3896587" y="81665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9" name="9wup_2_tuned_PredictedAtoms_51">
            <a:extLst>
              <a:ext uri="{FF2B5EF4-FFF2-40B4-BE49-F238E27FC236}">
                <a16:creationId xmlns:a16="http://schemas.microsoft.com/office/drawing/2014/main" id="{A3D1B738-74C1-4E5F-B1BF-A4BBC9FE257D}"/>
              </a:ext>
            </a:extLst>
          </p:cNvPr>
          <p:cNvSpPr>
            <a:spLocks/>
          </p:cNvSpPr>
          <p:nvPr/>
        </p:nvSpPr>
        <p:spPr>
          <a:xfrm>
            <a:off x="3949442" y="83707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0" name="9wup_2_tuned_PredictedAtoms_52">
            <a:extLst>
              <a:ext uri="{FF2B5EF4-FFF2-40B4-BE49-F238E27FC236}">
                <a16:creationId xmlns:a16="http://schemas.microsoft.com/office/drawing/2014/main" id="{F794D142-1847-4921-BB24-5850C5433084}"/>
              </a:ext>
            </a:extLst>
          </p:cNvPr>
          <p:cNvSpPr>
            <a:spLocks/>
          </p:cNvSpPr>
          <p:nvPr/>
        </p:nvSpPr>
        <p:spPr>
          <a:xfrm>
            <a:off x="3928944" y="84904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1" name="stage3-cases-main_45">
            <a:extLst>
              <a:ext uri="{FF2B5EF4-FFF2-40B4-BE49-F238E27FC236}">
                <a16:creationId xmlns:a16="http://schemas.microsoft.com/office/drawing/2014/main" id="{BF305B7E-115B-4BC9-9C72-E41A73CBE72E}"/>
              </a:ext>
            </a:extLst>
          </p:cNvPr>
          <p:cNvSpPr>
            <a:spLocks/>
          </p:cNvSpPr>
          <p:nvPr/>
        </p:nvSpPr>
        <p:spPr>
          <a:xfrm>
            <a:off x="32004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1862" name="9wup_2_build_Receptor">
            <a:extLst>
              <a:ext uri="{FF2B5EF4-FFF2-40B4-BE49-F238E27FC236}">
                <a16:creationId xmlns:a16="http://schemas.microsoft.com/office/drawing/2014/main" id="{034972CB-24A1-45EE-A329-405E416533A6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7789" y="1302621"/>
                </a:moveTo>
                <a:lnTo>
                  <a:pt x="775173" y="1269229"/>
                </a:lnTo>
                <a:moveTo>
                  <a:pt x="916286" y="321051"/>
                </a:moveTo>
                <a:lnTo>
                  <a:pt x="976106" y="328934"/>
                </a:lnTo>
                <a:moveTo>
                  <a:pt x="741597" y="377506"/>
                </a:moveTo>
                <a:lnTo>
                  <a:pt x="808937" y="390404"/>
                </a:lnTo>
                <a:moveTo>
                  <a:pt x="775173" y="1269229"/>
                </a:moveTo>
                <a:lnTo>
                  <a:pt x="673843" y="1194956"/>
                </a:lnTo>
                <a:moveTo>
                  <a:pt x="673843" y="1194956"/>
                </a:moveTo>
                <a:lnTo>
                  <a:pt x="600396" y="1181351"/>
                </a:lnTo>
                <a:moveTo>
                  <a:pt x="808937" y="390404"/>
                </a:moveTo>
                <a:lnTo>
                  <a:pt x="916286" y="321051"/>
                </a:lnTo>
                <a:moveTo>
                  <a:pt x="808937" y="390404"/>
                </a:moveTo>
                <a:lnTo>
                  <a:pt x="838404" y="514459"/>
                </a:lnTo>
                <a:moveTo>
                  <a:pt x="775173" y="1269229"/>
                </a:moveTo>
                <a:lnTo>
                  <a:pt x="853456" y="1208274"/>
                </a:lnTo>
                <a:moveTo>
                  <a:pt x="2184807" y="622988"/>
                </a:moveTo>
                <a:lnTo>
                  <a:pt x="2073499" y="601301"/>
                </a:lnTo>
                <a:moveTo>
                  <a:pt x="2073499" y="601301"/>
                </a:moveTo>
                <a:lnTo>
                  <a:pt x="2028809" y="499648"/>
                </a:lnTo>
                <a:moveTo>
                  <a:pt x="2250541" y="715980"/>
                </a:moveTo>
                <a:lnTo>
                  <a:pt x="2184807" y="622988"/>
                </a:lnTo>
                <a:moveTo>
                  <a:pt x="838404" y="514459"/>
                </a:moveTo>
                <a:lnTo>
                  <a:pt x="738061" y="587745"/>
                </a:lnTo>
                <a:moveTo>
                  <a:pt x="2355231" y="698251"/>
                </a:moveTo>
                <a:lnTo>
                  <a:pt x="2250541" y="715980"/>
                </a:lnTo>
                <a:moveTo>
                  <a:pt x="818948" y="791811"/>
                </a:moveTo>
                <a:lnTo>
                  <a:pt x="787380" y="903308"/>
                </a:lnTo>
                <a:moveTo>
                  <a:pt x="736534" y="708281"/>
                </a:moveTo>
                <a:lnTo>
                  <a:pt x="818948" y="791811"/>
                </a:lnTo>
                <a:moveTo>
                  <a:pt x="738061" y="587745"/>
                </a:moveTo>
                <a:lnTo>
                  <a:pt x="736534" y="708281"/>
                </a:lnTo>
                <a:moveTo>
                  <a:pt x="738061" y="587745"/>
                </a:moveTo>
                <a:lnTo>
                  <a:pt x="629990" y="553176"/>
                </a:lnTo>
                <a:moveTo>
                  <a:pt x="853456" y="1208274"/>
                </a:moveTo>
                <a:lnTo>
                  <a:pt x="964100" y="1256428"/>
                </a:lnTo>
                <a:moveTo>
                  <a:pt x="787380" y="903308"/>
                </a:moveTo>
                <a:lnTo>
                  <a:pt x="675355" y="933069"/>
                </a:lnTo>
                <a:moveTo>
                  <a:pt x="736534" y="708281"/>
                </a:moveTo>
                <a:lnTo>
                  <a:pt x="624597" y="740934"/>
                </a:lnTo>
                <a:moveTo>
                  <a:pt x="2250752" y="544707"/>
                </a:moveTo>
                <a:lnTo>
                  <a:pt x="2184807" y="622988"/>
                </a:lnTo>
                <a:moveTo>
                  <a:pt x="2092179" y="420087"/>
                </a:moveTo>
                <a:lnTo>
                  <a:pt x="2028809" y="499648"/>
                </a:lnTo>
                <a:moveTo>
                  <a:pt x="629990" y="553176"/>
                </a:moveTo>
                <a:lnTo>
                  <a:pt x="561211" y="644661"/>
                </a:lnTo>
                <a:moveTo>
                  <a:pt x="561211" y="644661"/>
                </a:moveTo>
                <a:lnTo>
                  <a:pt x="624597" y="740934"/>
                </a:lnTo>
                <a:moveTo>
                  <a:pt x="592957" y="853360"/>
                </a:moveTo>
                <a:lnTo>
                  <a:pt x="675355" y="933069"/>
                </a:lnTo>
                <a:moveTo>
                  <a:pt x="624597" y="740934"/>
                </a:moveTo>
                <a:lnTo>
                  <a:pt x="592957" y="853360"/>
                </a:lnTo>
                <a:moveTo>
                  <a:pt x="2359622" y="594519"/>
                </a:moveTo>
                <a:lnTo>
                  <a:pt x="2355231" y="698251"/>
                </a:lnTo>
                <a:moveTo>
                  <a:pt x="2359622" y="594519"/>
                </a:moveTo>
                <a:lnTo>
                  <a:pt x="2250752" y="544707"/>
                </a:lnTo>
                <a:moveTo>
                  <a:pt x="2250752" y="544707"/>
                </a:moveTo>
                <a:lnTo>
                  <a:pt x="2202676" y="441465"/>
                </a:lnTo>
                <a:moveTo>
                  <a:pt x="2202676" y="441465"/>
                </a:moveTo>
                <a:lnTo>
                  <a:pt x="2092179" y="420087"/>
                </a:lnTo>
                <a:moveTo>
                  <a:pt x="853456" y="1208274"/>
                </a:moveTo>
                <a:lnTo>
                  <a:pt x="810226" y="1219598"/>
                </a:lnTo>
                <a:moveTo>
                  <a:pt x="2458035" y="543192"/>
                </a:moveTo>
                <a:lnTo>
                  <a:pt x="2359622" y="594519"/>
                </a:lnTo>
                <a:moveTo>
                  <a:pt x="2545169" y="629361"/>
                </a:moveTo>
                <a:lnTo>
                  <a:pt x="2458035" y="543192"/>
                </a:lnTo>
                <a:moveTo>
                  <a:pt x="2516184" y="1309209"/>
                </a:moveTo>
                <a:lnTo>
                  <a:pt x="2390956" y="1299063"/>
                </a:lnTo>
                <a:moveTo>
                  <a:pt x="2545169" y="629361"/>
                </a:moveTo>
                <a:lnTo>
                  <a:pt x="2650621" y="569937"/>
                </a:lnTo>
                <a:moveTo>
                  <a:pt x="2561664" y="1195909"/>
                </a:moveTo>
                <a:lnTo>
                  <a:pt x="2516184" y="1309209"/>
                </a:lnTo>
                <a:moveTo>
                  <a:pt x="2496624" y="701469"/>
                </a:moveTo>
                <a:lnTo>
                  <a:pt x="2545169" y="629361"/>
                </a:lnTo>
                <a:moveTo>
                  <a:pt x="287933" y="847995"/>
                </a:moveTo>
                <a:lnTo>
                  <a:pt x="335245" y="751422"/>
                </a:lnTo>
                <a:moveTo>
                  <a:pt x="2381927" y="1220617"/>
                </a:moveTo>
                <a:lnTo>
                  <a:pt x="2390956" y="1299063"/>
                </a:lnTo>
                <a:moveTo>
                  <a:pt x="2487145" y="1158136"/>
                </a:moveTo>
                <a:lnTo>
                  <a:pt x="2561664" y="1195909"/>
                </a:lnTo>
                <a:moveTo>
                  <a:pt x="2466458" y="1031618"/>
                </a:moveTo>
                <a:lnTo>
                  <a:pt x="2405270" y="987939"/>
                </a:lnTo>
                <a:moveTo>
                  <a:pt x="2381927" y="1220617"/>
                </a:moveTo>
                <a:lnTo>
                  <a:pt x="2487145" y="1158136"/>
                </a:lnTo>
                <a:moveTo>
                  <a:pt x="1131075" y="1287922"/>
                </a:moveTo>
                <a:lnTo>
                  <a:pt x="1135957" y="1248048"/>
                </a:lnTo>
                <a:moveTo>
                  <a:pt x="2487145" y="1158136"/>
                </a:moveTo>
                <a:lnTo>
                  <a:pt x="2466458" y="1031618"/>
                </a:lnTo>
                <a:moveTo>
                  <a:pt x="285994" y="835304"/>
                </a:moveTo>
                <a:lnTo>
                  <a:pt x="287933" y="847995"/>
                </a:lnTo>
                <a:moveTo>
                  <a:pt x="1027485" y="1250497"/>
                </a:moveTo>
                <a:lnTo>
                  <a:pt x="1131075" y="1287922"/>
                </a:lnTo>
                <a:moveTo>
                  <a:pt x="2392511" y="146924"/>
                </a:moveTo>
                <a:lnTo>
                  <a:pt x="2334855" y="144151"/>
                </a:lnTo>
                <a:moveTo>
                  <a:pt x="1131075" y="1287922"/>
                </a:moveTo>
                <a:lnTo>
                  <a:pt x="1230836" y="1242449"/>
                </a:lnTo>
                <a:moveTo>
                  <a:pt x="399628" y="816659"/>
                </a:moveTo>
                <a:lnTo>
                  <a:pt x="285994" y="835304"/>
                </a:lnTo>
                <a:moveTo>
                  <a:pt x="2130271" y="190291"/>
                </a:moveTo>
                <a:lnTo>
                  <a:pt x="2032580" y="269915"/>
                </a:lnTo>
                <a:moveTo>
                  <a:pt x="285994" y="835304"/>
                </a:moveTo>
                <a:lnTo>
                  <a:pt x="233738" y="939465"/>
                </a:lnTo>
                <a:moveTo>
                  <a:pt x="2239897" y="231395"/>
                </a:moveTo>
                <a:lnTo>
                  <a:pt x="2130271" y="190291"/>
                </a:lnTo>
                <a:moveTo>
                  <a:pt x="1230836" y="1242449"/>
                </a:moveTo>
                <a:lnTo>
                  <a:pt x="1243330" y="1139827"/>
                </a:lnTo>
                <a:moveTo>
                  <a:pt x="685042" y="1288948"/>
                </a:moveTo>
                <a:lnTo>
                  <a:pt x="686347" y="1197039"/>
                </a:lnTo>
                <a:moveTo>
                  <a:pt x="233738" y="939465"/>
                </a:moveTo>
                <a:lnTo>
                  <a:pt x="288302" y="1027293"/>
                </a:lnTo>
                <a:moveTo>
                  <a:pt x="2334855" y="144151"/>
                </a:moveTo>
                <a:lnTo>
                  <a:pt x="2239897" y="231395"/>
                </a:lnTo>
                <a:moveTo>
                  <a:pt x="417034" y="783346"/>
                </a:moveTo>
                <a:lnTo>
                  <a:pt x="399628" y="816659"/>
                </a:lnTo>
                <a:moveTo>
                  <a:pt x="2032580" y="269915"/>
                </a:moveTo>
                <a:lnTo>
                  <a:pt x="2001600" y="271863"/>
                </a:lnTo>
                <a:moveTo>
                  <a:pt x="2334855" y="144151"/>
                </a:moveTo>
                <a:lnTo>
                  <a:pt x="2418293" y="160495"/>
                </a:lnTo>
                <a:moveTo>
                  <a:pt x="539080" y="765489"/>
                </a:moveTo>
                <a:lnTo>
                  <a:pt x="417034" y="783346"/>
                </a:lnTo>
                <a:moveTo>
                  <a:pt x="1909642" y="223939"/>
                </a:moveTo>
                <a:lnTo>
                  <a:pt x="1838155" y="168297"/>
                </a:lnTo>
                <a:moveTo>
                  <a:pt x="2001600" y="271863"/>
                </a:moveTo>
                <a:lnTo>
                  <a:pt x="1909642" y="223939"/>
                </a:lnTo>
                <a:moveTo>
                  <a:pt x="417034" y="783346"/>
                </a:moveTo>
                <a:lnTo>
                  <a:pt x="340182" y="767275"/>
                </a:lnTo>
                <a:moveTo>
                  <a:pt x="2005753" y="780147"/>
                </a:moveTo>
                <a:lnTo>
                  <a:pt x="1931589" y="693084"/>
                </a:lnTo>
                <a:moveTo>
                  <a:pt x="2117960" y="773604"/>
                </a:moveTo>
                <a:lnTo>
                  <a:pt x="2005753" y="780147"/>
                </a:lnTo>
                <a:moveTo>
                  <a:pt x="642467" y="591877"/>
                </a:moveTo>
                <a:lnTo>
                  <a:pt x="725771" y="622111"/>
                </a:lnTo>
                <a:moveTo>
                  <a:pt x="2198537" y="869530"/>
                </a:moveTo>
                <a:lnTo>
                  <a:pt x="2117960" y="773604"/>
                </a:lnTo>
                <a:moveTo>
                  <a:pt x="2418293" y="160495"/>
                </a:moveTo>
                <a:lnTo>
                  <a:pt x="2399529" y="226538"/>
                </a:lnTo>
                <a:moveTo>
                  <a:pt x="550403" y="655063"/>
                </a:moveTo>
                <a:lnTo>
                  <a:pt x="539080" y="765489"/>
                </a:lnTo>
                <a:moveTo>
                  <a:pt x="539080" y="765489"/>
                </a:moveTo>
                <a:lnTo>
                  <a:pt x="577701" y="859482"/>
                </a:lnTo>
                <a:moveTo>
                  <a:pt x="1931589" y="693084"/>
                </a:moveTo>
                <a:lnTo>
                  <a:pt x="1969170" y="598050"/>
                </a:lnTo>
                <a:moveTo>
                  <a:pt x="642467" y="591877"/>
                </a:moveTo>
                <a:lnTo>
                  <a:pt x="550403" y="655063"/>
                </a:lnTo>
                <a:moveTo>
                  <a:pt x="782244" y="896387"/>
                </a:moveTo>
                <a:lnTo>
                  <a:pt x="895552" y="890429"/>
                </a:lnTo>
                <a:moveTo>
                  <a:pt x="594836" y="387547"/>
                </a:moveTo>
                <a:lnTo>
                  <a:pt x="560628" y="279418"/>
                </a:lnTo>
                <a:moveTo>
                  <a:pt x="2117960" y="773604"/>
                </a:moveTo>
                <a:lnTo>
                  <a:pt x="2153518" y="677211"/>
                </a:lnTo>
                <a:moveTo>
                  <a:pt x="2221044" y="942772"/>
                </a:moveTo>
                <a:lnTo>
                  <a:pt x="2198537" y="869530"/>
                </a:lnTo>
                <a:moveTo>
                  <a:pt x="639704" y="478064"/>
                </a:moveTo>
                <a:lnTo>
                  <a:pt x="594836" y="387547"/>
                </a:lnTo>
                <a:moveTo>
                  <a:pt x="639704" y="478064"/>
                </a:moveTo>
                <a:lnTo>
                  <a:pt x="642467" y="591877"/>
                </a:lnTo>
                <a:moveTo>
                  <a:pt x="1909642" y="223939"/>
                </a:moveTo>
                <a:lnTo>
                  <a:pt x="1888942" y="231974"/>
                </a:lnTo>
                <a:moveTo>
                  <a:pt x="701705" y="853438"/>
                </a:moveTo>
                <a:lnTo>
                  <a:pt x="782244" y="896387"/>
                </a:lnTo>
                <a:moveTo>
                  <a:pt x="1969170" y="598050"/>
                </a:moveTo>
                <a:lnTo>
                  <a:pt x="1895663" y="511029"/>
                </a:lnTo>
                <a:moveTo>
                  <a:pt x="560628" y="279418"/>
                </a:moveTo>
                <a:lnTo>
                  <a:pt x="635597" y="190068"/>
                </a:lnTo>
                <a:moveTo>
                  <a:pt x="2079969" y="589606"/>
                </a:moveTo>
                <a:lnTo>
                  <a:pt x="1969170" y="598050"/>
                </a:lnTo>
                <a:moveTo>
                  <a:pt x="2153518" y="677211"/>
                </a:moveTo>
                <a:lnTo>
                  <a:pt x="2079969" y="589606"/>
                </a:lnTo>
                <a:moveTo>
                  <a:pt x="577701" y="859482"/>
                </a:moveTo>
                <a:lnTo>
                  <a:pt x="701705" y="853438"/>
                </a:lnTo>
                <a:moveTo>
                  <a:pt x="2311932" y="1022220"/>
                </a:moveTo>
                <a:lnTo>
                  <a:pt x="2221044" y="942772"/>
                </a:lnTo>
                <a:moveTo>
                  <a:pt x="560628" y="279418"/>
                </a:moveTo>
                <a:lnTo>
                  <a:pt x="453380" y="266759"/>
                </a:lnTo>
                <a:moveTo>
                  <a:pt x="895552" y="890429"/>
                </a:moveTo>
                <a:lnTo>
                  <a:pt x="929837" y="840733"/>
                </a:lnTo>
                <a:moveTo>
                  <a:pt x="635597" y="190068"/>
                </a:moveTo>
                <a:lnTo>
                  <a:pt x="604831" y="91202"/>
                </a:lnTo>
                <a:moveTo>
                  <a:pt x="2113720" y="1004792"/>
                </a:moveTo>
                <a:lnTo>
                  <a:pt x="2085134" y="1092548"/>
                </a:lnTo>
                <a:moveTo>
                  <a:pt x="751486" y="449187"/>
                </a:moveTo>
                <a:lnTo>
                  <a:pt x="639704" y="478064"/>
                </a:lnTo>
                <a:moveTo>
                  <a:pt x="2221044" y="942772"/>
                </a:moveTo>
                <a:lnTo>
                  <a:pt x="2113720" y="1004792"/>
                </a:lnTo>
                <a:moveTo>
                  <a:pt x="453380" y="266759"/>
                </a:moveTo>
                <a:lnTo>
                  <a:pt x="421871" y="168187"/>
                </a:lnTo>
                <a:moveTo>
                  <a:pt x="1304683" y="1046975"/>
                </a:moveTo>
                <a:lnTo>
                  <a:pt x="1423983" y="1043122"/>
                </a:lnTo>
                <a:moveTo>
                  <a:pt x="701705" y="853438"/>
                </a:moveTo>
                <a:lnTo>
                  <a:pt x="738277" y="803468"/>
                </a:lnTo>
                <a:moveTo>
                  <a:pt x="604831" y="91202"/>
                </a:moveTo>
                <a:lnTo>
                  <a:pt x="497841" y="80707"/>
                </a:lnTo>
                <a:moveTo>
                  <a:pt x="929837" y="840733"/>
                </a:moveTo>
                <a:lnTo>
                  <a:pt x="1042836" y="834842"/>
                </a:lnTo>
                <a:moveTo>
                  <a:pt x="421871" y="168187"/>
                </a:moveTo>
                <a:lnTo>
                  <a:pt x="497841" y="80707"/>
                </a:lnTo>
                <a:moveTo>
                  <a:pt x="772672" y="433114"/>
                </a:moveTo>
                <a:lnTo>
                  <a:pt x="751486" y="449187"/>
                </a:lnTo>
                <a:moveTo>
                  <a:pt x="851604" y="797039"/>
                </a:moveTo>
                <a:lnTo>
                  <a:pt x="929837" y="840733"/>
                </a:lnTo>
                <a:moveTo>
                  <a:pt x="1259211" y="1043111"/>
                </a:moveTo>
                <a:lnTo>
                  <a:pt x="1304683" y="1046975"/>
                </a:lnTo>
                <a:moveTo>
                  <a:pt x="1770798" y="911628"/>
                </a:moveTo>
                <a:lnTo>
                  <a:pt x="1684471" y="825983"/>
                </a:lnTo>
                <a:moveTo>
                  <a:pt x="738277" y="803468"/>
                </a:moveTo>
                <a:lnTo>
                  <a:pt x="851604" y="797039"/>
                </a:lnTo>
                <a:moveTo>
                  <a:pt x="974785" y="494197"/>
                </a:moveTo>
                <a:lnTo>
                  <a:pt x="1093856" y="459438"/>
                </a:lnTo>
                <a:moveTo>
                  <a:pt x="892298" y="395832"/>
                </a:moveTo>
                <a:lnTo>
                  <a:pt x="772672" y="433114"/>
                </a:lnTo>
                <a:moveTo>
                  <a:pt x="892298" y="395832"/>
                </a:moveTo>
                <a:lnTo>
                  <a:pt x="974785" y="494197"/>
                </a:lnTo>
                <a:moveTo>
                  <a:pt x="1093856" y="459438"/>
                </a:moveTo>
                <a:lnTo>
                  <a:pt x="1154209" y="395502"/>
                </a:lnTo>
                <a:moveTo>
                  <a:pt x="1684471" y="825983"/>
                </a:moveTo>
                <a:lnTo>
                  <a:pt x="1633129" y="828009"/>
                </a:lnTo>
                <a:moveTo>
                  <a:pt x="772672" y="433114"/>
                </a:moveTo>
                <a:lnTo>
                  <a:pt x="700913" y="446754"/>
                </a:lnTo>
                <a:moveTo>
                  <a:pt x="1274632" y="930948"/>
                </a:moveTo>
                <a:lnTo>
                  <a:pt x="1259211" y="1043111"/>
                </a:lnTo>
                <a:moveTo>
                  <a:pt x="1259211" y="1043111"/>
                </a:moveTo>
                <a:lnTo>
                  <a:pt x="1314952" y="1133607"/>
                </a:lnTo>
                <a:moveTo>
                  <a:pt x="1154209" y="395502"/>
                </a:moveTo>
                <a:lnTo>
                  <a:pt x="1276356" y="406801"/>
                </a:lnTo>
                <a:moveTo>
                  <a:pt x="1276356" y="406801"/>
                </a:moveTo>
                <a:lnTo>
                  <a:pt x="1349784" y="329050"/>
                </a:lnTo>
                <a:moveTo>
                  <a:pt x="896401" y="351910"/>
                </a:moveTo>
                <a:lnTo>
                  <a:pt x="892298" y="395832"/>
                </a:lnTo>
                <a:moveTo>
                  <a:pt x="1349784" y="329050"/>
                </a:moveTo>
                <a:lnTo>
                  <a:pt x="1459429" y="349404"/>
                </a:lnTo>
                <a:moveTo>
                  <a:pt x="1314952" y="1133607"/>
                </a:moveTo>
                <a:lnTo>
                  <a:pt x="1265252" y="1222952"/>
                </a:lnTo>
                <a:moveTo>
                  <a:pt x="1633129" y="828009"/>
                </a:moveTo>
                <a:lnTo>
                  <a:pt x="1596652" y="729038"/>
                </a:lnTo>
                <a:moveTo>
                  <a:pt x="1227696" y="905743"/>
                </a:moveTo>
                <a:lnTo>
                  <a:pt x="1274632" y="930948"/>
                </a:lnTo>
                <a:moveTo>
                  <a:pt x="1633129" y="828009"/>
                </a:moveTo>
                <a:lnTo>
                  <a:pt x="1626707" y="915694"/>
                </a:lnTo>
                <a:moveTo>
                  <a:pt x="1349784" y="329050"/>
                </a:moveTo>
                <a:lnTo>
                  <a:pt x="1316350" y="231758"/>
                </a:lnTo>
                <a:moveTo>
                  <a:pt x="1241829" y="785933"/>
                </a:moveTo>
                <a:lnTo>
                  <a:pt x="1155974" y="706931"/>
                </a:lnTo>
                <a:moveTo>
                  <a:pt x="1596652" y="729038"/>
                </a:moveTo>
                <a:lnTo>
                  <a:pt x="1553464" y="718928"/>
                </a:lnTo>
                <a:moveTo>
                  <a:pt x="1241829" y="785933"/>
                </a:moveTo>
                <a:lnTo>
                  <a:pt x="1227696" y="905743"/>
                </a:lnTo>
                <a:moveTo>
                  <a:pt x="1227696" y="905743"/>
                </a:moveTo>
                <a:lnTo>
                  <a:pt x="1173558" y="975906"/>
                </a:lnTo>
                <a:moveTo>
                  <a:pt x="1355828" y="743320"/>
                </a:moveTo>
                <a:lnTo>
                  <a:pt x="1241829" y="785933"/>
                </a:lnTo>
                <a:moveTo>
                  <a:pt x="1441257" y="780526"/>
                </a:moveTo>
                <a:lnTo>
                  <a:pt x="1355828" y="743320"/>
                </a:lnTo>
                <a:moveTo>
                  <a:pt x="1553464" y="718928"/>
                </a:moveTo>
                <a:lnTo>
                  <a:pt x="1441257" y="780526"/>
                </a:lnTo>
                <a:moveTo>
                  <a:pt x="1553464" y="718928"/>
                </a:moveTo>
                <a:lnTo>
                  <a:pt x="1542708" y="594047"/>
                </a:lnTo>
                <a:moveTo>
                  <a:pt x="1542708" y="594047"/>
                </a:moveTo>
                <a:lnTo>
                  <a:pt x="1652367" y="532196"/>
                </a:lnTo>
                <a:moveTo>
                  <a:pt x="1441257" y="780526"/>
                </a:moveTo>
                <a:lnTo>
                  <a:pt x="1431117" y="862428"/>
                </a:lnTo>
                <a:moveTo>
                  <a:pt x="1542708" y="594047"/>
                </a:moveTo>
                <a:lnTo>
                  <a:pt x="1510246" y="5833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863" name="9wup_2_build_ExperimentalDensity">
            <a:extLst>
              <a:ext uri="{FF2B5EF4-FFF2-40B4-BE49-F238E27FC236}">
                <a16:creationId xmlns:a16="http://schemas.microsoft.com/office/drawing/2014/main" id="{07D097AB-F829-4EA2-8881-1E90E8848379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8222" y="323450"/>
                </a:moveTo>
                <a:lnTo>
                  <a:pt x="1710621" y="321727"/>
                </a:lnTo>
                <a:moveTo>
                  <a:pt x="1748222" y="323450"/>
                </a:moveTo>
                <a:lnTo>
                  <a:pt x="1714645" y="405363"/>
                </a:lnTo>
                <a:moveTo>
                  <a:pt x="1714747" y="406628"/>
                </a:moveTo>
                <a:lnTo>
                  <a:pt x="1748222" y="323450"/>
                </a:lnTo>
                <a:moveTo>
                  <a:pt x="1748222" y="323450"/>
                </a:moveTo>
                <a:lnTo>
                  <a:pt x="1720897" y="304521"/>
                </a:lnTo>
                <a:moveTo>
                  <a:pt x="1714645" y="405363"/>
                </a:moveTo>
                <a:lnTo>
                  <a:pt x="1710621" y="321727"/>
                </a:lnTo>
                <a:moveTo>
                  <a:pt x="1720897" y="304521"/>
                </a:moveTo>
                <a:lnTo>
                  <a:pt x="1710621" y="321727"/>
                </a:lnTo>
                <a:moveTo>
                  <a:pt x="1714403" y="406602"/>
                </a:moveTo>
                <a:lnTo>
                  <a:pt x="1714645" y="405363"/>
                </a:lnTo>
                <a:moveTo>
                  <a:pt x="1714747" y="406628"/>
                </a:moveTo>
                <a:lnTo>
                  <a:pt x="1714645" y="405363"/>
                </a:lnTo>
                <a:moveTo>
                  <a:pt x="1714747" y="406628"/>
                </a:moveTo>
                <a:lnTo>
                  <a:pt x="1714403" y="406602"/>
                </a:lnTo>
                <a:moveTo>
                  <a:pt x="1615092" y="400980"/>
                </a:moveTo>
                <a:lnTo>
                  <a:pt x="1710621" y="321727"/>
                </a:lnTo>
                <a:moveTo>
                  <a:pt x="1714645" y="405363"/>
                </a:moveTo>
                <a:lnTo>
                  <a:pt x="1615092" y="400980"/>
                </a:lnTo>
                <a:moveTo>
                  <a:pt x="1714403" y="406602"/>
                </a:moveTo>
                <a:lnTo>
                  <a:pt x="1615092" y="400980"/>
                </a:lnTo>
                <a:moveTo>
                  <a:pt x="1821728" y="330538"/>
                </a:moveTo>
                <a:lnTo>
                  <a:pt x="1748222" y="323450"/>
                </a:lnTo>
                <a:moveTo>
                  <a:pt x="1829213" y="751668"/>
                </a:moveTo>
                <a:lnTo>
                  <a:pt x="1823383" y="666550"/>
                </a:lnTo>
                <a:moveTo>
                  <a:pt x="1791423" y="413760"/>
                </a:moveTo>
                <a:lnTo>
                  <a:pt x="1748222" y="323450"/>
                </a:lnTo>
                <a:moveTo>
                  <a:pt x="1922846" y="864948"/>
                </a:moveTo>
                <a:lnTo>
                  <a:pt x="1896754" y="840573"/>
                </a:lnTo>
                <a:moveTo>
                  <a:pt x="1918977" y="673372"/>
                </a:moveTo>
                <a:lnTo>
                  <a:pt x="1823383" y="666550"/>
                </a:lnTo>
                <a:moveTo>
                  <a:pt x="1823383" y="666550"/>
                </a:moveTo>
                <a:lnTo>
                  <a:pt x="1839057" y="584167"/>
                </a:lnTo>
                <a:moveTo>
                  <a:pt x="1710621" y="321727"/>
                </a:moveTo>
                <a:lnTo>
                  <a:pt x="1641318" y="319938"/>
                </a:lnTo>
                <a:moveTo>
                  <a:pt x="1821728" y="330538"/>
                </a:moveTo>
                <a:lnTo>
                  <a:pt x="1720897" y="304521"/>
                </a:lnTo>
                <a:moveTo>
                  <a:pt x="1922846" y="864948"/>
                </a:moveTo>
                <a:lnTo>
                  <a:pt x="1950722" y="844473"/>
                </a:lnTo>
                <a:moveTo>
                  <a:pt x="1918977" y="673372"/>
                </a:moveTo>
                <a:lnTo>
                  <a:pt x="1829213" y="751668"/>
                </a:lnTo>
                <a:moveTo>
                  <a:pt x="1922846" y="864948"/>
                </a:moveTo>
                <a:lnTo>
                  <a:pt x="1845891" y="838167"/>
                </a:lnTo>
                <a:moveTo>
                  <a:pt x="1915727" y="589489"/>
                </a:moveTo>
                <a:lnTo>
                  <a:pt x="1823383" y="666550"/>
                </a:lnTo>
                <a:moveTo>
                  <a:pt x="1903370" y="756884"/>
                </a:moveTo>
                <a:lnTo>
                  <a:pt x="1829213" y="751668"/>
                </a:lnTo>
                <a:moveTo>
                  <a:pt x="1791423" y="413760"/>
                </a:moveTo>
                <a:lnTo>
                  <a:pt x="1714747" y="406628"/>
                </a:lnTo>
                <a:moveTo>
                  <a:pt x="1714403" y="406602"/>
                </a:moveTo>
                <a:lnTo>
                  <a:pt x="1645018" y="472669"/>
                </a:lnTo>
                <a:moveTo>
                  <a:pt x="1615092" y="400980"/>
                </a:moveTo>
                <a:lnTo>
                  <a:pt x="1641318" y="319938"/>
                </a:lnTo>
                <a:moveTo>
                  <a:pt x="1655865" y="297704"/>
                </a:moveTo>
                <a:lnTo>
                  <a:pt x="1710621" y="321727"/>
                </a:lnTo>
                <a:moveTo>
                  <a:pt x="1903370" y="756884"/>
                </a:moveTo>
                <a:lnTo>
                  <a:pt x="1918977" y="673372"/>
                </a:lnTo>
                <a:moveTo>
                  <a:pt x="1896754" y="840573"/>
                </a:moveTo>
                <a:lnTo>
                  <a:pt x="1903370" y="756884"/>
                </a:lnTo>
                <a:moveTo>
                  <a:pt x="1756549" y="496322"/>
                </a:moveTo>
                <a:lnTo>
                  <a:pt x="1714747" y="406628"/>
                </a:lnTo>
                <a:moveTo>
                  <a:pt x="1845891" y="838167"/>
                </a:moveTo>
                <a:lnTo>
                  <a:pt x="1829213" y="751668"/>
                </a:lnTo>
                <a:moveTo>
                  <a:pt x="1645018" y="472669"/>
                </a:moveTo>
                <a:lnTo>
                  <a:pt x="1615092" y="400980"/>
                </a:lnTo>
                <a:moveTo>
                  <a:pt x="1918977" y="673372"/>
                </a:moveTo>
                <a:lnTo>
                  <a:pt x="1915727" y="589489"/>
                </a:lnTo>
                <a:moveTo>
                  <a:pt x="1915727" y="589489"/>
                </a:moveTo>
                <a:lnTo>
                  <a:pt x="1839057" y="584167"/>
                </a:lnTo>
                <a:moveTo>
                  <a:pt x="1950722" y="844473"/>
                </a:moveTo>
                <a:lnTo>
                  <a:pt x="1896754" y="840573"/>
                </a:lnTo>
                <a:moveTo>
                  <a:pt x="1987443" y="848000"/>
                </a:moveTo>
                <a:lnTo>
                  <a:pt x="1922846" y="864948"/>
                </a:lnTo>
                <a:moveTo>
                  <a:pt x="1720897" y="304521"/>
                </a:moveTo>
                <a:lnTo>
                  <a:pt x="1655865" y="297704"/>
                </a:lnTo>
                <a:moveTo>
                  <a:pt x="1823383" y="666550"/>
                </a:moveTo>
                <a:lnTo>
                  <a:pt x="1755278" y="664914"/>
                </a:lnTo>
                <a:moveTo>
                  <a:pt x="1950722" y="844473"/>
                </a:moveTo>
                <a:lnTo>
                  <a:pt x="1903370" y="756884"/>
                </a:lnTo>
                <a:moveTo>
                  <a:pt x="1896754" y="840573"/>
                </a:moveTo>
                <a:lnTo>
                  <a:pt x="1845891" y="838167"/>
                </a:lnTo>
                <a:moveTo>
                  <a:pt x="2164526" y="857614"/>
                </a:moveTo>
                <a:lnTo>
                  <a:pt x="2155906" y="856961"/>
                </a:lnTo>
                <a:moveTo>
                  <a:pt x="1658369" y="490861"/>
                </a:moveTo>
                <a:lnTo>
                  <a:pt x="1714403" y="406602"/>
                </a:lnTo>
                <a:moveTo>
                  <a:pt x="1658369" y="490861"/>
                </a:moveTo>
                <a:lnTo>
                  <a:pt x="1714747" y="406628"/>
                </a:lnTo>
                <a:moveTo>
                  <a:pt x="1903370" y="756884"/>
                </a:moveTo>
                <a:lnTo>
                  <a:pt x="1845891" y="838167"/>
                </a:lnTo>
                <a:moveTo>
                  <a:pt x="1962776" y="677252"/>
                </a:moveTo>
                <a:lnTo>
                  <a:pt x="1918977" y="673372"/>
                </a:lnTo>
                <a:moveTo>
                  <a:pt x="1829213" y="751668"/>
                </a:moveTo>
                <a:lnTo>
                  <a:pt x="1755278" y="664914"/>
                </a:lnTo>
                <a:moveTo>
                  <a:pt x="1791423" y="413760"/>
                </a:moveTo>
                <a:lnTo>
                  <a:pt x="1821728" y="330538"/>
                </a:lnTo>
                <a:moveTo>
                  <a:pt x="1839057" y="584167"/>
                </a:moveTo>
                <a:lnTo>
                  <a:pt x="1763119" y="580841"/>
                </a:lnTo>
                <a:moveTo>
                  <a:pt x="553325" y="698698"/>
                </a:moveTo>
                <a:lnTo>
                  <a:pt x="558816" y="673981"/>
                </a:lnTo>
                <a:moveTo>
                  <a:pt x="1775647" y="274555"/>
                </a:moveTo>
                <a:lnTo>
                  <a:pt x="1720897" y="304521"/>
                </a:lnTo>
                <a:moveTo>
                  <a:pt x="748505" y="264264"/>
                </a:moveTo>
                <a:lnTo>
                  <a:pt x="747062" y="180417"/>
                </a:lnTo>
                <a:moveTo>
                  <a:pt x="558816" y="673981"/>
                </a:moveTo>
                <a:lnTo>
                  <a:pt x="558200" y="620075"/>
                </a:lnTo>
                <a:moveTo>
                  <a:pt x="2155906" y="856961"/>
                </a:moveTo>
                <a:lnTo>
                  <a:pt x="2069125" y="852506"/>
                </a:lnTo>
                <a:moveTo>
                  <a:pt x="1848501" y="839621"/>
                </a:moveTo>
                <a:lnTo>
                  <a:pt x="1829213" y="751668"/>
                </a:lnTo>
                <a:moveTo>
                  <a:pt x="1755278" y="664914"/>
                </a:moveTo>
                <a:lnTo>
                  <a:pt x="1839057" y="584167"/>
                </a:lnTo>
                <a:moveTo>
                  <a:pt x="1962776" y="677252"/>
                </a:moveTo>
                <a:lnTo>
                  <a:pt x="1915727" y="589489"/>
                </a:lnTo>
                <a:moveTo>
                  <a:pt x="1615092" y="400980"/>
                </a:moveTo>
                <a:lnTo>
                  <a:pt x="1557501" y="400681"/>
                </a:lnTo>
                <a:moveTo>
                  <a:pt x="566821" y="590320"/>
                </a:moveTo>
                <a:lnTo>
                  <a:pt x="560349" y="585401"/>
                </a:lnTo>
                <a:moveTo>
                  <a:pt x="1971686" y="762763"/>
                </a:moveTo>
                <a:lnTo>
                  <a:pt x="1918977" y="673372"/>
                </a:lnTo>
                <a:moveTo>
                  <a:pt x="2155906" y="856961"/>
                </a:moveTo>
                <a:lnTo>
                  <a:pt x="2138199" y="772792"/>
                </a:lnTo>
                <a:moveTo>
                  <a:pt x="2164526" y="857614"/>
                </a:moveTo>
                <a:lnTo>
                  <a:pt x="2138199" y="772792"/>
                </a:lnTo>
                <a:moveTo>
                  <a:pt x="1971686" y="762763"/>
                </a:moveTo>
                <a:lnTo>
                  <a:pt x="1903370" y="756884"/>
                </a:lnTo>
                <a:moveTo>
                  <a:pt x="558200" y="620075"/>
                </a:moveTo>
                <a:lnTo>
                  <a:pt x="557830" y="590143"/>
                </a:lnTo>
                <a:moveTo>
                  <a:pt x="473159" y="247557"/>
                </a:moveTo>
                <a:lnTo>
                  <a:pt x="461909" y="264316"/>
                </a:lnTo>
                <a:moveTo>
                  <a:pt x="557830" y="590143"/>
                </a:moveTo>
                <a:lnTo>
                  <a:pt x="560349" y="585401"/>
                </a:lnTo>
                <a:moveTo>
                  <a:pt x="473159" y="247557"/>
                </a:moveTo>
                <a:lnTo>
                  <a:pt x="464222" y="227010"/>
                </a:lnTo>
                <a:moveTo>
                  <a:pt x="1856907" y="872762"/>
                </a:moveTo>
                <a:lnTo>
                  <a:pt x="1845891" y="838167"/>
                </a:lnTo>
                <a:moveTo>
                  <a:pt x="1987443" y="848000"/>
                </a:moveTo>
                <a:lnTo>
                  <a:pt x="1950722" y="844473"/>
                </a:lnTo>
                <a:moveTo>
                  <a:pt x="1950722" y="844473"/>
                </a:moveTo>
                <a:lnTo>
                  <a:pt x="1971686" y="762763"/>
                </a:lnTo>
                <a:moveTo>
                  <a:pt x="1878412" y="525884"/>
                </a:moveTo>
                <a:lnTo>
                  <a:pt x="1839057" y="584167"/>
                </a:lnTo>
                <a:moveTo>
                  <a:pt x="1655865" y="297704"/>
                </a:moveTo>
                <a:lnTo>
                  <a:pt x="1641318" y="319938"/>
                </a:lnTo>
                <a:moveTo>
                  <a:pt x="1791423" y="413760"/>
                </a:moveTo>
                <a:lnTo>
                  <a:pt x="1756549" y="496322"/>
                </a:lnTo>
                <a:moveTo>
                  <a:pt x="2098405" y="939646"/>
                </a:moveTo>
                <a:lnTo>
                  <a:pt x="2155906" y="856961"/>
                </a:lnTo>
                <a:moveTo>
                  <a:pt x="1615092" y="400980"/>
                </a:moveTo>
                <a:lnTo>
                  <a:pt x="1574051" y="318409"/>
                </a:lnTo>
                <a:moveTo>
                  <a:pt x="697274" y="347074"/>
                </a:moveTo>
                <a:lnTo>
                  <a:pt x="748505" y="264264"/>
                </a:lnTo>
                <a:moveTo>
                  <a:pt x="1821728" y="330538"/>
                </a:moveTo>
                <a:lnTo>
                  <a:pt x="1775647" y="274555"/>
                </a:lnTo>
                <a:moveTo>
                  <a:pt x="1763119" y="580841"/>
                </a:moveTo>
                <a:lnTo>
                  <a:pt x="1752700" y="580209"/>
                </a:lnTo>
                <a:moveTo>
                  <a:pt x="748505" y="264264"/>
                </a:moveTo>
                <a:lnTo>
                  <a:pt x="691689" y="346771"/>
                </a:lnTo>
                <a:moveTo>
                  <a:pt x="2138199" y="772792"/>
                </a:moveTo>
                <a:lnTo>
                  <a:pt x="2069125" y="852506"/>
                </a:lnTo>
                <a:moveTo>
                  <a:pt x="1765476" y="497068"/>
                </a:moveTo>
                <a:lnTo>
                  <a:pt x="1791423" y="413760"/>
                </a:lnTo>
                <a:moveTo>
                  <a:pt x="1988254" y="764197"/>
                </a:moveTo>
                <a:lnTo>
                  <a:pt x="1950722" y="844473"/>
                </a:lnTo>
                <a:moveTo>
                  <a:pt x="1848501" y="839621"/>
                </a:moveTo>
                <a:lnTo>
                  <a:pt x="1845891" y="838167"/>
                </a:lnTo>
                <a:moveTo>
                  <a:pt x="1752700" y="580209"/>
                </a:moveTo>
                <a:lnTo>
                  <a:pt x="1756549" y="496322"/>
                </a:lnTo>
                <a:moveTo>
                  <a:pt x="1763119" y="580841"/>
                </a:moveTo>
                <a:lnTo>
                  <a:pt x="1754824" y="610425"/>
                </a:lnTo>
                <a:moveTo>
                  <a:pt x="1754824" y="610425"/>
                </a:moveTo>
                <a:lnTo>
                  <a:pt x="1752700" y="580209"/>
                </a:lnTo>
                <a:moveTo>
                  <a:pt x="1971686" y="762763"/>
                </a:moveTo>
                <a:lnTo>
                  <a:pt x="1962776" y="677252"/>
                </a:lnTo>
                <a:moveTo>
                  <a:pt x="1915727" y="589489"/>
                </a:moveTo>
                <a:lnTo>
                  <a:pt x="1878412" y="525884"/>
                </a:lnTo>
                <a:moveTo>
                  <a:pt x="1755278" y="664914"/>
                </a:moveTo>
                <a:lnTo>
                  <a:pt x="1763119" y="580841"/>
                </a:lnTo>
                <a:moveTo>
                  <a:pt x="558816" y="673981"/>
                </a:moveTo>
                <a:lnTo>
                  <a:pt x="585907" y="648380"/>
                </a:lnTo>
                <a:moveTo>
                  <a:pt x="2235184" y="864163"/>
                </a:moveTo>
                <a:lnTo>
                  <a:pt x="2164526" y="857614"/>
                </a:lnTo>
                <a:moveTo>
                  <a:pt x="2069125" y="852506"/>
                </a:moveTo>
                <a:lnTo>
                  <a:pt x="1987443" y="848000"/>
                </a:lnTo>
                <a:moveTo>
                  <a:pt x="1763119" y="580841"/>
                </a:moveTo>
                <a:lnTo>
                  <a:pt x="1765476" y="497068"/>
                </a:lnTo>
                <a:moveTo>
                  <a:pt x="1765476" y="497068"/>
                </a:moveTo>
                <a:lnTo>
                  <a:pt x="1752700" y="580209"/>
                </a:lnTo>
                <a:moveTo>
                  <a:pt x="1865054" y="504671"/>
                </a:moveTo>
                <a:lnTo>
                  <a:pt x="1839057" y="584167"/>
                </a:lnTo>
                <a:moveTo>
                  <a:pt x="585907" y="648380"/>
                </a:moveTo>
                <a:lnTo>
                  <a:pt x="566821" y="590320"/>
                </a:lnTo>
                <a:moveTo>
                  <a:pt x="560349" y="585401"/>
                </a:moveTo>
                <a:lnTo>
                  <a:pt x="578634" y="508173"/>
                </a:lnTo>
                <a:moveTo>
                  <a:pt x="2002990" y="680668"/>
                </a:moveTo>
                <a:lnTo>
                  <a:pt x="1962776" y="677252"/>
                </a:lnTo>
                <a:moveTo>
                  <a:pt x="1755278" y="664914"/>
                </a:moveTo>
                <a:lnTo>
                  <a:pt x="1754824" y="610425"/>
                </a:lnTo>
                <a:moveTo>
                  <a:pt x="477807" y="333621"/>
                </a:moveTo>
                <a:lnTo>
                  <a:pt x="473159" y="247557"/>
                </a:lnTo>
                <a:moveTo>
                  <a:pt x="1988166" y="596105"/>
                </a:moveTo>
                <a:lnTo>
                  <a:pt x="1915727" y="589489"/>
                </a:lnTo>
                <a:moveTo>
                  <a:pt x="1765476" y="497068"/>
                </a:moveTo>
                <a:lnTo>
                  <a:pt x="1756549" y="496322"/>
                </a:lnTo>
                <a:moveTo>
                  <a:pt x="557830" y="590143"/>
                </a:moveTo>
                <a:lnTo>
                  <a:pt x="578634" y="508173"/>
                </a:lnTo>
                <a:moveTo>
                  <a:pt x="1750405" y="580590"/>
                </a:moveTo>
                <a:lnTo>
                  <a:pt x="1752700" y="580209"/>
                </a:lnTo>
                <a:moveTo>
                  <a:pt x="2093847" y="940028"/>
                </a:moveTo>
                <a:lnTo>
                  <a:pt x="2155906" y="856961"/>
                </a:lnTo>
                <a:moveTo>
                  <a:pt x="585907" y="648380"/>
                </a:moveTo>
                <a:lnTo>
                  <a:pt x="558200" y="620075"/>
                </a:lnTo>
                <a:moveTo>
                  <a:pt x="2164526" y="857614"/>
                </a:moveTo>
                <a:lnTo>
                  <a:pt x="2204445" y="778314"/>
                </a:lnTo>
                <a:moveTo>
                  <a:pt x="1658369" y="490861"/>
                </a:moveTo>
                <a:lnTo>
                  <a:pt x="1645018" y="472669"/>
                </a:lnTo>
                <a:moveTo>
                  <a:pt x="1754824" y="610425"/>
                </a:moveTo>
                <a:lnTo>
                  <a:pt x="1750405" y="580590"/>
                </a:lnTo>
                <a:moveTo>
                  <a:pt x="2069125" y="852506"/>
                </a:moveTo>
                <a:lnTo>
                  <a:pt x="2085517" y="770214"/>
                </a:lnTo>
                <a:moveTo>
                  <a:pt x="2069125" y="852506"/>
                </a:moveTo>
                <a:lnTo>
                  <a:pt x="1988254" y="764197"/>
                </a:lnTo>
                <a:moveTo>
                  <a:pt x="1992665" y="591909"/>
                </a:moveTo>
                <a:lnTo>
                  <a:pt x="1915727" y="589489"/>
                </a:lnTo>
                <a:moveTo>
                  <a:pt x="1752700" y="580209"/>
                </a:moveTo>
                <a:lnTo>
                  <a:pt x="1658369" y="490861"/>
                </a:lnTo>
                <a:moveTo>
                  <a:pt x="461909" y="264316"/>
                </a:moveTo>
                <a:lnTo>
                  <a:pt x="438848" y="246880"/>
                </a:lnTo>
                <a:moveTo>
                  <a:pt x="1856907" y="872762"/>
                </a:moveTo>
                <a:lnTo>
                  <a:pt x="1848501" y="839621"/>
                </a:lnTo>
                <a:moveTo>
                  <a:pt x="477807" y="333621"/>
                </a:moveTo>
                <a:lnTo>
                  <a:pt x="461909" y="264316"/>
                </a:lnTo>
                <a:moveTo>
                  <a:pt x="438848" y="246880"/>
                </a:moveTo>
                <a:lnTo>
                  <a:pt x="464222" y="227010"/>
                </a:lnTo>
                <a:moveTo>
                  <a:pt x="1756549" y="496322"/>
                </a:moveTo>
                <a:lnTo>
                  <a:pt x="1658369" y="490861"/>
                </a:lnTo>
                <a:moveTo>
                  <a:pt x="558919" y="254887"/>
                </a:moveTo>
                <a:lnTo>
                  <a:pt x="473159" y="247557"/>
                </a:lnTo>
                <a:moveTo>
                  <a:pt x="2138199" y="772792"/>
                </a:moveTo>
                <a:lnTo>
                  <a:pt x="2085517" y="770214"/>
                </a:lnTo>
                <a:moveTo>
                  <a:pt x="1645018" y="472669"/>
                </a:moveTo>
                <a:lnTo>
                  <a:pt x="1557501" y="400681"/>
                </a:lnTo>
                <a:moveTo>
                  <a:pt x="2209669" y="909481"/>
                </a:moveTo>
                <a:lnTo>
                  <a:pt x="2155906" y="856961"/>
                </a:lnTo>
                <a:moveTo>
                  <a:pt x="1962776" y="677252"/>
                </a:moveTo>
                <a:lnTo>
                  <a:pt x="1988166" y="596105"/>
                </a:lnTo>
                <a:moveTo>
                  <a:pt x="594138" y="709055"/>
                </a:moveTo>
                <a:lnTo>
                  <a:pt x="558816" y="673981"/>
                </a:lnTo>
                <a:moveTo>
                  <a:pt x="2002990" y="680668"/>
                </a:moveTo>
                <a:lnTo>
                  <a:pt x="1971686" y="762763"/>
                </a:lnTo>
                <a:moveTo>
                  <a:pt x="2209669" y="909481"/>
                </a:moveTo>
                <a:lnTo>
                  <a:pt x="2164526" y="857614"/>
                </a:lnTo>
                <a:moveTo>
                  <a:pt x="1995617" y="596703"/>
                </a:moveTo>
                <a:lnTo>
                  <a:pt x="1962776" y="677252"/>
                </a:lnTo>
                <a:moveTo>
                  <a:pt x="594138" y="709055"/>
                </a:moveTo>
                <a:lnTo>
                  <a:pt x="553325" y="698698"/>
                </a:lnTo>
                <a:moveTo>
                  <a:pt x="2222960" y="780103"/>
                </a:moveTo>
                <a:lnTo>
                  <a:pt x="2164526" y="857614"/>
                </a:lnTo>
                <a:moveTo>
                  <a:pt x="1987443" y="848000"/>
                </a:moveTo>
                <a:lnTo>
                  <a:pt x="1988254" y="764197"/>
                </a:lnTo>
                <a:moveTo>
                  <a:pt x="1988254" y="764197"/>
                </a:moveTo>
                <a:lnTo>
                  <a:pt x="1971686" y="762763"/>
                </a:lnTo>
                <a:moveTo>
                  <a:pt x="1750405" y="580590"/>
                </a:moveTo>
                <a:lnTo>
                  <a:pt x="1658369" y="490861"/>
                </a:lnTo>
                <a:moveTo>
                  <a:pt x="2138199" y="772792"/>
                </a:moveTo>
                <a:lnTo>
                  <a:pt x="2124919" y="688711"/>
                </a:lnTo>
                <a:moveTo>
                  <a:pt x="593836" y="678860"/>
                </a:moveTo>
                <a:lnTo>
                  <a:pt x="553325" y="698698"/>
                </a:lnTo>
                <a:moveTo>
                  <a:pt x="539499" y="338324"/>
                </a:moveTo>
                <a:lnTo>
                  <a:pt x="473159" y="247557"/>
                </a:lnTo>
                <a:moveTo>
                  <a:pt x="1799590" y="754838"/>
                </a:moveTo>
                <a:lnTo>
                  <a:pt x="1829213" y="751668"/>
                </a:lnTo>
                <a:moveTo>
                  <a:pt x="648402" y="513749"/>
                </a:moveTo>
                <a:lnTo>
                  <a:pt x="566821" y="590320"/>
                </a:lnTo>
                <a:moveTo>
                  <a:pt x="2083817" y="939359"/>
                </a:moveTo>
                <a:lnTo>
                  <a:pt x="2069125" y="852506"/>
                </a:lnTo>
                <a:moveTo>
                  <a:pt x="1775647" y="274555"/>
                </a:moveTo>
                <a:lnTo>
                  <a:pt x="1655865" y="297704"/>
                </a:lnTo>
                <a:moveTo>
                  <a:pt x="558919" y="254887"/>
                </a:moveTo>
                <a:lnTo>
                  <a:pt x="464222" y="227010"/>
                </a:lnTo>
                <a:moveTo>
                  <a:pt x="2085517" y="770214"/>
                </a:moveTo>
                <a:lnTo>
                  <a:pt x="2002990" y="680668"/>
                </a:lnTo>
                <a:moveTo>
                  <a:pt x="1988254" y="764197"/>
                </a:moveTo>
                <a:lnTo>
                  <a:pt x="2002990" y="680668"/>
                </a:lnTo>
                <a:moveTo>
                  <a:pt x="1641318" y="319938"/>
                </a:moveTo>
                <a:lnTo>
                  <a:pt x="1574051" y="318409"/>
                </a:lnTo>
                <a:moveTo>
                  <a:pt x="593836" y="678860"/>
                </a:moveTo>
                <a:lnTo>
                  <a:pt x="558200" y="620075"/>
                </a:lnTo>
                <a:moveTo>
                  <a:pt x="578634" y="508173"/>
                </a:moveTo>
                <a:lnTo>
                  <a:pt x="543470" y="506040"/>
                </a:lnTo>
                <a:moveTo>
                  <a:pt x="543470" y="506040"/>
                </a:moveTo>
                <a:lnTo>
                  <a:pt x="472118" y="501651"/>
                </a:lnTo>
                <a:moveTo>
                  <a:pt x="648402" y="513749"/>
                </a:moveTo>
                <a:lnTo>
                  <a:pt x="560349" y="585401"/>
                </a:lnTo>
                <a:moveTo>
                  <a:pt x="553325" y="698698"/>
                </a:moveTo>
                <a:lnTo>
                  <a:pt x="586671" y="712381"/>
                </a:lnTo>
                <a:moveTo>
                  <a:pt x="2085517" y="770214"/>
                </a:moveTo>
                <a:lnTo>
                  <a:pt x="1988254" y="764197"/>
                </a:lnTo>
                <a:moveTo>
                  <a:pt x="629979" y="597204"/>
                </a:moveTo>
                <a:lnTo>
                  <a:pt x="566821" y="590320"/>
                </a:lnTo>
                <a:moveTo>
                  <a:pt x="2204445" y="778314"/>
                </a:moveTo>
                <a:lnTo>
                  <a:pt x="2138199" y="772792"/>
                </a:lnTo>
                <a:moveTo>
                  <a:pt x="697274" y="347074"/>
                </a:moveTo>
                <a:lnTo>
                  <a:pt x="691689" y="346771"/>
                </a:lnTo>
                <a:moveTo>
                  <a:pt x="1865054" y="504671"/>
                </a:moveTo>
                <a:lnTo>
                  <a:pt x="1763119" y="580841"/>
                </a:lnTo>
                <a:moveTo>
                  <a:pt x="697274" y="347074"/>
                </a:moveTo>
                <a:lnTo>
                  <a:pt x="692977" y="355047"/>
                </a:lnTo>
                <a:moveTo>
                  <a:pt x="543470" y="506040"/>
                </a:moveTo>
                <a:lnTo>
                  <a:pt x="476707" y="417858"/>
                </a:lnTo>
                <a:moveTo>
                  <a:pt x="1946683" y="931016"/>
                </a:moveTo>
                <a:lnTo>
                  <a:pt x="1856907" y="872762"/>
                </a:lnTo>
                <a:moveTo>
                  <a:pt x="692977" y="355047"/>
                </a:moveTo>
                <a:lnTo>
                  <a:pt x="691689" y="346771"/>
                </a:lnTo>
                <a:moveTo>
                  <a:pt x="472118" y="501651"/>
                </a:moveTo>
                <a:lnTo>
                  <a:pt x="476707" y="417858"/>
                </a:lnTo>
                <a:moveTo>
                  <a:pt x="1846050" y="420477"/>
                </a:moveTo>
                <a:lnTo>
                  <a:pt x="1821728" y="330538"/>
                </a:lnTo>
                <a:moveTo>
                  <a:pt x="795028" y="270821"/>
                </a:moveTo>
                <a:lnTo>
                  <a:pt x="748505" y="264264"/>
                </a:lnTo>
                <a:moveTo>
                  <a:pt x="691689" y="346771"/>
                </a:moveTo>
                <a:lnTo>
                  <a:pt x="589075" y="256369"/>
                </a:lnTo>
                <a:moveTo>
                  <a:pt x="2124919" y="688711"/>
                </a:moveTo>
                <a:lnTo>
                  <a:pt x="2085517" y="770214"/>
                </a:lnTo>
                <a:moveTo>
                  <a:pt x="476707" y="417858"/>
                </a:moveTo>
                <a:lnTo>
                  <a:pt x="477807" y="333621"/>
                </a:lnTo>
                <a:moveTo>
                  <a:pt x="1865054" y="504671"/>
                </a:moveTo>
                <a:lnTo>
                  <a:pt x="1765476" y="497068"/>
                </a:lnTo>
                <a:moveTo>
                  <a:pt x="2002990" y="680668"/>
                </a:moveTo>
                <a:lnTo>
                  <a:pt x="1995617" y="596703"/>
                </a:lnTo>
                <a:moveTo>
                  <a:pt x="1987484" y="933526"/>
                </a:moveTo>
                <a:lnTo>
                  <a:pt x="1987443" y="848000"/>
                </a:lnTo>
                <a:moveTo>
                  <a:pt x="2097168" y="687319"/>
                </a:moveTo>
                <a:lnTo>
                  <a:pt x="2002990" y="680668"/>
                </a:lnTo>
                <a:moveTo>
                  <a:pt x="2098405" y="939646"/>
                </a:moveTo>
                <a:lnTo>
                  <a:pt x="2089199" y="943733"/>
                </a:lnTo>
                <a:moveTo>
                  <a:pt x="2085517" y="770214"/>
                </a:moveTo>
                <a:lnTo>
                  <a:pt x="2097168" y="687319"/>
                </a:lnTo>
                <a:moveTo>
                  <a:pt x="578634" y="508173"/>
                </a:moveTo>
                <a:lnTo>
                  <a:pt x="534399" y="422042"/>
                </a:lnTo>
                <a:moveTo>
                  <a:pt x="543470" y="506040"/>
                </a:moveTo>
                <a:lnTo>
                  <a:pt x="534399" y="422042"/>
                </a:lnTo>
                <a:moveTo>
                  <a:pt x="792677" y="186955"/>
                </a:moveTo>
                <a:lnTo>
                  <a:pt x="748505" y="264264"/>
                </a:lnTo>
                <a:moveTo>
                  <a:pt x="2093847" y="940028"/>
                </a:moveTo>
                <a:lnTo>
                  <a:pt x="2098405" y="939646"/>
                </a:lnTo>
                <a:moveTo>
                  <a:pt x="1590509" y="296125"/>
                </a:moveTo>
                <a:lnTo>
                  <a:pt x="1641318" y="319938"/>
                </a:lnTo>
                <a:moveTo>
                  <a:pt x="1645018" y="472669"/>
                </a:moveTo>
                <a:lnTo>
                  <a:pt x="1581393" y="443155"/>
                </a:lnTo>
                <a:moveTo>
                  <a:pt x="589075" y="256369"/>
                </a:moveTo>
                <a:lnTo>
                  <a:pt x="558919" y="254887"/>
                </a:lnTo>
                <a:moveTo>
                  <a:pt x="703675" y="432673"/>
                </a:moveTo>
                <a:lnTo>
                  <a:pt x="697274" y="347074"/>
                </a:lnTo>
                <a:moveTo>
                  <a:pt x="2124919" y="688711"/>
                </a:moveTo>
                <a:lnTo>
                  <a:pt x="2097168" y="687319"/>
                </a:lnTo>
                <a:moveTo>
                  <a:pt x="1815888" y="335114"/>
                </a:moveTo>
                <a:lnTo>
                  <a:pt x="1821728" y="330538"/>
                </a:lnTo>
                <a:moveTo>
                  <a:pt x="534399" y="422042"/>
                </a:moveTo>
                <a:lnTo>
                  <a:pt x="476707" y="417858"/>
                </a:lnTo>
                <a:moveTo>
                  <a:pt x="1992665" y="591909"/>
                </a:moveTo>
                <a:lnTo>
                  <a:pt x="1878412" y="525884"/>
                </a:lnTo>
                <a:moveTo>
                  <a:pt x="1846050" y="420477"/>
                </a:moveTo>
                <a:lnTo>
                  <a:pt x="1791423" y="413760"/>
                </a:lnTo>
                <a:moveTo>
                  <a:pt x="659816" y="430154"/>
                </a:moveTo>
                <a:lnTo>
                  <a:pt x="578634" y="508173"/>
                </a:lnTo>
                <a:moveTo>
                  <a:pt x="1995617" y="596703"/>
                </a:moveTo>
                <a:lnTo>
                  <a:pt x="1988166" y="596105"/>
                </a:lnTo>
                <a:moveTo>
                  <a:pt x="703675" y="432673"/>
                </a:moveTo>
                <a:lnTo>
                  <a:pt x="692977" y="355047"/>
                </a:lnTo>
                <a:moveTo>
                  <a:pt x="648402" y="513749"/>
                </a:moveTo>
                <a:lnTo>
                  <a:pt x="578634" y="508173"/>
                </a:lnTo>
                <a:moveTo>
                  <a:pt x="578634" y="508173"/>
                </a:moveTo>
                <a:lnTo>
                  <a:pt x="600075" y="426522"/>
                </a:lnTo>
                <a:moveTo>
                  <a:pt x="2089199" y="943733"/>
                </a:moveTo>
                <a:lnTo>
                  <a:pt x="2083817" y="939359"/>
                </a:lnTo>
                <a:moveTo>
                  <a:pt x="1878412" y="525884"/>
                </a:moveTo>
                <a:lnTo>
                  <a:pt x="1865054" y="504671"/>
                </a:lnTo>
                <a:moveTo>
                  <a:pt x="539499" y="338324"/>
                </a:moveTo>
                <a:lnTo>
                  <a:pt x="477807" y="333621"/>
                </a:lnTo>
                <a:moveTo>
                  <a:pt x="691689" y="346771"/>
                </a:moveTo>
                <a:lnTo>
                  <a:pt x="600932" y="342255"/>
                </a:lnTo>
                <a:moveTo>
                  <a:pt x="1992665" y="591909"/>
                </a:moveTo>
                <a:lnTo>
                  <a:pt x="1988166" y="596105"/>
                </a:lnTo>
                <a:moveTo>
                  <a:pt x="2093847" y="940028"/>
                </a:moveTo>
                <a:lnTo>
                  <a:pt x="2089199" y="943733"/>
                </a:lnTo>
                <a:moveTo>
                  <a:pt x="539499" y="338324"/>
                </a:moveTo>
                <a:lnTo>
                  <a:pt x="476707" y="417858"/>
                </a:lnTo>
                <a:moveTo>
                  <a:pt x="600075" y="426522"/>
                </a:moveTo>
                <a:lnTo>
                  <a:pt x="691689" y="346771"/>
                </a:lnTo>
                <a:moveTo>
                  <a:pt x="2097168" y="687319"/>
                </a:moveTo>
                <a:lnTo>
                  <a:pt x="1995617" y="596703"/>
                </a:lnTo>
                <a:moveTo>
                  <a:pt x="659816" y="430154"/>
                </a:moveTo>
                <a:lnTo>
                  <a:pt x="692977" y="355047"/>
                </a:lnTo>
                <a:moveTo>
                  <a:pt x="789626" y="438353"/>
                </a:moveTo>
                <a:lnTo>
                  <a:pt x="697274" y="347074"/>
                </a:lnTo>
                <a:moveTo>
                  <a:pt x="792677" y="186955"/>
                </a:moveTo>
                <a:lnTo>
                  <a:pt x="747062" y="180417"/>
                </a:lnTo>
                <a:moveTo>
                  <a:pt x="558200" y="620075"/>
                </a:moveTo>
                <a:lnTo>
                  <a:pt x="510289" y="590883"/>
                </a:lnTo>
                <a:moveTo>
                  <a:pt x="593836" y="678860"/>
                </a:moveTo>
                <a:lnTo>
                  <a:pt x="585907" y="648380"/>
                </a:lnTo>
                <a:moveTo>
                  <a:pt x="692977" y="355047"/>
                </a:moveTo>
                <a:lnTo>
                  <a:pt x="600075" y="426522"/>
                </a:lnTo>
                <a:moveTo>
                  <a:pt x="1995617" y="596703"/>
                </a:moveTo>
                <a:lnTo>
                  <a:pt x="1992665" y="591909"/>
                </a:lnTo>
                <a:moveTo>
                  <a:pt x="600932" y="342255"/>
                </a:moveTo>
                <a:lnTo>
                  <a:pt x="589075" y="256369"/>
                </a:lnTo>
                <a:moveTo>
                  <a:pt x="2093847" y="940028"/>
                </a:moveTo>
                <a:lnTo>
                  <a:pt x="2083817" y="939359"/>
                </a:lnTo>
                <a:moveTo>
                  <a:pt x="557830" y="590143"/>
                </a:moveTo>
                <a:lnTo>
                  <a:pt x="510289" y="590883"/>
                </a:lnTo>
                <a:moveTo>
                  <a:pt x="461909" y="264316"/>
                </a:moveTo>
                <a:lnTo>
                  <a:pt x="407318" y="247305"/>
                </a:lnTo>
                <a:moveTo>
                  <a:pt x="1557501" y="400681"/>
                </a:moveTo>
                <a:lnTo>
                  <a:pt x="1574051" y="318409"/>
                </a:lnTo>
                <a:moveTo>
                  <a:pt x="578634" y="508173"/>
                </a:moveTo>
                <a:lnTo>
                  <a:pt x="497078" y="550186"/>
                </a:lnTo>
                <a:moveTo>
                  <a:pt x="2235184" y="864163"/>
                </a:moveTo>
                <a:lnTo>
                  <a:pt x="2209669" y="909481"/>
                </a:lnTo>
                <a:moveTo>
                  <a:pt x="543470" y="506040"/>
                </a:moveTo>
                <a:lnTo>
                  <a:pt x="497078" y="550186"/>
                </a:lnTo>
                <a:moveTo>
                  <a:pt x="2124919" y="688711"/>
                </a:moveTo>
                <a:lnTo>
                  <a:pt x="2111408" y="604626"/>
                </a:lnTo>
                <a:moveTo>
                  <a:pt x="497078" y="550186"/>
                </a:moveTo>
                <a:lnTo>
                  <a:pt x="472118" y="501651"/>
                </a:lnTo>
                <a:moveTo>
                  <a:pt x="1846050" y="420477"/>
                </a:moveTo>
                <a:lnTo>
                  <a:pt x="1765476" y="497068"/>
                </a:lnTo>
                <a:moveTo>
                  <a:pt x="539499" y="338324"/>
                </a:moveTo>
                <a:lnTo>
                  <a:pt x="558919" y="254887"/>
                </a:lnTo>
                <a:moveTo>
                  <a:pt x="629979" y="597204"/>
                </a:moveTo>
                <a:lnTo>
                  <a:pt x="585907" y="648380"/>
                </a:lnTo>
                <a:moveTo>
                  <a:pt x="1987484" y="933526"/>
                </a:moveTo>
                <a:lnTo>
                  <a:pt x="1946683" y="931016"/>
                </a:lnTo>
                <a:moveTo>
                  <a:pt x="914353" y="867301"/>
                </a:moveTo>
                <a:lnTo>
                  <a:pt x="886788" y="865004"/>
                </a:lnTo>
                <a:moveTo>
                  <a:pt x="2208751" y="696004"/>
                </a:moveTo>
                <a:lnTo>
                  <a:pt x="2138199" y="772792"/>
                </a:lnTo>
                <a:moveTo>
                  <a:pt x="517754" y="216673"/>
                </a:moveTo>
                <a:lnTo>
                  <a:pt x="464222" y="227010"/>
                </a:lnTo>
                <a:moveTo>
                  <a:pt x="2235184" y="864163"/>
                </a:moveTo>
                <a:lnTo>
                  <a:pt x="2222960" y="780103"/>
                </a:lnTo>
                <a:moveTo>
                  <a:pt x="1799590" y="754838"/>
                </a:moveTo>
                <a:lnTo>
                  <a:pt x="1755278" y="664914"/>
                </a:lnTo>
                <a:moveTo>
                  <a:pt x="1655865" y="297704"/>
                </a:moveTo>
                <a:lnTo>
                  <a:pt x="1590509" y="296125"/>
                </a:lnTo>
                <a:moveTo>
                  <a:pt x="600932" y="342255"/>
                </a:moveTo>
                <a:lnTo>
                  <a:pt x="558919" y="254887"/>
                </a:lnTo>
                <a:moveTo>
                  <a:pt x="1798802" y="754207"/>
                </a:moveTo>
                <a:lnTo>
                  <a:pt x="1755278" y="664914"/>
                </a:lnTo>
                <a:moveTo>
                  <a:pt x="787407" y="354490"/>
                </a:moveTo>
                <a:lnTo>
                  <a:pt x="697274" y="347074"/>
                </a:lnTo>
                <a:moveTo>
                  <a:pt x="534399" y="422042"/>
                </a:moveTo>
                <a:lnTo>
                  <a:pt x="539499" y="338324"/>
                </a:lnTo>
                <a:moveTo>
                  <a:pt x="886788" y="865004"/>
                </a:moveTo>
                <a:lnTo>
                  <a:pt x="878276" y="781017"/>
                </a:lnTo>
                <a:moveTo>
                  <a:pt x="795028" y="270821"/>
                </a:moveTo>
                <a:lnTo>
                  <a:pt x="697274" y="347074"/>
                </a:lnTo>
                <a:moveTo>
                  <a:pt x="2109906" y="604562"/>
                </a:moveTo>
                <a:lnTo>
                  <a:pt x="1995617" y="596703"/>
                </a:lnTo>
                <a:moveTo>
                  <a:pt x="2209669" y="909481"/>
                </a:moveTo>
                <a:lnTo>
                  <a:pt x="2093847" y="940028"/>
                </a:lnTo>
                <a:moveTo>
                  <a:pt x="2111408" y="604626"/>
                </a:moveTo>
                <a:lnTo>
                  <a:pt x="2097168" y="687319"/>
                </a:lnTo>
                <a:moveTo>
                  <a:pt x="2110336" y="602804"/>
                </a:moveTo>
                <a:lnTo>
                  <a:pt x="1995617" y="596703"/>
                </a:lnTo>
                <a:moveTo>
                  <a:pt x="1750405" y="580590"/>
                </a:moveTo>
                <a:lnTo>
                  <a:pt x="1694057" y="534815"/>
                </a:lnTo>
                <a:moveTo>
                  <a:pt x="600075" y="426522"/>
                </a:moveTo>
                <a:lnTo>
                  <a:pt x="534399" y="422042"/>
                </a:lnTo>
                <a:moveTo>
                  <a:pt x="1909242" y="881734"/>
                </a:moveTo>
                <a:lnTo>
                  <a:pt x="1856907" y="872762"/>
                </a:lnTo>
                <a:moveTo>
                  <a:pt x="2097168" y="687319"/>
                </a:moveTo>
                <a:lnTo>
                  <a:pt x="2109906" y="604562"/>
                </a:lnTo>
                <a:moveTo>
                  <a:pt x="886788" y="865004"/>
                </a:moveTo>
                <a:lnTo>
                  <a:pt x="811495" y="861245"/>
                </a:lnTo>
                <a:moveTo>
                  <a:pt x="703675" y="432673"/>
                </a:moveTo>
                <a:lnTo>
                  <a:pt x="659816" y="430154"/>
                </a:lnTo>
                <a:moveTo>
                  <a:pt x="2222960" y="780103"/>
                </a:moveTo>
                <a:lnTo>
                  <a:pt x="2204445" y="778314"/>
                </a:lnTo>
                <a:moveTo>
                  <a:pt x="591969" y="762999"/>
                </a:moveTo>
                <a:lnTo>
                  <a:pt x="594138" y="709055"/>
                </a:lnTo>
                <a:moveTo>
                  <a:pt x="594138" y="709055"/>
                </a:moveTo>
                <a:lnTo>
                  <a:pt x="593836" y="678860"/>
                </a:lnTo>
                <a:moveTo>
                  <a:pt x="2110336" y="602804"/>
                </a:moveTo>
                <a:lnTo>
                  <a:pt x="1992665" y="591909"/>
                </a:lnTo>
                <a:moveTo>
                  <a:pt x="1904074" y="508058"/>
                </a:moveTo>
                <a:lnTo>
                  <a:pt x="1878412" y="525884"/>
                </a:lnTo>
                <a:moveTo>
                  <a:pt x="706434" y="517401"/>
                </a:moveTo>
                <a:lnTo>
                  <a:pt x="703675" y="432673"/>
                </a:lnTo>
                <a:moveTo>
                  <a:pt x="1581393" y="443155"/>
                </a:moveTo>
                <a:lnTo>
                  <a:pt x="1557501" y="400681"/>
                </a:lnTo>
                <a:moveTo>
                  <a:pt x="1848501" y="839621"/>
                </a:moveTo>
                <a:lnTo>
                  <a:pt x="1799590" y="754838"/>
                </a:lnTo>
                <a:moveTo>
                  <a:pt x="600932" y="342255"/>
                </a:moveTo>
                <a:lnTo>
                  <a:pt x="539499" y="338324"/>
                </a:lnTo>
                <a:moveTo>
                  <a:pt x="607786" y="680586"/>
                </a:moveTo>
                <a:lnTo>
                  <a:pt x="585907" y="648380"/>
                </a:lnTo>
                <a:moveTo>
                  <a:pt x="789626" y="438353"/>
                </a:moveTo>
                <a:lnTo>
                  <a:pt x="703675" y="432673"/>
                </a:lnTo>
                <a:moveTo>
                  <a:pt x="600075" y="426522"/>
                </a:moveTo>
                <a:lnTo>
                  <a:pt x="539499" y="338324"/>
                </a:lnTo>
                <a:moveTo>
                  <a:pt x="1694057" y="534815"/>
                </a:moveTo>
                <a:lnTo>
                  <a:pt x="1658369" y="490861"/>
                </a:lnTo>
                <a:moveTo>
                  <a:pt x="784574" y="522073"/>
                </a:moveTo>
                <a:lnTo>
                  <a:pt x="706434" y="517401"/>
                </a:lnTo>
                <a:moveTo>
                  <a:pt x="648402" y="513749"/>
                </a:moveTo>
                <a:lnTo>
                  <a:pt x="659816" y="430154"/>
                </a:lnTo>
                <a:moveTo>
                  <a:pt x="784574" y="522073"/>
                </a:moveTo>
                <a:lnTo>
                  <a:pt x="789626" y="438353"/>
                </a:lnTo>
                <a:moveTo>
                  <a:pt x="659816" y="430154"/>
                </a:moveTo>
                <a:lnTo>
                  <a:pt x="600075" y="426522"/>
                </a:lnTo>
                <a:moveTo>
                  <a:pt x="847611" y="948051"/>
                </a:moveTo>
                <a:lnTo>
                  <a:pt x="886788" y="865004"/>
                </a:lnTo>
                <a:moveTo>
                  <a:pt x="706434" y="517401"/>
                </a:moveTo>
                <a:lnTo>
                  <a:pt x="659816" y="430154"/>
                </a:lnTo>
                <a:moveTo>
                  <a:pt x="600075" y="426522"/>
                </a:moveTo>
                <a:lnTo>
                  <a:pt x="600932" y="342255"/>
                </a:lnTo>
                <a:moveTo>
                  <a:pt x="2218965" y="759546"/>
                </a:moveTo>
                <a:lnTo>
                  <a:pt x="2204445" y="778314"/>
                </a:lnTo>
                <a:moveTo>
                  <a:pt x="2235184" y="864163"/>
                </a:moveTo>
                <a:lnTo>
                  <a:pt x="2223753" y="780769"/>
                </a:lnTo>
                <a:moveTo>
                  <a:pt x="706434" y="517401"/>
                </a:moveTo>
                <a:lnTo>
                  <a:pt x="648402" y="513749"/>
                </a:lnTo>
                <a:moveTo>
                  <a:pt x="2027590" y="881714"/>
                </a:moveTo>
                <a:lnTo>
                  <a:pt x="2069125" y="852506"/>
                </a:lnTo>
                <a:moveTo>
                  <a:pt x="789626" y="438353"/>
                </a:moveTo>
                <a:lnTo>
                  <a:pt x="706434" y="517401"/>
                </a:lnTo>
                <a:moveTo>
                  <a:pt x="510289" y="590883"/>
                </a:moveTo>
                <a:lnTo>
                  <a:pt x="578634" y="508173"/>
                </a:lnTo>
                <a:moveTo>
                  <a:pt x="1710149" y="275252"/>
                </a:moveTo>
                <a:lnTo>
                  <a:pt x="1655865" y="297704"/>
                </a:lnTo>
                <a:moveTo>
                  <a:pt x="438848" y="246880"/>
                </a:moveTo>
                <a:lnTo>
                  <a:pt x="407318" y="247305"/>
                </a:lnTo>
                <a:moveTo>
                  <a:pt x="591969" y="762999"/>
                </a:moveTo>
                <a:lnTo>
                  <a:pt x="586671" y="712381"/>
                </a:lnTo>
                <a:moveTo>
                  <a:pt x="886788" y="865004"/>
                </a:moveTo>
                <a:lnTo>
                  <a:pt x="818316" y="946489"/>
                </a:lnTo>
                <a:moveTo>
                  <a:pt x="593836" y="678860"/>
                </a:moveTo>
                <a:lnTo>
                  <a:pt x="586671" y="712381"/>
                </a:lnTo>
                <a:moveTo>
                  <a:pt x="1899260" y="846262"/>
                </a:moveTo>
                <a:lnTo>
                  <a:pt x="1856907" y="872762"/>
                </a:lnTo>
                <a:moveTo>
                  <a:pt x="477807" y="333621"/>
                </a:moveTo>
                <a:lnTo>
                  <a:pt x="407318" y="247305"/>
                </a:lnTo>
                <a:moveTo>
                  <a:pt x="629979" y="597204"/>
                </a:moveTo>
                <a:lnTo>
                  <a:pt x="648402" y="513749"/>
                </a:lnTo>
                <a:moveTo>
                  <a:pt x="997509" y="872826"/>
                </a:moveTo>
                <a:lnTo>
                  <a:pt x="914353" y="867301"/>
                </a:lnTo>
                <a:moveTo>
                  <a:pt x="820649" y="524901"/>
                </a:moveTo>
                <a:lnTo>
                  <a:pt x="784574" y="522073"/>
                </a:lnTo>
                <a:moveTo>
                  <a:pt x="2111408" y="604626"/>
                </a:moveTo>
                <a:lnTo>
                  <a:pt x="2109906" y="604562"/>
                </a:lnTo>
                <a:moveTo>
                  <a:pt x="2208751" y="696004"/>
                </a:moveTo>
                <a:lnTo>
                  <a:pt x="2124919" y="688711"/>
                </a:lnTo>
                <a:moveTo>
                  <a:pt x="2111408" y="604626"/>
                </a:moveTo>
                <a:lnTo>
                  <a:pt x="2110336" y="602804"/>
                </a:lnTo>
                <a:moveTo>
                  <a:pt x="2110336" y="602804"/>
                </a:moveTo>
                <a:lnTo>
                  <a:pt x="2109906" y="604562"/>
                </a:lnTo>
                <a:moveTo>
                  <a:pt x="1904074" y="508058"/>
                </a:moveTo>
                <a:lnTo>
                  <a:pt x="1865054" y="504671"/>
                </a:lnTo>
                <a:moveTo>
                  <a:pt x="2217085" y="612349"/>
                </a:moveTo>
                <a:lnTo>
                  <a:pt x="2124919" y="688711"/>
                </a:lnTo>
                <a:moveTo>
                  <a:pt x="878276" y="781017"/>
                </a:moveTo>
                <a:lnTo>
                  <a:pt x="811495" y="861245"/>
                </a:lnTo>
                <a:moveTo>
                  <a:pt x="589075" y="256369"/>
                </a:moveTo>
                <a:lnTo>
                  <a:pt x="517754" y="216673"/>
                </a:lnTo>
                <a:moveTo>
                  <a:pt x="822001" y="609450"/>
                </a:moveTo>
                <a:lnTo>
                  <a:pt x="784574" y="522073"/>
                </a:lnTo>
                <a:moveTo>
                  <a:pt x="605383" y="712158"/>
                </a:moveTo>
                <a:lnTo>
                  <a:pt x="594138" y="709055"/>
                </a:lnTo>
                <a:moveTo>
                  <a:pt x="2027590" y="881714"/>
                </a:moveTo>
                <a:lnTo>
                  <a:pt x="1987443" y="848000"/>
                </a:lnTo>
                <a:moveTo>
                  <a:pt x="607786" y="680586"/>
                </a:moveTo>
                <a:lnTo>
                  <a:pt x="594138" y="709055"/>
                </a:lnTo>
                <a:moveTo>
                  <a:pt x="2222960" y="780103"/>
                </a:moveTo>
                <a:lnTo>
                  <a:pt x="2218965" y="759546"/>
                </a:lnTo>
                <a:moveTo>
                  <a:pt x="477807" y="333621"/>
                </a:moveTo>
                <a:lnTo>
                  <a:pt x="411712" y="332241"/>
                </a:lnTo>
                <a:moveTo>
                  <a:pt x="605383" y="712158"/>
                </a:moveTo>
                <a:lnTo>
                  <a:pt x="591969" y="762999"/>
                </a:lnTo>
                <a:moveTo>
                  <a:pt x="476707" y="417858"/>
                </a:moveTo>
                <a:lnTo>
                  <a:pt x="411712" y="332241"/>
                </a:lnTo>
                <a:moveTo>
                  <a:pt x="607786" y="680586"/>
                </a:moveTo>
                <a:lnTo>
                  <a:pt x="593836" y="678860"/>
                </a:lnTo>
                <a:moveTo>
                  <a:pt x="789626" y="438353"/>
                </a:moveTo>
                <a:lnTo>
                  <a:pt x="787407" y="354490"/>
                </a:lnTo>
                <a:moveTo>
                  <a:pt x="1865054" y="504671"/>
                </a:moveTo>
                <a:lnTo>
                  <a:pt x="1846050" y="420477"/>
                </a:lnTo>
                <a:moveTo>
                  <a:pt x="1952498" y="512034"/>
                </a:moveTo>
                <a:lnTo>
                  <a:pt x="1878412" y="525884"/>
                </a:lnTo>
                <a:moveTo>
                  <a:pt x="472118" y="501651"/>
                </a:moveTo>
                <a:lnTo>
                  <a:pt x="414064" y="416917"/>
                </a:lnTo>
                <a:moveTo>
                  <a:pt x="2208751" y="696004"/>
                </a:moveTo>
                <a:lnTo>
                  <a:pt x="2204445" y="778314"/>
                </a:lnTo>
                <a:moveTo>
                  <a:pt x="1899260" y="846262"/>
                </a:moveTo>
                <a:lnTo>
                  <a:pt x="1848501" y="839621"/>
                </a:lnTo>
                <a:moveTo>
                  <a:pt x="1815888" y="335114"/>
                </a:moveTo>
                <a:lnTo>
                  <a:pt x="1775647" y="274555"/>
                </a:lnTo>
                <a:moveTo>
                  <a:pt x="878276" y="781017"/>
                </a:moveTo>
                <a:lnTo>
                  <a:pt x="877234" y="697177"/>
                </a:lnTo>
                <a:moveTo>
                  <a:pt x="558919" y="254887"/>
                </a:moveTo>
                <a:lnTo>
                  <a:pt x="517754" y="216673"/>
                </a:lnTo>
                <a:moveTo>
                  <a:pt x="1775647" y="274555"/>
                </a:moveTo>
                <a:lnTo>
                  <a:pt x="1710149" y="275252"/>
                </a:lnTo>
                <a:moveTo>
                  <a:pt x="745335" y="605118"/>
                </a:moveTo>
                <a:lnTo>
                  <a:pt x="784574" y="522073"/>
                </a:lnTo>
                <a:moveTo>
                  <a:pt x="476707" y="417858"/>
                </a:moveTo>
                <a:lnTo>
                  <a:pt x="414064" y="416917"/>
                </a:lnTo>
                <a:moveTo>
                  <a:pt x="878276" y="781017"/>
                </a:moveTo>
                <a:lnTo>
                  <a:pt x="820532" y="778017"/>
                </a:lnTo>
                <a:moveTo>
                  <a:pt x="784574" y="522073"/>
                </a:moveTo>
                <a:lnTo>
                  <a:pt x="721254" y="603662"/>
                </a:lnTo>
                <a:moveTo>
                  <a:pt x="2223753" y="780769"/>
                </a:moveTo>
                <a:lnTo>
                  <a:pt x="2222960" y="780103"/>
                </a:lnTo>
                <a:moveTo>
                  <a:pt x="2237220" y="866859"/>
                </a:moveTo>
                <a:lnTo>
                  <a:pt x="2235184" y="864163"/>
                </a:lnTo>
                <a:moveTo>
                  <a:pt x="597964" y="848139"/>
                </a:moveTo>
                <a:lnTo>
                  <a:pt x="591655" y="847907"/>
                </a:lnTo>
                <a:moveTo>
                  <a:pt x="605383" y="712158"/>
                </a:moveTo>
                <a:lnTo>
                  <a:pt x="586671" y="712381"/>
                </a:lnTo>
                <a:moveTo>
                  <a:pt x="597964" y="848139"/>
                </a:moveTo>
                <a:lnTo>
                  <a:pt x="602852" y="764384"/>
                </a:lnTo>
                <a:moveTo>
                  <a:pt x="811495" y="861245"/>
                </a:moveTo>
                <a:lnTo>
                  <a:pt x="820532" y="778017"/>
                </a:lnTo>
                <a:moveTo>
                  <a:pt x="721254" y="603662"/>
                </a:moveTo>
                <a:lnTo>
                  <a:pt x="648402" y="513749"/>
                </a:lnTo>
                <a:moveTo>
                  <a:pt x="822001" y="609450"/>
                </a:moveTo>
                <a:lnTo>
                  <a:pt x="820649" y="524901"/>
                </a:lnTo>
                <a:moveTo>
                  <a:pt x="607786" y="680586"/>
                </a:moveTo>
                <a:lnTo>
                  <a:pt x="629979" y="597204"/>
                </a:lnTo>
                <a:moveTo>
                  <a:pt x="818316" y="946489"/>
                </a:moveTo>
                <a:lnTo>
                  <a:pt x="811495" y="861245"/>
                </a:lnTo>
                <a:moveTo>
                  <a:pt x="892497" y="613659"/>
                </a:moveTo>
                <a:lnTo>
                  <a:pt x="822001" y="609450"/>
                </a:lnTo>
                <a:moveTo>
                  <a:pt x="721254" y="603662"/>
                </a:moveTo>
                <a:lnTo>
                  <a:pt x="706434" y="517401"/>
                </a:lnTo>
                <a:moveTo>
                  <a:pt x="1590509" y="296125"/>
                </a:moveTo>
                <a:lnTo>
                  <a:pt x="1574051" y="318409"/>
                </a:lnTo>
                <a:moveTo>
                  <a:pt x="877234" y="697177"/>
                </a:moveTo>
                <a:lnTo>
                  <a:pt x="892497" y="613659"/>
                </a:lnTo>
                <a:moveTo>
                  <a:pt x="1946683" y="931016"/>
                </a:moveTo>
                <a:lnTo>
                  <a:pt x="1909242" y="881734"/>
                </a:lnTo>
                <a:moveTo>
                  <a:pt x="1992665" y="591909"/>
                </a:moveTo>
                <a:lnTo>
                  <a:pt x="1952498" y="512034"/>
                </a:lnTo>
                <a:moveTo>
                  <a:pt x="2223753" y="780769"/>
                </a:moveTo>
                <a:lnTo>
                  <a:pt x="2218965" y="759546"/>
                </a:lnTo>
                <a:moveTo>
                  <a:pt x="593836" y="678860"/>
                </a:moveTo>
                <a:lnTo>
                  <a:pt x="510289" y="590883"/>
                </a:lnTo>
                <a:moveTo>
                  <a:pt x="602852" y="764384"/>
                </a:moveTo>
                <a:lnTo>
                  <a:pt x="605383" y="712158"/>
                </a:lnTo>
                <a:moveTo>
                  <a:pt x="1642116" y="494636"/>
                </a:moveTo>
                <a:lnTo>
                  <a:pt x="1645018" y="472669"/>
                </a:lnTo>
                <a:moveTo>
                  <a:pt x="787407" y="354490"/>
                </a:moveTo>
                <a:lnTo>
                  <a:pt x="795028" y="270821"/>
                </a:lnTo>
                <a:moveTo>
                  <a:pt x="721254" y="603662"/>
                </a:moveTo>
                <a:lnTo>
                  <a:pt x="629979" y="597204"/>
                </a:lnTo>
                <a:moveTo>
                  <a:pt x="602852" y="764384"/>
                </a:moveTo>
                <a:lnTo>
                  <a:pt x="607786" y="680586"/>
                </a:lnTo>
                <a:moveTo>
                  <a:pt x="847611" y="948051"/>
                </a:moveTo>
                <a:lnTo>
                  <a:pt x="818316" y="946489"/>
                </a:lnTo>
                <a:moveTo>
                  <a:pt x="877234" y="697177"/>
                </a:moveTo>
                <a:lnTo>
                  <a:pt x="820532" y="778017"/>
                </a:lnTo>
                <a:moveTo>
                  <a:pt x="2217085" y="612349"/>
                </a:moveTo>
                <a:lnTo>
                  <a:pt x="2111408" y="604626"/>
                </a:lnTo>
                <a:moveTo>
                  <a:pt x="2079483" y="520177"/>
                </a:moveTo>
                <a:lnTo>
                  <a:pt x="1992665" y="591909"/>
                </a:lnTo>
                <a:moveTo>
                  <a:pt x="1754824" y="610425"/>
                </a:moveTo>
                <a:lnTo>
                  <a:pt x="1727558" y="584037"/>
                </a:lnTo>
                <a:moveTo>
                  <a:pt x="587053" y="763997"/>
                </a:moveTo>
                <a:lnTo>
                  <a:pt x="586671" y="712381"/>
                </a:lnTo>
                <a:moveTo>
                  <a:pt x="607786" y="680586"/>
                </a:moveTo>
                <a:lnTo>
                  <a:pt x="605383" y="712158"/>
                </a:lnTo>
                <a:moveTo>
                  <a:pt x="892497" y="613659"/>
                </a:moveTo>
                <a:lnTo>
                  <a:pt x="826612" y="694413"/>
                </a:lnTo>
                <a:moveTo>
                  <a:pt x="947997" y="912571"/>
                </a:moveTo>
                <a:lnTo>
                  <a:pt x="886788" y="865004"/>
                </a:lnTo>
                <a:moveTo>
                  <a:pt x="1543458" y="403232"/>
                </a:moveTo>
                <a:lnTo>
                  <a:pt x="1557501" y="400681"/>
                </a:lnTo>
                <a:moveTo>
                  <a:pt x="597964" y="848139"/>
                </a:moveTo>
                <a:lnTo>
                  <a:pt x="587053" y="763997"/>
                </a:lnTo>
                <a:moveTo>
                  <a:pt x="885756" y="529707"/>
                </a:moveTo>
                <a:lnTo>
                  <a:pt x="820649" y="524901"/>
                </a:lnTo>
                <a:moveTo>
                  <a:pt x="2218965" y="759546"/>
                </a:moveTo>
                <a:lnTo>
                  <a:pt x="2208751" y="696004"/>
                </a:lnTo>
                <a:moveTo>
                  <a:pt x="826612" y="694413"/>
                </a:moveTo>
                <a:lnTo>
                  <a:pt x="822001" y="609450"/>
                </a:lnTo>
                <a:moveTo>
                  <a:pt x="892497" y="613659"/>
                </a:moveTo>
                <a:lnTo>
                  <a:pt x="885756" y="529707"/>
                </a:lnTo>
                <a:moveTo>
                  <a:pt x="822001" y="609450"/>
                </a:moveTo>
                <a:lnTo>
                  <a:pt x="745335" y="605118"/>
                </a:lnTo>
                <a:moveTo>
                  <a:pt x="2083817" y="939359"/>
                </a:moveTo>
                <a:lnTo>
                  <a:pt x="2027590" y="881714"/>
                </a:lnTo>
                <a:moveTo>
                  <a:pt x="1755388" y="670147"/>
                </a:moveTo>
                <a:lnTo>
                  <a:pt x="1755278" y="664914"/>
                </a:lnTo>
                <a:moveTo>
                  <a:pt x="877234" y="697177"/>
                </a:moveTo>
                <a:lnTo>
                  <a:pt x="826612" y="694413"/>
                </a:lnTo>
                <a:moveTo>
                  <a:pt x="610909" y="934162"/>
                </a:moveTo>
                <a:lnTo>
                  <a:pt x="597964" y="848139"/>
                </a:lnTo>
                <a:moveTo>
                  <a:pt x="591655" y="847907"/>
                </a:moveTo>
                <a:lnTo>
                  <a:pt x="587053" y="763997"/>
                </a:lnTo>
                <a:moveTo>
                  <a:pt x="820532" y="778017"/>
                </a:moveTo>
                <a:lnTo>
                  <a:pt x="826612" y="694413"/>
                </a:lnTo>
                <a:moveTo>
                  <a:pt x="2237220" y="866859"/>
                </a:moveTo>
                <a:lnTo>
                  <a:pt x="2209669" y="909481"/>
                </a:lnTo>
                <a:moveTo>
                  <a:pt x="602852" y="764384"/>
                </a:moveTo>
                <a:lnTo>
                  <a:pt x="587053" y="763997"/>
                </a:lnTo>
                <a:moveTo>
                  <a:pt x="2110336" y="602804"/>
                </a:moveTo>
                <a:lnTo>
                  <a:pt x="2133995" y="523249"/>
                </a:lnTo>
                <a:moveTo>
                  <a:pt x="1631375" y="490094"/>
                </a:moveTo>
                <a:lnTo>
                  <a:pt x="1645018" y="472669"/>
                </a:lnTo>
                <a:moveTo>
                  <a:pt x="1727558" y="584037"/>
                </a:moveTo>
                <a:lnTo>
                  <a:pt x="1750405" y="580590"/>
                </a:lnTo>
                <a:moveTo>
                  <a:pt x="2027590" y="881714"/>
                </a:moveTo>
                <a:lnTo>
                  <a:pt x="1987484" y="933526"/>
                </a:lnTo>
                <a:moveTo>
                  <a:pt x="885756" y="529707"/>
                </a:moveTo>
                <a:lnTo>
                  <a:pt x="822001" y="609450"/>
                </a:lnTo>
                <a:moveTo>
                  <a:pt x="811495" y="861245"/>
                </a:moveTo>
                <a:lnTo>
                  <a:pt x="723786" y="857115"/>
                </a:lnTo>
                <a:moveTo>
                  <a:pt x="2027590" y="881714"/>
                </a:moveTo>
                <a:lnTo>
                  <a:pt x="1946683" y="931016"/>
                </a:lnTo>
                <a:moveTo>
                  <a:pt x="510289" y="590883"/>
                </a:moveTo>
                <a:lnTo>
                  <a:pt x="497078" y="550186"/>
                </a:lnTo>
                <a:moveTo>
                  <a:pt x="847611" y="948051"/>
                </a:moveTo>
                <a:lnTo>
                  <a:pt x="824950" y="988394"/>
                </a:lnTo>
                <a:moveTo>
                  <a:pt x="728345" y="637708"/>
                </a:moveTo>
                <a:lnTo>
                  <a:pt x="629979" y="597204"/>
                </a:lnTo>
                <a:moveTo>
                  <a:pt x="587053" y="763997"/>
                </a:moveTo>
                <a:lnTo>
                  <a:pt x="605383" y="712158"/>
                </a:lnTo>
                <a:moveTo>
                  <a:pt x="701947" y="855721"/>
                </a:moveTo>
                <a:lnTo>
                  <a:pt x="597964" y="848139"/>
                </a:lnTo>
                <a:moveTo>
                  <a:pt x="1811061" y="335968"/>
                </a:moveTo>
                <a:lnTo>
                  <a:pt x="1775647" y="274555"/>
                </a:lnTo>
                <a:moveTo>
                  <a:pt x="2223753" y="780769"/>
                </a:moveTo>
                <a:lnTo>
                  <a:pt x="2208751" y="696004"/>
                </a:lnTo>
                <a:moveTo>
                  <a:pt x="2039179" y="518215"/>
                </a:moveTo>
                <a:lnTo>
                  <a:pt x="1992665" y="591909"/>
                </a:lnTo>
                <a:moveTo>
                  <a:pt x="795028" y="270821"/>
                </a:moveTo>
                <a:lnTo>
                  <a:pt x="792677" y="186955"/>
                </a:lnTo>
                <a:moveTo>
                  <a:pt x="929461" y="955304"/>
                </a:moveTo>
                <a:lnTo>
                  <a:pt x="886788" y="865004"/>
                </a:lnTo>
                <a:moveTo>
                  <a:pt x="453192" y="202277"/>
                </a:moveTo>
                <a:lnTo>
                  <a:pt x="464222" y="227010"/>
                </a:lnTo>
                <a:moveTo>
                  <a:pt x="2110336" y="602804"/>
                </a:moveTo>
                <a:lnTo>
                  <a:pt x="2079483" y="520177"/>
                </a:lnTo>
                <a:moveTo>
                  <a:pt x="435129" y="503904"/>
                </a:moveTo>
                <a:lnTo>
                  <a:pt x="472118" y="501651"/>
                </a:lnTo>
                <a:moveTo>
                  <a:pt x="824950" y="988394"/>
                </a:moveTo>
                <a:lnTo>
                  <a:pt x="818316" y="946489"/>
                </a:lnTo>
                <a:moveTo>
                  <a:pt x="745335" y="605118"/>
                </a:moveTo>
                <a:lnTo>
                  <a:pt x="721254" y="603662"/>
                </a:lnTo>
                <a:moveTo>
                  <a:pt x="947997" y="912571"/>
                </a:moveTo>
                <a:lnTo>
                  <a:pt x="914353" y="867301"/>
                </a:lnTo>
                <a:moveTo>
                  <a:pt x="2210787" y="528405"/>
                </a:moveTo>
                <a:lnTo>
                  <a:pt x="2111408" y="604626"/>
                </a:lnTo>
                <a:moveTo>
                  <a:pt x="948432" y="788040"/>
                </a:moveTo>
                <a:lnTo>
                  <a:pt x="886788" y="865004"/>
                </a:lnTo>
                <a:moveTo>
                  <a:pt x="2210787" y="528405"/>
                </a:moveTo>
                <a:lnTo>
                  <a:pt x="2110336" y="602804"/>
                </a:lnTo>
                <a:moveTo>
                  <a:pt x="1642116" y="494636"/>
                </a:moveTo>
                <a:lnTo>
                  <a:pt x="1658369" y="490861"/>
                </a:lnTo>
                <a:moveTo>
                  <a:pt x="2143589" y="919581"/>
                </a:moveTo>
                <a:lnTo>
                  <a:pt x="2083817" y="939359"/>
                </a:lnTo>
                <a:moveTo>
                  <a:pt x="2143589" y="919581"/>
                </a:moveTo>
                <a:lnTo>
                  <a:pt x="2093847" y="940028"/>
                </a:lnTo>
                <a:moveTo>
                  <a:pt x="1799590" y="754838"/>
                </a:moveTo>
                <a:lnTo>
                  <a:pt x="1798802" y="754207"/>
                </a:lnTo>
                <a:moveTo>
                  <a:pt x="1952498" y="512034"/>
                </a:moveTo>
                <a:lnTo>
                  <a:pt x="1904074" y="508058"/>
                </a:lnTo>
                <a:moveTo>
                  <a:pt x="811495" y="861245"/>
                </a:moveTo>
                <a:lnTo>
                  <a:pt x="733538" y="773979"/>
                </a:lnTo>
                <a:moveTo>
                  <a:pt x="818316" y="946489"/>
                </a:moveTo>
                <a:lnTo>
                  <a:pt x="723786" y="857115"/>
                </a:lnTo>
                <a:moveTo>
                  <a:pt x="701645" y="771895"/>
                </a:moveTo>
                <a:lnTo>
                  <a:pt x="597964" y="848139"/>
                </a:lnTo>
                <a:moveTo>
                  <a:pt x="954554" y="806799"/>
                </a:moveTo>
                <a:lnTo>
                  <a:pt x="914353" y="867301"/>
                </a:lnTo>
                <a:moveTo>
                  <a:pt x="1741985" y="614884"/>
                </a:moveTo>
                <a:lnTo>
                  <a:pt x="1754824" y="610425"/>
                </a:lnTo>
                <a:moveTo>
                  <a:pt x="707855" y="688199"/>
                </a:moveTo>
                <a:lnTo>
                  <a:pt x="629979" y="597204"/>
                </a:lnTo>
                <a:moveTo>
                  <a:pt x="997509" y="872826"/>
                </a:moveTo>
                <a:lnTo>
                  <a:pt x="947997" y="912571"/>
                </a:lnTo>
                <a:moveTo>
                  <a:pt x="2208751" y="696004"/>
                </a:moveTo>
                <a:lnTo>
                  <a:pt x="2217085" y="612349"/>
                </a:lnTo>
                <a:moveTo>
                  <a:pt x="1543458" y="403232"/>
                </a:moveTo>
                <a:lnTo>
                  <a:pt x="1574051" y="318409"/>
                </a:lnTo>
                <a:moveTo>
                  <a:pt x="2237220" y="866859"/>
                </a:moveTo>
                <a:lnTo>
                  <a:pt x="2223753" y="780769"/>
                </a:lnTo>
                <a:moveTo>
                  <a:pt x="1741985" y="614884"/>
                </a:moveTo>
                <a:lnTo>
                  <a:pt x="1755278" y="664914"/>
                </a:lnTo>
                <a:moveTo>
                  <a:pt x="701645" y="771895"/>
                </a:moveTo>
                <a:lnTo>
                  <a:pt x="602852" y="764384"/>
                </a:lnTo>
                <a:moveTo>
                  <a:pt x="1865111" y="761769"/>
                </a:moveTo>
                <a:lnTo>
                  <a:pt x="1848501" y="839621"/>
                </a:lnTo>
                <a:moveTo>
                  <a:pt x="745335" y="605118"/>
                </a:moveTo>
                <a:lnTo>
                  <a:pt x="728345" y="637708"/>
                </a:lnTo>
                <a:moveTo>
                  <a:pt x="728345" y="637708"/>
                </a:moveTo>
                <a:lnTo>
                  <a:pt x="721254" y="603662"/>
                </a:lnTo>
                <a:moveTo>
                  <a:pt x="1550507" y="319552"/>
                </a:moveTo>
                <a:lnTo>
                  <a:pt x="1574051" y="318409"/>
                </a:lnTo>
                <a:moveTo>
                  <a:pt x="1846050" y="420477"/>
                </a:moveTo>
                <a:lnTo>
                  <a:pt x="1815888" y="335114"/>
                </a:lnTo>
                <a:moveTo>
                  <a:pt x="818316" y="946489"/>
                </a:moveTo>
                <a:lnTo>
                  <a:pt x="727793" y="942002"/>
                </a:lnTo>
                <a:moveTo>
                  <a:pt x="701645" y="771895"/>
                </a:moveTo>
                <a:lnTo>
                  <a:pt x="607786" y="680586"/>
                </a:lnTo>
                <a:moveTo>
                  <a:pt x="2209669" y="909481"/>
                </a:moveTo>
                <a:lnTo>
                  <a:pt x="2143589" y="919581"/>
                </a:lnTo>
                <a:moveTo>
                  <a:pt x="948432" y="788040"/>
                </a:moveTo>
                <a:lnTo>
                  <a:pt x="914353" y="867301"/>
                </a:lnTo>
                <a:moveTo>
                  <a:pt x="997509" y="872826"/>
                </a:moveTo>
                <a:lnTo>
                  <a:pt x="954554" y="806799"/>
                </a:lnTo>
                <a:moveTo>
                  <a:pt x="820532" y="778017"/>
                </a:moveTo>
                <a:lnTo>
                  <a:pt x="733538" y="773979"/>
                </a:lnTo>
                <a:moveTo>
                  <a:pt x="591655" y="847907"/>
                </a:moveTo>
                <a:lnTo>
                  <a:pt x="519663" y="845206"/>
                </a:lnTo>
                <a:moveTo>
                  <a:pt x="701947" y="855721"/>
                </a:moveTo>
                <a:lnTo>
                  <a:pt x="610909" y="934162"/>
                </a:lnTo>
                <a:moveTo>
                  <a:pt x="1710149" y="275252"/>
                </a:moveTo>
                <a:lnTo>
                  <a:pt x="1590509" y="296125"/>
                </a:lnTo>
                <a:moveTo>
                  <a:pt x="411712" y="332241"/>
                </a:moveTo>
                <a:lnTo>
                  <a:pt x="407318" y="247305"/>
                </a:lnTo>
                <a:moveTo>
                  <a:pt x="707855" y="688199"/>
                </a:moveTo>
                <a:lnTo>
                  <a:pt x="607786" y="680586"/>
                </a:lnTo>
                <a:moveTo>
                  <a:pt x="738737" y="690263"/>
                </a:moveTo>
                <a:lnTo>
                  <a:pt x="822001" y="609450"/>
                </a:lnTo>
                <a:moveTo>
                  <a:pt x="948432" y="788040"/>
                </a:moveTo>
                <a:lnTo>
                  <a:pt x="878276" y="781017"/>
                </a:lnTo>
                <a:moveTo>
                  <a:pt x="453192" y="202277"/>
                </a:moveTo>
                <a:lnTo>
                  <a:pt x="438848" y="246880"/>
                </a:lnTo>
                <a:moveTo>
                  <a:pt x="820532" y="778017"/>
                </a:moveTo>
                <a:lnTo>
                  <a:pt x="738737" y="690263"/>
                </a:lnTo>
                <a:moveTo>
                  <a:pt x="593836" y="678860"/>
                </a:moveTo>
                <a:lnTo>
                  <a:pt x="536273" y="678565"/>
                </a:lnTo>
                <a:moveTo>
                  <a:pt x="723786" y="857115"/>
                </a:moveTo>
                <a:lnTo>
                  <a:pt x="701947" y="855721"/>
                </a:lnTo>
                <a:moveTo>
                  <a:pt x="856369" y="481597"/>
                </a:moveTo>
                <a:lnTo>
                  <a:pt x="820649" y="524901"/>
                </a:lnTo>
                <a:moveTo>
                  <a:pt x="1581393" y="443155"/>
                </a:moveTo>
                <a:lnTo>
                  <a:pt x="1543458" y="403232"/>
                </a:lnTo>
                <a:moveTo>
                  <a:pt x="683138" y="939169"/>
                </a:moveTo>
                <a:lnTo>
                  <a:pt x="610909" y="934162"/>
                </a:lnTo>
                <a:moveTo>
                  <a:pt x="1846050" y="420477"/>
                </a:moveTo>
                <a:lnTo>
                  <a:pt x="1824017" y="347492"/>
                </a:lnTo>
                <a:moveTo>
                  <a:pt x="526456" y="930447"/>
                </a:moveTo>
                <a:lnTo>
                  <a:pt x="597964" y="848139"/>
                </a:lnTo>
                <a:moveTo>
                  <a:pt x="1933819" y="485313"/>
                </a:moveTo>
                <a:lnTo>
                  <a:pt x="1904074" y="508058"/>
                </a:lnTo>
                <a:moveTo>
                  <a:pt x="929461" y="955304"/>
                </a:moveTo>
                <a:lnTo>
                  <a:pt x="847611" y="948051"/>
                </a:lnTo>
                <a:moveTo>
                  <a:pt x="2217085" y="612349"/>
                </a:moveTo>
                <a:lnTo>
                  <a:pt x="2210787" y="528405"/>
                </a:lnTo>
                <a:moveTo>
                  <a:pt x="826612" y="694413"/>
                </a:moveTo>
                <a:lnTo>
                  <a:pt x="738737" y="690263"/>
                </a:lnTo>
                <a:moveTo>
                  <a:pt x="738737" y="690263"/>
                </a:moveTo>
                <a:lnTo>
                  <a:pt x="745335" y="605118"/>
                </a:lnTo>
                <a:moveTo>
                  <a:pt x="587501" y="177271"/>
                </a:moveTo>
                <a:lnTo>
                  <a:pt x="589075" y="256369"/>
                </a:lnTo>
                <a:moveTo>
                  <a:pt x="683138" y="939169"/>
                </a:moveTo>
                <a:lnTo>
                  <a:pt x="701947" y="855721"/>
                </a:lnTo>
                <a:moveTo>
                  <a:pt x="591655" y="847907"/>
                </a:moveTo>
                <a:lnTo>
                  <a:pt x="526424" y="929977"/>
                </a:lnTo>
                <a:moveTo>
                  <a:pt x="526456" y="930447"/>
                </a:moveTo>
                <a:lnTo>
                  <a:pt x="591655" y="847907"/>
                </a:lnTo>
                <a:moveTo>
                  <a:pt x="534470" y="762712"/>
                </a:moveTo>
                <a:lnTo>
                  <a:pt x="586671" y="712381"/>
                </a:lnTo>
                <a:moveTo>
                  <a:pt x="536273" y="678565"/>
                </a:moveTo>
                <a:lnTo>
                  <a:pt x="586671" y="712381"/>
                </a:lnTo>
                <a:moveTo>
                  <a:pt x="727793" y="942002"/>
                </a:moveTo>
                <a:lnTo>
                  <a:pt x="701947" y="855721"/>
                </a:lnTo>
                <a:moveTo>
                  <a:pt x="727793" y="942002"/>
                </a:moveTo>
                <a:lnTo>
                  <a:pt x="723786" y="857115"/>
                </a:lnTo>
                <a:moveTo>
                  <a:pt x="587053" y="763997"/>
                </a:moveTo>
                <a:lnTo>
                  <a:pt x="519663" y="845206"/>
                </a:lnTo>
                <a:moveTo>
                  <a:pt x="701947" y="855721"/>
                </a:moveTo>
                <a:lnTo>
                  <a:pt x="701645" y="771895"/>
                </a:lnTo>
                <a:moveTo>
                  <a:pt x="2133995" y="523249"/>
                </a:moveTo>
                <a:lnTo>
                  <a:pt x="2079483" y="520177"/>
                </a:lnTo>
                <a:moveTo>
                  <a:pt x="723786" y="857115"/>
                </a:moveTo>
                <a:lnTo>
                  <a:pt x="701645" y="771895"/>
                </a:lnTo>
                <a:moveTo>
                  <a:pt x="414064" y="416917"/>
                </a:moveTo>
                <a:lnTo>
                  <a:pt x="411712" y="332241"/>
                </a:lnTo>
                <a:moveTo>
                  <a:pt x="1909242" y="881734"/>
                </a:moveTo>
                <a:lnTo>
                  <a:pt x="1899260" y="846262"/>
                </a:lnTo>
                <a:moveTo>
                  <a:pt x="2210787" y="528405"/>
                </a:moveTo>
                <a:lnTo>
                  <a:pt x="2133995" y="523249"/>
                </a:lnTo>
                <a:moveTo>
                  <a:pt x="723786" y="857115"/>
                </a:moveTo>
                <a:lnTo>
                  <a:pt x="733538" y="773979"/>
                </a:lnTo>
                <a:moveTo>
                  <a:pt x="2027590" y="881714"/>
                </a:moveTo>
                <a:lnTo>
                  <a:pt x="1909242" y="881734"/>
                </a:lnTo>
                <a:moveTo>
                  <a:pt x="1550507" y="319552"/>
                </a:moveTo>
                <a:lnTo>
                  <a:pt x="1590509" y="296125"/>
                </a:lnTo>
                <a:moveTo>
                  <a:pt x="707855" y="688199"/>
                </a:moveTo>
                <a:lnTo>
                  <a:pt x="728345" y="637708"/>
                </a:lnTo>
                <a:moveTo>
                  <a:pt x="497078" y="550186"/>
                </a:moveTo>
                <a:lnTo>
                  <a:pt x="435129" y="503904"/>
                </a:lnTo>
                <a:moveTo>
                  <a:pt x="727793" y="942002"/>
                </a:moveTo>
                <a:lnTo>
                  <a:pt x="683138" y="939169"/>
                </a:lnTo>
                <a:moveTo>
                  <a:pt x="829678" y="444782"/>
                </a:moveTo>
                <a:lnTo>
                  <a:pt x="784574" y="522073"/>
                </a:lnTo>
                <a:moveTo>
                  <a:pt x="497078" y="550186"/>
                </a:moveTo>
                <a:lnTo>
                  <a:pt x="434875" y="503941"/>
                </a:lnTo>
                <a:moveTo>
                  <a:pt x="742961" y="1028308"/>
                </a:moveTo>
                <a:lnTo>
                  <a:pt x="818316" y="946489"/>
                </a:lnTo>
                <a:moveTo>
                  <a:pt x="885756" y="529707"/>
                </a:moveTo>
                <a:lnTo>
                  <a:pt x="856369" y="481597"/>
                </a:lnTo>
                <a:moveTo>
                  <a:pt x="738737" y="690263"/>
                </a:moveTo>
                <a:lnTo>
                  <a:pt x="728345" y="637708"/>
                </a:lnTo>
                <a:moveTo>
                  <a:pt x="953933" y="620510"/>
                </a:moveTo>
                <a:lnTo>
                  <a:pt x="892497" y="613659"/>
                </a:lnTo>
                <a:moveTo>
                  <a:pt x="1909242" y="881734"/>
                </a:moveTo>
                <a:lnTo>
                  <a:pt x="1924925" y="848218"/>
                </a:lnTo>
                <a:moveTo>
                  <a:pt x="935957" y="703975"/>
                </a:moveTo>
                <a:lnTo>
                  <a:pt x="878276" y="781017"/>
                </a:lnTo>
                <a:moveTo>
                  <a:pt x="1824017" y="347492"/>
                </a:moveTo>
                <a:lnTo>
                  <a:pt x="1815888" y="335114"/>
                </a:lnTo>
                <a:moveTo>
                  <a:pt x="829678" y="444782"/>
                </a:moveTo>
                <a:lnTo>
                  <a:pt x="789626" y="438353"/>
                </a:lnTo>
                <a:moveTo>
                  <a:pt x="733538" y="773979"/>
                </a:moveTo>
                <a:lnTo>
                  <a:pt x="701645" y="771895"/>
                </a:lnTo>
                <a:moveTo>
                  <a:pt x="783997" y="1030616"/>
                </a:moveTo>
                <a:lnTo>
                  <a:pt x="824950" y="988394"/>
                </a:lnTo>
                <a:moveTo>
                  <a:pt x="2039179" y="518215"/>
                </a:moveTo>
                <a:lnTo>
                  <a:pt x="1952498" y="512034"/>
                </a:lnTo>
                <a:moveTo>
                  <a:pt x="953933" y="620510"/>
                </a:moveTo>
                <a:lnTo>
                  <a:pt x="877234" y="697177"/>
                </a:lnTo>
                <a:moveTo>
                  <a:pt x="701645" y="771895"/>
                </a:moveTo>
                <a:lnTo>
                  <a:pt x="707855" y="688199"/>
                </a:lnTo>
                <a:moveTo>
                  <a:pt x="1760521" y="315897"/>
                </a:moveTo>
                <a:lnTo>
                  <a:pt x="1775647" y="274555"/>
                </a:lnTo>
                <a:moveTo>
                  <a:pt x="610909" y="934162"/>
                </a:moveTo>
                <a:lnTo>
                  <a:pt x="526456" y="930447"/>
                </a:lnTo>
                <a:moveTo>
                  <a:pt x="1952498" y="512034"/>
                </a:moveTo>
                <a:lnTo>
                  <a:pt x="1933819" y="485313"/>
                </a:lnTo>
                <a:moveTo>
                  <a:pt x="733538" y="773979"/>
                </a:moveTo>
                <a:lnTo>
                  <a:pt x="707855" y="688199"/>
                </a:lnTo>
                <a:moveTo>
                  <a:pt x="792677" y="186955"/>
                </a:moveTo>
                <a:lnTo>
                  <a:pt x="760231" y="123376"/>
                </a:lnTo>
                <a:moveTo>
                  <a:pt x="824950" y="988394"/>
                </a:moveTo>
                <a:lnTo>
                  <a:pt x="742961" y="1028308"/>
                </a:lnTo>
                <a:moveTo>
                  <a:pt x="587053" y="763997"/>
                </a:moveTo>
                <a:lnTo>
                  <a:pt x="534470" y="762712"/>
                </a:lnTo>
                <a:moveTo>
                  <a:pt x="2079483" y="520177"/>
                </a:moveTo>
                <a:lnTo>
                  <a:pt x="2039179" y="518215"/>
                </a:lnTo>
                <a:moveTo>
                  <a:pt x="733538" y="773979"/>
                </a:moveTo>
                <a:lnTo>
                  <a:pt x="738737" y="690263"/>
                </a:lnTo>
                <a:moveTo>
                  <a:pt x="2013174" y="854147"/>
                </a:moveTo>
                <a:lnTo>
                  <a:pt x="1909242" y="881734"/>
                </a:lnTo>
                <a:moveTo>
                  <a:pt x="1727558" y="584037"/>
                </a:moveTo>
                <a:lnTo>
                  <a:pt x="1694057" y="534815"/>
                </a:lnTo>
                <a:moveTo>
                  <a:pt x="978497" y="875458"/>
                </a:moveTo>
                <a:lnTo>
                  <a:pt x="997509" y="872826"/>
                </a:lnTo>
                <a:moveTo>
                  <a:pt x="829678" y="444782"/>
                </a:moveTo>
                <a:lnTo>
                  <a:pt x="820649" y="524901"/>
                </a:lnTo>
                <a:moveTo>
                  <a:pt x="636164" y="1021751"/>
                </a:moveTo>
                <a:lnTo>
                  <a:pt x="610909" y="934162"/>
                </a:lnTo>
                <a:moveTo>
                  <a:pt x="935957" y="703975"/>
                </a:moveTo>
                <a:lnTo>
                  <a:pt x="877234" y="697177"/>
                </a:lnTo>
                <a:moveTo>
                  <a:pt x="738737" y="690263"/>
                </a:moveTo>
                <a:lnTo>
                  <a:pt x="707855" y="688199"/>
                </a:lnTo>
                <a:moveTo>
                  <a:pt x="2237220" y="866859"/>
                </a:moveTo>
                <a:lnTo>
                  <a:pt x="2143589" y="919581"/>
                </a:lnTo>
                <a:moveTo>
                  <a:pt x="1887759" y="426939"/>
                </a:moveTo>
                <a:lnTo>
                  <a:pt x="1865054" y="504671"/>
                </a:lnTo>
                <a:moveTo>
                  <a:pt x="536273" y="678565"/>
                </a:moveTo>
                <a:lnTo>
                  <a:pt x="510289" y="590883"/>
                </a:lnTo>
                <a:moveTo>
                  <a:pt x="1924925" y="848218"/>
                </a:moveTo>
                <a:lnTo>
                  <a:pt x="1899260" y="846262"/>
                </a:lnTo>
                <a:moveTo>
                  <a:pt x="1694057" y="534815"/>
                </a:moveTo>
                <a:lnTo>
                  <a:pt x="1642116" y="494636"/>
                </a:lnTo>
                <a:moveTo>
                  <a:pt x="1798802" y="754207"/>
                </a:moveTo>
                <a:lnTo>
                  <a:pt x="1755388" y="670147"/>
                </a:lnTo>
                <a:moveTo>
                  <a:pt x="829678" y="444782"/>
                </a:moveTo>
                <a:lnTo>
                  <a:pt x="787407" y="354490"/>
                </a:lnTo>
                <a:moveTo>
                  <a:pt x="1811061" y="335968"/>
                </a:moveTo>
                <a:lnTo>
                  <a:pt x="1815888" y="335114"/>
                </a:lnTo>
                <a:moveTo>
                  <a:pt x="1631375" y="490094"/>
                </a:moveTo>
                <a:lnTo>
                  <a:pt x="1581393" y="443155"/>
                </a:lnTo>
                <a:moveTo>
                  <a:pt x="2133995" y="523249"/>
                </a:moveTo>
                <a:lnTo>
                  <a:pt x="2051499" y="496054"/>
                </a:lnTo>
                <a:moveTo>
                  <a:pt x="742961" y="1028308"/>
                </a:moveTo>
                <a:lnTo>
                  <a:pt x="683138" y="939169"/>
                </a:lnTo>
                <a:moveTo>
                  <a:pt x="929461" y="955304"/>
                </a:moveTo>
                <a:lnTo>
                  <a:pt x="947997" y="912571"/>
                </a:lnTo>
                <a:moveTo>
                  <a:pt x="2143589" y="919581"/>
                </a:moveTo>
                <a:lnTo>
                  <a:pt x="2027590" y="881714"/>
                </a:lnTo>
                <a:moveTo>
                  <a:pt x="644591" y="1022228"/>
                </a:moveTo>
                <a:lnTo>
                  <a:pt x="683138" y="939169"/>
                </a:lnTo>
                <a:moveTo>
                  <a:pt x="683138" y="939169"/>
                </a:moveTo>
                <a:lnTo>
                  <a:pt x="636164" y="1021751"/>
                </a:lnTo>
                <a:moveTo>
                  <a:pt x="742961" y="1028308"/>
                </a:moveTo>
                <a:lnTo>
                  <a:pt x="727793" y="942002"/>
                </a:lnTo>
                <a:moveTo>
                  <a:pt x="1581393" y="443155"/>
                </a:moveTo>
                <a:lnTo>
                  <a:pt x="1530712" y="404299"/>
                </a:lnTo>
                <a:moveTo>
                  <a:pt x="2039179" y="518215"/>
                </a:moveTo>
                <a:lnTo>
                  <a:pt x="1933819" y="485313"/>
                </a:lnTo>
                <a:moveTo>
                  <a:pt x="2027590" y="881714"/>
                </a:moveTo>
                <a:lnTo>
                  <a:pt x="2013174" y="854147"/>
                </a:lnTo>
                <a:moveTo>
                  <a:pt x="1543458" y="403232"/>
                </a:moveTo>
                <a:lnTo>
                  <a:pt x="1550507" y="319552"/>
                </a:lnTo>
                <a:moveTo>
                  <a:pt x="1865111" y="761769"/>
                </a:moveTo>
                <a:lnTo>
                  <a:pt x="1799590" y="754838"/>
                </a:lnTo>
                <a:moveTo>
                  <a:pt x="2079483" y="520177"/>
                </a:moveTo>
                <a:lnTo>
                  <a:pt x="2051499" y="496054"/>
                </a:lnTo>
                <a:moveTo>
                  <a:pt x="1865111" y="761769"/>
                </a:moveTo>
                <a:lnTo>
                  <a:pt x="1798802" y="754207"/>
                </a:lnTo>
                <a:moveTo>
                  <a:pt x="526424" y="929977"/>
                </a:moveTo>
                <a:lnTo>
                  <a:pt x="519663" y="845206"/>
                </a:lnTo>
                <a:moveTo>
                  <a:pt x="1824017" y="347492"/>
                </a:moveTo>
                <a:lnTo>
                  <a:pt x="1811061" y="335968"/>
                </a:lnTo>
                <a:moveTo>
                  <a:pt x="935616" y="536329"/>
                </a:moveTo>
                <a:lnTo>
                  <a:pt x="892497" y="613659"/>
                </a:lnTo>
                <a:moveTo>
                  <a:pt x="535505" y="679161"/>
                </a:moveTo>
                <a:lnTo>
                  <a:pt x="510289" y="590883"/>
                </a:lnTo>
                <a:moveTo>
                  <a:pt x="875783" y="1021600"/>
                </a:moveTo>
                <a:lnTo>
                  <a:pt x="847611" y="948051"/>
                </a:lnTo>
                <a:moveTo>
                  <a:pt x="435129" y="503904"/>
                </a:moveTo>
                <a:lnTo>
                  <a:pt x="414064" y="416917"/>
                </a:lnTo>
                <a:moveTo>
                  <a:pt x="434519" y="503482"/>
                </a:moveTo>
                <a:lnTo>
                  <a:pt x="414064" y="416917"/>
                </a:lnTo>
                <a:moveTo>
                  <a:pt x="954554" y="806799"/>
                </a:moveTo>
                <a:lnTo>
                  <a:pt x="948432" y="788040"/>
                </a:lnTo>
                <a:moveTo>
                  <a:pt x="795028" y="270821"/>
                </a:moveTo>
                <a:lnTo>
                  <a:pt x="783781" y="189730"/>
                </a:lnTo>
                <a:moveTo>
                  <a:pt x="2013174" y="854147"/>
                </a:moveTo>
                <a:lnTo>
                  <a:pt x="1924925" y="848218"/>
                </a:lnTo>
                <a:moveTo>
                  <a:pt x="453192" y="202277"/>
                </a:moveTo>
                <a:lnTo>
                  <a:pt x="407318" y="247305"/>
                </a:lnTo>
                <a:moveTo>
                  <a:pt x="787407" y="354490"/>
                </a:moveTo>
                <a:lnTo>
                  <a:pt x="785686" y="274349"/>
                </a:lnTo>
                <a:moveTo>
                  <a:pt x="519663" y="845206"/>
                </a:moveTo>
                <a:lnTo>
                  <a:pt x="534470" y="762712"/>
                </a:lnTo>
                <a:moveTo>
                  <a:pt x="1887759" y="426939"/>
                </a:moveTo>
                <a:lnTo>
                  <a:pt x="1904074" y="508058"/>
                </a:lnTo>
                <a:moveTo>
                  <a:pt x="517754" y="216673"/>
                </a:moveTo>
                <a:lnTo>
                  <a:pt x="453192" y="202277"/>
                </a:lnTo>
                <a:moveTo>
                  <a:pt x="2170975" y="477842"/>
                </a:moveTo>
                <a:lnTo>
                  <a:pt x="2133995" y="523249"/>
                </a:lnTo>
                <a:moveTo>
                  <a:pt x="785686" y="274349"/>
                </a:moveTo>
                <a:lnTo>
                  <a:pt x="795028" y="270821"/>
                </a:lnTo>
                <a:moveTo>
                  <a:pt x="2027590" y="881714"/>
                </a:moveTo>
                <a:lnTo>
                  <a:pt x="2047879" y="856830"/>
                </a:lnTo>
                <a:moveTo>
                  <a:pt x="1644770" y="274033"/>
                </a:moveTo>
                <a:lnTo>
                  <a:pt x="1590509" y="296125"/>
                </a:lnTo>
                <a:moveTo>
                  <a:pt x="787496" y="358956"/>
                </a:moveTo>
                <a:lnTo>
                  <a:pt x="787407" y="354490"/>
                </a:lnTo>
                <a:moveTo>
                  <a:pt x="2051499" y="496054"/>
                </a:moveTo>
                <a:lnTo>
                  <a:pt x="2039179" y="518215"/>
                </a:lnTo>
                <a:moveTo>
                  <a:pt x="587501" y="177271"/>
                </a:moveTo>
                <a:lnTo>
                  <a:pt x="517754" y="216673"/>
                </a:lnTo>
                <a:moveTo>
                  <a:pt x="1694057" y="534815"/>
                </a:moveTo>
                <a:lnTo>
                  <a:pt x="1641288" y="495714"/>
                </a:lnTo>
                <a:moveTo>
                  <a:pt x="526456" y="930447"/>
                </a:moveTo>
                <a:lnTo>
                  <a:pt x="526424" y="929977"/>
                </a:lnTo>
                <a:moveTo>
                  <a:pt x="1852127" y="747215"/>
                </a:moveTo>
                <a:lnTo>
                  <a:pt x="1798802" y="754207"/>
                </a:lnTo>
                <a:moveTo>
                  <a:pt x="1887759" y="426939"/>
                </a:moveTo>
                <a:lnTo>
                  <a:pt x="1846050" y="420477"/>
                </a:lnTo>
                <a:moveTo>
                  <a:pt x="2051499" y="496054"/>
                </a:moveTo>
                <a:lnTo>
                  <a:pt x="1933819" y="485313"/>
                </a:lnTo>
                <a:moveTo>
                  <a:pt x="783997" y="1030616"/>
                </a:moveTo>
                <a:lnTo>
                  <a:pt x="742961" y="1028308"/>
                </a:lnTo>
                <a:moveTo>
                  <a:pt x="783781" y="189730"/>
                </a:moveTo>
                <a:lnTo>
                  <a:pt x="792677" y="186955"/>
                </a:lnTo>
                <a:moveTo>
                  <a:pt x="935616" y="536329"/>
                </a:moveTo>
                <a:lnTo>
                  <a:pt x="885756" y="529707"/>
                </a:lnTo>
                <a:moveTo>
                  <a:pt x="875783" y="1021600"/>
                </a:moveTo>
                <a:lnTo>
                  <a:pt x="824950" y="988394"/>
                </a:lnTo>
                <a:moveTo>
                  <a:pt x="636164" y="1021751"/>
                </a:moveTo>
                <a:lnTo>
                  <a:pt x="526456" y="930447"/>
                </a:lnTo>
                <a:moveTo>
                  <a:pt x="2210787" y="528405"/>
                </a:moveTo>
                <a:lnTo>
                  <a:pt x="2170975" y="477842"/>
                </a:lnTo>
                <a:moveTo>
                  <a:pt x="742961" y="1028308"/>
                </a:moveTo>
                <a:lnTo>
                  <a:pt x="644591" y="1022228"/>
                </a:lnTo>
                <a:moveTo>
                  <a:pt x="1899260" y="846262"/>
                </a:moveTo>
                <a:lnTo>
                  <a:pt x="1865111" y="761769"/>
                </a:lnTo>
                <a:moveTo>
                  <a:pt x="644591" y="1022228"/>
                </a:moveTo>
                <a:lnTo>
                  <a:pt x="636164" y="1021751"/>
                </a:lnTo>
                <a:moveTo>
                  <a:pt x="572040" y="194185"/>
                </a:moveTo>
                <a:lnTo>
                  <a:pt x="517754" y="216673"/>
                </a:lnTo>
                <a:moveTo>
                  <a:pt x="742961" y="1028308"/>
                </a:moveTo>
                <a:lnTo>
                  <a:pt x="638337" y="1033746"/>
                </a:lnTo>
                <a:moveTo>
                  <a:pt x="978497" y="875458"/>
                </a:moveTo>
                <a:lnTo>
                  <a:pt x="947997" y="912571"/>
                </a:lnTo>
                <a:moveTo>
                  <a:pt x="638337" y="1033746"/>
                </a:moveTo>
                <a:lnTo>
                  <a:pt x="644591" y="1022228"/>
                </a:lnTo>
                <a:moveTo>
                  <a:pt x="534470" y="762712"/>
                </a:moveTo>
                <a:lnTo>
                  <a:pt x="536273" y="678565"/>
                </a:lnTo>
                <a:moveTo>
                  <a:pt x="638337" y="1033746"/>
                </a:moveTo>
                <a:lnTo>
                  <a:pt x="636164" y="1021751"/>
                </a:lnTo>
                <a:moveTo>
                  <a:pt x="1710149" y="275252"/>
                </a:moveTo>
                <a:lnTo>
                  <a:pt x="1644770" y="274033"/>
                </a:lnTo>
                <a:moveTo>
                  <a:pt x="2047879" y="856830"/>
                </a:moveTo>
                <a:lnTo>
                  <a:pt x="2013174" y="854147"/>
                </a:lnTo>
                <a:moveTo>
                  <a:pt x="507859" y="846255"/>
                </a:moveTo>
                <a:lnTo>
                  <a:pt x="519663" y="845206"/>
                </a:lnTo>
                <a:moveTo>
                  <a:pt x="1924925" y="848218"/>
                </a:moveTo>
                <a:lnTo>
                  <a:pt x="1865111" y="761769"/>
                </a:lnTo>
                <a:moveTo>
                  <a:pt x="2237220" y="866859"/>
                </a:moveTo>
                <a:lnTo>
                  <a:pt x="2175257" y="866004"/>
                </a:lnTo>
                <a:moveTo>
                  <a:pt x="2223753" y="780769"/>
                </a:moveTo>
                <a:lnTo>
                  <a:pt x="2192972" y="783880"/>
                </a:lnTo>
                <a:moveTo>
                  <a:pt x="978497" y="875458"/>
                </a:moveTo>
                <a:lnTo>
                  <a:pt x="954554" y="806799"/>
                </a:lnTo>
                <a:moveTo>
                  <a:pt x="533451" y="762940"/>
                </a:moveTo>
                <a:lnTo>
                  <a:pt x="534470" y="762712"/>
                </a:lnTo>
                <a:moveTo>
                  <a:pt x="533451" y="762940"/>
                </a:moveTo>
                <a:lnTo>
                  <a:pt x="536273" y="678565"/>
                </a:lnTo>
                <a:moveTo>
                  <a:pt x="948432" y="788040"/>
                </a:moveTo>
                <a:lnTo>
                  <a:pt x="935957" y="703975"/>
                </a:lnTo>
                <a:moveTo>
                  <a:pt x="783997" y="1030616"/>
                </a:moveTo>
                <a:lnTo>
                  <a:pt x="754762" y="1064740"/>
                </a:lnTo>
                <a:moveTo>
                  <a:pt x="435129" y="503904"/>
                </a:moveTo>
                <a:lnTo>
                  <a:pt x="434519" y="503482"/>
                </a:lnTo>
                <a:moveTo>
                  <a:pt x="856369" y="481597"/>
                </a:moveTo>
                <a:lnTo>
                  <a:pt x="829678" y="444782"/>
                </a:lnTo>
                <a:moveTo>
                  <a:pt x="434875" y="503941"/>
                </a:moveTo>
                <a:lnTo>
                  <a:pt x="435129" y="503904"/>
                </a:lnTo>
                <a:moveTo>
                  <a:pt x="434875" y="503941"/>
                </a:moveTo>
                <a:lnTo>
                  <a:pt x="434519" y="503482"/>
                </a:lnTo>
                <a:moveTo>
                  <a:pt x="2248570" y="618609"/>
                </a:moveTo>
                <a:lnTo>
                  <a:pt x="2208751" y="696004"/>
                </a:lnTo>
                <a:moveTo>
                  <a:pt x="1530712" y="404299"/>
                </a:moveTo>
                <a:lnTo>
                  <a:pt x="1543458" y="403232"/>
                </a:lnTo>
                <a:moveTo>
                  <a:pt x="929461" y="955304"/>
                </a:moveTo>
                <a:lnTo>
                  <a:pt x="978497" y="875458"/>
                </a:lnTo>
                <a:moveTo>
                  <a:pt x="754762" y="1064740"/>
                </a:moveTo>
                <a:lnTo>
                  <a:pt x="742961" y="1028308"/>
                </a:lnTo>
                <a:moveTo>
                  <a:pt x="506354" y="594767"/>
                </a:moveTo>
                <a:lnTo>
                  <a:pt x="510289" y="590883"/>
                </a:lnTo>
                <a:moveTo>
                  <a:pt x="2248570" y="618609"/>
                </a:moveTo>
                <a:lnTo>
                  <a:pt x="2217085" y="612349"/>
                </a:lnTo>
                <a:moveTo>
                  <a:pt x="1760521" y="315897"/>
                </a:moveTo>
                <a:lnTo>
                  <a:pt x="1710149" y="275252"/>
                </a:lnTo>
                <a:moveTo>
                  <a:pt x="526424" y="929977"/>
                </a:moveTo>
                <a:lnTo>
                  <a:pt x="507859" y="846255"/>
                </a:lnTo>
                <a:moveTo>
                  <a:pt x="535505" y="679161"/>
                </a:moveTo>
                <a:lnTo>
                  <a:pt x="536273" y="678565"/>
                </a:lnTo>
                <a:moveTo>
                  <a:pt x="2100228" y="861503"/>
                </a:moveTo>
                <a:lnTo>
                  <a:pt x="2027590" y="881714"/>
                </a:lnTo>
                <a:moveTo>
                  <a:pt x="754762" y="1064740"/>
                </a:moveTo>
                <a:lnTo>
                  <a:pt x="638337" y="1033746"/>
                </a:lnTo>
                <a:moveTo>
                  <a:pt x="484259" y="554317"/>
                </a:moveTo>
                <a:lnTo>
                  <a:pt x="497078" y="550186"/>
                </a:lnTo>
                <a:moveTo>
                  <a:pt x="1887759" y="426939"/>
                </a:moveTo>
                <a:lnTo>
                  <a:pt x="1824017" y="347492"/>
                </a:lnTo>
                <a:moveTo>
                  <a:pt x="1543458" y="403232"/>
                </a:moveTo>
                <a:lnTo>
                  <a:pt x="1537254" y="320754"/>
                </a:lnTo>
                <a:moveTo>
                  <a:pt x="2170975" y="477842"/>
                </a:moveTo>
                <a:lnTo>
                  <a:pt x="2051499" y="496054"/>
                </a:lnTo>
                <a:moveTo>
                  <a:pt x="507859" y="846255"/>
                </a:moveTo>
                <a:lnTo>
                  <a:pt x="534470" y="762712"/>
                </a:lnTo>
                <a:moveTo>
                  <a:pt x="1979399" y="769662"/>
                </a:moveTo>
                <a:lnTo>
                  <a:pt x="1924925" y="848218"/>
                </a:lnTo>
                <a:moveTo>
                  <a:pt x="533451" y="762940"/>
                </a:moveTo>
                <a:lnTo>
                  <a:pt x="535505" y="679161"/>
                </a:lnTo>
                <a:moveTo>
                  <a:pt x="1537254" y="320754"/>
                </a:moveTo>
                <a:lnTo>
                  <a:pt x="1550507" y="319552"/>
                </a:lnTo>
                <a:moveTo>
                  <a:pt x="935957" y="703975"/>
                </a:moveTo>
                <a:lnTo>
                  <a:pt x="953933" y="620510"/>
                </a:lnTo>
                <a:moveTo>
                  <a:pt x="390152" y="419198"/>
                </a:moveTo>
                <a:lnTo>
                  <a:pt x="411712" y="332241"/>
                </a:lnTo>
                <a:moveTo>
                  <a:pt x="1924925" y="848218"/>
                </a:moveTo>
                <a:lnTo>
                  <a:pt x="1963550" y="768754"/>
                </a:lnTo>
                <a:moveTo>
                  <a:pt x="929461" y="955304"/>
                </a:moveTo>
                <a:lnTo>
                  <a:pt x="875783" y="1021600"/>
                </a:lnTo>
                <a:moveTo>
                  <a:pt x="935616" y="536329"/>
                </a:moveTo>
                <a:lnTo>
                  <a:pt x="856369" y="481597"/>
                </a:lnTo>
                <a:moveTo>
                  <a:pt x="1933819" y="485313"/>
                </a:moveTo>
                <a:lnTo>
                  <a:pt x="1887759" y="426939"/>
                </a:lnTo>
                <a:moveTo>
                  <a:pt x="1566495" y="480819"/>
                </a:moveTo>
                <a:lnTo>
                  <a:pt x="1581393" y="443155"/>
                </a:lnTo>
                <a:moveTo>
                  <a:pt x="388553" y="335348"/>
                </a:moveTo>
                <a:lnTo>
                  <a:pt x="407318" y="247305"/>
                </a:lnTo>
                <a:moveTo>
                  <a:pt x="2246119" y="534741"/>
                </a:moveTo>
                <a:lnTo>
                  <a:pt x="2217085" y="612349"/>
                </a:lnTo>
                <a:moveTo>
                  <a:pt x="1642116" y="494636"/>
                </a:moveTo>
                <a:lnTo>
                  <a:pt x="1631375" y="490094"/>
                </a:lnTo>
                <a:moveTo>
                  <a:pt x="2143589" y="919581"/>
                </a:moveTo>
                <a:lnTo>
                  <a:pt x="2175257" y="866004"/>
                </a:lnTo>
                <a:moveTo>
                  <a:pt x="2208723" y="722111"/>
                </a:moveTo>
                <a:lnTo>
                  <a:pt x="2223753" y="780769"/>
                </a:lnTo>
                <a:moveTo>
                  <a:pt x="2237220" y="866859"/>
                </a:moveTo>
                <a:lnTo>
                  <a:pt x="2192972" y="783880"/>
                </a:lnTo>
                <a:moveTo>
                  <a:pt x="507859" y="846255"/>
                </a:moveTo>
                <a:lnTo>
                  <a:pt x="533451" y="762940"/>
                </a:lnTo>
                <a:moveTo>
                  <a:pt x="396785" y="251691"/>
                </a:moveTo>
                <a:lnTo>
                  <a:pt x="407318" y="247305"/>
                </a:lnTo>
                <a:moveTo>
                  <a:pt x="1818511" y="677031"/>
                </a:moveTo>
                <a:lnTo>
                  <a:pt x="1798802" y="754207"/>
                </a:lnTo>
                <a:moveTo>
                  <a:pt x="390152" y="419198"/>
                </a:moveTo>
                <a:lnTo>
                  <a:pt x="414064" y="416917"/>
                </a:lnTo>
                <a:moveTo>
                  <a:pt x="783781" y="189730"/>
                </a:moveTo>
                <a:lnTo>
                  <a:pt x="760231" y="123376"/>
                </a:lnTo>
                <a:moveTo>
                  <a:pt x="2143589" y="919581"/>
                </a:moveTo>
                <a:lnTo>
                  <a:pt x="2100228" y="861503"/>
                </a:lnTo>
                <a:moveTo>
                  <a:pt x="1741985" y="614884"/>
                </a:moveTo>
                <a:lnTo>
                  <a:pt x="1727558" y="584037"/>
                </a:lnTo>
                <a:moveTo>
                  <a:pt x="2216371" y="701793"/>
                </a:moveTo>
                <a:lnTo>
                  <a:pt x="2208751" y="696004"/>
                </a:lnTo>
                <a:moveTo>
                  <a:pt x="2013174" y="854147"/>
                </a:moveTo>
                <a:lnTo>
                  <a:pt x="1979399" y="769662"/>
                </a:lnTo>
                <a:moveTo>
                  <a:pt x="1755388" y="670147"/>
                </a:moveTo>
                <a:lnTo>
                  <a:pt x="1741985" y="614884"/>
                </a:lnTo>
                <a:moveTo>
                  <a:pt x="388553" y="335348"/>
                </a:moveTo>
                <a:lnTo>
                  <a:pt x="411712" y="332241"/>
                </a:lnTo>
                <a:moveTo>
                  <a:pt x="1873312" y="405496"/>
                </a:moveTo>
                <a:lnTo>
                  <a:pt x="1824017" y="347492"/>
                </a:lnTo>
                <a:moveTo>
                  <a:pt x="2208723" y="722111"/>
                </a:moveTo>
                <a:lnTo>
                  <a:pt x="2208751" y="696004"/>
                </a:lnTo>
                <a:moveTo>
                  <a:pt x="1811061" y="335968"/>
                </a:moveTo>
                <a:lnTo>
                  <a:pt x="1760521" y="315897"/>
                </a:lnTo>
                <a:moveTo>
                  <a:pt x="484259" y="554317"/>
                </a:moveTo>
                <a:lnTo>
                  <a:pt x="510289" y="590883"/>
                </a:lnTo>
                <a:moveTo>
                  <a:pt x="1641288" y="495714"/>
                </a:moveTo>
                <a:lnTo>
                  <a:pt x="1642116" y="494636"/>
                </a:lnTo>
                <a:moveTo>
                  <a:pt x="2246119" y="534741"/>
                </a:moveTo>
                <a:lnTo>
                  <a:pt x="2210787" y="528405"/>
                </a:lnTo>
                <a:moveTo>
                  <a:pt x="1732809" y="585883"/>
                </a:moveTo>
                <a:lnTo>
                  <a:pt x="1727558" y="584037"/>
                </a:lnTo>
                <a:moveTo>
                  <a:pt x="953933" y="620510"/>
                </a:moveTo>
                <a:lnTo>
                  <a:pt x="935616" y="536329"/>
                </a:lnTo>
                <a:moveTo>
                  <a:pt x="2100228" y="861503"/>
                </a:moveTo>
                <a:lnTo>
                  <a:pt x="2047879" y="856830"/>
                </a:lnTo>
                <a:moveTo>
                  <a:pt x="1578556" y="286288"/>
                </a:moveTo>
                <a:lnTo>
                  <a:pt x="1590509" y="296125"/>
                </a:lnTo>
                <a:moveTo>
                  <a:pt x="565330" y="1019768"/>
                </a:moveTo>
                <a:lnTo>
                  <a:pt x="526456" y="930447"/>
                </a:lnTo>
                <a:moveTo>
                  <a:pt x="1682290" y="521974"/>
                </a:moveTo>
                <a:lnTo>
                  <a:pt x="1694057" y="534815"/>
                </a:lnTo>
                <a:moveTo>
                  <a:pt x="783778" y="1033499"/>
                </a:moveTo>
                <a:lnTo>
                  <a:pt x="783997" y="1030616"/>
                </a:lnTo>
                <a:moveTo>
                  <a:pt x="636164" y="1021751"/>
                </a:moveTo>
                <a:lnTo>
                  <a:pt x="565330" y="1019768"/>
                </a:lnTo>
                <a:moveTo>
                  <a:pt x="1641288" y="495714"/>
                </a:moveTo>
                <a:lnTo>
                  <a:pt x="1631375" y="490094"/>
                </a:lnTo>
                <a:moveTo>
                  <a:pt x="1865111" y="761769"/>
                </a:moveTo>
                <a:lnTo>
                  <a:pt x="1852127" y="747215"/>
                </a:lnTo>
                <a:moveTo>
                  <a:pt x="1987386" y="474419"/>
                </a:moveTo>
                <a:lnTo>
                  <a:pt x="1933819" y="485313"/>
                </a:lnTo>
                <a:moveTo>
                  <a:pt x="809954" y="1027644"/>
                </a:moveTo>
                <a:lnTo>
                  <a:pt x="824950" y="988394"/>
                </a:lnTo>
                <a:moveTo>
                  <a:pt x="1824017" y="347492"/>
                </a:moveTo>
                <a:lnTo>
                  <a:pt x="1779839" y="337555"/>
                </a:lnTo>
                <a:moveTo>
                  <a:pt x="907376" y="512001"/>
                </a:moveTo>
                <a:lnTo>
                  <a:pt x="856369" y="481597"/>
                </a:lnTo>
                <a:moveTo>
                  <a:pt x="638337" y="1033746"/>
                </a:moveTo>
                <a:lnTo>
                  <a:pt x="565330" y="1019768"/>
                </a:lnTo>
                <a:moveTo>
                  <a:pt x="760231" y="123376"/>
                </a:moveTo>
                <a:lnTo>
                  <a:pt x="694954" y="120512"/>
                </a:lnTo>
                <a:moveTo>
                  <a:pt x="1963550" y="768754"/>
                </a:moveTo>
                <a:lnTo>
                  <a:pt x="1865111" y="761769"/>
                </a:lnTo>
                <a:moveTo>
                  <a:pt x="1530712" y="404299"/>
                </a:moveTo>
                <a:lnTo>
                  <a:pt x="1537254" y="320754"/>
                </a:lnTo>
                <a:moveTo>
                  <a:pt x="434519" y="503482"/>
                </a:moveTo>
                <a:lnTo>
                  <a:pt x="390152" y="419198"/>
                </a:lnTo>
                <a:moveTo>
                  <a:pt x="572040" y="194185"/>
                </a:moveTo>
                <a:lnTo>
                  <a:pt x="453192" y="202277"/>
                </a:lnTo>
                <a:moveTo>
                  <a:pt x="954554" y="806799"/>
                </a:moveTo>
                <a:lnTo>
                  <a:pt x="910524" y="789462"/>
                </a:lnTo>
                <a:moveTo>
                  <a:pt x="829678" y="444782"/>
                </a:moveTo>
                <a:lnTo>
                  <a:pt x="787496" y="358956"/>
                </a:lnTo>
                <a:moveTo>
                  <a:pt x="988456" y="1113115"/>
                </a:moveTo>
                <a:lnTo>
                  <a:pt x="972907" y="1127878"/>
                </a:lnTo>
                <a:moveTo>
                  <a:pt x="1741985" y="614884"/>
                </a:moveTo>
                <a:lnTo>
                  <a:pt x="1732809" y="585883"/>
                </a:lnTo>
                <a:moveTo>
                  <a:pt x="572040" y="194185"/>
                </a:moveTo>
                <a:lnTo>
                  <a:pt x="587501" y="177271"/>
                </a:lnTo>
                <a:moveTo>
                  <a:pt x="2084419" y="818199"/>
                </a:moveTo>
                <a:lnTo>
                  <a:pt x="2047879" y="856830"/>
                </a:lnTo>
                <a:moveTo>
                  <a:pt x="1969575" y="761715"/>
                </a:moveTo>
                <a:lnTo>
                  <a:pt x="1865111" y="761769"/>
                </a:lnTo>
                <a:moveTo>
                  <a:pt x="638337" y="1033746"/>
                </a:moveTo>
                <a:lnTo>
                  <a:pt x="573134" y="1029687"/>
                </a:lnTo>
                <a:moveTo>
                  <a:pt x="2051499" y="496054"/>
                </a:moveTo>
                <a:lnTo>
                  <a:pt x="1987386" y="474419"/>
                </a:lnTo>
                <a:moveTo>
                  <a:pt x="1779839" y="337555"/>
                </a:moveTo>
                <a:lnTo>
                  <a:pt x="1811061" y="335968"/>
                </a:lnTo>
                <a:moveTo>
                  <a:pt x="535505" y="679161"/>
                </a:moveTo>
                <a:lnTo>
                  <a:pt x="506354" y="594767"/>
                </a:lnTo>
                <a:moveTo>
                  <a:pt x="910524" y="789462"/>
                </a:moveTo>
                <a:lnTo>
                  <a:pt x="948432" y="788040"/>
                </a:lnTo>
                <a:moveTo>
                  <a:pt x="2072509" y="777137"/>
                </a:moveTo>
                <a:lnTo>
                  <a:pt x="2013174" y="854147"/>
                </a:lnTo>
                <a:moveTo>
                  <a:pt x="785686" y="274349"/>
                </a:moveTo>
                <a:lnTo>
                  <a:pt x="783781" y="189730"/>
                </a:lnTo>
                <a:moveTo>
                  <a:pt x="856369" y="481597"/>
                </a:moveTo>
                <a:lnTo>
                  <a:pt x="812501" y="446513"/>
                </a:lnTo>
                <a:moveTo>
                  <a:pt x="783778" y="1033499"/>
                </a:moveTo>
                <a:lnTo>
                  <a:pt x="754762" y="1064740"/>
                </a:lnTo>
                <a:moveTo>
                  <a:pt x="1933819" y="485313"/>
                </a:moveTo>
                <a:lnTo>
                  <a:pt x="1894416" y="429479"/>
                </a:lnTo>
                <a:moveTo>
                  <a:pt x="2175257" y="866004"/>
                </a:moveTo>
                <a:lnTo>
                  <a:pt x="2100228" y="861503"/>
                </a:lnTo>
                <a:moveTo>
                  <a:pt x="1979399" y="769662"/>
                </a:moveTo>
                <a:lnTo>
                  <a:pt x="1963550" y="768754"/>
                </a:lnTo>
                <a:moveTo>
                  <a:pt x="1760521" y="315897"/>
                </a:moveTo>
                <a:lnTo>
                  <a:pt x="1644770" y="274033"/>
                </a:lnTo>
                <a:moveTo>
                  <a:pt x="829678" y="444782"/>
                </a:moveTo>
                <a:lnTo>
                  <a:pt x="796496" y="391572"/>
                </a:lnTo>
                <a:moveTo>
                  <a:pt x="948432" y="788040"/>
                </a:moveTo>
                <a:lnTo>
                  <a:pt x="916993" y="705908"/>
                </a:lnTo>
                <a:moveTo>
                  <a:pt x="1818511" y="677031"/>
                </a:moveTo>
                <a:lnTo>
                  <a:pt x="1755388" y="670147"/>
                </a:lnTo>
                <a:moveTo>
                  <a:pt x="689658" y="1059091"/>
                </a:moveTo>
                <a:lnTo>
                  <a:pt x="638337" y="1033746"/>
                </a:lnTo>
                <a:moveTo>
                  <a:pt x="1969575" y="761715"/>
                </a:moveTo>
                <a:lnTo>
                  <a:pt x="1852127" y="747215"/>
                </a:lnTo>
                <a:moveTo>
                  <a:pt x="787496" y="358956"/>
                </a:moveTo>
                <a:lnTo>
                  <a:pt x="785686" y="274349"/>
                </a:lnTo>
                <a:moveTo>
                  <a:pt x="1578556" y="286288"/>
                </a:moveTo>
                <a:lnTo>
                  <a:pt x="1550507" y="319552"/>
                </a:lnTo>
                <a:moveTo>
                  <a:pt x="2072509" y="777137"/>
                </a:moveTo>
                <a:lnTo>
                  <a:pt x="2047879" y="856830"/>
                </a:lnTo>
                <a:moveTo>
                  <a:pt x="484259" y="554317"/>
                </a:moveTo>
                <a:lnTo>
                  <a:pt x="434875" y="503941"/>
                </a:lnTo>
                <a:moveTo>
                  <a:pt x="2107435" y="446954"/>
                </a:moveTo>
                <a:lnTo>
                  <a:pt x="2051499" y="496054"/>
                </a:lnTo>
                <a:moveTo>
                  <a:pt x="1979399" y="769662"/>
                </a:moveTo>
                <a:lnTo>
                  <a:pt x="1969575" y="761715"/>
                </a:lnTo>
                <a:moveTo>
                  <a:pt x="694954" y="120512"/>
                </a:moveTo>
                <a:lnTo>
                  <a:pt x="587501" y="177271"/>
                </a:lnTo>
                <a:moveTo>
                  <a:pt x="2246119" y="534741"/>
                </a:moveTo>
                <a:lnTo>
                  <a:pt x="2170975" y="477842"/>
                </a:lnTo>
                <a:moveTo>
                  <a:pt x="1969575" y="761715"/>
                </a:moveTo>
                <a:lnTo>
                  <a:pt x="1963550" y="768754"/>
                </a:lnTo>
                <a:moveTo>
                  <a:pt x="809954" y="1027644"/>
                </a:moveTo>
                <a:lnTo>
                  <a:pt x="783997" y="1030616"/>
                </a:lnTo>
                <a:moveTo>
                  <a:pt x="960065" y="1129186"/>
                </a:moveTo>
                <a:lnTo>
                  <a:pt x="972907" y="1127878"/>
                </a:lnTo>
                <a:moveTo>
                  <a:pt x="1887759" y="426939"/>
                </a:moveTo>
                <a:lnTo>
                  <a:pt x="1873312" y="405496"/>
                </a:lnTo>
                <a:moveTo>
                  <a:pt x="754762" y="1064740"/>
                </a:moveTo>
                <a:lnTo>
                  <a:pt x="689658" y="1059091"/>
                </a:lnTo>
                <a:moveTo>
                  <a:pt x="396785" y="251691"/>
                </a:moveTo>
                <a:lnTo>
                  <a:pt x="453192" y="202277"/>
                </a:lnTo>
                <a:moveTo>
                  <a:pt x="2175257" y="866004"/>
                </a:moveTo>
                <a:lnTo>
                  <a:pt x="2192972" y="783880"/>
                </a:lnTo>
                <a:moveTo>
                  <a:pt x="2175257" y="866004"/>
                </a:moveTo>
                <a:lnTo>
                  <a:pt x="2084419" y="818199"/>
                </a:lnTo>
                <a:moveTo>
                  <a:pt x="926939" y="960304"/>
                </a:moveTo>
                <a:lnTo>
                  <a:pt x="929461" y="955304"/>
                </a:lnTo>
                <a:moveTo>
                  <a:pt x="1682290" y="521974"/>
                </a:moveTo>
                <a:lnTo>
                  <a:pt x="1727558" y="584037"/>
                </a:lnTo>
                <a:moveTo>
                  <a:pt x="2100228" y="861503"/>
                </a:moveTo>
                <a:lnTo>
                  <a:pt x="2084419" y="818199"/>
                </a:lnTo>
                <a:moveTo>
                  <a:pt x="1809810" y="374006"/>
                </a:moveTo>
                <a:lnTo>
                  <a:pt x="1824017" y="347492"/>
                </a:lnTo>
                <a:moveTo>
                  <a:pt x="978497" y="875458"/>
                </a:moveTo>
                <a:lnTo>
                  <a:pt x="910524" y="789462"/>
                </a:lnTo>
                <a:moveTo>
                  <a:pt x="916993" y="705908"/>
                </a:moveTo>
                <a:lnTo>
                  <a:pt x="935957" y="703975"/>
                </a:lnTo>
                <a:moveTo>
                  <a:pt x="1631375" y="490094"/>
                </a:moveTo>
                <a:lnTo>
                  <a:pt x="1566495" y="480819"/>
                </a:lnTo>
                <a:moveTo>
                  <a:pt x="796496" y="391572"/>
                </a:moveTo>
                <a:lnTo>
                  <a:pt x="787496" y="358956"/>
                </a:lnTo>
                <a:moveTo>
                  <a:pt x="935616" y="536329"/>
                </a:moveTo>
                <a:lnTo>
                  <a:pt x="907376" y="512001"/>
                </a:lnTo>
                <a:moveTo>
                  <a:pt x="2170975" y="477842"/>
                </a:moveTo>
                <a:lnTo>
                  <a:pt x="2107435" y="446954"/>
                </a:lnTo>
                <a:moveTo>
                  <a:pt x="526456" y="930447"/>
                </a:moveTo>
                <a:lnTo>
                  <a:pt x="496083" y="933610"/>
                </a:lnTo>
                <a:moveTo>
                  <a:pt x="812501" y="446513"/>
                </a:moveTo>
                <a:lnTo>
                  <a:pt x="829678" y="444782"/>
                </a:lnTo>
                <a:moveTo>
                  <a:pt x="726848" y="189515"/>
                </a:moveTo>
                <a:lnTo>
                  <a:pt x="760231" y="123376"/>
                </a:lnTo>
                <a:moveTo>
                  <a:pt x="1002834" y="543294"/>
                </a:moveTo>
                <a:lnTo>
                  <a:pt x="953933" y="620510"/>
                </a:lnTo>
                <a:moveTo>
                  <a:pt x="1852127" y="747215"/>
                </a:moveTo>
                <a:lnTo>
                  <a:pt x="1818511" y="677031"/>
                </a:lnTo>
                <a:moveTo>
                  <a:pt x="464337" y="510120"/>
                </a:moveTo>
                <a:lnTo>
                  <a:pt x="434519" y="503482"/>
                </a:lnTo>
                <a:moveTo>
                  <a:pt x="1566495" y="480819"/>
                </a:moveTo>
                <a:lnTo>
                  <a:pt x="1530712" y="404299"/>
                </a:lnTo>
                <a:moveTo>
                  <a:pt x="464337" y="510120"/>
                </a:moveTo>
                <a:lnTo>
                  <a:pt x="434875" y="503941"/>
                </a:lnTo>
                <a:moveTo>
                  <a:pt x="526424" y="929977"/>
                </a:moveTo>
                <a:lnTo>
                  <a:pt x="504207" y="850266"/>
                </a:lnTo>
                <a:moveTo>
                  <a:pt x="1797882" y="592805"/>
                </a:moveTo>
                <a:lnTo>
                  <a:pt x="1755388" y="670147"/>
                </a:lnTo>
                <a:moveTo>
                  <a:pt x="526456" y="930447"/>
                </a:moveTo>
                <a:lnTo>
                  <a:pt x="504207" y="850266"/>
                </a:lnTo>
                <a:moveTo>
                  <a:pt x="988016" y="626821"/>
                </a:moveTo>
                <a:lnTo>
                  <a:pt x="953933" y="620510"/>
                </a:lnTo>
                <a:moveTo>
                  <a:pt x="960065" y="1129186"/>
                </a:moveTo>
                <a:lnTo>
                  <a:pt x="988456" y="1113115"/>
                </a:lnTo>
                <a:moveTo>
                  <a:pt x="2222298" y="503140"/>
                </a:moveTo>
                <a:lnTo>
                  <a:pt x="2170975" y="477842"/>
                </a:lnTo>
                <a:moveTo>
                  <a:pt x="2072509" y="777137"/>
                </a:moveTo>
                <a:lnTo>
                  <a:pt x="1979399" y="769662"/>
                </a:lnTo>
                <a:moveTo>
                  <a:pt x="1575819" y="494413"/>
                </a:moveTo>
                <a:lnTo>
                  <a:pt x="1631375" y="490094"/>
                </a:lnTo>
                <a:moveTo>
                  <a:pt x="1921568" y="480278"/>
                </a:moveTo>
                <a:lnTo>
                  <a:pt x="1933819" y="485313"/>
                </a:lnTo>
                <a:moveTo>
                  <a:pt x="1741985" y="614884"/>
                </a:moveTo>
                <a:lnTo>
                  <a:pt x="1786674" y="591556"/>
                </a:lnTo>
                <a:moveTo>
                  <a:pt x="988016" y="626821"/>
                </a:moveTo>
                <a:lnTo>
                  <a:pt x="935957" y="703975"/>
                </a:lnTo>
                <a:moveTo>
                  <a:pt x="573134" y="1029687"/>
                </a:moveTo>
                <a:lnTo>
                  <a:pt x="565330" y="1019768"/>
                </a:lnTo>
                <a:moveTo>
                  <a:pt x="1779839" y="337555"/>
                </a:moveTo>
                <a:lnTo>
                  <a:pt x="1760521" y="315897"/>
                </a:lnTo>
                <a:moveTo>
                  <a:pt x="843252" y="490545"/>
                </a:moveTo>
                <a:lnTo>
                  <a:pt x="856369" y="481597"/>
                </a:lnTo>
                <a:moveTo>
                  <a:pt x="2175257" y="866004"/>
                </a:moveTo>
                <a:lnTo>
                  <a:pt x="2101990" y="779335"/>
                </a:lnTo>
                <a:moveTo>
                  <a:pt x="918441" y="1186669"/>
                </a:moveTo>
                <a:lnTo>
                  <a:pt x="972907" y="1127878"/>
                </a:lnTo>
                <a:moveTo>
                  <a:pt x="504972" y="220218"/>
                </a:moveTo>
                <a:lnTo>
                  <a:pt x="453192" y="202277"/>
                </a:lnTo>
                <a:moveTo>
                  <a:pt x="2248570" y="618609"/>
                </a:moveTo>
                <a:lnTo>
                  <a:pt x="2246119" y="534741"/>
                </a:lnTo>
                <a:moveTo>
                  <a:pt x="1894416" y="429479"/>
                </a:moveTo>
                <a:lnTo>
                  <a:pt x="1887759" y="426939"/>
                </a:lnTo>
                <a:moveTo>
                  <a:pt x="1644770" y="274033"/>
                </a:moveTo>
                <a:lnTo>
                  <a:pt x="1578556" y="286288"/>
                </a:lnTo>
                <a:moveTo>
                  <a:pt x="390152" y="419198"/>
                </a:moveTo>
                <a:lnTo>
                  <a:pt x="388553" y="335348"/>
                </a:lnTo>
                <a:moveTo>
                  <a:pt x="1578556" y="286288"/>
                </a:moveTo>
                <a:lnTo>
                  <a:pt x="1537254" y="320754"/>
                </a:lnTo>
                <a:moveTo>
                  <a:pt x="1682290" y="521974"/>
                </a:moveTo>
                <a:lnTo>
                  <a:pt x="1641288" y="495714"/>
                </a:lnTo>
                <a:moveTo>
                  <a:pt x="926939" y="960304"/>
                </a:moveTo>
                <a:lnTo>
                  <a:pt x="978497" y="875458"/>
                </a:lnTo>
                <a:moveTo>
                  <a:pt x="1641288" y="495714"/>
                </a:moveTo>
                <a:lnTo>
                  <a:pt x="1575819" y="494413"/>
                </a:lnTo>
                <a:moveTo>
                  <a:pt x="1852127" y="747215"/>
                </a:moveTo>
                <a:lnTo>
                  <a:pt x="1896086" y="682822"/>
                </a:lnTo>
                <a:moveTo>
                  <a:pt x="875783" y="1021600"/>
                </a:moveTo>
                <a:lnTo>
                  <a:pt x="809954" y="1027644"/>
                </a:lnTo>
                <a:moveTo>
                  <a:pt x="1786674" y="591556"/>
                </a:moveTo>
                <a:lnTo>
                  <a:pt x="1732809" y="585883"/>
                </a:lnTo>
                <a:moveTo>
                  <a:pt x="1797882" y="592805"/>
                </a:moveTo>
                <a:lnTo>
                  <a:pt x="1741985" y="614884"/>
                </a:lnTo>
                <a:moveTo>
                  <a:pt x="2216371" y="701793"/>
                </a:moveTo>
                <a:lnTo>
                  <a:pt x="2248570" y="618609"/>
                </a:lnTo>
                <a:moveTo>
                  <a:pt x="1926403" y="684798"/>
                </a:moveTo>
                <a:lnTo>
                  <a:pt x="1852127" y="747215"/>
                </a:lnTo>
                <a:moveTo>
                  <a:pt x="560023" y="1020561"/>
                </a:moveTo>
                <a:lnTo>
                  <a:pt x="565330" y="1019768"/>
                </a:lnTo>
                <a:moveTo>
                  <a:pt x="506354" y="594767"/>
                </a:moveTo>
                <a:lnTo>
                  <a:pt x="484259" y="554317"/>
                </a:lnTo>
                <a:moveTo>
                  <a:pt x="637354" y="183893"/>
                </a:moveTo>
                <a:lnTo>
                  <a:pt x="587501" y="177271"/>
                </a:lnTo>
                <a:moveTo>
                  <a:pt x="1732809" y="585883"/>
                </a:moveTo>
                <a:lnTo>
                  <a:pt x="1682290" y="521974"/>
                </a:lnTo>
                <a:moveTo>
                  <a:pt x="541791" y="768744"/>
                </a:moveTo>
                <a:lnTo>
                  <a:pt x="533451" y="762940"/>
                </a:lnTo>
                <a:moveTo>
                  <a:pt x="1002834" y="543294"/>
                </a:moveTo>
                <a:lnTo>
                  <a:pt x="935616" y="536329"/>
                </a:lnTo>
                <a:moveTo>
                  <a:pt x="2084419" y="818199"/>
                </a:moveTo>
                <a:lnTo>
                  <a:pt x="2072509" y="777137"/>
                </a:lnTo>
                <a:moveTo>
                  <a:pt x="783778" y="1033499"/>
                </a:moveTo>
                <a:lnTo>
                  <a:pt x="689658" y="1059091"/>
                </a:lnTo>
                <a:moveTo>
                  <a:pt x="549610" y="685079"/>
                </a:moveTo>
                <a:lnTo>
                  <a:pt x="533451" y="762940"/>
                </a:lnTo>
                <a:moveTo>
                  <a:pt x="978497" y="875458"/>
                </a:moveTo>
                <a:lnTo>
                  <a:pt x="934320" y="876866"/>
                </a:lnTo>
                <a:moveTo>
                  <a:pt x="507859" y="846255"/>
                </a:moveTo>
                <a:lnTo>
                  <a:pt x="504207" y="850266"/>
                </a:lnTo>
                <a:moveTo>
                  <a:pt x="572040" y="194185"/>
                </a:moveTo>
                <a:lnTo>
                  <a:pt x="504972" y="220218"/>
                </a:lnTo>
                <a:moveTo>
                  <a:pt x="787496" y="358956"/>
                </a:moveTo>
                <a:lnTo>
                  <a:pt x="715738" y="356856"/>
                </a:lnTo>
                <a:moveTo>
                  <a:pt x="388553" y="335348"/>
                </a:moveTo>
                <a:lnTo>
                  <a:pt x="396785" y="251691"/>
                </a:lnTo>
                <a:moveTo>
                  <a:pt x="1695958" y="301509"/>
                </a:moveTo>
                <a:lnTo>
                  <a:pt x="1644770" y="274033"/>
                </a:lnTo>
                <a:moveTo>
                  <a:pt x="812501" y="446513"/>
                </a:moveTo>
                <a:lnTo>
                  <a:pt x="796496" y="391572"/>
                </a:lnTo>
                <a:moveTo>
                  <a:pt x="2208723" y="722111"/>
                </a:moveTo>
                <a:lnTo>
                  <a:pt x="2192972" y="783880"/>
                </a:lnTo>
                <a:moveTo>
                  <a:pt x="1894416" y="429479"/>
                </a:moveTo>
                <a:lnTo>
                  <a:pt x="1873312" y="405496"/>
                </a:lnTo>
                <a:moveTo>
                  <a:pt x="926939" y="960304"/>
                </a:moveTo>
                <a:lnTo>
                  <a:pt x="875783" y="1021600"/>
                </a:lnTo>
                <a:moveTo>
                  <a:pt x="783781" y="189730"/>
                </a:moveTo>
                <a:lnTo>
                  <a:pt x="726848" y="189515"/>
                </a:lnTo>
                <a:moveTo>
                  <a:pt x="623026" y="224932"/>
                </a:moveTo>
                <a:lnTo>
                  <a:pt x="587501" y="177271"/>
                </a:lnTo>
                <a:moveTo>
                  <a:pt x="689658" y="1059091"/>
                </a:moveTo>
                <a:lnTo>
                  <a:pt x="573134" y="1029687"/>
                </a:lnTo>
                <a:moveTo>
                  <a:pt x="573134" y="1029687"/>
                </a:moveTo>
                <a:lnTo>
                  <a:pt x="560023" y="1020561"/>
                </a:lnTo>
                <a:moveTo>
                  <a:pt x="2192972" y="783880"/>
                </a:moveTo>
                <a:lnTo>
                  <a:pt x="2101990" y="779335"/>
                </a:lnTo>
                <a:moveTo>
                  <a:pt x="2084419" y="818199"/>
                </a:moveTo>
                <a:lnTo>
                  <a:pt x="2101990" y="779335"/>
                </a:lnTo>
                <a:moveTo>
                  <a:pt x="716849" y="441374"/>
                </a:moveTo>
                <a:lnTo>
                  <a:pt x="787496" y="358956"/>
                </a:lnTo>
                <a:moveTo>
                  <a:pt x="1796552" y="587858"/>
                </a:moveTo>
                <a:lnTo>
                  <a:pt x="1732809" y="585883"/>
                </a:lnTo>
                <a:moveTo>
                  <a:pt x="549610" y="685079"/>
                </a:moveTo>
                <a:lnTo>
                  <a:pt x="535505" y="679161"/>
                </a:lnTo>
                <a:moveTo>
                  <a:pt x="1969575" y="761715"/>
                </a:moveTo>
                <a:lnTo>
                  <a:pt x="1926403" y="684798"/>
                </a:lnTo>
                <a:moveTo>
                  <a:pt x="785686" y="274349"/>
                </a:moveTo>
                <a:lnTo>
                  <a:pt x="725167" y="273678"/>
                </a:lnTo>
                <a:moveTo>
                  <a:pt x="785686" y="274349"/>
                </a:moveTo>
                <a:lnTo>
                  <a:pt x="726848" y="189515"/>
                </a:lnTo>
                <a:moveTo>
                  <a:pt x="541791" y="768744"/>
                </a:moveTo>
                <a:lnTo>
                  <a:pt x="507859" y="846255"/>
                </a:lnTo>
                <a:moveTo>
                  <a:pt x="573134" y="1029687"/>
                </a:moveTo>
                <a:lnTo>
                  <a:pt x="585456" y="1022328"/>
                </a:lnTo>
                <a:moveTo>
                  <a:pt x="2107435" y="446954"/>
                </a:moveTo>
                <a:lnTo>
                  <a:pt x="1987386" y="474419"/>
                </a:lnTo>
                <a:moveTo>
                  <a:pt x="950987" y="661704"/>
                </a:moveTo>
                <a:lnTo>
                  <a:pt x="935957" y="703975"/>
                </a:lnTo>
                <a:moveTo>
                  <a:pt x="754411" y="443298"/>
                </a:moveTo>
                <a:lnTo>
                  <a:pt x="796496" y="391572"/>
                </a:lnTo>
                <a:moveTo>
                  <a:pt x="787496" y="358956"/>
                </a:moveTo>
                <a:lnTo>
                  <a:pt x="725167" y="273678"/>
                </a:lnTo>
                <a:moveTo>
                  <a:pt x="2042956" y="692735"/>
                </a:moveTo>
                <a:lnTo>
                  <a:pt x="1979399" y="769662"/>
                </a:lnTo>
                <a:moveTo>
                  <a:pt x="1760521" y="315897"/>
                </a:moveTo>
                <a:lnTo>
                  <a:pt x="1695958" y="301509"/>
                </a:lnTo>
                <a:moveTo>
                  <a:pt x="783778" y="1033499"/>
                </a:moveTo>
                <a:lnTo>
                  <a:pt x="701781" y="1030096"/>
                </a:lnTo>
                <a:moveTo>
                  <a:pt x="809954" y="1027644"/>
                </a:moveTo>
                <a:lnTo>
                  <a:pt x="783778" y="1033499"/>
                </a:lnTo>
                <a:moveTo>
                  <a:pt x="623026" y="224932"/>
                </a:moveTo>
                <a:lnTo>
                  <a:pt x="572040" y="194185"/>
                </a:lnTo>
                <a:moveTo>
                  <a:pt x="2216371" y="701793"/>
                </a:moveTo>
                <a:lnTo>
                  <a:pt x="2208723" y="722111"/>
                </a:lnTo>
                <a:moveTo>
                  <a:pt x="1969575" y="761715"/>
                </a:moveTo>
                <a:lnTo>
                  <a:pt x="2013284" y="690702"/>
                </a:lnTo>
                <a:moveTo>
                  <a:pt x="796496" y="391572"/>
                </a:moveTo>
                <a:lnTo>
                  <a:pt x="716849" y="441374"/>
                </a:lnTo>
                <a:moveTo>
                  <a:pt x="545552" y="601180"/>
                </a:moveTo>
                <a:lnTo>
                  <a:pt x="535505" y="679161"/>
                </a:lnTo>
                <a:moveTo>
                  <a:pt x="2101990" y="779335"/>
                </a:moveTo>
                <a:lnTo>
                  <a:pt x="2072509" y="777137"/>
                </a:lnTo>
                <a:moveTo>
                  <a:pt x="464337" y="510120"/>
                </a:moveTo>
                <a:lnTo>
                  <a:pt x="390152" y="419198"/>
                </a:lnTo>
                <a:moveTo>
                  <a:pt x="565330" y="1019768"/>
                </a:moveTo>
                <a:lnTo>
                  <a:pt x="496083" y="933610"/>
                </a:lnTo>
                <a:moveTo>
                  <a:pt x="585456" y="1022328"/>
                </a:moveTo>
                <a:lnTo>
                  <a:pt x="560023" y="1020561"/>
                </a:lnTo>
                <a:moveTo>
                  <a:pt x="520472" y="823349"/>
                </a:moveTo>
                <a:lnTo>
                  <a:pt x="507859" y="846255"/>
                </a:lnTo>
                <a:moveTo>
                  <a:pt x="2042956" y="692735"/>
                </a:moveTo>
                <a:lnTo>
                  <a:pt x="1969575" y="761715"/>
                </a:lnTo>
                <a:moveTo>
                  <a:pt x="2246119" y="534741"/>
                </a:moveTo>
                <a:lnTo>
                  <a:pt x="2222298" y="503140"/>
                </a:lnTo>
                <a:moveTo>
                  <a:pt x="910524" y="789462"/>
                </a:moveTo>
                <a:lnTo>
                  <a:pt x="916993" y="705908"/>
                </a:lnTo>
                <a:moveTo>
                  <a:pt x="1002834" y="543294"/>
                </a:moveTo>
                <a:lnTo>
                  <a:pt x="907376" y="512001"/>
                </a:lnTo>
                <a:moveTo>
                  <a:pt x="2214118" y="702193"/>
                </a:moveTo>
                <a:lnTo>
                  <a:pt x="2216371" y="701793"/>
                </a:lnTo>
                <a:moveTo>
                  <a:pt x="637354" y="183893"/>
                </a:moveTo>
                <a:lnTo>
                  <a:pt x="694954" y="120512"/>
                </a:lnTo>
                <a:moveTo>
                  <a:pt x="1042744" y="1090593"/>
                </a:moveTo>
                <a:lnTo>
                  <a:pt x="988456" y="1113115"/>
                </a:lnTo>
                <a:moveTo>
                  <a:pt x="726848" y="189515"/>
                </a:moveTo>
                <a:lnTo>
                  <a:pt x="694954" y="120512"/>
                </a:lnTo>
                <a:moveTo>
                  <a:pt x="2182074" y="701117"/>
                </a:moveTo>
                <a:lnTo>
                  <a:pt x="2192972" y="783880"/>
                </a:lnTo>
                <a:moveTo>
                  <a:pt x="2214118" y="702193"/>
                </a:moveTo>
                <a:lnTo>
                  <a:pt x="2208723" y="722111"/>
                </a:lnTo>
                <a:moveTo>
                  <a:pt x="666572" y="1028301"/>
                </a:moveTo>
                <a:lnTo>
                  <a:pt x="573134" y="1029687"/>
                </a:lnTo>
                <a:moveTo>
                  <a:pt x="918441" y="1186669"/>
                </a:moveTo>
                <a:lnTo>
                  <a:pt x="960065" y="1129186"/>
                </a:lnTo>
                <a:moveTo>
                  <a:pt x="1896086" y="682822"/>
                </a:moveTo>
                <a:lnTo>
                  <a:pt x="1818511" y="677031"/>
                </a:lnTo>
                <a:moveTo>
                  <a:pt x="504972" y="220218"/>
                </a:moveTo>
                <a:lnTo>
                  <a:pt x="396785" y="251691"/>
                </a:lnTo>
                <a:moveTo>
                  <a:pt x="1873312" y="405496"/>
                </a:moveTo>
                <a:lnTo>
                  <a:pt x="1809810" y="374006"/>
                </a:lnTo>
                <a:moveTo>
                  <a:pt x="689658" y="1059091"/>
                </a:moveTo>
                <a:lnTo>
                  <a:pt x="701781" y="1030096"/>
                </a:lnTo>
                <a:moveTo>
                  <a:pt x="812501" y="446513"/>
                </a:moveTo>
                <a:lnTo>
                  <a:pt x="754411" y="443298"/>
                </a:lnTo>
                <a:moveTo>
                  <a:pt x="399378" y="337698"/>
                </a:moveTo>
                <a:lnTo>
                  <a:pt x="388553" y="335348"/>
                </a:lnTo>
                <a:moveTo>
                  <a:pt x="2237626" y="620805"/>
                </a:moveTo>
                <a:lnTo>
                  <a:pt x="2248570" y="618609"/>
                </a:lnTo>
                <a:moveTo>
                  <a:pt x="2222298" y="503140"/>
                </a:moveTo>
                <a:lnTo>
                  <a:pt x="2107435" y="446954"/>
                </a:lnTo>
                <a:moveTo>
                  <a:pt x="1575819" y="494413"/>
                </a:moveTo>
                <a:lnTo>
                  <a:pt x="1566495" y="480819"/>
                </a:lnTo>
                <a:moveTo>
                  <a:pt x="1818511" y="677031"/>
                </a:moveTo>
                <a:lnTo>
                  <a:pt x="1797882" y="592805"/>
                </a:lnTo>
                <a:moveTo>
                  <a:pt x="2248570" y="618609"/>
                </a:moveTo>
                <a:lnTo>
                  <a:pt x="2242988" y="537110"/>
                </a:lnTo>
                <a:moveTo>
                  <a:pt x="689658" y="1059091"/>
                </a:moveTo>
                <a:lnTo>
                  <a:pt x="666572" y="1028301"/>
                </a:lnTo>
                <a:moveTo>
                  <a:pt x="484259" y="554317"/>
                </a:moveTo>
                <a:lnTo>
                  <a:pt x="464337" y="510120"/>
                </a:lnTo>
                <a:moveTo>
                  <a:pt x="567805" y="517799"/>
                </a:moveTo>
                <a:lnTo>
                  <a:pt x="506354" y="594767"/>
                </a:lnTo>
                <a:moveTo>
                  <a:pt x="560023" y="1020561"/>
                </a:moveTo>
                <a:lnTo>
                  <a:pt x="496083" y="933610"/>
                </a:lnTo>
                <a:moveTo>
                  <a:pt x="666572" y="1028301"/>
                </a:moveTo>
                <a:lnTo>
                  <a:pt x="585456" y="1022328"/>
                </a:lnTo>
                <a:moveTo>
                  <a:pt x="2208723" y="722111"/>
                </a:moveTo>
                <a:lnTo>
                  <a:pt x="2182074" y="701117"/>
                </a:lnTo>
                <a:moveTo>
                  <a:pt x="1682290" y="521974"/>
                </a:moveTo>
                <a:lnTo>
                  <a:pt x="1575819" y="494413"/>
                </a:lnTo>
                <a:moveTo>
                  <a:pt x="2072509" y="777137"/>
                </a:moveTo>
                <a:lnTo>
                  <a:pt x="2042956" y="692735"/>
                </a:lnTo>
                <a:moveTo>
                  <a:pt x="754411" y="443298"/>
                </a:moveTo>
                <a:lnTo>
                  <a:pt x="716849" y="441374"/>
                </a:lnTo>
                <a:moveTo>
                  <a:pt x="1809810" y="374006"/>
                </a:moveTo>
                <a:lnTo>
                  <a:pt x="1779839" y="337555"/>
                </a:lnTo>
                <a:moveTo>
                  <a:pt x="1987386" y="474419"/>
                </a:moveTo>
                <a:lnTo>
                  <a:pt x="1921568" y="480278"/>
                </a:lnTo>
                <a:moveTo>
                  <a:pt x="934320" y="876866"/>
                </a:moveTo>
                <a:lnTo>
                  <a:pt x="910524" y="789462"/>
                </a:lnTo>
                <a:moveTo>
                  <a:pt x="2242988" y="537110"/>
                </a:moveTo>
                <a:lnTo>
                  <a:pt x="2246119" y="534741"/>
                </a:lnTo>
                <a:moveTo>
                  <a:pt x="1926403" y="684798"/>
                </a:moveTo>
                <a:lnTo>
                  <a:pt x="1896086" y="682822"/>
                </a:lnTo>
                <a:moveTo>
                  <a:pt x="907376" y="512001"/>
                </a:moveTo>
                <a:lnTo>
                  <a:pt x="843252" y="490545"/>
                </a:lnTo>
                <a:moveTo>
                  <a:pt x="1797882" y="592805"/>
                </a:moveTo>
                <a:lnTo>
                  <a:pt x="1786674" y="591556"/>
                </a:lnTo>
                <a:moveTo>
                  <a:pt x="2192972" y="783880"/>
                </a:moveTo>
                <a:lnTo>
                  <a:pt x="2138875" y="699649"/>
                </a:lnTo>
                <a:moveTo>
                  <a:pt x="545552" y="601180"/>
                </a:moveTo>
                <a:lnTo>
                  <a:pt x="506354" y="594767"/>
                </a:lnTo>
                <a:moveTo>
                  <a:pt x="2216371" y="701793"/>
                </a:moveTo>
                <a:lnTo>
                  <a:pt x="2237626" y="620805"/>
                </a:lnTo>
                <a:moveTo>
                  <a:pt x="1796552" y="587858"/>
                </a:moveTo>
                <a:lnTo>
                  <a:pt x="1786674" y="591556"/>
                </a:lnTo>
                <a:moveTo>
                  <a:pt x="716849" y="441374"/>
                </a:moveTo>
                <a:lnTo>
                  <a:pt x="715738" y="356856"/>
                </a:lnTo>
                <a:moveTo>
                  <a:pt x="2214118" y="702193"/>
                </a:moveTo>
                <a:lnTo>
                  <a:pt x="2182074" y="701117"/>
                </a:lnTo>
                <a:moveTo>
                  <a:pt x="2101990" y="779335"/>
                </a:moveTo>
                <a:lnTo>
                  <a:pt x="2042956" y="692735"/>
                </a:lnTo>
                <a:moveTo>
                  <a:pt x="701781" y="1030096"/>
                </a:moveTo>
                <a:lnTo>
                  <a:pt x="666572" y="1028301"/>
                </a:lnTo>
                <a:moveTo>
                  <a:pt x="1796552" y="587858"/>
                </a:moveTo>
                <a:lnTo>
                  <a:pt x="1682290" y="521974"/>
                </a:lnTo>
                <a:moveTo>
                  <a:pt x="484259" y="554317"/>
                </a:moveTo>
                <a:lnTo>
                  <a:pt x="514110" y="514018"/>
                </a:lnTo>
                <a:moveTo>
                  <a:pt x="988016" y="626821"/>
                </a:moveTo>
                <a:lnTo>
                  <a:pt x="1002834" y="543294"/>
                </a:lnTo>
                <a:moveTo>
                  <a:pt x="1695958" y="301509"/>
                </a:moveTo>
                <a:lnTo>
                  <a:pt x="1578556" y="286288"/>
                </a:lnTo>
                <a:moveTo>
                  <a:pt x="926939" y="960304"/>
                </a:moveTo>
                <a:lnTo>
                  <a:pt x="809954" y="1027644"/>
                </a:lnTo>
                <a:moveTo>
                  <a:pt x="715738" y="356856"/>
                </a:moveTo>
                <a:lnTo>
                  <a:pt x="725167" y="273678"/>
                </a:lnTo>
                <a:moveTo>
                  <a:pt x="754411" y="443298"/>
                </a:moveTo>
                <a:lnTo>
                  <a:pt x="725857" y="475189"/>
                </a:lnTo>
                <a:moveTo>
                  <a:pt x="716849" y="441374"/>
                </a:moveTo>
                <a:lnTo>
                  <a:pt x="612668" y="435150"/>
                </a:lnTo>
                <a:moveTo>
                  <a:pt x="1732735" y="338590"/>
                </a:moveTo>
                <a:lnTo>
                  <a:pt x="1760521" y="315897"/>
                </a:lnTo>
                <a:moveTo>
                  <a:pt x="2013284" y="690702"/>
                </a:moveTo>
                <a:lnTo>
                  <a:pt x="1926403" y="684798"/>
                </a:lnTo>
                <a:moveTo>
                  <a:pt x="1899195" y="600442"/>
                </a:moveTo>
                <a:lnTo>
                  <a:pt x="1818511" y="677031"/>
                </a:lnTo>
                <a:moveTo>
                  <a:pt x="2214118" y="702193"/>
                </a:moveTo>
                <a:lnTo>
                  <a:pt x="2237626" y="620805"/>
                </a:lnTo>
                <a:moveTo>
                  <a:pt x="2040108" y="477154"/>
                </a:moveTo>
                <a:lnTo>
                  <a:pt x="1987386" y="474419"/>
                </a:lnTo>
                <a:moveTo>
                  <a:pt x="715738" y="356856"/>
                </a:moveTo>
                <a:lnTo>
                  <a:pt x="618805" y="351553"/>
                </a:lnTo>
                <a:moveTo>
                  <a:pt x="560023" y="1020561"/>
                </a:moveTo>
                <a:lnTo>
                  <a:pt x="511118" y="974230"/>
                </a:lnTo>
                <a:moveTo>
                  <a:pt x="1797882" y="592805"/>
                </a:moveTo>
                <a:lnTo>
                  <a:pt x="1796552" y="587858"/>
                </a:lnTo>
                <a:moveTo>
                  <a:pt x="961400" y="493731"/>
                </a:moveTo>
                <a:lnTo>
                  <a:pt x="907376" y="512001"/>
                </a:lnTo>
                <a:moveTo>
                  <a:pt x="567805" y="517799"/>
                </a:moveTo>
                <a:lnTo>
                  <a:pt x="484259" y="554317"/>
                </a:lnTo>
                <a:moveTo>
                  <a:pt x="1046765" y="546633"/>
                </a:moveTo>
                <a:lnTo>
                  <a:pt x="1002834" y="543294"/>
                </a:lnTo>
                <a:moveTo>
                  <a:pt x="910524" y="789462"/>
                </a:moveTo>
                <a:lnTo>
                  <a:pt x="841997" y="703396"/>
                </a:lnTo>
                <a:moveTo>
                  <a:pt x="843252" y="490545"/>
                </a:moveTo>
                <a:lnTo>
                  <a:pt x="812501" y="446513"/>
                </a:lnTo>
                <a:moveTo>
                  <a:pt x="716849" y="441374"/>
                </a:moveTo>
                <a:lnTo>
                  <a:pt x="618805" y="351553"/>
                </a:lnTo>
                <a:moveTo>
                  <a:pt x="1911615" y="640830"/>
                </a:moveTo>
                <a:lnTo>
                  <a:pt x="1896086" y="682822"/>
                </a:lnTo>
                <a:moveTo>
                  <a:pt x="1921568" y="480278"/>
                </a:moveTo>
                <a:lnTo>
                  <a:pt x="1894416" y="429479"/>
                </a:lnTo>
                <a:moveTo>
                  <a:pt x="726848" y="189515"/>
                </a:moveTo>
                <a:lnTo>
                  <a:pt x="637354" y="183893"/>
                </a:lnTo>
                <a:moveTo>
                  <a:pt x="623026" y="224932"/>
                </a:moveTo>
                <a:lnTo>
                  <a:pt x="504972" y="220218"/>
                </a:lnTo>
                <a:moveTo>
                  <a:pt x="725857" y="475189"/>
                </a:moveTo>
                <a:lnTo>
                  <a:pt x="716849" y="441374"/>
                </a:lnTo>
                <a:moveTo>
                  <a:pt x="612668" y="435150"/>
                </a:moveTo>
                <a:lnTo>
                  <a:pt x="602106" y="434656"/>
                </a:lnTo>
                <a:moveTo>
                  <a:pt x="910524" y="789462"/>
                </a:moveTo>
                <a:lnTo>
                  <a:pt x="843207" y="787926"/>
                </a:lnTo>
                <a:moveTo>
                  <a:pt x="725167" y="273678"/>
                </a:moveTo>
                <a:lnTo>
                  <a:pt x="726848" y="189515"/>
                </a:lnTo>
                <a:moveTo>
                  <a:pt x="1926403" y="684798"/>
                </a:moveTo>
                <a:lnTo>
                  <a:pt x="1911615" y="640830"/>
                </a:lnTo>
                <a:moveTo>
                  <a:pt x="746761" y="991161"/>
                </a:moveTo>
                <a:lnTo>
                  <a:pt x="783778" y="1033499"/>
                </a:lnTo>
                <a:moveTo>
                  <a:pt x="612668" y="435150"/>
                </a:moveTo>
                <a:lnTo>
                  <a:pt x="618805" y="351553"/>
                </a:lnTo>
                <a:moveTo>
                  <a:pt x="916993" y="705908"/>
                </a:moveTo>
                <a:lnTo>
                  <a:pt x="841997" y="703396"/>
                </a:lnTo>
                <a:moveTo>
                  <a:pt x="950987" y="661704"/>
                </a:moveTo>
                <a:lnTo>
                  <a:pt x="916993" y="705908"/>
                </a:lnTo>
                <a:moveTo>
                  <a:pt x="2242988" y="537110"/>
                </a:moveTo>
                <a:lnTo>
                  <a:pt x="2222298" y="503140"/>
                </a:lnTo>
                <a:moveTo>
                  <a:pt x="2101990" y="779335"/>
                </a:moveTo>
                <a:lnTo>
                  <a:pt x="2138875" y="699649"/>
                </a:lnTo>
                <a:moveTo>
                  <a:pt x="843252" y="490545"/>
                </a:moveTo>
                <a:lnTo>
                  <a:pt x="754411" y="443298"/>
                </a:lnTo>
                <a:moveTo>
                  <a:pt x="637354" y="183893"/>
                </a:moveTo>
                <a:lnTo>
                  <a:pt x="623026" y="224932"/>
                </a:lnTo>
                <a:moveTo>
                  <a:pt x="715738" y="356856"/>
                </a:moveTo>
                <a:lnTo>
                  <a:pt x="629284" y="268509"/>
                </a:lnTo>
                <a:moveTo>
                  <a:pt x="926939" y="960304"/>
                </a:moveTo>
                <a:lnTo>
                  <a:pt x="934320" y="876866"/>
                </a:lnTo>
                <a:moveTo>
                  <a:pt x="627614" y="1004081"/>
                </a:moveTo>
                <a:lnTo>
                  <a:pt x="560023" y="1020561"/>
                </a:lnTo>
                <a:moveTo>
                  <a:pt x="2042956" y="692735"/>
                </a:moveTo>
                <a:lnTo>
                  <a:pt x="2013284" y="690702"/>
                </a:lnTo>
                <a:moveTo>
                  <a:pt x="496083" y="933610"/>
                </a:moveTo>
                <a:lnTo>
                  <a:pt x="504207" y="850266"/>
                </a:lnTo>
                <a:moveTo>
                  <a:pt x="514110" y="514018"/>
                </a:moveTo>
                <a:lnTo>
                  <a:pt x="464337" y="510120"/>
                </a:lnTo>
                <a:moveTo>
                  <a:pt x="2107435" y="446954"/>
                </a:moveTo>
                <a:lnTo>
                  <a:pt x="2040108" y="477154"/>
                </a:lnTo>
                <a:moveTo>
                  <a:pt x="975014" y="1127298"/>
                </a:moveTo>
                <a:lnTo>
                  <a:pt x="988456" y="1113115"/>
                </a:lnTo>
                <a:moveTo>
                  <a:pt x="627614" y="1004081"/>
                </a:moveTo>
                <a:lnTo>
                  <a:pt x="585456" y="1022328"/>
                </a:lnTo>
                <a:moveTo>
                  <a:pt x="438839" y="258159"/>
                </a:moveTo>
                <a:lnTo>
                  <a:pt x="388553" y="335348"/>
                </a:lnTo>
                <a:moveTo>
                  <a:pt x="1055832" y="632163"/>
                </a:moveTo>
                <a:lnTo>
                  <a:pt x="1002834" y="543294"/>
                </a:lnTo>
                <a:moveTo>
                  <a:pt x="612668" y="435150"/>
                </a:moveTo>
                <a:lnTo>
                  <a:pt x="598990" y="350776"/>
                </a:lnTo>
                <a:moveTo>
                  <a:pt x="436885" y="262677"/>
                </a:moveTo>
                <a:lnTo>
                  <a:pt x="388553" y="335348"/>
                </a:lnTo>
                <a:moveTo>
                  <a:pt x="1566495" y="480819"/>
                </a:moveTo>
                <a:lnTo>
                  <a:pt x="1504554" y="424154"/>
                </a:lnTo>
                <a:moveTo>
                  <a:pt x="438839" y="258159"/>
                </a:moveTo>
                <a:lnTo>
                  <a:pt x="396785" y="251691"/>
                </a:lnTo>
                <a:moveTo>
                  <a:pt x="960616" y="1133341"/>
                </a:moveTo>
                <a:lnTo>
                  <a:pt x="960065" y="1129186"/>
                </a:lnTo>
                <a:moveTo>
                  <a:pt x="2029169" y="653601"/>
                </a:moveTo>
                <a:lnTo>
                  <a:pt x="1926403" y="684798"/>
                </a:lnTo>
                <a:moveTo>
                  <a:pt x="1899195" y="600442"/>
                </a:moveTo>
                <a:lnTo>
                  <a:pt x="1896086" y="682822"/>
                </a:lnTo>
                <a:moveTo>
                  <a:pt x="1504493" y="492367"/>
                </a:moveTo>
                <a:lnTo>
                  <a:pt x="1566495" y="480819"/>
                </a:lnTo>
                <a:moveTo>
                  <a:pt x="1847894" y="430588"/>
                </a:moveTo>
                <a:lnTo>
                  <a:pt x="1873312" y="405496"/>
                </a:lnTo>
                <a:moveTo>
                  <a:pt x="1055832" y="632163"/>
                </a:moveTo>
                <a:lnTo>
                  <a:pt x="988016" y="626821"/>
                </a:lnTo>
                <a:moveTo>
                  <a:pt x="602106" y="434656"/>
                </a:moveTo>
                <a:lnTo>
                  <a:pt x="514110" y="514018"/>
                </a:lnTo>
                <a:moveTo>
                  <a:pt x="629284" y="268509"/>
                </a:moveTo>
                <a:lnTo>
                  <a:pt x="637354" y="183893"/>
                </a:lnTo>
                <a:moveTo>
                  <a:pt x="602106" y="434656"/>
                </a:moveTo>
                <a:lnTo>
                  <a:pt x="598990" y="350776"/>
                </a:lnTo>
                <a:moveTo>
                  <a:pt x="725167" y="273678"/>
                </a:moveTo>
                <a:lnTo>
                  <a:pt x="629284" y="268509"/>
                </a:lnTo>
                <a:moveTo>
                  <a:pt x="629284" y="268509"/>
                </a:moveTo>
                <a:lnTo>
                  <a:pt x="726848" y="189515"/>
                </a:lnTo>
                <a:moveTo>
                  <a:pt x="2214118" y="702193"/>
                </a:moveTo>
                <a:lnTo>
                  <a:pt x="2145642" y="683826"/>
                </a:lnTo>
                <a:moveTo>
                  <a:pt x="618805" y="351553"/>
                </a:moveTo>
                <a:lnTo>
                  <a:pt x="598990" y="350776"/>
                </a:lnTo>
                <a:moveTo>
                  <a:pt x="630873" y="521842"/>
                </a:moveTo>
                <a:lnTo>
                  <a:pt x="716849" y="441374"/>
                </a:lnTo>
                <a:moveTo>
                  <a:pt x="988016" y="626821"/>
                </a:moveTo>
                <a:lnTo>
                  <a:pt x="950987" y="661704"/>
                </a:lnTo>
                <a:moveTo>
                  <a:pt x="1779839" y="337555"/>
                </a:moveTo>
                <a:lnTo>
                  <a:pt x="1732735" y="338590"/>
                </a:lnTo>
                <a:moveTo>
                  <a:pt x="618805" y="351553"/>
                </a:moveTo>
                <a:lnTo>
                  <a:pt x="629284" y="268509"/>
                </a:lnTo>
                <a:moveTo>
                  <a:pt x="1899195" y="600442"/>
                </a:moveTo>
                <a:lnTo>
                  <a:pt x="1797882" y="592805"/>
                </a:lnTo>
                <a:moveTo>
                  <a:pt x="511118" y="974230"/>
                </a:moveTo>
                <a:lnTo>
                  <a:pt x="496083" y="933610"/>
                </a:lnTo>
                <a:moveTo>
                  <a:pt x="629284" y="268509"/>
                </a:moveTo>
                <a:lnTo>
                  <a:pt x="623026" y="224932"/>
                </a:lnTo>
                <a:moveTo>
                  <a:pt x="630873" y="521842"/>
                </a:moveTo>
                <a:lnTo>
                  <a:pt x="612668" y="435150"/>
                </a:lnTo>
                <a:moveTo>
                  <a:pt x="1055832" y="632163"/>
                </a:moveTo>
                <a:lnTo>
                  <a:pt x="1046765" y="546633"/>
                </a:lnTo>
                <a:moveTo>
                  <a:pt x="567805" y="517799"/>
                </a:moveTo>
                <a:lnTo>
                  <a:pt x="602106" y="434656"/>
                </a:lnTo>
                <a:moveTo>
                  <a:pt x="2159265" y="464084"/>
                </a:moveTo>
                <a:lnTo>
                  <a:pt x="2107435" y="446954"/>
                </a:lnTo>
                <a:moveTo>
                  <a:pt x="2029169" y="653601"/>
                </a:moveTo>
                <a:lnTo>
                  <a:pt x="2013284" y="690702"/>
                </a:lnTo>
                <a:moveTo>
                  <a:pt x="1002834" y="543294"/>
                </a:moveTo>
                <a:lnTo>
                  <a:pt x="961400" y="493731"/>
                </a:lnTo>
                <a:moveTo>
                  <a:pt x="534016" y="263418"/>
                </a:moveTo>
                <a:lnTo>
                  <a:pt x="504972" y="220218"/>
                </a:lnTo>
                <a:moveTo>
                  <a:pt x="843252" y="490545"/>
                </a:moveTo>
                <a:lnTo>
                  <a:pt x="725857" y="475189"/>
                </a:lnTo>
                <a:moveTo>
                  <a:pt x="1833471" y="513130"/>
                </a:moveTo>
                <a:lnTo>
                  <a:pt x="1894416" y="429479"/>
                </a:lnTo>
                <a:moveTo>
                  <a:pt x="1102026" y="550889"/>
                </a:moveTo>
                <a:lnTo>
                  <a:pt x="1046765" y="546633"/>
                </a:lnTo>
                <a:moveTo>
                  <a:pt x="630873" y="521842"/>
                </a:moveTo>
                <a:lnTo>
                  <a:pt x="602106" y="434656"/>
                </a:lnTo>
                <a:moveTo>
                  <a:pt x="2182074" y="701117"/>
                </a:moveTo>
                <a:lnTo>
                  <a:pt x="2138875" y="699649"/>
                </a:lnTo>
                <a:moveTo>
                  <a:pt x="1575819" y="494413"/>
                </a:moveTo>
                <a:lnTo>
                  <a:pt x="1504493" y="492367"/>
                </a:lnTo>
                <a:moveTo>
                  <a:pt x="618805" y="351553"/>
                </a:moveTo>
                <a:lnTo>
                  <a:pt x="597959" y="266936"/>
                </a:lnTo>
                <a:moveTo>
                  <a:pt x="602106" y="434656"/>
                </a:moveTo>
                <a:lnTo>
                  <a:pt x="525892" y="431139"/>
                </a:lnTo>
                <a:moveTo>
                  <a:pt x="2237626" y="620805"/>
                </a:moveTo>
                <a:lnTo>
                  <a:pt x="2242988" y="537110"/>
                </a:lnTo>
                <a:moveTo>
                  <a:pt x="1682290" y="521974"/>
                </a:moveTo>
                <a:lnTo>
                  <a:pt x="1721891" y="505965"/>
                </a:lnTo>
                <a:moveTo>
                  <a:pt x="2042956" y="692735"/>
                </a:moveTo>
                <a:lnTo>
                  <a:pt x="2029169" y="653601"/>
                </a:lnTo>
                <a:moveTo>
                  <a:pt x="666572" y="1028301"/>
                </a:moveTo>
                <a:lnTo>
                  <a:pt x="627614" y="1004081"/>
                </a:lnTo>
                <a:moveTo>
                  <a:pt x="597959" y="266936"/>
                </a:moveTo>
                <a:lnTo>
                  <a:pt x="623026" y="224932"/>
                </a:lnTo>
                <a:moveTo>
                  <a:pt x="725857" y="475189"/>
                </a:moveTo>
                <a:lnTo>
                  <a:pt x="630873" y="521842"/>
                </a:lnTo>
                <a:moveTo>
                  <a:pt x="2029169" y="653601"/>
                </a:moveTo>
                <a:lnTo>
                  <a:pt x="1911615" y="640830"/>
                </a:lnTo>
                <a:moveTo>
                  <a:pt x="1682290" y="521974"/>
                </a:moveTo>
                <a:lnTo>
                  <a:pt x="1615583" y="542182"/>
                </a:lnTo>
                <a:moveTo>
                  <a:pt x="2138875" y="699649"/>
                </a:moveTo>
                <a:lnTo>
                  <a:pt x="2042956" y="692735"/>
                </a:lnTo>
                <a:moveTo>
                  <a:pt x="975014" y="1127298"/>
                </a:moveTo>
                <a:lnTo>
                  <a:pt x="960065" y="1129186"/>
                </a:lnTo>
                <a:moveTo>
                  <a:pt x="1615583" y="542182"/>
                </a:moveTo>
                <a:lnTo>
                  <a:pt x="1575819" y="494413"/>
                </a:lnTo>
                <a:moveTo>
                  <a:pt x="1896050" y="516561"/>
                </a:moveTo>
                <a:lnTo>
                  <a:pt x="1797882" y="592805"/>
                </a:lnTo>
                <a:moveTo>
                  <a:pt x="1911615" y="640830"/>
                </a:moveTo>
                <a:lnTo>
                  <a:pt x="1899195" y="600442"/>
                </a:lnTo>
                <a:moveTo>
                  <a:pt x="1069625" y="656995"/>
                </a:moveTo>
                <a:lnTo>
                  <a:pt x="988016" y="626821"/>
                </a:lnTo>
                <a:moveTo>
                  <a:pt x="695346" y="525953"/>
                </a:moveTo>
                <a:lnTo>
                  <a:pt x="725857" y="475189"/>
                </a:lnTo>
                <a:moveTo>
                  <a:pt x="1896050" y="516561"/>
                </a:moveTo>
                <a:lnTo>
                  <a:pt x="1796552" y="587858"/>
                </a:lnTo>
                <a:moveTo>
                  <a:pt x="934320" y="876866"/>
                </a:moveTo>
                <a:lnTo>
                  <a:pt x="843207" y="787926"/>
                </a:lnTo>
                <a:moveTo>
                  <a:pt x="2222298" y="503140"/>
                </a:moveTo>
                <a:lnTo>
                  <a:pt x="2159265" y="464084"/>
                </a:lnTo>
                <a:moveTo>
                  <a:pt x="567805" y="517799"/>
                </a:moveTo>
                <a:lnTo>
                  <a:pt x="514110" y="514018"/>
                </a:lnTo>
                <a:moveTo>
                  <a:pt x="2182074" y="701117"/>
                </a:moveTo>
                <a:lnTo>
                  <a:pt x="2145642" y="683826"/>
                </a:lnTo>
                <a:moveTo>
                  <a:pt x="541791" y="768744"/>
                </a:moveTo>
                <a:lnTo>
                  <a:pt x="549610" y="685079"/>
                </a:lnTo>
                <a:moveTo>
                  <a:pt x="746761" y="991161"/>
                </a:moveTo>
                <a:lnTo>
                  <a:pt x="701781" y="1030096"/>
                </a:lnTo>
                <a:moveTo>
                  <a:pt x="809954" y="1027644"/>
                </a:moveTo>
                <a:lnTo>
                  <a:pt x="746761" y="991161"/>
                </a:lnTo>
                <a:moveTo>
                  <a:pt x="598990" y="350776"/>
                </a:moveTo>
                <a:lnTo>
                  <a:pt x="597959" y="266936"/>
                </a:lnTo>
                <a:moveTo>
                  <a:pt x="1911615" y="640830"/>
                </a:moveTo>
                <a:lnTo>
                  <a:pt x="1926749" y="602345"/>
                </a:lnTo>
                <a:moveTo>
                  <a:pt x="520472" y="823349"/>
                </a:moveTo>
                <a:lnTo>
                  <a:pt x="504207" y="850266"/>
                </a:lnTo>
                <a:moveTo>
                  <a:pt x="1745591" y="507955"/>
                </a:moveTo>
                <a:lnTo>
                  <a:pt x="1682290" y="521974"/>
                </a:lnTo>
                <a:moveTo>
                  <a:pt x="438839" y="258159"/>
                </a:moveTo>
                <a:lnTo>
                  <a:pt x="504972" y="220218"/>
                </a:lnTo>
                <a:moveTo>
                  <a:pt x="514110" y="514018"/>
                </a:moveTo>
                <a:lnTo>
                  <a:pt x="525892" y="431139"/>
                </a:lnTo>
                <a:moveTo>
                  <a:pt x="494563" y="935451"/>
                </a:moveTo>
                <a:lnTo>
                  <a:pt x="496083" y="933610"/>
                </a:lnTo>
                <a:moveTo>
                  <a:pt x="623026" y="224932"/>
                </a:moveTo>
                <a:lnTo>
                  <a:pt x="534016" y="263418"/>
                </a:lnTo>
                <a:moveTo>
                  <a:pt x="813264" y="701556"/>
                </a:moveTo>
                <a:lnTo>
                  <a:pt x="729636" y="696131"/>
                </a:lnTo>
                <a:moveTo>
                  <a:pt x="629284" y="268509"/>
                </a:moveTo>
                <a:lnTo>
                  <a:pt x="597959" y="266936"/>
                </a:lnTo>
                <a:moveTo>
                  <a:pt x="1080697" y="478413"/>
                </a:moveTo>
                <a:lnTo>
                  <a:pt x="1002834" y="543294"/>
                </a:lnTo>
                <a:moveTo>
                  <a:pt x="598990" y="350776"/>
                </a:moveTo>
                <a:lnTo>
                  <a:pt x="525892" y="431139"/>
                </a:lnTo>
                <a:moveTo>
                  <a:pt x="1102026" y="550889"/>
                </a:moveTo>
                <a:lnTo>
                  <a:pt x="1055832" y="632163"/>
                </a:lnTo>
                <a:moveTo>
                  <a:pt x="2145642" y="683826"/>
                </a:moveTo>
                <a:lnTo>
                  <a:pt x="2042956" y="692735"/>
                </a:lnTo>
                <a:moveTo>
                  <a:pt x="729636" y="696131"/>
                </a:moveTo>
                <a:lnTo>
                  <a:pt x="676560" y="693221"/>
                </a:lnTo>
                <a:moveTo>
                  <a:pt x="1894416" y="429479"/>
                </a:moveTo>
                <a:lnTo>
                  <a:pt x="1847894" y="430588"/>
                </a:lnTo>
                <a:moveTo>
                  <a:pt x="960616" y="1133341"/>
                </a:moveTo>
                <a:lnTo>
                  <a:pt x="918441" y="1186669"/>
                </a:lnTo>
                <a:moveTo>
                  <a:pt x="1796552" y="587858"/>
                </a:moveTo>
                <a:lnTo>
                  <a:pt x="1833471" y="513130"/>
                </a:lnTo>
                <a:moveTo>
                  <a:pt x="908170" y="876705"/>
                </a:moveTo>
                <a:lnTo>
                  <a:pt x="934320" y="876866"/>
                </a:lnTo>
                <a:moveTo>
                  <a:pt x="746761" y="991161"/>
                </a:moveTo>
                <a:lnTo>
                  <a:pt x="666572" y="1028301"/>
                </a:lnTo>
                <a:moveTo>
                  <a:pt x="1630957" y="294202"/>
                </a:moveTo>
                <a:lnTo>
                  <a:pt x="1578556" y="286288"/>
                </a:lnTo>
                <a:moveTo>
                  <a:pt x="628125" y="774623"/>
                </a:moveTo>
                <a:lnTo>
                  <a:pt x="541791" y="768744"/>
                </a:lnTo>
                <a:moveTo>
                  <a:pt x="841997" y="703396"/>
                </a:moveTo>
                <a:lnTo>
                  <a:pt x="813264" y="701556"/>
                </a:lnTo>
                <a:moveTo>
                  <a:pt x="436885" y="262677"/>
                </a:moveTo>
                <a:lnTo>
                  <a:pt x="399378" y="337698"/>
                </a:lnTo>
                <a:moveTo>
                  <a:pt x="541791" y="768744"/>
                </a:moveTo>
                <a:lnTo>
                  <a:pt x="520472" y="823349"/>
                </a:lnTo>
                <a:moveTo>
                  <a:pt x="630873" y="521842"/>
                </a:moveTo>
                <a:lnTo>
                  <a:pt x="567805" y="517799"/>
                </a:lnTo>
                <a:moveTo>
                  <a:pt x="2214118" y="702193"/>
                </a:moveTo>
                <a:lnTo>
                  <a:pt x="2169572" y="619176"/>
                </a:lnTo>
                <a:moveTo>
                  <a:pt x="629671" y="690443"/>
                </a:moveTo>
                <a:lnTo>
                  <a:pt x="549610" y="685079"/>
                </a:lnTo>
                <a:moveTo>
                  <a:pt x="1083417" y="634342"/>
                </a:moveTo>
                <a:lnTo>
                  <a:pt x="1055832" y="632163"/>
                </a:lnTo>
                <a:moveTo>
                  <a:pt x="628125" y="774623"/>
                </a:moveTo>
                <a:lnTo>
                  <a:pt x="549610" y="685079"/>
                </a:lnTo>
                <a:moveTo>
                  <a:pt x="494563" y="935451"/>
                </a:moveTo>
                <a:lnTo>
                  <a:pt x="504207" y="850266"/>
                </a:lnTo>
                <a:moveTo>
                  <a:pt x="809954" y="1027644"/>
                </a:moveTo>
                <a:lnTo>
                  <a:pt x="864020" y="959327"/>
                </a:lnTo>
                <a:moveTo>
                  <a:pt x="504222" y="851823"/>
                </a:moveTo>
                <a:lnTo>
                  <a:pt x="504207" y="850266"/>
                </a:lnTo>
                <a:moveTo>
                  <a:pt x="1796552" y="587858"/>
                </a:moveTo>
                <a:lnTo>
                  <a:pt x="1745591" y="507955"/>
                </a:lnTo>
                <a:moveTo>
                  <a:pt x="843207" y="787926"/>
                </a:moveTo>
                <a:lnTo>
                  <a:pt x="813264" y="701556"/>
                </a:lnTo>
                <a:moveTo>
                  <a:pt x="2014015" y="608345"/>
                </a:moveTo>
                <a:lnTo>
                  <a:pt x="1911615" y="640830"/>
                </a:lnTo>
                <a:moveTo>
                  <a:pt x="1083417" y="634342"/>
                </a:moveTo>
                <a:lnTo>
                  <a:pt x="1102026" y="550889"/>
                </a:lnTo>
                <a:moveTo>
                  <a:pt x="2040108" y="477154"/>
                </a:moveTo>
                <a:lnTo>
                  <a:pt x="1921568" y="480278"/>
                </a:lnTo>
                <a:moveTo>
                  <a:pt x="843207" y="787926"/>
                </a:moveTo>
                <a:lnTo>
                  <a:pt x="841997" y="703396"/>
                </a:lnTo>
                <a:moveTo>
                  <a:pt x="1732735" y="338590"/>
                </a:moveTo>
                <a:lnTo>
                  <a:pt x="1695958" y="301509"/>
                </a:lnTo>
                <a:moveTo>
                  <a:pt x="1931794" y="518609"/>
                </a:moveTo>
                <a:lnTo>
                  <a:pt x="1921568" y="480278"/>
                </a:lnTo>
                <a:moveTo>
                  <a:pt x="549610" y="685079"/>
                </a:moveTo>
                <a:lnTo>
                  <a:pt x="545552" y="601180"/>
                </a:lnTo>
                <a:moveTo>
                  <a:pt x="695346" y="525953"/>
                </a:moveTo>
                <a:lnTo>
                  <a:pt x="630873" y="521842"/>
                </a:lnTo>
                <a:moveTo>
                  <a:pt x="1926749" y="602345"/>
                </a:moveTo>
                <a:lnTo>
                  <a:pt x="1899195" y="600442"/>
                </a:lnTo>
                <a:moveTo>
                  <a:pt x="1080697" y="478413"/>
                </a:moveTo>
                <a:lnTo>
                  <a:pt x="1046765" y="546633"/>
                </a:lnTo>
                <a:moveTo>
                  <a:pt x="961400" y="493731"/>
                </a:moveTo>
                <a:lnTo>
                  <a:pt x="843252" y="490545"/>
                </a:lnTo>
                <a:moveTo>
                  <a:pt x="676560" y="693221"/>
                </a:moveTo>
                <a:lnTo>
                  <a:pt x="629671" y="690443"/>
                </a:lnTo>
                <a:moveTo>
                  <a:pt x="676560" y="693221"/>
                </a:moveTo>
                <a:lnTo>
                  <a:pt x="628125" y="774623"/>
                </a:lnTo>
                <a:moveTo>
                  <a:pt x="1173096" y="640051"/>
                </a:moveTo>
                <a:lnTo>
                  <a:pt x="1102026" y="550889"/>
                </a:lnTo>
                <a:moveTo>
                  <a:pt x="742099" y="782093"/>
                </a:moveTo>
                <a:lnTo>
                  <a:pt x="729636" y="696131"/>
                </a:lnTo>
                <a:moveTo>
                  <a:pt x="418656" y="341581"/>
                </a:moveTo>
                <a:lnTo>
                  <a:pt x="399378" y="337698"/>
                </a:lnTo>
                <a:moveTo>
                  <a:pt x="598990" y="350776"/>
                </a:moveTo>
                <a:lnTo>
                  <a:pt x="537960" y="348297"/>
                </a:lnTo>
                <a:moveTo>
                  <a:pt x="627614" y="1004081"/>
                </a:moveTo>
                <a:lnTo>
                  <a:pt x="511118" y="974230"/>
                </a:lnTo>
                <a:moveTo>
                  <a:pt x="1896050" y="516561"/>
                </a:moveTo>
                <a:lnTo>
                  <a:pt x="1921568" y="480278"/>
                </a:lnTo>
                <a:moveTo>
                  <a:pt x="545552" y="601180"/>
                </a:moveTo>
                <a:lnTo>
                  <a:pt x="567805" y="517799"/>
                </a:lnTo>
                <a:moveTo>
                  <a:pt x="1222659" y="642726"/>
                </a:moveTo>
                <a:lnTo>
                  <a:pt x="1173096" y="640051"/>
                </a:lnTo>
                <a:moveTo>
                  <a:pt x="628125" y="774623"/>
                </a:moveTo>
                <a:lnTo>
                  <a:pt x="629671" y="690443"/>
                </a:lnTo>
                <a:moveTo>
                  <a:pt x="659448" y="776703"/>
                </a:moveTo>
                <a:lnTo>
                  <a:pt x="676560" y="693221"/>
                </a:lnTo>
                <a:moveTo>
                  <a:pt x="597959" y="266936"/>
                </a:moveTo>
                <a:lnTo>
                  <a:pt x="534016" y="263418"/>
                </a:lnTo>
                <a:moveTo>
                  <a:pt x="2145642" y="683826"/>
                </a:moveTo>
                <a:lnTo>
                  <a:pt x="2029169" y="653601"/>
                </a:lnTo>
                <a:moveTo>
                  <a:pt x="1069625" y="656995"/>
                </a:moveTo>
                <a:lnTo>
                  <a:pt x="1055832" y="632163"/>
                </a:lnTo>
                <a:moveTo>
                  <a:pt x="1695958" y="301509"/>
                </a:moveTo>
                <a:lnTo>
                  <a:pt x="1630957" y="294202"/>
                </a:lnTo>
                <a:moveTo>
                  <a:pt x="813264" y="701556"/>
                </a:moveTo>
                <a:lnTo>
                  <a:pt x="742099" y="782093"/>
                </a:lnTo>
                <a:moveTo>
                  <a:pt x="659448" y="776703"/>
                </a:moveTo>
                <a:lnTo>
                  <a:pt x="628125" y="774623"/>
                </a:lnTo>
                <a:moveTo>
                  <a:pt x="786000" y="784838"/>
                </a:moveTo>
                <a:lnTo>
                  <a:pt x="813264" y="701556"/>
                </a:lnTo>
                <a:moveTo>
                  <a:pt x="926939" y="960304"/>
                </a:moveTo>
                <a:lnTo>
                  <a:pt x="864020" y="959327"/>
                </a:lnTo>
                <a:moveTo>
                  <a:pt x="629671" y="690443"/>
                </a:moveTo>
                <a:lnTo>
                  <a:pt x="545552" y="601180"/>
                </a:lnTo>
                <a:moveTo>
                  <a:pt x="1173096" y="640051"/>
                </a:moveTo>
                <a:lnTo>
                  <a:pt x="1083417" y="634342"/>
                </a:lnTo>
                <a:moveTo>
                  <a:pt x="885839" y="656752"/>
                </a:moveTo>
                <a:lnTo>
                  <a:pt x="916993" y="705908"/>
                </a:lnTo>
                <a:moveTo>
                  <a:pt x="2145642" y="683826"/>
                </a:moveTo>
                <a:lnTo>
                  <a:pt x="2138875" y="699649"/>
                </a:lnTo>
                <a:moveTo>
                  <a:pt x="1899195" y="600442"/>
                </a:moveTo>
                <a:lnTo>
                  <a:pt x="1896050" y="516561"/>
                </a:lnTo>
                <a:moveTo>
                  <a:pt x="511118" y="974230"/>
                </a:moveTo>
                <a:lnTo>
                  <a:pt x="494563" y="935451"/>
                </a:lnTo>
                <a:moveTo>
                  <a:pt x="1809810" y="374006"/>
                </a:moveTo>
                <a:lnTo>
                  <a:pt x="1732735" y="338590"/>
                </a:lnTo>
                <a:moveTo>
                  <a:pt x="1926749" y="602345"/>
                </a:moveTo>
                <a:lnTo>
                  <a:pt x="1931794" y="518609"/>
                </a:lnTo>
                <a:moveTo>
                  <a:pt x="742099" y="782093"/>
                </a:moveTo>
                <a:lnTo>
                  <a:pt x="676560" y="693221"/>
                </a:lnTo>
                <a:moveTo>
                  <a:pt x="1069625" y="656995"/>
                </a:moveTo>
                <a:lnTo>
                  <a:pt x="950987" y="661704"/>
                </a:lnTo>
                <a:moveTo>
                  <a:pt x="640186" y="801286"/>
                </a:moveTo>
                <a:lnTo>
                  <a:pt x="541791" y="768744"/>
                </a:lnTo>
                <a:moveTo>
                  <a:pt x="2029169" y="653601"/>
                </a:moveTo>
                <a:lnTo>
                  <a:pt x="2014015" y="608345"/>
                </a:lnTo>
                <a:moveTo>
                  <a:pt x="1921568" y="480278"/>
                </a:moveTo>
                <a:lnTo>
                  <a:pt x="1833471" y="513130"/>
                </a:lnTo>
                <a:moveTo>
                  <a:pt x="843207" y="787926"/>
                </a:moveTo>
                <a:lnTo>
                  <a:pt x="786000" y="784838"/>
                </a:lnTo>
                <a:moveTo>
                  <a:pt x="597959" y="266936"/>
                </a:moveTo>
                <a:lnTo>
                  <a:pt x="537960" y="348297"/>
                </a:lnTo>
                <a:moveTo>
                  <a:pt x="908170" y="876705"/>
                </a:moveTo>
                <a:lnTo>
                  <a:pt x="843207" y="787926"/>
                </a:lnTo>
                <a:moveTo>
                  <a:pt x="1926749" y="602345"/>
                </a:moveTo>
                <a:lnTo>
                  <a:pt x="1896050" y="516561"/>
                </a:lnTo>
                <a:moveTo>
                  <a:pt x="2040108" y="477154"/>
                </a:moveTo>
                <a:lnTo>
                  <a:pt x="1931794" y="518609"/>
                </a:lnTo>
                <a:moveTo>
                  <a:pt x="1222659" y="642726"/>
                </a:moveTo>
                <a:lnTo>
                  <a:pt x="1211376" y="558685"/>
                </a:lnTo>
                <a:moveTo>
                  <a:pt x="1083417" y="634342"/>
                </a:moveTo>
                <a:lnTo>
                  <a:pt x="1069625" y="656995"/>
                </a:lnTo>
                <a:moveTo>
                  <a:pt x="1184829" y="557166"/>
                </a:moveTo>
                <a:lnTo>
                  <a:pt x="1102026" y="550889"/>
                </a:lnTo>
                <a:moveTo>
                  <a:pt x="864020" y="959327"/>
                </a:moveTo>
                <a:lnTo>
                  <a:pt x="934320" y="876866"/>
                </a:lnTo>
                <a:moveTo>
                  <a:pt x="525892" y="431139"/>
                </a:moveTo>
                <a:lnTo>
                  <a:pt x="537960" y="348297"/>
                </a:lnTo>
                <a:moveTo>
                  <a:pt x="742099" y="782093"/>
                </a:moveTo>
                <a:lnTo>
                  <a:pt x="659448" y="776703"/>
                </a:lnTo>
                <a:moveTo>
                  <a:pt x="2014015" y="608345"/>
                </a:moveTo>
                <a:lnTo>
                  <a:pt x="1926749" y="602345"/>
                </a:lnTo>
                <a:moveTo>
                  <a:pt x="1931794" y="518609"/>
                </a:moveTo>
                <a:lnTo>
                  <a:pt x="1896050" y="516561"/>
                </a:lnTo>
                <a:moveTo>
                  <a:pt x="1102026" y="550889"/>
                </a:moveTo>
                <a:lnTo>
                  <a:pt x="1080697" y="478413"/>
                </a:lnTo>
                <a:moveTo>
                  <a:pt x="504222" y="851823"/>
                </a:moveTo>
                <a:lnTo>
                  <a:pt x="520472" y="823349"/>
                </a:lnTo>
                <a:moveTo>
                  <a:pt x="2184795" y="536735"/>
                </a:moveTo>
                <a:lnTo>
                  <a:pt x="2222298" y="503140"/>
                </a:lnTo>
                <a:moveTo>
                  <a:pt x="640186" y="801286"/>
                </a:moveTo>
                <a:lnTo>
                  <a:pt x="628125" y="774623"/>
                </a:lnTo>
                <a:moveTo>
                  <a:pt x="1222659" y="642726"/>
                </a:moveTo>
                <a:lnTo>
                  <a:pt x="1185062" y="703931"/>
                </a:lnTo>
                <a:moveTo>
                  <a:pt x="1847894" y="430588"/>
                </a:moveTo>
                <a:lnTo>
                  <a:pt x="1809810" y="374006"/>
                </a:lnTo>
                <a:moveTo>
                  <a:pt x="786000" y="784838"/>
                </a:moveTo>
                <a:lnTo>
                  <a:pt x="742099" y="782093"/>
                </a:lnTo>
                <a:moveTo>
                  <a:pt x="869377" y="922293"/>
                </a:moveTo>
                <a:lnTo>
                  <a:pt x="934320" y="876866"/>
                </a:lnTo>
                <a:moveTo>
                  <a:pt x="537960" y="348297"/>
                </a:moveTo>
                <a:lnTo>
                  <a:pt x="534016" y="263418"/>
                </a:lnTo>
                <a:moveTo>
                  <a:pt x="1211376" y="558685"/>
                </a:moveTo>
                <a:lnTo>
                  <a:pt x="1173096" y="640051"/>
                </a:lnTo>
                <a:moveTo>
                  <a:pt x="1504493" y="492367"/>
                </a:moveTo>
                <a:lnTo>
                  <a:pt x="1504554" y="424154"/>
                </a:lnTo>
                <a:moveTo>
                  <a:pt x="2017420" y="524593"/>
                </a:moveTo>
                <a:lnTo>
                  <a:pt x="1926749" y="602345"/>
                </a:lnTo>
                <a:moveTo>
                  <a:pt x="531853" y="853782"/>
                </a:moveTo>
                <a:lnTo>
                  <a:pt x="520472" y="823349"/>
                </a:lnTo>
                <a:moveTo>
                  <a:pt x="2029169" y="653601"/>
                </a:moveTo>
                <a:lnTo>
                  <a:pt x="2052892" y="611362"/>
                </a:lnTo>
                <a:moveTo>
                  <a:pt x="659448" y="776703"/>
                </a:moveTo>
                <a:lnTo>
                  <a:pt x="640186" y="801286"/>
                </a:lnTo>
                <a:moveTo>
                  <a:pt x="2237626" y="620805"/>
                </a:moveTo>
                <a:lnTo>
                  <a:pt x="2169572" y="619176"/>
                </a:lnTo>
                <a:moveTo>
                  <a:pt x="1173096" y="640051"/>
                </a:moveTo>
                <a:lnTo>
                  <a:pt x="1184829" y="557166"/>
                </a:lnTo>
                <a:moveTo>
                  <a:pt x="1185062" y="703931"/>
                </a:moveTo>
                <a:lnTo>
                  <a:pt x="1083417" y="634342"/>
                </a:lnTo>
                <a:moveTo>
                  <a:pt x="1809810" y="374006"/>
                </a:moveTo>
                <a:lnTo>
                  <a:pt x="1745280" y="359100"/>
                </a:lnTo>
                <a:moveTo>
                  <a:pt x="652346" y="605138"/>
                </a:moveTo>
                <a:lnTo>
                  <a:pt x="567805" y="517799"/>
                </a:lnTo>
                <a:moveTo>
                  <a:pt x="534016" y="263418"/>
                </a:moveTo>
                <a:lnTo>
                  <a:pt x="438839" y="258159"/>
                </a:lnTo>
                <a:moveTo>
                  <a:pt x="2017420" y="524593"/>
                </a:moveTo>
                <a:lnTo>
                  <a:pt x="2040108" y="477154"/>
                </a:lnTo>
                <a:moveTo>
                  <a:pt x="2159265" y="464084"/>
                </a:moveTo>
                <a:lnTo>
                  <a:pt x="2040108" y="477154"/>
                </a:lnTo>
                <a:moveTo>
                  <a:pt x="2017420" y="524593"/>
                </a:moveTo>
                <a:lnTo>
                  <a:pt x="1931794" y="518609"/>
                </a:lnTo>
                <a:moveTo>
                  <a:pt x="494563" y="935451"/>
                </a:moveTo>
                <a:lnTo>
                  <a:pt x="504222" y="851823"/>
                </a:lnTo>
                <a:moveTo>
                  <a:pt x="511118" y="974230"/>
                </a:moveTo>
                <a:lnTo>
                  <a:pt x="540460" y="939254"/>
                </a:lnTo>
                <a:moveTo>
                  <a:pt x="676560" y="693221"/>
                </a:moveTo>
                <a:lnTo>
                  <a:pt x="651747" y="614813"/>
                </a:lnTo>
                <a:moveTo>
                  <a:pt x="1195608" y="533810"/>
                </a:moveTo>
                <a:lnTo>
                  <a:pt x="1102026" y="550889"/>
                </a:lnTo>
                <a:moveTo>
                  <a:pt x="652346" y="605138"/>
                </a:moveTo>
                <a:lnTo>
                  <a:pt x="630873" y="521842"/>
                </a:lnTo>
                <a:moveTo>
                  <a:pt x="1185062" y="703931"/>
                </a:moveTo>
                <a:lnTo>
                  <a:pt x="1173096" y="640051"/>
                </a:lnTo>
                <a:moveTo>
                  <a:pt x="775974" y="519951"/>
                </a:moveTo>
                <a:lnTo>
                  <a:pt x="725857" y="475189"/>
                </a:lnTo>
                <a:moveTo>
                  <a:pt x="746761" y="991161"/>
                </a:moveTo>
                <a:lnTo>
                  <a:pt x="627614" y="1004081"/>
                </a:lnTo>
                <a:moveTo>
                  <a:pt x="1080697" y="478413"/>
                </a:moveTo>
                <a:lnTo>
                  <a:pt x="961400" y="493731"/>
                </a:lnTo>
                <a:moveTo>
                  <a:pt x="1615583" y="542182"/>
                </a:moveTo>
                <a:lnTo>
                  <a:pt x="1504493" y="492367"/>
                </a:lnTo>
                <a:moveTo>
                  <a:pt x="1042744" y="1090593"/>
                </a:moveTo>
                <a:lnTo>
                  <a:pt x="975014" y="1127298"/>
                </a:lnTo>
                <a:moveTo>
                  <a:pt x="1896050" y="516561"/>
                </a:moveTo>
                <a:lnTo>
                  <a:pt x="1833471" y="513130"/>
                </a:lnTo>
                <a:moveTo>
                  <a:pt x="651747" y="614813"/>
                </a:moveTo>
                <a:lnTo>
                  <a:pt x="629671" y="690443"/>
                </a:lnTo>
                <a:moveTo>
                  <a:pt x="652346" y="605138"/>
                </a:moveTo>
                <a:lnTo>
                  <a:pt x="695346" y="525953"/>
                </a:lnTo>
                <a:moveTo>
                  <a:pt x="1175926" y="725624"/>
                </a:moveTo>
                <a:lnTo>
                  <a:pt x="1083417" y="634342"/>
                </a:lnTo>
                <a:moveTo>
                  <a:pt x="1168176" y="893110"/>
                </a:moveTo>
                <a:lnTo>
                  <a:pt x="1067799" y="886816"/>
                </a:lnTo>
                <a:moveTo>
                  <a:pt x="531853" y="853782"/>
                </a:moveTo>
                <a:lnTo>
                  <a:pt x="504222" y="851823"/>
                </a:lnTo>
                <a:moveTo>
                  <a:pt x="769786" y="619762"/>
                </a:moveTo>
                <a:lnTo>
                  <a:pt x="729636" y="696131"/>
                </a:lnTo>
                <a:moveTo>
                  <a:pt x="2119415" y="616063"/>
                </a:moveTo>
                <a:lnTo>
                  <a:pt x="2029169" y="653601"/>
                </a:lnTo>
                <a:moveTo>
                  <a:pt x="2014015" y="608345"/>
                </a:moveTo>
                <a:lnTo>
                  <a:pt x="2017420" y="524593"/>
                </a:lnTo>
                <a:moveTo>
                  <a:pt x="655423" y="609341"/>
                </a:moveTo>
                <a:lnTo>
                  <a:pt x="695346" y="525953"/>
                </a:lnTo>
                <a:moveTo>
                  <a:pt x="1211376" y="558685"/>
                </a:moveTo>
                <a:lnTo>
                  <a:pt x="1184829" y="557166"/>
                </a:lnTo>
                <a:moveTo>
                  <a:pt x="758084" y="808522"/>
                </a:moveTo>
                <a:lnTo>
                  <a:pt x="659448" y="776703"/>
                </a:lnTo>
                <a:moveTo>
                  <a:pt x="813264" y="701556"/>
                </a:moveTo>
                <a:lnTo>
                  <a:pt x="769786" y="619762"/>
                </a:lnTo>
                <a:moveTo>
                  <a:pt x="1745591" y="507955"/>
                </a:moveTo>
                <a:lnTo>
                  <a:pt x="1721891" y="505965"/>
                </a:lnTo>
                <a:moveTo>
                  <a:pt x="598414" y="859319"/>
                </a:moveTo>
                <a:lnTo>
                  <a:pt x="541791" y="768744"/>
                </a:lnTo>
                <a:moveTo>
                  <a:pt x="1304115" y="649972"/>
                </a:moveTo>
                <a:lnTo>
                  <a:pt x="1222659" y="642726"/>
                </a:lnTo>
                <a:moveTo>
                  <a:pt x="1069483" y="466428"/>
                </a:moveTo>
                <a:lnTo>
                  <a:pt x="961400" y="493731"/>
                </a:lnTo>
                <a:moveTo>
                  <a:pt x="1175926" y="725624"/>
                </a:moveTo>
                <a:lnTo>
                  <a:pt x="1069625" y="656995"/>
                </a:lnTo>
                <a:moveTo>
                  <a:pt x="2052892" y="611362"/>
                </a:moveTo>
                <a:lnTo>
                  <a:pt x="2014015" y="608345"/>
                </a:lnTo>
                <a:moveTo>
                  <a:pt x="438839" y="258159"/>
                </a:moveTo>
                <a:lnTo>
                  <a:pt x="436885" y="262677"/>
                </a:lnTo>
                <a:moveTo>
                  <a:pt x="1200106" y="727863"/>
                </a:moveTo>
                <a:lnTo>
                  <a:pt x="1222659" y="642726"/>
                </a:lnTo>
                <a:moveTo>
                  <a:pt x="769786" y="619762"/>
                </a:moveTo>
                <a:lnTo>
                  <a:pt x="676560" y="693221"/>
                </a:lnTo>
                <a:moveTo>
                  <a:pt x="843252" y="490545"/>
                </a:moveTo>
                <a:lnTo>
                  <a:pt x="775974" y="519951"/>
                </a:lnTo>
                <a:moveTo>
                  <a:pt x="758084" y="808522"/>
                </a:moveTo>
                <a:lnTo>
                  <a:pt x="742099" y="782093"/>
                </a:lnTo>
                <a:moveTo>
                  <a:pt x="2237626" y="620805"/>
                </a:moveTo>
                <a:lnTo>
                  <a:pt x="2184795" y="536735"/>
                </a:lnTo>
                <a:moveTo>
                  <a:pt x="786000" y="784838"/>
                </a:moveTo>
                <a:lnTo>
                  <a:pt x="758084" y="808522"/>
                </a:lnTo>
                <a:moveTo>
                  <a:pt x="872657" y="869376"/>
                </a:moveTo>
                <a:lnTo>
                  <a:pt x="843207" y="787926"/>
                </a:lnTo>
                <a:moveTo>
                  <a:pt x="1833471" y="513130"/>
                </a:moveTo>
                <a:lnTo>
                  <a:pt x="1745591" y="507955"/>
                </a:lnTo>
                <a:moveTo>
                  <a:pt x="1084489" y="720185"/>
                </a:moveTo>
                <a:lnTo>
                  <a:pt x="1069625" y="656995"/>
                </a:lnTo>
                <a:moveTo>
                  <a:pt x="540460" y="939254"/>
                </a:moveTo>
                <a:lnTo>
                  <a:pt x="494563" y="935451"/>
                </a:lnTo>
                <a:moveTo>
                  <a:pt x="2145642" y="683826"/>
                </a:moveTo>
                <a:lnTo>
                  <a:pt x="2119415" y="616063"/>
                </a:lnTo>
                <a:moveTo>
                  <a:pt x="2145642" y="683826"/>
                </a:moveTo>
                <a:lnTo>
                  <a:pt x="2169572" y="619176"/>
                </a:lnTo>
                <a:moveTo>
                  <a:pt x="2242988" y="537110"/>
                </a:moveTo>
                <a:lnTo>
                  <a:pt x="2184795" y="536735"/>
                </a:lnTo>
                <a:moveTo>
                  <a:pt x="2052892" y="611362"/>
                </a:moveTo>
                <a:lnTo>
                  <a:pt x="2017420" y="524593"/>
                </a:lnTo>
                <a:moveTo>
                  <a:pt x="540460" y="939254"/>
                </a:moveTo>
                <a:lnTo>
                  <a:pt x="504222" y="851823"/>
                </a:lnTo>
                <a:moveTo>
                  <a:pt x="582609" y="942827"/>
                </a:moveTo>
                <a:lnTo>
                  <a:pt x="511118" y="974230"/>
                </a:lnTo>
                <a:moveTo>
                  <a:pt x="1736708" y="497359"/>
                </a:moveTo>
                <a:lnTo>
                  <a:pt x="1721891" y="505965"/>
                </a:lnTo>
                <a:moveTo>
                  <a:pt x="765268" y="616790"/>
                </a:moveTo>
                <a:lnTo>
                  <a:pt x="695346" y="525953"/>
                </a:lnTo>
                <a:moveTo>
                  <a:pt x="1211376" y="558685"/>
                </a:moveTo>
                <a:lnTo>
                  <a:pt x="1195608" y="533810"/>
                </a:lnTo>
                <a:moveTo>
                  <a:pt x="418656" y="341581"/>
                </a:moveTo>
                <a:lnTo>
                  <a:pt x="436885" y="262677"/>
                </a:lnTo>
                <a:moveTo>
                  <a:pt x="775974" y="519951"/>
                </a:moveTo>
                <a:lnTo>
                  <a:pt x="695346" y="525953"/>
                </a:lnTo>
                <a:moveTo>
                  <a:pt x="1158686" y="809103"/>
                </a:moveTo>
                <a:lnTo>
                  <a:pt x="1067799" y="886816"/>
                </a:lnTo>
                <a:moveTo>
                  <a:pt x="1067799" y="886816"/>
                </a:moveTo>
                <a:lnTo>
                  <a:pt x="1083981" y="804497"/>
                </a:lnTo>
                <a:moveTo>
                  <a:pt x="908170" y="876705"/>
                </a:moveTo>
                <a:lnTo>
                  <a:pt x="869377" y="922293"/>
                </a:lnTo>
                <a:moveTo>
                  <a:pt x="885839" y="656752"/>
                </a:moveTo>
                <a:lnTo>
                  <a:pt x="813264" y="701556"/>
                </a:lnTo>
                <a:moveTo>
                  <a:pt x="1669646" y="523295"/>
                </a:moveTo>
                <a:lnTo>
                  <a:pt x="1682290" y="521974"/>
                </a:lnTo>
                <a:moveTo>
                  <a:pt x="1168176" y="893110"/>
                </a:moveTo>
                <a:lnTo>
                  <a:pt x="1158686" y="809103"/>
                </a:lnTo>
                <a:moveTo>
                  <a:pt x="1195608" y="533810"/>
                </a:moveTo>
                <a:lnTo>
                  <a:pt x="1184829" y="557166"/>
                </a:lnTo>
                <a:moveTo>
                  <a:pt x="1175926" y="725624"/>
                </a:moveTo>
                <a:lnTo>
                  <a:pt x="1185062" y="703931"/>
                </a:lnTo>
                <a:moveTo>
                  <a:pt x="598414" y="859319"/>
                </a:moveTo>
                <a:lnTo>
                  <a:pt x="520472" y="823349"/>
                </a:lnTo>
                <a:moveTo>
                  <a:pt x="885839" y="656752"/>
                </a:moveTo>
                <a:lnTo>
                  <a:pt x="841997" y="703396"/>
                </a:lnTo>
                <a:moveTo>
                  <a:pt x="950987" y="661704"/>
                </a:moveTo>
                <a:lnTo>
                  <a:pt x="885839" y="656752"/>
                </a:lnTo>
                <a:moveTo>
                  <a:pt x="540460" y="939254"/>
                </a:moveTo>
                <a:lnTo>
                  <a:pt x="531853" y="853782"/>
                </a:lnTo>
                <a:moveTo>
                  <a:pt x="872657" y="869376"/>
                </a:moveTo>
                <a:lnTo>
                  <a:pt x="786000" y="784838"/>
                </a:lnTo>
                <a:moveTo>
                  <a:pt x="1833471" y="513130"/>
                </a:moveTo>
                <a:lnTo>
                  <a:pt x="1736708" y="497359"/>
                </a:lnTo>
                <a:moveTo>
                  <a:pt x="908170" y="876705"/>
                </a:moveTo>
                <a:lnTo>
                  <a:pt x="872657" y="869376"/>
                </a:lnTo>
                <a:moveTo>
                  <a:pt x="2070819" y="529265"/>
                </a:moveTo>
                <a:lnTo>
                  <a:pt x="2040108" y="477154"/>
                </a:lnTo>
                <a:moveTo>
                  <a:pt x="1195608" y="533810"/>
                </a:moveTo>
                <a:lnTo>
                  <a:pt x="1080697" y="478413"/>
                </a:lnTo>
                <a:moveTo>
                  <a:pt x="1080697" y="478413"/>
                </a:moveTo>
                <a:lnTo>
                  <a:pt x="1069483" y="466428"/>
                </a:lnTo>
                <a:moveTo>
                  <a:pt x="864020" y="959327"/>
                </a:moveTo>
                <a:lnTo>
                  <a:pt x="746761" y="991161"/>
                </a:lnTo>
                <a:moveTo>
                  <a:pt x="1833471" y="513130"/>
                </a:moveTo>
                <a:lnTo>
                  <a:pt x="1847894" y="430588"/>
                </a:lnTo>
                <a:moveTo>
                  <a:pt x="1668273" y="337417"/>
                </a:moveTo>
                <a:lnTo>
                  <a:pt x="1695958" y="301509"/>
                </a:lnTo>
                <a:moveTo>
                  <a:pt x="897670" y="465922"/>
                </a:moveTo>
                <a:lnTo>
                  <a:pt x="843252" y="490545"/>
                </a:lnTo>
                <a:moveTo>
                  <a:pt x="1745591" y="507955"/>
                </a:moveTo>
                <a:lnTo>
                  <a:pt x="1736708" y="497359"/>
                </a:lnTo>
                <a:moveTo>
                  <a:pt x="877026" y="876604"/>
                </a:moveTo>
                <a:lnTo>
                  <a:pt x="908170" y="876705"/>
                </a:lnTo>
                <a:moveTo>
                  <a:pt x="996127" y="462841"/>
                </a:moveTo>
                <a:lnTo>
                  <a:pt x="961400" y="493731"/>
                </a:lnTo>
                <a:moveTo>
                  <a:pt x="627614" y="1004081"/>
                </a:moveTo>
                <a:lnTo>
                  <a:pt x="582609" y="942827"/>
                </a:lnTo>
                <a:moveTo>
                  <a:pt x="1175926" y="725624"/>
                </a:moveTo>
                <a:lnTo>
                  <a:pt x="1084489" y="720185"/>
                </a:lnTo>
                <a:moveTo>
                  <a:pt x="651747" y="614813"/>
                </a:moveTo>
                <a:lnTo>
                  <a:pt x="655423" y="609341"/>
                </a:lnTo>
                <a:moveTo>
                  <a:pt x="1158686" y="809103"/>
                </a:moveTo>
                <a:lnTo>
                  <a:pt x="1175926" y="725624"/>
                </a:lnTo>
                <a:moveTo>
                  <a:pt x="1175926" y="725624"/>
                </a:moveTo>
                <a:lnTo>
                  <a:pt x="1083981" y="804497"/>
                </a:lnTo>
                <a:moveTo>
                  <a:pt x="655423" y="609341"/>
                </a:moveTo>
                <a:lnTo>
                  <a:pt x="652346" y="605138"/>
                </a:lnTo>
                <a:moveTo>
                  <a:pt x="627614" y="1004081"/>
                </a:moveTo>
                <a:lnTo>
                  <a:pt x="665794" y="948168"/>
                </a:lnTo>
                <a:moveTo>
                  <a:pt x="975014" y="1127298"/>
                </a:moveTo>
                <a:lnTo>
                  <a:pt x="960616" y="1133341"/>
                </a:lnTo>
                <a:moveTo>
                  <a:pt x="1002904" y="677431"/>
                </a:moveTo>
                <a:lnTo>
                  <a:pt x="950987" y="661704"/>
                </a:lnTo>
                <a:moveTo>
                  <a:pt x="2119415" y="616063"/>
                </a:moveTo>
                <a:lnTo>
                  <a:pt x="2052892" y="611362"/>
                </a:lnTo>
                <a:moveTo>
                  <a:pt x="1745280" y="359100"/>
                </a:moveTo>
                <a:lnTo>
                  <a:pt x="1732735" y="338590"/>
                </a:lnTo>
                <a:moveTo>
                  <a:pt x="1097904" y="468760"/>
                </a:moveTo>
                <a:lnTo>
                  <a:pt x="1080697" y="478413"/>
                </a:lnTo>
                <a:moveTo>
                  <a:pt x="708218" y="950943"/>
                </a:moveTo>
                <a:lnTo>
                  <a:pt x="627614" y="1004081"/>
                </a:lnTo>
                <a:moveTo>
                  <a:pt x="1200106" y="727863"/>
                </a:moveTo>
                <a:lnTo>
                  <a:pt x="1185062" y="703931"/>
                </a:lnTo>
                <a:moveTo>
                  <a:pt x="598414" y="859319"/>
                </a:moveTo>
                <a:lnTo>
                  <a:pt x="640186" y="801286"/>
                </a:lnTo>
                <a:moveTo>
                  <a:pt x="1713349" y="507320"/>
                </a:moveTo>
                <a:lnTo>
                  <a:pt x="1721891" y="505965"/>
                </a:lnTo>
                <a:moveTo>
                  <a:pt x="598414" y="859319"/>
                </a:moveTo>
                <a:lnTo>
                  <a:pt x="531853" y="853782"/>
                </a:lnTo>
                <a:moveTo>
                  <a:pt x="1083981" y="804497"/>
                </a:moveTo>
                <a:lnTo>
                  <a:pt x="1084489" y="720185"/>
                </a:lnTo>
                <a:moveTo>
                  <a:pt x="2070819" y="529265"/>
                </a:moveTo>
                <a:lnTo>
                  <a:pt x="2017420" y="524593"/>
                </a:lnTo>
                <a:moveTo>
                  <a:pt x="1158686" y="809103"/>
                </a:moveTo>
                <a:lnTo>
                  <a:pt x="1083981" y="804497"/>
                </a:lnTo>
                <a:moveTo>
                  <a:pt x="2159265" y="464084"/>
                </a:moveTo>
                <a:lnTo>
                  <a:pt x="2070819" y="529265"/>
                </a:lnTo>
                <a:moveTo>
                  <a:pt x="1256566" y="732853"/>
                </a:moveTo>
                <a:lnTo>
                  <a:pt x="1222659" y="642726"/>
                </a:lnTo>
                <a:moveTo>
                  <a:pt x="769786" y="619762"/>
                </a:moveTo>
                <a:lnTo>
                  <a:pt x="651747" y="614813"/>
                </a:lnTo>
                <a:moveTo>
                  <a:pt x="1200106" y="727863"/>
                </a:moveTo>
                <a:lnTo>
                  <a:pt x="1175926" y="725624"/>
                </a:lnTo>
                <a:moveTo>
                  <a:pt x="961400" y="493731"/>
                </a:moveTo>
                <a:lnTo>
                  <a:pt x="897670" y="465922"/>
                </a:lnTo>
                <a:moveTo>
                  <a:pt x="1779262" y="428885"/>
                </a:moveTo>
                <a:lnTo>
                  <a:pt x="1809810" y="374006"/>
                </a:lnTo>
                <a:moveTo>
                  <a:pt x="1276441" y="565607"/>
                </a:moveTo>
                <a:lnTo>
                  <a:pt x="1222659" y="642726"/>
                </a:lnTo>
                <a:moveTo>
                  <a:pt x="869377" y="922293"/>
                </a:moveTo>
                <a:lnTo>
                  <a:pt x="864020" y="959327"/>
                </a:lnTo>
                <a:moveTo>
                  <a:pt x="872657" y="869376"/>
                </a:moveTo>
                <a:lnTo>
                  <a:pt x="758084" y="808522"/>
                </a:lnTo>
                <a:moveTo>
                  <a:pt x="2052892" y="611362"/>
                </a:moveTo>
                <a:lnTo>
                  <a:pt x="2070819" y="529265"/>
                </a:lnTo>
                <a:moveTo>
                  <a:pt x="765268" y="616790"/>
                </a:moveTo>
                <a:lnTo>
                  <a:pt x="651747" y="614813"/>
                </a:lnTo>
                <a:moveTo>
                  <a:pt x="2169572" y="619176"/>
                </a:moveTo>
                <a:lnTo>
                  <a:pt x="2119415" y="616063"/>
                </a:lnTo>
                <a:moveTo>
                  <a:pt x="1097904" y="468760"/>
                </a:moveTo>
                <a:lnTo>
                  <a:pt x="1069483" y="466428"/>
                </a:lnTo>
                <a:moveTo>
                  <a:pt x="2184795" y="536735"/>
                </a:moveTo>
                <a:lnTo>
                  <a:pt x="2159265" y="464084"/>
                </a:lnTo>
                <a:moveTo>
                  <a:pt x="1069625" y="656995"/>
                </a:moveTo>
                <a:lnTo>
                  <a:pt x="1002904" y="677431"/>
                </a:lnTo>
                <a:moveTo>
                  <a:pt x="2106348" y="531986"/>
                </a:moveTo>
                <a:lnTo>
                  <a:pt x="2159265" y="464084"/>
                </a:lnTo>
                <a:moveTo>
                  <a:pt x="765268" y="616790"/>
                </a:moveTo>
                <a:lnTo>
                  <a:pt x="655423" y="609341"/>
                </a:lnTo>
                <a:moveTo>
                  <a:pt x="699316" y="866948"/>
                </a:moveTo>
                <a:lnTo>
                  <a:pt x="659448" y="776703"/>
                </a:lnTo>
                <a:moveTo>
                  <a:pt x="746761" y="991161"/>
                </a:moveTo>
                <a:lnTo>
                  <a:pt x="708218" y="950943"/>
                </a:lnTo>
                <a:moveTo>
                  <a:pt x="598414" y="859319"/>
                </a:moveTo>
                <a:lnTo>
                  <a:pt x="540460" y="939254"/>
                </a:lnTo>
                <a:moveTo>
                  <a:pt x="1548700" y="565222"/>
                </a:moveTo>
                <a:lnTo>
                  <a:pt x="1504493" y="492367"/>
                </a:lnTo>
                <a:moveTo>
                  <a:pt x="1069483" y="466428"/>
                </a:moveTo>
                <a:lnTo>
                  <a:pt x="996127" y="462841"/>
                </a:lnTo>
                <a:moveTo>
                  <a:pt x="2106348" y="531986"/>
                </a:moveTo>
                <a:lnTo>
                  <a:pt x="2052892" y="611362"/>
                </a:lnTo>
                <a:moveTo>
                  <a:pt x="582609" y="942827"/>
                </a:moveTo>
                <a:lnTo>
                  <a:pt x="540460" y="939254"/>
                </a:lnTo>
                <a:moveTo>
                  <a:pt x="1713349" y="507320"/>
                </a:moveTo>
                <a:lnTo>
                  <a:pt x="1736708" y="497359"/>
                </a:lnTo>
                <a:moveTo>
                  <a:pt x="877026" y="876604"/>
                </a:moveTo>
                <a:lnTo>
                  <a:pt x="869377" y="922293"/>
                </a:lnTo>
                <a:moveTo>
                  <a:pt x="728769" y="532252"/>
                </a:moveTo>
                <a:lnTo>
                  <a:pt x="695346" y="525953"/>
                </a:lnTo>
                <a:moveTo>
                  <a:pt x="678123" y="865359"/>
                </a:moveTo>
                <a:lnTo>
                  <a:pt x="640186" y="801286"/>
                </a:lnTo>
                <a:moveTo>
                  <a:pt x="769786" y="619762"/>
                </a:moveTo>
                <a:lnTo>
                  <a:pt x="765268" y="616790"/>
                </a:lnTo>
                <a:moveTo>
                  <a:pt x="1615583" y="542182"/>
                </a:moveTo>
                <a:lnTo>
                  <a:pt x="1548700" y="565222"/>
                </a:lnTo>
                <a:moveTo>
                  <a:pt x="877026" y="876604"/>
                </a:moveTo>
                <a:lnTo>
                  <a:pt x="872657" y="869376"/>
                </a:lnTo>
                <a:moveTo>
                  <a:pt x="1276441" y="565607"/>
                </a:moveTo>
                <a:lnTo>
                  <a:pt x="1211376" y="558685"/>
                </a:lnTo>
                <a:moveTo>
                  <a:pt x="746761" y="991161"/>
                </a:moveTo>
                <a:lnTo>
                  <a:pt x="785779" y="956402"/>
                </a:lnTo>
                <a:moveTo>
                  <a:pt x="699316" y="866948"/>
                </a:moveTo>
                <a:lnTo>
                  <a:pt x="640186" y="801286"/>
                </a:lnTo>
                <a:moveTo>
                  <a:pt x="2169572" y="619176"/>
                </a:moveTo>
                <a:lnTo>
                  <a:pt x="2184795" y="536735"/>
                </a:lnTo>
                <a:moveTo>
                  <a:pt x="1154181" y="473738"/>
                </a:moveTo>
                <a:lnTo>
                  <a:pt x="1080697" y="478413"/>
                </a:lnTo>
                <a:moveTo>
                  <a:pt x="885839" y="656752"/>
                </a:moveTo>
                <a:lnTo>
                  <a:pt x="769786" y="619762"/>
                </a:lnTo>
                <a:moveTo>
                  <a:pt x="2119415" y="616063"/>
                </a:moveTo>
                <a:lnTo>
                  <a:pt x="2106348" y="531986"/>
                </a:lnTo>
                <a:moveTo>
                  <a:pt x="2169572" y="619176"/>
                </a:moveTo>
                <a:lnTo>
                  <a:pt x="2106348" y="531986"/>
                </a:lnTo>
                <a:moveTo>
                  <a:pt x="582609" y="942827"/>
                </a:moveTo>
                <a:lnTo>
                  <a:pt x="598414" y="859319"/>
                </a:lnTo>
                <a:moveTo>
                  <a:pt x="1669646" y="523295"/>
                </a:moveTo>
                <a:lnTo>
                  <a:pt x="1721891" y="505965"/>
                </a:lnTo>
                <a:moveTo>
                  <a:pt x="665794" y="948168"/>
                </a:moveTo>
                <a:lnTo>
                  <a:pt x="598414" y="859319"/>
                </a:lnTo>
                <a:moveTo>
                  <a:pt x="1669646" y="523295"/>
                </a:moveTo>
                <a:lnTo>
                  <a:pt x="1615583" y="542182"/>
                </a:lnTo>
                <a:moveTo>
                  <a:pt x="864020" y="959327"/>
                </a:moveTo>
                <a:lnTo>
                  <a:pt x="785779" y="956402"/>
                </a:lnTo>
                <a:moveTo>
                  <a:pt x="1732735" y="338590"/>
                </a:moveTo>
                <a:lnTo>
                  <a:pt x="1668273" y="337417"/>
                </a:lnTo>
                <a:moveTo>
                  <a:pt x="2106348" y="531986"/>
                </a:moveTo>
                <a:lnTo>
                  <a:pt x="2070819" y="529265"/>
                </a:lnTo>
                <a:moveTo>
                  <a:pt x="1195608" y="533810"/>
                </a:moveTo>
                <a:lnTo>
                  <a:pt x="1154181" y="473738"/>
                </a:lnTo>
                <a:moveTo>
                  <a:pt x="1833471" y="513130"/>
                </a:moveTo>
                <a:lnTo>
                  <a:pt x="1779262" y="428885"/>
                </a:lnTo>
                <a:moveTo>
                  <a:pt x="1276441" y="565607"/>
                </a:moveTo>
                <a:lnTo>
                  <a:pt x="1195608" y="533810"/>
                </a:lnTo>
                <a:moveTo>
                  <a:pt x="699316" y="866948"/>
                </a:moveTo>
                <a:lnTo>
                  <a:pt x="758084" y="808522"/>
                </a:lnTo>
                <a:moveTo>
                  <a:pt x="665794" y="948168"/>
                </a:moveTo>
                <a:lnTo>
                  <a:pt x="582609" y="942827"/>
                </a:lnTo>
                <a:moveTo>
                  <a:pt x="1668273" y="337417"/>
                </a:moveTo>
                <a:lnTo>
                  <a:pt x="1630957" y="294202"/>
                </a:lnTo>
                <a:moveTo>
                  <a:pt x="897670" y="465922"/>
                </a:moveTo>
                <a:lnTo>
                  <a:pt x="775974" y="519951"/>
                </a:lnTo>
                <a:moveTo>
                  <a:pt x="1069483" y="466428"/>
                </a:moveTo>
                <a:lnTo>
                  <a:pt x="1018011" y="433749"/>
                </a:lnTo>
                <a:moveTo>
                  <a:pt x="1028359" y="720071"/>
                </a:moveTo>
                <a:lnTo>
                  <a:pt x="1069625" y="656995"/>
                </a:lnTo>
                <a:moveTo>
                  <a:pt x="2184795" y="536735"/>
                </a:moveTo>
                <a:lnTo>
                  <a:pt x="2106348" y="531986"/>
                </a:lnTo>
                <a:moveTo>
                  <a:pt x="769786" y="619762"/>
                </a:moveTo>
                <a:lnTo>
                  <a:pt x="792761" y="619782"/>
                </a:lnTo>
                <a:moveTo>
                  <a:pt x="708218" y="950943"/>
                </a:moveTo>
                <a:lnTo>
                  <a:pt x="665794" y="948168"/>
                </a:lnTo>
                <a:moveTo>
                  <a:pt x="1256566" y="732853"/>
                </a:moveTo>
                <a:lnTo>
                  <a:pt x="1304115" y="649972"/>
                </a:lnTo>
                <a:moveTo>
                  <a:pt x="1304115" y="649972"/>
                </a:moveTo>
                <a:lnTo>
                  <a:pt x="1276441" y="565607"/>
                </a:lnTo>
                <a:moveTo>
                  <a:pt x="996127" y="462841"/>
                </a:moveTo>
                <a:lnTo>
                  <a:pt x="897670" y="465922"/>
                </a:lnTo>
                <a:moveTo>
                  <a:pt x="1256566" y="732853"/>
                </a:moveTo>
                <a:lnTo>
                  <a:pt x="1200106" y="727863"/>
                </a:lnTo>
                <a:moveTo>
                  <a:pt x="678123" y="865359"/>
                </a:moveTo>
                <a:lnTo>
                  <a:pt x="598414" y="859319"/>
                </a:lnTo>
                <a:moveTo>
                  <a:pt x="1234725" y="756008"/>
                </a:moveTo>
                <a:lnTo>
                  <a:pt x="1175926" y="725624"/>
                </a:lnTo>
                <a:moveTo>
                  <a:pt x="960616" y="1133341"/>
                </a:moveTo>
                <a:lnTo>
                  <a:pt x="907976" y="1133672"/>
                </a:lnTo>
                <a:moveTo>
                  <a:pt x="1154181" y="473738"/>
                </a:moveTo>
                <a:lnTo>
                  <a:pt x="1097904" y="468760"/>
                </a:lnTo>
                <a:moveTo>
                  <a:pt x="792761" y="619782"/>
                </a:moveTo>
                <a:lnTo>
                  <a:pt x="765268" y="616790"/>
                </a:lnTo>
                <a:moveTo>
                  <a:pt x="909211" y="1132913"/>
                </a:moveTo>
                <a:lnTo>
                  <a:pt x="960616" y="1133341"/>
                </a:lnTo>
                <a:moveTo>
                  <a:pt x="1002904" y="677431"/>
                </a:moveTo>
                <a:lnTo>
                  <a:pt x="885839" y="656752"/>
                </a:lnTo>
                <a:moveTo>
                  <a:pt x="1736708" y="497359"/>
                </a:moveTo>
                <a:lnTo>
                  <a:pt x="1779262" y="428885"/>
                </a:lnTo>
                <a:moveTo>
                  <a:pt x="1504493" y="492367"/>
                </a:moveTo>
                <a:lnTo>
                  <a:pt x="1471514" y="495199"/>
                </a:lnTo>
                <a:moveTo>
                  <a:pt x="1745280" y="359100"/>
                </a:moveTo>
                <a:lnTo>
                  <a:pt x="1668273" y="337417"/>
                </a:lnTo>
                <a:moveTo>
                  <a:pt x="1061312" y="891003"/>
                </a:moveTo>
                <a:lnTo>
                  <a:pt x="1067799" y="886816"/>
                </a:lnTo>
                <a:moveTo>
                  <a:pt x="1847894" y="430588"/>
                </a:moveTo>
                <a:lnTo>
                  <a:pt x="1779262" y="428885"/>
                </a:lnTo>
                <a:moveTo>
                  <a:pt x="1097904" y="468760"/>
                </a:moveTo>
                <a:lnTo>
                  <a:pt x="1018011" y="433749"/>
                </a:lnTo>
                <a:moveTo>
                  <a:pt x="1138237" y="895774"/>
                </a:moveTo>
                <a:lnTo>
                  <a:pt x="1168176" y="893110"/>
                </a:lnTo>
                <a:moveTo>
                  <a:pt x="665794" y="948168"/>
                </a:moveTo>
                <a:lnTo>
                  <a:pt x="678123" y="865359"/>
                </a:lnTo>
                <a:moveTo>
                  <a:pt x="803543" y="928408"/>
                </a:moveTo>
                <a:lnTo>
                  <a:pt x="864020" y="959327"/>
                </a:lnTo>
                <a:moveTo>
                  <a:pt x="1779262" y="428885"/>
                </a:moveTo>
                <a:lnTo>
                  <a:pt x="1745280" y="359100"/>
                </a:lnTo>
                <a:moveTo>
                  <a:pt x="1067799" y="886816"/>
                </a:moveTo>
                <a:lnTo>
                  <a:pt x="1036941" y="805540"/>
                </a:lnTo>
                <a:moveTo>
                  <a:pt x="785779" y="956402"/>
                </a:moveTo>
                <a:lnTo>
                  <a:pt x="708218" y="950943"/>
                </a:lnTo>
                <a:moveTo>
                  <a:pt x="808592" y="846976"/>
                </a:moveTo>
                <a:lnTo>
                  <a:pt x="758084" y="808522"/>
                </a:lnTo>
                <a:moveTo>
                  <a:pt x="699316" y="866948"/>
                </a:moveTo>
                <a:lnTo>
                  <a:pt x="665794" y="948168"/>
                </a:lnTo>
                <a:moveTo>
                  <a:pt x="996127" y="462841"/>
                </a:moveTo>
                <a:lnTo>
                  <a:pt x="909603" y="458863"/>
                </a:lnTo>
                <a:moveTo>
                  <a:pt x="1018011" y="433749"/>
                </a:moveTo>
                <a:lnTo>
                  <a:pt x="996127" y="462841"/>
                </a:lnTo>
                <a:moveTo>
                  <a:pt x="1234725" y="756008"/>
                </a:moveTo>
                <a:lnTo>
                  <a:pt x="1200106" y="727863"/>
                </a:lnTo>
                <a:moveTo>
                  <a:pt x="765268" y="616790"/>
                </a:moveTo>
                <a:lnTo>
                  <a:pt x="728769" y="532252"/>
                </a:lnTo>
                <a:moveTo>
                  <a:pt x="869377" y="922293"/>
                </a:moveTo>
                <a:lnTo>
                  <a:pt x="803543" y="928408"/>
                </a:lnTo>
                <a:moveTo>
                  <a:pt x="1084489" y="720185"/>
                </a:moveTo>
                <a:lnTo>
                  <a:pt x="1028359" y="720071"/>
                </a:lnTo>
                <a:moveTo>
                  <a:pt x="1248593" y="532320"/>
                </a:moveTo>
                <a:lnTo>
                  <a:pt x="1195608" y="533810"/>
                </a:lnTo>
                <a:moveTo>
                  <a:pt x="708218" y="950943"/>
                </a:moveTo>
                <a:lnTo>
                  <a:pt x="699316" y="866948"/>
                </a:lnTo>
                <a:moveTo>
                  <a:pt x="728769" y="532252"/>
                </a:moveTo>
                <a:lnTo>
                  <a:pt x="775974" y="519951"/>
                </a:lnTo>
                <a:moveTo>
                  <a:pt x="1083981" y="804497"/>
                </a:moveTo>
                <a:lnTo>
                  <a:pt x="1028359" y="720071"/>
                </a:lnTo>
                <a:moveTo>
                  <a:pt x="1136063" y="438497"/>
                </a:moveTo>
                <a:lnTo>
                  <a:pt x="1097904" y="468760"/>
                </a:lnTo>
                <a:moveTo>
                  <a:pt x="1745280" y="359100"/>
                </a:moveTo>
                <a:lnTo>
                  <a:pt x="1680108" y="354535"/>
                </a:lnTo>
                <a:moveTo>
                  <a:pt x="975014" y="1127298"/>
                </a:moveTo>
                <a:lnTo>
                  <a:pt x="909211" y="1132913"/>
                </a:lnTo>
                <a:moveTo>
                  <a:pt x="1713349" y="507320"/>
                </a:moveTo>
                <a:lnTo>
                  <a:pt x="1779262" y="428885"/>
                </a:lnTo>
                <a:moveTo>
                  <a:pt x="1713349" y="507320"/>
                </a:moveTo>
                <a:lnTo>
                  <a:pt x="1669646" y="523295"/>
                </a:lnTo>
                <a:moveTo>
                  <a:pt x="872657" y="869376"/>
                </a:moveTo>
                <a:lnTo>
                  <a:pt x="808592" y="846976"/>
                </a:lnTo>
                <a:moveTo>
                  <a:pt x="1195608" y="533810"/>
                </a:moveTo>
                <a:lnTo>
                  <a:pt x="1149511" y="475323"/>
                </a:lnTo>
                <a:moveTo>
                  <a:pt x="909603" y="458863"/>
                </a:moveTo>
                <a:lnTo>
                  <a:pt x="897670" y="465922"/>
                </a:lnTo>
                <a:moveTo>
                  <a:pt x="699316" y="866948"/>
                </a:moveTo>
                <a:lnTo>
                  <a:pt x="678123" y="865359"/>
                </a:lnTo>
                <a:moveTo>
                  <a:pt x="785779" y="956402"/>
                </a:moveTo>
                <a:lnTo>
                  <a:pt x="699316" y="866948"/>
                </a:lnTo>
                <a:moveTo>
                  <a:pt x="1083981" y="804497"/>
                </a:moveTo>
                <a:lnTo>
                  <a:pt x="1036941" y="805540"/>
                </a:lnTo>
                <a:moveTo>
                  <a:pt x="826320" y="623634"/>
                </a:moveTo>
                <a:lnTo>
                  <a:pt x="769786" y="619762"/>
                </a:lnTo>
                <a:moveTo>
                  <a:pt x="1170006" y="814966"/>
                </a:moveTo>
                <a:lnTo>
                  <a:pt x="1168176" y="893110"/>
                </a:lnTo>
                <a:moveTo>
                  <a:pt x="1681693" y="507878"/>
                </a:moveTo>
                <a:lnTo>
                  <a:pt x="1713349" y="507320"/>
                </a:lnTo>
                <a:moveTo>
                  <a:pt x="1164905" y="826423"/>
                </a:moveTo>
                <a:lnTo>
                  <a:pt x="1168176" y="893110"/>
                </a:lnTo>
                <a:moveTo>
                  <a:pt x="792761" y="619782"/>
                </a:moveTo>
                <a:lnTo>
                  <a:pt x="728769" y="532252"/>
                </a:lnTo>
                <a:moveTo>
                  <a:pt x="1669646" y="523295"/>
                </a:moveTo>
                <a:lnTo>
                  <a:pt x="1548700" y="565222"/>
                </a:lnTo>
                <a:moveTo>
                  <a:pt x="885839" y="656752"/>
                </a:moveTo>
                <a:lnTo>
                  <a:pt x="826320" y="623634"/>
                </a:lnTo>
                <a:moveTo>
                  <a:pt x="1256566" y="732853"/>
                </a:moveTo>
                <a:lnTo>
                  <a:pt x="1234725" y="756008"/>
                </a:lnTo>
                <a:moveTo>
                  <a:pt x="837278" y="456211"/>
                </a:moveTo>
                <a:lnTo>
                  <a:pt x="775974" y="519951"/>
                </a:lnTo>
                <a:moveTo>
                  <a:pt x="803543" y="928408"/>
                </a:moveTo>
                <a:lnTo>
                  <a:pt x="785779" y="956402"/>
                </a:lnTo>
                <a:moveTo>
                  <a:pt x="1170006" y="814966"/>
                </a:moveTo>
                <a:lnTo>
                  <a:pt x="1175926" y="725624"/>
                </a:lnTo>
                <a:moveTo>
                  <a:pt x="1028359" y="720071"/>
                </a:moveTo>
                <a:lnTo>
                  <a:pt x="1002904" y="677431"/>
                </a:lnTo>
                <a:moveTo>
                  <a:pt x="1154181" y="473738"/>
                </a:moveTo>
                <a:lnTo>
                  <a:pt x="1136063" y="438497"/>
                </a:lnTo>
                <a:moveTo>
                  <a:pt x="832265" y="456052"/>
                </a:moveTo>
                <a:lnTo>
                  <a:pt x="775974" y="519951"/>
                </a:lnTo>
                <a:moveTo>
                  <a:pt x="1336735" y="656254"/>
                </a:moveTo>
                <a:lnTo>
                  <a:pt x="1304115" y="649972"/>
                </a:lnTo>
                <a:moveTo>
                  <a:pt x="1170006" y="814966"/>
                </a:moveTo>
                <a:lnTo>
                  <a:pt x="1158686" y="809103"/>
                </a:lnTo>
                <a:moveTo>
                  <a:pt x="1136063" y="438497"/>
                </a:moveTo>
                <a:lnTo>
                  <a:pt x="1018011" y="433749"/>
                </a:lnTo>
                <a:moveTo>
                  <a:pt x="1707312" y="426759"/>
                </a:moveTo>
                <a:lnTo>
                  <a:pt x="1745280" y="359100"/>
                </a:lnTo>
                <a:moveTo>
                  <a:pt x="1276441" y="565607"/>
                </a:moveTo>
                <a:lnTo>
                  <a:pt x="1248593" y="532320"/>
                </a:lnTo>
                <a:moveTo>
                  <a:pt x="939151" y="649987"/>
                </a:moveTo>
                <a:lnTo>
                  <a:pt x="885839" y="656752"/>
                </a:lnTo>
                <a:moveTo>
                  <a:pt x="1680108" y="354535"/>
                </a:moveTo>
                <a:lnTo>
                  <a:pt x="1668273" y="337417"/>
                </a:lnTo>
                <a:moveTo>
                  <a:pt x="826320" y="623634"/>
                </a:moveTo>
                <a:lnTo>
                  <a:pt x="792761" y="619782"/>
                </a:lnTo>
                <a:moveTo>
                  <a:pt x="897670" y="465922"/>
                </a:moveTo>
                <a:lnTo>
                  <a:pt x="837278" y="456211"/>
                </a:lnTo>
                <a:moveTo>
                  <a:pt x="1548700" y="565222"/>
                </a:moveTo>
                <a:lnTo>
                  <a:pt x="1471514" y="495199"/>
                </a:lnTo>
                <a:moveTo>
                  <a:pt x="822624" y="620625"/>
                </a:moveTo>
                <a:lnTo>
                  <a:pt x="792761" y="619782"/>
                </a:lnTo>
                <a:moveTo>
                  <a:pt x="1149511" y="475323"/>
                </a:moveTo>
                <a:lnTo>
                  <a:pt x="1154181" y="473738"/>
                </a:lnTo>
                <a:moveTo>
                  <a:pt x="953468" y="419050"/>
                </a:moveTo>
                <a:lnTo>
                  <a:pt x="996127" y="462841"/>
                </a:lnTo>
                <a:moveTo>
                  <a:pt x="1002904" y="677431"/>
                </a:moveTo>
                <a:lnTo>
                  <a:pt x="939151" y="649987"/>
                </a:lnTo>
                <a:moveTo>
                  <a:pt x="1681693" y="507878"/>
                </a:moveTo>
                <a:lnTo>
                  <a:pt x="1779262" y="428885"/>
                </a:lnTo>
                <a:moveTo>
                  <a:pt x="1681693" y="507878"/>
                </a:moveTo>
                <a:lnTo>
                  <a:pt x="1669646" y="523295"/>
                </a:lnTo>
                <a:moveTo>
                  <a:pt x="1184604" y="508672"/>
                </a:moveTo>
                <a:lnTo>
                  <a:pt x="1195608" y="533810"/>
                </a:lnTo>
                <a:moveTo>
                  <a:pt x="909211" y="1132913"/>
                </a:moveTo>
                <a:lnTo>
                  <a:pt x="907976" y="1133672"/>
                </a:lnTo>
                <a:moveTo>
                  <a:pt x="909603" y="458863"/>
                </a:moveTo>
                <a:lnTo>
                  <a:pt x="837278" y="456211"/>
                </a:lnTo>
                <a:moveTo>
                  <a:pt x="909603" y="458863"/>
                </a:moveTo>
                <a:lnTo>
                  <a:pt x="832891" y="455028"/>
                </a:lnTo>
                <a:moveTo>
                  <a:pt x="1336735" y="656254"/>
                </a:moveTo>
                <a:lnTo>
                  <a:pt x="1256566" y="732853"/>
                </a:lnTo>
                <a:moveTo>
                  <a:pt x="1548700" y="565222"/>
                </a:moveTo>
                <a:lnTo>
                  <a:pt x="1486139" y="518552"/>
                </a:lnTo>
                <a:moveTo>
                  <a:pt x="1336735" y="656254"/>
                </a:moveTo>
                <a:lnTo>
                  <a:pt x="1276441" y="565607"/>
                </a:lnTo>
                <a:moveTo>
                  <a:pt x="912025" y="630963"/>
                </a:moveTo>
                <a:lnTo>
                  <a:pt x="885839" y="656752"/>
                </a:lnTo>
                <a:moveTo>
                  <a:pt x="1149511" y="475323"/>
                </a:moveTo>
                <a:lnTo>
                  <a:pt x="1136063" y="438497"/>
                </a:lnTo>
                <a:moveTo>
                  <a:pt x="728769" y="532252"/>
                </a:moveTo>
                <a:lnTo>
                  <a:pt x="832265" y="456052"/>
                </a:lnTo>
                <a:moveTo>
                  <a:pt x="1319069" y="739725"/>
                </a:moveTo>
                <a:lnTo>
                  <a:pt x="1256566" y="732853"/>
                </a:lnTo>
                <a:moveTo>
                  <a:pt x="1600709" y="579461"/>
                </a:moveTo>
                <a:lnTo>
                  <a:pt x="1548700" y="565222"/>
                </a:lnTo>
                <a:moveTo>
                  <a:pt x="1036941" y="805540"/>
                </a:moveTo>
                <a:lnTo>
                  <a:pt x="1028359" y="720071"/>
                </a:lnTo>
                <a:moveTo>
                  <a:pt x="1138237" y="895774"/>
                </a:moveTo>
                <a:lnTo>
                  <a:pt x="1061312" y="891003"/>
                </a:lnTo>
                <a:moveTo>
                  <a:pt x="953468" y="419050"/>
                </a:moveTo>
                <a:lnTo>
                  <a:pt x="909603" y="458863"/>
                </a:lnTo>
                <a:moveTo>
                  <a:pt x="1018011" y="433749"/>
                </a:moveTo>
                <a:lnTo>
                  <a:pt x="953468" y="419050"/>
                </a:lnTo>
                <a:moveTo>
                  <a:pt x="826320" y="623634"/>
                </a:moveTo>
                <a:lnTo>
                  <a:pt x="822624" y="620625"/>
                </a:lnTo>
                <a:moveTo>
                  <a:pt x="1779262" y="428885"/>
                </a:moveTo>
                <a:lnTo>
                  <a:pt x="1707312" y="426759"/>
                </a:lnTo>
                <a:moveTo>
                  <a:pt x="1061312" y="891003"/>
                </a:moveTo>
                <a:lnTo>
                  <a:pt x="1036941" y="805540"/>
                </a:lnTo>
                <a:moveTo>
                  <a:pt x="1068810" y="467506"/>
                </a:moveTo>
                <a:lnTo>
                  <a:pt x="1018011" y="433749"/>
                </a:lnTo>
                <a:moveTo>
                  <a:pt x="1170006" y="814966"/>
                </a:moveTo>
                <a:lnTo>
                  <a:pt x="1234725" y="756008"/>
                </a:lnTo>
                <a:moveTo>
                  <a:pt x="1669646" y="523295"/>
                </a:moveTo>
                <a:lnTo>
                  <a:pt x="1600709" y="579461"/>
                </a:lnTo>
                <a:moveTo>
                  <a:pt x="1707312" y="426759"/>
                </a:moveTo>
                <a:lnTo>
                  <a:pt x="1680108" y="354535"/>
                </a:lnTo>
                <a:moveTo>
                  <a:pt x="1287399" y="759520"/>
                </a:moveTo>
                <a:lnTo>
                  <a:pt x="1256566" y="732853"/>
                </a:lnTo>
                <a:moveTo>
                  <a:pt x="1014786" y="722447"/>
                </a:moveTo>
                <a:lnTo>
                  <a:pt x="1002904" y="677431"/>
                </a:lnTo>
                <a:moveTo>
                  <a:pt x="1167401" y="815106"/>
                </a:moveTo>
                <a:lnTo>
                  <a:pt x="1234725" y="756008"/>
                </a:lnTo>
                <a:moveTo>
                  <a:pt x="1061312" y="891003"/>
                </a:moveTo>
                <a:lnTo>
                  <a:pt x="1044521" y="859294"/>
                </a:lnTo>
                <a:moveTo>
                  <a:pt x="1138237" y="895774"/>
                </a:moveTo>
                <a:lnTo>
                  <a:pt x="1044521" y="859294"/>
                </a:lnTo>
                <a:moveTo>
                  <a:pt x="837278" y="456211"/>
                </a:moveTo>
                <a:lnTo>
                  <a:pt x="832265" y="456052"/>
                </a:lnTo>
                <a:moveTo>
                  <a:pt x="837278" y="456211"/>
                </a:moveTo>
                <a:lnTo>
                  <a:pt x="832891" y="455028"/>
                </a:lnTo>
                <a:moveTo>
                  <a:pt x="1681693" y="507878"/>
                </a:moveTo>
                <a:lnTo>
                  <a:pt x="1707312" y="426759"/>
                </a:lnTo>
                <a:moveTo>
                  <a:pt x="1295527" y="571245"/>
                </a:moveTo>
                <a:lnTo>
                  <a:pt x="1276441" y="565607"/>
                </a:lnTo>
                <a:moveTo>
                  <a:pt x="1044521" y="859294"/>
                </a:moveTo>
                <a:lnTo>
                  <a:pt x="1036941" y="805540"/>
                </a:lnTo>
                <a:moveTo>
                  <a:pt x="1486139" y="518552"/>
                </a:moveTo>
                <a:lnTo>
                  <a:pt x="1471514" y="495199"/>
                </a:lnTo>
                <a:moveTo>
                  <a:pt x="832891" y="455028"/>
                </a:moveTo>
                <a:lnTo>
                  <a:pt x="832265" y="456052"/>
                </a:lnTo>
                <a:moveTo>
                  <a:pt x="1136063" y="438497"/>
                </a:moveTo>
                <a:lnTo>
                  <a:pt x="1068810" y="467506"/>
                </a:lnTo>
                <a:moveTo>
                  <a:pt x="1070594" y="472312"/>
                </a:moveTo>
                <a:lnTo>
                  <a:pt x="1136063" y="438497"/>
                </a:lnTo>
                <a:moveTo>
                  <a:pt x="1287399" y="759520"/>
                </a:moveTo>
                <a:lnTo>
                  <a:pt x="1234725" y="756008"/>
                </a:lnTo>
                <a:moveTo>
                  <a:pt x="1164905" y="826423"/>
                </a:moveTo>
                <a:lnTo>
                  <a:pt x="1138237" y="895774"/>
                </a:lnTo>
                <a:moveTo>
                  <a:pt x="1680108" y="354535"/>
                </a:moveTo>
                <a:lnTo>
                  <a:pt x="1614316" y="359975"/>
                </a:lnTo>
                <a:moveTo>
                  <a:pt x="1017068" y="806312"/>
                </a:moveTo>
                <a:lnTo>
                  <a:pt x="1028359" y="720071"/>
                </a:lnTo>
                <a:moveTo>
                  <a:pt x="912025" y="630963"/>
                </a:moveTo>
                <a:lnTo>
                  <a:pt x="826320" y="623634"/>
                </a:lnTo>
                <a:moveTo>
                  <a:pt x="953468" y="419050"/>
                </a:moveTo>
                <a:lnTo>
                  <a:pt x="832891" y="455028"/>
                </a:lnTo>
                <a:moveTo>
                  <a:pt x="991890" y="652447"/>
                </a:moveTo>
                <a:lnTo>
                  <a:pt x="1002904" y="677431"/>
                </a:lnTo>
                <a:moveTo>
                  <a:pt x="912025" y="630963"/>
                </a:moveTo>
                <a:lnTo>
                  <a:pt x="822624" y="620625"/>
                </a:lnTo>
                <a:moveTo>
                  <a:pt x="1464818" y="496780"/>
                </a:moveTo>
                <a:lnTo>
                  <a:pt x="1471514" y="495199"/>
                </a:lnTo>
                <a:moveTo>
                  <a:pt x="1248593" y="532320"/>
                </a:moveTo>
                <a:lnTo>
                  <a:pt x="1184604" y="508672"/>
                </a:lnTo>
                <a:moveTo>
                  <a:pt x="1319069" y="739725"/>
                </a:moveTo>
                <a:lnTo>
                  <a:pt x="1336735" y="656254"/>
                </a:lnTo>
                <a:moveTo>
                  <a:pt x="1149511" y="475323"/>
                </a:moveTo>
                <a:lnTo>
                  <a:pt x="1070594" y="472312"/>
                </a:lnTo>
                <a:moveTo>
                  <a:pt x="1295527" y="571245"/>
                </a:moveTo>
                <a:lnTo>
                  <a:pt x="1248593" y="532320"/>
                </a:lnTo>
                <a:moveTo>
                  <a:pt x="1014786" y="722447"/>
                </a:moveTo>
                <a:lnTo>
                  <a:pt x="1028359" y="720071"/>
                </a:lnTo>
                <a:moveTo>
                  <a:pt x="1164905" y="826423"/>
                </a:moveTo>
                <a:lnTo>
                  <a:pt x="1044521" y="859294"/>
                </a:lnTo>
                <a:moveTo>
                  <a:pt x="1017068" y="806312"/>
                </a:moveTo>
                <a:lnTo>
                  <a:pt x="1036941" y="805540"/>
                </a:lnTo>
                <a:moveTo>
                  <a:pt x="1600709" y="579461"/>
                </a:moveTo>
                <a:lnTo>
                  <a:pt x="1486139" y="518552"/>
                </a:lnTo>
                <a:moveTo>
                  <a:pt x="1184604" y="508672"/>
                </a:moveTo>
                <a:lnTo>
                  <a:pt x="1149511" y="475323"/>
                </a:lnTo>
                <a:moveTo>
                  <a:pt x="939151" y="649987"/>
                </a:moveTo>
                <a:lnTo>
                  <a:pt x="912025" y="630963"/>
                </a:lnTo>
                <a:moveTo>
                  <a:pt x="1260917" y="738579"/>
                </a:moveTo>
                <a:lnTo>
                  <a:pt x="1234725" y="756008"/>
                </a:lnTo>
                <a:moveTo>
                  <a:pt x="1294976" y="571612"/>
                </a:moveTo>
                <a:lnTo>
                  <a:pt x="1248593" y="532320"/>
                </a:lnTo>
                <a:moveTo>
                  <a:pt x="1170006" y="814966"/>
                </a:moveTo>
                <a:lnTo>
                  <a:pt x="1164905" y="826423"/>
                </a:lnTo>
                <a:moveTo>
                  <a:pt x="1486139" y="518552"/>
                </a:moveTo>
                <a:lnTo>
                  <a:pt x="1464818" y="496780"/>
                </a:lnTo>
                <a:moveTo>
                  <a:pt x="1044521" y="859294"/>
                </a:moveTo>
                <a:lnTo>
                  <a:pt x="1017068" y="806312"/>
                </a:lnTo>
                <a:moveTo>
                  <a:pt x="1167401" y="815106"/>
                </a:moveTo>
                <a:lnTo>
                  <a:pt x="1170006" y="814966"/>
                </a:lnTo>
                <a:moveTo>
                  <a:pt x="1387019" y="828986"/>
                </a:moveTo>
                <a:lnTo>
                  <a:pt x="1319069" y="739725"/>
                </a:lnTo>
                <a:moveTo>
                  <a:pt x="1068810" y="467506"/>
                </a:moveTo>
                <a:lnTo>
                  <a:pt x="953468" y="419050"/>
                </a:lnTo>
                <a:moveTo>
                  <a:pt x="1167401" y="815106"/>
                </a:moveTo>
                <a:lnTo>
                  <a:pt x="1164905" y="826423"/>
                </a:lnTo>
                <a:moveTo>
                  <a:pt x="1614316" y="359975"/>
                </a:moveTo>
                <a:lnTo>
                  <a:pt x="1494708" y="380328"/>
                </a:lnTo>
                <a:moveTo>
                  <a:pt x="1336735" y="656254"/>
                </a:moveTo>
                <a:lnTo>
                  <a:pt x="1295527" y="571245"/>
                </a:lnTo>
                <a:moveTo>
                  <a:pt x="1319069" y="739725"/>
                </a:moveTo>
                <a:lnTo>
                  <a:pt x="1287399" y="759520"/>
                </a:lnTo>
                <a:moveTo>
                  <a:pt x="876713" y="601320"/>
                </a:moveTo>
                <a:lnTo>
                  <a:pt x="822624" y="620625"/>
                </a:lnTo>
                <a:moveTo>
                  <a:pt x="1336735" y="656254"/>
                </a:moveTo>
                <a:lnTo>
                  <a:pt x="1298916" y="573746"/>
                </a:lnTo>
                <a:moveTo>
                  <a:pt x="1070594" y="472312"/>
                </a:moveTo>
                <a:lnTo>
                  <a:pt x="1068810" y="467506"/>
                </a:lnTo>
                <a:moveTo>
                  <a:pt x="1656229" y="537067"/>
                </a:moveTo>
                <a:lnTo>
                  <a:pt x="1669646" y="523295"/>
                </a:lnTo>
                <a:moveTo>
                  <a:pt x="1676365" y="512230"/>
                </a:moveTo>
                <a:lnTo>
                  <a:pt x="1681693" y="507878"/>
                </a:lnTo>
                <a:moveTo>
                  <a:pt x="1403741" y="791843"/>
                </a:moveTo>
                <a:lnTo>
                  <a:pt x="1319069" y="739725"/>
                </a:lnTo>
                <a:moveTo>
                  <a:pt x="1056704" y="471816"/>
                </a:moveTo>
                <a:lnTo>
                  <a:pt x="1068810" y="467506"/>
                </a:lnTo>
                <a:moveTo>
                  <a:pt x="1453109" y="412730"/>
                </a:moveTo>
                <a:lnTo>
                  <a:pt x="1494708" y="380328"/>
                </a:lnTo>
                <a:moveTo>
                  <a:pt x="1070594" y="472312"/>
                </a:moveTo>
                <a:lnTo>
                  <a:pt x="1056704" y="471816"/>
                </a:lnTo>
                <a:moveTo>
                  <a:pt x="1387019" y="828986"/>
                </a:moveTo>
                <a:lnTo>
                  <a:pt x="1287399" y="759520"/>
                </a:lnTo>
                <a:moveTo>
                  <a:pt x="1658696" y="427602"/>
                </a:moveTo>
                <a:lnTo>
                  <a:pt x="1680108" y="354535"/>
                </a:lnTo>
                <a:moveTo>
                  <a:pt x="888253" y="415186"/>
                </a:moveTo>
                <a:lnTo>
                  <a:pt x="832891" y="455028"/>
                </a:lnTo>
                <a:moveTo>
                  <a:pt x="1109021" y="561576"/>
                </a:moveTo>
                <a:lnTo>
                  <a:pt x="1149511" y="475323"/>
                </a:lnTo>
                <a:moveTo>
                  <a:pt x="1656229" y="537067"/>
                </a:moveTo>
                <a:lnTo>
                  <a:pt x="1681693" y="507878"/>
                </a:lnTo>
                <a:moveTo>
                  <a:pt x="1681693" y="507878"/>
                </a:moveTo>
                <a:lnTo>
                  <a:pt x="1658696" y="427602"/>
                </a:lnTo>
                <a:moveTo>
                  <a:pt x="1395519" y="746872"/>
                </a:moveTo>
                <a:lnTo>
                  <a:pt x="1319069" y="739725"/>
                </a:lnTo>
                <a:moveTo>
                  <a:pt x="991890" y="652447"/>
                </a:moveTo>
                <a:lnTo>
                  <a:pt x="939151" y="649987"/>
                </a:lnTo>
                <a:moveTo>
                  <a:pt x="1464818" y="496780"/>
                </a:moveTo>
                <a:lnTo>
                  <a:pt x="1453109" y="412730"/>
                </a:lnTo>
                <a:moveTo>
                  <a:pt x="1403741" y="791843"/>
                </a:moveTo>
                <a:lnTo>
                  <a:pt x="1387019" y="828986"/>
                </a:lnTo>
                <a:moveTo>
                  <a:pt x="1017068" y="806312"/>
                </a:moveTo>
                <a:lnTo>
                  <a:pt x="1014786" y="722447"/>
                </a:lnTo>
                <a:moveTo>
                  <a:pt x="1097831" y="852546"/>
                </a:moveTo>
                <a:lnTo>
                  <a:pt x="1044521" y="859294"/>
                </a:lnTo>
                <a:moveTo>
                  <a:pt x="987157" y="638084"/>
                </a:moveTo>
                <a:lnTo>
                  <a:pt x="939151" y="649987"/>
                </a:lnTo>
                <a:moveTo>
                  <a:pt x="990411" y="469140"/>
                </a:moveTo>
                <a:lnTo>
                  <a:pt x="953468" y="419050"/>
                </a:lnTo>
                <a:moveTo>
                  <a:pt x="1535304" y="578663"/>
                </a:moveTo>
                <a:lnTo>
                  <a:pt x="1486139" y="518552"/>
                </a:lnTo>
                <a:moveTo>
                  <a:pt x="1260917" y="738579"/>
                </a:moveTo>
                <a:lnTo>
                  <a:pt x="1167401" y="815106"/>
                </a:lnTo>
                <a:moveTo>
                  <a:pt x="1235055" y="548040"/>
                </a:moveTo>
                <a:lnTo>
                  <a:pt x="1248593" y="532320"/>
                </a:lnTo>
                <a:moveTo>
                  <a:pt x="1384519" y="662836"/>
                </a:moveTo>
                <a:lnTo>
                  <a:pt x="1336735" y="656254"/>
                </a:lnTo>
                <a:moveTo>
                  <a:pt x="953468" y="419050"/>
                </a:moveTo>
                <a:lnTo>
                  <a:pt x="888253" y="415186"/>
                </a:lnTo>
                <a:moveTo>
                  <a:pt x="912025" y="630963"/>
                </a:moveTo>
                <a:lnTo>
                  <a:pt x="876713" y="601320"/>
                </a:lnTo>
                <a:moveTo>
                  <a:pt x="1298916" y="573746"/>
                </a:moveTo>
                <a:lnTo>
                  <a:pt x="1295527" y="571245"/>
                </a:lnTo>
                <a:moveTo>
                  <a:pt x="1068810" y="467506"/>
                </a:moveTo>
                <a:lnTo>
                  <a:pt x="990411" y="469140"/>
                </a:lnTo>
                <a:moveTo>
                  <a:pt x="1384519" y="662836"/>
                </a:moveTo>
                <a:lnTo>
                  <a:pt x="1319069" y="739725"/>
                </a:lnTo>
                <a:moveTo>
                  <a:pt x="1600709" y="579461"/>
                </a:moveTo>
                <a:lnTo>
                  <a:pt x="1535304" y="578663"/>
                </a:lnTo>
                <a:moveTo>
                  <a:pt x="1164905" y="826423"/>
                </a:moveTo>
                <a:lnTo>
                  <a:pt x="1097831" y="852546"/>
                </a:lnTo>
                <a:moveTo>
                  <a:pt x="1486139" y="518552"/>
                </a:moveTo>
                <a:lnTo>
                  <a:pt x="1437286" y="497871"/>
                </a:lnTo>
                <a:moveTo>
                  <a:pt x="1294976" y="571612"/>
                </a:moveTo>
                <a:lnTo>
                  <a:pt x="1295527" y="571245"/>
                </a:lnTo>
                <a:moveTo>
                  <a:pt x="1167401" y="815106"/>
                </a:moveTo>
                <a:lnTo>
                  <a:pt x="1206137" y="735656"/>
                </a:lnTo>
                <a:moveTo>
                  <a:pt x="1434412" y="413129"/>
                </a:moveTo>
                <a:lnTo>
                  <a:pt x="1494708" y="380328"/>
                </a:lnTo>
                <a:moveTo>
                  <a:pt x="1167401" y="815106"/>
                </a:moveTo>
                <a:lnTo>
                  <a:pt x="1097831" y="852546"/>
                </a:lnTo>
                <a:moveTo>
                  <a:pt x="1298916" y="573746"/>
                </a:moveTo>
                <a:lnTo>
                  <a:pt x="1294976" y="571612"/>
                </a:lnTo>
                <a:moveTo>
                  <a:pt x="1298916" y="573746"/>
                </a:moveTo>
                <a:lnTo>
                  <a:pt x="1302132" y="572085"/>
                </a:lnTo>
                <a:moveTo>
                  <a:pt x="1287399" y="759520"/>
                </a:moveTo>
                <a:lnTo>
                  <a:pt x="1260917" y="738579"/>
                </a:lnTo>
                <a:moveTo>
                  <a:pt x="1044521" y="859294"/>
                </a:moveTo>
                <a:lnTo>
                  <a:pt x="1007592" y="808833"/>
                </a:lnTo>
                <a:moveTo>
                  <a:pt x="1056704" y="471816"/>
                </a:moveTo>
                <a:lnTo>
                  <a:pt x="990411" y="469140"/>
                </a:lnTo>
                <a:moveTo>
                  <a:pt x="1302132" y="572085"/>
                </a:moveTo>
                <a:lnTo>
                  <a:pt x="1294976" y="571612"/>
                </a:lnTo>
                <a:moveTo>
                  <a:pt x="1549550" y="348878"/>
                </a:moveTo>
                <a:lnTo>
                  <a:pt x="1494708" y="380328"/>
                </a:lnTo>
                <a:moveTo>
                  <a:pt x="1707312" y="426759"/>
                </a:moveTo>
                <a:lnTo>
                  <a:pt x="1658696" y="427602"/>
                </a:lnTo>
                <a:moveTo>
                  <a:pt x="987157" y="638084"/>
                </a:moveTo>
                <a:lnTo>
                  <a:pt x="912025" y="630963"/>
                </a:lnTo>
                <a:moveTo>
                  <a:pt x="1464818" y="496780"/>
                </a:moveTo>
                <a:lnTo>
                  <a:pt x="1434412" y="413129"/>
                </a:lnTo>
                <a:moveTo>
                  <a:pt x="1167401" y="815106"/>
                </a:moveTo>
                <a:lnTo>
                  <a:pt x="1107600" y="814526"/>
                </a:lnTo>
                <a:moveTo>
                  <a:pt x="1656229" y="537067"/>
                </a:moveTo>
                <a:lnTo>
                  <a:pt x="1600709" y="579461"/>
                </a:lnTo>
                <a:moveTo>
                  <a:pt x="1367304" y="578677"/>
                </a:moveTo>
                <a:lnTo>
                  <a:pt x="1336735" y="656254"/>
                </a:lnTo>
                <a:moveTo>
                  <a:pt x="1109021" y="561576"/>
                </a:moveTo>
                <a:lnTo>
                  <a:pt x="1070594" y="472312"/>
                </a:lnTo>
                <a:moveTo>
                  <a:pt x="1403741" y="791843"/>
                </a:moveTo>
                <a:lnTo>
                  <a:pt x="1395519" y="746872"/>
                </a:lnTo>
                <a:moveTo>
                  <a:pt x="1437286" y="497871"/>
                </a:moveTo>
                <a:lnTo>
                  <a:pt x="1464818" y="496780"/>
                </a:lnTo>
                <a:moveTo>
                  <a:pt x="1014786" y="722447"/>
                </a:moveTo>
                <a:lnTo>
                  <a:pt x="991890" y="652447"/>
                </a:lnTo>
                <a:moveTo>
                  <a:pt x="1056704" y="471816"/>
                </a:moveTo>
                <a:lnTo>
                  <a:pt x="1002003" y="489316"/>
                </a:lnTo>
                <a:moveTo>
                  <a:pt x="1167401" y="815106"/>
                </a:moveTo>
                <a:lnTo>
                  <a:pt x="1115141" y="731108"/>
                </a:lnTo>
                <a:moveTo>
                  <a:pt x="1128342" y="562687"/>
                </a:moveTo>
                <a:lnTo>
                  <a:pt x="1184604" y="508672"/>
                </a:lnTo>
                <a:moveTo>
                  <a:pt x="1614316" y="359975"/>
                </a:moveTo>
                <a:lnTo>
                  <a:pt x="1549550" y="348878"/>
                </a:lnTo>
                <a:moveTo>
                  <a:pt x="1184604" y="508672"/>
                </a:moveTo>
                <a:lnTo>
                  <a:pt x="1109021" y="561576"/>
                </a:lnTo>
                <a:moveTo>
                  <a:pt x="912480" y="466254"/>
                </a:moveTo>
                <a:lnTo>
                  <a:pt x="953468" y="419050"/>
                </a:lnTo>
                <a:moveTo>
                  <a:pt x="1658696" y="427602"/>
                </a:moveTo>
                <a:lnTo>
                  <a:pt x="1614316" y="359975"/>
                </a:lnTo>
                <a:moveTo>
                  <a:pt x="1424854" y="833798"/>
                </a:moveTo>
                <a:lnTo>
                  <a:pt x="1403741" y="791843"/>
                </a:lnTo>
                <a:moveTo>
                  <a:pt x="1434412" y="413129"/>
                </a:moveTo>
                <a:lnTo>
                  <a:pt x="1453109" y="412730"/>
                </a:lnTo>
                <a:moveTo>
                  <a:pt x="1014786" y="722447"/>
                </a:moveTo>
                <a:lnTo>
                  <a:pt x="1002493" y="639430"/>
                </a:lnTo>
                <a:moveTo>
                  <a:pt x="1007592" y="808833"/>
                </a:moveTo>
                <a:lnTo>
                  <a:pt x="1017068" y="806312"/>
                </a:lnTo>
                <a:moveTo>
                  <a:pt x="1336397" y="829526"/>
                </a:moveTo>
                <a:lnTo>
                  <a:pt x="1387019" y="828986"/>
                </a:lnTo>
                <a:moveTo>
                  <a:pt x="1658920" y="428067"/>
                </a:moveTo>
                <a:lnTo>
                  <a:pt x="1614316" y="359975"/>
                </a:lnTo>
                <a:moveTo>
                  <a:pt x="1260917" y="738579"/>
                </a:moveTo>
                <a:lnTo>
                  <a:pt x="1206137" y="735656"/>
                </a:lnTo>
                <a:moveTo>
                  <a:pt x="1032783" y="845977"/>
                </a:moveTo>
                <a:lnTo>
                  <a:pt x="1044521" y="859294"/>
                </a:lnTo>
                <a:moveTo>
                  <a:pt x="1469762" y="580082"/>
                </a:moveTo>
                <a:lnTo>
                  <a:pt x="1486139" y="518552"/>
                </a:lnTo>
                <a:moveTo>
                  <a:pt x="1424854" y="833798"/>
                </a:moveTo>
                <a:lnTo>
                  <a:pt x="1395519" y="746872"/>
                </a:lnTo>
                <a:moveTo>
                  <a:pt x="1336397" y="829526"/>
                </a:moveTo>
                <a:lnTo>
                  <a:pt x="1287399" y="759520"/>
                </a:lnTo>
                <a:moveTo>
                  <a:pt x="1335957" y="829416"/>
                </a:moveTo>
                <a:lnTo>
                  <a:pt x="1287399" y="759520"/>
                </a:lnTo>
                <a:moveTo>
                  <a:pt x="1395519" y="746872"/>
                </a:moveTo>
                <a:lnTo>
                  <a:pt x="1384519" y="662836"/>
                </a:lnTo>
                <a:moveTo>
                  <a:pt x="1025019" y="557918"/>
                </a:moveTo>
                <a:lnTo>
                  <a:pt x="1070594" y="472312"/>
                </a:lnTo>
                <a:moveTo>
                  <a:pt x="1235055" y="548040"/>
                </a:moveTo>
                <a:lnTo>
                  <a:pt x="1184604" y="508672"/>
                </a:lnTo>
                <a:moveTo>
                  <a:pt x="951323" y="553558"/>
                </a:moveTo>
                <a:lnTo>
                  <a:pt x="912025" y="630963"/>
                </a:lnTo>
                <a:moveTo>
                  <a:pt x="1002003" y="489316"/>
                </a:moveTo>
                <a:lnTo>
                  <a:pt x="990411" y="469140"/>
                </a:lnTo>
                <a:moveTo>
                  <a:pt x="1025019" y="557918"/>
                </a:moveTo>
                <a:lnTo>
                  <a:pt x="1056704" y="471816"/>
                </a:lnTo>
                <a:moveTo>
                  <a:pt x="991890" y="652447"/>
                </a:moveTo>
                <a:lnTo>
                  <a:pt x="987157" y="638084"/>
                </a:lnTo>
                <a:moveTo>
                  <a:pt x="1497369" y="335423"/>
                </a:moveTo>
                <a:lnTo>
                  <a:pt x="1494708" y="380328"/>
                </a:lnTo>
                <a:moveTo>
                  <a:pt x="1367304" y="578677"/>
                </a:moveTo>
                <a:lnTo>
                  <a:pt x="1298916" y="573746"/>
                </a:lnTo>
                <a:moveTo>
                  <a:pt x="1082116" y="645595"/>
                </a:moveTo>
                <a:lnTo>
                  <a:pt x="1014786" y="722447"/>
                </a:lnTo>
                <a:moveTo>
                  <a:pt x="1367304" y="578677"/>
                </a:moveTo>
                <a:lnTo>
                  <a:pt x="1302132" y="572085"/>
                </a:lnTo>
                <a:moveTo>
                  <a:pt x="1294976" y="571612"/>
                </a:moveTo>
                <a:lnTo>
                  <a:pt x="1235055" y="548040"/>
                </a:lnTo>
                <a:moveTo>
                  <a:pt x="1302132" y="572085"/>
                </a:moveTo>
                <a:lnTo>
                  <a:pt x="1235055" y="548040"/>
                </a:lnTo>
                <a:moveTo>
                  <a:pt x="991890" y="652447"/>
                </a:moveTo>
                <a:lnTo>
                  <a:pt x="1002493" y="639430"/>
                </a:lnTo>
                <a:moveTo>
                  <a:pt x="1260917" y="738579"/>
                </a:moveTo>
                <a:lnTo>
                  <a:pt x="1224955" y="710956"/>
                </a:lnTo>
                <a:moveTo>
                  <a:pt x="1097831" y="852546"/>
                </a:moveTo>
                <a:lnTo>
                  <a:pt x="1107600" y="814526"/>
                </a:lnTo>
                <a:moveTo>
                  <a:pt x="1128342" y="562687"/>
                </a:moveTo>
                <a:lnTo>
                  <a:pt x="1109021" y="561576"/>
                </a:lnTo>
                <a:moveTo>
                  <a:pt x="1002493" y="639430"/>
                </a:moveTo>
                <a:lnTo>
                  <a:pt x="987157" y="638084"/>
                </a:lnTo>
                <a:moveTo>
                  <a:pt x="1437286" y="497871"/>
                </a:moveTo>
                <a:lnTo>
                  <a:pt x="1434412" y="413129"/>
                </a:lnTo>
                <a:moveTo>
                  <a:pt x="1206137" y="735656"/>
                </a:moveTo>
                <a:lnTo>
                  <a:pt x="1115141" y="731108"/>
                </a:lnTo>
                <a:moveTo>
                  <a:pt x="1656229" y="537067"/>
                </a:moveTo>
                <a:lnTo>
                  <a:pt x="1535304" y="578663"/>
                </a:lnTo>
                <a:moveTo>
                  <a:pt x="1002493" y="639430"/>
                </a:moveTo>
                <a:lnTo>
                  <a:pt x="1109021" y="561576"/>
                </a:lnTo>
                <a:moveTo>
                  <a:pt x="1676365" y="512230"/>
                </a:moveTo>
                <a:lnTo>
                  <a:pt x="1656229" y="537067"/>
                </a:lnTo>
                <a:moveTo>
                  <a:pt x="1224955" y="710956"/>
                </a:moveTo>
                <a:lnTo>
                  <a:pt x="1206137" y="735656"/>
                </a:lnTo>
                <a:moveTo>
                  <a:pt x="1676365" y="512230"/>
                </a:moveTo>
                <a:lnTo>
                  <a:pt x="1658696" y="427602"/>
                </a:lnTo>
                <a:moveTo>
                  <a:pt x="1114058" y="590795"/>
                </a:moveTo>
                <a:lnTo>
                  <a:pt x="1128342" y="562687"/>
                </a:lnTo>
                <a:moveTo>
                  <a:pt x="990411" y="469140"/>
                </a:moveTo>
                <a:lnTo>
                  <a:pt x="912480" y="466254"/>
                </a:lnTo>
                <a:moveTo>
                  <a:pt x="1114058" y="590795"/>
                </a:moveTo>
                <a:lnTo>
                  <a:pt x="1109021" y="561576"/>
                </a:lnTo>
                <a:moveTo>
                  <a:pt x="1353244" y="550574"/>
                </a:moveTo>
                <a:lnTo>
                  <a:pt x="1302132" y="572085"/>
                </a:lnTo>
                <a:moveTo>
                  <a:pt x="876713" y="601320"/>
                </a:moveTo>
                <a:lnTo>
                  <a:pt x="825444" y="545437"/>
                </a:lnTo>
                <a:moveTo>
                  <a:pt x="1676365" y="512230"/>
                </a:moveTo>
                <a:lnTo>
                  <a:pt x="1661554" y="451172"/>
                </a:lnTo>
                <a:moveTo>
                  <a:pt x="1114058" y="590795"/>
                </a:moveTo>
                <a:lnTo>
                  <a:pt x="1002493" y="639430"/>
                </a:lnTo>
                <a:moveTo>
                  <a:pt x="1206137" y="735656"/>
                </a:moveTo>
                <a:lnTo>
                  <a:pt x="1123709" y="647821"/>
                </a:lnTo>
                <a:moveTo>
                  <a:pt x="912480" y="466254"/>
                </a:moveTo>
                <a:lnTo>
                  <a:pt x="888253" y="415186"/>
                </a:lnTo>
                <a:moveTo>
                  <a:pt x="951323" y="553558"/>
                </a:moveTo>
                <a:lnTo>
                  <a:pt x="876713" y="601320"/>
                </a:lnTo>
                <a:moveTo>
                  <a:pt x="1107600" y="814526"/>
                </a:moveTo>
                <a:lnTo>
                  <a:pt x="1115141" y="731108"/>
                </a:lnTo>
                <a:moveTo>
                  <a:pt x="876713" y="601320"/>
                </a:moveTo>
                <a:lnTo>
                  <a:pt x="922590" y="551917"/>
                </a:lnTo>
                <a:moveTo>
                  <a:pt x="1123709" y="647821"/>
                </a:moveTo>
                <a:lnTo>
                  <a:pt x="1128342" y="562687"/>
                </a:lnTo>
                <a:moveTo>
                  <a:pt x="1384519" y="662836"/>
                </a:moveTo>
                <a:lnTo>
                  <a:pt x="1367304" y="578677"/>
                </a:lnTo>
                <a:moveTo>
                  <a:pt x="1235055" y="548040"/>
                </a:moveTo>
                <a:lnTo>
                  <a:pt x="1128342" y="562687"/>
                </a:lnTo>
                <a:moveTo>
                  <a:pt x="922590" y="551917"/>
                </a:moveTo>
                <a:lnTo>
                  <a:pt x="990411" y="469140"/>
                </a:lnTo>
                <a:moveTo>
                  <a:pt x="1661554" y="451172"/>
                </a:moveTo>
                <a:lnTo>
                  <a:pt x="1658696" y="427602"/>
                </a:lnTo>
                <a:moveTo>
                  <a:pt x="1601157" y="369591"/>
                </a:moveTo>
                <a:lnTo>
                  <a:pt x="1614316" y="359975"/>
                </a:lnTo>
                <a:moveTo>
                  <a:pt x="1658920" y="428067"/>
                </a:moveTo>
                <a:lnTo>
                  <a:pt x="1658696" y="427602"/>
                </a:lnTo>
                <a:moveTo>
                  <a:pt x="1123709" y="647821"/>
                </a:moveTo>
                <a:lnTo>
                  <a:pt x="1114058" y="590795"/>
                </a:lnTo>
                <a:moveTo>
                  <a:pt x="1025019" y="557918"/>
                </a:moveTo>
                <a:lnTo>
                  <a:pt x="1002003" y="489316"/>
                </a:lnTo>
                <a:moveTo>
                  <a:pt x="1434754" y="837104"/>
                </a:moveTo>
                <a:lnTo>
                  <a:pt x="1395519" y="746872"/>
                </a:lnTo>
                <a:moveTo>
                  <a:pt x="1109021" y="561576"/>
                </a:moveTo>
                <a:lnTo>
                  <a:pt x="1025019" y="557918"/>
                </a:lnTo>
                <a:moveTo>
                  <a:pt x="987157" y="638084"/>
                </a:moveTo>
                <a:lnTo>
                  <a:pt x="951323" y="553558"/>
                </a:lnTo>
                <a:moveTo>
                  <a:pt x="1082116" y="645595"/>
                </a:moveTo>
                <a:lnTo>
                  <a:pt x="1002493" y="639430"/>
                </a:lnTo>
                <a:moveTo>
                  <a:pt x="1661554" y="451172"/>
                </a:moveTo>
                <a:lnTo>
                  <a:pt x="1658920" y="428067"/>
                </a:lnTo>
                <a:moveTo>
                  <a:pt x="1115141" y="731108"/>
                </a:moveTo>
                <a:lnTo>
                  <a:pt x="1123709" y="647821"/>
                </a:lnTo>
                <a:moveTo>
                  <a:pt x="1441281" y="753414"/>
                </a:moveTo>
                <a:lnTo>
                  <a:pt x="1395519" y="746872"/>
                </a:lnTo>
                <a:moveTo>
                  <a:pt x="1279821" y="744591"/>
                </a:moveTo>
                <a:lnTo>
                  <a:pt x="1287399" y="759520"/>
                </a:lnTo>
                <a:moveTo>
                  <a:pt x="951323" y="553558"/>
                </a:moveTo>
                <a:lnTo>
                  <a:pt x="1002003" y="489316"/>
                </a:lnTo>
                <a:moveTo>
                  <a:pt x="1196861" y="653497"/>
                </a:moveTo>
                <a:lnTo>
                  <a:pt x="1206137" y="735656"/>
                </a:lnTo>
                <a:moveTo>
                  <a:pt x="1002493" y="639430"/>
                </a:moveTo>
                <a:lnTo>
                  <a:pt x="1025019" y="557918"/>
                </a:lnTo>
                <a:moveTo>
                  <a:pt x="1082116" y="645595"/>
                </a:moveTo>
                <a:lnTo>
                  <a:pt x="1114058" y="590795"/>
                </a:lnTo>
                <a:moveTo>
                  <a:pt x="1002003" y="489316"/>
                </a:moveTo>
                <a:lnTo>
                  <a:pt x="922590" y="551917"/>
                </a:lnTo>
                <a:moveTo>
                  <a:pt x="1682593" y="515018"/>
                </a:moveTo>
                <a:lnTo>
                  <a:pt x="1676365" y="512230"/>
                </a:lnTo>
                <a:moveTo>
                  <a:pt x="1002493" y="639430"/>
                </a:moveTo>
                <a:lnTo>
                  <a:pt x="951323" y="553558"/>
                </a:lnTo>
                <a:moveTo>
                  <a:pt x="1210727" y="569951"/>
                </a:moveTo>
                <a:lnTo>
                  <a:pt x="1128342" y="562687"/>
                </a:lnTo>
                <a:moveTo>
                  <a:pt x="1575821" y="592842"/>
                </a:moveTo>
                <a:lnTo>
                  <a:pt x="1535304" y="578663"/>
                </a:lnTo>
                <a:moveTo>
                  <a:pt x="1437286" y="497871"/>
                </a:moveTo>
                <a:lnTo>
                  <a:pt x="1353244" y="550574"/>
                </a:lnTo>
                <a:moveTo>
                  <a:pt x="1097831" y="852546"/>
                </a:moveTo>
                <a:lnTo>
                  <a:pt x="1032783" y="845977"/>
                </a:lnTo>
                <a:moveTo>
                  <a:pt x="1535304" y="578663"/>
                </a:moveTo>
                <a:lnTo>
                  <a:pt x="1469762" y="580082"/>
                </a:lnTo>
                <a:moveTo>
                  <a:pt x="1336397" y="829526"/>
                </a:moveTo>
                <a:lnTo>
                  <a:pt x="1335957" y="829416"/>
                </a:lnTo>
                <a:moveTo>
                  <a:pt x="1196861" y="653497"/>
                </a:moveTo>
                <a:lnTo>
                  <a:pt x="1128342" y="562687"/>
                </a:lnTo>
                <a:moveTo>
                  <a:pt x="1336397" y="829526"/>
                </a:moveTo>
                <a:lnTo>
                  <a:pt x="1336071" y="829532"/>
                </a:lnTo>
                <a:moveTo>
                  <a:pt x="1336071" y="829532"/>
                </a:moveTo>
                <a:lnTo>
                  <a:pt x="1335957" y="829416"/>
                </a:lnTo>
                <a:moveTo>
                  <a:pt x="1438853" y="669547"/>
                </a:moveTo>
                <a:lnTo>
                  <a:pt x="1395519" y="746872"/>
                </a:lnTo>
                <a:moveTo>
                  <a:pt x="1434754" y="837104"/>
                </a:moveTo>
                <a:lnTo>
                  <a:pt x="1424854" y="833798"/>
                </a:lnTo>
                <a:moveTo>
                  <a:pt x="1424088" y="920713"/>
                </a:moveTo>
                <a:lnTo>
                  <a:pt x="1424854" y="833798"/>
                </a:lnTo>
                <a:moveTo>
                  <a:pt x="1123709" y="647821"/>
                </a:moveTo>
                <a:lnTo>
                  <a:pt x="1082116" y="645595"/>
                </a:lnTo>
                <a:moveTo>
                  <a:pt x="1497369" y="335423"/>
                </a:moveTo>
                <a:lnTo>
                  <a:pt x="1434412" y="413129"/>
                </a:lnTo>
                <a:moveTo>
                  <a:pt x="1462972" y="586203"/>
                </a:moveTo>
                <a:lnTo>
                  <a:pt x="1384519" y="662836"/>
                </a:lnTo>
                <a:moveTo>
                  <a:pt x="1434412" y="413129"/>
                </a:moveTo>
                <a:lnTo>
                  <a:pt x="1478590" y="334370"/>
                </a:lnTo>
                <a:moveTo>
                  <a:pt x="1682593" y="515018"/>
                </a:moveTo>
                <a:lnTo>
                  <a:pt x="1656229" y="537067"/>
                </a:lnTo>
                <a:moveTo>
                  <a:pt x="1469762" y="580082"/>
                </a:moveTo>
                <a:lnTo>
                  <a:pt x="1437286" y="497871"/>
                </a:lnTo>
                <a:moveTo>
                  <a:pt x="1107600" y="814526"/>
                </a:moveTo>
                <a:lnTo>
                  <a:pt x="1032783" y="845977"/>
                </a:lnTo>
                <a:moveTo>
                  <a:pt x="1656229" y="537067"/>
                </a:moveTo>
                <a:lnTo>
                  <a:pt x="1575821" y="592842"/>
                </a:lnTo>
                <a:moveTo>
                  <a:pt x="1682593" y="515018"/>
                </a:moveTo>
                <a:lnTo>
                  <a:pt x="1661554" y="451172"/>
                </a:lnTo>
                <a:moveTo>
                  <a:pt x="1549550" y="348878"/>
                </a:moveTo>
                <a:lnTo>
                  <a:pt x="1497369" y="335423"/>
                </a:lnTo>
                <a:moveTo>
                  <a:pt x="1462972" y="586203"/>
                </a:moveTo>
                <a:lnTo>
                  <a:pt x="1437286" y="497871"/>
                </a:lnTo>
                <a:moveTo>
                  <a:pt x="1224955" y="710956"/>
                </a:moveTo>
                <a:lnTo>
                  <a:pt x="1196861" y="653497"/>
                </a:lnTo>
                <a:moveTo>
                  <a:pt x="1367304" y="578677"/>
                </a:moveTo>
                <a:lnTo>
                  <a:pt x="1353244" y="550574"/>
                </a:lnTo>
                <a:moveTo>
                  <a:pt x="1279821" y="744591"/>
                </a:moveTo>
                <a:lnTo>
                  <a:pt x="1260917" y="738579"/>
                </a:lnTo>
                <a:moveTo>
                  <a:pt x="1353244" y="550574"/>
                </a:moveTo>
                <a:lnTo>
                  <a:pt x="1235055" y="548040"/>
                </a:lnTo>
                <a:moveTo>
                  <a:pt x="922590" y="551917"/>
                </a:moveTo>
                <a:lnTo>
                  <a:pt x="912480" y="466254"/>
                </a:lnTo>
                <a:moveTo>
                  <a:pt x="1484910" y="588305"/>
                </a:moveTo>
                <a:lnTo>
                  <a:pt x="1535304" y="578663"/>
                </a:lnTo>
                <a:moveTo>
                  <a:pt x="1032783" y="845977"/>
                </a:moveTo>
                <a:lnTo>
                  <a:pt x="1007592" y="808833"/>
                </a:lnTo>
                <a:moveTo>
                  <a:pt x="1438853" y="669547"/>
                </a:moveTo>
                <a:lnTo>
                  <a:pt x="1384519" y="662836"/>
                </a:lnTo>
                <a:moveTo>
                  <a:pt x="1210727" y="569951"/>
                </a:moveTo>
                <a:lnTo>
                  <a:pt x="1235055" y="548040"/>
                </a:lnTo>
                <a:moveTo>
                  <a:pt x="1196861" y="653497"/>
                </a:moveTo>
                <a:lnTo>
                  <a:pt x="1123709" y="647821"/>
                </a:lnTo>
                <a:moveTo>
                  <a:pt x="1593061" y="594407"/>
                </a:moveTo>
                <a:lnTo>
                  <a:pt x="1656229" y="537067"/>
                </a:lnTo>
                <a:moveTo>
                  <a:pt x="1025019" y="557918"/>
                </a:moveTo>
                <a:lnTo>
                  <a:pt x="951323" y="553558"/>
                </a:lnTo>
                <a:moveTo>
                  <a:pt x="922590" y="551917"/>
                </a:moveTo>
                <a:lnTo>
                  <a:pt x="825444" y="545437"/>
                </a:lnTo>
                <a:moveTo>
                  <a:pt x="1356704" y="916533"/>
                </a:moveTo>
                <a:lnTo>
                  <a:pt x="1336397" y="829526"/>
                </a:lnTo>
                <a:moveTo>
                  <a:pt x="1356704" y="916533"/>
                </a:moveTo>
                <a:lnTo>
                  <a:pt x="1336071" y="829532"/>
                </a:lnTo>
                <a:moveTo>
                  <a:pt x="951323" y="553558"/>
                </a:moveTo>
                <a:lnTo>
                  <a:pt x="922590" y="551917"/>
                </a:lnTo>
                <a:moveTo>
                  <a:pt x="1437286" y="497871"/>
                </a:moveTo>
                <a:lnTo>
                  <a:pt x="1380487" y="497673"/>
                </a:lnTo>
                <a:moveTo>
                  <a:pt x="1462972" y="586203"/>
                </a:moveTo>
                <a:lnTo>
                  <a:pt x="1367304" y="578677"/>
                </a:lnTo>
                <a:moveTo>
                  <a:pt x="1601157" y="369591"/>
                </a:moveTo>
                <a:lnTo>
                  <a:pt x="1549550" y="348878"/>
                </a:lnTo>
                <a:moveTo>
                  <a:pt x="1107600" y="814526"/>
                </a:moveTo>
                <a:lnTo>
                  <a:pt x="1055059" y="814870"/>
                </a:lnTo>
                <a:moveTo>
                  <a:pt x="1434412" y="413129"/>
                </a:moveTo>
                <a:lnTo>
                  <a:pt x="1393216" y="414915"/>
                </a:lnTo>
                <a:moveTo>
                  <a:pt x="1196861" y="653497"/>
                </a:moveTo>
                <a:lnTo>
                  <a:pt x="1210727" y="569951"/>
                </a:lnTo>
                <a:moveTo>
                  <a:pt x="1437286" y="497871"/>
                </a:moveTo>
                <a:lnTo>
                  <a:pt x="1393216" y="414915"/>
                </a:lnTo>
                <a:moveTo>
                  <a:pt x="1462972" y="586203"/>
                </a:moveTo>
                <a:lnTo>
                  <a:pt x="1353244" y="550574"/>
                </a:lnTo>
                <a:moveTo>
                  <a:pt x="1279821" y="744591"/>
                </a:moveTo>
                <a:lnTo>
                  <a:pt x="1224955" y="710956"/>
                </a:lnTo>
                <a:moveTo>
                  <a:pt x="1658920" y="428067"/>
                </a:moveTo>
                <a:lnTo>
                  <a:pt x="1601157" y="369591"/>
                </a:lnTo>
                <a:moveTo>
                  <a:pt x="1275934" y="741810"/>
                </a:moveTo>
                <a:lnTo>
                  <a:pt x="1224955" y="710956"/>
                </a:lnTo>
                <a:moveTo>
                  <a:pt x="1335957" y="829416"/>
                </a:moveTo>
                <a:lnTo>
                  <a:pt x="1279821" y="744591"/>
                </a:lnTo>
                <a:moveTo>
                  <a:pt x="1593061" y="594407"/>
                </a:moveTo>
                <a:lnTo>
                  <a:pt x="1682593" y="515018"/>
                </a:lnTo>
                <a:moveTo>
                  <a:pt x="1424088" y="920713"/>
                </a:moveTo>
                <a:lnTo>
                  <a:pt x="1434754" y="837104"/>
                </a:lnTo>
                <a:moveTo>
                  <a:pt x="1462972" y="586203"/>
                </a:moveTo>
                <a:lnTo>
                  <a:pt x="1469762" y="580082"/>
                </a:lnTo>
                <a:moveTo>
                  <a:pt x="1593061" y="594407"/>
                </a:moveTo>
                <a:lnTo>
                  <a:pt x="1575821" y="592842"/>
                </a:lnTo>
                <a:moveTo>
                  <a:pt x="1434754" y="837104"/>
                </a:moveTo>
                <a:lnTo>
                  <a:pt x="1441281" y="753414"/>
                </a:lnTo>
                <a:moveTo>
                  <a:pt x="1497369" y="335423"/>
                </a:moveTo>
                <a:lnTo>
                  <a:pt x="1478590" y="334370"/>
                </a:lnTo>
                <a:moveTo>
                  <a:pt x="1335957" y="829416"/>
                </a:moveTo>
                <a:lnTo>
                  <a:pt x="1279282" y="744958"/>
                </a:lnTo>
                <a:moveTo>
                  <a:pt x="1336071" y="829532"/>
                </a:moveTo>
                <a:lnTo>
                  <a:pt x="1279282" y="744958"/>
                </a:lnTo>
                <a:moveTo>
                  <a:pt x="1353244" y="550574"/>
                </a:moveTo>
                <a:lnTo>
                  <a:pt x="1380487" y="497673"/>
                </a:lnTo>
                <a:moveTo>
                  <a:pt x="1586927" y="599124"/>
                </a:moveTo>
                <a:lnTo>
                  <a:pt x="1575821" y="592842"/>
                </a:lnTo>
                <a:moveTo>
                  <a:pt x="1691353" y="518165"/>
                </a:moveTo>
                <a:lnTo>
                  <a:pt x="1661554" y="451172"/>
                </a:lnTo>
                <a:moveTo>
                  <a:pt x="1593541" y="595095"/>
                </a:moveTo>
                <a:lnTo>
                  <a:pt x="1682593" y="515018"/>
                </a:lnTo>
                <a:moveTo>
                  <a:pt x="1691353" y="518165"/>
                </a:moveTo>
                <a:lnTo>
                  <a:pt x="1658920" y="428067"/>
                </a:lnTo>
                <a:moveTo>
                  <a:pt x="1497369" y="335423"/>
                </a:moveTo>
                <a:lnTo>
                  <a:pt x="1485457" y="326919"/>
                </a:lnTo>
                <a:moveTo>
                  <a:pt x="1575821" y="592842"/>
                </a:moveTo>
                <a:lnTo>
                  <a:pt x="1484910" y="588305"/>
                </a:lnTo>
                <a:moveTo>
                  <a:pt x="1485457" y="326919"/>
                </a:moveTo>
                <a:lnTo>
                  <a:pt x="1478590" y="334370"/>
                </a:lnTo>
                <a:moveTo>
                  <a:pt x="1289745" y="519043"/>
                </a:moveTo>
                <a:lnTo>
                  <a:pt x="1235055" y="548040"/>
                </a:lnTo>
                <a:moveTo>
                  <a:pt x="1484910" y="588305"/>
                </a:moveTo>
                <a:lnTo>
                  <a:pt x="1469762" y="580082"/>
                </a:lnTo>
                <a:moveTo>
                  <a:pt x="1593061" y="594407"/>
                </a:moveTo>
                <a:lnTo>
                  <a:pt x="1586927" y="599124"/>
                </a:lnTo>
                <a:moveTo>
                  <a:pt x="1438853" y="669547"/>
                </a:moveTo>
                <a:lnTo>
                  <a:pt x="1462972" y="586203"/>
                </a:lnTo>
                <a:moveTo>
                  <a:pt x="1441281" y="753414"/>
                </a:moveTo>
                <a:lnTo>
                  <a:pt x="1438853" y="669547"/>
                </a:lnTo>
                <a:moveTo>
                  <a:pt x="1484910" y="588305"/>
                </a:moveTo>
                <a:lnTo>
                  <a:pt x="1462972" y="586203"/>
                </a:lnTo>
                <a:moveTo>
                  <a:pt x="1032783" y="845977"/>
                </a:moveTo>
                <a:lnTo>
                  <a:pt x="1055059" y="814870"/>
                </a:lnTo>
                <a:moveTo>
                  <a:pt x="1593541" y="595095"/>
                </a:moveTo>
                <a:lnTo>
                  <a:pt x="1593061" y="594407"/>
                </a:lnTo>
                <a:moveTo>
                  <a:pt x="1586927" y="599124"/>
                </a:moveTo>
                <a:lnTo>
                  <a:pt x="1484910" y="588305"/>
                </a:lnTo>
                <a:moveTo>
                  <a:pt x="1353244" y="550574"/>
                </a:moveTo>
                <a:lnTo>
                  <a:pt x="1289745" y="519043"/>
                </a:lnTo>
                <a:moveTo>
                  <a:pt x="1544570" y="341993"/>
                </a:moveTo>
                <a:lnTo>
                  <a:pt x="1549550" y="348878"/>
                </a:lnTo>
                <a:moveTo>
                  <a:pt x="1593541" y="595095"/>
                </a:moveTo>
                <a:lnTo>
                  <a:pt x="1586927" y="599124"/>
                </a:lnTo>
                <a:moveTo>
                  <a:pt x="1467331" y="334831"/>
                </a:moveTo>
                <a:lnTo>
                  <a:pt x="1478590" y="334370"/>
                </a:lnTo>
                <a:moveTo>
                  <a:pt x="1691353" y="518165"/>
                </a:moveTo>
                <a:lnTo>
                  <a:pt x="1682593" y="515018"/>
                </a:lnTo>
                <a:moveTo>
                  <a:pt x="1393216" y="414915"/>
                </a:moveTo>
                <a:lnTo>
                  <a:pt x="1478590" y="334370"/>
                </a:lnTo>
                <a:moveTo>
                  <a:pt x="1467331" y="334831"/>
                </a:moveTo>
                <a:lnTo>
                  <a:pt x="1485457" y="326919"/>
                </a:lnTo>
                <a:moveTo>
                  <a:pt x="1670162" y="433928"/>
                </a:moveTo>
                <a:lnTo>
                  <a:pt x="1658920" y="428067"/>
                </a:lnTo>
                <a:moveTo>
                  <a:pt x="1227349" y="659737"/>
                </a:moveTo>
                <a:lnTo>
                  <a:pt x="1224955" y="710956"/>
                </a:lnTo>
                <a:moveTo>
                  <a:pt x="1336071" y="829532"/>
                </a:moveTo>
                <a:lnTo>
                  <a:pt x="1311842" y="833476"/>
                </a:lnTo>
                <a:moveTo>
                  <a:pt x="1196436" y="572694"/>
                </a:moveTo>
                <a:lnTo>
                  <a:pt x="1210727" y="569951"/>
                </a:lnTo>
                <a:moveTo>
                  <a:pt x="1380487" y="497673"/>
                </a:moveTo>
                <a:lnTo>
                  <a:pt x="1393216" y="414915"/>
                </a:lnTo>
                <a:moveTo>
                  <a:pt x="1279821" y="744591"/>
                </a:moveTo>
                <a:lnTo>
                  <a:pt x="1275934" y="741810"/>
                </a:lnTo>
                <a:moveTo>
                  <a:pt x="1403688" y="922509"/>
                </a:moveTo>
                <a:lnTo>
                  <a:pt x="1424088" y="920713"/>
                </a:lnTo>
                <a:moveTo>
                  <a:pt x="1279821" y="744591"/>
                </a:moveTo>
                <a:lnTo>
                  <a:pt x="1279282" y="744958"/>
                </a:lnTo>
                <a:moveTo>
                  <a:pt x="1380487" y="497673"/>
                </a:moveTo>
                <a:lnTo>
                  <a:pt x="1289745" y="519043"/>
                </a:lnTo>
                <a:moveTo>
                  <a:pt x="1691353" y="518165"/>
                </a:moveTo>
                <a:lnTo>
                  <a:pt x="1593541" y="595095"/>
                </a:lnTo>
                <a:moveTo>
                  <a:pt x="1279282" y="744958"/>
                </a:moveTo>
                <a:lnTo>
                  <a:pt x="1275934" y="741810"/>
                </a:lnTo>
                <a:moveTo>
                  <a:pt x="1520477" y="615184"/>
                </a:moveTo>
                <a:lnTo>
                  <a:pt x="1462972" y="586203"/>
                </a:lnTo>
                <a:moveTo>
                  <a:pt x="1418158" y="356668"/>
                </a:moveTo>
                <a:lnTo>
                  <a:pt x="1478590" y="334370"/>
                </a:lnTo>
                <a:moveTo>
                  <a:pt x="1412001" y="839189"/>
                </a:moveTo>
                <a:lnTo>
                  <a:pt x="1434754" y="837104"/>
                </a:lnTo>
                <a:moveTo>
                  <a:pt x="1424088" y="920713"/>
                </a:moveTo>
                <a:lnTo>
                  <a:pt x="1412001" y="839189"/>
                </a:lnTo>
                <a:moveTo>
                  <a:pt x="1227349" y="659737"/>
                </a:moveTo>
                <a:lnTo>
                  <a:pt x="1210727" y="569951"/>
                </a:lnTo>
                <a:moveTo>
                  <a:pt x="1227349" y="659737"/>
                </a:moveTo>
                <a:lnTo>
                  <a:pt x="1196861" y="653497"/>
                </a:lnTo>
                <a:moveTo>
                  <a:pt x="1544570" y="341993"/>
                </a:moveTo>
                <a:lnTo>
                  <a:pt x="1497369" y="335423"/>
                </a:lnTo>
                <a:moveTo>
                  <a:pt x="1586927" y="599124"/>
                </a:moveTo>
                <a:lnTo>
                  <a:pt x="1520477" y="615184"/>
                </a:lnTo>
                <a:moveTo>
                  <a:pt x="1356704" y="916533"/>
                </a:moveTo>
                <a:lnTo>
                  <a:pt x="1311842" y="833476"/>
                </a:lnTo>
                <a:moveTo>
                  <a:pt x="1520477" y="615184"/>
                </a:moveTo>
                <a:lnTo>
                  <a:pt x="1484910" y="588305"/>
                </a:lnTo>
                <a:moveTo>
                  <a:pt x="1593541" y="595095"/>
                </a:moveTo>
                <a:lnTo>
                  <a:pt x="1520477" y="615184"/>
                </a:lnTo>
                <a:moveTo>
                  <a:pt x="1544570" y="341993"/>
                </a:moveTo>
                <a:lnTo>
                  <a:pt x="1485457" y="326919"/>
                </a:lnTo>
                <a:moveTo>
                  <a:pt x="1418158" y="356668"/>
                </a:moveTo>
                <a:lnTo>
                  <a:pt x="1467331" y="334831"/>
                </a:lnTo>
                <a:moveTo>
                  <a:pt x="1537820" y="335449"/>
                </a:moveTo>
                <a:lnTo>
                  <a:pt x="1485457" y="326919"/>
                </a:lnTo>
                <a:moveTo>
                  <a:pt x="1670162" y="433928"/>
                </a:moveTo>
                <a:lnTo>
                  <a:pt x="1601157" y="369591"/>
                </a:lnTo>
                <a:moveTo>
                  <a:pt x="1601157" y="369591"/>
                </a:moveTo>
                <a:lnTo>
                  <a:pt x="1544570" y="341993"/>
                </a:lnTo>
                <a:moveTo>
                  <a:pt x="1641665" y="569347"/>
                </a:moveTo>
                <a:lnTo>
                  <a:pt x="1593541" y="595095"/>
                </a:lnTo>
                <a:moveTo>
                  <a:pt x="1418158" y="356668"/>
                </a:moveTo>
                <a:lnTo>
                  <a:pt x="1393216" y="414915"/>
                </a:lnTo>
                <a:moveTo>
                  <a:pt x="1434754" y="837104"/>
                </a:moveTo>
                <a:lnTo>
                  <a:pt x="1438514" y="758184"/>
                </a:lnTo>
                <a:moveTo>
                  <a:pt x="1380487" y="497673"/>
                </a:moveTo>
                <a:lnTo>
                  <a:pt x="1321827" y="497238"/>
                </a:lnTo>
                <a:moveTo>
                  <a:pt x="1438514" y="758184"/>
                </a:moveTo>
                <a:lnTo>
                  <a:pt x="1441281" y="753414"/>
                </a:lnTo>
                <a:moveTo>
                  <a:pt x="1275934" y="741810"/>
                </a:moveTo>
                <a:lnTo>
                  <a:pt x="1227349" y="659737"/>
                </a:lnTo>
                <a:moveTo>
                  <a:pt x="1651454" y="411449"/>
                </a:moveTo>
                <a:lnTo>
                  <a:pt x="1601157" y="369591"/>
                </a:lnTo>
                <a:moveTo>
                  <a:pt x="1601157" y="369591"/>
                </a:moveTo>
                <a:lnTo>
                  <a:pt x="1545184" y="342840"/>
                </a:lnTo>
                <a:moveTo>
                  <a:pt x="1311842" y="833476"/>
                </a:moveTo>
                <a:lnTo>
                  <a:pt x="1279282" y="744958"/>
                </a:lnTo>
                <a:moveTo>
                  <a:pt x="1593541" y="595095"/>
                </a:moveTo>
                <a:lnTo>
                  <a:pt x="1544846" y="595928"/>
                </a:lnTo>
                <a:moveTo>
                  <a:pt x="1448059" y="675021"/>
                </a:moveTo>
                <a:lnTo>
                  <a:pt x="1462972" y="586203"/>
                </a:lnTo>
                <a:moveTo>
                  <a:pt x="1691353" y="518165"/>
                </a:moveTo>
                <a:lnTo>
                  <a:pt x="1670162" y="433928"/>
                </a:lnTo>
                <a:moveTo>
                  <a:pt x="1441281" y="753414"/>
                </a:moveTo>
                <a:lnTo>
                  <a:pt x="1448059" y="675021"/>
                </a:lnTo>
                <a:moveTo>
                  <a:pt x="1391188" y="417149"/>
                </a:moveTo>
                <a:lnTo>
                  <a:pt x="1393216" y="414915"/>
                </a:lnTo>
                <a:moveTo>
                  <a:pt x="1321827" y="497238"/>
                </a:moveTo>
                <a:lnTo>
                  <a:pt x="1393216" y="414915"/>
                </a:lnTo>
                <a:moveTo>
                  <a:pt x="1691353" y="518165"/>
                </a:moveTo>
                <a:lnTo>
                  <a:pt x="1641665" y="569347"/>
                </a:lnTo>
                <a:moveTo>
                  <a:pt x="1448059" y="675021"/>
                </a:moveTo>
                <a:lnTo>
                  <a:pt x="1438853" y="669547"/>
                </a:lnTo>
                <a:moveTo>
                  <a:pt x="1321827" y="497238"/>
                </a:moveTo>
                <a:lnTo>
                  <a:pt x="1289745" y="519043"/>
                </a:lnTo>
                <a:moveTo>
                  <a:pt x="1630215" y="754042"/>
                </a:moveTo>
                <a:lnTo>
                  <a:pt x="1621509" y="767406"/>
                </a:lnTo>
                <a:moveTo>
                  <a:pt x="1403688" y="922509"/>
                </a:moveTo>
                <a:lnTo>
                  <a:pt x="1412001" y="839189"/>
                </a:lnTo>
                <a:moveTo>
                  <a:pt x="1275934" y="741810"/>
                </a:moveTo>
                <a:lnTo>
                  <a:pt x="1231373" y="661514"/>
                </a:lnTo>
                <a:moveTo>
                  <a:pt x="1227349" y="659737"/>
                </a:moveTo>
                <a:lnTo>
                  <a:pt x="1196436" y="572694"/>
                </a:lnTo>
                <a:moveTo>
                  <a:pt x="1459314" y="338944"/>
                </a:moveTo>
                <a:lnTo>
                  <a:pt x="1467331" y="334831"/>
                </a:lnTo>
                <a:moveTo>
                  <a:pt x="1391188" y="417149"/>
                </a:moveTo>
                <a:lnTo>
                  <a:pt x="1418158" y="356668"/>
                </a:lnTo>
                <a:moveTo>
                  <a:pt x="1472395" y="334964"/>
                </a:moveTo>
                <a:lnTo>
                  <a:pt x="1485457" y="326919"/>
                </a:lnTo>
                <a:moveTo>
                  <a:pt x="1345554" y="471980"/>
                </a:moveTo>
                <a:lnTo>
                  <a:pt x="1393216" y="414915"/>
                </a:lnTo>
                <a:moveTo>
                  <a:pt x="1544570" y="341993"/>
                </a:moveTo>
                <a:lnTo>
                  <a:pt x="1537820" y="335449"/>
                </a:lnTo>
                <a:moveTo>
                  <a:pt x="1575560" y="579844"/>
                </a:moveTo>
                <a:lnTo>
                  <a:pt x="1593541" y="595095"/>
                </a:lnTo>
                <a:moveTo>
                  <a:pt x="1217615" y="626706"/>
                </a:moveTo>
                <a:lnTo>
                  <a:pt x="1196436" y="572694"/>
                </a:lnTo>
                <a:moveTo>
                  <a:pt x="1299364" y="750616"/>
                </a:moveTo>
                <a:lnTo>
                  <a:pt x="1279282" y="744958"/>
                </a:lnTo>
                <a:moveTo>
                  <a:pt x="1286614" y="834184"/>
                </a:moveTo>
                <a:lnTo>
                  <a:pt x="1279282" y="744958"/>
                </a:lnTo>
                <a:moveTo>
                  <a:pt x="1520477" y="615184"/>
                </a:moveTo>
                <a:lnTo>
                  <a:pt x="1544846" y="595928"/>
                </a:lnTo>
                <a:moveTo>
                  <a:pt x="1670162" y="433928"/>
                </a:moveTo>
                <a:lnTo>
                  <a:pt x="1651454" y="411449"/>
                </a:lnTo>
                <a:moveTo>
                  <a:pt x="1472395" y="334964"/>
                </a:moveTo>
                <a:lnTo>
                  <a:pt x="1467331" y="334831"/>
                </a:lnTo>
                <a:moveTo>
                  <a:pt x="1621509" y="767406"/>
                </a:moveTo>
                <a:lnTo>
                  <a:pt x="1547220" y="764983"/>
                </a:lnTo>
                <a:moveTo>
                  <a:pt x="1545184" y="342840"/>
                </a:moveTo>
                <a:lnTo>
                  <a:pt x="1544570" y="341993"/>
                </a:lnTo>
                <a:moveTo>
                  <a:pt x="1588422" y="372382"/>
                </a:moveTo>
                <a:lnTo>
                  <a:pt x="1601157" y="369591"/>
                </a:lnTo>
                <a:moveTo>
                  <a:pt x="1545184" y="342840"/>
                </a:moveTo>
                <a:lnTo>
                  <a:pt x="1537820" y="335449"/>
                </a:lnTo>
                <a:moveTo>
                  <a:pt x="1412001" y="839189"/>
                </a:moveTo>
                <a:lnTo>
                  <a:pt x="1438514" y="758184"/>
                </a:lnTo>
                <a:moveTo>
                  <a:pt x="1691353" y="518165"/>
                </a:moveTo>
                <a:lnTo>
                  <a:pt x="1680424" y="437391"/>
                </a:lnTo>
                <a:moveTo>
                  <a:pt x="1227349" y="659737"/>
                </a:moveTo>
                <a:lnTo>
                  <a:pt x="1217615" y="626706"/>
                </a:lnTo>
                <a:moveTo>
                  <a:pt x="1679999" y="521714"/>
                </a:moveTo>
                <a:lnTo>
                  <a:pt x="1691353" y="518165"/>
                </a:lnTo>
                <a:moveTo>
                  <a:pt x="1403688" y="922509"/>
                </a:moveTo>
                <a:lnTo>
                  <a:pt x="1339117" y="836945"/>
                </a:lnTo>
                <a:moveTo>
                  <a:pt x="1520477" y="615184"/>
                </a:moveTo>
                <a:lnTo>
                  <a:pt x="1448059" y="675021"/>
                </a:lnTo>
                <a:moveTo>
                  <a:pt x="1520477" y="615184"/>
                </a:moveTo>
                <a:lnTo>
                  <a:pt x="1452328" y="658652"/>
                </a:lnTo>
                <a:moveTo>
                  <a:pt x="1459314" y="338944"/>
                </a:moveTo>
                <a:lnTo>
                  <a:pt x="1418158" y="356668"/>
                </a:lnTo>
                <a:moveTo>
                  <a:pt x="1412001" y="839189"/>
                </a:moveTo>
                <a:lnTo>
                  <a:pt x="1339117" y="836945"/>
                </a:lnTo>
                <a:moveTo>
                  <a:pt x="1565682" y="739181"/>
                </a:moveTo>
                <a:lnTo>
                  <a:pt x="1621509" y="767406"/>
                </a:lnTo>
                <a:moveTo>
                  <a:pt x="1265647" y="705108"/>
                </a:moveTo>
                <a:lnTo>
                  <a:pt x="1275934" y="741810"/>
                </a:lnTo>
                <a:moveTo>
                  <a:pt x="1231373" y="661514"/>
                </a:moveTo>
                <a:lnTo>
                  <a:pt x="1227349" y="659737"/>
                </a:lnTo>
                <a:moveTo>
                  <a:pt x="1265647" y="705108"/>
                </a:moveTo>
                <a:lnTo>
                  <a:pt x="1279282" y="744958"/>
                </a:lnTo>
                <a:moveTo>
                  <a:pt x="1345554" y="471980"/>
                </a:moveTo>
                <a:lnTo>
                  <a:pt x="1391188" y="417149"/>
                </a:lnTo>
                <a:moveTo>
                  <a:pt x="1630215" y="754042"/>
                </a:moveTo>
                <a:lnTo>
                  <a:pt x="1565682" y="739181"/>
                </a:lnTo>
                <a:moveTo>
                  <a:pt x="1345554" y="471980"/>
                </a:moveTo>
                <a:lnTo>
                  <a:pt x="1321827" y="497238"/>
                </a:lnTo>
                <a:moveTo>
                  <a:pt x="1680424" y="437391"/>
                </a:moveTo>
                <a:lnTo>
                  <a:pt x="1670162" y="433928"/>
                </a:lnTo>
                <a:moveTo>
                  <a:pt x="1391188" y="417149"/>
                </a:moveTo>
                <a:lnTo>
                  <a:pt x="1459314" y="338944"/>
                </a:lnTo>
                <a:moveTo>
                  <a:pt x="1231373" y="661514"/>
                </a:moveTo>
                <a:lnTo>
                  <a:pt x="1217615" y="626706"/>
                </a:lnTo>
                <a:moveTo>
                  <a:pt x="1286614" y="834184"/>
                </a:moveTo>
                <a:lnTo>
                  <a:pt x="1311842" y="833476"/>
                </a:lnTo>
                <a:moveTo>
                  <a:pt x="1679999" y="521714"/>
                </a:moveTo>
                <a:lnTo>
                  <a:pt x="1641665" y="569347"/>
                </a:lnTo>
                <a:moveTo>
                  <a:pt x="1379086" y="925466"/>
                </a:moveTo>
                <a:lnTo>
                  <a:pt x="1403688" y="922509"/>
                </a:lnTo>
                <a:moveTo>
                  <a:pt x="1544846" y="595928"/>
                </a:moveTo>
                <a:lnTo>
                  <a:pt x="1452328" y="658652"/>
                </a:lnTo>
                <a:moveTo>
                  <a:pt x="1412001" y="839189"/>
                </a:moveTo>
                <a:lnTo>
                  <a:pt x="1363441" y="755662"/>
                </a:lnTo>
                <a:moveTo>
                  <a:pt x="1438514" y="758184"/>
                </a:moveTo>
                <a:lnTo>
                  <a:pt x="1448059" y="675021"/>
                </a:lnTo>
                <a:moveTo>
                  <a:pt x="1537820" y="335449"/>
                </a:moveTo>
                <a:lnTo>
                  <a:pt x="1472395" y="334964"/>
                </a:lnTo>
                <a:moveTo>
                  <a:pt x="1641665" y="569347"/>
                </a:moveTo>
                <a:lnTo>
                  <a:pt x="1575560" y="579844"/>
                </a:lnTo>
                <a:moveTo>
                  <a:pt x="1680424" y="437391"/>
                </a:moveTo>
                <a:lnTo>
                  <a:pt x="1651454" y="411449"/>
                </a:lnTo>
                <a:moveTo>
                  <a:pt x="1477412" y="341246"/>
                </a:moveTo>
                <a:lnTo>
                  <a:pt x="1537820" y="335449"/>
                </a:lnTo>
                <a:moveTo>
                  <a:pt x="1561170" y="811949"/>
                </a:moveTo>
                <a:lnTo>
                  <a:pt x="1547220" y="764983"/>
                </a:lnTo>
                <a:moveTo>
                  <a:pt x="1257094" y="843057"/>
                </a:moveTo>
                <a:lnTo>
                  <a:pt x="1311842" y="833476"/>
                </a:lnTo>
                <a:moveTo>
                  <a:pt x="1452328" y="658652"/>
                </a:moveTo>
                <a:lnTo>
                  <a:pt x="1448059" y="675021"/>
                </a:lnTo>
                <a:moveTo>
                  <a:pt x="1565682" y="739181"/>
                </a:moveTo>
                <a:lnTo>
                  <a:pt x="1547220" y="764983"/>
                </a:lnTo>
                <a:moveTo>
                  <a:pt x="1575560" y="579844"/>
                </a:moveTo>
                <a:lnTo>
                  <a:pt x="1544846" y="595928"/>
                </a:lnTo>
                <a:moveTo>
                  <a:pt x="1545184" y="342840"/>
                </a:moveTo>
                <a:lnTo>
                  <a:pt x="1477412" y="341246"/>
                </a:lnTo>
                <a:moveTo>
                  <a:pt x="1544846" y="595928"/>
                </a:moveTo>
                <a:lnTo>
                  <a:pt x="1469027" y="593311"/>
                </a:lnTo>
                <a:moveTo>
                  <a:pt x="1321827" y="497238"/>
                </a:moveTo>
                <a:lnTo>
                  <a:pt x="1266421" y="497217"/>
                </a:lnTo>
                <a:moveTo>
                  <a:pt x="1651454" y="411449"/>
                </a:moveTo>
                <a:lnTo>
                  <a:pt x="1588422" y="372382"/>
                </a:lnTo>
                <a:moveTo>
                  <a:pt x="1588422" y="372382"/>
                </a:moveTo>
                <a:lnTo>
                  <a:pt x="1545184" y="342840"/>
                </a:lnTo>
                <a:moveTo>
                  <a:pt x="1441012" y="675229"/>
                </a:moveTo>
                <a:lnTo>
                  <a:pt x="1448059" y="675021"/>
                </a:lnTo>
                <a:moveTo>
                  <a:pt x="1339117" y="836945"/>
                </a:moveTo>
                <a:lnTo>
                  <a:pt x="1299364" y="750616"/>
                </a:lnTo>
                <a:moveTo>
                  <a:pt x="1339117" y="836945"/>
                </a:moveTo>
                <a:lnTo>
                  <a:pt x="1286614" y="834184"/>
                </a:lnTo>
                <a:moveTo>
                  <a:pt x="1441012" y="675229"/>
                </a:moveTo>
                <a:lnTo>
                  <a:pt x="1452328" y="658652"/>
                </a:lnTo>
                <a:moveTo>
                  <a:pt x="1438514" y="758184"/>
                </a:moveTo>
                <a:lnTo>
                  <a:pt x="1363441" y="755662"/>
                </a:lnTo>
                <a:moveTo>
                  <a:pt x="1286614" y="834184"/>
                </a:moveTo>
                <a:lnTo>
                  <a:pt x="1299364" y="750616"/>
                </a:lnTo>
                <a:moveTo>
                  <a:pt x="1279378" y="483622"/>
                </a:moveTo>
                <a:lnTo>
                  <a:pt x="1321827" y="497238"/>
                </a:lnTo>
                <a:moveTo>
                  <a:pt x="1472395" y="334964"/>
                </a:moveTo>
                <a:lnTo>
                  <a:pt x="1459314" y="338944"/>
                </a:lnTo>
                <a:moveTo>
                  <a:pt x="1452328" y="658652"/>
                </a:moveTo>
                <a:lnTo>
                  <a:pt x="1469027" y="593311"/>
                </a:lnTo>
                <a:moveTo>
                  <a:pt x="1363441" y="755662"/>
                </a:moveTo>
                <a:lnTo>
                  <a:pt x="1448059" y="675021"/>
                </a:lnTo>
                <a:moveTo>
                  <a:pt x="1679999" y="521714"/>
                </a:moveTo>
                <a:lnTo>
                  <a:pt x="1680424" y="437391"/>
                </a:lnTo>
                <a:moveTo>
                  <a:pt x="1527771" y="766398"/>
                </a:moveTo>
                <a:lnTo>
                  <a:pt x="1547220" y="764983"/>
                </a:lnTo>
                <a:moveTo>
                  <a:pt x="1339117" y="836945"/>
                </a:moveTo>
                <a:lnTo>
                  <a:pt x="1363441" y="755662"/>
                </a:lnTo>
                <a:moveTo>
                  <a:pt x="1441012" y="675229"/>
                </a:moveTo>
                <a:lnTo>
                  <a:pt x="1469027" y="593311"/>
                </a:lnTo>
                <a:moveTo>
                  <a:pt x="1813409" y="561196"/>
                </a:moveTo>
                <a:lnTo>
                  <a:pt x="1764655" y="525455"/>
                </a:lnTo>
                <a:moveTo>
                  <a:pt x="1679999" y="521714"/>
                </a:moveTo>
                <a:lnTo>
                  <a:pt x="1575560" y="579844"/>
                </a:lnTo>
                <a:moveTo>
                  <a:pt x="1379086" y="925466"/>
                </a:moveTo>
                <a:lnTo>
                  <a:pt x="1339117" y="836945"/>
                </a:lnTo>
                <a:moveTo>
                  <a:pt x="1265647" y="705108"/>
                </a:moveTo>
                <a:lnTo>
                  <a:pt x="1231373" y="661514"/>
                </a:lnTo>
                <a:moveTo>
                  <a:pt x="1363441" y="755662"/>
                </a:moveTo>
                <a:lnTo>
                  <a:pt x="1299364" y="750616"/>
                </a:lnTo>
                <a:moveTo>
                  <a:pt x="1371056" y="913783"/>
                </a:moveTo>
                <a:lnTo>
                  <a:pt x="1339117" y="836945"/>
                </a:lnTo>
                <a:moveTo>
                  <a:pt x="1286614" y="834184"/>
                </a:moveTo>
                <a:lnTo>
                  <a:pt x="1257094" y="843057"/>
                </a:lnTo>
                <a:moveTo>
                  <a:pt x="1477412" y="341246"/>
                </a:moveTo>
                <a:lnTo>
                  <a:pt x="1472395" y="334964"/>
                </a:lnTo>
                <a:moveTo>
                  <a:pt x="1561170" y="811949"/>
                </a:moveTo>
                <a:lnTo>
                  <a:pt x="1527771" y="766398"/>
                </a:lnTo>
                <a:moveTo>
                  <a:pt x="1299364" y="750616"/>
                </a:moveTo>
                <a:lnTo>
                  <a:pt x="1265647" y="705108"/>
                </a:lnTo>
                <a:moveTo>
                  <a:pt x="1796869" y="531524"/>
                </a:moveTo>
                <a:lnTo>
                  <a:pt x="1764655" y="525455"/>
                </a:lnTo>
                <a:moveTo>
                  <a:pt x="1383047" y="720366"/>
                </a:moveTo>
                <a:lnTo>
                  <a:pt x="1448059" y="675021"/>
                </a:lnTo>
                <a:moveTo>
                  <a:pt x="1527771" y="766398"/>
                </a:moveTo>
                <a:lnTo>
                  <a:pt x="1565682" y="739181"/>
                </a:lnTo>
                <a:moveTo>
                  <a:pt x="1345554" y="471980"/>
                </a:moveTo>
                <a:lnTo>
                  <a:pt x="1279378" y="483622"/>
                </a:lnTo>
                <a:moveTo>
                  <a:pt x="1371056" y="913783"/>
                </a:moveTo>
                <a:lnTo>
                  <a:pt x="1286614" y="834184"/>
                </a:lnTo>
                <a:moveTo>
                  <a:pt x="1544846" y="595928"/>
                </a:moveTo>
                <a:lnTo>
                  <a:pt x="1511649" y="514354"/>
                </a:lnTo>
                <a:moveTo>
                  <a:pt x="1517569" y="514739"/>
                </a:moveTo>
                <a:lnTo>
                  <a:pt x="1544846" y="595928"/>
                </a:lnTo>
                <a:moveTo>
                  <a:pt x="1588422" y="372382"/>
                </a:moveTo>
                <a:lnTo>
                  <a:pt x="1477412" y="341246"/>
                </a:lnTo>
                <a:moveTo>
                  <a:pt x="1441012" y="675229"/>
                </a:moveTo>
                <a:lnTo>
                  <a:pt x="1383047" y="720366"/>
                </a:lnTo>
                <a:moveTo>
                  <a:pt x="1632193" y="438282"/>
                </a:moveTo>
                <a:lnTo>
                  <a:pt x="1651454" y="411449"/>
                </a:lnTo>
                <a:moveTo>
                  <a:pt x="1237160" y="665570"/>
                </a:moveTo>
                <a:lnTo>
                  <a:pt x="1231373" y="661514"/>
                </a:lnTo>
                <a:moveTo>
                  <a:pt x="1363441" y="755662"/>
                </a:moveTo>
                <a:lnTo>
                  <a:pt x="1265647" y="705108"/>
                </a:lnTo>
                <a:moveTo>
                  <a:pt x="1606710" y="688172"/>
                </a:moveTo>
                <a:lnTo>
                  <a:pt x="1565682" y="739181"/>
                </a:lnTo>
                <a:moveTo>
                  <a:pt x="1642771" y="690485"/>
                </a:moveTo>
                <a:lnTo>
                  <a:pt x="1565682" y="739181"/>
                </a:lnTo>
                <a:moveTo>
                  <a:pt x="1371056" y="913783"/>
                </a:moveTo>
                <a:lnTo>
                  <a:pt x="1257094" y="843057"/>
                </a:lnTo>
                <a:moveTo>
                  <a:pt x="1205915" y="612802"/>
                </a:moveTo>
                <a:lnTo>
                  <a:pt x="1217615" y="626706"/>
                </a:lnTo>
                <a:moveTo>
                  <a:pt x="1379086" y="925466"/>
                </a:moveTo>
                <a:lnTo>
                  <a:pt x="1371056" y="913783"/>
                </a:lnTo>
                <a:moveTo>
                  <a:pt x="1561170" y="811949"/>
                </a:moveTo>
                <a:lnTo>
                  <a:pt x="1504310" y="766552"/>
                </a:lnTo>
                <a:moveTo>
                  <a:pt x="1373902" y="925746"/>
                </a:moveTo>
                <a:lnTo>
                  <a:pt x="1379086" y="925466"/>
                </a:lnTo>
                <a:moveTo>
                  <a:pt x="1383047" y="720366"/>
                </a:moveTo>
                <a:lnTo>
                  <a:pt x="1363441" y="755662"/>
                </a:lnTo>
                <a:moveTo>
                  <a:pt x="1401801" y="676163"/>
                </a:moveTo>
                <a:lnTo>
                  <a:pt x="1441012" y="675229"/>
                </a:lnTo>
                <a:moveTo>
                  <a:pt x="1679999" y="521714"/>
                </a:moveTo>
                <a:lnTo>
                  <a:pt x="1618450" y="520912"/>
                </a:lnTo>
                <a:moveTo>
                  <a:pt x="1279378" y="483622"/>
                </a:moveTo>
                <a:lnTo>
                  <a:pt x="1266421" y="497217"/>
                </a:lnTo>
                <a:moveTo>
                  <a:pt x="1373902" y="925746"/>
                </a:moveTo>
                <a:lnTo>
                  <a:pt x="1371056" y="913783"/>
                </a:lnTo>
                <a:moveTo>
                  <a:pt x="1575560" y="579844"/>
                </a:moveTo>
                <a:lnTo>
                  <a:pt x="1618450" y="520912"/>
                </a:lnTo>
                <a:moveTo>
                  <a:pt x="1469027" y="593311"/>
                </a:moveTo>
                <a:lnTo>
                  <a:pt x="1401670" y="507393"/>
                </a:lnTo>
                <a:moveTo>
                  <a:pt x="1403649" y="423035"/>
                </a:moveTo>
                <a:lnTo>
                  <a:pt x="1477412" y="341246"/>
                </a:lnTo>
                <a:moveTo>
                  <a:pt x="1383047" y="720366"/>
                </a:moveTo>
                <a:lnTo>
                  <a:pt x="1265647" y="705108"/>
                </a:lnTo>
                <a:moveTo>
                  <a:pt x="1575560" y="579844"/>
                </a:moveTo>
                <a:lnTo>
                  <a:pt x="1517569" y="514739"/>
                </a:lnTo>
                <a:moveTo>
                  <a:pt x="1205915" y="612802"/>
                </a:moveTo>
                <a:lnTo>
                  <a:pt x="1231373" y="661514"/>
                </a:lnTo>
                <a:moveTo>
                  <a:pt x="1469027" y="593311"/>
                </a:moveTo>
                <a:lnTo>
                  <a:pt x="1511649" y="514354"/>
                </a:lnTo>
                <a:moveTo>
                  <a:pt x="1401801" y="676163"/>
                </a:moveTo>
                <a:lnTo>
                  <a:pt x="1469027" y="593311"/>
                </a:lnTo>
                <a:moveTo>
                  <a:pt x="1680424" y="437391"/>
                </a:moveTo>
                <a:lnTo>
                  <a:pt x="1632193" y="438282"/>
                </a:lnTo>
                <a:moveTo>
                  <a:pt x="1527771" y="766398"/>
                </a:moveTo>
                <a:lnTo>
                  <a:pt x="1606710" y="688172"/>
                </a:lnTo>
                <a:moveTo>
                  <a:pt x="1679999" y="521714"/>
                </a:moveTo>
                <a:lnTo>
                  <a:pt x="1632193" y="438282"/>
                </a:lnTo>
                <a:moveTo>
                  <a:pt x="1469027" y="593311"/>
                </a:moveTo>
                <a:lnTo>
                  <a:pt x="1407357" y="592493"/>
                </a:lnTo>
                <a:moveTo>
                  <a:pt x="1265647" y="705108"/>
                </a:moveTo>
                <a:lnTo>
                  <a:pt x="1237160" y="665570"/>
                </a:lnTo>
                <a:moveTo>
                  <a:pt x="1521469" y="396545"/>
                </a:moveTo>
                <a:lnTo>
                  <a:pt x="1477412" y="341246"/>
                </a:lnTo>
                <a:moveTo>
                  <a:pt x="1527771" y="766398"/>
                </a:moveTo>
                <a:lnTo>
                  <a:pt x="1504310" y="766552"/>
                </a:lnTo>
                <a:moveTo>
                  <a:pt x="1813409" y="561196"/>
                </a:moveTo>
                <a:lnTo>
                  <a:pt x="1796869" y="531524"/>
                </a:lnTo>
                <a:moveTo>
                  <a:pt x="1588422" y="372382"/>
                </a:moveTo>
                <a:lnTo>
                  <a:pt x="1521469" y="396545"/>
                </a:lnTo>
                <a:moveTo>
                  <a:pt x="1632193" y="438282"/>
                </a:moveTo>
                <a:lnTo>
                  <a:pt x="1588422" y="372382"/>
                </a:lnTo>
                <a:moveTo>
                  <a:pt x="1642771" y="690485"/>
                </a:moveTo>
                <a:lnTo>
                  <a:pt x="1606710" y="688172"/>
                </a:lnTo>
                <a:moveTo>
                  <a:pt x="1401801" y="676163"/>
                </a:moveTo>
                <a:lnTo>
                  <a:pt x="1383047" y="720366"/>
                </a:lnTo>
                <a:moveTo>
                  <a:pt x="1308841" y="861530"/>
                </a:moveTo>
                <a:lnTo>
                  <a:pt x="1257094" y="843057"/>
                </a:lnTo>
                <a:moveTo>
                  <a:pt x="1504310" y="766552"/>
                </a:moveTo>
                <a:lnTo>
                  <a:pt x="1606710" y="688172"/>
                </a:lnTo>
                <a:moveTo>
                  <a:pt x="1536026" y="433077"/>
                </a:moveTo>
                <a:lnTo>
                  <a:pt x="1588422" y="372382"/>
                </a:lnTo>
                <a:moveTo>
                  <a:pt x="1371056" y="913783"/>
                </a:moveTo>
                <a:lnTo>
                  <a:pt x="1308841" y="861530"/>
                </a:lnTo>
                <a:moveTo>
                  <a:pt x="1622549" y="675058"/>
                </a:moveTo>
                <a:lnTo>
                  <a:pt x="1606710" y="688172"/>
                </a:lnTo>
                <a:moveTo>
                  <a:pt x="1511649" y="514354"/>
                </a:moveTo>
                <a:lnTo>
                  <a:pt x="1401670" y="507393"/>
                </a:lnTo>
                <a:moveTo>
                  <a:pt x="1642771" y="690485"/>
                </a:moveTo>
                <a:lnTo>
                  <a:pt x="1622549" y="675058"/>
                </a:lnTo>
                <a:moveTo>
                  <a:pt x="1618450" y="520912"/>
                </a:moveTo>
                <a:lnTo>
                  <a:pt x="1517569" y="514739"/>
                </a:lnTo>
                <a:moveTo>
                  <a:pt x="1517569" y="514739"/>
                </a:moveTo>
                <a:lnTo>
                  <a:pt x="1511649" y="514354"/>
                </a:lnTo>
                <a:moveTo>
                  <a:pt x="1320330" y="676210"/>
                </a:moveTo>
                <a:lnTo>
                  <a:pt x="1265647" y="705108"/>
                </a:lnTo>
                <a:moveTo>
                  <a:pt x="1521469" y="396545"/>
                </a:moveTo>
                <a:lnTo>
                  <a:pt x="1403649" y="423035"/>
                </a:lnTo>
                <a:moveTo>
                  <a:pt x="1618450" y="520912"/>
                </a:moveTo>
                <a:lnTo>
                  <a:pt x="1514957" y="501589"/>
                </a:lnTo>
                <a:moveTo>
                  <a:pt x="1407357" y="592493"/>
                </a:moveTo>
                <a:lnTo>
                  <a:pt x="1401670" y="507393"/>
                </a:lnTo>
                <a:moveTo>
                  <a:pt x="1514957" y="501589"/>
                </a:moveTo>
                <a:lnTo>
                  <a:pt x="1511649" y="514354"/>
                </a:lnTo>
                <a:moveTo>
                  <a:pt x="1517569" y="514739"/>
                </a:moveTo>
                <a:lnTo>
                  <a:pt x="1514957" y="501589"/>
                </a:lnTo>
                <a:moveTo>
                  <a:pt x="1313894" y="672723"/>
                </a:moveTo>
                <a:lnTo>
                  <a:pt x="1265647" y="705108"/>
                </a:lnTo>
                <a:moveTo>
                  <a:pt x="1401801" y="676163"/>
                </a:moveTo>
                <a:lnTo>
                  <a:pt x="1407357" y="592493"/>
                </a:lnTo>
                <a:moveTo>
                  <a:pt x="1618450" y="520912"/>
                </a:moveTo>
                <a:lnTo>
                  <a:pt x="1632193" y="438282"/>
                </a:lnTo>
                <a:moveTo>
                  <a:pt x="1383047" y="720366"/>
                </a:moveTo>
                <a:lnTo>
                  <a:pt x="1320330" y="676210"/>
                </a:lnTo>
                <a:moveTo>
                  <a:pt x="1606710" y="688172"/>
                </a:moveTo>
                <a:lnTo>
                  <a:pt x="1530141" y="685460"/>
                </a:lnTo>
                <a:moveTo>
                  <a:pt x="1237160" y="665570"/>
                </a:moveTo>
                <a:lnTo>
                  <a:pt x="1205915" y="612802"/>
                </a:lnTo>
                <a:moveTo>
                  <a:pt x="1494118" y="430458"/>
                </a:moveTo>
                <a:lnTo>
                  <a:pt x="1403649" y="423035"/>
                </a:lnTo>
                <a:moveTo>
                  <a:pt x="1504310" y="766552"/>
                </a:moveTo>
                <a:lnTo>
                  <a:pt x="1530141" y="685460"/>
                </a:lnTo>
                <a:moveTo>
                  <a:pt x="1618450" y="520912"/>
                </a:moveTo>
                <a:lnTo>
                  <a:pt x="1536026" y="433077"/>
                </a:lnTo>
                <a:moveTo>
                  <a:pt x="1494118" y="430458"/>
                </a:moveTo>
                <a:lnTo>
                  <a:pt x="1511649" y="514354"/>
                </a:lnTo>
                <a:moveTo>
                  <a:pt x="1514957" y="501589"/>
                </a:moveTo>
                <a:lnTo>
                  <a:pt x="1494118" y="430458"/>
                </a:lnTo>
                <a:moveTo>
                  <a:pt x="1514957" y="501589"/>
                </a:moveTo>
                <a:lnTo>
                  <a:pt x="1536026" y="433077"/>
                </a:lnTo>
                <a:moveTo>
                  <a:pt x="1313894" y="672723"/>
                </a:moveTo>
                <a:lnTo>
                  <a:pt x="1237160" y="665570"/>
                </a:lnTo>
                <a:moveTo>
                  <a:pt x="1401801" y="676163"/>
                </a:moveTo>
                <a:lnTo>
                  <a:pt x="1320330" y="676210"/>
                </a:lnTo>
                <a:moveTo>
                  <a:pt x="1401670" y="507393"/>
                </a:moveTo>
                <a:lnTo>
                  <a:pt x="1336026" y="505521"/>
                </a:lnTo>
                <a:moveTo>
                  <a:pt x="1494118" y="430458"/>
                </a:moveTo>
                <a:lnTo>
                  <a:pt x="1521469" y="396545"/>
                </a:lnTo>
                <a:moveTo>
                  <a:pt x="1536026" y="433077"/>
                </a:moveTo>
                <a:lnTo>
                  <a:pt x="1521469" y="396545"/>
                </a:lnTo>
                <a:moveTo>
                  <a:pt x="1401801" y="676163"/>
                </a:moveTo>
                <a:lnTo>
                  <a:pt x="1322799" y="673141"/>
                </a:lnTo>
                <a:moveTo>
                  <a:pt x="1632193" y="438282"/>
                </a:moveTo>
                <a:lnTo>
                  <a:pt x="1536026" y="433077"/>
                </a:lnTo>
                <a:moveTo>
                  <a:pt x="1558838" y="646923"/>
                </a:moveTo>
                <a:lnTo>
                  <a:pt x="1606710" y="688172"/>
                </a:lnTo>
                <a:moveTo>
                  <a:pt x="1813409" y="561196"/>
                </a:moveTo>
                <a:lnTo>
                  <a:pt x="1789965" y="535699"/>
                </a:lnTo>
                <a:moveTo>
                  <a:pt x="1536026" y="433077"/>
                </a:moveTo>
                <a:lnTo>
                  <a:pt x="1494118" y="430458"/>
                </a:lnTo>
                <a:moveTo>
                  <a:pt x="1347628" y="591922"/>
                </a:moveTo>
                <a:lnTo>
                  <a:pt x="1401670" y="507393"/>
                </a:lnTo>
                <a:moveTo>
                  <a:pt x="1313894" y="672723"/>
                </a:moveTo>
                <a:lnTo>
                  <a:pt x="1205915" y="612802"/>
                </a:lnTo>
                <a:moveTo>
                  <a:pt x="1401801" y="676163"/>
                </a:moveTo>
                <a:lnTo>
                  <a:pt x="1347628" y="591922"/>
                </a:lnTo>
                <a:moveTo>
                  <a:pt x="1789965" y="535699"/>
                </a:moveTo>
                <a:lnTo>
                  <a:pt x="1796869" y="531524"/>
                </a:lnTo>
                <a:moveTo>
                  <a:pt x="1622549" y="675058"/>
                </a:moveTo>
                <a:lnTo>
                  <a:pt x="1558838" y="646923"/>
                </a:lnTo>
                <a:moveTo>
                  <a:pt x="1320330" y="676210"/>
                </a:moveTo>
                <a:lnTo>
                  <a:pt x="1322799" y="673141"/>
                </a:lnTo>
                <a:moveTo>
                  <a:pt x="1407357" y="592493"/>
                </a:moveTo>
                <a:lnTo>
                  <a:pt x="1347628" y="591922"/>
                </a:lnTo>
                <a:moveTo>
                  <a:pt x="1320330" y="676210"/>
                </a:moveTo>
                <a:lnTo>
                  <a:pt x="1313894" y="672723"/>
                </a:lnTo>
                <a:moveTo>
                  <a:pt x="1322799" y="673141"/>
                </a:moveTo>
                <a:lnTo>
                  <a:pt x="1313894" y="672723"/>
                </a:lnTo>
                <a:moveTo>
                  <a:pt x="1336026" y="505521"/>
                </a:moveTo>
                <a:lnTo>
                  <a:pt x="1328136" y="505066"/>
                </a:lnTo>
                <a:moveTo>
                  <a:pt x="1504310" y="766552"/>
                </a:moveTo>
                <a:lnTo>
                  <a:pt x="1467729" y="684548"/>
                </a:lnTo>
                <a:moveTo>
                  <a:pt x="1336026" y="505521"/>
                </a:moveTo>
                <a:lnTo>
                  <a:pt x="1330834" y="506775"/>
                </a:lnTo>
                <a:moveTo>
                  <a:pt x="1330834" y="506775"/>
                </a:moveTo>
                <a:lnTo>
                  <a:pt x="1328136" y="505066"/>
                </a:lnTo>
                <a:moveTo>
                  <a:pt x="1558838" y="646923"/>
                </a:moveTo>
                <a:lnTo>
                  <a:pt x="1530141" y="685460"/>
                </a:lnTo>
                <a:moveTo>
                  <a:pt x="1322799" y="673141"/>
                </a:moveTo>
                <a:lnTo>
                  <a:pt x="1347628" y="591922"/>
                </a:lnTo>
                <a:moveTo>
                  <a:pt x="1347628" y="591922"/>
                </a:moveTo>
                <a:lnTo>
                  <a:pt x="1336026" y="505521"/>
                </a:lnTo>
                <a:moveTo>
                  <a:pt x="1347628" y="591922"/>
                </a:moveTo>
                <a:lnTo>
                  <a:pt x="1330834" y="506775"/>
                </a:lnTo>
                <a:moveTo>
                  <a:pt x="1530141" y="685460"/>
                </a:moveTo>
                <a:lnTo>
                  <a:pt x="1467729" y="684548"/>
                </a:lnTo>
                <a:moveTo>
                  <a:pt x="1257509" y="633729"/>
                </a:moveTo>
                <a:lnTo>
                  <a:pt x="1205915" y="612802"/>
                </a:lnTo>
                <a:moveTo>
                  <a:pt x="1322799" y="673141"/>
                </a:moveTo>
                <a:lnTo>
                  <a:pt x="1257509" y="633729"/>
                </a:lnTo>
                <a:moveTo>
                  <a:pt x="1313894" y="672723"/>
                </a:moveTo>
                <a:lnTo>
                  <a:pt x="1257509" y="633729"/>
                </a:lnTo>
                <a:moveTo>
                  <a:pt x="1330834" y="506775"/>
                </a:moveTo>
                <a:lnTo>
                  <a:pt x="1265070" y="511767"/>
                </a:lnTo>
                <a:moveTo>
                  <a:pt x="1322799" y="673141"/>
                </a:moveTo>
                <a:lnTo>
                  <a:pt x="1282525" y="590668"/>
                </a:lnTo>
                <a:moveTo>
                  <a:pt x="1282525" y="590668"/>
                </a:moveTo>
                <a:lnTo>
                  <a:pt x="1330834" y="506775"/>
                </a:lnTo>
                <a:moveTo>
                  <a:pt x="1347628" y="591922"/>
                </a:moveTo>
                <a:lnTo>
                  <a:pt x="1282525" y="590668"/>
                </a:lnTo>
                <a:moveTo>
                  <a:pt x="1257509" y="633729"/>
                </a:moveTo>
                <a:lnTo>
                  <a:pt x="1282525" y="590668"/>
                </a:lnTo>
                <a:moveTo>
                  <a:pt x="1282525" y="590668"/>
                </a:moveTo>
                <a:lnTo>
                  <a:pt x="1265070" y="51176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864" name="9wup_2_build_ReferenceLigand_0">
            <a:extLst>
              <a:ext uri="{FF2B5EF4-FFF2-40B4-BE49-F238E27FC236}">
                <a16:creationId xmlns:a16="http://schemas.microsoft.com/office/drawing/2014/main" id="{EEC39AB9-1B13-4490-BDE6-34CD6EF7D28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5015" y="482068"/>
                </a:moveTo>
                <a:lnTo>
                  <a:pt x="1765266" y="444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65" name="9wup_2_build_ReferenceLigand_1">
            <a:extLst>
              <a:ext uri="{FF2B5EF4-FFF2-40B4-BE49-F238E27FC236}">
                <a16:creationId xmlns:a16="http://schemas.microsoft.com/office/drawing/2014/main" id="{DDC3AE02-BC49-420C-AD3B-02DA85D30477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0382" y="695647"/>
                </a:moveTo>
                <a:lnTo>
                  <a:pt x="1945455" y="7750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66" name="9wup_2_build_ReferenceLigand_2">
            <a:extLst>
              <a:ext uri="{FF2B5EF4-FFF2-40B4-BE49-F238E27FC236}">
                <a16:creationId xmlns:a16="http://schemas.microsoft.com/office/drawing/2014/main" id="{F2CBEDE6-562E-4713-9BE9-F03078B4E00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5015" y="482068"/>
                </a:moveTo>
                <a:lnTo>
                  <a:pt x="1674986" y="397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67" name="9wup_2_build_ReferenceLigand_3">
            <a:extLst>
              <a:ext uri="{FF2B5EF4-FFF2-40B4-BE49-F238E27FC236}">
                <a16:creationId xmlns:a16="http://schemas.microsoft.com/office/drawing/2014/main" id="{DB9E2B42-731B-4F11-9361-F8A809D11B8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5455" y="775094"/>
                </a:moveTo>
                <a:lnTo>
                  <a:pt x="2042812" y="7249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68" name="9wup_2_build_ReferenceLigand_4">
            <a:extLst>
              <a:ext uri="{FF2B5EF4-FFF2-40B4-BE49-F238E27FC236}">
                <a16:creationId xmlns:a16="http://schemas.microsoft.com/office/drawing/2014/main" id="{F4CC3D78-40E5-4A9F-9911-3D2EB3E7284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197" y="491043"/>
                </a:moveTo>
                <a:lnTo>
                  <a:pt x="1745015" y="4820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69" name="9wup_2_build_ReferenceLigand_5">
            <a:extLst>
              <a:ext uri="{FF2B5EF4-FFF2-40B4-BE49-F238E27FC236}">
                <a16:creationId xmlns:a16="http://schemas.microsoft.com/office/drawing/2014/main" id="{779F299B-DC54-473A-A8EF-6CDE54E33569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265" y="594991"/>
                </a:moveTo>
                <a:lnTo>
                  <a:pt x="1870382" y="695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0" name="9wup_2_build_ReferenceLigand_6">
            <a:extLst>
              <a:ext uri="{FF2B5EF4-FFF2-40B4-BE49-F238E27FC236}">
                <a16:creationId xmlns:a16="http://schemas.microsoft.com/office/drawing/2014/main" id="{BACF1399-0328-4A3A-9607-F9E38C5FD5A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986" y="397478"/>
                </a:moveTo>
                <a:lnTo>
                  <a:pt x="1709741" y="2862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1" name="9wup_2_build_ReferenceLigand_7">
            <a:extLst>
              <a:ext uri="{FF2B5EF4-FFF2-40B4-BE49-F238E27FC236}">
                <a16:creationId xmlns:a16="http://schemas.microsoft.com/office/drawing/2014/main" id="{4ECABC6B-F9A0-4427-A5D4-E13EB7B69377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3692" y="764751"/>
                </a:moveTo>
                <a:lnTo>
                  <a:pt x="2183802" y="8706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2" name="9wup_2_build_ReferenceLigand_8">
            <a:extLst>
              <a:ext uri="{FF2B5EF4-FFF2-40B4-BE49-F238E27FC236}">
                <a16:creationId xmlns:a16="http://schemas.microsoft.com/office/drawing/2014/main" id="{9BF8A568-4334-4ED6-BAF9-CCA45DE1DE0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812" y="724948"/>
                </a:moveTo>
                <a:lnTo>
                  <a:pt x="2153692" y="7647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3" name="9wup_2_build_ReferenceLigand_9">
            <a:extLst>
              <a:ext uri="{FF2B5EF4-FFF2-40B4-BE49-F238E27FC236}">
                <a16:creationId xmlns:a16="http://schemas.microsoft.com/office/drawing/2014/main" id="{F40A5AC9-DC43-4F6E-A8CD-74E8EBD63E1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197" y="491043"/>
                </a:moveTo>
                <a:lnTo>
                  <a:pt x="1912265" y="594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4" name="9wup_2_build_ReferenceLigand_10">
            <a:extLst>
              <a:ext uri="{FF2B5EF4-FFF2-40B4-BE49-F238E27FC236}">
                <a16:creationId xmlns:a16="http://schemas.microsoft.com/office/drawing/2014/main" id="{A57F8410-0B0A-4828-8AAB-0001721C3EC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083" y="612846"/>
                </a:moveTo>
                <a:lnTo>
                  <a:pt x="2042812" y="7249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5" name="9wup_2_build_ReferenceLigand_11">
            <a:extLst>
              <a:ext uri="{FF2B5EF4-FFF2-40B4-BE49-F238E27FC236}">
                <a16:creationId xmlns:a16="http://schemas.microsoft.com/office/drawing/2014/main" id="{5ECCB8AB-A8D4-4436-A5AD-3EA06664215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500" y="410695"/>
                </a:moveTo>
                <a:lnTo>
                  <a:pt x="517808" y="3218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6" name="9wup_2_build_ReferenceLigand_12">
            <a:extLst>
              <a:ext uri="{FF2B5EF4-FFF2-40B4-BE49-F238E27FC236}">
                <a16:creationId xmlns:a16="http://schemas.microsoft.com/office/drawing/2014/main" id="{C225B409-4764-4572-BA15-E7B05D1D4451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083" y="612846"/>
                </a:moveTo>
                <a:lnTo>
                  <a:pt x="1912265" y="594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7" name="9wup_2_build_ReferenceLigand_13">
            <a:extLst>
              <a:ext uri="{FF2B5EF4-FFF2-40B4-BE49-F238E27FC236}">
                <a16:creationId xmlns:a16="http://schemas.microsoft.com/office/drawing/2014/main" id="{7851A2C6-ABFF-4535-AEEB-4D4037FAB2FA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9228" y="522901"/>
                </a:moveTo>
                <a:lnTo>
                  <a:pt x="606500" y="4106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8" name="9wup_2_build_ReferenceLigand_14">
            <a:extLst>
              <a:ext uri="{FF2B5EF4-FFF2-40B4-BE49-F238E27FC236}">
                <a16:creationId xmlns:a16="http://schemas.microsoft.com/office/drawing/2014/main" id="{B5DA5E6A-5FE3-497B-8B52-75D547302169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500" y="410695"/>
                </a:moveTo>
                <a:lnTo>
                  <a:pt x="721603" y="3807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9" name="9wup_2_build_ReferenceLigand_15">
            <a:extLst>
              <a:ext uri="{FF2B5EF4-FFF2-40B4-BE49-F238E27FC236}">
                <a16:creationId xmlns:a16="http://schemas.microsoft.com/office/drawing/2014/main" id="{DF046BCA-596C-4844-AAFA-BBD25A577816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1679" y="607134"/>
                </a:moveTo>
                <a:lnTo>
                  <a:pt x="579228" y="5229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0" name="9wup_2_build_ReferenceLigand_16">
            <a:extLst>
              <a:ext uri="{FF2B5EF4-FFF2-40B4-BE49-F238E27FC236}">
                <a16:creationId xmlns:a16="http://schemas.microsoft.com/office/drawing/2014/main" id="{9130E5FC-1F49-4B79-AA1C-457F9F0ED039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3692" y="764751"/>
                </a:moveTo>
                <a:lnTo>
                  <a:pt x="2231106" y="6923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1" name="9wup_2_build_ReferenceLigand_17">
            <a:extLst>
              <a:ext uri="{FF2B5EF4-FFF2-40B4-BE49-F238E27FC236}">
                <a16:creationId xmlns:a16="http://schemas.microsoft.com/office/drawing/2014/main" id="{7088A4AA-5502-47B7-8D86-62E2CF48E9F1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8152" y="715847"/>
                </a:moveTo>
                <a:lnTo>
                  <a:pt x="661679" y="6071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2" name="9wup_2_build_ReferenceLigand_18">
            <a:extLst>
              <a:ext uri="{FF2B5EF4-FFF2-40B4-BE49-F238E27FC236}">
                <a16:creationId xmlns:a16="http://schemas.microsoft.com/office/drawing/2014/main" id="{699FB1C4-50F0-4C6C-8749-3F48FF01C74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03" y="380738"/>
                </a:moveTo>
                <a:lnTo>
                  <a:pt x="754725" y="25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3" name="9wup_2_build_ReferenceLigand_19">
            <a:extLst>
              <a:ext uri="{FF2B5EF4-FFF2-40B4-BE49-F238E27FC236}">
                <a16:creationId xmlns:a16="http://schemas.microsoft.com/office/drawing/2014/main" id="{0D13FC89-E589-408A-828A-628D53657D1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278" y="912643"/>
                </a:moveTo>
                <a:lnTo>
                  <a:pt x="569222" y="941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4" name="9wup_2_build_ReferenceLigand_20">
            <a:extLst>
              <a:ext uri="{FF2B5EF4-FFF2-40B4-BE49-F238E27FC236}">
                <a16:creationId xmlns:a16="http://schemas.microsoft.com/office/drawing/2014/main" id="{A49C4730-96A3-451F-8608-B509A81B68A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3108" y="793387"/>
                </a:moveTo>
                <a:lnTo>
                  <a:pt x="628152" y="7158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5" name="9wup_2_build_ReferenceLigand_21">
            <a:extLst>
              <a:ext uri="{FF2B5EF4-FFF2-40B4-BE49-F238E27FC236}">
                <a16:creationId xmlns:a16="http://schemas.microsoft.com/office/drawing/2014/main" id="{A5633031-0325-446C-BD24-83D415A62C5E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020" y="577123"/>
                </a:moveTo>
                <a:lnTo>
                  <a:pt x="661679" y="6071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6" name="9wup_2_build_ReferenceLigand_22">
            <a:extLst>
              <a:ext uri="{FF2B5EF4-FFF2-40B4-BE49-F238E27FC236}">
                <a16:creationId xmlns:a16="http://schemas.microsoft.com/office/drawing/2014/main" id="{3B8DCB03-E879-4013-8AE2-425A1BB2D5D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03" y="380738"/>
                </a:moveTo>
                <a:lnTo>
                  <a:pt x="803453" y="4623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7" name="9wup_2_build_ReferenceLigand_23">
            <a:extLst>
              <a:ext uri="{FF2B5EF4-FFF2-40B4-BE49-F238E27FC236}">
                <a16:creationId xmlns:a16="http://schemas.microsoft.com/office/drawing/2014/main" id="{13DEFFEE-0A16-44BD-939D-D323AB9D5E6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278" y="912643"/>
                </a:moveTo>
                <a:lnTo>
                  <a:pt x="703108" y="7933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8" name="9wup_2_build_ReferenceLigand_24">
            <a:extLst>
              <a:ext uri="{FF2B5EF4-FFF2-40B4-BE49-F238E27FC236}">
                <a16:creationId xmlns:a16="http://schemas.microsoft.com/office/drawing/2014/main" id="{8E1A667A-D59C-4866-B21C-AB180028F191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273" y="539979"/>
                </a:moveTo>
                <a:lnTo>
                  <a:pt x="2024083" y="6128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9" name="9wup_2_build_ReferenceLigand_25">
            <a:extLst>
              <a:ext uri="{FF2B5EF4-FFF2-40B4-BE49-F238E27FC236}">
                <a16:creationId xmlns:a16="http://schemas.microsoft.com/office/drawing/2014/main" id="{3EBD6AF1-0A6C-45FD-BD5D-DD2CE13D8AB9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3453" y="462311"/>
                </a:moveTo>
                <a:lnTo>
                  <a:pt x="776020" y="5771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0" name="9wup_2_build_ReferenceLigand_26">
            <a:extLst>
              <a:ext uri="{FF2B5EF4-FFF2-40B4-BE49-F238E27FC236}">
                <a16:creationId xmlns:a16="http://schemas.microsoft.com/office/drawing/2014/main" id="{A5DD4645-FA08-4E63-A604-58EF72CF3F3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2749" y="986735"/>
                </a:moveTo>
                <a:lnTo>
                  <a:pt x="666278" y="912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1" name="9wup_2_build_ReferenceLigand_27">
            <a:extLst>
              <a:ext uri="{FF2B5EF4-FFF2-40B4-BE49-F238E27FC236}">
                <a16:creationId xmlns:a16="http://schemas.microsoft.com/office/drawing/2014/main" id="{EEF0D2D7-469B-42F0-B14B-19C7949A806C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3108" y="793387"/>
                </a:moveTo>
                <a:lnTo>
                  <a:pt x="821643" y="7718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2" name="9wup_2_build_ReferenceLigand_28">
            <a:extLst>
              <a:ext uri="{FF2B5EF4-FFF2-40B4-BE49-F238E27FC236}">
                <a16:creationId xmlns:a16="http://schemas.microsoft.com/office/drawing/2014/main" id="{BD26CEE9-D4F3-444A-9383-41F157F9D7EE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020" y="577123"/>
                </a:moveTo>
                <a:lnTo>
                  <a:pt x="854116" y="66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3" name="9wup_2_build_ReferenceLigand_29">
            <a:extLst>
              <a:ext uri="{FF2B5EF4-FFF2-40B4-BE49-F238E27FC236}">
                <a16:creationId xmlns:a16="http://schemas.microsoft.com/office/drawing/2014/main" id="{24289F5D-E51B-4B74-B70F-CD337FEABDE3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116" y="662008"/>
                </a:moveTo>
                <a:lnTo>
                  <a:pt x="821643" y="7718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4" name="9wup_2_build_ReferenceLigand_30">
            <a:extLst>
              <a:ext uri="{FF2B5EF4-FFF2-40B4-BE49-F238E27FC236}">
                <a16:creationId xmlns:a16="http://schemas.microsoft.com/office/drawing/2014/main" id="{577D0EB8-AFAD-4411-B58E-3D7F4BD82DDC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1106" y="692385"/>
                </a:moveTo>
                <a:lnTo>
                  <a:pt x="2200799" y="5868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5" name="9wup_2_build_ReferenceLigand_31">
            <a:extLst>
              <a:ext uri="{FF2B5EF4-FFF2-40B4-BE49-F238E27FC236}">
                <a16:creationId xmlns:a16="http://schemas.microsoft.com/office/drawing/2014/main" id="{A1610724-602C-419E-BD1A-DD26C95C06ED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539" y="960084"/>
                </a:moveTo>
                <a:lnTo>
                  <a:pt x="752749" y="98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6" name="9wup_2_build_ReferenceLigand_32">
            <a:extLst>
              <a:ext uri="{FF2B5EF4-FFF2-40B4-BE49-F238E27FC236}">
                <a16:creationId xmlns:a16="http://schemas.microsoft.com/office/drawing/2014/main" id="{85E215F6-21E9-4E95-9664-76ED93C70FD7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1643" y="771809"/>
                </a:moveTo>
                <a:lnTo>
                  <a:pt x="897557" y="850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7" name="9wup_2_build_ReferenceLigand_33">
            <a:extLst>
              <a:ext uri="{FF2B5EF4-FFF2-40B4-BE49-F238E27FC236}">
                <a16:creationId xmlns:a16="http://schemas.microsoft.com/office/drawing/2014/main" id="{E5EA953C-F5EF-4AC8-9DEF-F30DA4088501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419" y="637683"/>
                </a:moveTo>
                <a:lnTo>
                  <a:pt x="854116" y="66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8" name="9wup_2_build_ReferenceLigand_34">
            <a:extLst>
              <a:ext uri="{FF2B5EF4-FFF2-40B4-BE49-F238E27FC236}">
                <a16:creationId xmlns:a16="http://schemas.microsoft.com/office/drawing/2014/main" id="{61B35E41-CFE0-40D4-A3A9-BCAB45662A1F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0799" y="586865"/>
                </a:moveTo>
                <a:lnTo>
                  <a:pt x="2100273" y="5399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9" name="9wup_2_build_ReferenceLigand_35">
            <a:extLst>
              <a:ext uri="{FF2B5EF4-FFF2-40B4-BE49-F238E27FC236}">
                <a16:creationId xmlns:a16="http://schemas.microsoft.com/office/drawing/2014/main" id="{BBA87BE5-EA5C-4E00-9AB2-FF7C065D3F17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57" y="850092"/>
                </a:moveTo>
                <a:lnTo>
                  <a:pt x="866539" y="9600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0" name="9wup_2_build_ReferenceLigand_36">
            <a:extLst>
              <a:ext uri="{FF2B5EF4-FFF2-40B4-BE49-F238E27FC236}">
                <a16:creationId xmlns:a16="http://schemas.microsoft.com/office/drawing/2014/main" id="{F1E44296-1EB8-4627-B613-28E48401A96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986" y="397478"/>
                </a:moveTo>
                <a:lnTo>
                  <a:pt x="1707475" y="424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1" name="9wup_2_build_ReferenceLigand_37">
            <a:extLst>
              <a:ext uri="{FF2B5EF4-FFF2-40B4-BE49-F238E27FC236}">
                <a16:creationId xmlns:a16="http://schemas.microsoft.com/office/drawing/2014/main" id="{7AA2025E-95D7-4488-8AB5-2DDC6FCF4AFC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038" y="481552"/>
                </a:moveTo>
                <a:lnTo>
                  <a:pt x="1851197" y="4910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2" name="9wup_2_build_ReferenceLigand_38">
            <a:extLst>
              <a:ext uri="{FF2B5EF4-FFF2-40B4-BE49-F238E27FC236}">
                <a16:creationId xmlns:a16="http://schemas.microsoft.com/office/drawing/2014/main" id="{85A93B5F-B979-41CA-997F-8C718751E6A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539" y="960084"/>
                </a:moveTo>
                <a:lnTo>
                  <a:pt x="933889" y="10361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3" name="9wup_2_build_ReferenceLigand_39">
            <a:extLst>
              <a:ext uri="{FF2B5EF4-FFF2-40B4-BE49-F238E27FC236}">
                <a16:creationId xmlns:a16="http://schemas.microsoft.com/office/drawing/2014/main" id="{60307A1E-92E4-4E35-91AB-956A1943A1B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475" y="424811"/>
                </a:moveTo>
                <a:lnTo>
                  <a:pt x="1814038" y="4815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4" name="9wup_2_build_ReferenceLigand_40">
            <a:extLst>
              <a:ext uri="{FF2B5EF4-FFF2-40B4-BE49-F238E27FC236}">
                <a16:creationId xmlns:a16="http://schemas.microsoft.com/office/drawing/2014/main" id="{17B093B1-6091-40CD-AE75-49DD805E419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301" y="628526"/>
                </a:moveTo>
                <a:lnTo>
                  <a:pt x="974419" y="6376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5" name="9wup_2_build_ReferenceLigand_41">
            <a:extLst>
              <a:ext uri="{FF2B5EF4-FFF2-40B4-BE49-F238E27FC236}">
                <a16:creationId xmlns:a16="http://schemas.microsoft.com/office/drawing/2014/main" id="{166365F8-AEAC-4954-9FB2-FB619E3A65CF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160" y="500022"/>
                </a:moveTo>
                <a:lnTo>
                  <a:pt x="1707475" y="424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6" name="9wup_2_build_ReferenceLigand_42">
            <a:extLst>
              <a:ext uri="{FF2B5EF4-FFF2-40B4-BE49-F238E27FC236}">
                <a16:creationId xmlns:a16="http://schemas.microsoft.com/office/drawing/2014/main" id="{36C40A73-8A41-4350-9ED1-D58C06575081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658" y="612687"/>
                </a:moveTo>
                <a:lnTo>
                  <a:pt x="1168616" y="528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7" name="9wup_2_build_ReferenceLigand_43">
            <a:extLst>
              <a:ext uri="{FF2B5EF4-FFF2-40B4-BE49-F238E27FC236}">
                <a16:creationId xmlns:a16="http://schemas.microsoft.com/office/drawing/2014/main" id="{DA47E531-B766-4999-A1E7-D34EF1D6A19A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453" y="722242"/>
                </a:moveTo>
                <a:lnTo>
                  <a:pt x="1134658" y="612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8" name="9wup_2_build_ReferenceLigand_44">
            <a:extLst>
              <a:ext uri="{FF2B5EF4-FFF2-40B4-BE49-F238E27FC236}">
                <a16:creationId xmlns:a16="http://schemas.microsoft.com/office/drawing/2014/main" id="{A22548CE-C714-4773-8CB6-17BEC2FE8C7F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658" y="612687"/>
                </a:moveTo>
                <a:lnTo>
                  <a:pt x="1006301" y="6285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9" name="9wup_2_build_ReferenceLigand_45">
            <a:extLst>
              <a:ext uri="{FF2B5EF4-FFF2-40B4-BE49-F238E27FC236}">
                <a16:creationId xmlns:a16="http://schemas.microsoft.com/office/drawing/2014/main" id="{45531A23-408A-4307-A43F-762A93FE252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453" y="722242"/>
                </a:moveTo>
                <a:lnTo>
                  <a:pt x="1321398" y="7087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0" name="9wup_2_build_ReferenceLigand_46">
            <a:extLst>
              <a:ext uri="{FF2B5EF4-FFF2-40B4-BE49-F238E27FC236}">
                <a16:creationId xmlns:a16="http://schemas.microsoft.com/office/drawing/2014/main" id="{F535F3AB-3C73-4979-BC99-885ACC30D6E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340" y="808884"/>
                </a:moveTo>
                <a:lnTo>
                  <a:pt x="1200453" y="72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1" name="9wup_2_build_ReferenceLigand_47">
            <a:extLst>
              <a:ext uri="{FF2B5EF4-FFF2-40B4-BE49-F238E27FC236}">
                <a16:creationId xmlns:a16="http://schemas.microsoft.com/office/drawing/2014/main" id="{632AA58B-162E-47E9-ABB8-9F7E3276FB73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301" y="628526"/>
                </a:moveTo>
                <a:lnTo>
                  <a:pt x="945155" y="5396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2" name="9wup_2_build_ReferenceLigand_48">
            <a:extLst>
              <a:ext uri="{FF2B5EF4-FFF2-40B4-BE49-F238E27FC236}">
                <a16:creationId xmlns:a16="http://schemas.microsoft.com/office/drawing/2014/main" id="{9A83BC81-204B-48E8-B855-7EFCA251F55A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079" y="519491"/>
                </a:moveTo>
                <a:lnTo>
                  <a:pt x="1625160" y="5000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3" name="9wup_2_build_ReferenceLigand_49">
            <a:extLst>
              <a:ext uri="{FF2B5EF4-FFF2-40B4-BE49-F238E27FC236}">
                <a16:creationId xmlns:a16="http://schemas.microsoft.com/office/drawing/2014/main" id="{561AD2FF-D0D2-4786-921B-8A8877B7888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398" y="708741"/>
                </a:moveTo>
                <a:lnTo>
                  <a:pt x="1318979" y="6481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4" name="9wup_2_build_ReferenceLigand_50">
            <a:extLst>
              <a:ext uri="{FF2B5EF4-FFF2-40B4-BE49-F238E27FC236}">
                <a16:creationId xmlns:a16="http://schemas.microsoft.com/office/drawing/2014/main" id="{F65F1F29-104C-4DD3-817B-0A2C7AE8104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833" y="521765"/>
                </a:moveTo>
                <a:lnTo>
                  <a:pt x="1670079" y="5194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5" name="9wup_2_build_ReferenceLigand_51">
            <a:extLst>
              <a:ext uri="{FF2B5EF4-FFF2-40B4-BE49-F238E27FC236}">
                <a16:creationId xmlns:a16="http://schemas.microsoft.com/office/drawing/2014/main" id="{89A69C0A-29C4-4E13-86B8-0E39D8942AC3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979" y="648148"/>
                </a:moveTo>
                <a:lnTo>
                  <a:pt x="1396625" y="6846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6" name="9wup_2_build_ReferenceLigand_52">
            <a:extLst>
              <a:ext uri="{FF2B5EF4-FFF2-40B4-BE49-F238E27FC236}">
                <a16:creationId xmlns:a16="http://schemas.microsoft.com/office/drawing/2014/main" id="{7291EE08-2E62-4FEF-AC75-CF44F7A8443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833" y="521765"/>
                </a:moveTo>
                <a:lnTo>
                  <a:pt x="1505451" y="4260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7" name="9wup_2_build_ReferenceLigand_53">
            <a:extLst>
              <a:ext uri="{FF2B5EF4-FFF2-40B4-BE49-F238E27FC236}">
                <a16:creationId xmlns:a16="http://schemas.microsoft.com/office/drawing/2014/main" id="{C5138DCB-5A24-465E-AC2B-989A71044CDA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3652" y="642751"/>
                </a:moveTo>
                <a:lnTo>
                  <a:pt x="1586833" y="521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8" name="9wup_2_build_ReferenceLigand_54">
            <a:extLst>
              <a:ext uri="{FF2B5EF4-FFF2-40B4-BE49-F238E27FC236}">
                <a16:creationId xmlns:a16="http://schemas.microsoft.com/office/drawing/2014/main" id="{7B2DDBE2-39F2-43B7-A494-6D52AA6E852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625" y="684602"/>
                </a:moveTo>
                <a:lnTo>
                  <a:pt x="1523652" y="6427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9" name="9wup_2_build_ReferenceLigand_55">
            <a:extLst>
              <a:ext uri="{FF2B5EF4-FFF2-40B4-BE49-F238E27FC236}">
                <a16:creationId xmlns:a16="http://schemas.microsoft.com/office/drawing/2014/main" id="{C11FADC6-8E22-488C-849F-3D70F5C066AE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625" y="684602"/>
                </a:moveTo>
                <a:lnTo>
                  <a:pt x="1407325" y="8097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0" name="9wup_2_build_ReferenceLigand_56">
            <a:extLst>
              <a:ext uri="{FF2B5EF4-FFF2-40B4-BE49-F238E27FC236}">
                <a16:creationId xmlns:a16="http://schemas.microsoft.com/office/drawing/2014/main" id="{AC34CDB7-1BBD-4577-8870-21EA3D86A52A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833" y="521765"/>
                </a:moveTo>
                <a:lnTo>
                  <a:pt x="1653817" y="5294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1" name="9wup_2_build_ReferenceLigand_57">
            <a:extLst>
              <a:ext uri="{FF2B5EF4-FFF2-40B4-BE49-F238E27FC236}">
                <a16:creationId xmlns:a16="http://schemas.microsoft.com/office/drawing/2014/main" id="{70B72E9E-297D-480A-8FBA-3C1770020B1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625" y="684602"/>
                </a:moveTo>
                <a:lnTo>
                  <a:pt x="1355611" y="614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2" name="9wup_2_build_PredictedLigand_0">
            <a:extLst>
              <a:ext uri="{FF2B5EF4-FFF2-40B4-BE49-F238E27FC236}">
                <a16:creationId xmlns:a16="http://schemas.microsoft.com/office/drawing/2014/main" id="{C66DDEC7-F47B-4E71-B953-E2C9347A7C6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2108" y="609556"/>
                </a:moveTo>
                <a:lnTo>
                  <a:pt x="958391" y="6824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23" name="9wup_2_build_PredictedLigand_1">
            <a:extLst>
              <a:ext uri="{FF2B5EF4-FFF2-40B4-BE49-F238E27FC236}">
                <a16:creationId xmlns:a16="http://schemas.microsoft.com/office/drawing/2014/main" id="{299CC15B-207E-4482-93A3-D78837595EF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2108" y="609556"/>
                </a:moveTo>
                <a:lnTo>
                  <a:pt x="752470" y="9500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24" name="9wup_2_build_PredictedLigand_2">
            <a:extLst>
              <a:ext uri="{FF2B5EF4-FFF2-40B4-BE49-F238E27FC236}">
                <a16:creationId xmlns:a16="http://schemas.microsoft.com/office/drawing/2014/main" id="{F1781412-15E6-49FB-93DB-10F944F48A2E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4622" y="380833"/>
                </a:moveTo>
                <a:lnTo>
                  <a:pt x="1758084" y="359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25" name="9wup_2_build_PredictedLigand_3">
            <a:extLst>
              <a:ext uri="{FF2B5EF4-FFF2-40B4-BE49-F238E27FC236}">
                <a16:creationId xmlns:a16="http://schemas.microsoft.com/office/drawing/2014/main" id="{37620432-F76B-4B24-9F2C-01C3C8A2ACA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5675" y="796893"/>
                </a:moveTo>
                <a:lnTo>
                  <a:pt x="932108" y="6095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26" name="9wup_2_build_PredictedLigand_4">
            <a:extLst>
              <a:ext uri="{FF2B5EF4-FFF2-40B4-BE49-F238E27FC236}">
                <a16:creationId xmlns:a16="http://schemas.microsoft.com/office/drawing/2014/main" id="{7FBC85C7-5656-4F20-B42F-4D16416126BA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6730" y="227676"/>
                </a:moveTo>
                <a:lnTo>
                  <a:pt x="837345" y="2710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27" name="9wup_2_build_PredictedLigand_5">
            <a:extLst>
              <a:ext uri="{FF2B5EF4-FFF2-40B4-BE49-F238E27FC236}">
                <a16:creationId xmlns:a16="http://schemas.microsoft.com/office/drawing/2014/main" id="{525976A2-A99C-4F6D-BE19-75F00B113E8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7086" y="709101"/>
                </a:moveTo>
                <a:lnTo>
                  <a:pt x="1895616" y="7811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28" name="9wup_2_build_PredictedLigand_6">
            <a:extLst>
              <a:ext uri="{FF2B5EF4-FFF2-40B4-BE49-F238E27FC236}">
                <a16:creationId xmlns:a16="http://schemas.microsoft.com/office/drawing/2014/main" id="{F13329E7-5508-4A05-8867-92D690240EA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616" y="781193"/>
                </a:moveTo>
                <a:lnTo>
                  <a:pt x="2035913" y="7201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29" name="9wup_2_build_PredictedLigand_7">
            <a:extLst>
              <a:ext uri="{FF2B5EF4-FFF2-40B4-BE49-F238E27FC236}">
                <a16:creationId xmlns:a16="http://schemas.microsoft.com/office/drawing/2014/main" id="{4E438C9E-09EC-411A-80ED-D884830735C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6730" y="227676"/>
                </a:moveTo>
                <a:lnTo>
                  <a:pt x="732457" y="4824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0" name="9wup_2_build_PredictedLigand_8">
            <a:extLst>
              <a:ext uri="{FF2B5EF4-FFF2-40B4-BE49-F238E27FC236}">
                <a16:creationId xmlns:a16="http://schemas.microsoft.com/office/drawing/2014/main" id="{1F4E1568-D70D-4C76-B0DC-9F4225B3686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328" y="485889"/>
                </a:moveTo>
                <a:lnTo>
                  <a:pt x="1794622" y="3808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1" name="9wup_2_build_PredictedLigand_9">
            <a:extLst>
              <a:ext uri="{FF2B5EF4-FFF2-40B4-BE49-F238E27FC236}">
                <a16:creationId xmlns:a16="http://schemas.microsoft.com/office/drawing/2014/main" id="{F33737D6-70DD-492A-BF5C-0E977D1358B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559" y="806400"/>
                </a:moveTo>
                <a:lnTo>
                  <a:pt x="2104702" y="9258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2" name="9wup_2_build_PredictedLigand_10">
            <a:extLst>
              <a:ext uri="{FF2B5EF4-FFF2-40B4-BE49-F238E27FC236}">
                <a16:creationId xmlns:a16="http://schemas.microsoft.com/office/drawing/2014/main" id="{83AC89DD-B6DC-42D7-BA1F-CB4CBE87ED7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5913" y="720163"/>
                </a:moveTo>
                <a:lnTo>
                  <a:pt x="2128559" y="806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3" name="9wup_2_build_PredictedLigand_11">
            <a:extLst>
              <a:ext uri="{FF2B5EF4-FFF2-40B4-BE49-F238E27FC236}">
                <a16:creationId xmlns:a16="http://schemas.microsoft.com/office/drawing/2014/main" id="{7CDAFF18-26A4-40A2-9353-2F142DD91B13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5454" y="617423"/>
                </a:moveTo>
                <a:lnTo>
                  <a:pt x="2192532" y="5961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4" name="9wup_2_build_PredictedLigand_12">
            <a:extLst>
              <a:ext uri="{FF2B5EF4-FFF2-40B4-BE49-F238E27FC236}">
                <a16:creationId xmlns:a16="http://schemas.microsoft.com/office/drawing/2014/main" id="{9974E81B-8C1D-40E9-82B8-CE2959295F9E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559" y="806400"/>
                </a:moveTo>
                <a:lnTo>
                  <a:pt x="2225454" y="6174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5" name="9wup_2_build_PredictedLigand_13">
            <a:extLst>
              <a:ext uri="{FF2B5EF4-FFF2-40B4-BE49-F238E27FC236}">
                <a16:creationId xmlns:a16="http://schemas.microsoft.com/office/drawing/2014/main" id="{DE48FB90-F5F2-439B-BB36-3E00CF373DCA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2470" y="950003"/>
                </a:moveTo>
                <a:lnTo>
                  <a:pt x="769749" y="11175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6" name="9wup_2_build_PredictedLigand_14">
            <a:extLst>
              <a:ext uri="{FF2B5EF4-FFF2-40B4-BE49-F238E27FC236}">
                <a16:creationId xmlns:a16="http://schemas.microsoft.com/office/drawing/2014/main" id="{1882A36A-769F-4F48-93BB-046512D4C88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9951" y="477666"/>
                </a:moveTo>
                <a:lnTo>
                  <a:pt x="1877086" y="7091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7" name="9wup_2_build_PredictedLigand_15">
            <a:extLst>
              <a:ext uri="{FF2B5EF4-FFF2-40B4-BE49-F238E27FC236}">
                <a16:creationId xmlns:a16="http://schemas.microsoft.com/office/drawing/2014/main" id="{F5126DBA-A244-41EB-97D8-306E6ACC104E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328" y="485889"/>
                </a:moveTo>
                <a:lnTo>
                  <a:pt x="1949951" y="477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8" name="9wup_2_build_PredictedLigand_16">
            <a:extLst>
              <a:ext uri="{FF2B5EF4-FFF2-40B4-BE49-F238E27FC236}">
                <a16:creationId xmlns:a16="http://schemas.microsoft.com/office/drawing/2014/main" id="{D8E2F54B-1E11-46D7-8178-2D8939C383F7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8538" y="317855"/>
                </a:moveTo>
                <a:lnTo>
                  <a:pt x="736730" y="2276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9" name="9wup_2_build_PredictedLigand_17">
            <a:extLst>
              <a:ext uri="{FF2B5EF4-FFF2-40B4-BE49-F238E27FC236}">
                <a16:creationId xmlns:a16="http://schemas.microsoft.com/office/drawing/2014/main" id="{D5977B69-1E25-4566-A634-50D0FE3BFAC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6816" y="649520"/>
                </a:moveTo>
                <a:lnTo>
                  <a:pt x="2035913" y="7201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0" name="9wup_2_build_PredictedLigand_18">
            <a:extLst>
              <a:ext uri="{FF2B5EF4-FFF2-40B4-BE49-F238E27FC236}">
                <a16:creationId xmlns:a16="http://schemas.microsoft.com/office/drawing/2014/main" id="{5FF81624-B02A-48DC-9FCA-1495C90B7AC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4622" y="380833"/>
                </a:moveTo>
                <a:lnTo>
                  <a:pt x="1717897" y="362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1" name="9wup_2_build_PredictedLigand_19">
            <a:extLst>
              <a:ext uri="{FF2B5EF4-FFF2-40B4-BE49-F238E27FC236}">
                <a16:creationId xmlns:a16="http://schemas.microsoft.com/office/drawing/2014/main" id="{8C64A873-EFA3-4779-A882-27A069A9420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749" y="1117588"/>
                </a:moveTo>
                <a:lnTo>
                  <a:pt x="758128" y="11995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2" name="9wup_2_build_PredictedLigand_20">
            <a:extLst>
              <a:ext uri="{FF2B5EF4-FFF2-40B4-BE49-F238E27FC236}">
                <a16:creationId xmlns:a16="http://schemas.microsoft.com/office/drawing/2014/main" id="{7022A7E5-D8CF-4F22-997B-6FA26AA98CD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749" y="1117588"/>
                </a:moveTo>
                <a:lnTo>
                  <a:pt x="690210" y="8636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3" name="9wup_2_build_PredictedLigand_21">
            <a:extLst>
              <a:ext uri="{FF2B5EF4-FFF2-40B4-BE49-F238E27FC236}">
                <a16:creationId xmlns:a16="http://schemas.microsoft.com/office/drawing/2014/main" id="{07F03BBF-F894-4B37-9D86-F8F89C42B81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046" y="548867"/>
                </a:moveTo>
                <a:lnTo>
                  <a:pt x="1851328" y="4858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4" name="9wup_2_build_PredictedLigand_22">
            <a:extLst>
              <a:ext uri="{FF2B5EF4-FFF2-40B4-BE49-F238E27FC236}">
                <a16:creationId xmlns:a16="http://schemas.microsoft.com/office/drawing/2014/main" id="{E2128C29-B388-43EC-BD84-677262945DB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0210" y="863612"/>
                </a:moveTo>
                <a:lnTo>
                  <a:pt x="734208" y="9107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5" name="9wup_2_build_PredictedLigand_23">
            <a:extLst>
              <a:ext uri="{FF2B5EF4-FFF2-40B4-BE49-F238E27FC236}">
                <a16:creationId xmlns:a16="http://schemas.microsoft.com/office/drawing/2014/main" id="{4E1DCB2C-BC1C-404C-BA66-F8229FB9422F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4208" y="910700"/>
                </a:moveTo>
                <a:lnTo>
                  <a:pt x="885675" y="7968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6" name="9wup_2_build_PredictedLigand_24">
            <a:extLst>
              <a:ext uri="{FF2B5EF4-FFF2-40B4-BE49-F238E27FC236}">
                <a16:creationId xmlns:a16="http://schemas.microsoft.com/office/drawing/2014/main" id="{B2F47427-A042-4650-9EB8-AC45101BE9DA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6816" y="649520"/>
                </a:moveTo>
                <a:lnTo>
                  <a:pt x="1949951" y="477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7" name="9wup_2_build_PredictedLigand_25">
            <a:extLst>
              <a:ext uri="{FF2B5EF4-FFF2-40B4-BE49-F238E27FC236}">
                <a16:creationId xmlns:a16="http://schemas.microsoft.com/office/drawing/2014/main" id="{8CFC551D-977F-4D7B-9408-A1B758B2D02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2457" y="482492"/>
                </a:moveTo>
                <a:lnTo>
                  <a:pt x="715591" y="5810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8" name="9wup_2_build_PredictedLigand_26">
            <a:extLst>
              <a:ext uri="{FF2B5EF4-FFF2-40B4-BE49-F238E27FC236}">
                <a16:creationId xmlns:a16="http://schemas.microsoft.com/office/drawing/2014/main" id="{34ED7D27-2BC4-46BE-A022-6DEEBA696A8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2532" y="596146"/>
                </a:moveTo>
                <a:lnTo>
                  <a:pt x="2115323" y="5788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9" name="9wup_2_build_PredictedLigand_27">
            <a:extLst>
              <a:ext uri="{FF2B5EF4-FFF2-40B4-BE49-F238E27FC236}">
                <a16:creationId xmlns:a16="http://schemas.microsoft.com/office/drawing/2014/main" id="{6DE6325A-F930-46DB-887D-98F24AF48A6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897" y="362578"/>
                </a:moveTo>
                <a:lnTo>
                  <a:pt x="1645416" y="2891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0" name="9wup_2_build_PredictedLigand_28">
            <a:extLst>
              <a:ext uri="{FF2B5EF4-FFF2-40B4-BE49-F238E27FC236}">
                <a16:creationId xmlns:a16="http://schemas.microsoft.com/office/drawing/2014/main" id="{31AB0C26-22F2-4E19-B604-DCB1929D909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4706" y="653589"/>
                </a:moveTo>
                <a:lnTo>
                  <a:pt x="1094873" y="7443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1" name="9wup_2_build_PredictedLigand_29">
            <a:extLst>
              <a:ext uri="{FF2B5EF4-FFF2-40B4-BE49-F238E27FC236}">
                <a16:creationId xmlns:a16="http://schemas.microsoft.com/office/drawing/2014/main" id="{3E9581F0-D32E-4345-A79D-131025BB8619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8538" y="317855"/>
                </a:moveTo>
                <a:lnTo>
                  <a:pt x="464711" y="2721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2" name="9wup_2_build_PredictedLigand_30">
            <a:extLst>
              <a:ext uri="{FF2B5EF4-FFF2-40B4-BE49-F238E27FC236}">
                <a16:creationId xmlns:a16="http://schemas.microsoft.com/office/drawing/2014/main" id="{CADC920E-CB37-48F5-AAC3-66DBBA85511C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323" y="578852"/>
                </a:moveTo>
                <a:lnTo>
                  <a:pt x="2026816" y="6495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3" name="9wup_2_build_PredictedLigand_31">
            <a:extLst>
              <a:ext uri="{FF2B5EF4-FFF2-40B4-BE49-F238E27FC236}">
                <a16:creationId xmlns:a16="http://schemas.microsoft.com/office/drawing/2014/main" id="{D7F8B26A-F7A7-42F1-8A73-66830AE56293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897" y="362578"/>
                </a:moveTo>
                <a:lnTo>
                  <a:pt x="1680137" y="4884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4" name="9wup_2_build_PredictedLigand_32">
            <a:extLst>
              <a:ext uri="{FF2B5EF4-FFF2-40B4-BE49-F238E27FC236}">
                <a16:creationId xmlns:a16="http://schemas.microsoft.com/office/drawing/2014/main" id="{4EC4E5E3-08BF-4C29-A49F-7646CE24A527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37" y="488498"/>
                </a:moveTo>
                <a:lnTo>
                  <a:pt x="1784046" y="5488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5" name="9wup_2_build_PredictedLigand_33">
            <a:extLst>
              <a:ext uri="{FF2B5EF4-FFF2-40B4-BE49-F238E27FC236}">
                <a16:creationId xmlns:a16="http://schemas.microsoft.com/office/drawing/2014/main" id="{40C681AC-66CA-4723-AA1A-0155AF197781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4706" y="653589"/>
                </a:moveTo>
                <a:lnTo>
                  <a:pt x="954629" y="6069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6" name="9wup_2_build_PredictedLigand_34">
            <a:extLst>
              <a:ext uri="{FF2B5EF4-FFF2-40B4-BE49-F238E27FC236}">
                <a16:creationId xmlns:a16="http://schemas.microsoft.com/office/drawing/2014/main" id="{6B53A5BE-B4F4-4FB4-BDF2-E0F61B06D929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0210" y="863612"/>
                </a:moveTo>
                <a:lnTo>
                  <a:pt x="576447" y="7064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7" name="9wup_2_build_PredictedLigand_35">
            <a:extLst>
              <a:ext uri="{FF2B5EF4-FFF2-40B4-BE49-F238E27FC236}">
                <a16:creationId xmlns:a16="http://schemas.microsoft.com/office/drawing/2014/main" id="{460D6344-3C1C-40F8-917F-B27E00A3F98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3997" y="496686"/>
                </a:moveTo>
                <a:lnTo>
                  <a:pt x="528538" y="3178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8" name="9wup_2_build_PredictedLigand_36">
            <a:extLst>
              <a:ext uri="{FF2B5EF4-FFF2-40B4-BE49-F238E27FC236}">
                <a16:creationId xmlns:a16="http://schemas.microsoft.com/office/drawing/2014/main" id="{C43E57EC-90A8-4EAA-9C4B-94283FC6E8A7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5591" y="581005"/>
                </a:moveTo>
                <a:lnTo>
                  <a:pt x="598372" y="5949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9" name="9wup_2_build_PredictedLigand_37">
            <a:extLst>
              <a:ext uri="{FF2B5EF4-FFF2-40B4-BE49-F238E27FC236}">
                <a16:creationId xmlns:a16="http://schemas.microsoft.com/office/drawing/2014/main" id="{35D8D70B-AD3B-4ADD-8911-EC27B88C4CA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377" y="536104"/>
                </a:moveTo>
                <a:lnTo>
                  <a:pt x="1680137" y="4884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0" name="9wup_2_build_PredictedLigand_38">
            <a:extLst>
              <a:ext uri="{FF2B5EF4-FFF2-40B4-BE49-F238E27FC236}">
                <a16:creationId xmlns:a16="http://schemas.microsoft.com/office/drawing/2014/main" id="{CB31D93B-A75F-469C-B604-718F8F7F2811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974" y="629798"/>
                </a:moveTo>
                <a:lnTo>
                  <a:pt x="734208" y="9107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1" name="9wup_2_build_PredictedLigand_39">
            <a:extLst>
              <a:ext uri="{FF2B5EF4-FFF2-40B4-BE49-F238E27FC236}">
                <a16:creationId xmlns:a16="http://schemas.microsoft.com/office/drawing/2014/main" id="{666D43E9-515A-44AD-A878-7F9C80ACA3E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7644" y="693679"/>
                </a:moveTo>
                <a:lnTo>
                  <a:pt x="1084706" y="6535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2" name="9wup_2_build_PredictedLigand_40">
            <a:extLst>
              <a:ext uri="{FF2B5EF4-FFF2-40B4-BE49-F238E27FC236}">
                <a16:creationId xmlns:a16="http://schemas.microsoft.com/office/drawing/2014/main" id="{37E58F75-7D9E-4E01-AAEF-B9E28E29AFC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5591" y="581005"/>
                </a:moveTo>
                <a:lnTo>
                  <a:pt x="881974" y="6297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3" name="9wup_2_build_PredictedLigand_41">
            <a:extLst>
              <a:ext uri="{FF2B5EF4-FFF2-40B4-BE49-F238E27FC236}">
                <a16:creationId xmlns:a16="http://schemas.microsoft.com/office/drawing/2014/main" id="{8129DCBE-0CF9-4930-952E-872F5324FC6A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4629" y="606942"/>
                </a:moveTo>
                <a:lnTo>
                  <a:pt x="881974" y="6297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4" name="9wup_2_build_PredictedLigand_42">
            <a:extLst>
              <a:ext uri="{FF2B5EF4-FFF2-40B4-BE49-F238E27FC236}">
                <a16:creationId xmlns:a16="http://schemas.microsoft.com/office/drawing/2014/main" id="{B5E127F8-1487-43FF-8A31-0A58B62330A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8372" y="594922"/>
                </a:moveTo>
                <a:lnTo>
                  <a:pt x="533997" y="4966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5" name="9wup_2_build_PredictedLigand_43">
            <a:extLst>
              <a:ext uri="{FF2B5EF4-FFF2-40B4-BE49-F238E27FC236}">
                <a16:creationId xmlns:a16="http://schemas.microsoft.com/office/drawing/2014/main" id="{52747A52-8A25-4C96-AABF-1548ABCB9F06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6447" y="706410"/>
                </a:moveTo>
                <a:lnTo>
                  <a:pt x="598372" y="5949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6" name="9wup_2_build_PredictedLigand_44">
            <a:extLst>
              <a:ext uri="{FF2B5EF4-FFF2-40B4-BE49-F238E27FC236}">
                <a16:creationId xmlns:a16="http://schemas.microsoft.com/office/drawing/2014/main" id="{291B45DF-974B-4102-8DF8-FBD0E6409F21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1093" y="589694"/>
                </a:moveTo>
                <a:lnTo>
                  <a:pt x="1137644" y="6936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7" name="9wup_2_build_PredictedLigand_45">
            <a:extLst>
              <a:ext uri="{FF2B5EF4-FFF2-40B4-BE49-F238E27FC236}">
                <a16:creationId xmlns:a16="http://schemas.microsoft.com/office/drawing/2014/main" id="{C1DFA1D3-1B86-43E3-AECA-3C6397B489D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543" y="540578"/>
                </a:moveTo>
                <a:lnTo>
                  <a:pt x="1608377" y="5361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8" name="9wup_2_build_PredictedLigand_46">
            <a:extLst>
              <a:ext uri="{FF2B5EF4-FFF2-40B4-BE49-F238E27FC236}">
                <a16:creationId xmlns:a16="http://schemas.microsoft.com/office/drawing/2014/main" id="{D829286A-D53C-4BE0-A6BA-E11E4DD1491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7644" y="693679"/>
                </a:moveTo>
                <a:lnTo>
                  <a:pt x="1098622" y="7436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9" name="9wup_2_build_PredictedLigand_47">
            <a:extLst>
              <a:ext uri="{FF2B5EF4-FFF2-40B4-BE49-F238E27FC236}">
                <a16:creationId xmlns:a16="http://schemas.microsoft.com/office/drawing/2014/main" id="{8EDC74E1-AF56-4A82-90AD-84F24A0560E7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368" y="514729"/>
                </a:moveTo>
                <a:lnTo>
                  <a:pt x="1171093" y="5896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0" name="9wup_2_build_PredictedLigand_48">
            <a:extLst>
              <a:ext uri="{FF2B5EF4-FFF2-40B4-BE49-F238E27FC236}">
                <a16:creationId xmlns:a16="http://schemas.microsoft.com/office/drawing/2014/main" id="{1B2F2706-F96A-4514-8B2F-C53C1B32740E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1093" y="589694"/>
                </a:moveTo>
                <a:lnTo>
                  <a:pt x="1258102" y="631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1" name="9wup_2_build_PredictedLigand_49">
            <a:extLst>
              <a:ext uri="{FF2B5EF4-FFF2-40B4-BE49-F238E27FC236}">
                <a16:creationId xmlns:a16="http://schemas.microsoft.com/office/drawing/2014/main" id="{EC488C04-1320-4FB3-ABE0-24EDA2CF3D4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8102" y="631381"/>
                </a:moveTo>
                <a:lnTo>
                  <a:pt x="1251516" y="585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2" name="9wup_2_build_PredictedLigand_50">
            <a:extLst>
              <a:ext uri="{FF2B5EF4-FFF2-40B4-BE49-F238E27FC236}">
                <a16:creationId xmlns:a16="http://schemas.microsoft.com/office/drawing/2014/main" id="{8446A52A-2D10-4EEA-B92A-3C012D66D7D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842" y="522910"/>
                </a:moveTo>
                <a:lnTo>
                  <a:pt x="1654543" y="540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3" name="9wup_2_build_PredictedLigand_51">
            <a:extLst>
              <a:ext uri="{FF2B5EF4-FFF2-40B4-BE49-F238E27FC236}">
                <a16:creationId xmlns:a16="http://schemas.microsoft.com/office/drawing/2014/main" id="{1C43E59F-48D3-4A6A-B8AA-8B0474E3C573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0367" y="617896"/>
                </a:moveTo>
                <a:lnTo>
                  <a:pt x="1581842" y="5229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4" name="9wup_2_build_PredictedLigand_52">
            <a:extLst>
              <a:ext uri="{FF2B5EF4-FFF2-40B4-BE49-F238E27FC236}">
                <a16:creationId xmlns:a16="http://schemas.microsoft.com/office/drawing/2014/main" id="{1BEFB29D-9001-42E3-84BF-D6D6E3565A6D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842" y="522910"/>
                </a:moveTo>
                <a:lnTo>
                  <a:pt x="1546623" y="4018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5" name="9wup_2_build_PredictedLigand_53">
            <a:extLst>
              <a:ext uri="{FF2B5EF4-FFF2-40B4-BE49-F238E27FC236}">
                <a16:creationId xmlns:a16="http://schemas.microsoft.com/office/drawing/2014/main" id="{35AFB987-7DEF-42D5-A478-6E47E660FABC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8777" y="623892"/>
                </a:moveTo>
                <a:lnTo>
                  <a:pt x="1480367" y="6178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6" name="9wup_2_build_PredictedLigand_54">
            <a:extLst>
              <a:ext uri="{FF2B5EF4-FFF2-40B4-BE49-F238E27FC236}">
                <a16:creationId xmlns:a16="http://schemas.microsoft.com/office/drawing/2014/main" id="{589E8814-A855-43F3-8674-9B900868A78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516" y="585246"/>
                </a:moveTo>
                <a:lnTo>
                  <a:pt x="1368777" y="6238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7" name="9wup_2_build_PredictedLigand_55">
            <a:extLst>
              <a:ext uri="{FF2B5EF4-FFF2-40B4-BE49-F238E27FC236}">
                <a16:creationId xmlns:a16="http://schemas.microsoft.com/office/drawing/2014/main" id="{7D93F6CD-8B98-4725-B216-7340DA1E94E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842" y="522910"/>
                </a:moveTo>
                <a:lnTo>
                  <a:pt x="1658292" y="5581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8" name="9wup_2_build_PredictedLigand_56">
            <a:extLst>
              <a:ext uri="{FF2B5EF4-FFF2-40B4-BE49-F238E27FC236}">
                <a16:creationId xmlns:a16="http://schemas.microsoft.com/office/drawing/2014/main" id="{ACB26DB2-1C6B-41B0-9945-012D4CDD76F1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8777" y="623892"/>
                </a:moveTo>
                <a:lnTo>
                  <a:pt x="1348070" y="7406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9" name="9wup_2_build_PredictedLigand_57">
            <a:extLst>
              <a:ext uri="{FF2B5EF4-FFF2-40B4-BE49-F238E27FC236}">
                <a16:creationId xmlns:a16="http://schemas.microsoft.com/office/drawing/2014/main" id="{82899F52-C1DA-4E20-880E-3B458844D33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8777" y="623892"/>
                </a:moveTo>
                <a:lnTo>
                  <a:pt x="1376332" y="5530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80" name="9wup_2_build_PredictedAtoms_0">
            <a:extLst>
              <a:ext uri="{FF2B5EF4-FFF2-40B4-BE49-F238E27FC236}">
                <a16:creationId xmlns:a16="http://schemas.microsoft.com/office/drawing/2014/main" id="{A799FDE3-9012-4B67-ADE4-BDBE59DAE85E}"/>
              </a:ext>
            </a:extLst>
          </p:cNvPr>
          <p:cNvSpPr>
            <a:spLocks/>
          </p:cNvSpPr>
          <p:nvPr/>
        </p:nvSpPr>
        <p:spPr>
          <a:xfrm>
            <a:off x="7399375" y="8451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1" name="9wup_2_build_PredictedAtoms_1">
            <a:extLst>
              <a:ext uri="{FF2B5EF4-FFF2-40B4-BE49-F238E27FC236}">
                <a16:creationId xmlns:a16="http://schemas.microsoft.com/office/drawing/2014/main" id="{3790924B-FEAE-4727-98DE-703087B4391F}"/>
              </a:ext>
            </a:extLst>
          </p:cNvPr>
          <p:cNvSpPr>
            <a:spLocks/>
          </p:cNvSpPr>
          <p:nvPr/>
        </p:nvSpPr>
        <p:spPr>
          <a:xfrm>
            <a:off x="7327100" y="85268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2" name="9wup_2_build_PredictedAtoms_2">
            <a:extLst>
              <a:ext uri="{FF2B5EF4-FFF2-40B4-BE49-F238E27FC236}">
                <a16:creationId xmlns:a16="http://schemas.microsoft.com/office/drawing/2014/main" id="{36BCF17B-296E-495B-A007-744CB8FA7C56}"/>
              </a:ext>
            </a:extLst>
          </p:cNvPr>
          <p:cNvSpPr>
            <a:spLocks/>
          </p:cNvSpPr>
          <p:nvPr/>
        </p:nvSpPr>
        <p:spPr>
          <a:xfrm>
            <a:off x="7414109" y="85685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3" name="9wup_2_build_PredictedAtoms_3">
            <a:extLst>
              <a:ext uri="{FF2B5EF4-FFF2-40B4-BE49-F238E27FC236}">
                <a16:creationId xmlns:a16="http://schemas.microsoft.com/office/drawing/2014/main" id="{9EC0B003-2F67-47F3-B556-EDADB036A257}"/>
              </a:ext>
            </a:extLst>
          </p:cNvPr>
          <p:cNvSpPr>
            <a:spLocks/>
          </p:cNvSpPr>
          <p:nvPr/>
        </p:nvSpPr>
        <p:spPr>
          <a:xfrm>
            <a:off x="7407523" y="85224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4" name="9wup_2_build_PredictedAtoms_4">
            <a:extLst>
              <a:ext uri="{FF2B5EF4-FFF2-40B4-BE49-F238E27FC236}">
                <a16:creationId xmlns:a16="http://schemas.microsoft.com/office/drawing/2014/main" id="{197EEEDD-06D3-4797-9E92-0F6CF890CCFD}"/>
              </a:ext>
            </a:extLst>
          </p:cNvPr>
          <p:cNvSpPr>
            <a:spLocks/>
          </p:cNvSpPr>
          <p:nvPr/>
        </p:nvSpPr>
        <p:spPr>
          <a:xfrm>
            <a:off x="7524784" y="85610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5" name="9wup_2_build_PredictedAtoms_5">
            <a:extLst>
              <a:ext uri="{FF2B5EF4-FFF2-40B4-BE49-F238E27FC236}">
                <a16:creationId xmlns:a16="http://schemas.microsoft.com/office/drawing/2014/main" id="{21BA89E8-971B-4FFF-B68A-A368314D7850}"/>
              </a:ext>
            </a:extLst>
          </p:cNvPr>
          <p:cNvSpPr>
            <a:spLocks/>
          </p:cNvSpPr>
          <p:nvPr/>
        </p:nvSpPr>
        <p:spPr>
          <a:xfrm>
            <a:off x="7504078" y="86778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6" name="9wup_2_build_PredictedAtoms_6">
            <a:extLst>
              <a:ext uri="{FF2B5EF4-FFF2-40B4-BE49-F238E27FC236}">
                <a16:creationId xmlns:a16="http://schemas.microsoft.com/office/drawing/2014/main" id="{417CA3C7-528B-4CB5-8250-F144416DF487}"/>
              </a:ext>
            </a:extLst>
          </p:cNvPr>
          <p:cNvSpPr>
            <a:spLocks/>
          </p:cNvSpPr>
          <p:nvPr/>
        </p:nvSpPr>
        <p:spPr>
          <a:xfrm>
            <a:off x="7532340" y="84902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7" name="9wup_2_build_PredictedAtoms_7">
            <a:extLst>
              <a:ext uri="{FF2B5EF4-FFF2-40B4-BE49-F238E27FC236}">
                <a16:creationId xmlns:a16="http://schemas.microsoft.com/office/drawing/2014/main" id="{93A3F2BB-A8D2-4A01-8F39-AF655D577E5E}"/>
              </a:ext>
            </a:extLst>
          </p:cNvPr>
          <p:cNvSpPr>
            <a:spLocks/>
          </p:cNvSpPr>
          <p:nvPr/>
        </p:nvSpPr>
        <p:spPr>
          <a:xfrm>
            <a:off x="7636374" y="855507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8" name="9wup_2_build_PredictedAtoms_8">
            <a:extLst>
              <a:ext uri="{FF2B5EF4-FFF2-40B4-BE49-F238E27FC236}">
                <a16:creationId xmlns:a16="http://schemas.microsoft.com/office/drawing/2014/main" id="{03067F90-7172-4D16-9F34-4D500A35F2FC}"/>
              </a:ext>
            </a:extLst>
          </p:cNvPr>
          <p:cNvSpPr>
            <a:spLocks/>
          </p:cNvSpPr>
          <p:nvPr/>
        </p:nvSpPr>
        <p:spPr>
          <a:xfrm>
            <a:off x="7737850" y="8460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9" name="9wup_2_build_PredictedAtoms_9">
            <a:extLst>
              <a:ext uri="{FF2B5EF4-FFF2-40B4-BE49-F238E27FC236}">
                <a16:creationId xmlns:a16="http://schemas.microsoft.com/office/drawing/2014/main" id="{4D3B9049-4B9B-4412-BEC5-0518985C1C84}"/>
              </a:ext>
            </a:extLst>
          </p:cNvPr>
          <p:cNvSpPr>
            <a:spLocks/>
          </p:cNvSpPr>
          <p:nvPr/>
        </p:nvSpPr>
        <p:spPr>
          <a:xfrm>
            <a:off x="7702630" y="83390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0" name="9wup_2_build_PredictedAtoms_10">
            <a:extLst>
              <a:ext uri="{FF2B5EF4-FFF2-40B4-BE49-F238E27FC236}">
                <a16:creationId xmlns:a16="http://schemas.microsoft.com/office/drawing/2014/main" id="{FA91E52B-F743-47BC-82A0-9D8B663D98F6}"/>
              </a:ext>
            </a:extLst>
          </p:cNvPr>
          <p:cNvSpPr>
            <a:spLocks/>
          </p:cNvSpPr>
          <p:nvPr/>
        </p:nvSpPr>
        <p:spPr>
          <a:xfrm>
            <a:off x="7814299" y="849536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1" name="9wup_2_build_PredictedAtoms_11">
            <a:extLst>
              <a:ext uri="{FF2B5EF4-FFF2-40B4-BE49-F238E27FC236}">
                <a16:creationId xmlns:a16="http://schemas.microsoft.com/office/drawing/2014/main" id="{1313DCEB-C4DF-4037-B093-D083F2D6BCAB}"/>
              </a:ext>
            </a:extLst>
          </p:cNvPr>
          <p:cNvSpPr>
            <a:spLocks/>
          </p:cNvSpPr>
          <p:nvPr/>
        </p:nvSpPr>
        <p:spPr>
          <a:xfrm>
            <a:off x="7810551" y="84777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2" name="9wup_2_build_PredictedAtoms_12">
            <a:extLst>
              <a:ext uri="{FF2B5EF4-FFF2-40B4-BE49-F238E27FC236}">
                <a16:creationId xmlns:a16="http://schemas.microsoft.com/office/drawing/2014/main" id="{450375FB-B15C-48D9-A49D-129C08742D5B}"/>
              </a:ext>
            </a:extLst>
          </p:cNvPr>
          <p:cNvSpPr>
            <a:spLocks/>
          </p:cNvSpPr>
          <p:nvPr/>
        </p:nvSpPr>
        <p:spPr>
          <a:xfrm>
            <a:off x="7764384" y="84732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3" name="9wup_2_build_PredictedAtoms_13">
            <a:extLst>
              <a:ext uri="{FF2B5EF4-FFF2-40B4-BE49-F238E27FC236}">
                <a16:creationId xmlns:a16="http://schemas.microsoft.com/office/drawing/2014/main" id="{F4FCCFD8-CE66-4D54-A2FA-38B34EC628C7}"/>
              </a:ext>
            </a:extLst>
          </p:cNvPr>
          <p:cNvSpPr>
            <a:spLocks/>
          </p:cNvSpPr>
          <p:nvPr/>
        </p:nvSpPr>
        <p:spPr>
          <a:xfrm>
            <a:off x="7836144" y="84256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4" name="9wup_2_build_PredictedAtoms_14">
            <a:extLst>
              <a:ext uri="{FF2B5EF4-FFF2-40B4-BE49-F238E27FC236}">
                <a16:creationId xmlns:a16="http://schemas.microsoft.com/office/drawing/2014/main" id="{925D05A1-605C-4DA0-8A4D-DB1DB14F9C0B}"/>
              </a:ext>
            </a:extLst>
          </p:cNvPr>
          <p:cNvSpPr>
            <a:spLocks/>
          </p:cNvSpPr>
          <p:nvPr/>
        </p:nvSpPr>
        <p:spPr>
          <a:xfrm>
            <a:off x="7940053" y="8486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5" name="9wup_2_build_PredictedAtoms_15">
            <a:extLst>
              <a:ext uri="{FF2B5EF4-FFF2-40B4-BE49-F238E27FC236}">
                <a16:creationId xmlns:a16="http://schemas.microsoft.com/office/drawing/2014/main" id="{D165EF49-578C-4C37-8F9F-AE0F82AE0A28}"/>
              </a:ext>
            </a:extLst>
          </p:cNvPr>
          <p:cNvSpPr>
            <a:spLocks/>
          </p:cNvSpPr>
          <p:nvPr/>
        </p:nvSpPr>
        <p:spPr>
          <a:xfrm>
            <a:off x="8007336" y="84230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6" name="9wup_2_build_PredictedAtoms_16">
            <a:extLst>
              <a:ext uri="{FF2B5EF4-FFF2-40B4-BE49-F238E27FC236}">
                <a16:creationId xmlns:a16="http://schemas.microsoft.com/office/drawing/2014/main" id="{15BF70EB-5481-4276-8A54-9722E5D188F9}"/>
              </a:ext>
            </a:extLst>
          </p:cNvPr>
          <p:cNvSpPr>
            <a:spLocks/>
          </p:cNvSpPr>
          <p:nvPr/>
        </p:nvSpPr>
        <p:spPr>
          <a:xfrm>
            <a:off x="8105959" y="84148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7" name="9wup_2_build_PredictedAtoms_17">
            <a:extLst>
              <a:ext uri="{FF2B5EF4-FFF2-40B4-BE49-F238E27FC236}">
                <a16:creationId xmlns:a16="http://schemas.microsoft.com/office/drawing/2014/main" id="{E648556C-77A4-46F7-A515-EAD255631355}"/>
              </a:ext>
            </a:extLst>
          </p:cNvPr>
          <p:cNvSpPr>
            <a:spLocks/>
          </p:cNvSpPr>
          <p:nvPr/>
        </p:nvSpPr>
        <p:spPr>
          <a:xfrm>
            <a:off x="8033093" y="86462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8" name="9wup_2_build_PredictedAtoms_18">
            <a:extLst>
              <a:ext uri="{FF2B5EF4-FFF2-40B4-BE49-F238E27FC236}">
                <a16:creationId xmlns:a16="http://schemas.microsoft.com/office/drawing/2014/main" id="{3B9595AB-B4E8-4AD5-A5F1-8024179B0F8E}"/>
              </a:ext>
            </a:extLst>
          </p:cNvPr>
          <p:cNvSpPr>
            <a:spLocks/>
          </p:cNvSpPr>
          <p:nvPr/>
        </p:nvSpPr>
        <p:spPr>
          <a:xfrm>
            <a:off x="8051624" y="87183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9" name="9wup_2_build_PredictedAtoms_19">
            <a:extLst>
              <a:ext uri="{FF2B5EF4-FFF2-40B4-BE49-F238E27FC236}">
                <a16:creationId xmlns:a16="http://schemas.microsoft.com/office/drawing/2014/main" id="{7BE2FD69-02D7-4B5D-A146-30AC973AC8D7}"/>
              </a:ext>
            </a:extLst>
          </p:cNvPr>
          <p:cNvSpPr>
            <a:spLocks/>
          </p:cNvSpPr>
          <p:nvPr/>
        </p:nvSpPr>
        <p:spPr>
          <a:xfrm>
            <a:off x="8191921" y="86573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00" name="9wup_2_build_PredictedAtoms_20">
            <a:extLst>
              <a:ext uri="{FF2B5EF4-FFF2-40B4-BE49-F238E27FC236}">
                <a16:creationId xmlns:a16="http://schemas.microsoft.com/office/drawing/2014/main" id="{1A2A6A5C-3F4F-4E27-A4F4-58EBA7CF16D3}"/>
              </a:ext>
            </a:extLst>
          </p:cNvPr>
          <p:cNvSpPr>
            <a:spLocks/>
          </p:cNvSpPr>
          <p:nvPr/>
        </p:nvSpPr>
        <p:spPr>
          <a:xfrm>
            <a:off x="8284566" y="874358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01" name="9wup_2_build_PredictedAtoms_21">
            <a:extLst>
              <a:ext uri="{FF2B5EF4-FFF2-40B4-BE49-F238E27FC236}">
                <a16:creationId xmlns:a16="http://schemas.microsoft.com/office/drawing/2014/main" id="{C1C986C3-A696-4D4E-97BD-AE5400A57C11}"/>
              </a:ext>
            </a:extLst>
          </p:cNvPr>
          <p:cNvSpPr>
            <a:spLocks/>
          </p:cNvSpPr>
          <p:nvPr/>
        </p:nvSpPr>
        <p:spPr>
          <a:xfrm>
            <a:off x="8260709" y="88630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02" name="9wup_2_build_PredictedAtoms_22">
            <a:extLst>
              <a:ext uri="{FF2B5EF4-FFF2-40B4-BE49-F238E27FC236}">
                <a16:creationId xmlns:a16="http://schemas.microsoft.com/office/drawing/2014/main" id="{2B40EC15-FCB2-4D93-BC13-38D5B2910CA9}"/>
              </a:ext>
            </a:extLst>
          </p:cNvPr>
          <p:cNvSpPr>
            <a:spLocks/>
          </p:cNvSpPr>
          <p:nvPr/>
        </p:nvSpPr>
        <p:spPr>
          <a:xfrm>
            <a:off x="8381462" y="85546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03" name="9wup_2_build_PredictedAtoms_23">
            <a:extLst>
              <a:ext uri="{FF2B5EF4-FFF2-40B4-BE49-F238E27FC236}">
                <a16:creationId xmlns:a16="http://schemas.microsoft.com/office/drawing/2014/main" id="{EACC8746-1D83-47A8-9B2B-AF48F06E6363}"/>
              </a:ext>
            </a:extLst>
          </p:cNvPr>
          <p:cNvSpPr>
            <a:spLocks/>
          </p:cNvSpPr>
          <p:nvPr/>
        </p:nvSpPr>
        <p:spPr>
          <a:xfrm>
            <a:off x="8348539" y="85333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04" name="9wup_2_build_PredictedAtoms_24">
            <a:extLst>
              <a:ext uri="{FF2B5EF4-FFF2-40B4-BE49-F238E27FC236}">
                <a16:creationId xmlns:a16="http://schemas.microsoft.com/office/drawing/2014/main" id="{0A0ADD2C-FAA1-4264-845C-2F17A65931E6}"/>
              </a:ext>
            </a:extLst>
          </p:cNvPr>
          <p:cNvSpPr>
            <a:spLocks/>
          </p:cNvSpPr>
          <p:nvPr/>
        </p:nvSpPr>
        <p:spPr>
          <a:xfrm>
            <a:off x="8271331" y="85160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05" name="9wup_2_build_PredictedAtoms_25">
            <a:extLst>
              <a:ext uri="{FF2B5EF4-FFF2-40B4-BE49-F238E27FC236}">
                <a16:creationId xmlns:a16="http://schemas.microsoft.com/office/drawing/2014/main" id="{98BEB0AF-5CBE-4751-BDC3-354A7DC17B53}"/>
              </a:ext>
            </a:extLst>
          </p:cNvPr>
          <p:cNvSpPr>
            <a:spLocks/>
          </p:cNvSpPr>
          <p:nvPr/>
        </p:nvSpPr>
        <p:spPr>
          <a:xfrm>
            <a:off x="8182824" y="85867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06" name="9wup_2_build_PredictedAtoms_26">
            <a:extLst>
              <a:ext uri="{FF2B5EF4-FFF2-40B4-BE49-F238E27FC236}">
                <a16:creationId xmlns:a16="http://schemas.microsoft.com/office/drawing/2014/main" id="{8E455C05-2A7C-439F-BF04-4AEFC259615E}"/>
              </a:ext>
            </a:extLst>
          </p:cNvPr>
          <p:cNvSpPr>
            <a:spLocks/>
          </p:cNvSpPr>
          <p:nvPr/>
        </p:nvSpPr>
        <p:spPr>
          <a:xfrm>
            <a:off x="7950629" y="83180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07" name="9wup_2_build_PredictedAtoms_27">
            <a:extLst>
              <a:ext uri="{FF2B5EF4-FFF2-40B4-BE49-F238E27FC236}">
                <a16:creationId xmlns:a16="http://schemas.microsoft.com/office/drawing/2014/main" id="{8B3EB59E-9064-4896-BF6C-6EC4B43A5653}"/>
              </a:ext>
            </a:extLst>
          </p:cNvPr>
          <p:cNvSpPr>
            <a:spLocks/>
          </p:cNvSpPr>
          <p:nvPr/>
        </p:nvSpPr>
        <p:spPr>
          <a:xfrm>
            <a:off x="7914091" y="82964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08" name="9wup_2_build_PredictedAtoms_28">
            <a:extLst>
              <a:ext uri="{FF2B5EF4-FFF2-40B4-BE49-F238E27FC236}">
                <a16:creationId xmlns:a16="http://schemas.microsoft.com/office/drawing/2014/main" id="{F582A4C2-3A7E-4CCA-8D56-CE5CBD0ED765}"/>
              </a:ext>
            </a:extLst>
          </p:cNvPr>
          <p:cNvSpPr>
            <a:spLocks/>
          </p:cNvSpPr>
          <p:nvPr/>
        </p:nvSpPr>
        <p:spPr>
          <a:xfrm>
            <a:off x="7873904" y="82997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09" name="9wup_2_build_PredictedAtoms_29">
            <a:extLst>
              <a:ext uri="{FF2B5EF4-FFF2-40B4-BE49-F238E27FC236}">
                <a16:creationId xmlns:a16="http://schemas.microsoft.com/office/drawing/2014/main" id="{13827836-C3EB-4BC9-8340-0DF44CC32C08}"/>
              </a:ext>
            </a:extLst>
          </p:cNvPr>
          <p:cNvSpPr>
            <a:spLocks/>
          </p:cNvSpPr>
          <p:nvPr/>
        </p:nvSpPr>
        <p:spPr>
          <a:xfrm>
            <a:off x="7801424" y="82262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10" name="9wup_2_build_PredictedAtoms_30">
            <a:extLst>
              <a:ext uri="{FF2B5EF4-FFF2-40B4-BE49-F238E27FC236}">
                <a16:creationId xmlns:a16="http://schemas.microsoft.com/office/drawing/2014/main" id="{2C62ECF9-3D2D-49B4-98FD-8F04280C1F05}"/>
              </a:ext>
            </a:extLst>
          </p:cNvPr>
          <p:cNvSpPr>
            <a:spLocks/>
          </p:cNvSpPr>
          <p:nvPr/>
        </p:nvSpPr>
        <p:spPr>
          <a:xfrm>
            <a:off x="7293651" y="863086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11" name="9wup_2_build_PredictedAtoms_31">
            <a:extLst>
              <a:ext uri="{FF2B5EF4-FFF2-40B4-BE49-F238E27FC236}">
                <a16:creationId xmlns:a16="http://schemas.microsoft.com/office/drawing/2014/main" id="{9E37FAD4-D7AB-40E7-A46F-EFD04070A841}"/>
              </a:ext>
            </a:extLst>
          </p:cNvPr>
          <p:cNvSpPr>
            <a:spLocks/>
          </p:cNvSpPr>
          <p:nvPr/>
        </p:nvSpPr>
        <p:spPr>
          <a:xfrm>
            <a:off x="7254630" y="86807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12" name="9wup_2_build_PredictedAtoms_32">
            <a:extLst>
              <a:ext uri="{FF2B5EF4-FFF2-40B4-BE49-F238E27FC236}">
                <a16:creationId xmlns:a16="http://schemas.microsoft.com/office/drawing/2014/main" id="{FCFAA5DB-7A9C-45A6-927F-C31071372A8F}"/>
              </a:ext>
            </a:extLst>
          </p:cNvPr>
          <p:cNvSpPr>
            <a:spLocks/>
          </p:cNvSpPr>
          <p:nvPr/>
        </p:nvSpPr>
        <p:spPr>
          <a:xfrm>
            <a:off x="7240713" y="85907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13" name="9wup_2_build_PredictedAtoms_33">
            <a:extLst>
              <a:ext uri="{FF2B5EF4-FFF2-40B4-BE49-F238E27FC236}">
                <a16:creationId xmlns:a16="http://schemas.microsoft.com/office/drawing/2014/main" id="{4839D21C-609E-4D29-9A27-731D34D8ACD5}"/>
              </a:ext>
            </a:extLst>
          </p:cNvPr>
          <p:cNvSpPr>
            <a:spLocks/>
          </p:cNvSpPr>
          <p:nvPr/>
        </p:nvSpPr>
        <p:spPr>
          <a:xfrm>
            <a:off x="7250881" y="86815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14" name="9wup_2_build_PredictedAtoms_34">
            <a:extLst>
              <a:ext uri="{FF2B5EF4-FFF2-40B4-BE49-F238E27FC236}">
                <a16:creationId xmlns:a16="http://schemas.microsoft.com/office/drawing/2014/main" id="{85ECBED5-7FB3-4EC6-A32D-70F546B03B78}"/>
              </a:ext>
            </a:extLst>
          </p:cNvPr>
          <p:cNvSpPr>
            <a:spLocks/>
          </p:cNvSpPr>
          <p:nvPr/>
        </p:nvSpPr>
        <p:spPr>
          <a:xfrm>
            <a:off x="7110637" y="85441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15" name="9wup_2_build_PredictedAtoms_35">
            <a:extLst>
              <a:ext uri="{FF2B5EF4-FFF2-40B4-BE49-F238E27FC236}">
                <a16:creationId xmlns:a16="http://schemas.microsoft.com/office/drawing/2014/main" id="{3ACC346E-CADF-48AC-9AB9-778D9316D195}"/>
              </a:ext>
            </a:extLst>
          </p:cNvPr>
          <p:cNvSpPr>
            <a:spLocks/>
          </p:cNvSpPr>
          <p:nvPr/>
        </p:nvSpPr>
        <p:spPr>
          <a:xfrm>
            <a:off x="7037981" y="85669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16" name="9wup_2_build_PredictedAtoms_36">
            <a:extLst>
              <a:ext uri="{FF2B5EF4-FFF2-40B4-BE49-F238E27FC236}">
                <a16:creationId xmlns:a16="http://schemas.microsoft.com/office/drawing/2014/main" id="{21461D96-379D-46F0-874D-49002FC178A7}"/>
              </a:ext>
            </a:extLst>
          </p:cNvPr>
          <p:cNvSpPr>
            <a:spLocks/>
          </p:cNvSpPr>
          <p:nvPr/>
        </p:nvSpPr>
        <p:spPr>
          <a:xfrm>
            <a:off x="6890216" y="884788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17" name="9wup_2_build_PredictedAtoms_37">
            <a:extLst>
              <a:ext uri="{FF2B5EF4-FFF2-40B4-BE49-F238E27FC236}">
                <a16:creationId xmlns:a16="http://schemas.microsoft.com/office/drawing/2014/main" id="{B4C94C74-C53F-4196-A13E-2DEC9AC10D26}"/>
              </a:ext>
            </a:extLst>
          </p:cNvPr>
          <p:cNvSpPr>
            <a:spLocks/>
          </p:cNvSpPr>
          <p:nvPr/>
        </p:nvSpPr>
        <p:spPr>
          <a:xfrm>
            <a:off x="7041682" y="87340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18" name="9wup_2_build_PredictedAtoms_38">
            <a:extLst>
              <a:ext uri="{FF2B5EF4-FFF2-40B4-BE49-F238E27FC236}">
                <a16:creationId xmlns:a16="http://schemas.microsoft.com/office/drawing/2014/main" id="{67D9F852-9AAE-402B-A8AC-A24441BA580C}"/>
              </a:ext>
            </a:extLst>
          </p:cNvPr>
          <p:cNvSpPr>
            <a:spLocks/>
          </p:cNvSpPr>
          <p:nvPr/>
        </p:nvSpPr>
        <p:spPr>
          <a:xfrm>
            <a:off x="7088116" y="85467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19" name="9wup_2_build_PredictedAtoms_39">
            <a:extLst>
              <a:ext uri="{FF2B5EF4-FFF2-40B4-BE49-F238E27FC236}">
                <a16:creationId xmlns:a16="http://schemas.microsoft.com/office/drawing/2014/main" id="{56D7AEB5-446A-48E8-930B-69D0015766F4}"/>
              </a:ext>
            </a:extLst>
          </p:cNvPr>
          <p:cNvSpPr>
            <a:spLocks/>
          </p:cNvSpPr>
          <p:nvPr/>
        </p:nvSpPr>
        <p:spPr>
          <a:xfrm>
            <a:off x="7114398" y="86195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0" name="9wup_2_build_PredictedAtoms_40">
            <a:extLst>
              <a:ext uri="{FF2B5EF4-FFF2-40B4-BE49-F238E27FC236}">
                <a16:creationId xmlns:a16="http://schemas.microsoft.com/office/drawing/2014/main" id="{E0657F45-8A33-4436-A275-F642225C1E84}"/>
              </a:ext>
            </a:extLst>
          </p:cNvPr>
          <p:cNvSpPr>
            <a:spLocks/>
          </p:cNvSpPr>
          <p:nvPr/>
        </p:nvSpPr>
        <p:spPr>
          <a:xfrm>
            <a:off x="6908477" y="88871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1" name="9wup_2_build_PredictedAtoms_41">
            <a:extLst>
              <a:ext uri="{FF2B5EF4-FFF2-40B4-BE49-F238E27FC236}">
                <a16:creationId xmlns:a16="http://schemas.microsoft.com/office/drawing/2014/main" id="{8044C35F-81AF-4A8B-AA7B-4BFD9BCD8148}"/>
              </a:ext>
            </a:extLst>
          </p:cNvPr>
          <p:cNvSpPr>
            <a:spLocks/>
          </p:cNvSpPr>
          <p:nvPr/>
        </p:nvSpPr>
        <p:spPr>
          <a:xfrm>
            <a:off x="6925757" y="90547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2" name="9wup_2_build_PredictedAtoms_42">
            <a:extLst>
              <a:ext uri="{FF2B5EF4-FFF2-40B4-BE49-F238E27FC236}">
                <a16:creationId xmlns:a16="http://schemas.microsoft.com/office/drawing/2014/main" id="{F63F8531-7661-40D2-BECB-EC7C24B9EC9F}"/>
              </a:ext>
            </a:extLst>
          </p:cNvPr>
          <p:cNvSpPr>
            <a:spLocks/>
          </p:cNvSpPr>
          <p:nvPr/>
        </p:nvSpPr>
        <p:spPr>
          <a:xfrm>
            <a:off x="6914136" y="91367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3" name="9wup_2_build_PredictedAtoms_43">
            <a:extLst>
              <a:ext uri="{FF2B5EF4-FFF2-40B4-BE49-F238E27FC236}">
                <a16:creationId xmlns:a16="http://schemas.microsoft.com/office/drawing/2014/main" id="{96D2AA27-4C59-4253-8E9A-E1D598C16EC9}"/>
              </a:ext>
            </a:extLst>
          </p:cNvPr>
          <p:cNvSpPr>
            <a:spLocks/>
          </p:cNvSpPr>
          <p:nvPr/>
        </p:nvSpPr>
        <p:spPr>
          <a:xfrm>
            <a:off x="6846217" y="88007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4" name="9wup_2_build_PredictedAtoms_44">
            <a:extLst>
              <a:ext uri="{FF2B5EF4-FFF2-40B4-BE49-F238E27FC236}">
                <a16:creationId xmlns:a16="http://schemas.microsoft.com/office/drawing/2014/main" id="{442842A6-F6CC-4F39-A95E-E3B8A8F38CD1}"/>
              </a:ext>
            </a:extLst>
          </p:cNvPr>
          <p:cNvSpPr>
            <a:spLocks/>
          </p:cNvSpPr>
          <p:nvPr/>
        </p:nvSpPr>
        <p:spPr>
          <a:xfrm>
            <a:off x="6732455" y="86435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5" name="9wup_2_build_PredictedAtoms_45">
            <a:extLst>
              <a:ext uri="{FF2B5EF4-FFF2-40B4-BE49-F238E27FC236}">
                <a16:creationId xmlns:a16="http://schemas.microsoft.com/office/drawing/2014/main" id="{A04A7D99-3CF1-4162-9C84-AC776EB15A5C}"/>
              </a:ext>
            </a:extLst>
          </p:cNvPr>
          <p:cNvSpPr>
            <a:spLocks/>
          </p:cNvSpPr>
          <p:nvPr/>
        </p:nvSpPr>
        <p:spPr>
          <a:xfrm>
            <a:off x="6754379" y="85321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6" name="9wup_2_build_PredictedAtoms_46">
            <a:extLst>
              <a:ext uri="{FF2B5EF4-FFF2-40B4-BE49-F238E27FC236}">
                <a16:creationId xmlns:a16="http://schemas.microsoft.com/office/drawing/2014/main" id="{6BF3C173-CDB6-4374-8C0E-3EB9E433E25D}"/>
              </a:ext>
            </a:extLst>
          </p:cNvPr>
          <p:cNvSpPr>
            <a:spLocks/>
          </p:cNvSpPr>
          <p:nvPr/>
        </p:nvSpPr>
        <p:spPr>
          <a:xfrm>
            <a:off x="6690005" y="84338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7" name="9wup_2_build_PredictedAtoms_47">
            <a:extLst>
              <a:ext uri="{FF2B5EF4-FFF2-40B4-BE49-F238E27FC236}">
                <a16:creationId xmlns:a16="http://schemas.microsoft.com/office/drawing/2014/main" id="{EF1A8627-4F29-4751-8393-5225F71E1E9F}"/>
              </a:ext>
            </a:extLst>
          </p:cNvPr>
          <p:cNvSpPr>
            <a:spLocks/>
          </p:cNvSpPr>
          <p:nvPr/>
        </p:nvSpPr>
        <p:spPr>
          <a:xfrm>
            <a:off x="6684546" y="82550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8" name="9wup_2_build_PredictedAtoms_48">
            <a:extLst>
              <a:ext uri="{FF2B5EF4-FFF2-40B4-BE49-F238E27FC236}">
                <a16:creationId xmlns:a16="http://schemas.microsoft.com/office/drawing/2014/main" id="{0261CA6D-E507-4795-8F4E-4840D5B5D01D}"/>
              </a:ext>
            </a:extLst>
          </p:cNvPr>
          <p:cNvSpPr>
            <a:spLocks/>
          </p:cNvSpPr>
          <p:nvPr/>
        </p:nvSpPr>
        <p:spPr>
          <a:xfrm>
            <a:off x="6620718" y="82092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9" name="9wup_2_build_PredictedAtoms_49">
            <a:extLst>
              <a:ext uri="{FF2B5EF4-FFF2-40B4-BE49-F238E27FC236}">
                <a16:creationId xmlns:a16="http://schemas.microsoft.com/office/drawing/2014/main" id="{51AF61E5-8F74-43C7-ADDF-A4C090E1FB54}"/>
              </a:ext>
            </a:extLst>
          </p:cNvPr>
          <p:cNvSpPr>
            <a:spLocks/>
          </p:cNvSpPr>
          <p:nvPr/>
        </p:nvSpPr>
        <p:spPr>
          <a:xfrm>
            <a:off x="6892737" y="81648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30" name="9wup_2_build_PredictedAtoms_50">
            <a:extLst>
              <a:ext uri="{FF2B5EF4-FFF2-40B4-BE49-F238E27FC236}">
                <a16:creationId xmlns:a16="http://schemas.microsoft.com/office/drawing/2014/main" id="{21566051-9001-4586-862C-5CBF759BB0E2}"/>
              </a:ext>
            </a:extLst>
          </p:cNvPr>
          <p:cNvSpPr>
            <a:spLocks/>
          </p:cNvSpPr>
          <p:nvPr/>
        </p:nvSpPr>
        <p:spPr>
          <a:xfrm>
            <a:off x="6993353" y="82082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31" name="9wup_2_build_PredictedAtoms_51">
            <a:extLst>
              <a:ext uri="{FF2B5EF4-FFF2-40B4-BE49-F238E27FC236}">
                <a16:creationId xmlns:a16="http://schemas.microsoft.com/office/drawing/2014/main" id="{51AF1AD9-E364-46F3-883A-9FB34871F53D}"/>
              </a:ext>
            </a:extLst>
          </p:cNvPr>
          <p:cNvSpPr>
            <a:spLocks/>
          </p:cNvSpPr>
          <p:nvPr/>
        </p:nvSpPr>
        <p:spPr>
          <a:xfrm>
            <a:off x="6888464" y="84196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32" name="9wup_2_build_PredictedAtoms_52">
            <a:extLst>
              <a:ext uri="{FF2B5EF4-FFF2-40B4-BE49-F238E27FC236}">
                <a16:creationId xmlns:a16="http://schemas.microsoft.com/office/drawing/2014/main" id="{4D217B13-0C40-4C61-B468-8105CA1B2DDD}"/>
              </a:ext>
            </a:extLst>
          </p:cNvPr>
          <p:cNvSpPr>
            <a:spLocks/>
          </p:cNvSpPr>
          <p:nvPr/>
        </p:nvSpPr>
        <p:spPr>
          <a:xfrm>
            <a:off x="6871598" y="85181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33" name="9wup_2_build_Clashes_0">
            <a:extLst>
              <a:ext uri="{FF2B5EF4-FFF2-40B4-BE49-F238E27FC236}">
                <a16:creationId xmlns:a16="http://schemas.microsoft.com/office/drawing/2014/main" id="{B23B6225-B99B-4644-AEFF-0ABC01004B9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6332" y="553055"/>
                </a:moveTo>
                <a:lnTo>
                  <a:pt x="1276356" y="406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4" name="9wup_2_build_Clashes_1">
            <a:extLst>
              <a:ext uri="{FF2B5EF4-FFF2-40B4-BE49-F238E27FC236}">
                <a16:creationId xmlns:a16="http://schemas.microsoft.com/office/drawing/2014/main" id="{19EDC00E-76A3-4A89-BF29-487D4A0DCDE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974" y="629798"/>
                </a:moveTo>
                <a:lnTo>
                  <a:pt x="725771" y="6221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5" name="9wup_2_build_Clashes_2">
            <a:extLst>
              <a:ext uri="{FF2B5EF4-FFF2-40B4-BE49-F238E27FC236}">
                <a16:creationId xmlns:a16="http://schemas.microsoft.com/office/drawing/2014/main" id="{212D57D9-556B-442C-AFC8-91AA27737E2C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2108" y="609556"/>
                </a:moveTo>
                <a:lnTo>
                  <a:pt x="838404" y="5144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6" name="9wup_2_build_Clashes_3">
            <a:extLst>
              <a:ext uri="{FF2B5EF4-FFF2-40B4-BE49-F238E27FC236}">
                <a16:creationId xmlns:a16="http://schemas.microsoft.com/office/drawing/2014/main" id="{038ADDE0-1B57-464B-9F91-B51D32ACD6E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749" y="1117588"/>
                </a:moveTo>
                <a:lnTo>
                  <a:pt x="686347" y="119703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7" name="9wup_2_build_Clashes_4">
            <a:extLst>
              <a:ext uri="{FF2B5EF4-FFF2-40B4-BE49-F238E27FC236}">
                <a16:creationId xmlns:a16="http://schemas.microsoft.com/office/drawing/2014/main" id="{2C78B8F0-928A-46DD-849C-2A548C611AFE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749" y="1117588"/>
                </a:moveTo>
                <a:lnTo>
                  <a:pt x="810226" y="121959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8" name="9wup_2_build_Clashes_5">
            <a:extLst>
              <a:ext uri="{FF2B5EF4-FFF2-40B4-BE49-F238E27FC236}">
                <a16:creationId xmlns:a16="http://schemas.microsoft.com/office/drawing/2014/main" id="{E1DDA7DC-084C-4425-A8A8-68F66466A75C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8128" y="1199565"/>
                </a:moveTo>
                <a:lnTo>
                  <a:pt x="686347" y="119703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9" name="9wup_2_build_Clashes_6">
            <a:extLst>
              <a:ext uri="{FF2B5EF4-FFF2-40B4-BE49-F238E27FC236}">
                <a16:creationId xmlns:a16="http://schemas.microsoft.com/office/drawing/2014/main" id="{056CE5A8-7322-405F-821E-BC1D57822586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8128" y="1199565"/>
                </a:moveTo>
                <a:lnTo>
                  <a:pt x="810226" y="121959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40" name="9wup_2_build_Clashes_7">
            <a:extLst>
              <a:ext uri="{FF2B5EF4-FFF2-40B4-BE49-F238E27FC236}">
                <a16:creationId xmlns:a16="http://schemas.microsoft.com/office/drawing/2014/main" id="{5FF04B2E-2300-4AFD-8831-FE13BDB2A6FD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6447" y="706410"/>
                </a:moveTo>
                <a:lnTo>
                  <a:pt x="642467" y="59187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41" name="9wup_2_build_Clashes_8">
            <a:extLst>
              <a:ext uri="{FF2B5EF4-FFF2-40B4-BE49-F238E27FC236}">
                <a16:creationId xmlns:a16="http://schemas.microsoft.com/office/drawing/2014/main" id="{88E1DFFE-279E-4B39-8023-77260C2817D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6447" y="706410"/>
                </a:moveTo>
                <a:lnTo>
                  <a:pt x="550403" y="6550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42" name="9wup_2_build_Clashes_9">
            <a:extLst>
              <a:ext uri="{FF2B5EF4-FFF2-40B4-BE49-F238E27FC236}">
                <a16:creationId xmlns:a16="http://schemas.microsoft.com/office/drawing/2014/main" id="{E80EF17C-7A94-411F-9DFF-7A407969B1C1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6447" y="706410"/>
                </a:moveTo>
                <a:lnTo>
                  <a:pt x="539080" y="76548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43" name="9wup_2_build_Clashes_10">
            <a:extLst>
              <a:ext uri="{FF2B5EF4-FFF2-40B4-BE49-F238E27FC236}">
                <a16:creationId xmlns:a16="http://schemas.microsoft.com/office/drawing/2014/main" id="{C91EA099-EB91-40F1-A724-0916E736906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6447" y="706410"/>
                </a:moveTo>
                <a:lnTo>
                  <a:pt x="417034" y="78334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44" name="9wup_2_build_Clashes_11">
            <a:extLst>
              <a:ext uri="{FF2B5EF4-FFF2-40B4-BE49-F238E27FC236}">
                <a16:creationId xmlns:a16="http://schemas.microsoft.com/office/drawing/2014/main" id="{422C18FB-4404-4165-BB7D-A7366A73B83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8372" y="594922"/>
                </a:moveTo>
                <a:lnTo>
                  <a:pt x="642467" y="59187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45" name="9wup_2_build_Clashes_12">
            <a:extLst>
              <a:ext uri="{FF2B5EF4-FFF2-40B4-BE49-F238E27FC236}">
                <a16:creationId xmlns:a16="http://schemas.microsoft.com/office/drawing/2014/main" id="{327A90EB-4973-4EE3-8320-291D2EC1667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8372" y="594922"/>
                </a:moveTo>
                <a:lnTo>
                  <a:pt x="725771" y="6221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46" name="9wup_2_build_Clashes_13">
            <a:extLst>
              <a:ext uri="{FF2B5EF4-FFF2-40B4-BE49-F238E27FC236}">
                <a16:creationId xmlns:a16="http://schemas.microsoft.com/office/drawing/2014/main" id="{D963FF27-B0E1-4E61-BAB0-356479CF389D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3997" y="496686"/>
                </a:moveTo>
                <a:lnTo>
                  <a:pt x="594836" y="38754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47" name="9wup_2_build_ClashingReceptorAtoms_0">
            <a:extLst>
              <a:ext uri="{FF2B5EF4-FFF2-40B4-BE49-F238E27FC236}">
                <a16:creationId xmlns:a16="http://schemas.microsoft.com/office/drawing/2014/main" id="{7A23C5BF-73FB-4AC1-B36E-4D85CE600C49}"/>
              </a:ext>
            </a:extLst>
          </p:cNvPr>
          <p:cNvSpPr>
            <a:spLocks/>
          </p:cNvSpPr>
          <p:nvPr/>
        </p:nvSpPr>
        <p:spPr>
          <a:xfrm>
            <a:off x="7424743" y="833636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48" name="9wup_2_build_ClashingReceptorAtoms_1">
            <a:extLst>
              <a:ext uri="{FF2B5EF4-FFF2-40B4-BE49-F238E27FC236}">
                <a16:creationId xmlns:a16="http://schemas.microsoft.com/office/drawing/2014/main" id="{F8810C8D-D6D7-4753-B656-1A2EE63E1E39}"/>
              </a:ext>
            </a:extLst>
          </p:cNvPr>
          <p:cNvSpPr>
            <a:spLocks/>
          </p:cNvSpPr>
          <p:nvPr/>
        </p:nvSpPr>
        <p:spPr>
          <a:xfrm>
            <a:off x="6790855" y="852144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49" name="9wup_2_build_ClashingReceptorAtoms_2">
            <a:extLst>
              <a:ext uri="{FF2B5EF4-FFF2-40B4-BE49-F238E27FC236}">
                <a16:creationId xmlns:a16="http://schemas.microsoft.com/office/drawing/2014/main" id="{EB5C916D-6F31-4CCE-BA46-C38FBAE698FA}"/>
              </a:ext>
            </a:extLst>
          </p:cNvPr>
          <p:cNvSpPr>
            <a:spLocks/>
          </p:cNvSpPr>
          <p:nvPr/>
        </p:nvSpPr>
        <p:spPr>
          <a:xfrm>
            <a:off x="6874158" y="855167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50" name="9wup_2_build_ClashingReceptorAtoms_3">
            <a:extLst>
              <a:ext uri="{FF2B5EF4-FFF2-40B4-BE49-F238E27FC236}">
                <a16:creationId xmlns:a16="http://schemas.microsoft.com/office/drawing/2014/main" id="{B7DC5614-66BB-4CE5-B985-42ACF7422A55}"/>
              </a:ext>
            </a:extLst>
          </p:cNvPr>
          <p:cNvSpPr>
            <a:spLocks/>
          </p:cNvSpPr>
          <p:nvPr/>
        </p:nvSpPr>
        <p:spPr>
          <a:xfrm>
            <a:off x="6743223" y="831710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51" name="9wup_2_build_ClashingReceptorAtoms_4">
            <a:extLst>
              <a:ext uri="{FF2B5EF4-FFF2-40B4-BE49-F238E27FC236}">
                <a16:creationId xmlns:a16="http://schemas.microsoft.com/office/drawing/2014/main" id="{44262A29-8E3D-408D-97F6-F735152F2A17}"/>
              </a:ext>
            </a:extLst>
          </p:cNvPr>
          <p:cNvSpPr>
            <a:spLocks/>
          </p:cNvSpPr>
          <p:nvPr/>
        </p:nvSpPr>
        <p:spPr>
          <a:xfrm>
            <a:off x="6698791" y="858462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52" name="9wup_2_build_ClashingReceptorAtoms_5">
            <a:extLst>
              <a:ext uri="{FF2B5EF4-FFF2-40B4-BE49-F238E27FC236}">
                <a16:creationId xmlns:a16="http://schemas.microsoft.com/office/drawing/2014/main" id="{D8A9122D-FA34-4D94-B7E3-2D867D22EEB6}"/>
              </a:ext>
            </a:extLst>
          </p:cNvPr>
          <p:cNvSpPr>
            <a:spLocks/>
          </p:cNvSpPr>
          <p:nvPr/>
        </p:nvSpPr>
        <p:spPr>
          <a:xfrm>
            <a:off x="6687467" y="869505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53" name="9wup_2_build_ClashingReceptorAtoms_6">
            <a:extLst>
              <a:ext uri="{FF2B5EF4-FFF2-40B4-BE49-F238E27FC236}">
                <a16:creationId xmlns:a16="http://schemas.microsoft.com/office/drawing/2014/main" id="{AE87184A-D444-4749-83C6-09646C6AFDC1}"/>
              </a:ext>
            </a:extLst>
          </p:cNvPr>
          <p:cNvSpPr>
            <a:spLocks/>
          </p:cNvSpPr>
          <p:nvPr/>
        </p:nvSpPr>
        <p:spPr>
          <a:xfrm>
            <a:off x="6565422" y="871290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54" name="9wup_2_build_ClashingReceptorAtoms_7">
            <a:extLst>
              <a:ext uri="{FF2B5EF4-FFF2-40B4-BE49-F238E27FC236}">
                <a16:creationId xmlns:a16="http://schemas.microsoft.com/office/drawing/2014/main" id="{DEC3C5F4-0242-437E-B882-E0BE2B6D54AF}"/>
              </a:ext>
            </a:extLst>
          </p:cNvPr>
          <p:cNvSpPr>
            <a:spLocks/>
          </p:cNvSpPr>
          <p:nvPr/>
        </p:nvSpPr>
        <p:spPr>
          <a:xfrm>
            <a:off x="6834734" y="912660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55" name="9wup_2_build_ClashingReceptorAtoms_8">
            <a:extLst>
              <a:ext uri="{FF2B5EF4-FFF2-40B4-BE49-F238E27FC236}">
                <a16:creationId xmlns:a16="http://schemas.microsoft.com/office/drawing/2014/main" id="{73DEDFB0-4E03-425B-A4CC-0A9B564DE4B8}"/>
              </a:ext>
            </a:extLst>
          </p:cNvPr>
          <p:cNvSpPr>
            <a:spLocks/>
          </p:cNvSpPr>
          <p:nvPr/>
        </p:nvSpPr>
        <p:spPr>
          <a:xfrm>
            <a:off x="6958614" y="914916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56" name="9wup_2_build_ClashingReceptorAtoms_9">
            <a:extLst>
              <a:ext uri="{FF2B5EF4-FFF2-40B4-BE49-F238E27FC236}">
                <a16:creationId xmlns:a16="http://schemas.microsoft.com/office/drawing/2014/main" id="{EBA3C498-DA4F-4200-8A4E-69B27715B745}"/>
              </a:ext>
            </a:extLst>
          </p:cNvPr>
          <p:cNvSpPr>
            <a:spLocks/>
          </p:cNvSpPr>
          <p:nvPr/>
        </p:nvSpPr>
        <p:spPr>
          <a:xfrm>
            <a:off x="6986791" y="84440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57" name="stage3-cases-main_47">
            <a:extLst>
              <a:ext uri="{FF2B5EF4-FFF2-40B4-BE49-F238E27FC236}">
                <a16:creationId xmlns:a16="http://schemas.microsoft.com/office/drawing/2014/main" id="{D5BF99A7-1A1F-4982-BEF5-FC2453D03852}"/>
              </a:ext>
            </a:extLst>
          </p:cNvPr>
          <p:cNvSpPr>
            <a:spLocks/>
          </p:cNvSpPr>
          <p:nvPr/>
        </p:nvSpPr>
        <p:spPr>
          <a:xfrm>
            <a:off x="61722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1.79 Å   D 74%   Clash 14</a:t>
            </a:r>
          </a:p>
        </p:txBody>
      </p:sp>
      <p:sp>
        <p:nvSpPr>
          <p:cNvPr id="2058" name="stage3-cases-main_48">
            <a:extLst>
              <a:ext uri="{FF2B5EF4-FFF2-40B4-BE49-F238E27FC236}">
                <a16:creationId xmlns:a16="http://schemas.microsoft.com/office/drawing/2014/main" id="{60229525-AA8F-4410-A575-2BC7EE8EA557}"/>
              </a:ext>
            </a:extLst>
          </p:cNvPr>
          <p:cNvSpPr>
            <a:spLocks/>
          </p:cNvSpPr>
          <p:nvPr/>
        </p:nvSpPr>
        <p:spPr>
          <a:xfrm>
            <a:off x="247650" y="94678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2059" name="stage3-cases-main_49">
            <a:extLst>
              <a:ext uri="{FF2B5EF4-FFF2-40B4-BE49-F238E27FC236}">
                <a16:creationId xmlns:a16="http://schemas.microsoft.com/office/drawing/2014/main" id="{C1C497E8-0F05-4BF5-BD07-0248E451C822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08888" y="9610725"/>
                </a:moveTo>
                <a:lnTo>
                  <a:pt x="8953500" y="96107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2060" name="stage3-cases-main_50">
            <a:extLst>
              <a:ext uri="{FF2B5EF4-FFF2-40B4-BE49-F238E27FC236}">
                <a16:creationId xmlns:a16="http://schemas.microsoft.com/office/drawing/2014/main" id="{5EE71E7D-771A-45B2-986D-1AD165232FF8}"/>
              </a:ext>
            </a:extLst>
          </p:cNvPr>
          <p:cNvSpPr>
            <a:spLocks/>
          </p:cNvSpPr>
          <p:nvPr/>
        </p:nvSpPr>
        <p:spPr>
          <a:xfrm>
            <a:off x="9001125" y="94964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061" name="9wq3_5_official_Receptor">
            <a:extLst>
              <a:ext uri="{FF2B5EF4-FFF2-40B4-BE49-F238E27FC236}">
                <a16:creationId xmlns:a16="http://schemas.microsoft.com/office/drawing/2014/main" id="{9F1ADF8A-402D-4FFC-ABEE-59120BFE559D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3192" y="704177"/>
                </a:moveTo>
                <a:lnTo>
                  <a:pt x="1966327" y="826496"/>
                </a:lnTo>
                <a:moveTo>
                  <a:pt x="2608214" y="477441"/>
                </a:moveTo>
                <a:lnTo>
                  <a:pt x="2628923" y="395595"/>
                </a:lnTo>
                <a:moveTo>
                  <a:pt x="2115870" y="571239"/>
                </a:moveTo>
                <a:lnTo>
                  <a:pt x="2113192" y="704177"/>
                </a:lnTo>
                <a:moveTo>
                  <a:pt x="2608214" y="477441"/>
                </a:moveTo>
                <a:lnTo>
                  <a:pt x="2438668" y="577681"/>
                </a:lnTo>
                <a:moveTo>
                  <a:pt x="2438668" y="577681"/>
                </a:moveTo>
                <a:lnTo>
                  <a:pt x="2280513" y="464955"/>
                </a:lnTo>
                <a:moveTo>
                  <a:pt x="2280513" y="464955"/>
                </a:moveTo>
                <a:lnTo>
                  <a:pt x="2115870" y="571239"/>
                </a:lnTo>
                <a:moveTo>
                  <a:pt x="2614971" y="350802"/>
                </a:moveTo>
                <a:lnTo>
                  <a:pt x="2608214" y="477441"/>
                </a:lnTo>
                <a:moveTo>
                  <a:pt x="1248185" y="192281"/>
                </a:moveTo>
                <a:lnTo>
                  <a:pt x="1300344" y="358347"/>
                </a:lnTo>
                <a:moveTo>
                  <a:pt x="1096003" y="130138"/>
                </a:moveTo>
                <a:lnTo>
                  <a:pt x="1248185" y="192281"/>
                </a:lnTo>
                <a:moveTo>
                  <a:pt x="1200420" y="461829"/>
                </a:moveTo>
                <a:lnTo>
                  <a:pt x="1300344" y="358347"/>
                </a:lnTo>
                <a:moveTo>
                  <a:pt x="994426" y="232491"/>
                </a:moveTo>
                <a:lnTo>
                  <a:pt x="1096003" y="130138"/>
                </a:lnTo>
                <a:moveTo>
                  <a:pt x="1048351" y="398926"/>
                </a:moveTo>
                <a:lnTo>
                  <a:pt x="1200420" y="461829"/>
                </a:lnTo>
                <a:moveTo>
                  <a:pt x="994426" y="232491"/>
                </a:moveTo>
                <a:lnTo>
                  <a:pt x="1048351" y="398926"/>
                </a:lnTo>
                <a:moveTo>
                  <a:pt x="829211" y="164167"/>
                </a:moveTo>
                <a:lnTo>
                  <a:pt x="994426" y="232491"/>
                </a:lnTo>
                <a:moveTo>
                  <a:pt x="451651" y="1020989"/>
                </a:moveTo>
                <a:lnTo>
                  <a:pt x="274505" y="1018100"/>
                </a:lnTo>
                <a:moveTo>
                  <a:pt x="172937" y="1084503"/>
                </a:moveTo>
                <a:lnTo>
                  <a:pt x="274505" y="1018100"/>
                </a:lnTo>
                <a:moveTo>
                  <a:pt x="526955" y="1090576"/>
                </a:moveTo>
                <a:lnTo>
                  <a:pt x="451651" y="1020989"/>
                </a:lnTo>
                <a:moveTo>
                  <a:pt x="248890" y="1153865"/>
                </a:moveTo>
                <a:lnTo>
                  <a:pt x="172937" y="1084503"/>
                </a:lnTo>
                <a:moveTo>
                  <a:pt x="426504" y="1157672"/>
                </a:moveTo>
                <a:lnTo>
                  <a:pt x="526955" y="1090576"/>
                </a:lnTo>
                <a:moveTo>
                  <a:pt x="426504" y="1157672"/>
                </a:moveTo>
                <a:lnTo>
                  <a:pt x="248890" y="1153865"/>
                </a:lnTo>
                <a:moveTo>
                  <a:pt x="508582" y="1232998"/>
                </a:moveTo>
                <a:lnTo>
                  <a:pt x="426504" y="1157672"/>
                </a:lnTo>
                <a:moveTo>
                  <a:pt x="2398615" y="1145727"/>
                </a:moveTo>
                <a:lnTo>
                  <a:pt x="2496237" y="1129796"/>
                </a:lnTo>
                <a:moveTo>
                  <a:pt x="2314764" y="1321835"/>
                </a:moveTo>
                <a:lnTo>
                  <a:pt x="2398615" y="1145727"/>
                </a:lnTo>
                <a:moveTo>
                  <a:pt x="2230208" y="1327775"/>
                </a:moveTo>
                <a:lnTo>
                  <a:pt x="2314764" y="1321835"/>
                </a:lnTo>
                <a:moveTo>
                  <a:pt x="1034309" y="303937"/>
                </a:moveTo>
                <a:lnTo>
                  <a:pt x="1051799" y="199777"/>
                </a:lnTo>
                <a:moveTo>
                  <a:pt x="877959" y="422374"/>
                </a:moveTo>
                <a:lnTo>
                  <a:pt x="744318" y="374363"/>
                </a:lnTo>
                <a:moveTo>
                  <a:pt x="80101" y="1004657"/>
                </a:moveTo>
                <a:lnTo>
                  <a:pt x="132752" y="835794"/>
                </a:lnTo>
                <a:moveTo>
                  <a:pt x="189526" y="1134718"/>
                </a:moveTo>
                <a:lnTo>
                  <a:pt x="80101" y="1004657"/>
                </a:lnTo>
                <a:moveTo>
                  <a:pt x="877959" y="422374"/>
                </a:moveTo>
                <a:lnTo>
                  <a:pt x="1034309" y="303937"/>
                </a:lnTo>
                <a:moveTo>
                  <a:pt x="136251" y="1304176"/>
                </a:moveTo>
                <a:lnTo>
                  <a:pt x="189526" y="1134718"/>
                </a:lnTo>
                <a:moveTo>
                  <a:pt x="1034309" y="303937"/>
                </a:moveTo>
                <a:lnTo>
                  <a:pt x="1150670" y="317805"/>
                </a:lnTo>
                <a:moveTo>
                  <a:pt x="1925887" y="199943"/>
                </a:moveTo>
                <a:lnTo>
                  <a:pt x="1948390" y="128395"/>
                </a:lnTo>
                <a:moveTo>
                  <a:pt x="2355531" y="1324254"/>
                </a:moveTo>
                <a:lnTo>
                  <a:pt x="2230208" y="1327775"/>
                </a:lnTo>
                <a:moveTo>
                  <a:pt x="802098" y="416994"/>
                </a:moveTo>
                <a:lnTo>
                  <a:pt x="877959" y="422374"/>
                </a:lnTo>
                <a:moveTo>
                  <a:pt x="1150670" y="317805"/>
                </a:moveTo>
                <a:lnTo>
                  <a:pt x="1304402" y="209816"/>
                </a:lnTo>
                <a:moveTo>
                  <a:pt x="1466125" y="321195"/>
                </a:moveTo>
                <a:lnTo>
                  <a:pt x="1460058" y="479394"/>
                </a:lnTo>
                <a:moveTo>
                  <a:pt x="1304402" y="209816"/>
                </a:moveTo>
                <a:lnTo>
                  <a:pt x="1466125" y="321195"/>
                </a:lnTo>
                <a:moveTo>
                  <a:pt x="1466125" y="321195"/>
                </a:moveTo>
                <a:lnTo>
                  <a:pt x="1612191" y="235445"/>
                </a:lnTo>
                <a:moveTo>
                  <a:pt x="2666136" y="151591"/>
                </a:moveTo>
                <a:lnTo>
                  <a:pt x="2576398" y="104738"/>
                </a:lnTo>
                <a:moveTo>
                  <a:pt x="1612191" y="235445"/>
                </a:moveTo>
                <a:lnTo>
                  <a:pt x="1775004" y="325395"/>
                </a:lnTo>
                <a:moveTo>
                  <a:pt x="1775004" y="325395"/>
                </a:moveTo>
                <a:lnTo>
                  <a:pt x="1925887" y="199943"/>
                </a:lnTo>
                <a:moveTo>
                  <a:pt x="2390377" y="162839"/>
                </a:moveTo>
                <a:lnTo>
                  <a:pt x="2330527" y="230627"/>
                </a:lnTo>
                <a:moveTo>
                  <a:pt x="1304402" y="209816"/>
                </a:moveTo>
                <a:lnTo>
                  <a:pt x="1296022" y="85265"/>
                </a:lnTo>
                <a:moveTo>
                  <a:pt x="766554" y="558124"/>
                </a:moveTo>
                <a:lnTo>
                  <a:pt x="802098" y="416994"/>
                </a:lnTo>
                <a:moveTo>
                  <a:pt x="766554" y="558124"/>
                </a:moveTo>
                <a:lnTo>
                  <a:pt x="799471" y="705216"/>
                </a:lnTo>
                <a:moveTo>
                  <a:pt x="2576398" y="104738"/>
                </a:moveTo>
                <a:lnTo>
                  <a:pt x="2390377" y="162839"/>
                </a:lnTo>
                <a:moveTo>
                  <a:pt x="1775004" y="325395"/>
                </a:moveTo>
                <a:lnTo>
                  <a:pt x="1778730" y="412994"/>
                </a:lnTo>
                <a:moveTo>
                  <a:pt x="2390377" y="162839"/>
                </a:moveTo>
                <a:lnTo>
                  <a:pt x="2303688" y="139678"/>
                </a:lnTo>
                <a:moveTo>
                  <a:pt x="1296022" y="85265"/>
                </a:moveTo>
                <a:lnTo>
                  <a:pt x="1237184" y="169837"/>
                </a:lnTo>
                <a:moveTo>
                  <a:pt x="680573" y="530087"/>
                </a:moveTo>
                <a:lnTo>
                  <a:pt x="766554" y="558124"/>
                </a:lnTo>
                <a:moveTo>
                  <a:pt x="1778730" y="412994"/>
                </a:moveTo>
                <a:lnTo>
                  <a:pt x="1873348" y="556420"/>
                </a:lnTo>
                <a:moveTo>
                  <a:pt x="1778730" y="412994"/>
                </a:moveTo>
                <a:lnTo>
                  <a:pt x="1701910" y="351404"/>
                </a:lnTo>
                <a:moveTo>
                  <a:pt x="1873348" y="556420"/>
                </a:moveTo>
                <a:lnTo>
                  <a:pt x="1857237" y="676740"/>
                </a:lnTo>
                <a:moveTo>
                  <a:pt x="538877" y="652118"/>
                </a:moveTo>
                <a:lnTo>
                  <a:pt x="680573" y="530087"/>
                </a:lnTo>
                <a:moveTo>
                  <a:pt x="1967857" y="836190"/>
                </a:moveTo>
                <a:lnTo>
                  <a:pt x="2142543" y="789798"/>
                </a:lnTo>
                <a:moveTo>
                  <a:pt x="1857237" y="676740"/>
                </a:moveTo>
                <a:lnTo>
                  <a:pt x="1967857" y="836190"/>
                </a:lnTo>
                <a:moveTo>
                  <a:pt x="680573" y="530087"/>
                </a:moveTo>
                <a:lnTo>
                  <a:pt x="811551" y="550204"/>
                </a:lnTo>
                <a:moveTo>
                  <a:pt x="811551" y="550204"/>
                </a:moveTo>
                <a:lnTo>
                  <a:pt x="972166" y="445263"/>
                </a:lnTo>
                <a:moveTo>
                  <a:pt x="1857237" y="676740"/>
                </a:moveTo>
                <a:lnTo>
                  <a:pt x="1906362" y="598931"/>
                </a:lnTo>
                <a:moveTo>
                  <a:pt x="811551" y="550204"/>
                </a:moveTo>
                <a:lnTo>
                  <a:pt x="730492" y="495496"/>
                </a:lnTo>
                <a:moveTo>
                  <a:pt x="1906362" y="598931"/>
                </a:moveTo>
                <a:lnTo>
                  <a:pt x="1860026" y="672165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62" name="9wq3_5_official_ExperimentalDensity">
            <a:extLst>
              <a:ext uri="{FF2B5EF4-FFF2-40B4-BE49-F238E27FC236}">
                <a16:creationId xmlns:a16="http://schemas.microsoft.com/office/drawing/2014/main" id="{5D1B75DD-5922-432C-B69A-C552006151FF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3935" y="839223"/>
                </a:moveTo>
                <a:lnTo>
                  <a:pt x="2304139" y="935663"/>
                </a:lnTo>
                <a:moveTo>
                  <a:pt x="2213935" y="839223"/>
                </a:moveTo>
                <a:lnTo>
                  <a:pt x="2305881" y="743869"/>
                </a:lnTo>
                <a:moveTo>
                  <a:pt x="2119990" y="921332"/>
                </a:moveTo>
                <a:lnTo>
                  <a:pt x="2304139" y="935663"/>
                </a:lnTo>
                <a:moveTo>
                  <a:pt x="2119990" y="921332"/>
                </a:moveTo>
                <a:lnTo>
                  <a:pt x="2213935" y="839223"/>
                </a:lnTo>
                <a:moveTo>
                  <a:pt x="661471" y="700546"/>
                </a:moveTo>
                <a:lnTo>
                  <a:pt x="754417" y="611824"/>
                </a:lnTo>
                <a:moveTo>
                  <a:pt x="2282571" y="576393"/>
                </a:moveTo>
                <a:lnTo>
                  <a:pt x="2330190" y="575349"/>
                </a:lnTo>
                <a:moveTo>
                  <a:pt x="2271901" y="697542"/>
                </a:moveTo>
                <a:lnTo>
                  <a:pt x="2305881" y="743869"/>
                </a:lnTo>
                <a:moveTo>
                  <a:pt x="2334949" y="700177"/>
                </a:moveTo>
                <a:lnTo>
                  <a:pt x="2305881" y="743869"/>
                </a:lnTo>
                <a:moveTo>
                  <a:pt x="2178480" y="784510"/>
                </a:moveTo>
                <a:lnTo>
                  <a:pt x="2213935" y="839223"/>
                </a:lnTo>
                <a:moveTo>
                  <a:pt x="2304139" y="935663"/>
                </a:moveTo>
                <a:lnTo>
                  <a:pt x="2393406" y="822561"/>
                </a:lnTo>
                <a:moveTo>
                  <a:pt x="2213935" y="839223"/>
                </a:moveTo>
                <a:lnTo>
                  <a:pt x="2393406" y="822561"/>
                </a:lnTo>
                <a:moveTo>
                  <a:pt x="2178480" y="784510"/>
                </a:moveTo>
                <a:lnTo>
                  <a:pt x="2305881" y="743869"/>
                </a:lnTo>
                <a:moveTo>
                  <a:pt x="2305881" y="743869"/>
                </a:moveTo>
                <a:lnTo>
                  <a:pt x="2393406" y="822561"/>
                </a:lnTo>
                <a:moveTo>
                  <a:pt x="477774" y="689210"/>
                </a:moveTo>
                <a:lnTo>
                  <a:pt x="661471" y="700546"/>
                </a:lnTo>
                <a:moveTo>
                  <a:pt x="2086831" y="873254"/>
                </a:moveTo>
                <a:lnTo>
                  <a:pt x="2213935" y="839223"/>
                </a:lnTo>
                <a:moveTo>
                  <a:pt x="2404888" y="830883"/>
                </a:moveTo>
                <a:lnTo>
                  <a:pt x="2304139" y="935663"/>
                </a:lnTo>
                <a:moveTo>
                  <a:pt x="674602" y="513499"/>
                </a:moveTo>
                <a:lnTo>
                  <a:pt x="754417" y="611824"/>
                </a:lnTo>
                <a:moveTo>
                  <a:pt x="365287" y="564634"/>
                </a:moveTo>
                <a:lnTo>
                  <a:pt x="388707" y="600303"/>
                </a:lnTo>
                <a:moveTo>
                  <a:pt x="2271901" y="697542"/>
                </a:moveTo>
                <a:lnTo>
                  <a:pt x="2334949" y="700177"/>
                </a:lnTo>
                <a:moveTo>
                  <a:pt x="581595" y="600881"/>
                </a:moveTo>
                <a:lnTo>
                  <a:pt x="754417" y="611824"/>
                </a:lnTo>
                <a:moveTo>
                  <a:pt x="362389" y="608550"/>
                </a:moveTo>
                <a:lnTo>
                  <a:pt x="388707" y="600303"/>
                </a:lnTo>
                <a:moveTo>
                  <a:pt x="2025574" y="1000318"/>
                </a:moveTo>
                <a:lnTo>
                  <a:pt x="2119990" y="921332"/>
                </a:lnTo>
                <a:moveTo>
                  <a:pt x="2355460" y="961962"/>
                </a:moveTo>
                <a:lnTo>
                  <a:pt x="2304139" y="935663"/>
                </a:lnTo>
                <a:moveTo>
                  <a:pt x="754417" y="611824"/>
                </a:moveTo>
                <a:lnTo>
                  <a:pt x="748599" y="776606"/>
                </a:lnTo>
                <a:moveTo>
                  <a:pt x="581595" y="600881"/>
                </a:moveTo>
                <a:lnTo>
                  <a:pt x="661471" y="700546"/>
                </a:lnTo>
                <a:moveTo>
                  <a:pt x="2178480" y="784510"/>
                </a:moveTo>
                <a:lnTo>
                  <a:pt x="2271901" y="697542"/>
                </a:lnTo>
                <a:moveTo>
                  <a:pt x="2086831" y="873254"/>
                </a:moveTo>
                <a:lnTo>
                  <a:pt x="2119990" y="921332"/>
                </a:lnTo>
                <a:moveTo>
                  <a:pt x="530031" y="624441"/>
                </a:moveTo>
                <a:lnTo>
                  <a:pt x="661471" y="700546"/>
                </a:lnTo>
                <a:moveTo>
                  <a:pt x="2334949" y="700177"/>
                </a:moveTo>
                <a:lnTo>
                  <a:pt x="2393406" y="822561"/>
                </a:lnTo>
                <a:moveTo>
                  <a:pt x="661471" y="700546"/>
                </a:moveTo>
                <a:lnTo>
                  <a:pt x="748599" y="776606"/>
                </a:lnTo>
                <a:moveTo>
                  <a:pt x="698421" y="466820"/>
                </a:moveTo>
                <a:lnTo>
                  <a:pt x="674602" y="513499"/>
                </a:lnTo>
                <a:moveTo>
                  <a:pt x="838819" y="678153"/>
                </a:moveTo>
                <a:lnTo>
                  <a:pt x="754417" y="611824"/>
                </a:lnTo>
                <a:moveTo>
                  <a:pt x="2334949" y="700177"/>
                </a:moveTo>
                <a:lnTo>
                  <a:pt x="2400505" y="811626"/>
                </a:lnTo>
                <a:moveTo>
                  <a:pt x="1994824" y="961639"/>
                </a:moveTo>
                <a:lnTo>
                  <a:pt x="2119990" y="921332"/>
                </a:lnTo>
                <a:moveTo>
                  <a:pt x="413092" y="612567"/>
                </a:moveTo>
                <a:lnTo>
                  <a:pt x="477774" y="689210"/>
                </a:lnTo>
                <a:moveTo>
                  <a:pt x="530031" y="624441"/>
                </a:moveTo>
                <a:lnTo>
                  <a:pt x="477774" y="689210"/>
                </a:lnTo>
                <a:moveTo>
                  <a:pt x="2400505" y="811626"/>
                </a:moveTo>
                <a:lnTo>
                  <a:pt x="2393406" y="822561"/>
                </a:lnTo>
                <a:moveTo>
                  <a:pt x="2086831" y="873254"/>
                </a:moveTo>
                <a:lnTo>
                  <a:pt x="2178480" y="784510"/>
                </a:lnTo>
                <a:moveTo>
                  <a:pt x="362389" y="608550"/>
                </a:moveTo>
                <a:lnTo>
                  <a:pt x="365287" y="564634"/>
                </a:lnTo>
                <a:moveTo>
                  <a:pt x="660860" y="493166"/>
                </a:moveTo>
                <a:lnTo>
                  <a:pt x="698421" y="466820"/>
                </a:lnTo>
                <a:moveTo>
                  <a:pt x="2404888" y="830883"/>
                </a:moveTo>
                <a:lnTo>
                  <a:pt x="2393406" y="822561"/>
                </a:lnTo>
                <a:moveTo>
                  <a:pt x="581595" y="600881"/>
                </a:moveTo>
                <a:lnTo>
                  <a:pt x="674602" y="513499"/>
                </a:lnTo>
                <a:moveTo>
                  <a:pt x="2267026" y="553846"/>
                </a:moveTo>
                <a:lnTo>
                  <a:pt x="2282571" y="576393"/>
                </a:lnTo>
                <a:moveTo>
                  <a:pt x="660860" y="493166"/>
                </a:moveTo>
                <a:lnTo>
                  <a:pt x="674602" y="513499"/>
                </a:lnTo>
                <a:moveTo>
                  <a:pt x="362389" y="608550"/>
                </a:moveTo>
                <a:lnTo>
                  <a:pt x="413092" y="612567"/>
                </a:lnTo>
                <a:moveTo>
                  <a:pt x="2400505" y="811626"/>
                </a:moveTo>
                <a:lnTo>
                  <a:pt x="2404888" y="830883"/>
                </a:lnTo>
                <a:moveTo>
                  <a:pt x="2282571" y="576393"/>
                </a:moveTo>
                <a:lnTo>
                  <a:pt x="2387437" y="609342"/>
                </a:lnTo>
                <a:moveTo>
                  <a:pt x="2387437" y="609342"/>
                </a:moveTo>
                <a:lnTo>
                  <a:pt x="2330190" y="575349"/>
                </a:lnTo>
                <a:moveTo>
                  <a:pt x="413092" y="612567"/>
                </a:moveTo>
                <a:lnTo>
                  <a:pt x="530031" y="624441"/>
                </a:lnTo>
                <a:moveTo>
                  <a:pt x="2390978" y="608713"/>
                </a:moveTo>
                <a:lnTo>
                  <a:pt x="2330190" y="575349"/>
                </a:lnTo>
                <a:moveTo>
                  <a:pt x="530031" y="624441"/>
                </a:moveTo>
                <a:lnTo>
                  <a:pt x="581595" y="600881"/>
                </a:lnTo>
                <a:moveTo>
                  <a:pt x="1994824" y="961639"/>
                </a:moveTo>
                <a:lnTo>
                  <a:pt x="2025574" y="1000318"/>
                </a:lnTo>
                <a:moveTo>
                  <a:pt x="660860" y="493166"/>
                </a:moveTo>
                <a:lnTo>
                  <a:pt x="581595" y="600881"/>
                </a:lnTo>
                <a:moveTo>
                  <a:pt x="1994824" y="961639"/>
                </a:moveTo>
                <a:lnTo>
                  <a:pt x="2086831" y="873254"/>
                </a:lnTo>
                <a:moveTo>
                  <a:pt x="413092" y="612567"/>
                </a:moveTo>
                <a:lnTo>
                  <a:pt x="568042" y="582742"/>
                </a:lnTo>
                <a:moveTo>
                  <a:pt x="568042" y="582742"/>
                </a:moveTo>
                <a:lnTo>
                  <a:pt x="581595" y="600881"/>
                </a:lnTo>
                <a:moveTo>
                  <a:pt x="568042" y="582742"/>
                </a:moveTo>
                <a:lnTo>
                  <a:pt x="530031" y="624441"/>
                </a:lnTo>
                <a:moveTo>
                  <a:pt x="568042" y="582742"/>
                </a:moveTo>
                <a:lnTo>
                  <a:pt x="660860" y="493166"/>
                </a:lnTo>
                <a:moveTo>
                  <a:pt x="2271901" y="697542"/>
                </a:moveTo>
                <a:lnTo>
                  <a:pt x="2387437" y="609342"/>
                </a:lnTo>
                <a:moveTo>
                  <a:pt x="2355460" y="961962"/>
                </a:moveTo>
                <a:lnTo>
                  <a:pt x="2404888" y="830883"/>
                </a:lnTo>
                <a:moveTo>
                  <a:pt x="2225445" y="623376"/>
                </a:moveTo>
                <a:lnTo>
                  <a:pt x="2271901" y="697542"/>
                </a:lnTo>
                <a:moveTo>
                  <a:pt x="1945160" y="1065037"/>
                </a:moveTo>
                <a:lnTo>
                  <a:pt x="2025574" y="1000318"/>
                </a:lnTo>
                <a:moveTo>
                  <a:pt x="2387437" y="609342"/>
                </a:moveTo>
                <a:lnTo>
                  <a:pt x="2334949" y="700177"/>
                </a:lnTo>
                <a:moveTo>
                  <a:pt x="2391829" y="609838"/>
                </a:moveTo>
                <a:lnTo>
                  <a:pt x="2334949" y="700177"/>
                </a:lnTo>
                <a:moveTo>
                  <a:pt x="838819" y="678153"/>
                </a:moveTo>
                <a:lnTo>
                  <a:pt x="748599" y="776606"/>
                </a:lnTo>
                <a:moveTo>
                  <a:pt x="837517" y="682245"/>
                </a:moveTo>
                <a:lnTo>
                  <a:pt x="748599" y="776606"/>
                </a:lnTo>
                <a:moveTo>
                  <a:pt x="2135259" y="713587"/>
                </a:moveTo>
                <a:lnTo>
                  <a:pt x="2271901" y="697542"/>
                </a:lnTo>
                <a:moveTo>
                  <a:pt x="2037841" y="1151095"/>
                </a:moveTo>
                <a:lnTo>
                  <a:pt x="2025574" y="1000318"/>
                </a:lnTo>
                <a:moveTo>
                  <a:pt x="1945160" y="1065037"/>
                </a:moveTo>
                <a:lnTo>
                  <a:pt x="1994824" y="961639"/>
                </a:lnTo>
                <a:moveTo>
                  <a:pt x="838819" y="678153"/>
                </a:moveTo>
                <a:lnTo>
                  <a:pt x="837517" y="682245"/>
                </a:lnTo>
                <a:moveTo>
                  <a:pt x="840266" y="679408"/>
                </a:moveTo>
                <a:lnTo>
                  <a:pt x="838819" y="678153"/>
                </a:lnTo>
                <a:moveTo>
                  <a:pt x="840266" y="679408"/>
                </a:moveTo>
                <a:lnTo>
                  <a:pt x="837517" y="682245"/>
                </a:lnTo>
                <a:moveTo>
                  <a:pt x="638115" y="449328"/>
                </a:moveTo>
                <a:lnTo>
                  <a:pt x="698421" y="466820"/>
                </a:lnTo>
                <a:moveTo>
                  <a:pt x="2135259" y="713587"/>
                </a:moveTo>
                <a:lnTo>
                  <a:pt x="2178480" y="784510"/>
                </a:lnTo>
                <a:moveTo>
                  <a:pt x="2450221" y="727993"/>
                </a:moveTo>
                <a:lnTo>
                  <a:pt x="2334949" y="700177"/>
                </a:lnTo>
                <a:moveTo>
                  <a:pt x="784203" y="804029"/>
                </a:moveTo>
                <a:lnTo>
                  <a:pt x="748599" y="776606"/>
                </a:lnTo>
                <a:moveTo>
                  <a:pt x="290423" y="653658"/>
                </a:moveTo>
                <a:lnTo>
                  <a:pt x="362389" y="608550"/>
                </a:lnTo>
                <a:moveTo>
                  <a:pt x="290423" y="653658"/>
                </a:moveTo>
                <a:lnTo>
                  <a:pt x="413092" y="612567"/>
                </a:lnTo>
                <a:moveTo>
                  <a:pt x="2031371" y="790060"/>
                </a:moveTo>
                <a:lnTo>
                  <a:pt x="2178480" y="784510"/>
                </a:lnTo>
                <a:moveTo>
                  <a:pt x="837517" y="682245"/>
                </a:moveTo>
                <a:lnTo>
                  <a:pt x="784203" y="804029"/>
                </a:lnTo>
                <a:moveTo>
                  <a:pt x="2450221" y="727993"/>
                </a:moveTo>
                <a:lnTo>
                  <a:pt x="2400505" y="811626"/>
                </a:lnTo>
                <a:moveTo>
                  <a:pt x="638115" y="449328"/>
                </a:moveTo>
                <a:lnTo>
                  <a:pt x="660860" y="493166"/>
                </a:lnTo>
                <a:moveTo>
                  <a:pt x="2031371" y="790060"/>
                </a:moveTo>
                <a:lnTo>
                  <a:pt x="2086831" y="873254"/>
                </a:lnTo>
                <a:moveTo>
                  <a:pt x="532703" y="524272"/>
                </a:moveTo>
                <a:lnTo>
                  <a:pt x="413092" y="612567"/>
                </a:lnTo>
                <a:moveTo>
                  <a:pt x="1945160" y="1065037"/>
                </a:moveTo>
                <a:lnTo>
                  <a:pt x="2037841" y="1151095"/>
                </a:lnTo>
                <a:moveTo>
                  <a:pt x="1929739" y="1069901"/>
                </a:moveTo>
                <a:lnTo>
                  <a:pt x="1945160" y="1065037"/>
                </a:lnTo>
                <a:moveTo>
                  <a:pt x="532703" y="524272"/>
                </a:moveTo>
                <a:lnTo>
                  <a:pt x="660860" y="493166"/>
                </a:lnTo>
                <a:moveTo>
                  <a:pt x="412584" y="584471"/>
                </a:moveTo>
                <a:lnTo>
                  <a:pt x="413092" y="612567"/>
                </a:lnTo>
                <a:moveTo>
                  <a:pt x="1940117" y="879201"/>
                </a:moveTo>
                <a:lnTo>
                  <a:pt x="2086831" y="873254"/>
                </a:lnTo>
                <a:moveTo>
                  <a:pt x="2267026" y="553846"/>
                </a:moveTo>
                <a:lnTo>
                  <a:pt x="2387437" y="609342"/>
                </a:lnTo>
                <a:moveTo>
                  <a:pt x="2267026" y="553846"/>
                </a:moveTo>
                <a:lnTo>
                  <a:pt x="2225445" y="623376"/>
                </a:lnTo>
                <a:moveTo>
                  <a:pt x="532703" y="524272"/>
                </a:moveTo>
                <a:lnTo>
                  <a:pt x="568042" y="582742"/>
                </a:lnTo>
                <a:moveTo>
                  <a:pt x="300674" y="652900"/>
                </a:moveTo>
                <a:lnTo>
                  <a:pt x="413092" y="612567"/>
                </a:lnTo>
                <a:moveTo>
                  <a:pt x="837517" y="682245"/>
                </a:moveTo>
                <a:lnTo>
                  <a:pt x="835184" y="849072"/>
                </a:lnTo>
                <a:moveTo>
                  <a:pt x="840266" y="679408"/>
                </a:moveTo>
                <a:lnTo>
                  <a:pt x="835184" y="849072"/>
                </a:lnTo>
                <a:moveTo>
                  <a:pt x="2468631" y="867210"/>
                </a:moveTo>
                <a:lnTo>
                  <a:pt x="2400505" y="811626"/>
                </a:lnTo>
                <a:moveTo>
                  <a:pt x="2386121" y="977624"/>
                </a:moveTo>
                <a:lnTo>
                  <a:pt x="2355460" y="961962"/>
                </a:lnTo>
                <a:moveTo>
                  <a:pt x="2225445" y="623376"/>
                </a:moveTo>
                <a:lnTo>
                  <a:pt x="2387437" y="609342"/>
                </a:lnTo>
                <a:moveTo>
                  <a:pt x="1403338" y="1271763"/>
                </a:moveTo>
                <a:lnTo>
                  <a:pt x="1538436" y="1226584"/>
                </a:lnTo>
                <a:moveTo>
                  <a:pt x="2468631" y="867210"/>
                </a:moveTo>
                <a:lnTo>
                  <a:pt x="2404888" y="830883"/>
                </a:lnTo>
                <a:moveTo>
                  <a:pt x="1940117" y="879201"/>
                </a:moveTo>
                <a:lnTo>
                  <a:pt x="1994824" y="961639"/>
                </a:lnTo>
                <a:moveTo>
                  <a:pt x="2390978" y="608713"/>
                </a:moveTo>
                <a:lnTo>
                  <a:pt x="2387437" y="609342"/>
                </a:lnTo>
                <a:moveTo>
                  <a:pt x="1929739" y="1069901"/>
                </a:moveTo>
                <a:lnTo>
                  <a:pt x="2037841" y="1151095"/>
                </a:lnTo>
                <a:moveTo>
                  <a:pt x="2391829" y="609838"/>
                </a:moveTo>
                <a:lnTo>
                  <a:pt x="2387437" y="609342"/>
                </a:lnTo>
                <a:moveTo>
                  <a:pt x="2391829" y="609838"/>
                </a:moveTo>
                <a:lnTo>
                  <a:pt x="2390978" y="608713"/>
                </a:lnTo>
                <a:moveTo>
                  <a:pt x="2391961" y="609653"/>
                </a:moveTo>
                <a:lnTo>
                  <a:pt x="2390978" y="608713"/>
                </a:lnTo>
                <a:moveTo>
                  <a:pt x="2391829" y="609838"/>
                </a:moveTo>
                <a:lnTo>
                  <a:pt x="2391961" y="609653"/>
                </a:lnTo>
                <a:moveTo>
                  <a:pt x="840266" y="679408"/>
                </a:moveTo>
                <a:lnTo>
                  <a:pt x="927077" y="753369"/>
                </a:lnTo>
                <a:moveTo>
                  <a:pt x="1332566" y="1292828"/>
                </a:moveTo>
                <a:lnTo>
                  <a:pt x="1403338" y="1271763"/>
                </a:lnTo>
                <a:moveTo>
                  <a:pt x="1251818" y="1300477"/>
                </a:moveTo>
                <a:lnTo>
                  <a:pt x="1332566" y="1292828"/>
                </a:lnTo>
                <a:moveTo>
                  <a:pt x="1379314" y="1243634"/>
                </a:moveTo>
                <a:lnTo>
                  <a:pt x="1403338" y="1271763"/>
                </a:lnTo>
                <a:moveTo>
                  <a:pt x="904624" y="535910"/>
                </a:moveTo>
                <a:lnTo>
                  <a:pt x="838819" y="678153"/>
                </a:lnTo>
                <a:moveTo>
                  <a:pt x="1251818" y="1300477"/>
                </a:moveTo>
                <a:lnTo>
                  <a:pt x="1379314" y="1243634"/>
                </a:lnTo>
                <a:moveTo>
                  <a:pt x="904624" y="535910"/>
                </a:moveTo>
                <a:lnTo>
                  <a:pt x="840266" y="679408"/>
                </a:lnTo>
                <a:moveTo>
                  <a:pt x="2135259" y="713587"/>
                </a:moveTo>
                <a:lnTo>
                  <a:pt x="2225445" y="623376"/>
                </a:lnTo>
                <a:moveTo>
                  <a:pt x="1379314" y="1243634"/>
                </a:moveTo>
                <a:lnTo>
                  <a:pt x="1332566" y="1292828"/>
                </a:lnTo>
                <a:moveTo>
                  <a:pt x="835184" y="849072"/>
                </a:moveTo>
                <a:lnTo>
                  <a:pt x="784203" y="804029"/>
                </a:lnTo>
                <a:moveTo>
                  <a:pt x="638115" y="449328"/>
                </a:moveTo>
                <a:lnTo>
                  <a:pt x="722618" y="353419"/>
                </a:lnTo>
                <a:moveTo>
                  <a:pt x="913203" y="574303"/>
                </a:moveTo>
                <a:lnTo>
                  <a:pt x="840266" y="679408"/>
                </a:lnTo>
                <a:moveTo>
                  <a:pt x="1470988" y="1146480"/>
                </a:moveTo>
                <a:lnTo>
                  <a:pt x="1538436" y="1226584"/>
                </a:lnTo>
                <a:moveTo>
                  <a:pt x="2468631" y="867210"/>
                </a:moveTo>
                <a:lnTo>
                  <a:pt x="2355460" y="961962"/>
                </a:lnTo>
                <a:moveTo>
                  <a:pt x="1470988" y="1146480"/>
                </a:moveTo>
                <a:lnTo>
                  <a:pt x="1403338" y="1271763"/>
                </a:lnTo>
                <a:moveTo>
                  <a:pt x="2391829" y="609838"/>
                </a:moveTo>
                <a:lnTo>
                  <a:pt x="2450221" y="727993"/>
                </a:lnTo>
                <a:moveTo>
                  <a:pt x="1911382" y="1031026"/>
                </a:moveTo>
                <a:lnTo>
                  <a:pt x="1994824" y="961639"/>
                </a:lnTo>
                <a:moveTo>
                  <a:pt x="1379314" y="1243634"/>
                </a:moveTo>
                <a:lnTo>
                  <a:pt x="1470988" y="1146480"/>
                </a:lnTo>
                <a:moveTo>
                  <a:pt x="2206804" y="588639"/>
                </a:moveTo>
                <a:lnTo>
                  <a:pt x="2267026" y="553846"/>
                </a:lnTo>
                <a:moveTo>
                  <a:pt x="2031371" y="790060"/>
                </a:moveTo>
                <a:lnTo>
                  <a:pt x="2135259" y="713587"/>
                </a:lnTo>
                <a:moveTo>
                  <a:pt x="1288004" y="1139861"/>
                </a:moveTo>
                <a:lnTo>
                  <a:pt x="1379314" y="1243634"/>
                </a:lnTo>
                <a:moveTo>
                  <a:pt x="1911382" y="1031026"/>
                </a:moveTo>
                <a:lnTo>
                  <a:pt x="1945160" y="1065037"/>
                </a:lnTo>
                <a:moveTo>
                  <a:pt x="532703" y="524272"/>
                </a:moveTo>
                <a:lnTo>
                  <a:pt x="638115" y="449328"/>
                </a:lnTo>
                <a:moveTo>
                  <a:pt x="722618" y="353419"/>
                </a:moveTo>
                <a:lnTo>
                  <a:pt x="748292" y="367904"/>
                </a:lnTo>
                <a:moveTo>
                  <a:pt x="2206804" y="588639"/>
                </a:moveTo>
                <a:lnTo>
                  <a:pt x="2225445" y="623376"/>
                </a:lnTo>
                <a:moveTo>
                  <a:pt x="2017248" y="1148481"/>
                </a:moveTo>
                <a:lnTo>
                  <a:pt x="2037841" y="1151095"/>
                </a:lnTo>
                <a:moveTo>
                  <a:pt x="1288004" y="1139861"/>
                </a:moveTo>
                <a:lnTo>
                  <a:pt x="1470988" y="1146480"/>
                </a:lnTo>
                <a:moveTo>
                  <a:pt x="300674" y="652900"/>
                </a:moveTo>
                <a:lnTo>
                  <a:pt x="290423" y="653658"/>
                </a:lnTo>
                <a:moveTo>
                  <a:pt x="1929739" y="1069901"/>
                </a:moveTo>
                <a:lnTo>
                  <a:pt x="2017248" y="1148481"/>
                </a:lnTo>
                <a:moveTo>
                  <a:pt x="835184" y="849072"/>
                </a:moveTo>
                <a:lnTo>
                  <a:pt x="927077" y="753369"/>
                </a:lnTo>
                <a:moveTo>
                  <a:pt x="2206804" y="588639"/>
                </a:moveTo>
                <a:lnTo>
                  <a:pt x="2135259" y="713587"/>
                </a:lnTo>
                <a:moveTo>
                  <a:pt x="1940117" y="879201"/>
                </a:moveTo>
                <a:lnTo>
                  <a:pt x="2031371" y="790060"/>
                </a:lnTo>
                <a:moveTo>
                  <a:pt x="412584" y="584471"/>
                </a:moveTo>
                <a:lnTo>
                  <a:pt x="532703" y="524272"/>
                </a:lnTo>
                <a:moveTo>
                  <a:pt x="1611454" y="1091573"/>
                </a:moveTo>
                <a:lnTo>
                  <a:pt x="1538436" y="1226584"/>
                </a:lnTo>
                <a:moveTo>
                  <a:pt x="2022310" y="775354"/>
                </a:moveTo>
                <a:lnTo>
                  <a:pt x="2031371" y="790060"/>
                </a:lnTo>
                <a:moveTo>
                  <a:pt x="1911382" y="1031026"/>
                </a:moveTo>
                <a:lnTo>
                  <a:pt x="1929739" y="1069901"/>
                </a:lnTo>
                <a:moveTo>
                  <a:pt x="2194279" y="564541"/>
                </a:moveTo>
                <a:lnTo>
                  <a:pt x="2267026" y="553846"/>
                </a:lnTo>
                <a:moveTo>
                  <a:pt x="2391829" y="609838"/>
                </a:moveTo>
                <a:lnTo>
                  <a:pt x="2478177" y="679670"/>
                </a:lnTo>
                <a:moveTo>
                  <a:pt x="2391961" y="609653"/>
                </a:moveTo>
                <a:lnTo>
                  <a:pt x="2478177" y="679670"/>
                </a:lnTo>
                <a:moveTo>
                  <a:pt x="2450221" y="727993"/>
                </a:moveTo>
                <a:lnTo>
                  <a:pt x="2468631" y="867210"/>
                </a:lnTo>
                <a:moveTo>
                  <a:pt x="1900471" y="1069772"/>
                </a:moveTo>
                <a:lnTo>
                  <a:pt x="1929739" y="1069901"/>
                </a:lnTo>
                <a:moveTo>
                  <a:pt x="1227709" y="1181070"/>
                </a:moveTo>
                <a:lnTo>
                  <a:pt x="1251818" y="1300477"/>
                </a:lnTo>
                <a:moveTo>
                  <a:pt x="2468631" y="867210"/>
                </a:moveTo>
                <a:lnTo>
                  <a:pt x="2386121" y="977624"/>
                </a:lnTo>
                <a:moveTo>
                  <a:pt x="2022310" y="775354"/>
                </a:moveTo>
                <a:lnTo>
                  <a:pt x="1940117" y="879201"/>
                </a:lnTo>
                <a:moveTo>
                  <a:pt x="1402519" y="1062719"/>
                </a:moveTo>
                <a:lnTo>
                  <a:pt x="1470988" y="1146480"/>
                </a:lnTo>
                <a:moveTo>
                  <a:pt x="2460001" y="508929"/>
                </a:moveTo>
                <a:lnTo>
                  <a:pt x="2391961" y="609653"/>
                </a:lnTo>
                <a:moveTo>
                  <a:pt x="913203" y="574303"/>
                </a:moveTo>
                <a:lnTo>
                  <a:pt x="927077" y="753369"/>
                </a:lnTo>
                <a:moveTo>
                  <a:pt x="1341180" y="1074855"/>
                </a:moveTo>
                <a:lnTo>
                  <a:pt x="1470988" y="1146480"/>
                </a:lnTo>
                <a:moveTo>
                  <a:pt x="2459028" y="892562"/>
                </a:moveTo>
                <a:lnTo>
                  <a:pt x="2386121" y="977624"/>
                </a:lnTo>
                <a:moveTo>
                  <a:pt x="300674" y="652900"/>
                </a:moveTo>
                <a:lnTo>
                  <a:pt x="412584" y="584471"/>
                </a:lnTo>
                <a:moveTo>
                  <a:pt x="2113186" y="672915"/>
                </a:moveTo>
                <a:lnTo>
                  <a:pt x="2135259" y="713587"/>
                </a:lnTo>
                <a:moveTo>
                  <a:pt x="1014484" y="1034608"/>
                </a:moveTo>
                <a:lnTo>
                  <a:pt x="1016883" y="1032787"/>
                </a:lnTo>
                <a:moveTo>
                  <a:pt x="1227709" y="1181070"/>
                </a:moveTo>
                <a:lnTo>
                  <a:pt x="1379314" y="1243634"/>
                </a:lnTo>
                <a:moveTo>
                  <a:pt x="653723" y="445874"/>
                </a:moveTo>
                <a:lnTo>
                  <a:pt x="722618" y="353419"/>
                </a:lnTo>
                <a:moveTo>
                  <a:pt x="2024827" y="1144773"/>
                </a:moveTo>
                <a:lnTo>
                  <a:pt x="2037841" y="1151095"/>
                </a:lnTo>
                <a:moveTo>
                  <a:pt x="1341180" y="1074855"/>
                </a:moveTo>
                <a:lnTo>
                  <a:pt x="1288004" y="1139861"/>
                </a:lnTo>
                <a:moveTo>
                  <a:pt x="1513597" y="1086278"/>
                </a:moveTo>
                <a:lnTo>
                  <a:pt x="1470988" y="1146480"/>
                </a:lnTo>
                <a:moveTo>
                  <a:pt x="904624" y="535910"/>
                </a:moveTo>
                <a:lnTo>
                  <a:pt x="913203" y="574303"/>
                </a:lnTo>
                <a:moveTo>
                  <a:pt x="1611454" y="1091573"/>
                </a:moveTo>
                <a:lnTo>
                  <a:pt x="1470988" y="1146480"/>
                </a:lnTo>
                <a:moveTo>
                  <a:pt x="2009090" y="1140911"/>
                </a:moveTo>
                <a:lnTo>
                  <a:pt x="1929739" y="1069901"/>
                </a:lnTo>
                <a:moveTo>
                  <a:pt x="2113186" y="672915"/>
                </a:moveTo>
                <a:lnTo>
                  <a:pt x="2031371" y="790060"/>
                </a:lnTo>
                <a:moveTo>
                  <a:pt x="1262517" y="1283619"/>
                </a:moveTo>
                <a:lnTo>
                  <a:pt x="1251818" y="1300477"/>
                </a:lnTo>
                <a:moveTo>
                  <a:pt x="2404578" y="983624"/>
                </a:moveTo>
                <a:lnTo>
                  <a:pt x="2386121" y="977624"/>
                </a:lnTo>
                <a:moveTo>
                  <a:pt x="2478177" y="679670"/>
                </a:moveTo>
                <a:lnTo>
                  <a:pt x="2450221" y="727993"/>
                </a:lnTo>
                <a:moveTo>
                  <a:pt x="638115" y="449328"/>
                </a:moveTo>
                <a:lnTo>
                  <a:pt x="653723" y="445874"/>
                </a:lnTo>
                <a:moveTo>
                  <a:pt x="1016883" y="1032787"/>
                </a:moveTo>
                <a:lnTo>
                  <a:pt x="1104386" y="1123694"/>
                </a:lnTo>
                <a:moveTo>
                  <a:pt x="1014484" y="1034608"/>
                </a:moveTo>
                <a:lnTo>
                  <a:pt x="1104386" y="1123694"/>
                </a:lnTo>
                <a:moveTo>
                  <a:pt x="1014484" y="1034608"/>
                </a:moveTo>
                <a:lnTo>
                  <a:pt x="1103655" y="1124206"/>
                </a:lnTo>
                <a:moveTo>
                  <a:pt x="2450221" y="727993"/>
                </a:moveTo>
                <a:lnTo>
                  <a:pt x="2475618" y="866047"/>
                </a:lnTo>
                <a:moveTo>
                  <a:pt x="1227709" y="1181070"/>
                </a:moveTo>
                <a:lnTo>
                  <a:pt x="1288004" y="1139861"/>
                </a:lnTo>
                <a:moveTo>
                  <a:pt x="1911382" y="1031026"/>
                </a:moveTo>
                <a:lnTo>
                  <a:pt x="1940117" y="879201"/>
                </a:lnTo>
                <a:moveTo>
                  <a:pt x="965361" y="698293"/>
                </a:moveTo>
                <a:lnTo>
                  <a:pt x="927077" y="753369"/>
                </a:lnTo>
                <a:moveTo>
                  <a:pt x="2468631" y="867210"/>
                </a:moveTo>
                <a:lnTo>
                  <a:pt x="2459028" y="892562"/>
                </a:lnTo>
                <a:moveTo>
                  <a:pt x="1928358" y="857418"/>
                </a:moveTo>
                <a:lnTo>
                  <a:pt x="1940117" y="879201"/>
                </a:lnTo>
                <a:moveTo>
                  <a:pt x="1928358" y="857418"/>
                </a:moveTo>
                <a:lnTo>
                  <a:pt x="2022310" y="775354"/>
                </a:lnTo>
                <a:moveTo>
                  <a:pt x="2022310" y="775354"/>
                </a:moveTo>
                <a:lnTo>
                  <a:pt x="2113186" y="672915"/>
                </a:lnTo>
                <a:moveTo>
                  <a:pt x="231312" y="763991"/>
                </a:moveTo>
                <a:lnTo>
                  <a:pt x="300674" y="652900"/>
                </a:lnTo>
                <a:moveTo>
                  <a:pt x="1341180" y="1074855"/>
                </a:moveTo>
                <a:lnTo>
                  <a:pt x="1402519" y="1062719"/>
                </a:lnTo>
                <a:moveTo>
                  <a:pt x="2113186" y="672915"/>
                </a:moveTo>
                <a:lnTo>
                  <a:pt x="2206804" y="588639"/>
                </a:lnTo>
                <a:moveTo>
                  <a:pt x="1378565" y="1035337"/>
                </a:moveTo>
                <a:lnTo>
                  <a:pt x="1402519" y="1062719"/>
                </a:lnTo>
                <a:moveTo>
                  <a:pt x="913203" y="574303"/>
                </a:moveTo>
                <a:lnTo>
                  <a:pt x="965361" y="698293"/>
                </a:lnTo>
                <a:moveTo>
                  <a:pt x="1378565" y="1035337"/>
                </a:moveTo>
                <a:lnTo>
                  <a:pt x="1341180" y="1074855"/>
                </a:lnTo>
                <a:moveTo>
                  <a:pt x="1103655" y="1124206"/>
                </a:moveTo>
                <a:lnTo>
                  <a:pt x="1104386" y="1123694"/>
                </a:lnTo>
                <a:moveTo>
                  <a:pt x="1402519" y="1062719"/>
                </a:moveTo>
                <a:lnTo>
                  <a:pt x="1513597" y="1086278"/>
                </a:lnTo>
                <a:moveTo>
                  <a:pt x="2459028" y="892562"/>
                </a:moveTo>
                <a:lnTo>
                  <a:pt x="2404578" y="983624"/>
                </a:lnTo>
                <a:moveTo>
                  <a:pt x="653723" y="445874"/>
                </a:moveTo>
                <a:lnTo>
                  <a:pt x="748292" y="367904"/>
                </a:lnTo>
                <a:moveTo>
                  <a:pt x="2194279" y="564541"/>
                </a:moveTo>
                <a:lnTo>
                  <a:pt x="2206804" y="588639"/>
                </a:lnTo>
                <a:moveTo>
                  <a:pt x="2475618" y="866047"/>
                </a:moveTo>
                <a:lnTo>
                  <a:pt x="2468631" y="867210"/>
                </a:lnTo>
                <a:moveTo>
                  <a:pt x="632127" y="454682"/>
                </a:moveTo>
                <a:lnTo>
                  <a:pt x="638115" y="449328"/>
                </a:lnTo>
                <a:moveTo>
                  <a:pt x="1836976" y="753169"/>
                </a:moveTo>
                <a:lnTo>
                  <a:pt x="2022310" y="775354"/>
                </a:lnTo>
                <a:moveTo>
                  <a:pt x="1929557" y="660388"/>
                </a:moveTo>
                <a:lnTo>
                  <a:pt x="2022310" y="775354"/>
                </a:lnTo>
                <a:moveTo>
                  <a:pt x="1513597" y="1086278"/>
                </a:moveTo>
                <a:lnTo>
                  <a:pt x="1611454" y="1091573"/>
                </a:lnTo>
                <a:moveTo>
                  <a:pt x="1926531" y="662657"/>
                </a:moveTo>
                <a:lnTo>
                  <a:pt x="2022310" y="775354"/>
                </a:lnTo>
                <a:moveTo>
                  <a:pt x="2475618" y="866047"/>
                </a:moveTo>
                <a:lnTo>
                  <a:pt x="2459028" y="892562"/>
                </a:lnTo>
                <a:moveTo>
                  <a:pt x="1104386" y="1123694"/>
                </a:moveTo>
                <a:lnTo>
                  <a:pt x="1227709" y="1181070"/>
                </a:lnTo>
                <a:moveTo>
                  <a:pt x="835703" y="445838"/>
                </a:moveTo>
                <a:lnTo>
                  <a:pt x="904624" y="535910"/>
                </a:lnTo>
                <a:moveTo>
                  <a:pt x="1103655" y="1124206"/>
                </a:moveTo>
                <a:lnTo>
                  <a:pt x="1227709" y="1181070"/>
                </a:lnTo>
                <a:moveTo>
                  <a:pt x="534242" y="498229"/>
                </a:moveTo>
                <a:lnTo>
                  <a:pt x="638115" y="449328"/>
                </a:lnTo>
                <a:moveTo>
                  <a:pt x="748292" y="367904"/>
                </a:moveTo>
                <a:lnTo>
                  <a:pt x="835703" y="445838"/>
                </a:lnTo>
                <a:moveTo>
                  <a:pt x="1900471" y="1069772"/>
                </a:moveTo>
                <a:lnTo>
                  <a:pt x="1911382" y="1031026"/>
                </a:lnTo>
                <a:moveTo>
                  <a:pt x="2194279" y="564541"/>
                </a:moveTo>
                <a:lnTo>
                  <a:pt x="2235748" y="425484"/>
                </a:lnTo>
                <a:moveTo>
                  <a:pt x="1377946" y="657720"/>
                </a:moveTo>
                <a:lnTo>
                  <a:pt x="1290605" y="750425"/>
                </a:lnTo>
                <a:moveTo>
                  <a:pt x="2009090" y="1140911"/>
                </a:moveTo>
                <a:lnTo>
                  <a:pt x="2017248" y="1148481"/>
                </a:lnTo>
                <a:moveTo>
                  <a:pt x="2024827" y="1144773"/>
                </a:moveTo>
                <a:lnTo>
                  <a:pt x="2017248" y="1148481"/>
                </a:lnTo>
                <a:moveTo>
                  <a:pt x="2096572" y="647211"/>
                </a:moveTo>
                <a:lnTo>
                  <a:pt x="2206804" y="588639"/>
                </a:lnTo>
                <a:moveTo>
                  <a:pt x="835703" y="445838"/>
                </a:moveTo>
                <a:lnTo>
                  <a:pt x="913203" y="574303"/>
                </a:lnTo>
                <a:moveTo>
                  <a:pt x="1243477" y="695029"/>
                </a:moveTo>
                <a:lnTo>
                  <a:pt x="1290605" y="750425"/>
                </a:lnTo>
                <a:moveTo>
                  <a:pt x="2433160" y="442784"/>
                </a:moveTo>
                <a:lnTo>
                  <a:pt x="2460001" y="508929"/>
                </a:lnTo>
                <a:moveTo>
                  <a:pt x="1382245" y="653049"/>
                </a:moveTo>
                <a:lnTo>
                  <a:pt x="1435353" y="603984"/>
                </a:lnTo>
                <a:moveTo>
                  <a:pt x="534242" y="498229"/>
                </a:moveTo>
                <a:lnTo>
                  <a:pt x="532703" y="524272"/>
                </a:lnTo>
                <a:moveTo>
                  <a:pt x="2478177" y="679670"/>
                </a:moveTo>
                <a:lnTo>
                  <a:pt x="2475618" y="866047"/>
                </a:lnTo>
                <a:moveTo>
                  <a:pt x="2460001" y="508929"/>
                </a:moveTo>
                <a:lnTo>
                  <a:pt x="2478177" y="679670"/>
                </a:lnTo>
                <a:moveTo>
                  <a:pt x="1382245" y="653049"/>
                </a:moveTo>
                <a:lnTo>
                  <a:pt x="1377946" y="657720"/>
                </a:lnTo>
                <a:moveTo>
                  <a:pt x="1243477" y="695029"/>
                </a:moveTo>
                <a:lnTo>
                  <a:pt x="1377946" y="657720"/>
                </a:lnTo>
                <a:moveTo>
                  <a:pt x="423830" y="568161"/>
                </a:moveTo>
                <a:lnTo>
                  <a:pt x="532703" y="524272"/>
                </a:lnTo>
                <a:moveTo>
                  <a:pt x="1243477" y="695029"/>
                </a:moveTo>
                <a:lnTo>
                  <a:pt x="1382245" y="653049"/>
                </a:lnTo>
                <a:moveTo>
                  <a:pt x="1836976" y="753169"/>
                </a:moveTo>
                <a:lnTo>
                  <a:pt x="1928358" y="857418"/>
                </a:lnTo>
                <a:moveTo>
                  <a:pt x="1886309" y="527494"/>
                </a:moveTo>
                <a:lnTo>
                  <a:pt x="1928977" y="659807"/>
                </a:lnTo>
                <a:moveTo>
                  <a:pt x="1886309" y="527494"/>
                </a:moveTo>
                <a:lnTo>
                  <a:pt x="1929254" y="660019"/>
                </a:lnTo>
                <a:moveTo>
                  <a:pt x="1435353" y="603984"/>
                </a:moveTo>
                <a:lnTo>
                  <a:pt x="1494592" y="721347"/>
                </a:lnTo>
                <a:moveTo>
                  <a:pt x="1929557" y="660388"/>
                </a:moveTo>
                <a:lnTo>
                  <a:pt x="2113186" y="672915"/>
                </a:lnTo>
                <a:moveTo>
                  <a:pt x="1900471" y="1069772"/>
                </a:moveTo>
                <a:lnTo>
                  <a:pt x="2009090" y="1140911"/>
                </a:lnTo>
                <a:moveTo>
                  <a:pt x="2096572" y="647211"/>
                </a:moveTo>
                <a:lnTo>
                  <a:pt x="2113186" y="672915"/>
                </a:lnTo>
                <a:moveTo>
                  <a:pt x="423830" y="568161"/>
                </a:moveTo>
                <a:lnTo>
                  <a:pt x="412584" y="584471"/>
                </a:lnTo>
                <a:moveTo>
                  <a:pt x="822045" y="449722"/>
                </a:moveTo>
                <a:lnTo>
                  <a:pt x="913203" y="574303"/>
                </a:lnTo>
                <a:moveTo>
                  <a:pt x="1103655" y="1124206"/>
                </a:moveTo>
                <a:lnTo>
                  <a:pt x="1191366" y="1204127"/>
                </a:lnTo>
                <a:moveTo>
                  <a:pt x="1227709" y="1181070"/>
                </a:moveTo>
                <a:lnTo>
                  <a:pt x="1262517" y="1283619"/>
                </a:lnTo>
                <a:moveTo>
                  <a:pt x="1382245" y="653049"/>
                </a:moveTo>
                <a:lnTo>
                  <a:pt x="1494592" y="721347"/>
                </a:lnTo>
                <a:moveTo>
                  <a:pt x="2478649" y="479460"/>
                </a:moveTo>
                <a:lnTo>
                  <a:pt x="2433160" y="442784"/>
                </a:lnTo>
                <a:moveTo>
                  <a:pt x="1377946" y="657720"/>
                </a:moveTo>
                <a:lnTo>
                  <a:pt x="1454882" y="758517"/>
                </a:lnTo>
                <a:moveTo>
                  <a:pt x="2096572" y="647211"/>
                </a:moveTo>
                <a:lnTo>
                  <a:pt x="2194279" y="564541"/>
                </a:lnTo>
                <a:moveTo>
                  <a:pt x="653723" y="445874"/>
                </a:moveTo>
                <a:lnTo>
                  <a:pt x="835703" y="445838"/>
                </a:lnTo>
                <a:moveTo>
                  <a:pt x="2508278" y="636552"/>
                </a:moveTo>
                <a:lnTo>
                  <a:pt x="2478177" y="679670"/>
                </a:lnTo>
                <a:moveTo>
                  <a:pt x="1377946" y="657720"/>
                </a:moveTo>
                <a:lnTo>
                  <a:pt x="1471124" y="740707"/>
                </a:lnTo>
                <a:moveTo>
                  <a:pt x="1382245" y="653049"/>
                </a:moveTo>
                <a:lnTo>
                  <a:pt x="1471124" y="740707"/>
                </a:lnTo>
                <a:moveTo>
                  <a:pt x="335562" y="660295"/>
                </a:moveTo>
                <a:lnTo>
                  <a:pt x="412584" y="584471"/>
                </a:lnTo>
                <a:moveTo>
                  <a:pt x="2009090" y="1140911"/>
                </a:moveTo>
                <a:lnTo>
                  <a:pt x="2024827" y="1144773"/>
                </a:lnTo>
                <a:moveTo>
                  <a:pt x="1191366" y="1204127"/>
                </a:moveTo>
                <a:lnTo>
                  <a:pt x="1227709" y="1181070"/>
                </a:lnTo>
                <a:moveTo>
                  <a:pt x="943130" y="1064727"/>
                </a:moveTo>
                <a:lnTo>
                  <a:pt x="1014484" y="1034608"/>
                </a:lnTo>
                <a:moveTo>
                  <a:pt x="1926531" y="662657"/>
                </a:moveTo>
                <a:lnTo>
                  <a:pt x="1836976" y="753169"/>
                </a:lnTo>
                <a:moveTo>
                  <a:pt x="2460001" y="508929"/>
                </a:moveTo>
                <a:lnTo>
                  <a:pt x="2508278" y="636552"/>
                </a:lnTo>
                <a:moveTo>
                  <a:pt x="2478649" y="479460"/>
                </a:moveTo>
                <a:lnTo>
                  <a:pt x="2460001" y="508929"/>
                </a:lnTo>
                <a:moveTo>
                  <a:pt x="1929254" y="660019"/>
                </a:moveTo>
                <a:lnTo>
                  <a:pt x="1928977" y="659807"/>
                </a:lnTo>
                <a:moveTo>
                  <a:pt x="1929254" y="660019"/>
                </a:moveTo>
                <a:lnTo>
                  <a:pt x="1929557" y="660388"/>
                </a:lnTo>
                <a:moveTo>
                  <a:pt x="1928977" y="659807"/>
                </a:moveTo>
                <a:lnTo>
                  <a:pt x="1926531" y="662657"/>
                </a:lnTo>
                <a:moveTo>
                  <a:pt x="1926531" y="662657"/>
                </a:moveTo>
                <a:lnTo>
                  <a:pt x="1929557" y="660388"/>
                </a:lnTo>
                <a:moveTo>
                  <a:pt x="1929254" y="660019"/>
                </a:moveTo>
                <a:lnTo>
                  <a:pt x="1926531" y="662657"/>
                </a:lnTo>
                <a:moveTo>
                  <a:pt x="1494592" y="721347"/>
                </a:moveTo>
                <a:lnTo>
                  <a:pt x="1623801" y="715092"/>
                </a:lnTo>
                <a:moveTo>
                  <a:pt x="2024827" y="1144773"/>
                </a:moveTo>
                <a:lnTo>
                  <a:pt x="2175484" y="1157971"/>
                </a:lnTo>
                <a:moveTo>
                  <a:pt x="1929557" y="660388"/>
                </a:moveTo>
                <a:lnTo>
                  <a:pt x="2096572" y="647211"/>
                </a:lnTo>
                <a:moveTo>
                  <a:pt x="891940" y="557110"/>
                </a:moveTo>
                <a:lnTo>
                  <a:pt x="913203" y="574303"/>
                </a:lnTo>
                <a:moveTo>
                  <a:pt x="335562" y="660295"/>
                </a:moveTo>
                <a:lnTo>
                  <a:pt x="300674" y="652900"/>
                </a:lnTo>
                <a:moveTo>
                  <a:pt x="2510255" y="700722"/>
                </a:moveTo>
                <a:lnTo>
                  <a:pt x="2478177" y="679670"/>
                </a:lnTo>
                <a:moveTo>
                  <a:pt x="1402519" y="1062719"/>
                </a:moveTo>
                <a:lnTo>
                  <a:pt x="1557312" y="1013873"/>
                </a:lnTo>
                <a:moveTo>
                  <a:pt x="1623801" y="715092"/>
                </a:moveTo>
                <a:lnTo>
                  <a:pt x="1668804" y="731088"/>
                </a:lnTo>
                <a:moveTo>
                  <a:pt x="1502222" y="954464"/>
                </a:moveTo>
                <a:lnTo>
                  <a:pt x="1402519" y="1062719"/>
                </a:lnTo>
                <a:moveTo>
                  <a:pt x="1471124" y="740707"/>
                </a:moveTo>
                <a:lnTo>
                  <a:pt x="1494592" y="721347"/>
                </a:lnTo>
                <a:moveTo>
                  <a:pt x="1273708" y="1310825"/>
                </a:moveTo>
                <a:lnTo>
                  <a:pt x="1262517" y="1283619"/>
                </a:lnTo>
                <a:moveTo>
                  <a:pt x="1912483" y="1004544"/>
                </a:moveTo>
                <a:lnTo>
                  <a:pt x="1940117" y="879201"/>
                </a:lnTo>
                <a:moveTo>
                  <a:pt x="659590" y="443275"/>
                </a:moveTo>
                <a:lnTo>
                  <a:pt x="653723" y="445874"/>
                </a:lnTo>
                <a:moveTo>
                  <a:pt x="1471124" y="740707"/>
                </a:moveTo>
                <a:lnTo>
                  <a:pt x="1623801" y="715092"/>
                </a:lnTo>
                <a:moveTo>
                  <a:pt x="632127" y="454682"/>
                </a:moveTo>
                <a:lnTo>
                  <a:pt x="653723" y="445874"/>
                </a:lnTo>
                <a:moveTo>
                  <a:pt x="1905909" y="854772"/>
                </a:moveTo>
                <a:lnTo>
                  <a:pt x="1928358" y="857418"/>
                </a:lnTo>
                <a:moveTo>
                  <a:pt x="1830773" y="752291"/>
                </a:moveTo>
                <a:lnTo>
                  <a:pt x="1836976" y="753169"/>
                </a:lnTo>
                <a:moveTo>
                  <a:pt x="1557312" y="1013873"/>
                </a:moveTo>
                <a:lnTo>
                  <a:pt x="1513597" y="1086278"/>
                </a:lnTo>
                <a:moveTo>
                  <a:pt x="1502222" y="954464"/>
                </a:moveTo>
                <a:lnTo>
                  <a:pt x="1378565" y="1035337"/>
                </a:lnTo>
                <a:moveTo>
                  <a:pt x="1471124" y="740707"/>
                </a:moveTo>
                <a:lnTo>
                  <a:pt x="1454882" y="758517"/>
                </a:lnTo>
                <a:moveTo>
                  <a:pt x="1191366" y="1204127"/>
                </a:moveTo>
                <a:lnTo>
                  <a:pt x="1262517" y="1283619"/>
                </a:lnTo>
                <a:moveTo>
                  <a:pt x="822045" y="449722"/>
                </a:moveTo>
                <a:lnTo>
                  <a:pt x="653723" y="445874"/>
                </a:lnTo>
                <a:moveTo>
                  <a:pt x="1037571" y="1149139"/>
                </a:moveTo>
                <a:lnTo>
                  <a:pt x="1014484" y="1034608"/>
                </a:lnTo>
                <a:moveTo>
                  <a:pt x="1557312" y="1013873"/>
                </a:moveTo>
                <a:lnTo>
                  <a:pt x="1611454" y="1091573"/>
                </a:lnTo>
                <a:moveTo>
                  <a:pt x="2232619" y="394759"/>
                </a:moveTo>
                <a:lnTo>
                  <a:pt x="2235748" y="425484"/>
                </a:lnTo>
                <a:moveTo>
                  <a:pt x="1668804" y="731088"/>
                </a:moveTo>
                <a:lnTo>
                  <a:pt x="1830773" y="752291"/>
                </a:lnTo>
                <a:moveTo>
                  <a:pt x="1191366" y="1204127"/>
                </a:moveTo>
                <a:lnTo>
                  <a:pt x="1273708" y="1310825"/>
                </a:lnTo>
                <a:moveTo>
                  <a:pt x="983611" y="644114"/>
                </a:moveTo>
                <a:lnTo>
                  <a:pt x="913203" y="574303"/>
                </a:lnTo>
                <a:moveTo>
                  <a:pt x="335562" y="660295"/>
                </a:moveTo>
                <a:lnTo>
                  <a:pt x="231312" y="763991"/>
                </a:lnTo>
                <a:moveTo>
                  <a:pt x="1623801" y="715092"/>
                </a:moveTo>
                <a:lnTo>
                  <a:pt x="1652927" y="739497"/>
                </a:lnTo>
                <a:moveTo>
                  <a:pt x="1196704" y="629494"/>
                </a:moveTo>
                <a:lnTo>
                  <a:pt x="1243477" y="695029"/>
                </a:lnTo>
                <a:moveTo>
                  <a:pt x="822045" y="449722"/>
                </a:moveTo>
                <a:lnTo>
                  <a:pt x="835703" y="445838"/>
                </a:lnTo>
                <a:moveTo>
                  <a:pt x="1652927" y="739497"/>
                </a:moveTo>
                <a:lnTo>
                  <a:pt x="1668804" y="731088"/>
                </a:lnTo>
                <a:moveTo>
                  <a:pt x="1562459" y="1003445"/>
                </a:moveTo>
                <a:lnTo>
                  <a:pt x="1611454" y="1091573"/>
                </a:lnTo>
                <a:moveTo>
                  <a:pt x="1301841" y="545326"/>
                </a:moveTo>
                <a:lnTo>
                  <a:pt x="1435353" y="603984"/>
                </a:lnTo>
                <a:moveTo>
                  <a:pt x="1471124" y="740707"/>
                </a:moveTo>
                <a:lnTo>
                  <a:pt x="1652927" y="739497"/>
                </a:lnTo>
                <a:moveTo>
                  <a:pt x="1905909" y="854772"/>
                </a:moveTo>
                <a:lnTo>
                  <a:pt x="1836976" y="753169"/>
                </a:lnTo>
                <a:moveTo>
                  <a:pt x="1037571" y="1149139"/>
                </a:moveTo>
                <a:lnTo>
                  <a:pt x="1103655" y="1124206"/>
                </a:lnTo>
                <a:moveTo>
                  <a:pt x="2508278" y="636552"/>
                </a:moveTo>
                <a:lnTo>
                  <a:pt x="2510255" y="700722"/>
                </a:lnTo>
                <a:moveTo>
                  <a:pt x="1912483" y="1004544"/>
                </a:moveTo>
                <a:lnTo>
                  <a:pt x="1911382" y="1031026"/>
                </a:lnTo>
                <a:moveTo>
                  <a:pt x="231312" y="763991"/>
                </a:moveTo>
                <a:lnTo>
                  <a:pt x="279874" y="787098"/>
                </a:lnTo>
                <a:moveTo>
                  <a:pt x="1273708" y="1310825"/>
                </a:moveTo>
                <a:lnTo>
                  <a:pt x="1285826" y="1333500"/>
                </a:lnTo>
                <a:moveTo>
                  <a:pt x="1912483" y="1004544"/>
                </a:moveTo>
                <a:lnTo>
                  <a:pt x="1928358" y="857418"/>
                </a:lnTo>
                <a:moveTo>
                  <a:pt x="2170895" y="513508"/>
                </a:moveTo>
                <a:lnTo>
                  <a:pt x="2235748" y="425484"/>
                </a:lnTo>
                <a:moveTo>
                  <a:pt x="632127" y="454682"/>
                </a:moveTo>
                <a:lnTo>
                  <a:pt x="659590" y="443275"/>
                </a:lnTo>
                <a:moveTo>
                  <a:pt x="1301841" y="545326"/>
                </a:moveTo>
                <a:lnTo>
                  <a:pt x="1382245" y="653049"/>
                </a:lnTo>
                <a:moveTo>
                  <a:pt x="1301841" y="545326"/>
                </a:moveTo>
                <a:lnTo>
                  <a:pt x="1243477" y="695029"/>
                </a:lnTo>
                <a:moveTo>
                  <a:pt x="1912483" y="1004544"/>
                </a:moveTo>
                <a:lnTo>
                  <a:pt x="1900471" y="1069772"/>
                </a:lnTo>
                <a:moveTo>
                  <a:pt x="659590" y="443275"/>
                </a:moveTo>
                <a:lnTo>
                  <a:pt x="822045" y="449722"/>
                </a:lnTo>
                <a:moveTo>
                  <a:pt x="983611" y="644114"/>
                </a:moveTo>
                <a:lnTo>
                  <a:pt x="965361" y="698293"/>
                </a:lnTo>
                <a:moveTo>
                  <a:pt x="534242" y="498229"/>
                </a:moveTo>
                <a:lnTo>
                  <a:pt x="632127" y="454682"/>
                </a:lnTo>
                <a:moveTo>
                  <a:pt x="1894253" y="1038495"/>
                </a:moveTo>
                <a:lnTo>
                  <a:pt x="1900471" y="1069772"/>
                </a:lnTo>
                <a:moveTo>
                  <a:pt x="1830773" y="752291"/>
                </a:moveTo>
                <a:lnTo>
                  <a:pt x="1905909" y="854772"/>
                </a:lnTo>
                <a:moveTo>
                  <a:pt x="1146957" y="1219561"/>
                </a:moveTo>
                <a:lnTo>
                  <a:pt x="1103655" y="1124206"/>
                </a:lnTo>
                <a:moveTo>
                  <a:pt x="2460001" y="508929"/>
                </a:moveTo>
                <a:lnTo>
                  <a:pt x="2565632" y="554562"/>
                </a:lnTo>
                <a:moveTo>
                  <a:pt x="423830" y="568161"/>
                </a:moveTo>
                <a:lnTo>
                  <a:pt x="534242" y="498229"/>
                </a:lnTo>
                <a:moveTo>
                  <a:pt x="2170895" y="513508"/>
                </a:moveTo>
                <a:lnTo>
                  <a:pt x="2194279" y="564541"/>
                </a:lnTo>
                <a:moveTo>
                  <a:pt x="2006303" y="1106423"/>
                </a:moveTo>
                <a:lnTo>
                  <a:pt x="1900471" y="1069772"/>
                </a:lnTo>
                <a:moveTo>
                  <a:pt x="822045" y="449722"/>
                </a:moveTo>
                <a:lnTo>
                  <a:pt x="891940" y="557110"/>
                </a:lnTo>
                <a:moveTo>
                  <a:pt x="2054597" y="577539"/>
                </a:moveTo>
                <a:lnTo>
                  <a:pt x="2194279" y="564541"/>
                </a:lnTo>
                <a:moveTo>
                  <a:pt x="846842" y="982044"/>
                </a:moveTo>
                <a:lnTo>
                  <a:pt x="943130" y="1064727"/>
                </a:lnTo>
                <a:moveTo>
                  <a:pt x="2006303" y="1106423"/>
                </a:moveTo>
                <a:lnTo>
                  <a:pt x="2009090" y="1140911"/>
                </a:lnTo>
                <a:moveTo>
                  <a:pt x="2006303" y="1106423"/>
                </a:moveTo>
                <a:lnTo>
                  <a:pt x="2024827" y="1144773"/>
                </a:lnTo>
                <a:moveTo>
                  <a:pt x="2565632" y="554562"/>
                </a:moveTo>
                <a:lnTo>
                  <a:pt x="2508278" y="636552"/>
                </a:lnTo>
                <a:moveTo>
                  <a:pt x="2054597" y="577539"/>
                </a:moveTo>
                <a:lnTo>
                  <a:pt x="1929557" y="660388"/>
                </a:lnTo>
                <a:moveTo>
                  <a:pt x="2478649" y="479460"/>
                </a:moveTo>
                <a:lnTo>
                  <a:pt x="2565632" y="554562"/>
                </a:lnTo>
                <a:moveTo>
                  <a:pt x="1502222" y="954464"/>
                </a:moveTo>
                <a:lnTo>
                  <a:pt x="1557312" y="1013873"/>
                </a:lnTo>
                <a:moveTo>
                  <a:pt x="2019011" y="1111356"/>
                </a:moveTo>
                <a:lnTo>
                  <a:pt x="2024827" y="1144773"/>
                </a:lnTo>
                <a:moveTo>
                  <a:pt x="2054597" y="577539"/>
                </a:moveTo>
                <a:lnTo>
                  <a:pt x="2096572" y="647211"/>
                </a:lnTo>
                <a:moveTo>
                  <a:pt x="335562" y="660295"/>
                </a:moveTo>
                <a:lnTo>
                  <a:pt x="423830" y="568161"/>
                </a:lnTo>
                <a:moveTo>
                  <a:pt x="1146957" y="1219561"/>
                </a:moveTo>
                <a:lnTo>
                  <a:pt x="1273708" y="1310825"/>
                </a:lnTo>
                <a:moveTo>
                  <a:pt x="825776" y="990065"/>
                </a:moveTo>
                <a:lnTo>
                  <a:pt x="846842" y="982044"/>
                </a:lnTo>
                <a:moveTo>
                  <a:pt x="1301841" y="545326"/>
                </a:moveTo>
                <a:lnTo>
                  <a:pt x="1196704" y="629494"/>
                </a:lnTo>
                <a:moveTo>
                  <a:pt x="1562459" y="1003445"/>
                </a:moveTo>
                <a:lnTo>
                  <a:pt x="1557312" y="1013873"/>
                </a:lnTo>
                <a:moveTo>
                  <a:pt x="2565632" y="554562"/>
                </a:moveTo>
                <a:lnTo>
                  <a:pt x="2510255" y="700722"/>
                </a:lnTo>
                <a:moveTo>
                  <a:pt x="1146957" y="1219561"/>
                </a:moveTo>
                <a:lnTo>
                  <a:pt x="1191366" y="1204127"/>
                </a:lnTo>
                <a:moveTo>
                  <a:pt x="1502222" y="954464"/>
                </a:moveTo>
                <a:lnTo>
                  <a:pt x="1562459" y="1003445"/>
                </a:lnTo>
                <a:moveTo>
                  <a:pt x="2131923" y="1161650"/>
                </a:moveTo>
                <a:lnTo>
                  <a:pt x="2024827" y="1144773"/>
                </a:lnTo>
                <a:moveTo>
                  <a:pt x="1239611" y="577299"/>
                </a:moveTo>
                <a:lnTo>
                  <a:pt x="1196704" y="629494"/>
                </a:lnTo>
                <a:moveTo>
                  <a:pt x="1905909" y="854772"/>
                </a:moveTo>
                <a:lnTo>
                  <a:pt x="1912483" y="1004544"/>
                </a:lnTo>
                <a:moveTo>
                  <a:pt x="556316" y="505042"/>
                </a:moveTo>
                <a:lnTo>
                  <a:pt x="659590" y="443275"/>
                </a:lnTo>
                <a:moveTo>
                  <a:pt x="556316" y="505042"/>
                </a:moveTo>
                <a:lnTo>
                  <a:pt x="632127" y="454682"/>
                </a:lnTo>
                <a:moveTo>
                  <a:pt x="1183037" y="606842"/>
                </a:moveTo>
                <a:lnTo>
                  <a:pt x="1196704" y="629494"/>
                </a:lnTo>
                <a:moveTo>
                  <a:pt x="2131923" y="1161650"/>
                </a:moveTo>
                <a:lnTo>
                  <a:pt x="2175484" y="1157971"/>
                </a:lnTo>
                <a:moveTo>
                  <a:pt x="1301841" y="545326"/>
                </a:moveTo>
                <a:lnTo>
                  <a:pt x="1421475" y="484640"/>
                </a:lnTo>
                <a:moveTo>
                  <a:pt x="534242" y="498229"/>
                </a:moveTo>
                <a:lnTo>
                  <a:pt x="556316" y="505042"/>
                </a:lnTo>
                <a:moveTo>
                  <a:pt x="825776" y="990065"/>
                </a:moveTo>
                <a:lnTo>
                  <a:pt x="943130" y="1064727"/>
                </a:lnTo>
                <a:moveTo>
                  <a:pt x="1228083" y="1316435"/>
                </a:moveTo>
                <a:lnTo>
                  <a:pt x="1273708" y="1310825"/>
                </a:lnTo>
                <a:moveTo>
                  <a:pt x="891940" y="557110"/>
                </a:moveTo>
                <a:lnTo>
                  <a:pt x="983611" y="644114"/>
                </a:lnTo>
                <a:moveTo>
                  <a:pt x="943130" y="1064727"/>
                </a:moveTo>
                <a:lnTo>
                  <a:pt x="1037571" y="1149139"/>
                </a:lnTo>
                <a:moveTo>
                  <a:pt x="335562" y="660295"/>
                </a:moveTo>
                <a:lnTo>
                  <a:pt x="279874" y="787098"/>
                </a:lnTo>
                <a:moveTo>
                  <a:pt x="1239611" y="577299"/>
                </a:moveTo>
                <a:lnTo>
                  <a:pt x="1301841" y="545326"/>
                </a:lnTo>
                <a:moveTo>
                  <a:pt x="1767907" y="774039"/>
                </a:moveTo>
                <a:lnTo>
                  <a:pt x="1668804" y="731088"/>
                </a:lnTo>
                <a:moveTo>
                  <a:pt x="285282" y="779344"/>
                </a:moveTo>
                <a:lnTo>
                  <a:pt x="335562" y="660295"/>
                </a:lnTo>
                <a:moveTo>
                  <a:pt x="1183037" y="606842"/>
                </a:moveTo>
                <a:lnTo>
                  <a:pt x="1239611" y="577299"/>
                </a:lnTo>
                <a:moveTo>
                  <a:pt x="1767907" y="774039"/>
                </a:moveTo>
                <a:lnTo>
                  <a:pt x="1830773" y="752291"/>
                </a:lnTo>
                <a:moveTo>
                  <a:pt x="2170895" y="513508"/>
                </a:moveTo>
                <a:lnTo>
                  <a:pt x="2232619" y="394759"/>
                </a:lnTo>
                <a:moveTo>
                  <a:pt x="1281277" y="1333500"/>
                </a:moveTo>
                <a:lnTo>
                  <a:pt x="1273708" y="1310825"/>
                </a:lnTo>
                <a:moveTo>
                  <a:pt x="1040338" y="644400"/>
                </a:moveTo>
                <a:lnTo>
                  <a:pt x="1183037" y="606842"/>
                </a:lnTo>
                <a:moveTo>
                  <a:pt x="1912483" y="1004544"/>
                </a:moveTo>
                <a:lnTo>
                  <a:pt x="1894253" y="1038495"/>
                </a:lnTo>
                <a:moveTo>
                  <a:pt x="983611" y="644114"/>
                </a:moveTo>
                <a:lnTo>
                  <a:pt x="1040338" y="644400"/>
                </a:lnTo>
                <a:moveTo>
                  <a:pt x="1709205" y="773137"/>
                </a:moveTo>
                <a:lnTo>
                  <a:pt x="1652927" y="739497"/>
                </a:lnTo>
                <a:moveTo>
                  <a:pt x="1767907" y="774039"/>
                </a:moveTo>
                <a:lnTo>
                  <a:pt x="1652927" y="739497"/>
                </a:lnTo>
                <a:moveTo>
                  <a:pt x="285282" y="779344"/>
                </a:moveTo>
                <a:lnTo>
                  <a:pt x="279874" y="787098"/>
                </a:lnTo>
                <a:moveTo>
                  <a:pt x="282741" y="787971"/>
                </a:moveTo>
                <a:lnTo>
                  <a:pt x="279874" y="787098"/>
                </a:lnTo>
                <a:moveTo>
                  <a:pt x="716569" y="472819"/>
                </a:moveTo>
                <a:lnTo>
                  <a:pt x="659590" y="443275"/>
                </a:lnTo>
                <a:moveTo>
                  <a:pt x="756253" y="474209"/>
                </a:moveTo>
                <a:lnTo>
                  <a:pt x="659590" y="443275"/>
                </a:lnTo>
                <a:moveTo>
                  <a:pt x="570032" y="506529"/>
                </a:moveTo>
                <a:lnTo>
                  <a:pt x="659590" y="443275"/>
                </a:lnTo>
                <a:moveTo>
                  <a:pt x="285282" y="779344"/>
                </a:moveTo>
                <a:lnTo>
                  <a:pt x="282741" y="787971"/>
                </a:lnTo>
                <a:moveTo>
                  <a:pt x="1703959" y="1043806"/>
                </a:moveTo>
                <a:lnTo>
                  <a:pt x="1813099" y="1114458"/>
                </a:lnTo>
                <a:moveTo>
                  <a:pt x="1850429" y="869607"/>
                </a:moveTo>
                <a:lnTo>
                  <a:pt x="1830773" y="752291"/>
                </a:lnTo>
                <a:moveTo>
                  <a:pt x="1037571" y="1149139"/>
                </a:moveTo>
                <a:lnTo>
                  <a:pt x="1146957" y="1219561"/>
                </a:lnTo>
                <a:moveTo>
                  <a:pt x="756253" y="474209"/>
                </a:moveTo>
                <a:lnTo>
                  <a:pt x="822045" y="449722"/>
                </a:lnTo>
                <a:moveTo>
                  <a:pt x="1894253" y="1038495"/>
                </a:moveTo>
                <a:lnTo>
                  <a:pt x="2006303" y="1106423"/>
                </a:lnTo>
                <a:moveTo>
                  <a:pt x="798164" y="1200422"/>
                </a:moveTo>
                <a:lnTo>
                  <a:pt x="882881" y="1293935"/>
                </a:lnTo>
                <a:moveTo>
                  <a:pt x="478076" y="561783"/>
                </a:moveTo>
                <a:lnTo>
                  <a:pt x="534242" y="498229"/>
                </a:lnTo>
                <a:moveTo>
                  <a:pt x="2054597" y="577539"/>
                </a:moveTo>
                <a:lnTo>
                  <a:pt x="2170895" y="513508"/>
                </a:lnTo>
                <a:moveTo>
                  <a:pt x="454822" y="571650"/>
                </a:moveTo>
                <a:lnTo>
                  <a:pt x="534242" y="498229"/>
                </a:lnTo>
                <a:moveTo>
                  <a:pt x="1826927" y="1093258"/>
                </a:moveTo>
                <a:lnTo>
                  <a:pt x="1912483" y="1004544"/>
                </a:lnTo>
                <a:moveTo>
                  <a:pt x="1703959" y="1043806"/>
                </a:moveTo>
                <a:lnTo>
                  <a:pt x="1826927" y="1093258"/>
                </a:lnTo>
                <a:moveTo>
                  <a:pt x="865319" y="544931"/>
                </a:moveTo>
                <a:lnTo>
                  <a:pt x="822045" y="449722"/>
                </a:lnTo>
                <a:moveTo>
                  <a:pt x="112909" y="409463"/>
                </a:moveTo>
                <a:lnTo>
                  <a:pt x="101317" y="403147"/>
                </a:lnTo>
                <a:moveTo>
                  <a:pt x="77835" y="417990"/>
                </a:moveTo>
                <a:lnTo>
                  <a:pt x="101317" y="403147"/>
                </a:lnTo>
                <a:moveTo>
                  <a:pt x="1850429" y="869607"/>
                </a:moveTo>
                <a:lnTo>
                  <a:pt x="1905909" y="854772"/>
                </a:lnTo>
                <a:moveTo>
                  <a:pt x="1826927" y="1093258"/>
                </a:moveTo>
                <a:lnTo>
                  <a:pt x="1894253" y="1038495"/>
                </a:lnTo>
                <a:moveTo>
                  <a:pt x="454822" y="571650"/>
                </a:moveTo>
                <a:lnTo>
                  <a:pt x="423830" y="568161"/>
                </a:lnTo>
                <a:moveTo>
                  <a:pt x="2006303" y="1106423"/>
                </a:moveTo>
                <a:lnTo>
                  <a:pt x="2019011" y="1111356"/>
                </a:lnTo>
                <a:moveTo>
                  <a:pt x="912407" y="1062831"/>
                </a:moveTo>
                <a:lnTo>
                  <a:pt x="943130" y="1064727"/>
                </a:lnTo>
                <a:moveTo>
                  <a:pt x="1852415" y="916729"/>
                </a:moveTo>
                <a:lnTo>
                  <a:pt x="1905909" y="854772"/>
                </a:lnTo>
                <a:moveTo>
                  <a:pt x="1826927" y="1093258"/>
                </a:moveTo>
                <a:lnTo>
                  <a:pt x="1813099" y="1114458"/>
                </a:lnTo>
                <a:moveTo>
                  <a:pt x="368721" y="671210"/>
                </a:moveTo>
                <a:lnTo>
                  <a:pt x="335562" y="660295"/>
                </a:lnTo>
                <a:moveTo>
                  <a:pt x="112909" y="409463"/>
                </a:moveTo>
                <a:lnTo>
                  <a:pt x="250294" y="366576"/>
                </a:lnTo>
                <a:moveTo>
                  <a:pt x="454822" y="571650"/>
                </a:moveTo>
                <a:lnTo>
                  <a:pt x="335562" y="660295"/>
                </a:lnTo>
                <a:moveTo>
                  <a:pt x="1813099" y="1114458"/>
                </a:moveTo>
                <a:lnTo>
                  <a:pt x="1782150" y="1235138"/>
                </a:lnTo>
                <a:moveTo>
                  <a:pt x="1146957" y="1219561"/>
                </a:moveTo>
                <a:lnTo>
                  <a:pt x="1228083" y="1316435"/>
                </a:lnTo>
                <a:moveTo>
                  <a:pt x="2019011" y="1111356"/>
                </a:moveTo>
                <a:lnTo>
                  <a:pt x="2131923" y="1161650"/>
                </a:lnTo>
                <a:moveTo>
                  <a:pt x="825776" y="990065"/>
                </a:moveTo>
                <a:lnTo>
                  <a:pt x="912407" y="1062831"/>
                </a:lnTo>
                <a:moveTo>
                  <a:pt x="865319" y="544931"/>
                </a:moveTo>
                <a:lnTo>
                  <a:pt x="891940" y="557110"/>
                </a:lnTo>
                <a:moveTo>
                  <a:pt x="77835" y="417990"/>
                </a:moveTo>
                <a:lnTo>
                  <a:pt x="112909" y="409463"/>
                </a:lnTo>
                <a:moveTo>
                  <a:pt x="1444185" y="479825"/>
                </a:moveTo>
                <a:lnTo>
                  <a:pt x="1421475" y="484640"/>
                </a:lnTo>
                <a:moveTo>
                  <a:pt x="1307994" y="523909"/>
                </a:moveTo>
                <a:lnTo>
                  <a:pt x="1421475" y="484640"/>
                </a:lnTo>
                <a:moveTo>
                  <a:pt x="2241288" y="375866"/>
                </a:moveTo>
                <a:lnTo>
                  <a:pt x="2232619" y="394759"/>
                </a:lnTo>
                <a:moveTo>
                  <a:pt x="368721" y="671210"/>
                </a:moveTo>
                <a:lnTo>
                  <a:pt x="285282" y="779344"/>
                </a:lnTo>
                <a:moveTo>
                  <a:pt x="971335" y="618507"/>
                </a:moveTo>
                <a:lnTo>
                  <a:pt x="891940" y="557110"/>
                </a:lnTo>
                <a:moveTo>
                  <a:pt x="1307994" y="523909"/>
                </a:moveTo>
                <a:lnTo>
                  <a:pt x="1301841" y="545326"/>
                </a:lnTo>
                <a:moveTo>
                  <a:pt x="1852415" y="916729"/>
                </a:moveTo>
                <a:lnTo>
                  <a:pt x="1912483" y="1004544"/>
                </a:lnTo>
                <a:moveTo>
                  <a:pt x="570032" y="506529"/>
                </a:moveTo>
                <a:lnTo>
                  <a:pt x="556316" y="505042"/>
                </a:lnTo>
                <a:moveTo>
                  <a:pt x="879343" y="1087338"/>
                </a:moveTo>
                <a:lnTo>
                  <a:pt x="825776" y="990065"/>
                </a:lnTo>
                <a:moveTo>
                  <a:pt x="1008904" y="1138875"/>
                </a:moveTo>
                <a:lnTo>
                  <a:pt x="943130" y="1064727"/>
                </a:lnTo>
                <a:moveTo>
                  <a:pt x="1221304" y="557338"/>
                </a:moveTo>
                <a:lnTo>
                  <a:pt x="1301841" y="545326"/>
                </a:lnTo>
                <a:moveTo>
                  <a:pt x="1221304" y="557338"/>
                </a:moveTo>
                <a:lnTo>
                  <a:pt x="1239611" y="577299"/>
                </a:lnTo>
                <a:moveTo>
                  <a:pt x="1736655" y="976104"/>
                </a:moveTo>
                <a:lnTo>
                  <a:pt x="1912483" y="1004544"/>
                </a:lnTo>
                <a:moveTo>
                  <a:pt x="478076" y="561783"/>
                </a:moveTo>
                <a:lnTo>
                  <a:pt x="556316" y="505042"/>
                </a:lnTo>
                <a:moveTo>
                  <a:pt x="1734028" y="978956"/>
                </a:moveTo>
                <a:lnTo>
                  <a:pt x="1703959" y="1043806"/>
                </a:lnTo>
                <a:moveTo>
                  <a:pt x="1221304" y="557338"/>
                </a:moveTo>
                <a:lnTo>
                  <a:pt x="1183037" y="606842"/>
                </a:lnTo>
                <a:moveTo>
                  <a:pt x="1177383" y="573587"/>
                </a:moveTo>
                <a:lnTo>
                  <a:pt x="1183037" y="606842"/>
                </a:lnTo>
                <a:moveTo>
                  <a:pt x="2173427" y="488461"/>
                </a:moveTo>
                <a:lnTo>
                  <a:pt x="2232619" y="394759"/>
                </a:lnTo>
                <a:moveTo>
                  <a:pt x="376347" y="673603"/>
                </a:moveTo>
                <a:lnTo>
                  <a:pt x="285282" y="779344"/>
                </a:lnTo>
                <a:moveTo>
                  <a:pt x="971335" y="618507"/>
                </a:moveTo>
                <a:lnTo>
                  <a:pt x="983611" y="644114"/>
                </a:lnTo>
                <a:moveTo>
                  <a:pt x="1039406" y="615879"/>
                </a:moveTo>
                <a:lnTo>
                  <a:pt x="1183037" y="606842"/>
                </a:lnTo>
                <a:moveTo>
                  <a:pt x="1709205" y="773137"/>
                </a:moveTo>
                <a:lnTo>
                  <a:pt x="1767907" y="774039"/>
                </a:lnTo>
                <a:moveTo>
                  <a:pt x="376347" y="673603"/>
                </a:moveTo>
                <a:lnTo>
                  <a:pt x="282741" y="787971"/>
                </a:lnTo>
                <a:moveTo>
                  <a:pt x="971335" y="618507"/>
                </a:moveTo>
                <a:lnTo>
                  <a:pt x="1040338" y="644400"/>
                </a:lnTo>
                <a:moveTo>
                  <a:pt x="1008904" y="1138875"/>
                </a:moveTo>
                <a:lnTo>
                  <a:pt x="1037571" y="1149139"/>
                </a:lnTo>
                <a:moveTo>
                  <a:pt x="806350" y="1155662"/>
                </a:moveTo>
                <a:lnTo>
                  <a:pt x="798164" y="1200422"/>
                </a:lnTo>
                <a:moveTo>
                  <a:pt x="1039406" y="615879"/>
                </a:moveTo>
                <a:lnTo>
                  <a:pt x="1040338" y="644400"/>
                </a:lnTo>
                <a:moveTo>
                  <a:pt x="280453" y="384265"/>
                </a:moveTo>
                <a:lnTo>
                  <a:pt x="250294" y="366576"/>
                </a:lnTo>
                <a:moveTo>
                  <a:pt x="1228083" y="1316435"/>
                </a:moveTo>
                <a:lnTo>
                  <a:pt x="1242068" y="1333500"/>
                </a:lnTo>
                <a:moveTo>
                  <a:pt x="1129794" y="1198529"/>
                </a:moveTo>
                <a:lnTo>
                  <a:pt x="1037571" y="1149139"/>
                </a:lnTo>
                <a:moveTo>
                  <a:pt x="2173427" y="488461"/>
                </a:moveTo>
                <a:lnTo>
                  <a:pt x="2170895" y="513508"/>
                </a:lnTo>
                <a:moveTo>
                  <a:pt x="899135" y="1241624"/>
                </a:moveTo>
                <a:lnTo>
                  <a:pt x="798164" y="1200422"/>
                </a:lnTo>
                <a:moveTo>
                  <a:pt x="319557" y="797299"/>
                </a:moveTo>
                <a:lnTo>
                  <a:pt x="282741" y="787971"/>
                </a:lnTo>
                <a:moveTo>
                  <a:pt x="1767907" y="774039"/>
                </a:moveTo>
                <a:lnTo>
                  <a:pt x="1850429" y="869607"/>
                </a:lnTo>
                <a:moveTo>
                  <a:pt x="716569" y="472819"/>
                </a:moveTo>
                <a:lnTo>
                  <a:pt x="756253" y="474209"/>
                </a:lnTo>
                <a:moveTo>
                  <a:pt x="570032" y="506529"/>
                </a:moveTo>
                <a:lnTo>
                  <a:pt x="716569" y="472819"/>
                </a:lnTo>
                <a:moveTo>
                  <a:pt x="1734028" y="978956"/>
                </a:moveTo>
                <a:lnTo>
                  <a:pt x="1826927" y="1093258"/>
                </a:lnTo>
                <a:moveTo>
                  <a:pt x="1736655" y="976104"/>
                </a:moveTo>
                <a:lnTo>
                  <a:pt x="1826927" y="1093258"/>
                </a:lnTo>
                <a:moveTo>
                  <a:pt x="1971516" y="1101889"/>
                </a:moveTo>
                <a:lnTo>
                  <a:pt x="1894253" y="1038495"/>
                </a:lnTo>
                <a:moveTo>
                  <a:pt x="1562200" y="411056"/>
                </a:moveTo>
                <a:lnTo>
                  <a:pt x="1622252" y="297092"/>
                </a:lnTo>
                <a:moveTo>
                  <a:pt x="1980940" y="537534"/>
                </a:moveTo>
                <a:lnTo>
                  <a:pt x="2054597" y="577539"/>
                </a:lnTo>
                <a:moveTo>
                  <a:pt x="2078336" y="573754"/>
                </a:moveTo>
                <a:lnTo>
                  <a:pt x="2170895" y="513508"/>
                </a:lnTo>
                <a:moveTo>
                  <a:pt x="1129794" y="1198529"/>
                </a:moveTo>
                <a:lnTo>
                  <a:pt x="1146957" y="1219561"/>
                </a:lnTo>
                <a:moveTo>
                  <a:pt x="478076" y="561783"/>
                </a:moveTo>
                <a:lnTo>
                  <a:pt x="570032" y="506529"/>
                </a:lnTo>
                <a:moveTo>
                  <a:pt x="2078336" y="573754"/>
                </a:moveTo>
                <a:lnTo>
                  <a:pt x="2054597" y="577539"/>
                </a:lnTo>
                <a:moveTo>
                  <a:pt x="756253" y="474209"/>
                </a:moveTo>
                <a:lnTo>
                  <a:pt x="865319" y="544931"/>
                </a:lnTo>
                <a:moveTo>
                  <a:pt x="899135" y="1241624"/>
                </a:moveTo>
                <a:lnTo>
                  <a:pt x="882881" y="1293935"/>
                </a:lnTo>
                <a:moveTo>
                  <a:pt x="454822" y="571650"/>
                </a:moveTo>
                <a:lnTo>
                  <a:pt x="368721" y="671210"/>
                </a:lnTo>
                <a:moveTo>
                  <a:pt x="1971516" y="1101889"/>
                </a:moveTo>
                <a:lnTo>
                  <a:pt x="2006303" y="1106423"/>
                </a:lnTo>
                <a:moveTo>
                  <a:pt x="454822" y="571650"/>
                </a:moveTo>
                <a:lnTo>
                  <a:pt x="478076" y="561783"/>
                </a:lnTo>
                <a:moveTo>
                  <a:pt x="1735908" y="788078"/>
                </a:moveTo>
                <a:lnTo>
                  <a:pt x="1709205" y="773137"/>
                </a:lnTo>
                <a:moveTo>
                  <a:pt x="1971516" y="1101889"/>
                </a:moveTo>
                <a:lnTo>
                  <a:pt x="2019011" y="1111356"/>
                </a:lnTo>
                <a:moveTo>
                  <a:pt x="1562200" y="411056"/>
                </a:moveTo>
                <a:lnTo>
                  <a:pt x="1559044" y="415349"/>
                </a:lnTo>
                <a:moveTo>
                  <a:pt x="1559266" y="414576"/>
                </a:moveTo>
                <a:lnTo>
                  <a:pt x="1559044" y="415349"/>
                </a:lnTo>
                <a:moveTo>
                  <a:pt x="1556574" y="416322"/>
                </a:moveTo>
                <a:lnTo>
                  <a:pt x="1559044" y="415349"/>
                </a:lnTo>
                <a:moveTo>
                  <a:pt x="1735908" y="788078"/>
                </a:moveTo>
                <a:lnTo>
                  <a:pt x="1767907" y="774039"/>
                </a:lnTo>
                <a:moveTo>
                  <a:pt x="1562200" y="411056"/>
                </a:moveTo>
                <a:lnTo>
                  <a:pt x="1559266" y="414576"/>
                </a:lnTo>
                <a:moveTo>
                  <a:pt x="2047505" y="1112339"/>
                </a:moveTo>
                <a:lnTo>
                  <a:pt x="2019011" y="1111356"/>
                </a:lnTo>
                <a:moveTo>
                  <a:pt x="1556574" y="416322"/>
                </a:moveTo>
                <a:lnTo>
                  <a:pt x="1559266" y="414576"/>
                </a:lnTo>
                <a:moveTo>
                  <a:pt x="423922" y="612474"/>
                </a:moveTo>
                <a:lnTo>
                  <a:pt x="368721" y="671210"/>
                </a:lnTo>
                <a:moveTo>
                  <a:pt x="879343" y="1087338"/>
                </a:moveTo>
                <a:lnTo>
                  <a:pt x="912407" y="1062831"/>
                </a:lnTo>
                <a:moveTo>
                  <a:pt x="423922" y="612474"/>
                </a:moveTo>
                <a:lnTo>
                  <a:pt x="454822" y="571650"/>
                </a:lnTo>
                <a:moveTo>
                  <a:pt x="185430" y="459230"/>
                </a:moveTo>
                <a:lnTo>
                  <a:pt x="250294" y="366576"/>
                </a:lnTo>
                <a:moveTo>
                  <a:pt x="1850429" y="869607"/>
                </a:moveTo>
                <a:lnTo>
                  <a:pt x="1852415" y="916729"/>
                </a:lnTo>
                <a:moveTo>
                  <a:pt x="949549" y="1095281"/>
                </a:moveTo>
                <a:lnTo>
                  <a:pt x="912407" y="1062831"/>
                </a:lnTo>
                <a:moveTo>
                  <a:pt x="460486" y="574658"/>
                </a:moveTo>
                <a:lnTo>
                  <a:pt x="478076" y="561783"/>
                </a:lnTo>
                <a:moveTo>
                  <a:pt x="1214794" y="1291777"/>
                </a:moveTo>
                <a:lnTo>
                  <a:pt x="1146957" y="1219561"/>
                </a:lnTo>
                <a:moveTo>
                  <a:pt x="460486" y="574658"/>
                </a:moveTo>
                <a:lnTo>
                  <a:pt x="454822" y="571650"/>
                </a:lnTo>
                <a:moveTo>
                  <a:pt x="2120370" y="1135368"/>
                </a:moveTo>
                <a:lnTo>
                  <a:pt x="2019011" y="1111356"/>
                </a:lnTo>
                <a:moveTo>
                  <a:pt x="185430" y="459230"/>
                </a:moveTo>
                <a:lnTo>
                  <a:pt x="112909" y="409463"/>
                </a:lnTo>
                <a:moveTo>
                  <a:pt x="1813099" y="1114458"/>
                </a:moveTo>
                <a:lnTo>
                  <a:pt x="1819332" y="1246265"/>
                </a:lnTo>
                <a:moveTo>
                  <a:pt x="1971516" y="1101889"/>
                </a:moveTo>
                <a:lnTo>
                  <a:pt x="1826927" y="1093258"/>
                </a:lnTo>
                <a:moveTo>
                  <a:pt x="1872987" y="1117994"/>
                </a:moveTo>
                <a:lnTo>
                  <a:pt x="1826927" y="1093258"/>
                </a:lnTo>
                <a:moveTo>
                  <a:pt x="1649681" y="311322"/>
                </a:moveTo>
                <a:lnTo>
                  <a:pt x="1622252" y="297092"/>
                </a:lnTo>
                <a:moveTo>
                  <a:pt x="1444185" y="479825"/>
                </a:moveTo>
                <a:lnTo>
                  <a:pt x="1556574" y="416322"/>
                </a:lnTo>
                <a:moveTo>
                  <a:pt x="2358376" y="312628"/>
                </a:moveTo>
                <a:lnTo>
                  <a:pt x="2396897" y="320992"/>
                </a:lnTo>
                <a:moveTo>
                  <a:pt x="376347" y="673603"/>
                </a:moveTo>
                <a:lnTo>
                  <a:pt x="368721" y="671210"/>
                </a:lnTo>
                <a:moveTo>
                  <a:pt x="460486" y="574658"/>
                </a:moveTo>
                <a:lnTo>
                  <a:pt x="423922" y="612474"/>
                </a:lnTo>
                <a:moveTo>
                  <a:pt x="1008904" y="1138875"/>
                </a:moveTo>
                <a:lnTo>
                  <a:pt x="912407" y="1062831"/>
                </a:lnTo>
                <a:moveTo>
                  <a:pt x="2241288" y="375866"/>
                </a:moveTo>
                <a:lnTo>
                  <a:pt x="2358376" y="312628"/>
                </a:lnTo>
                <a:moveTo>
                  <a:pt x="1826114" y="884531"/>
                </a:moveTo>
                <a:lnTo>
                  <a:pt x="1850429" y="869607"/>
                </a:lnTo>
                <a:moveTo>
                  <a:pt x="716569" y="472819"/>
                </a:moveTo>
                <a:lnTo>
                  <a:pt x="734316" y="478632"/>
                </a:lnTo>
                <a:moveTo>
                  <a:pt x="1735908" y="788078"/>
                </a:moveTo>
                <a:lnTo>
                  <a:pt x="1850429" y="869607"/>
                </a:lnTo>
                <a:moveTo>
                  <a:pt x="734316" y="478632"/>
                </a:moveTo>
                <a:lnTo>
                  <a:pt x="756253" y="474209"/>
                </a:lnTo>
                <a:moveTo>
                  <a:pt x="2120370" y="1135368"/>
                </a:moveTo>
                <a:lnTo>
                  <a:pt x="2131923" y="1161650"/>
                </a:lnTo>
                <a:moveTo>
                  <a:pt x="423922" y="612474"/>
                </a:moveTo>
                <a:lnTo>
                  <a:pt x="376347" y="673603"/>
                </a:lnTo>
                <a:moveTo>
                  <a:pt x="1736655" y="976104"/>
                </a:moveTo>
                <a:lnTo>
                  <a:pt x="1852415" y="916729"/>
                </a:lnTo>
                <a:moveTo>
                  <a:pt x="1307994" y="523909"/>
                </a:moveTo>
                <a:lnTo>
                  <a:pt x="1444185" y="479825"/>
                </a:lnTo>
                <a:moveTo>
                  <a:pt x="879343" y="1087338"/>
                </a:moveTo>
                <a:lnTo>
                  <a:pt x="949549" y="1095281"/>
                </a:lnTo>
                <a:moveTo>
                  <a:pt x="162912" y="474070"/>
                </a:moveTo>
                <a:lnTo>
                  <a:pt x="112909" y="409463"/>
                </a:lnTo>
                <a:moveTo>
                  <a:pt x="1214794" y="1291777"/>
                </a:moveTo>
                <a:lnTo>
                  <a:pt x="1228083" y="1316435"/>
                </a:lnTo>
                <a:moveTo>
                  <a:pt x="1826114" y="884531"/>
                </a:moveTo>
                <a:lnTo>
                  <a:pt x="1852415" y="916729"/>
                </a:lnTo>
                <a:moveTo>
                  <a:pt x="1826927" y="1093258"/>
                </a:moveTo>
                <a:lnTo>
                  <a:pt x="1819332" y="1246265"/>
                </a:lnTo>
                <a:moveTo>
                  <a:pt x="865319" y="544931"/>
                </a:moveTo>
                <a:lnTo>
                  <a:pt x="971335" y="618507"/>
                </a:lnTo>
                <a:moveTo>
                  <a:pt x="1736655" y="976104"/>
                </a:moveTo>
                <a:lnTo>
                  <a:pt x="1734028" y="978956"/>
                </a:lnTo>
                <a:moveTo>
                  <a:pt x="1733058" y="977692"/>
                </a:moveTo>
                <a:lnTo>
                  <a:pt x="1734028" y="978956"/>
                </a:lnTo>
                <a:moveTo>
                  <a:pt x="1733058" y="977692"/>
                </a:moveTo>
                <a:lnTo>
                  <a:pt x="1736655" y="976104"/>
                </a:lnTo>
                <a:moveTo>
                  <a:pt x="1649681" y="311322"/>
                </a:moveTo>
                <a:lnTo>
                  <a:pt x="1562200" y="411056"/>
                </a:lnTo>
                <a:moveTo>
                  <a:pt x="1826953" y="1237206"/>
                </a:moveTo>
                <a:lnTo>
                  <a:pt x="1826927" y="1093258"/>
                </a:lnTo>
                <a:moveTo>
                  <a:pt x="2396897" y="320992"/>
                </a:moveTo>
                <a:lnTo>
                  <a:pt x="2494741" y="402217"/>
                </a:lnTo>
                <a:moveTo>
                  <a:pt x="1819332" y="1246265"/>
                </a:moveTo>
                <a:lnTo>
                  <a:pt x="1782150" y="1235138"/>
                </a:lnTo>
                <a:moveTo>
                  <a:pt x="1221304" y="557338"/>
                </a:moveTo>
                <a:lnTo>
                  <a:pt x="1307994" y="523909"/>
                </a:lnTo>
                <a:moveTo>
                  <a:pt x="1736655" y="976104"/>
                </a:moveTo>
                <a:lnTo>
                  <a:pt x="1826114" y="884531"/>
                </a:lnTo>
                <a:moveTo>
                  <a:pt x="1733058" y="977692"/>
                </a:moveTo>
                <a:lnTo>
                  <a:pt x="1826114" y="884531"/>
                </a:lnTo>
                <a:moveTo>
                  <a:pt x="1177383" y="573587"/>
                </a:moveTo>
                <a:lnTo>
                  <a:pt x="1221304" y="557338"/>
                </a:lnTo>
                <a:moveTo>
                  <a:pt x="949549" y="1095281"/>
                </a:moveTo>
                <a:lnTo>
                  <a:pt x="1008904" y="1138875"/>
                </a:lnTo>
                <a:moveTo>
                  <a:pt x="2358376" y="312628"/>
                </a:moveTo>
                <a:lnTo>
                  <a:pt x="2379761" y="325483"/>
                </a:lnTo>
                <a:moveTo>
                  <a:pt x="1735908" y="788078"/>
                </a:moveTo>
                <a:lnTo>
                  <a:pt x="1826114" y="884531"/>
                </a:lnTo>
                <a:moveTo>
                  <a:pt x="1039406" y="615879"/>
                </a:moveTo>
                <a:lnTo>
                  <a:pt x="1177383" y="573587"/>
                </a:lnTo>
                <a:moveTo>
                  <a:pt x="2379761" y="325483"/>
                </a:moveTo>
                <a:lnTo>
                  <a:pt x="2396897" y="320992"/>
                </a:lnTo>
                <a:moveTo>
                  <a:pt x="2173427" y="488461"/>
                </a:moveTo>
                <a:lnTo>
                  <a:pt x="2241288" y="375866"/>
                </a:lnTo>
                <a:moveTo>
                  <a:pt x="971335" y="618507"/>
                </a:moveTo>
                <a:lnTo>
                  <a:pt x="1039406" y="615879"/>
                </a:lnTo>
                <a:moveTo>
                  <a:pt x="1640668" y="861606"/>
                </a:moveTo>
                <a:lnTo>
                  <a:pt x="1709205" y="773137"/>
                </a:lnTo>
                <a:moveTo>
                  <a:pt x="1241218" y="1333500"/>
                </a:moveTo>
                <a:lnTo>
                  <a:pt x="1228083" y="1316435"/>
                </a:lnTo>
                <a:moveTo>
                  <a:pt x="1463711" y="488253"/>
                </a:moveTo>
                <a:lnTo>
                  <a:pt x="1559266" y="414576"/>
                </a:lnTo>
                <a:moveTo>
                  <a:pt x="1463711" y="488253"/>
                </a:moveTo>
                <a:lnTo>
                  <a:pt x="1556574" y="416322"/>
                </a:lnTo>
                <a:moveTo>
                  <a:pt x="185430" y="459230"/>
                </a:moveTo>
                <a:lnTo>
                  <a:pt x="280453" y="384265"/>
                </a:lnTo>
                <a:moveTo>
                  <a:pt x="319557" y="797299"/>
                </a:moveTo>
                <a:lnTo>
                  <a:pt x="376347" y="673603"/>
                </a:lnTo>
                <a:moveTo>
                  <a:pt x="1444185" y="479825"/>
                </a:moveTo>
                <a:lnTo>
                  <a:pt x="1463711" y="488253"/>
                </a:lnTo>
                <a:moveTo>
                  <a:pt x="2379761" y="325483"/>
                </a:moveTo>
                <a:lnTo>
                  <a:pt x="2494741" y="402217"/>
                </a:lnTo>
                <a:moveTo>
                  <a:pt x="806350" y="1155662"/>
                </a:moveTo>
                <a:lnTo>
                  <a:pt x="899135" y="1241624"/>
                </a:lnTo>
                <a:moveTo>
                  <a:pt x="1008904" y="1138875"/>
                </a:moveTo>
                <a:lnTo>
                  <a:pt x="1129794" y="1198529"/>
                </a:lnTo>
                <a:moveTo>
                  <a:pt x="330919" y="419830"/>
                </a:moveTo>
                <a:lnTo>
                  <a:pt x="280453" y="384265"/>
                </a:lnTo>
                <a:moveTo>
                  <a:pt x="2494741" y="402217"/>
                </a:moveTo>
                <a:lnTo>
                  <a:pt x="2594919" y="481259"/>
                </a:lnTo>
                <a:moveTo>
                  <a:pt x="2078336" y="573754"/>
                </a:moveTo>
                <a:lnTo>
                  <a:pt x="2173427" y="488461"/>
                </a:lnTo>
                <a:moveTo>
                  <a:pt x="1665461" y="312829"/>
                </a:moveTo>
                <a:lnTo>
                  <a:pt x="1562200" y="411056"/>
                </a:lnTo>
                <a:moveTo>
                  <a:pt x="1980940" y="537534"/>
                </a:moveTo>
                <a:lnTo>
                  <a:pt x="2078336" y="573754"/>
                </a:lnTo>
                <a:moveTo>
                  <a:pt x="1665461" y="312829"/>
                </a:moveTo>
                <a:lnTo>
                  <a:pt x="1559266" y="414576"/>
                </a:lnTo>
                <a:moveTo>
                  <a:pt x="638474" y="548173"/>
                </a:moveTo>
                <a:lnTo>
                  <a:pt x="716569" y="472819"/>
                </a:lnTo>
                <a:moveTo>
                  <a:pt x="570032" y="506529"/>
                </a:moveTo>
                <a:lnTo>
                  <a:pt x="638474" y="548173"/>
                </a:lnTo>
                <a:moveTo>
                  <a:pt x="1640668" y="861606"/>
                </a:moveTo>
                <a:lnTo>
                  <a:pt x="1733058" y="977692"/>
                </a:lnTo>
                <a:moveTo>
                  <a:pt x="1651084" y="117286"/>
                </a:moveTo>
                <a:lnTo>
                  <a:pt x="1649240" y="119673"/>
                </a:lnTo>
                <a:moveTo>
                  <a:pt x="1872987" y="1117994"/>
                </a:moveTo>
                <a:lnTo>
                  <a:pt x="1971516" y="1101889"/>
                </a:lnTo>
                <a:moveTo>
                  <a:pt x="1640668" y="861606"/>
                </a:moveTo>
                <a:lnTo>
                  <a:pt x="1826114" y="884531"/>
                </a:lnTo>
                <a:moveTo>
                  <a:pt x="1640668" y="861606"/>
                </a:moveTo>
                <a:lnTo>
                  <a:pt x="1735908" y="788078"/>
                </a:lnTo>
                <a:moveTo>
                  <a:pt x="2101128" y="593019"/>
                </a:moveTo>
                <a:lnTo>
                  <a:pt x="2173427" y="488461"/>
                </a:lnTo>
                <a:moveTo>
                  <a:pt x="581010" y="601148"/>
                </a:moveTo>
                <a:lnTo>
                  <a:pt x="570032" y="506529"/>
                </a:lnTo>
                <a:moveTo>
                  <a:pt x="1971516" y="1101889"/>
                </a:moveTo>
                <a:lnTo>
                  <a:pt x="2047505" y="1112339"/>
                </a:lnTo>
                <a:moveTo>
                  <a:pt x="2468099" y="409556"/>
                </a:moveTo>
                <a:lnTo>
                  <a:pt x="2494741" y="402217"/>
                </a:lnTo>
                <a:moveTo>
                  <a:pt x="542532" y="632007"/>
                </a:moveTo>
                <a:lnTo>
                  <a:pt x="570032" y="506529"/>
                </a:lnTo>
                <a:moveTo>
                  <a:pt x="1129794" y="1198529"/>
                </a:moveTo>
                <a:lnTo>
                  <a:pt x="1214794" y="1291777"/>
                </a:lnTo>
                <a:moveTo>
                  <a:pt x="1595694" y="423514"/>
                </a:moveTo>
                <a:lnTo>
                  <a:pt x="1559266" y="414576"/>
                </a:lnTo>
                <a:moveTo>
                  <a:pt x="1692155" y="252315"/>
                </a:moveTo>
                <a:lnTo>
                  <a:pt x="1649681" y="311322"/>
                </a:lnTo>
                <a:moveTo>
                  <a:pt x="2047505" y="1112339"/>
                </a:moveTo>
                <a:lnTo>
                  <a:pt x="2120370" y="1135368"/>
                </a:lnTo>
                <a:moveTo>
                  <a:pt x="542532" y="632007"/>
                </a:moveTo>
                <a:lnTo>
                  <a:pt x="478076" y="561783"/>
                </a:lnTo>
                <a:moveTo>
                  <a:pt x="2078336" y="573754"/>
                </a:moveTo>
                <a:lnTo>
                  <a:pt x="2101128" y="593019"/>
                </a:lnTo>
                <a:moveTo>
                  <a:pt x="2558615" y="508063"/>
                </a:moveTo>
                <a:lnTo>
                  <a:pt x="2594919" y="481259"/>
                </a:lnTo>
                <a:moveTo>
                  <a:pt x="2379761" y="325483"/>
                </a:moveTo>
                <a:lnTo>
                  <a:pt x="2468099" y="409556"/>
                </a:lnTo>
                <a:moveTo>
                  <a:pt x="1665461" y="312829"/>
                </a:moveTo>
                <a:lnTo>
                  <a:pt x="1649681" y="311322"/>
                </a:lnTo>
                <a:moveTo>
                  <a:pt x="2173427" y="488461"/>
                </a:moveTo>
                <a:lnTo>
                  <a:pt x="2192617" y="494638"/>
                </a:lnTo>
                <a:moveTo>
                  <a:pt x="2320233" y="355655"/>
                </a:moveTo>
                <a:lnTo>
                  <a:pt x="2358376" y="312628"/>
                </a:lnTo>
                <a:moveTo>
                  <a:pt x="1872987" y="1117994"/>
                </a:moveTo>
                <a:lnTo>
                  <a:pt x="1826953" y="1237206"/>
                </a:lnTo>
                <a:moveTo>
                  <a:pt x="2260267" y="367309"/>
                </a:moveTo>
                <a:lnTo>
                  <a:pt x="2358376" y="312628"/>
                </a:lnTo>
                <a:moveTo>
                  <a:pt x="330919" y="419830"/>
                </a:moveTo>
                <a:lnTo>
                  <a:pt x="185430" y="459230"/>
                </a:lnTo>
                <a:moveTo>
                  <a:pt x="423922" y="612474"/>
                </a:moveTo>
                <a:lnTo>
                  <a:pt x="452871" y="727535"/>
                </a:lnTo>
                <a:moveTo>
                  <a:pt x="871778" y="1057322"/>
                </a:moveTo>
                <a:lnTo>
                  <a:pt x="879343" y="1087338"/>
                </a:lnTo>
                <a:moveTo>
                  <a:pt x="2468099" y="409556"/>
                </a:moveTo>
                <a:lnTo>
                  <a:pt x="2594919" y="481259"/>
                </a:lnTo>
                <a:moveTo>
                  <a:pt x="1501511" y="509718"/>
                </a:moveTo>
                <a:lnTo>
                  <a:pt x="1559266" y="414576"/>
                </a:lnTo>
                <a:moveTo>
                  <a:pt x="1649240" y="119673"/>
                </a:moveTo>
                <a:lnTo>
                  <a:pt x="1692155" y="252315"/>
                </a:lnTo>
                <a:moveTo>
                  <a:pt x="1180614" y="1132883"/>
                </a:moveTo>
                <a:lnTo>
                  <a:pt x="1129794" y="1198529"/>
                </a:lnTo>
                <a:moveTo>
                  <a:pt x="460486" y="574658"/>
                </a:moveTo>
                <a:lnTo>
                  <a:pt x="452871" y="727535"/>
                </a:lnTo>
                <a:moveTo>
                  <a:pt x="871778" y="1057322"/>
                </a:moveTo>
                <a:lnTo>
                  <a:pt x="949549" y="1095281"/>
                </a:lnTo>
                <a:moveTo>
                  <a:pt x="542532" y="632007"/>
                </a:moveTo>
                <a:lnTo>
                  <a:pt x="460486" y="574658"/>
                </a:lnTo>
                <a:moveTo>
                  <a:pt x="162912" y="474070"/>
                </a:moveTo>
                <a:lnTo>
                  <a:pt x="185430" y="459230"/>
                </a:lnTo>
                <a:moveTo>
                  <a:pt x="957892" y="593994"/>
                </a:moveTo>
                <a:lnTo>
                  <a:pt x="865319" y="544931"/>
                </a:lnTo>
                <a:moveTo>
                  <a:pt x="203315" y="472524"/>
                </a:moveTo>
                <a:lnTo>
                  <a:pt x="185430" y="459230"/>
                </a:lnTo>
                <a:moveTo>
                  <a:pt x="537052" y="642295"/>
                </a:moveTo>
                <a:lnTo>
                  <a:pt x="460486" y="574658"/>
                </a:lnTo>
                <a:moveTo>
                  <a:pt x="2260267" y="367309"/>
                </a:moveTo>
                <a:lnTo>
                  <a:pt x="2241288" y="375866"/>
                </a:lnTo>
                <a:moveTo>
                  <a:pt x="1338290" y="526700"/>
                </a:moveTo>
                <a:lnTo>
                  <a:pt x="1444185" y="479825"/>
                </a:lnTo>
                <a:moveTo>
                  <a:pt x="955226" y="1073388"/>
                </a:moveTo>
                <a:lnTo>
                  <a:pt x="949549" y="1095281"/>
                </a:lnTo>
                <a:moveTo>
                  <a:pt x="1401607" y="524282"/>
                </a:moveTo>
                <a:lnTo>
                  <a:pt x="1444185" y="479825"/>
                </a:lnTo>
                <a:moveTo>
                  <a:pt x="376347" y="673603"/>
                </a:moveTo>
                <a:lnTo>
                  <a:pt x="452871" y="727535"/>
                </a:lnTo>
                <a:moveTo>
                  <a:pt x="1185415" y="554692"/>
                </a:moveTo>
                <a:lnTo>
                  <a:pt x="1307994" y="523909"/>
                </a:lnTo>
                <a:moveTo>
                  <a:pt x="638474" y="548173"/>
                </a:moveTo>
                <a:lnTo>
                  <a:pt x="734316" y="478632"/>
                </a:lnTo>
                <a:moveTo>
                  <a:pt x="1338290" y="526700"/>
                </a:moveTo>
                <a:lnTo>
                  <a:pt x="1307994" y="523909"/>
                </a:lnTo>
                <a:moveTo>
                  <a:pt x="1185890" y="554531"/>
                </a:moveTo>
                <a:lnTo>
                  <a:pt x="1307994" y="523909"/>
                </a:lnTo>
                <a:moveTo>
                  <a:pt x="1016291" y="1094864"/>
                </a:moveTo>
                <a:lnTo>
                  <a:pt x="949549" y="1095281"/>
                </a:lnTo>
                <a:moveTo>
                  <a:pt x="1185415" y="554692"/>
                </a:moveTo>
                <a:lnTo>
                  <a:pt x="1221304" y="557338"/>
                </a:lnTo>
                <a:moveTo>
                  <a:pt x="1826953" y="1237206"/>
                </a:moveTo>
                <a:lnTo>
                  <a:pt x="1819332" y="1246265"/>
                </a:lnTo>
                <a:moveTo>
                  <a:pt x="1177383" y="573587"/>
                </a:moveTo>
                <a:lnTo>
                  <a:pt x="1185415" y="554692"/>
                </a:lnTo>
                <a:moveTo>
                  <a:pt x="1820652" y="1246157"/>
                </a:moveTo>
                <a:lnTo>
                  <a:pt x="1819332" y="1246265"/>
                </a:lnTo>
                <a:moveTo>
                  <a:pt x="203315" y="472524"/>
                </a:moveTo>
                <a:lnTo>
                  <a:pt x="330919" y="419830"/>
                </a:lnTo>
                <a:moveTo>
                  <a:pt x="1129794" y="1198529"/>
                </a:moveTo>
                <a:lnTo>
                  <a:pt x="1269858" y="1222963"/>
                </a:lnTo>
                <a:moveTo>
                  <a:pt x="1182916" y="556174"/>
                </a:moveTo>
                <a:lnTo>
                  <a:pt x="1177383" y="573587"/>
                </a:lnTo>
                <a:moveTo>
                  <a:pt x="1826953" y="1237206"/>
                </a:moveTo>
                <a:lnTo>
                  <a:pt x="1820652" y="1246157"/>
                </a:lnTo>
                <a:moveTo>
                  <a:pt x="957892" y="593994"/>
                </a:moveTo>
                <a:lnTo>
                  <a:pt x="971335" y="618507"/>
                </a:lnTo>
                <a:moveTo>
                  <a:pt x="2468099" y="409556"/>
                </a:moveTo>
                <a:lnTo>
                  <a:pt x="2558615" y="508063"/>
                </a:lnTo>
                <a:moveTo>
                  <a:pt x="1050948" y="599866"/>
                </a:moveTo>
                <a:lnTo>
                  <a:pt x="1177383" y="573587"/>
                </a:lnTo>
                <a:moveTo>
                  <a:pt x="1910187" y="1143685"/>
                </a:moveTo>
                <a:lnTo>
                  <a:pt x="1971516" y="1101889"/>
                </a:lnTo>
                <a:moveTo>
                  <a:pt x="957892" y="593994"/>
                </a:moveTo>
                <a:lnTo>
                  <a:pt x="1039406" y="615879"/>
                </a:lnTo>
                <a:moveTo>
                  <a:pt x="1910187" y="1143685"/>
                </a:moveTo>
                <a:lnTo>
                  <a:pt x="1872987" y="1117994"/>
                </a:lnTo>
                <a:moveTo>
                  <a:pt x="162912" y="474070"/>
                </a:moveTo>
                <a:lnTo>
                  <a:pt x="203315" y="472524"/>
                </a:lnTo>
                <a:moveTo>
                  <a:pt x="1016291" y="1094864"/>
                </a:moveTo>
                <a:lnTo>
                  <a:pt x="1008904" y="1138875"/>
                </a:lnTo>
                <a:moveTo>
                  <a:pt x="2260267" y="367309"/>
                </a:moveTo>
                <a:lnTo>
                  <a:pt x="2173427" y="488461"/>
                </a:lnTo>
                <a:moveTo>
                  <a:pt x="1214794" y="1291777"/>
                </a:moveTo>
                <a:lnTo>
                  <a:pt x="1244615" y="1333500"/>
                </a:lnTo>
                <a:moveTo>
                  <a:pt x="1050948" y="599866"/>
                </a:moveTo>
                <a:lnTo>
                  <a:pt x="1039406" y="615879"/>
                </a:lnTo>
                <a:moveTo>
                  <a:pt x="1910187" y="1143685"/>
                </a:moveTo>
                <a:lnTo>
                  <a:pt x="2047505" y="1112339"/>
                </a:lnTo>
                <a:moveTo>
                  <a:pt x="2101128" y="593019"/>
                </a:moveTo>
                <a:lnTo>
                  <a:pt x="2192617" y="494638"/>
                </a:lnTo>
                <a:moveTo>
                  <a:pt x="2320233" y="355655"/>
                </a:moveTo>
                <a:lnTo>
                  <a:pt x="2379761" y="325483"/>
                </a:lnTo>
                <a:moveTo>
                  <a:pt x="1649240" y="119673"/>
                </a:moveTo>
                <a:lnTo>
                  <a:pt x="1738037" y="192186"/>
                </a:lnTo>
                <a:moveTo>
                  <a:pt x="359049" y="810458"/>
                </a:moveTo>
                <a:lnTo>
                  <a:pt x="376347" y="673603"/>
                </a:lnTo>
                <a:moveTo>
                  <a:pt x="1651084" y="117286"/>
                </a:moveTo>
                <a:lnTo>
                  <a:pt x="1738037" y="192186"/>
                </a:lnTo>
                <a:moveTo>
                  <a:pt x="1692155" y="252315"/>
                </a:moveTo>
                <a:lnTo>
                  <a:pt x="1665461" y="312829"/>
                </a:lnTo>
                <a:moveTo>
                  <a:pt x="1269858" y="1222963"/>
                </a:moveTo>
                <a:lnTo>
                  <a:pt x="1214794" y="1291777"/>
                </a:lnTo>
                <a:moveTo>
                  <a:pt x="1016291" y="1094864"/>
                </a:moveTo>
                <a:lnTo>
                  <a:pt x="1129794" y="1198529"/>
                </a:lnTo>
                <a:moveTo>
                  <a:pt x="1915447" y="568531"/>
                </a:moveTo>
                <a:lnTo>
                  <a:pt x="1980940" y="537534"/>
                </a:lnTo>
                <a:moveTo>
                  <a:pt x="1910187" y="1143685"/>
                </a:moveTo>
                <a:lnTo>
                  <a:pt x="1826953" y="1237206"/>
                </a:lnTo>
                <a:moveTo>
                  <a:pt x="2443225" y="413342"/>
                </a:moveTo>
                <a:lnTo>
                  <a:pt x="2379761" y="325483"/>
                </a:lnTo>
                <a:moveTo>
                  <a:pt x="1915447" y="568531"/>
                </a:moveTo>
                <a:lnTo>
                  <a:pt x="2078336" y="573754"/>
                </a:lnTo>
                <a:moveTo>
                  <a:pt x="1401607" y="524282"/>
                </a:moveTo>
                <a:lnTo>
                  <a:pt x="1463711" y="488253"/>
                </a:lnTo>
                <a:moveTo>
                  <a:pt x="1501511" y="509718"/>
                </a:moveTo>
                <a:lnTo>
                  <a:pt x="1463711" y="488253"/>
                </a:lnTo>
                <a:moveTo>
                  <a:pt x="1899444" y="547437"/>
                </a:moveTo>
                <a:lnTo>
                  <a:pt x="1980940" y="537534"/>
                </a:lnTo>
                <a:moveTo>
                  <a:pt x="1180614" y="1132883"/>
                </a:moveTo>
                <a:lnTo>
                  <a:pt x="1269858" y="1222963"/>
                </a:lnTo>
                <a:moveTo>
                  <a:pt x="319557" y="797299"/>
                </a:moveTo>
                <a:lnTo>
                  <a:pt x="359049" y="810458"/>
                </a:lnTo>
                <a:moveTo>
                  <a:pt x="356988" y="810843"/>
                </a:moveTo>
                <a:lnTo>
                  <a:pt x="319557" y="797299"/>
                </a:lnTo>
                <a:moveTo>
                  <a:pt x="1738037" y="192186"/>
                </a:moveTo>
                <a:lnTo>
                  <a:pt x="1692155" y="252315"/>
                </a:lnTo>
                <a:moveTo>
                  <a:pt x="2005772" y="665777"/>
                </a:moveTo>
                <a:lnTo>
                  <a:pt x="2101128" y="593019"/>
                </a:lnTo>
                <a:moveTo>
                  <a:pt x="725714" y="1023901"/>
                </a:moveTo>
                <a:lnTo>
                  <a:pt x="724561" y="1024003"/>
                </a:lnTo>
                <a:moveTo>
                  <a:pt x="717286" y="1029121"/>
                </a:moveTo>
                <a:lnTo>
                  <a:pt x="724561" y="1024003"/>
                </a:lnTo>
                <a:moveTo>
                  <a:pt x="1915447" y="568531"/>
                </a:moveTo>
                <a:lnTo>
                  <a:pt x="2101128" y="593019"/>
                </a:lnTo>
                <a:moveTo>
                  <a:pt x="1595694" y="423514"/>
                </a:moveTo>
                <a:lnTo>
                  <a:pt x="1665461" y="312829"/>
                </a:lnTo>
                <a:moveTo>
                  <a:pt x="717286" y="1029121"/>
                </a:moveTo>
                <a:lnTo>
                  <a:pt x="725714" y="1023901"/>
                </a:lnTo>
                <a:moveTo>
                  <a:pt x="1247196" y="1051538"/>
                </a:moveTo>
                <a:lnTo>
                  <a:pt x="1180614" y="1132883"/>
                </a:lnTo>
                <a:moveTo>
                  <a:pt x="2260267" y="367309"/>
                </a:moveTo>
                <a:lnTo>
                  <a:pt x="2192617" y="494638"/>
                </a:lnTo>
                <a:moveTo>
                  <a:pt x="1137355" y="1075365"/>
                </a:moveTo>
                <a:lnTo>
                  <a:pt x="1180614" y="1132883"/>
                </a:lnTo>
                <a:moveTo>
                  <a:pt x="1016291" y="1094864"/>
                </a:moveTo>
                <a:lnTo>
                  <a:pt x="1180614" y="1132883"/>
                </a:lnTo>
                <a:moveTo>
                  <a:pt x="871778" y="1057322"/>
                </a:moveTo>
                <a:lnTo>
                  <a:pt x="724561" y="1024003"/>
                </a:lnTo>
                <a:moveTo>
                  <a:pt x="641443" y="550544"/>
                </a:moveTo>
                <a:lnTo>
                  <a:pt x="638474" y="548173"/>
                </a:lnTo>
                <a:moveTo>
                  <a:pt x="2208080" y="495621"/>
                </a:moveTo>
                <a:lnTo>
                  <a:pt x="2101128" y="593019"/>
                </a:lnTo>
                <a:moveTo>
                  <a:pt x="2443225" y="413342"/>
                </a:moveTo>
                <a:lnTo>
                  <a:pt x="2468099" y="409556"/>
                </a:lnTo>
                <a:moveTo>
                  <a:pt x="725714" y="1023901"/>
                </a:moveTo>
                <a:lnTo>
                  <a:pt x="871778" y="1057322"/>
                </a:lnTo>
                <a:moveTo>
                  <a:pt x="2067100" y="1104401"/>
                </a:moveTo>
                <a:lnTo>
                  <a:pt x="2047505" y="1112339"/>
                </a:lnTo>
                <a:moveTo>
                  <a:pt x="581010" y="601148"/>
                </a:moveTo>
                <a:lnTo>
                  <a:pt x="638474" y="548173"/>
                </a:lnTo>
                <a:moveTo>
                  <a:pt x="2242627" y="428299"/>
                </a:moveTo>
                <a:lnTo>
                  <a:pt x="2192617" y="494638"/>
                </a:lnTo>
                <a:moveTo>
                  <a:pt x="1937406" y="1154999"/>
                </a:moveTo>
                <a:lnTo>
                  <a:pt x="2047505" y="1112339"/>
                </a:lnTo>
                <a:moveTo>
                  <a:pt x="581010" y="601148"/>
                </a:moveTo>
                <a:lnTo>
                  <a:pt x="641443" y="550544"/>
                </a:lnTo>
                <a:moveTo>
                  <a:pt x="1921717" y="383060"/>
                </a:moveTo>
                <a:lnTo>
                  <a:pt x="1920054" y="387464"/>
                </a:lnTo>
                <a:moveTo>
                  <a:pt x="1247196" y="1051538"/>
                </a:moveTo>
                <a:lnTo>
                  <a:pt x="1269858" y="1222963"/>
                </a:lnTo>
                <a:moveTo>
                  <a:pt x="545126" y="634233"/>
                </a:moveTo>
                <a:lnTo>
                  <a:pt x="641443" y="550544"/>
                </a:lnTo>
                <a:moveTo>
                  <a:pt x="2520112" y="514184"/>
                </a:moveTo>
                <a:lnTo>
                  <a:pt x="2558615" y="508063"/>
                </a:lnTo>
                <a:moveTo>
                  <a:pt x="871778" y="1057322"/>
                </a:moveTo>
                <a:lnTo>
                  <a:pt x="955226" y="1073388"/>
                </a:lnTo>
                <a:moveTo>
                  <a:pt x="2208080" y="495621"/>
                </a:moveTo>
                <a:lnTo>
                  <a:pt x="2192617" y="494638"/>
                </a:lnTo>
                <a:moveTo>
                  <a:pt x="1918111" y="382849"/>
                </a:moveTo>
                <a:lnTo>
                  <a:pt x="1921717" y="383060"/>
                </a:lnTo>
                <a:moveTo>
                  <a:pt x="1918111" y="382849"/>
                </a:moveTo>
                <a:lnTo>
                  <a:pt x="1920054" y="387464"/>
                </a:lnTo>
                <a:moveTo>
                  <a:pt x="1501511" y="509718"/>
                </a:moveTo>
                <a:lnTo>
                  <a:pt x="1595694" y="423514"/>
                </a:lnTo>
                <a:moveTo>
                  <a:pt x="542532" y="632007"/>
                </a:moveTo>
                <a:lnTo>
                  <a:pt x="581010" y="601148"/>
                </a:lnTo>
                <a:moveTo>
                  <a:pt x="2520112" y="514184"/>
                </a:moveTo>
                <a:lnTo>
                  <a:pt x="2468099" y="409556"/>
                </a:lnTo>
                <a:moveTo>
                  <a:pt x="545126" y="634233"/>
                </a:moveTo>
                <a:lnTo>
                  <a:pt x="581010" y="601148"/>
                </a:lnTo>
                <a:moveTo>
                  <a:pt x="2260267" y="367309"/>
                </a:moveTo>
                <a:lnTo>
                  <a:pt x="2320233" y="355655"/>
                </a:lnTo>
                <a:moveTo>
                  <a:pt x="1339264" y="1277812"/>
                </a:moveTo>
                <a:lnTo>
                  <a:pt x="1214794" y="1291777"/>
                </a:lnTo>
                <a:moveTo>
                  <a:pt x="1937406" y="1154999"/>
                </a:moveTo>
                <a:lnTo>
                  <a:pt x="1826953" y="1237206"/>
                </a:lnTo>
                <a:moveTo>
                  <a:pt x="2166988" y="635057"/>
                </a:moveTo>
                <a:lnTo>
                  <a:pt x="2101128" y="593019"/>
                </a:lnTo>
                <a:moveTo>
                  <a:pt x="537052" y="642295"/>
                </a:moveTo>
                <a:lnTo>
                  <a:pt x="452871" y="727535"/>
                </a:lnTo>
                <a:moveTo>
                  <a:pt x="1937406" y="1154999"/>
                </a:moveTo>
                <a:lnTo>
                  <a:pt x="1820652" y="1246157"/>
                </a:lnTo>
                <a:moveTo>
                  <a:pt x="537052" y="642295"/>
                </a:moveTo>
                <a:lnTo>
                  <a:pt x="542532" y="632007"/>
                </a:lnTo>
                <a:moveTo>
                  <a:pt x="545126" y="634233"/>
                </a:moveTo>
                <a:lnTo>
                  <a:pt x="542532" y="632007"/>
                </a:lnTo>
                <a:moveTo>
                  <a:pt x="955226" y="1073388"/>
                </a:moveTo>
                <a:lnTo>
                  <a:pt x="1016291" y="1094864"/>
                </a:lnTo>
                <a:moveTo>
                  <a:pt x="545126" y="634233"/>
                </a:moveTo>
                <a:lnTo>
                  <a:pt x="537052" y="642295"/>
                </a:lnTo>
                <a:moveTo>
                  <a:pt x="1339745" y="1310533"/>
                </a:moveTo>
                <a:lnTo>
                  <a:pt x="1214794" y="1291777"/>
                </a:lnTo>
                <a:moveTo>
                  <a:pt x="1344206" y="1133545"/>
                </a:moveTo>
                <a:lnTo>
                  <a:pt x="1269858" y="1222963"/>
                </a:lnTo>
                <a:moveTo>
                  <a:pt x="1185890" y="554531"/>
                </a:moveTo>
                <a:lnTo>
                  <a:pt x="1185415" y="554692"/>
                </a:lnTo>
                <a:moveTo>
                  <a:pt x="1182916" y="556174"/>
                </a:moveTo>
                <a:lnTo>
                  <a:pt x="1185415" y="554692"/>
                </a:lnTo>
                <a:moveTo>
                  <a:pt x="1185890" y="554531"/>
                </a:moveTo>
                <a:lnTo>
                  <a:pt x="1338290" y="526700"/>
                </a:lnTo>
                <a:moveTo>
                  <a:pt x="1137355" y="1075365"/>
                </a:moveTo>
                <a:lnTo>
                  <a:pt x="1247196" y="1051538"/>
                </a:lnTo>
                <a:moveTo>
                  <a:pt x="1338290" y="526700"/>
                </a:moveTo>
                <a:lnTo>
                  <a:pt x="1401607" y="524282"/>
                </a:lnTo>
                <a:moveTo>
                  <a:pt x="1182916" y="556174"/>
                </a:moveTo>
                <a:lnTo>
                  <a:pt x="1185890" y="554531"/>
                </a:lnTo>
                <a:moveTo>
                  <a:pt x="1016291" y="1094864"/>
                </a:moveTo>
                <a:lnTo>
                  <a:pt x="1137355" y="1075365"/>
                </a:lnTo>
                <a:moveTo>
                  <a:pt x="1401607" y="524282"/>
                </a:moveTo>
                <a:lnTo>
                  <a:pt x="1501511" y="509718"/>
                </a:lnTo>
                <a:moveTo>
                  <a:pt x="2242627" y="428299"/>
                </a:moveTo>
                <a:lnTo>
                  <a:pt x="2260267" y="367309"/>
                </a:lnTo>
                <a:moveTo>
                  <a:pt x="1185197" y="553244"/>
                </a:moveTo>
                <a:lnTo>
                  <a:pt x="1185890" y="554531"/>
                </a:lnTo>
                <a:moveTo>
                  <a:pt x="1270850" y="1026201"/>
                </a:moveTo>
                <a:lnTo>
                  <a:pt x="1247196" y="1051538"/>
                </a:lnTo>
                <a:moveTo>
                  <a:pt x="1185197" y="553244"/>
                </a:moveTo>
                <a:lnTo>
                  <a:pt x="1182916" y="556174"/>
                </a:lnTo>
                <a:moveTo>
                  <a:pt x="1137355" y="1075365"/>
                </a:moveTo>
                <a:lnTo>
                  <a:pt x="1270850" y="1026201"/>
                </a:lnTo>
                <a:moveTo>
                  <a:pt x="2320233" y="355655"/>
                </a:moveTo>
                <a:lnTo>
                  <a:pt x="2443225" y="413342"/>
                </a:lnTo>
                <a:moveTo>
                  <a:pt x="1050948" y="599866"/>
                </a:moveTo>
                <a:lnTo>
                  <a:pt x="1182916" y="556174"/>
                </a:lnTo>
                <a:moveTo>
                  <a:pt x="957892" y="593994"/>
                </a:moveTo>
                <a:lnTo>
                  <a:pt x="1050948" y="599866"/>
                </a:lnTo>
                <a:moveTo>
                  <a:pt x="2101128" y="593019"/>
                </a:moveTo>
                <a:lnTo>
                  <a:pt x="2093066" y="742933"/>
                </a:lnTo>
                <a:moveTo>
                  <a:pt x="1050948" y="599866"/>
                </a:moveTo>
                <a:lnTo>
                  <a:pt x="1185197" y="553244"/>
                </a:lnTo>
                <a:moveTo>
                  <a:pt x="1777225" y="216669"/>
                </a:moveTo>
                <a:lnTo>
                  <a:pt x="1692155" y="252315"/>
                </a:lnTo>
                <a:moveTo>
                  <a:pt x="1847362" y="1245353"/>
                </a:moveTo>
                <a:lnTo>
                  <a:pt x="1820652" y="1246157"/>
                </a:lnTo>
                <a:moveTo>
                  <a:pt x="1899444" y="547437"/>
                </a:moveTo>
                <a:lnTo>
                  <a:pt x="1920054" y="387464"/>
                </a:lnTo>
                <a:moveTo>
                  <a:pt x="1915447" y="568531"/>
                </a:moveTo>
                <a:lnTo>
                  <a:pt x="2005772" y="665777"/>
                </a:lnTo>
                <a:moveTo>
                  <a:pt x="474249" y="744180"/>
                </a:moveTo>
                <a:lnTo>
                  <a:pt x="452871" y="727535"/>
                </a:lnTo>
                <a:moveTo>
                  <a:pt x="537052" y="642295"/>
                </a:moveTo>
                <a:lnTo>
                  <a:pt x="474249" y="744180"/>
                </a:lnTo>
                <a:moveTo>
                  <a:pt x="359049" y="810458"/>
                </a:moveTo>
                <a:lnTo>
                  <a:pt x="452871" y="727535"/>
                </a:lnTo>
                <a:moveTo>
                  <a:pt x="1247196" y="1051538"/>
                </a:moveTo>
                <a:lnTo>
                  <a:pt x="1344206" y="1133545"/>
                </a:lnTo>
                <a:moveTo>
                  <a:pt x="1937406" y="1154999"/>
                </a:moveTo>
                <a:lnTo>
                  <a:pt x="1910187" y="1143685"/>
                </a:lnTo>
                <a:moveTo>
                  <a:pt x="1777225" y="216669"/>
                </a:moveTo>
                <a:lnTo>
                  <a:pt x="1665461" y="312829"/>
                </a:lnTo>
                <a:moveTo>
                  <a:pt x="1339745" y="1310533"/>
                </a:moveTo>
                <a:lnTo>
                  <a:pt x="1325944" y="1333500"/>
                </a:lnTo>
                <a:moveTo>
                  <a:pt x="1094190" y="451483"/>
                </a:moveTo>
                <a:lnTo>
                  <a:pt x="1185197" y="553244"/>
                </a:lnTo>
                <a:moveTo>
                  <a:pt x="1247196" y="1051538"/>
                </a:moveTo>
                <a:lnTo>
                  <a:pt x="1360123" y="1116473"/>
                </a:lnTo>
                <a:moveTo>
                  <a:pt x="1270850" y="1026201"/>
                </a:moveTo>
                <a:lnTo>
                  <a:pt x="1360123" y="1116473"/>
                </a:lnTo>
                <a:moveTo>
                  <a:pt x="1001464" y="541666"/>
                </a:moveTo>
                <a:lnTo>
                  <a:pt x="957892" y="593994"/>
                </a:lnTo>
                <a:moveTo>
                  <a:pt x="1001464" y="541666"/>
                </a:moveTo>
                <a:lnTo>
                  <a:pt x="1185197" y="553244"/>
                </a:lnTo>
                <a:moveTo>
                  <a:pt x="2242627" y="428299"/>
                </a:moveTo>
                <a:lnTo>
                  <a:pt x="2208080" y="495621"/>
                </a:lnTo>
                <a:moveTo>
                  <a:pt x="1339264" y="1277812"/>
                </a:moveTo>
                <a:lnTo>
                  <a:pt x="1269858" y="1222963"/>
                </a:lnTo>
                <a:moveTo>
                  <a:pt x="1270850" y="1026201"/>
                </a:moveTo>
                <a:lnTo>
                  <a:pt x="1362282" y="927444"/>
                </a:lnTo>
                <a:moveTo>
                  <a:pt x="1899444" y="547437"/>
                </a:moveTo>
                <a:lnTo>
                  <a:pt x="1915447" y="568531"/>
                </a:lnTo>
                <a:moveTo>
                  <a:pt x="1001464" y="541666"/>
                </a:moveTo>
                <a:lnTo>
                  <a:pt x="1050948" y="599866"/>
                </a:lnTo>
                <a:moveTo>
                  <a:pt x="1895917" y="580023"/>
                </a:moveTo>
                <a:lnTo>
                  <a:pt x="1915447" y="568531"/>
                </a:lnTo>
                <a:moveTo>
                  <a:pt x="1692013" y="311867"/>
                </a:moveTo>
                <a:lnTo>
                  <a:pt x="1665461" y="312829"/>
                </a:lnTo>
                <a:moveTo>
                  <a:pt x="474249" y="744180"/>
                </a:moveTo>
                <a:lnTo>
                  <a:pt x="359049" y="810458"/>
                </a:lnTo>
                <a:moveTo>
                  <a:pt x="1360123" y="1116473"/>
                </a:moveTo>
                <a:lnTo>
                  <a:pt x="1344206" y="1133545"/>
                </a:lnTo>
                <a:moveTo>
                  <a:pt x="1001464" y="541666"/>
                </a:moveTo>
                <a:lnTo>
                  <a:pt x="1094190" y="451483"/>
                </a:lnTo>
                <a:moveTo>
                  <a:pt x="955226" y="1073388"/>
                </a:moveTo>
                <a:lnTo>
                  <a:pt x="1085970" y="1007026"/>
                </a:lnTo>
                <a:moveTo>
                  <a:pt x="2443225" y="413342"/>
                </a:moveTo>
                <a:lnTo>
                  <a:pt x="2520112" y="514184"/>
                </a:lnTo>
                <a:moveTo>
                  <a:pt x="361212" y="811479"/>
                </a:moveTo>
                <a:lnTo>
                  <a:pt x="474249" y="744180"/>
                </a:lnTo>
                <a:moveTo>
                  <a:pt x="1777225" y="216669"/>
                </a:moveTo>
                <a:lnTo>
                  <a:pt x="1738037" y="192186"/>
                </a:lnTo>
                <a:moveTo>
                  <a:pt x="1895917" y="580023"/>
                </a:moveTo>
                <a:lnTo>
                  <a:pt x="1899444" y="547437"/>
                </a:lnTo>
                <a:moveTo>
                  <a:pt x="1275262" y="445434"/>
                </a:moveTo>
                <a:lnTo>
                  <a:pt x="1338290" y="526700"/>
                </a:lnTo>
                <a:moveTo>
                  <a:pt x="1270850" y="1026201"/>
                </a:moveTo>
                <a:lnTo>
                  <a:pt x="1451385" y="1016586"/>
                </a:lnTo>
                <a:moveTo>
                  <a:pt x="1085970" y="1007026"/>
                </a:moveTo>
                <a:lnTo>
                  <a:pt x="1137355" y="1075365"/>
                </a:lnTo>
                <a:moveTo>
                  <a:pt x="1085970" y="1007026"/>
                </a:moveTo>
                <a:lnTo>
                  <a:pt x="1016291" y="1094864"/>
                </a:lnTo>
                <a:moveTo>
                  <a:pt x="1275262" y="445434"/>
                </a:moveTo>
                <a:lnTo>
                  <a:pt x="1185890" y="554531"/>
                </a:lnTo>
                <a:moveTo>
                  <a:pt x="356988" y="810843"/>
                </a:moveTo>
                <a:lnTo>
                  <a:pt x="359049" y="810458"/>
                </a:lnTo>
                <a:moveTo>
                  <a:pt x="1275262" y="445434"/>
                </a:moveTo>
                <a:lnTo>
                  <a:pt x="1401607" y="524282"/>
                </a:lnTo>
                <a:moveTo>
                  <a:pt x="361212" y="811479"/>
                </a:moveTo>
                <a:lnTo>
                  <a:pt x="359049" y="810458"/>
                </a:lnTo>
                <a:moveTo>
                  <a:pt x="1185197" y="553244"/>
                </a:moveTo>
                <a:lnTo>
                  <a:pt x="1275262" y="445434"/>
                </a:lnTo>
                <a:moveTo>
                  <a:pt x="1085970" y="1007026"/>
                </a:moveTo>
                <a:lnTo>
                  <a:pt x="1270850" y="1026201"/>
                </a:lnTo>
                <a:moveTo>
                  <a:pt x="1603531" y="403787"/>
                </a:moveTo>
                <a:lnTo>
                  <a:pt x="1665461" y="312829"/>
                </a:lnTo>
                <a:moveTo>
                  <a:pt x="2183810" y="842955"/>
                </a:moveTo>
                <a:lnTo>
                  <a:pt x="2244620" y="921119"/>
                </a:lnTo>
                <a:moveTo>
                  <a:pt x="356988" y="810843"/>
                </a:moveTo>
                <a:lnTo>
                  <a:pt x="361212" y="811479"/>
                </a:lnTo>
                <a:moveTo>
                  <a:pt x="641443" y="550544"/>
                </a:moveTo>
                <a:lnTo>
                  <a:pt x="723969" y="613412"/>
                </a:lnTo>
                <a:moveTo>
                  <a:pt x="1959989" y="692860"/>
                </a:moveTo>
                <a:lnTo>
                  <a:pt x="2005772" y="665777"/>
                </a:lnTo>
                <a:moveTo>
                  <a:pt x="689326" y="1018196"/>
                </a:moveTo>
                <a:lnTo>
                  <a:pt x="725714" y="1023901"/>
                </a:lnTo>
                <a:moveTo>
                  <a:pt x="689326" y="1018196"/>
                </a:moveTo>
                <a:lnTo>
                  <a:pt x="717286" y="1029121"/>
                </a:lnTo>
                <a:moveTo>
                  <a:pt x="1362282" y="927444"/>
                </a:moveTo>
                <a:lnTo>
                  <a:pt x="1454119" y="831370"/>
                </a:lnTo>
                <a:moveTo>
                  <a:pt x="747696" y="1018356"/>
                </a:moveTo>
                <a:lnTo>
                  <a:pt x="725714" y="1023901"/>
                </a:lnTo>
                <a:moveTo>
                  <a:pt x="1959989" y="692860"/>
                </a:moveTo>
                <a:lnTo>
                  <a:pt x="1915447" y="568531"/>
                </a:lnTo>
                <a:moveTo>
                  <a:pt x="1178013" y="912311"/>
                </a:moveTo>
                <a:lnTo>
                  <a:pt x="1270850" y="1026201"/>
                </a:lnTo>
                <a:moveTo>
                  <a:pt x="880802" y="1011779"/>
                </a:moveTo>
                <a:lnTo>
                  <a:pt x="725714" y="1023901"/>
                </a:lnTo>
                <a:moveTo>
                  <a:pt x="2005772" y="665777"/>
                </a:moveTo>
                <a:lnTo>
                  <a:pt x="2093066" y="742933"/>
                </a:lnTo>
                <a:moveTo>
                  <a:pt x="1879824" y="319541"/>
                </a:moveTo>
                <a:lnTo>
                  <a:pt x="1921717" y="383060"/>
                </a:lnTo>
                <a:moveTo>
                  <a:pt x="2166988" y="635057"/>
                </a:moveTo>
                <a:lnTo>
                  <a:pt x="2208080" y="495621"/>
                </a:lnTo>
                <a:moveTo>
                  <a:pt x="1344206" y="1133545"/>
                </a:moveTo>
                <a:lnTo>
                  <a:pt x="1339264" y="1277812"/>
                </a:lnTo>
                <a:moveTo>
                  <a:pt x="1360123" y="1116473"/>
                </a:moveTo>
                <a:lnTo>
                  <a:pt x="1451385" y="1016586"/>
                </a:lnTo>
                <a:moveTo>
                  <a:pt x="1094190" y="451483"/>
                </a:moveTo>
                <a:lnTo>
                  <a:pt x="1275262" y="445434"/>
                </a:lnTo>
                <a:moveTo>
                  <a:pt x="1362282" y="927444"/>
                </a:moveTo>
                <a:lnTo>
                  <a:pt x="1451385" y="1016586"/>
                </a:lnTo>
                <a:moveTo>
                  <a:pt x="1034021" y="944169"/>
                </a:moveTo>
                <a:lnTo>
                  <a:pt x="955226" y="1073388"/>
                </a:lnTo>
                <a:moveTo>
                  <a:pt x="545126" y="634233"/>
                </a:moveTo>
                <a:lnTo>
                  <a:pt x="631567" y="705740"/>
                </a:lnTo>
                <a:moveTo>
                  <a:pt x="2084907" y="748744"/>
                </a:moveTo>
                <a:lnTo>
                  <a:pt x="2005772" y="665777"/>
                </a:lnTo>
                <a:moveTo>
                  <a:pt x="2279375" y="364913"/>
                </a:moveTo>
                <a:lnTo>
                  <a:pt x="2320233" y="355655"/>
                </a:lnTo>
                <a:moveTo>
                  <a:pt x="545126" y="634233"/>
                </a:moveTo>
                <a:lnTo>
                  <a:pt x="723969" y="613412"/>
                </a:lnTo>
                <a:moveTo>
                  <a:pt x="2279375" y="364913"/>
                </a:moveTo>
                <a:lnTo>
                  <a:pt x="2260267" y="367309"/>
                </a:lnTo>
                <a:moveTo>
                  <a:pt x="880802" y="1011779"/>
                </a:moveTo>
                <a:lnTo>
                  <a:pt x="871778" y="1057322"/>
                </a:lnTo>
                <a:moveTo>
                  <a:pt x="1603531" y="403787"/>
                </a:moveTo>
                <a:lnTo>
                  <a:pt x="1595694" y="423514"/>
                </a:lnTo>
                <a:moveTo>
                  <a:pt x="537052" y="642295"/>
                </a:moveTo>
                <a:lnTo>
                  <a:pt x="539008" y="797034"/>
                </a:lnTo>
                <a:moveTo>
                  <a:pt x="545126" y="634233"/>
                </a:moveTo>
                <a:lnTo>
                  <a:pt x="539008" y="797034"/>
                </a:lnTo>
                <a:moveTo>
                  <a:pt x="1334176" y="377491"/>
                </a:moveTo>
                <a:lnTo>
                  <a:pt x="1401607" y="524282"/>
                </a:lnTo>
                <a:moveTo>
                  <a:pt x="1879824" y="319541"/>
                </a:moveTo>
                <a:lnTo>
                  <a:pt x="1918111" y="382849"/>
                </a:lnTo>
                <a:moveTo>
                  <a:pt x="1937406" y="1154999"/>
                </a:moveTo>
                <a:lnTo>
                  <a:pt x="2067100" y="1104401"/>
                </a:lnTo>
                <a:moveTo>
                  <a:pt x="2287723" y="756114"/>
                </a:moveTo>
                <a:lnTo>
                  <a:pt x="2244620" y="921119"/>
                </a:lnTo>
                <a:moveTo>
                  <a:pt x="880802" y="1011779"/>
                </a:moveTo>
                <a:lnTo>
                  <a:pt x="955226" y="1073388"/>
                </a:lnTo>
                <a:moveTo>
                  <a:pt x="1344206" y="1133545"/>
                </a:moveTo>
                <a:lnTo>
                  <a:pt x="1355946" y="1292131"/>
                </a:lnTo>
                <a:moveTo>
                  <a:pt x="2249514" y="767476"/>
                </a:moveTo>
                <a:lnTo>
                  <a:pt x="2244620" y="921119"/>
                </a:lnTo>
                <a:moveTo>
                  <a:pt x="1895917" y="580023"/>
                </a:moveTo>
                <a:lnTo>
                  <a:pt x="1959989" y="692860"/>
                </a:lnTo>
                <a:moveTo>
                  <a:pt x="1178013" y="912311"/>
                </a:moveTo>
                <a:lnTo>
                  <a:pt x="1362282" y="927444"/>
                </a:lnTo>
                <a:moveTo>
                  <a:pt x="1360123" y="1116473"/>
                </a:moveTo>
                <a:lnTo>
                  <a:pt x="1355946" y="1292131"/>
                </a:lnTo>
                <a:moveTo>
                  <a:pt x="937099" y="1027626"/>
                </a:moveTo>
                <a:lnTo>
                  <a:pt x="955226" y="1073388"/>
                </a:lnTo>
                <a:moveTo>
                  <a:pt x="1285320" y="834863"/>
                </a:moveTo>
                <a:lnTo>
                  <a:pt x="1362282" y="927444"/>
                </a:lnTo>
                <a:moveTo>
                  <a:pt x="2279375" y="364913"/>
                </a:moveTo>
                <a:lnTo>
                  <a:pt x="2242627" y="428299"/>
                </a:lnTo>
                <a:moveTo>
                  <a:pt x="1230220" y="857520"/>
                </a:moveTo>
                <a:lnTo>
                  <a:pt x="1362282" y="927444"/>
                </a:lnTo>
                <a:moveTo>
                  <a:pt x="1512847" y="765781"/>
                </a:moveTo>
                <a:lnTo>
                  <a:pt x="1454119" y="831370"/>
                </a:lnTo>
                <a:moveTo>
                  <a:pt x="1363502" y="528862"/>
                </a:moveTo>
                <a:lnTo>
                  <a:pt x="1401607" y="524282"/>
                </a:lnTo>
                <a:moveTo>
                  <a:pt x="1363502" y="528862"/>
                </a:moveTo>
                <a:lnTo>
                  <a:pt x="1501511" y="509718"/>
                </a:lnTo>
                <a:moveTo>
                  <a:pt x="1880489" y="384554"/>
                </a:moveTo>
                <a:lnTo>
                  <a:pt x="1918111" y="382849"/>
                </a:lnTo>
                <a:moveTo>
                  <a:pt x="1419853" y="789118"/>
                </a:moveTo>
                <a:lnTo>
                  <a:pt x="1454119" y="831370"/>
                </a:lnTo>
                <a:moveTo>
                  <a:pt x="474249" y="744180"/>
                </a:moveTo>
                <a:lnTo>
                  <a:pt x="539008" y="797034"/>
                </a:lnTo>
                <a:moveTo>
                  <a:pt x="1538192" y="518911"/>
                </a:moveTo>
                <a:lnTo>
                  <a:pt x="1595694" y="423514"/>
                </a:lnTo>
                <a:moveTo>
                  <a:pt x="1844717" y="464978"/>
                </a:moveTo>
                <a:lnTo>
                  <a:pt x="1920054" y="387464"/>
                </a:lnTo>
                <a:moveTo>
                  <a:pt x="1285320" y="834863"/>
                </a:moveTo>
                <a:lnTo>
                  <a:pt x="1454119" y="831370"/>
                </a:lnTo>
                <a:moveTo>
                  <a:pt x="1847362" y="1245353"/>
                </a:moveTo>
                <a:lnTo>
                  <a:pt x="1937406" y="1154999"/>
                </a:lnTo>
                <a:moveTo>
                  <a:pt x="1362282" y="927444"/>
                </a:moveTo>
                <a:lnTo>
                  <a:pt x="1542297" y="914388"/>
                </a:lnTo>
                <a:moveTo>
                  <a:pt x="1349113" y="509965"/>
                </a:moveTo>
                <a:lnTo>
                  <a:pt x="1401607" y="524282"/>
                </a:lnTo>
                <a:moveTo>
                  <a:pt x="1339745" y="1310533"/>
                </a:moveTo>
                <a:lnTo>
                  <a:pt x="1339264" y="1277812"/>
                </a:lnTo>
                <a:moveTo>
                  <a:pt x="1844717" y="464978"/>
                </a:moveTo>
                <a:lnTo>
                  <a:pt x="1918111" y="382849"/>
                </a:lnTo>
                <a:moveTo>
                  <a:pt x="1085970" y="1007026"/>
                </a:moveTo>
                <a:lnTo>
                  <a:pt x="1178013" y="912311"/>
                </a:lnTo>
                <a:moveTo>
                  <a:pt x="2288056" y="367586"/>
                </a:moveTo>
                <a:lnTo>
                  <a:pt x="2242627" y="428299"/>
                </a:lnTo>
                <a:moveTo>
                  <a:pt x="2404231" y="412745"/>
                </a:moveTo>
                <a:lnTo>
                  <a:pt x="2320233" y="355655"/>
                </a:lnTo>
                <a:moveTo>
                  <a:pt x="2166988" y="635057"/>
                </a:moveTo>
                <a:lnTo>
                  <a:pt x="2093066" y="742933"/>
                </a:lnTo>
                <a:moveTo>
                  <a:pt x="1355946" y="1292131"/>
                </a:moveTo>
                <a:lnTo>
                  <a:pt x="1339264" y="1277812"/>
                </a:lnTo>
                <a:moveTo>
                  <a:pt x="1419853" y="789118"/>
                </a:moveTo>
                <a:lnTo>
                  <a:pt x="1512847" y="765781"/>
                </a:lnTo>
                <a:moveTo>
                  <a:pt x="1538192" y="518911"/>
                </a:moveTo>
                <a:lnTo>
                  <a:pt x="1501511" y="509718"/>
                </a:lnTo>
                <a:moveTo>
                  <a:pt x="2114113" y="721406"/>
                </a:moveTo>
                <a:lnTo>
                  <a:pt x="2166988" y="635057"/>
                </a:lnTo>
                <a:moveTo>
                  <a:pt x="1454119" y="831370"/>
                </a:moveTo>
                <a:lnTo>
                  <a:pt x="1542297" y="914388"/>
                </a:lnTo>
                <a:moveTo>
                  <a:pt x="1539283" y="531127"/>
                </a:moveTo>
                <a:lnTo>
                  <a:pt x="1501511" y="509718"/>
                </a:lnTo>
                <a:moveTo>
                  <a:pt x="2093066" y="742933"/>
                </a:moveTo>
                <a:lnTo>
                  <a:pt x="2183810" y="842955"/>
                </a:lnTo>
                <a:moveTo>
                  <a:pt x="2114113" y="721406"/>
                </a:moveTo>
                <a:lnTo>
                  <a:pt x="2183810" y="842955"/>
                </a:lnTo>
                <a:moveTo>
                  <a:pt x="1355946" y="1292131"/>
                </a:moveTo>
                <a:lnTo>
                  <a:pt x="1339745" y="1310533"/>
                </a:lnTo>
                <a:moveTo>
                  <a:pt x="1285320" y="834863"/>
                </a:moveTo>
                <a:lnTo>
                  <a:pt x="1419853" y="789118"/>
                </a:lnTo>
                <a:moveTo>
                  <a:pt x="997293" y="717364"/>
                </a:moveTo>
                <a:lnTo>
                  <a:pt x="1090180" y="628249"/>
                </a:lnTo>
                <a:moveTo>
                  <a:pt x="1140899" y="870695"/>
                </a:moveTo>
                <a:lnTo>
                  <a:pt x="1178013" y="912311"/>
                </a:lnTo>
                <a:moveTo>
                  <a:pt x="1230220" y="857520"/>
                </a:moveTo>
                <a:lnTo>
                  <a:pt x="1178013" y="912311"/>
                </a:lnTo>
                <a:moveTo>
                  <a:pt x="1959989" y="692860"/>
                </a:moveTo>
                <a:lnTo>
                  <a:pt x="2084907" y="748744"/>
                </a:lnTo>
                <a:moveTo>
                  <a:pt x="1451385" y="1016586"/>
                </a:moveTo>
                <a:lnTo>
                  <a:pt x="1542297" y="914388"/>
                </a:lnTo>
                <a:moveTo>
                  <a:pt x="2288056" y="367586"/>
                </a:moveTo>
                <a:lnTo>
                  <a:pt x="2208080" y="495621"/>
                </a:lnTo>
                <a:moveTo>
                  <a:pt x="1334176" y="377491"/>
                </a:moveTo>
                <a:lnTo>
                  <a:pt x="1275262" y="445434"/>
                </a:lnTo>
                <a:moveTo>
                  <a:pt x="2404231" y="412745"/>
                </a:moveTo>
                <a:lnTo>
                  <a:pt x="2443225" y="413342"/>
                </a:lnTo>
                <a:moveTo>
                  <a:pt x="1034021" y="944169"/>
                </a:moveTo>
                <a:lnTo>
                  <a:pt x="1085970" y="1007026"/>
                </a:lnTo>
                <a:moveTo>
                  <a:pt x="1230220" y="857520"/>
                </a:moveTo>
                <a:lnTo>
                  <a:pt x="1285320" y="834863"/>
                </a:lnTo>
                <a:moveTo>
                  <a:pt x="2114113" y="721406"/>
                </a:moveTo>
                <a:lnTo>
                  <a:pt x="2093066" y="742933"/>
                </a:lnTo>
                <a:moveTo>
                  <a:pt x="2184671" y="645320"/>
                </a:moveTo>
                <a:lnTo>
                  <a:pt x="2166988" y="635057"/>
                </a:lnTo>
                <a:moveTo>
                  <a:pt x="1692013" y="311867"/>
                </a:moveTo>
                <a:lnTo>
                  <a:pt x="1777225" y="216669"/>
                </a:lnTo>
                <a:moveTo>
                  <a:pt x="1140899" y="870695"/>
                </a:moveTo>
                <a:lnTo>
                  <a:pt x="1230220" y="857520"/>
                </a:lnTo>
                <a:moveTo>
                  <a:pt x="2249514" y="767476"/>
                </a:moveTo>
                <a:lnTo>
                  <a:pt x="2183810" y="842955"/>
                </a:lnTo>
                <a:moveTo>
                  <a:pt x="1844717" y="464978"/>
                </a:moveTo>
                <a:lnTo>
                  <a:pt x="1899444" y="547437"/>
                </a:lnTo>
                <a:moveTo>
                  <a:pt x="1512847" y="765781"/>
                </a:moveTo>
                <a:lnTo>
                  <a:pt x="1542297" y="914388"/>
                </a:lnTo>
                <a:moveTo>
                  <a:pt x="2084907" y="748744"/>
                </a:moveTo>
                <a:lnTo>
                  <a:pt x="2093066" y="742933"/>
                </a:lnTo>
                <a:moveTo>
                  <a:pt x="1339745" y="1310533"/>
                </a:moveTo>
                <a:lnTo>
                  <a:pt x="1365645" y="1333500"/>
                </a:lnTo>
                <a:moveTo>
                  <a:pt x="1544480" y="725514"/>
                </a:moveTo>
                <a:lnTo>
                  <a:pt x="1512847" y="765781"/>
                </a:lnTo>
                <a:moveTo>
                  <a:pt x="1544308" y="913904"/>
                </a:moveTo>
                <a:lnTo>
                  <a:pt x="1451385" y="1016586"/>
                </a:lnTo>
                <a:moveTo>
                  <a:pt x="1034021" y="944169"/>
                </a:moveTo>
                <a:lnTo>
                  <a:pt x="1178013" y="912311"/>
                </a:lnTo>
                <a:moveTo>
                  <a:pt x="1269705" y="815279"/>
                </a:moveTo>
                <a:lnTo>
                  <a:pt x="1285320" y="834863"/>
                </a:lnTo>
                <a:moveTo>
                  <a:pt x="1419853" y="789118"/>
                </a:moveTo>
                <a:lnTo>
                  <a:pt x="1544480" y="725514"/>
                </a:lnTo>
                <a:moveTo>
                  <a:pt x="1360123" y="1116473"/>
                </a:moveTo>
                <a:lnTo>
                  <a:pt x="1445895" y="1183546"/>
                </a:lnTo>
                <a:moveTo>
                  <a:pt x="1140899" y="870695"/>
                </a:moveTo>
                <a:lnTo>
                  <a:pt x="1269705" y="815279"/>
                </a:lnTo>
                <a:moveTo>
                  <a:pt x="1269705" y="815279"/>
                </a:moveTo>
                <a:lnTo>
                  <a:pt x="1230220" y="857520"/>
                </a:lnTo>
                <a:moveTo>
                  <a:pt x="1090180" y="628249"/>
                </a:moveTo>
                <a:lnTo>
                  <a:pt x="1178973" y="715344"/>
                </a:lnTo>
                <a:moveTo>
                  <a:pt x="1512847" y="765781"/>
                </a:moveTo>
                <a:lnTo>
                  <a:pt x="1552210" y="901748"/>
                </a:lnTo>
                <a:moveTo>
                  <a:pt x="2083779" y="922612"/>
                </a:moveTo>
                <a:lnTo>
                  <a:pt x="2067100" y="1104401"/>
                </a:lnTo>
                <a:moveTo>
                  <a:pt x="1034021" y="944169"/>
                </a:moveTo>
                <a:lnTo>
                  <a:pt x="1140899" y="870695"/>
                </a:lnTo>
                <a:moveTo>
                  <a:pt x="1339745" y="1310533"/>
                </a:moveTo>
                <a:lnTo>
                  <a:pt x="1374260" y="1333500"/>
                </a:lnTo>
                <a:moveTo>
                  <a:pt x="2114113" y="721406"/>
                </a:moveTo>
                <a:lnTo>
                  <a:pt x="2249514" y="767476"/>
                </a:lnTo>
                <a:moveTo>
                  <a:pt x="997293" y="717364"/>
                </a:moveTo>
                <a:lnTo>
                  <a:pt x="1086804" y="809216"/>
                </a:lnTo>
                <a:moveTo>
                  <a:pt x="444218" y="873541"/>
                </a:moveTo>
                <a:lnTo>
                  <a:pt x="474249" y="744180"/>
                </a:lnTo>
                <a:moveTo>
                  <a:pt x="1086804" y="809216"/>
                </a:moveTo>
                <a:lnTo>
                  <a:pt x="1140899" y="870695"/>
                </a:lnTo>
                <a:moveTo>
                  <a:pt x="2184671" y="645320"/>
                </a:moveTo>
                <a:lnTo>
                  <a:pt x="2114113" y="721406"/>
                </a:lnTo>
                <a:moveTo>
                  <a:pt x="1361399" y="718256"/>
                </a:moveTo>
                <a:lnTo>
                  <a:pt x="1419853" y="789118"/>
                </a:lnTo>
                <a:moveTo>
                  <a:pt x="997293" y="717364"/>
                </a:moveTo>
                <a:lnTo>
                  <a:pt x="1178973" y="715344"/>
                </a:lnTo>
                <a:moveTo>
                  <a:pt x="1355946" y="1292131"/>
                </a:moveTo>
                <a:lnTo>
                  <a:pt x="1397592" y="1333500"/>
                </a:lnTo>
                <a:moveTo>
                  <a:pt x="2237621" y="497654"/>
                </a:moveTo>
                <a:lnTo>
                  <a:pt x="2208080" y="495621"/>
                </a:lnTo>
                <a:moveTo>
                  <a:pt x="2487495" y="507618"/>
                </a:moveTo>
                <a:lnTo>
                  <a:pt x="2443225" y="413342"/>
                </a:lnTo>
                <a:moveTo>
                  <a:pt x="1361399" y="718256"/>
                </a:moveTo>
                <a:lnTo>
                  <a:pt x="1285320" y="834863"/>
                </a:lnTo>
                <a:moveTo>
                  <a:pt x="631567" y="705740"/>
                </a:moveTo>
                <a:lnTo>
                  <a:pt x="723969" y="613412"/>
                </a:lnTo>
                <a:moveTo>
                  <a:pt x="2089047" y="919643"/>
                </a:moveTo>
                <a:lnTo>
                  <a:pt x="2183810" y="842955"/>
                </a:lnTo>
                <a:moveTo>
                  <a:pt x="1086804" y="809216"/>
                </a:moveTo>
                <a:lnTo>
                  <a:pt x="1269705" y="815279"/>
                </a:lnTo>
                <a:moveTo>
                  <a:pt x="539008" y="797034"/>
                </a:moveTo>
                <a:lnTo>
                  <a:pt x="631567" y="705740"/>
                </a:lnTo>
                <a:moveTo>
                  <a:pt x="1090180" y="628249"/>
                </a:moveTo>
                <a:lnTo>
                  <a:pt x="1270708" y="618590"/>
                </a:lnTo>
                <a:moveTo>
                  <a:pt x="361212" y="811479"/>
                </a:moveTo>
                <a:lnTo>
                  <a:pt x="444218" y="873541"/>
                </a:lnTo>
                <a:moveTo>
                  <a:pt x="1366269" y="343858"/>
                </a:moveTo>
                <a:lnTo>
                  <a:pt x="1334176" y="377491"/>
                </a:lnTo>
                <a:moveTo>
                  <a:pt x="1086804" y="809216"/>
                </a:moveTo>
                <a:lnTo>
                  <a:pt x="1034021" y="944169"/>
                </a:lnTo>
                <a:moveTo>
                  <a:pt x="2249514" y="767476"/>
                </a:moveTo>
                <a:lnTo>
                  <a:pt x="2287723" y="756114"/>
                </a:lnTo>
                <a:moveTo>
                  <a:pt x="1178973" y="715344"/>
                </a:moveTo>
                <a:lnTo>
                  <a:pt x="1269705" y="815279"/>
                </a:lnTo>
                <a:moveTo>
                  <a:pt x="1493844" y="1043943"/>
                </a:moveTo>
                <a:lnTo>
                  <a:pt x="1451385" y="1016586"/>
                </a:lnTo>
                <a:moveTo>
                  <a:pt x="1451385" y="1016586"/>
                </a:moveTo>
                <a:lnTo>
                  <a:pt x="1445895" y="1183546"/>
                </a:lnTo>
                <a:moveTo>
                  <a:pt x="1269705" y="815279"/>
                </a:moveTo>
                <a:lnTo>
                  <a:pt x="1361399" y="718256"/>
                </a:lnTo>
                <a:moveTo>
                  <a:pt x="1815519" y="616340"/>
                </a:moveTo>
                <a:lnTo>
                  <a:pt x="1899444" y="547437"/>
                </a:lnTo>
                <a:moveTo>
                  <a:pt x="1552210" y="901748"/>
                </a:moveTo>
                <a:lnTo>
                  <a:pt x="1542297" y="914388"/>
                </a:lnTo>
                <a:moveTo>
                  <a:pt x="1603531" y="403787"/>
                </a:moveTo>
                <a:lnTo>
                  <a:pt x="1692013" y="311867"/>
                </a:lnTo>
                <a:moveTo>
                  <a:pt x="1086804" y="809216"/>
                </a:moveTo>
                <a:lnTo>
                  <a:pt x="1178973" y="715344"/>
                </a:lnTo>
                <a:moveTo>
                  <a:pt x="1139278" y="559924"/>
                </a:moveTo>
                <a:lnTo>
                  <a:pt x="1090180" y="628249"/>
                </a:lnTo>
                <a:moveTo>
                  <a:pt x="2093066" y="742933"/>
                </a:moveTo>
                <a:lnTo>
                  <a:pt x="2089047" y="919643"/>
                </a:lnTo>
                <a:moveTo>
                  <a:pt x="1054180" y="575521"/>
                </a:moveTo>
                <a:lnTo>
                  <a:pt x="1090180" y="628249"/>
                </a:lnTo>
                <a:moveTo>
                  <a:pt x="583866" y="1034727"/>
                </a:moveTo>
                <a:lnTo>
                  <a:pt x="689326" y="1018196"/>
                </a:lnTo>
                <a:moveTo>
                  <a:pt x="1544308" y="913904"/>
                </a:moveTo>
                <a:lnTo>
                  <a:pt x="1542297" y="914388"/>
                </a:lnTo>
                <a:moveTo>
                  <a:pt x="689326" y="1018196"/>
                </a:moveTo>
                <a:lnTo>
                  <a:pt x="747696" y="1018356"/>
                </a:lnTo>
                <a:moveTo>
                  <a:pt x="1361399" y="718256"/>
                </a:moveTo>
                <a:lnTo>
                  <a:pt x="1544480" y="725514"/>
                </a:lnTo>
                <a:moveTo>
                  <a:pt x="903077" y="797675"/>
                </a:moveTo>
                <a:lnTo>
                  <a:pt x="997293" y="717364"/>
                </a:lnTo>
                <a:moveTo>
                  <a:pt x="1224153" y="565309"/>
                </a:moveTo>
                <a:lnTo>
                  <a:pt x="1090180" y="628249"/>
                </a:lnTo>
                <a:moveTo>
                  <a:pt x="2082774" y="911894"/>
                </a:moveTo>
                <a:lnTo>
                  <a:pt x="2093066" y="742933"/>
                </a:lnTo>
                <a:moveTo>
                  <a:pt x="1816510" y="617565"/>
                </a:moveTo>
                <a:lnTo>
                  <a:pt x="1895917" y="580023"/>
                </a:lnTo>
                <a:moveTo>
                  <a:pt x="1815519" y="616340"/>
                </a:moveTo>
                <a:lnTo>
                  <a:pt x="1895917" y="580023"/>
                </a:lnTo>
                <a:moveTo>
                  <a:pt x="937099" y="1027626"/>
                </a:moveTo>
                <a:lnTo>
                  <a:pt x="1034021" y="944169"/>
                </a:lnTo>
                <a:moveTo>
                  <a:pt x="993731" y="897099"/>
                </a:moveTo>
                <a:lnTo>
                  <a:pt x="1034021" y="944169"/>
                </a:lnTo>
                <a:moveTo>
                  <a:pt x="2051553" y="1061226"/>
                </a:moveTo>
                <a:lnTo>
                  <a:pt x="2067100" y="1104401"/>
                </a:lnTo>
                <a:moveTo>
                  <a:pt x="747696" y="1018356"/>
                </a:moveTo>
                <a:lnTo>
                  <a:pt x="880802" y="1011779"/>
                </a:lnTo>
                <a:moveTo>
                  <a:pt x="993731" y="897099"/>
                </a:moveTo>
                <a:lnTo>
                  <a:pt x="1086804" y="809216"/>
                </a:lnTo>
                <a:moveTo>
                  <a:pt x="1453563" y="624348"/>
                </a:moveTo>
                <a:lnTo>
                  <a:pt x="1544480" y="725514"/>
                </a:lnTo>
                <a:moveTo>
                  <a:pt x="1552210" y="901748"/>
                </a:moveTo>
                <a:lnTo>
                  <a:pt x="1544308" y="913904"/>
                </a:lnTo>
                <a:moveTo>
                  <a:pt x="1178973" y="715344"/>
                </a:moveTo>
                <a:lnTo>
                  <a:pt x="1361399" y="718256"/>
                </a:lnTo>
                <a:moveTo>
                  <a:pt x="1054180" y="575521"/>
                </a:moveTo>
                <a:lnTo>
                  <a:pt x="997293" y="717364"/>
                </a:lnTo>
                <a:moveTo>
                  <a:pt x="2084907" y="748744"/>
                </a:moveTo>
                <a:lnTo>
                  <a:pt x="2082774" y="911894"/>
                </a:lnTo>
                <a:moveTo>
                  <a:pt x="2487495" y="507618"/>
                </a:moveTo>
                <a:lnTo>
                  <a:pt x="2520112" y="514184"/>
                </a:lnTo>
                <a:moveTo>
                  <a:pt x="1879824" y="319541"/>
                </a:moveTo>
                <a:lnTo>
                  <a:pt x="1880489" y="384554"/>
                </a:lnTo>
                <a:moveTo>
                  <a:pt x="906424" y="608008"/>
                </a:moveTo>
                <a:lnTo>
                  <a:pt x="997293" y="717364"/>
                </a:lnTo>
                <a:moveTo>
                  <a:pt x="1355946" y="1292131"/>
                </a:moveTo>
                <a:lnTo>
                  <a:pt x="1445895" y="1183546"/>
                </a:lnTo>
                <a:moveTo>
                  <a:pt x="895146" y="615630"/>
                </a:moveTo>
                <a:lnTo>
                  <a:pt x="997293" y="717364"/>
                </a:lnTo>
                <a:moveTo>
                  <a:pt x="2237621" y="497654"/>
                </a:moveTo>
                <a:lnTo>
                  <a:pt x="2166988" y="635057"/>
                </a:lnTo>
                <a:moveTo>
                  <a:pt x="1907499" y="719206"/>
                </a:moveTo>
                <a:lnTo>
                  <a:pt x="1959989" y="692860"/>
                </a:lnTo>
                <a:moveTo>
                  <a:pt x="812333" y="697659"/>
                </a:moveTo>
                <a:lnTo>
                  <a:pt x="997293" y="717364"/>
                </a:lnTo>
                <a:moveTo>
                  <a:pt x="880802" y="1011779"/>
                </a:moveTo>
                <a:lnTo>
                  <a:pt x="937099" y="1027626"/>
                </a:lnTo>
                <a:moveTo>
                  <a:pt x="1334176" y="377491"/>
                </a:moveTo>
                <a:lnTo>
                  <a:pt x="1349113" y="509965"/>
                </a:lnTo>
                <a:moveTo>
                  <a:pt x="427007" y="881017"/>
                </a:moveTo>
                <a:lnTo>
                  <a:pt x="356988" y="810843"/>
                </a:lnTo>
                <a:moveTo>
                  <a:pt x="427007" y="881017"/>
                </a:moveTo>
                <a:lnTo>
                  <a:pt x="361212" y="811479"/>
                </a:lnTo>
                <a:moveTo>
                  <a:pt x="903077" y="797675"/>
                </a:moveTo>
                <a:lnTo>
                  <a:pt x="1086804" y="809216"/>
                </a:lnTo>
                <a:moveTo>
                  <a:pt x="1361399" y="718256"/>
                </a:moveTo>
                <a:lnTo>
                  <a:pt x="1453563" y="624348"/>
                </a:lnTo>
                <a:moveTo>
                  <a:pt x="1178973" y="715344"/>
                </a:moveTo>
                <a:lnTo>
                  <a:pt x="1270708" y="618590"/>
                </a:lnTo>
                <a:moveTo>
                  <a:pt x="2288056" y="367586"/>
                </a:moveTo>
                <a:lnTo>
                  <a:pt x="2279375" y="364913"/>
                </a:lnTo>
                <a:moveTo>
                  <a:pt x="993731" y="897099"/>
                </a:moveTo>
                <a:lnTo>
                  <a:pt x="937099" y="1027626"/>
                </a:lnTo>
                <a:moveTo>
                  <a:pt x="1363502" y="528862"/>
                </a:moveTo>
                <a:lnTo>
                  <a:pt x="1453563" y="624348"/>
                </a:lnTo>
                <a:moveTo>
                  <a:pt x="1960868" y="1150937"/>
                </a:moveTo>
                <a:lnTo>
                  <a:pt x="2067100" y="1104401"/>
                </a:lnTo>
                <a:moveTo>
                  <a:pt x="1270708" y="618590"/>
                </a:moveTo>
                <a:lnTo>
                  <a:pt x="1361399" y="718256"/>
                </a:lnTo>
                <a:moveTo>
                  <a:pt x="631567" y="705740"/>
                </a:moveTo>
                <a:lnTo>
                  <a:pt x="812333" y="697659"/>
                </a:lnTo>
                <a:moveTo>
                  <a:pt x="723969" y="613412"/>
                </a:moveTo>
                <a:lnTo>
                  <a:pt x="812333" y="697659"/>
                </a:lnTo>
                <a:moveTo>
                  <a:pt x="1270708" y="618590"/>
                </a:moveTo>
                <a:lnTo>
                  <a:pt x="1363502" y="528862"/>
                </a:lnTo>
                <a:moveTo>
                  <a:pt x="1334176" y="377491"/>
                </a:moveTo>
                <a:lnTo>
                  <a:pt x="1362360" y="521294"/>
                </a:lnTo>
                <a:moveTo>
                  <a:pt x="1366269" y="343858"/>
                </a:moveTo>
                <a:lnTo>
                  <a:pt x="1454924" y="430036"/>
                </a:lnTo>
                <a:moveTo>
                  <a:pt x="1270708" y="618590"/>
                </a:moveTo>
                <a:lnTo>
                  <a:pt x="1453563" y="624348"/>
                </a:lnTo>
                <a:moveTo>
                  <a:pt x="1539283" y="531127"/>
                </a:moveTo>
                <a:lnTo>
                  <a:pt x="1544480" y="725514"/>
                </a:lnTo>
                <a:moveTo>
                  <a:pt x="1960868" y="1150937"/>
                </a:moveTo>
                <a:lnTo>
                  <a:pt x="1937406" y="1154999"/>
                </a:lnTo>
                <a:moveTo>
                  <a:pt x="1366269" y="343858"/>
                </a:moveTo>
                <a:lnTo>
                  <a:pt x="1547259" y="337263"/>
                </a:lnTo>
                <a:moveTo>
                  <a:pt x="1907499" y="719206"/>
                </a:moveTo>
                <a:lnTo>
                  <a:pt x="2084907" y="748744"/>
                </a:lnTo>
                <a:moveTo>
                  <a:pt x="903077" y="797675"/>
                </a:moveTo>
                <a:lnTo>
                  <a:pt x="993731" y="897099"/>
                </a:lnTo>
                <a:moveTo>
                  <a:pt x="1366269" y="343858"/>
                </a:moveTo>
                <a:lnTo>
                  <a:pt x="1362360" y="521294"/>
                </a:lnTo>
                <a:moveTo>
                  <a:pt x="1816510" y="617565"/>
                </a:moveTo>
                <a:lnTo>
                  <a:pt x="1959989" y="692860"/>
                </a:lnTo>
                <a:moveTo>
                  <a:pt x="1349113" y="509965"/>
                </a:moveTo>
                <a:lnTo>
                  <a:pt x="1363502" y="528862"/>
                </a:lnTo>
                <a:moveTo>
                  <a:pt x="2404231" y="412745"/>
                </a:moveTo>
                <a:lnTo>
                  <a:pt x="2279375" y="364913"/>
                </a:lnTo>
                <a:moveTo>
                  <a:pt x="1493844" y="1043943"/>
                </a:moveTo>
                <a:lnTo>
                  <a:pt x="1544308" y="913904"/>
                </a:lnTo>
                <a:moveTo>
                  <a:pt x="1445895" y="1183546"/>
                </a:moveTo>
                <a:lnTo>
                  <a:pt x="1445165" y="1333500"/>
                </a:lnTo>
                <a:moveTo>
                  <a:pt x="1538192" y="518911"/>
                </a:moveTo>
                <a:lnTo>
                  <a:pt x="1603531" y="403787"/>
                </a:lnTo>
                <a:moveTo>
                  <a:pt x="1349113" y="509965"/>
                </a:moveTo>
                <a:lnTo>
                  <a:pt x="1270708" y="618590"/>
                </a:lnTo>
                <a:moveTo>
                  <a:pt x="1547259" y="337263"/>
                </a:moveTo>
                <a:lnTo>
                  <a:pt x="1603531" y="403787"/>
                </a:lnTo>
                <a:moveTo>
                  <a:pt x="747696" y="1018356"/>
                </a:moveTo>
                <a:lnTo>
                  <a:pt x="899976" y="980464"/>
                </a:lnTo>
                <a:moveTo>
                  <a:pt x="2082774" y="911894"/>
                </a:moveTo>
                <a:lnTo>
                  <a:pt x="2089047" y="919643"/>
                </a:lnTo>
                <a:moveTo>
                  <a:pt x="1638803" y="239243"/>
                </a:moveTo>
                <a:lnTo>
                  <a:pt x="1692013" y="311867"/>
                </a:lnTo>
                <a:moveTo>
                  <a:pt x="1880489" y="384554"/>
                </a:moveTo>
                <a:lnTo>
                  <a:pt x="1844717" y="464978"/>
                </a:lnTo>
                <a:moveTo>
                  <a:pt x="444218" y="873541"/>
                </a:moveTo>
                <a:lnTo>
                  <a:pt x="539008" y="797034"/>
                </a:lnTo>
                <a:moveTo>
                  <a:pt x="1539283" y="531127"/>
                </a:moveTo>
                <a:lnTo>
                  <a:pt x="1363502" y="528862"/>
                </a:lnTo>
                <a:moveTo>
                  <a:pt x="1857650" y="1228081"/>
                </a:moveTo>
                <a:lnTo>
                  <a:pt x="1937406" y="1154999"/>
                </a:lnTo>
                <a:moveTo>
                  <a:pt x="2083779" y="922612"/>
                </a:moveTo>
                <a:lnTo>
                  <a:pt x="2089047" y="919643"/>
                </a:lnTo>
                <a:moveTo>
                  <a:pt x="899976" y="980464"/>
                </a:moveTo>
                <a:lnTo>
                  <a:pt x="880802" y="1011779"/>
                </a:lnTo>
                <a:moveTo>
                  <a:pt x="1539283" y="531127"/>
                </a:moveTo>
                <a:lnTo>
                  <a:pt x="1453563" y="624348"/>
                </a:lnTo>
                <a:moveTo>
                  <a:pt x="2237621" y="497654"/>
                </a:moveTo>
                <a:lnTo>
                  <a:pt x="2184671" y="645320"/>
                </a:lnTo>
                <a:moveTo>
                  <a:pt x="1224153" y="565309"/>
                </a:moveTo>
                <a:lnTo>
                  <a:pt x="1270708" y="618590"/>
                </a:lnTo>
                <a:moveTo>
                  <a:pt x="2082774" y="911894"/>
                </a:moveTo>
                <a:lnTo>
                  <a:pt x="2083779" y="922612"/>
                </a:lnTo>
                <a:moveTo>
                  <a:pt x="899976" y="980464"/>
                </a:moveTo>
                <a:lnTo>
                  <a:pt x="937099" y="1027626"/>
                </a:lnTo>
                <a:moveTo>
                  <a:pt x="899976" y="980464"/>
                </a:moveTo>
                <a:lnTo>
                  <a:pt x="993731" y="897099"/>
                </a:lnTo>
                <a:moveTo>
                  <a:pt x="742516" y="758499"/>
                </a:moveTo>
                <a:lnTo>
                  <a:pt x="631567" y="705740"/>
                </a:lnTo>
                <a:moveTo>
                  <a:pt x="712421" y="774763"/>
                </a:moveTo>
                <a:lnTo>
                  <a:pt x="631567" y="705740"/>
                </a:lnTo>
                <a:moveTo>
                  <a:pt x="812333" y="697659"/>
                </a:moveTo>
                <a:lnTo>
                  <a:pt x="903077" y="797675"/>
                </a:lnTo>
                <a:moveTo>
                  <a:pt x="1224153" y="565309"/>
                </a:moveTo>
                <a:lnTo>
                  <a:pt x="1349113" y="509965"/>
                </a:lnTo>
                <a:moveTo>
                  <a:pt x="1054180" y="575521"/>
                </a:moveTo>
                <a:lnTo>
                  <a:pt x="1139278" y="559924"/>
                </a:lnTo>
                <a:moveTo>
                  <a:pt x="712421" y="774763"/>
                </a:moveTo>
                <a:lnTo>
                  <a:pt x="539008" y="797034"/>
                </a:lnTo>
                <a:moveTo>
                  <a:pt x="1607864" y="639743"/>
                </a:moveTo>
                <a:lnTo>
                  <a:pt x="1544480" y="725514"/>
                </a:lnTo>
                <a:moveTo>
                  <a:pt x="1362360" y="521294"/>
                </a:moveTo>
                <a:lnTo>
                  <a:pt x="1349113" y="509965"/>
                </a:lnTo>
                <a:moveTo>
                  <a:pt x="906424" y="608008"/>
                </a:moveTo>
                <a:lnTo>
                  <a:pt x="1054180" y="575521"/>
                </a:lnTo>
                <a:moveTo>
                  <a:pt x="1139278" y="559924"/>
                </a:moveTo>
                <a:lnTo>
                  <a:pt x="1224153" y="565309"/>
                </a:lnTo>
                <a:moveTo>
                  <a:pt x="2114113" y="721406"/>
                </a:moveTo>
                <a:lnTo>
                  <a:pt x="2271249" y="717741"/>
                </a:lnTo>
                <a:moveTo>
                  <a:pt x="1996441" y="807285"/>
                </a:moveTo>
                <a:lnTo>
                  <a:pt x="2084907" y="748744"/>
                </a:lnTo>
                <a:moveTo>
                  <a:pt x="2288056" y="367586"/>
                </a:moveTo>
                <a:lnTo>
                  <a:pt x="2404231" y="412745"/>
                </a:lnTo>
                <a:moveTo>
                  <a:pt x="1604375" y="765908"/>
                </a:moveTo>
                <a:lnTo>
                  <a:pt x="1512847" y="765781"/>
                </a:lnTo>
                <a:moveTo>
                  <a:pt x="1638803" y="239243"/>
                </a:moveTo>
                <a:lnTo>
                  <a:pt x="1603531" y="403787"/>
                </a:lnTo>
                <a:moveTo>
                  <a:pt x="903077" y="797675"/>
                </a:moveTo>
                <a:lnTo>
                  <a:pt x="899976" y="980464"/>
                </a:lnTo>
                <a:moveTo>
                  <a:pt x="895146" y="615630"/>
                </a:moveTo>
                <a:lnTo>
                  <a:pt x="906424" y="608008"/>
                </a:lnTo>
                <a:moveTo>
                  <a:pt x="1857650" y="1228081"/>
                </a:moveTo>
                <a:lnTo>
                  <a:pt x="1847362" y="1245353"/>
                </a:lnTo>
                <a:moveTo>
                  <a:pt x="1454924" y="430036"/>
                </a:moveTo>
                <a:lnTo>
                  <a:pt x="1538192" y="518911"/>
                </a:lnTo>
                <a:moveTo>
                  <a:pt x="1454924" y="430036"/>
                </a:moveTo>
                <a:lnTo>
                  <a:pt x="1547259" y="337263"/>
                </a:lnTo>
                <a:moveTo>
                  <a:pt x="895146" y="615630"/>
                </a:moveTo>
                <a:lnTo>
                  <a:pt x="812333" y="697659"/>
                </a:lnTo>
                <a:moveTo>
                  <a:pt x="1547259" y="337263"/>
                </a:moveTo>
                <a:lnTo>
                  <a:pt x="1538192" y="518911"/>
                </a:lnTo>
                <a:moveTo>
                  <a:pt x="2231856" y="574097"/>
                </a:moveTo>
                <a:lnTo>
                  <a:pt x="2184671" y="645320"/>
                </a:lnTo>
                <a:moveTo>
                  <a:pt x="1362360" y="521294"/>
                </a:moveTo>
                <a:lnTo>
                  <a:pt x="1454924" y="430036"/>
                </a:lnTo>
                <a:moveTo>
                  <a:pt x="1362360" y="521294"/>
                </a:moveTo>
                <a:lnTo>
                  <a:pt x="1538192" y="518911"/>
                </a:lnTo>
                <a:moveTo>
                  <a:pt x="1538192" y="518911"/>
                </a:moveTo>
                <a:lnTo>
                  <a:pt x="1539283" y="531127"/>
                </a:lnTo>
                <a:moveTo>
                  <a:pt x="1493844" y="1043943"/>
                </a:moveTo>
                <a:lnTo>
                  <a:pt x="1445895" y="1183546"/>
                </a:lnTo>
                <a:moveTo>
                  <a:pt x="1608412" y="812044"/>
                </a:moveTo>
                <a:lnTo>
                  <a:pt x="1512847" y="765781"/>
                </a:lnTo>
                <a:moveTo>
                  <a:pt x="616681" y="859405"/>
                </a:moveTo>
                <a:lnTo>
                  <a:pt x="539008" y="797034"/>
                </a:lnTo>
                <a:moveTo>
                  <a:pt x="2271249" y="717741"/>
                </a:moveTo>
                <a:lnTo>
                  <a:pt x="2287723" y="756114"/>
                </a:lnTo>
                <a:moveTo>
                  <a:pt x="2237621" y="497654"/>
                </a:moveTo>
                <a:lnTo>
                  <a:pt x="2288056" y="367586"/>
                </a:lnTo>
                <a:moveTo>
                  <a:pt x="2271249" y="717741"/>
                </a:moveTo>
                <a:lnTo>
                  <a:pt x="2249514" y="767476"/>
                </a:lnTo>
                <a:moveTo>
                  <a:pt x="1749411" y="1300191"/>
                </a:moveTo>
                <a:lnTo>
                  <a:pt x="1847362" y="1245353"/>
                </a:lnTo>
                <a:moveTo>
                  <a:pt x="2184671" y="645320"/>
                </a:moveTo>
                <a:lnTo>
                  <a:pt x="2271249" y="717741"/>
                </a:lnTo>
                <a:moveTo>
                  <a:pt x="2083779" y="922612"/>
                </a:moveTo>
                <a:lnTo>
                  <a:pt x="2051553" y="1061226"/>
                </a:lnTo>
                <a:moveTo>
                  <a:pt x="1506751" y="1237522"/>
                </a:moveTo>
                <a:lnTo>
                  <a:pt x="1465264" y="1333500"/>
                </a:lnTo>
                <a:moveTo>
                  <a:pt x="1604375" y="765908"/>
                </a:moveTo>
                <a:lnTo>
                  <a:pt x="1544480" y="725514"/>
                </a:lnTo>
                <a:moveTo>
                  <a:pt x="1547259" y="337263"/>
                </a:moveTo>
                <a:lnTo>
                  <a:pt x="1638803" y="239243"/>
                </a:lnTo>
                <a:moveTo>
                  <a:pt x="1479713" y="1142420"/>
                </a:moveTo>
                <a:lnTo>
                  <a:pt x="1493844" y="1043943"/>
                </a:lnTo>
                <a:moveTo>
                  <a:pt x="1479713" y="1142420"/>
                </a:moveTo>
                <a:lnTo>
                  <a:pt x="1445895" y="1183546"/>
                </a:lnTo>
                <a:moveTo>
                  <a:pt x="1568049" y="1298984"/>
                </a:moveTo>
                <a:lnTo>
                  <a:pt x="1529856" y="1333500"/>
                </a:lnTo>
                <a:moveTo>
                  <a:pt x="819801" y="882430"/>
                </a:moveTo>
                <a:lnTo>
                  <a:pt x="747696" y="1018356"/>
                </a:lnTo>
                <a:moveTo>
                  <a:pt x="742516" y="758499"/>
                </a:moveTo>
                <a:lnTo>
                  <a:pt x="812333" y="697659"/>
                </a:lnTo>
                <a:moveTo>
                  <a:pt x="1515956" y="1281308"/>
                </a:moveTo>
                <a:lnTo>
                  <a:pt x="1478598" y="1333500"/>
                </a:lnTo>
                <a:moveTo>
                  <a:pt x="1815519" y="616340"/>
                </a:moveTo>
                <a:lnTo>
                  <a:pt x="1844717" y="464978"/>
                </a:lnTo>
                <a:moveTo>
                  <a:pt x="1996441" y="807285"/>
                </a:moveTo>
                <a:lnTo>
                  <a:pt x="2082774" y="911894"/>
                </a:lnTo>
                <a:moveTo>
                  <a:pt x="1539283" y="531127"/>
                </a:moveTo>
                <a:lnTo>
                  <a:pt x="1607864" y="639743"/>
                </a:lnTo>
                <a:moveTo>
                  <a:pt x="538193" y="961345"/>
                </a:moveTo>
                <a:lnTo>
                  <a:pt x="583866" y="1034727"/>
                </a:lnTo>
                <a:moveTo>
                  <a:pt x="1996441" y="807285"/>
                </a:moveTo>
                <a:lnTo>
                  <a:pt x="2083779" y="922612"/>
                </a:lnTo>
                <a:moveTo>
                  <a:pt x="1568049" y="1298984"/>
                </a:moveTo>
                <a:lnTo>
                  <a:pt x="1515938" y="1333500"/>
                </a:lnTo>
                <a:moveTo>
                  <a:pt x="2404231" y="412745"/>
                </a:moveTo>
                <a:lnTo>
                  <a:pt x="2487495" y="507618"/>
                </a:lnTo>
                <a:moveTo>
                  <a:pt x="1816125" y="615013"/>
                </a:moveTo>
                <a:lnTo>
                  <a:pt x="1844717" y="464978"/>
                </a:lnTo>
                <a:moveTo>
                  <a:pt x="1608412" y="812044"/>
                </a:moveTo>
                <a:lnTo>
                  <a:pt x="1552210" y="901748"/>
                </a:lnTo>
                <a:moveTo>
                  <a:pt x="702642" y="968636"/>
                </a:moveTo>
                <a:lnTo>
                  <a:pt x="689326" y="1018196"/>
                </a:lnTo>
                <a:moveTo>
                  <a:pt x="702642" y="968636"/>
                </a:moveTo>
                <a:lnTo>
                  <a:pt x="583866" y="1034727"/>
                </a:lnTo>
                <a:moveTo>
                  <a:pt x="812573" y="865735"/>
                </a:moveTo>
                <a:lnTo>
                  <a:pt x="903077" y="797675"/>
                </a:lnTo>
                <a:moveTo>
                  <a:pt x="702642" y="968636"/>
                </a:moveTo>
                <a:lnTo>
                  <a:pt x="747696" y="1018356"/>
                </a:lnTo>
                <a:moveTo>
                  <a:pt x="1816510" y="617565"/>
                </a:moveTo>
                <a:lnTo>
                  <a:pt x="1907499" y="719206"/>
                </a:lnTo>
                <a:moveTo>
                  <a:pt x="730549" y="973577"/>
                </a:moveTo>
                <a:lnTo>
                  <a:pt x="747696" y="1018356"/>
                </a:lnTo>
                <a:moveTo>
                  <a:pt x="819801" y="882430"/>
                </a:moveTo>
                <a:lnTo>
                  <a:pt x="903077" y="797675"/>
                </a:lnTo>
                <a:moveTo>
                  <a:pt x="1506751" y="1237522"/>
                </a:moveTo>
                <a:lnTo>
                  <a:pt x="1445895" y="1183546"/>
                </a:lnTo>
                <a:moveTo>
                  <a:pt x="1907499" y="719206"/>
                </a:moveTo>
                <a:lnTo>
                  <a:pt x="1996441" y="807285"/>
                </a:lnTo>
                <a:moveTo>
                  <a:pt x="2231856" y="574097"/>
                </a:moveTo>
                <a:lnTo>
                  <a:pt x="2237621" y="497654"/>
                </a:lnTo>
                <a:moveTo>
                  <a:pt x="812573" y="865735"/>
                </a:moveTo>
                <a:lnTo>
                  <a:pt x="812333" y="697659"/>
                </a:lnTo>
                <a:moveTo>
                  <a:pt x="712421" y="774763"/>
                </a:moveTo>
                <a:lnTo>
                  <a:pt x="742516" y="758499"/>
                </a:lnTo>
                <a:moveTo>
                  <a:pt x="427007" y="881017"/>
                </a:moveTo>
                <a:lnTo>
                  <a:pt x="444218" y="873541"/>
                </a:lnTo>
                <a:moveTo>
                  <a:pt x="1568983" y="911059"/>
                </a:moveTo>
                <a:lnTo>
                  <a:pt x="1552210" y="901748"/>
                </a:lnTo>
                <a:moveTo>
                  <a:pt x="616681" y="859405"/>
                </a:moveTo>
                <a:lnTo>
                  <a:pt x="444218" y="873541"/>
                </a:lnTo>
                <a:moveTo>
                  <a:pt x="1815519" y="616340"/>
                </a:moveTo>
                <a:lnTo>
                  <a:pt x="1816510" y="617565"/>
                </a:lnTo>
                <a:moveTo>
                  <a:pt x="1815114" y="618561"/>
                </a:moveTo>
                <a:lnTo>
                  <a:pt x="1816510" y="617565"/>
                </a:lnTo>
                <a:moveTo>
                  <a:pt x="1568983" y="911059"/>
                </a:moveTo>
                <a:lnTo>
                  <a:pt x="1544308" y="913904"/>
                </a:lnTo>
                <a:moveTo>
                  <a:pt x="1815519" y="616340"/>
                </a:moveTo>
                <a:lnTo>
                  <a:pt x="1815114" y="618561"/>
                </a:lnTo>
                <a:moveTo>
                  <a:pt x="1960868" y="1150937"/>
                </a:moveTo>
                <a:lnTo>
                  <a:pt x="2051553" y="1061226"/>
                </a:lnTo>
                <a:moveTo>
                  <a:pt x="819801" y="882430"/>
                </a:moveTo>
                <a:lnTo>
                  <a:pt x="899976" y="980464"/>
                </a:lnTo>
                <a:moveTo>
                  <a:pt x="718152" y="778203"/>
                </a:moveTo>
                <a:lnTo>
                  <a:pt x="742516" y="758499"/>
                </a:lnTo>
                <a:moveTo>
                  <a:pt x="1479713" y="1142420"/>
                </a:moveTo>
                <a:lnTo>
                  <a:pt x="1506751" y="1237522"/>
                </a:lnTo>
                <a:moveTo>
                  <a:pt x="712421" y="774763"/>
                </a:moveTo>
                <a:lnTo>
                  <a:pt x="718152" y="778203"/>
                </a:lnTo>
                <a:moveTo>
                  <a:pt x="1815519" y="616340"/>
                </a:moveTo>
                <a:lnTo>
                  <a:pt x="1816125" y="615013"/>
                </a:lnTo>
                <a:moveTo>
                  <a:pt x="1815114" y="618561"/>
                </a:moveTo>
                <a:lnTo>
                  <a:pt x="1816125" y="615013"/>
                </a:lnTo>
                <a:moveTo>
                  <a:pt x="1882755" y="728058"/>
                </a:moveTo>
                <a:lnTo>
                  <a:pt x="1907499" y="719206"/>
                </a:lnTo>
                <a:moveTo>
                  <a:pt x="616681" y="859405"/>
                </a:moveTo>
                <a:lnTo>
                  <a:pt x="712421" y="774763"/>
                </a:lnTo>
                <a:moveTo>
                  <a:pt x="1974393" y="815093"/>
                </a:moveTo>
                <a:lnTo>
                  <a:pt x="2083779" y="922612"/>
                </a:lnTo>
                <a:moveTo>
                  <a:pt x="516863" y="939958"/>
                </a:moveTo>
                <a:lnTo>
                  <a:pt x="444218" y="873541"/>
                </a:lnTo>
                <a:moveTo>
                  <a:pt x="742516" y="758499"/>
                </a:moveTo>
                <a:lnTo>
                  <a:pt x="812573" y="865735"/>
                </a:lnTo>
                <a:moveTo>
                  <a:pt x="1534759" y="1067777"/>
                </a:moveTo>
                <a:lnTo>
                  <a:pt x="1493844" y="1043943"/>
                </a:lnTo>
                <a:moveTo>
                  <a:pt x="2231856" y="574097"/>
                </a:moveTo>
                <a:lnTo>
                  <a:pt x="2271249" y="717741"/>
                </a:lnTo>
                <a:moveTo>
                  <a:pt x="1815114" y="618561"/>
                </a:moveTo>
                <a:lnTo>
                  <a:pt x="1814419" y="631150"/>
                </a:lnTo>
                <a:moveTo>
                  <a:pt x="1607864" y="639743"/>
                </a:moveTo>
                <a:lnTo>
                  <a:pt x="1604375" y="765908"/>
                </a:lnTo>
                <a:moveTo>
                  <a:pt x="624919" y="865026"/>
                </a:moveTo>
                <a:lnTo>
                  <a:pt x="712421" y="774763"/>
                </a:lnTo>
                <a:moveTo>
                  <a:pt x="1882755" y="728058"/>
                </a:moveTo>
                <a:lnTo>
                  <a:pt x="1816510" y="617565"/>
                </a:lnTo>
                <a:moveTo>
                  <a:pt x="1815114" y="618561"/>
                </a:moveTo>
                <a:lnTo>
                  <a:pt x="1882755" y="728058"/>
                </a:lnTo>
                <a:moveTo>
                  <a:pt x="1568983" y="911059"/>
                </a:moveTo>
                <a:lnTo>
                  <a:pt x="1493844" y="1043943"/>
                </a:lnTo>
                <a:moveTo>
                  <a:pt x="1479713" y="1142420"/>
                </a:moveTo>
                <a:lnTo>
                  <a:pt x="1533040" y="1259721"/>
                </a:lnTo>
                <a:moveTo>
                  <a:pt x="1816125" y="615013"/>
                </a:moveTo>
                <a:lnTo>
                  <a:pt x="1814419" y="631150"/>
                </a:lnTo>
                <a:moveTo>
                  <a:pt x="718152" y="778203"/>
                </a:moveTo>
                <a:lnTo>
                  <a:pt x="812573" y="865735"/>
                </a:lnTo>
                <a:moveTo>
                  <a:pt x="1974393" y="815093"/>
                </a:moveTo>
                <a:lnTo>
                  <a:pt x="1907499" y="719206"/>
                </a:lnTo>
                <a:moveTo>
                  <a:pt x="1857650" y="1228081"/>
                </a:moveTo>
                <a:lnTo>
                  <a:pt x="1960868" y="1150937"/>
                </a:lnTo>
                <a:moveTo>
                  <a:pt x="624919" y="865026"/>
                </a:moveTo>
                <a:lnTo>
                  <a:pt x="718152" y="778203"/>
                </a:lnTo>
                <a:moveTo>
                  <a:pt x="718152" y="778203"/>
                </a:moveTo>
                <a:lnTo>
                  <a:pt x="807487" y="868882"/>
                </a:lnTo>
                <a:moveTo>
                  <a:pt x="1515956" y="1281308"/>
                </a:moveTo>
                <a:lnTo>
                  <a:pt x="1506751" y="1237522"/>
                </a:lnTo>
                <a:moveTo>
                  <a:pt x="1534759" y="1067777"/>
                </a:moveTo>
                <a:lnTo>
                  <a:pt x="1479713" y="1142420"/>
                </a:lnTo>
                <a:moveTo>
                  <a:pt x="1568049" y="1298984"/>
                </a:moveTo>
                <a:lnTo>
                  <a:pt x="1597921" y="1333500"/>
                </a:lnTo>
                <a:moveTo>
                  <a:pt x="616681" y="859405"/>
                </a:moveTo>
                <a:lnTo>
                  <a:pt x="624919" y="865026"/>
                </a:lnTo>
                <a:moveTo>
                  <a:pt x="427007" y="881017"/>
                </a:moveTo>
                <a:lnTo>
                  <a:pt x="516863" y="939958"/>
                </a:lnTo>
                <a:moveTo>
                  <a:pt x="516863" y="939958"/>
                </a:moveTo>
                <a:lnTo>
                  <a:pt x="616681" y="859405"/>
                </a:lnTo>
                <a:moveTo>
                  <a:pt x="2009769" y="954792"/>
                </a:moveTo>
                <a:lnTo>
                  <a:pt x="2083779" y="922612"/>
                </a:lnTo>
                <a:moveTo>
                  <a:pt x="812573" y="865735"/>
                </a:moveTo>
                <a:lnTo>
                  <a:pt x="819801" y="882430"/>
                </a:lnTo>
                <a:moveTo>
                  <a:pt x="1653416" y="1325451"/>
                </a:moveTo>
                <a:lnTo>
                  <a:pt x="1647392" y="1333500"/>
                </a:lnTo>
                <a:moveTo>
                  <a:pt x="807487" y="868882"/>
                </a:moveTo>
                <a:lnTo>
                  <a:pt x="812573" y="865735"/>
                </a:lnTo>
                <a:moveTo>
                  <a:pt x="1814419" y="631150"/>
                </a:moveTo>
                <a:lnTo>
                  <a:pt x="1882755" y="728058"/>
                </a:lnTo>
                <a:moveTo>
                  <a:pt x="532012" y="954012"/>
                </a:moveTo>
                <a:lnTo>
                  <a:pt x="616681" y="859405"/>
                </a:lnTo>
                <a:moveTo>
                  <a:pt x="1533040" y="1259721"/>
                </a:moveTo>
                <a:lnTo>
                  <a:pt x="1506751" y="1237522"/>
                </a:lnTo>
                <a:moveTo>
                  <a:pt x="2007084" y="989052"/>
                </a:moveTo>
                <a:lnTo>
                  <a:pt x="2083779" y="922612"/>
                </a:lnTo>
                <a:moveTo>
                  <a:pt x="807487" y="868882"/>
                </a:moveTo>
                <a:lnTo>
                  <a:pt x="819801" y="882430"/>
                </a:lnTo>
                <a:moveTo>
                  <a:pt x="1607864" y="639743"/>
                </a:moveTo>
                <a:lnTo>
                  <a:pt x="1629098" y="784942"/>
                </a:lnTo>
                <a:moveTo>
                  <a:pt x="1515956" y="1281308"/>
                </a:moveTo>
                <a:lnTo>
                  <a:pt x="1568049" y="1298984"/>
                </a:lnTo>
                <a:moveTo>
                  <a:pt x="624919" y="865026"/>
                </a:moveTo>
                <a:lnTo>
                  <a:pt x="807487" y="868882"/>
                </a:lnTo>
                <a:moveTo>
                  <a:pt x="1974393" y="815093"/>
                </a:moveTo>
                <a:lnTo>
                  <a:pt x="1996441" y="807285"/>
                </a:lnTo>
                <a:moveTo>
                  <a:pt x="1749411" y="1300191"/>
                </a:moveTo>
                <a:lnTo>
                  <a:pt x="1857650" y="1228081"/>
                </a:lnTo>
                <a:moveTo>
                  <a:pt x="1533040" y="1259721"/>
                </a:moveTo>
                <a:lnTo>
                  <a:pt x="1515956" y="1281308"/>
                </a:lnTo>
                <a:moveTo>
                  <a:pt x="1608412" y="812044"/>
                </a:moveTo>
                <a:lnTo>
                  <a:pt x="1604375" y="765908"/>
                </a:lnTo>
                <a:moveTo>
                  <a:pt x="532012" y="954012"/>
                </a:moveTo>
                <a:lnTo>
                  <a:pt x="624919" y="865026"/>
                </a:lnTo>
                <a:moveTo>
                  <a:pt x="516863" y="939958"/>
                </a:moveTo>
                <a:lnTo>
                  <a:pt x="532012" y="954012"/>
                </a:lnTo>
                <a:moveTo>
                  <a:pt x="1533040" y="1259721"/>
                </a:moveTo>
                <a:lnTo>
                  <a:pt x="1568049" y="1298984"/>
                </a:lnTo>
                <a:moveTo>
                  <a:pt x="1568049" y="1298984"/>
                </a:moveTo>
                <a:lnTo>
                  <a:pt x="1653416" y="1325451"/>
                </a:lnTo>
                <a:moveTo>
                  <a:pt x="730549" y="973577"/>
                </a:moveTo>
                <a:lnTo>
                  <a:pt x="819801" y="882430"/>
                </a:lnTo>
                <a:moveTo>
                  <a:pt x="807487" y="868882"/>
                </a:moveTo>
                <a:lnTo>
                  <a:pt x="730549" y="973577"/>
                </a:lnTo>
                <a:moveTo>
                  <a:pt x="532012" y="954012"/>
                </a:moveTo>
                <a:lnTo>
                  <a:pt x="538193" y="961345"/>
                </a:lnTo>
                <a:moveTo>
                  <a:pt x="1653416" y="1325451"/>
                </a:moveTo>
                <a:lnTo>
                  <a:pt x="1749411" y="1300191"/>
                </a:lnTo>
                <a:moveTo>
                  <a:pt x="538193" y="961345"/>
                </a:moveTo>
                <a:lnTo>
                  <a:pt x="702642" y="968636"/>
                </a:lnTo>
                <a:moveTo>
                  <a:pt x="1882755" y="728058"/>
                </a:moveTo>
                <a:lnTo>
                  <a:pt x="1974393" y="815093"/>
                </a:lnTo>
                <a:moveTo>
                  <a:pt x="1630132" y="588461"/>
                </a:moveTo>
                <a:lnTo>
                  <a:pt x="1607864" y="639743"/>
                </a:lnTo>
                <a:moveTo>
                  <a:pt x="624919" y="865026"/>
                </a:moveTo>
                <a:lnTo>
                  <a:pt x="713801" y="952710"/>
                </a:lnTo>
                <a:moveTo>
                  <a:pt x="1629098" y="784942"/>
                </a:moveTo>
                <a:lnTo>
                  <a:pt x="1604375" y="765908"/>
                </a:lnTo>
                <a:moveTo>
                  <a:pt x="713801" y="952710"/>
                </a:moveTo>
                <a:lnTo>
                  <a:pt x="807487" y="868882"/>
                </a:lnTo>
                <a:moveTo>
                  <a:pt x="2007084" y="989052"/>
                </a:moveTo>
                <a:lnTo>
                  <a:pt x="2051553" y="1061226"/>
                </a:lnTo>
                <a:moveTo>
                  <a:pt x="702642" y="968636"/>
                </a:moveTo>
                <a:lnTo>
                  <a:pt x="730549" y="973577"/>
                </a:lnTo>
                <a:moveTo>
                  <a:pt x="1534759" y="1067777"/>
                </a:moveTo>
                <a:lnTo>
                  <a:pt x="1533040" y="1259721"/>
                </a:lnTo>
                <a:moveTo>
                  <a:pt x="538193" y="961345"/>
                </a:moveTo>
                <a:lnTo>
                  <a:pt x="713801" y="952710"/>
                </a:lnTo>
                <a:moveTo>
                  <a:pt x="532012" y="954012"/>
                </a:moveTo>
                <a:lnTo>
                  <a:pt x="713801" y="952710"/>
                </a:lnTo>
                <a:moveTo>
                  <a:pt x="1629098" y="784942"/>
                </a:moveTo>
                <a:lnTo>
                  <a:pt x="1608412" y="812044"/>
                </a:lnTo>
                <a:moveTo>
                  <a:pt x="1608412" y="812044"/>
                </a:moveTo>
                <a:lnTo>
                  <a:pt x="1568983" y="911059"/>
                </a:lnTo>
                <a:moveTo>
                  <a:pt x="713801" y="952710"/>
                </a:moveTo>
                <a:lnTo>
                  <a:pt x="702642" y="968636"/>
                </a:lnTo>
                <a:moveTo>
                  <a:pt x="713801" y="952710"/>
                </a:moveTo>
                <a:lnTo>
                  <a:pt x="730549" y="973577"/>
                </a:lnTo>
                <a:moveTo>
                  <a:pt x="1720457" y="685704"/>
                </a:moveTo>
                <a:lnTo>
                  <a:pt x="1814419" y="631150"/>
                </a:lnTo>
                <a:moveTo>
                  <a:pt x="1568983" y="911059"/>
                </a:moveTo>
                <a:lnTo>
                  <a:pt x="1534759" y="1067777"/>
                </a:lnTo>
                <a:moveTo>
                  <a:pt x="1944912" y="1107353"/>
                </a:moveTo>
                <a:lnTo>
                  <a:pt x="2051553" y="1061226"/>
                </a:lnTo>
                <a:moveTo>
                  <a:pt x="1568049" y="1298984"/>
                </a:moveTo>
                <a:lnTo>
                  <a:pt x="1713535" y="1249842"/>
                </a:lnTo>
                <a:moveTo>
                  <a:pt x="1820497" y="593745"/>
                </a:moveTo>
                <a:lnTo>
                  <a:pt x="1816125" y="615013"/>
                </a:lnTo>
                <a:moveTo>
                  <a:pt x="1713535" y="1249842"/>
                </a:moveTo>
                <a:lnTo>
                  <a:pt x="1749411" y="1300191"/>
                </a:lnTo>
                <a:moveTo>
                  <a:pt x="1713535" y="1249842"/>
                </a:moveTo>
                <a:lnTo>
                  <a:pt x="1653416" y="1325451"/>
                </a:lnTo>
                <a:moveTo>
                  <a:pt x="1944912" y="1107353"/>
                </a:moveTo>
                <a:lnTo>
                  <a:pt x="1960868" y="1150937"/>
                </a:lnTo>
                <a:moveTo>
                  <a:pt x="1564396" y="1026056"/>
                </a:moveTo>
                <a:lnTo>
                  <a:pt x="1534759" y="1067777"/>
                </a:lnTo>
                <a:moveTo>
                  <a:pt x="1820497" y="593745"/>
                </a:moveTo>
                <a:lnTo>
                  <a:pt x="1814419" y="631150"/>
                </a:lnTo>
                <a:moveTo>
                  <a:pt x="1974393" y="815093"/>
                </a:moveTo>
                <a:lnTo>
                  <a:pt x="2009769" y="954792"/>
                </a:lnTo>
                <a:moveTo>
                  <a:pt x="1791830" y="603259"/>
                </a:moveTo>
                <a:lnTo>
                  <a:pt x="1814419" y="631150"/>
                </a:lnTo>
                <a:moveTo>
                  <a:pt x="1629098" y="784942"/>
                </a:moveTo>
                <a:lnTo>
                  <a:pt x="1720457" y="685704"/>
                </a:lnTo>
                <a:moveTo>
                  <a:pt x="1833326" y="1176106"/>
                </a:moveTo>
                <a:lnTo>
                  <a:pt x="1960868" y="1150937"/>
                </a:lnTo>
                <a:moveTo>
                  <a:pt x="1630132" y="588461"/>
                </a:moveTo>
                <a:lnTo>
                  <a:pt x="1629098" y="784942"/>
                </a:lnTo>
                <a:moveTo>
                  <a:pt x="1564396" y="1026056"/>
                </a:moveTo>
                <a:lnTo>
                  <a:pt x="1568983" y="911059"/>
                </a:lnTo>
                <a:moveTo>
                  <a:pt x="1628004" y="1150875"/>
                </a:moveTo>
                <a:lnTo>
                  <a:pt x="1568049" y="1298984"/>
                </a:lnTo>
                <a:moveTo>
                  <a:pt x="1618600" y="1148132"/>
                </a:moveTo>
                <a:lnTo>
                  <a:pt x="1533040" y="1259721"/>
                </a:lnTo>
                <a:moveTo>
                  <a:pt x="1833326" y="1176106"/>
                </a:moveTo>
                <a:lnTo>
                  <a:pt x="1857650" y="1228081"/>
                </a:lnTo>
                <a:moveTo>
                  <a:pt x="1628004" y="1150875"/>
                </a:moveTo>
                <a:lnTo>
                  <a:pt x="1533040" y="1259721"/>
                </a:lnTo>
                <a:moveTo>
                  <a:pt x="1614390" y="1137224"/>
                </a:moveTo>
                <a:lnTo>
                  <a:pt x="1534759" y="1067777"/>
                </a:lnTo>
                <a:moveTo>
                  <a:pt x="1630132" y="588461"/>
                </a:moveTo>
                <a:lnTo>
                  <a:pt x="1720457" y="685704"/>
                </a:lnTo>
                <a:moveTo>
                  <a:pt x="1618600" y="1148132"/>
                </a:moveTo>
                <a:lnTo>
                  <a:pt x="1534759" y="1067777"/>
                </a:lnTo>
                <a:moveTo>
                  <a:pt x="1833326" y="1176106"/>
                </a:moveTo>
                <a:lnTo>
                  <a:pt x="1749411" y="1300191"/>
                </a:lnTo>
                <a:moveTo>
                  <a:pt x="1759146" y="1189386"/>
                </a:moveTo>
                <a:lnTo>
                  <a:pt x="1749411" y="1300191"/>
                </a:lnTo>
                <a:moveTo>
                  <a:pt x="1792551" y="746361"/>
                </a:moveTo>
                <a:lnTo>
                  <a:pt x="1814419" y="631150"/>
                </a:lnTo>
                <a:moveTo>
                  <a:pt x="1814724" y="754641"/>
                </a:moveTo>
                <a:lnTo>
                  <a:pt x="1814419" y="631150"/>
                </a:lnTo>
                <a:moveTo>
                  <a:pt x="2009769" y="954792"/>
                </a:moveTo>
                <a:lnTo>
                  <a:pt x="2007084" y="989052"/>
                </a:lnTo>
                <a:moveTo>
                  <a:pt x="1814724" y="754641"/>
                </a:moveTo>
                <a:lnTo>
                  <a:pt x="1882755" y="728058"/>
                </a:lnTo>
                <a:moveTo>
                  <a:pt x="1622459" y="575816"/>
                </a:moveTo>
                <a:lnTo>
                  <a:pt x="1630132" y="588461"/>
                </a:lnTo>
                <a:moveTo>
                  <a:pt x="1633013" y="579106"/>
                </a:moveTo>
                <a:lnTo>
                  <a:pt x="1630132" y="588461"/>
                </a:lnTo>
                <a:moveTo>
                  <a:pt x="1791830" y="603259"/>
                </a:moveTo>
                <a:lnTo>
                  <a:pt x="1720457" y="685704"/>
                </a:lnTo>
                <a:moveTo>
                  <a:pt x="1791830" y="603259"/>
                </a:moveTo>
                <a:lnTo>
                  <a:pt x="1630132" y="588461"/>
                </a:lnTo>
                <a:moveTo>
                  <a:pt x="1564396" y="1026056"/>
                </a:moveTo>
                <a:lnTo>
                  <a:pt x="1614390" y="1137224"/>
                </a:lnTo>
                <a:moveTo>
                  <a:pt x="1917480" y="831269"/>
                </a:moveTo>
                <a:lnTo>
                  <a:pt x="1882755" y="728058"/>
                </a:lnTo>
                <a:moveTo>
                  <a:pt x="1628004" y="1150875"/>
                </a:moveTo>
                <a:lnTo>
                  <a:pt x="1713535" y="1249842"/>
                </a:lnTo>
                <a:moveTo>
                  <a:pt x="1608412" y="812044"/>
                </a:moveTo>
                <a:lnTo>
                  <a:pt x="1622022" y="941393"/>
                </a:lnTo>
                <a:moveTo>
                  <a:pt x="1792551" y="746361"/>
                </a:moveTo>
                <a:lnTo>
                  <a:pt x="1629098" y="784942"/>
                </a:lnTo>
                <a:moveTo>
                  <a:pt x="1564396" y="1026056"/>
                </a:moveTo>
                <a:lnTo>
                  <a:pt x="1621860" y="1143654"/>
                </a:lnTo>
                <a:moveTo>
                  <a:pt x="1622459" y="575816"/>
                </a:moveTo>
                <a:lnTo>
                  <a:pt x="1633013" y="579106"/>
                </a:lnTo>
                <a:moveTo>
                  <a:pt x="1989095" y="961943"/>
                </a:moveTo>
                <a:lnTo>
                  <a:pt x="2009769" y="954792"/>
                </a:lnTo>
                <a:moveTo>
                  <a:pt x="1944912" y="1107353"/>
                </a:moveTo>
                <a:lnTo>
                  <a:pt x="2007084" y="989052"/>
                </a:lnTo>
                <a:moveTo>
                  <a:pt x="1759146" y="1189386"/>
                </a:moveTo>
                <a:lnTo>
                  <a:pt x="1713535" y="1249842"/>
                </a:lnTo>
                <a:moveTo>
                  <a:pt x="1683859" y="818018"/>
                </a:moveTo>
                <a:lnTo>
                  <a:pt x="1629098" y="784942"/>
                </a:lnTo>
                <a:moveTo>
                  <a:pt x="1989095" y="961943"/>
                </a:moveTo>
                <a:lnTo>
                  <a:pt x="2007084" y="989052"/>
                </a:lnTo>
                <a:moveTo>
                  <a:pt x="1633013" y="579106"/>
                </a:moveTo>
                <a:lnTo>
                  <a:pt x="1791830" y="603259"/>
                </a:lnTo>
                <a:moveTo>
                  <a:pt x="1917480" y="831269"/>
                </a:moveTo>
                <a:lnTo>
                  <a:pt x="1974393" y="815093"/>
                </a:lnTo>
                <a:moveTo>
                  <a:pt x="1629098" y="784942"/>
                </a:moveTo>
                <a:lnTo>
                  <a:pt x="1622022" y="941393"/>
                </a:lnTo>
                <a:moveTo>
                  <a:pt x="1622022" y="941393"/>
                </a:moveTo>
                <a:lnTo>
                  <a:pt x="1568983" y="911059"/>
                </a:lnTo>
                <a:moveTo>
                  <a:pt x="1791830" y="603259"/>
                </a:moveTo>
                <a:lnTo>
                  <a:pt x="1820497" y="593745"/>
                </a:lnTo>
                <a:moveTo>
                  <a:pt x="1792551" y="746361"/>
                </a:moveTo>
                <a:lnTo>
                  <a:pt x="1720457" y="685704"/>
                </a:lnTo>
                <a:moveTo>
                  <a:pt x="1618600" y="1148132"/>
                </a:moveTo>
                <a:lnTo>
                  <a:pt x="1614390" y="1137224"/>
                </a:lnTo>
                <a:moveTo>
                  <a:pt x="1618600" y="1148132"/>
                </a:moveTo>
                <a:lnTo>
                  <a:pt x="1628004" y="1150875"/>
                </a:lnTo>
                <a:moveTo>
                  <a:pt x="1621860" y="1143654"/>
                </a:moveTo>
                <a:lnTo>
                  <a:pt x="1614390" y="1137224"/>
                </a:lnTo>
                <a:moveTo>
                  <a:pt x="1621860" y="1143654"/>
                </a:moveTo>
                <a:lnTo>
                  <a:pt x="1618600" y="1148132"/>
                </a:lnTo>
                <a:moveTo>
                  <a:pt x="1656733" y="902528"/>
                </a:moveTo>
                <a:lnTo>
                  <a:pt x="1629098" y="784942"/>
                </a:lnTo>
                <a:moveTo>
                  <a:pt x="1621860" y="1143654"/>
                </a:moveTo>
                <a:lnTo>
                  <a:pt x="1628004" y="1150875"/>
                </a:lnTo>
                <a:moveTo>
                  <a:pt x="1628004" y="1150875"/>
                </a:moveTo>
                <a:lnTo>
                  <a:pt x="1759146" y="1189386"/>
                </a:lnTo>
                <a:moveTo>
                  <a:pt x="1833326" y="1176106"/>
                </a:moveTo>
                <a:lnTo>
                  <a:pt x="1944912" y="1107353"/>
                </a:lnTo>
                <a:moveTo>
                  <a:pt x="1622022" y="941393"/>
                </a:moveTo>
                <a:lnTo>
                  <a:pt x="1564396" y="1026056"/>
                </a:lnTo>
                <a:moveTo>
                  <a:pt x="1917480" y="831269"/>
                </a:moveTo>
                <a:lnTo>
                  <a:pt x="2009769" y="954792"/>
                </a:lnTo>
                <a:moveTo>
                  <a:pt x="1759146" y="1189386"/>
                </a:moveTo>
                <a:lnTo>
                  <a:pt x="1833326" y="1176106"/>
                </a:lnTo>
                <a:moveTo>
                  <a:pt x="1622022" y="941393"/>
                </a:moveTo>
                <a:lnTo>
                  <a:pt x="1621860" y="1143654"/>
                </a:lnTo>
                <a:moveTo>
                  <a:pt x="1628004" y="1150875"/>
                </a:moveTo>
                <a:lnTo>
                  <a:pt x="1801981" y="1131298"/>
                </a:lnTo>
                <a:moveTo>
                  <a:pt x="1792551" y="746361"/>
                </a:moveTo>
                <a:lnTo>
                  <a:pt x="1814724" y="754641"/>
                </a:lnTo>
                <a:moveTo>
                  <a:pt x="1801981" y="1131298"/>
                </a:moveTo>
                <a:lnTo>
                  <a:pt x="1833326" y="1176106"/>
                </a:lnTo>
                <a:moveTo>
                  <a:pt x="1801981" y="1131298"/>
                </a:moveTo>
                <a:lnTo>
                  <a:pt x="1759146" y="1189386"/>
                </a:lnTo>
                <a:moveTo>
                  <a:pt x="1683859" y="818018"/>
                </a:moveTo>
                <a:lnTo>
                  <a:pt x="1792551" y="746361"/>
                </a:lnTo>
                <a:moveTo>
                  <a:pt x="1892871" y="1027587"/>
                </a:moveTo>
                <a:lnTo>
                  <a:pt x="2007084" y="989052"/>
                </a:lnTo>
                <a:moveTo>
                  <a:pt x="1792551" y="746361"/>
                </a:moveTo>
                <a:lnTo>
                  <a:pt x="1807027" y="758062"/>
                </a:lnTo>
                <a:moveTo>
                  <a:pt x="1807027" y="758062"/>
                </a:moveTo>
                <a:lnTo>
                  <a:pt x="1814724" y="754641"/>
                </a:lnTo>
                <a:moveTo>
                  <a:pt x="1814724" y="754641"/>
                </a:moveTo>
                <a:lnTo>
                  <a:pt x="1917480" y="831269"/>
                </a:lnTo>
                <a:moveTo>
                  <a:pt x="1723819" y="1038721"/>
                </a:moveTo>
                <a:lnTo>
                  <a:pt x="1628004" y="1150875"/>
                </a:lnTo>
                <a:moveTo>
                  <a:pt x="1701862" y="1033098"/>
                </a:moveTo>
                <a:lnTo>
                  <a:pt x="1621860" y="1143654"/>
                </a:lnTo>
                <a:moveTo>
                  <a:pt x="1723819" y="1038721"/>
                </a:moveTo>
                <a:lnTo>
                  <a:pt x="1621860" y="1143654"/>
                </a:lnTo>
                <a:moveTo>
                  <a:pt x="1760029" y="595929"/>
                </a:moveTo>
                <a:lnTo>
                  <a:pt x="1633013" y="579106"/>
                </a:lnTo>
                <a:moveTo>
                  <a:pt x="1892871" y="1027587"/>
                </a:moveTo>
                <a:lnTo>
                  <a:pt x="1944912" y="1107353"/>
                </a:lnTo>
                <a:moveTo>
                  <a:pt x="1656733" y="902528"/>
                </a:moveTo>
                <a:lnTo>
                  <a:pt x="1683859" y="818018"/>
                </a:lnTo>
                <a:moveTo>
                  <a:pt x="1893336" y="1026682"/>
                </a:moveTo>
                <a:lnTo>
                  <a:pt x="1989095" y="961943"/>
                </a:lnTo>
                <a:moveTo>
                  <a:pt x="1892871" y="1027587"/>
                </a:moveTo>
                <a:lnTo>
                  <a:pt x="1989095" y="961943"/>
                </a:lnTo>
                <a:moveTo>
                  <a:pt x="1713168" y="840741"/>
                </a:moveTo>
                <a:lnTo>
                  <a:pt x="1792551" y="746361"/>
                </a:lnTo>
                <a:moveTo>
                  <a:pt x="1760029" y="595929"/>
                </a:moveTo>
                <a:lnTo>
                  <a:pt x="1791830" y="603259"/>
                </a:lnTo>
                <a:moveTo>
                  <a:pt x="1656733" y="902528"/>
                </a:moveTo>
                <a:lnTo>
                  <a:pt x="1622022" y="941393"/>
                </a:lnTo>
                <a:moveTo>
                  <a:pt x="1892871" y="1027587"/>
                </a:moveTo>
                <a:lnTo>
                  <a:pt x="1833326" y="1176106"/>
                </a:lnTo>
                <a:moveTo>
                  <a:pt x="1892021" y="1027913"/>
                </a:moveTo>
                <a:lnTo>
                  <a:pt x="1833326" y="1176106"/>
                </a:lnTo>
                <a:moveTo>
                  <a:pt x="1713168" y="840741"/>
                </a:moveTo>
                <a:lnTo>
                  <a:pt x="1683859" y="818018"/>
                </a:lnTo>
                <a:moveTo>
                  <a:pt x="1713168" y="840741"/>
                </a:moveTo>
                <a:lnTo>
                  <a:pt x="1807027" y="758062"/>
                </a:lnTo>
                <a:moveTo>
                  <a:pt x="1677699" y="992478"/>
                </a:moveTo>
                <a:lnTo>
                  <a:pt x="1622022" y="941393"/>
                </a:lnTo>
                <a:moveTo>
                  <a:pt x="1713168" y="840741"/>
                </a:moveTo>
                <a:lnTo>
                  <a:pt x="1656733" y="902528"/>
                </a:lnTo>
                <a:moveTo>
                  <a:pt x="1701862" y="1033098"/>
                </a:moveTo>
                <a:lnTo>
                  <a:pt x="1622022" y="941393"/>
                </a:lnTo>
                <a:moveTo>
                  <a:pt x="1656733" y="902528"/>
                </a:moveTo>
                <a:lnTo>
                  <a:pt x="1677699" y="992478"/>
                </a:lnTo>
                <a:moveTo>
                  <a:pt x="1723819" y="1038721"/>
                </a:moveTo>
                <a:lnTo>
                  <a:pt x="1801981" y="1131298"/>
                </a:lnTo>
                <a:moveTo>
                  <a:pt x="1892021" y="1027913"/>
                </a:moveTo>
                <a:lnTo>
                  <a:pt x="1801981" y="1131298"/>
                </a:lnTo>
                <a:moveTo>
                  <a:pt x="1656733" y="902528"/>
                </a:moveTo>
                <a:lnTo>
                  <a:pt x="1709882" y="1022300"/>
                </a:lnTo>
                <a:moveTo>
                  <a:pt x="1701862" y="1033098"/>
                </a:moveTo>
                <a:lnTo>
                  <a:pt x="1677699" y="992478"/>
                </a:lnTo>
                <a:moveTo>
                  <a:pt x="1713168" y="840741"/>
                </a:moveTo>
                <a:lnTo>
                  <a:pt x="1709882" y="1022300"/>
                </a:lnTo>
                <a:moveTo>
                  <a:pt x="1709882" y="1022300"/>
                </a:moveTo>
                <a:lnTo>
                  <a:pt x="1677699" y="992478"/>
                </a:lnTo>
                <a:moveTo>
                  <a:pt x="1701862" y="1033098"/>
                </a:moveTo>
                <a:lnTo>
                  <a:pt x="1723819" y="1038721"/>
                </a:lnTo>
                <a:moveTo>
                  <a:pt x="1723819" y="1038721"/>
                </a:moveTo>
                <a:lnTo>
                  <a:pt x="1892021" y="1027913"/>
                </a:lnTo>
                <a:moveTo>
                  <a:pt x="1723819" y="1038721"/>
                </a:moveTo>
                <a:lnTo>
                  <a:pt x="1892598" y="1027142"/>
                </a:lnTo>
                <a:moveTo>
                  <a:pt x="1709882" y="1022300"/>
                </a:moveTo>
                <a:lnTo>
                  <a:pt x="1701862" y="1033098"/>
                </a:lnTo>
                <a:moveTo>
                  <a:pt x="1709882" y="1022300"/>
                </a:moveTo>
                <a:lnTo>
                  <a:pt x="1723819" y="1038721"/>
                </a:lnTo>
                <a:moveTo>
                  <a:pt x="1893336" y="1026682"/>
                </a:moveTo>
                <a:lnTo>
                  <a:pt x="1892871" y="1027587"/>
                </a:lnTo>
                <a:moveTo>
                  <a:pt x="1892021" y="1027913"/>
                </a:moveTo>
                <a:lnTo>
                  <a:pt x="1892871" y="1027587"/>
                </a:lnTo>
                <a:moveTo>
                  <a:pt x="1892598" y="1027142"/>
                </a:moveTo>
                <a:lnTo>
                  <a:pt x="1893336" y="1026682"/>
                </a:lnTo>
                <a:moveTo>
                  <a:pt x="1892598" y="1027142"/>
                </a:moveTo>
                <a:lnTo>
                  <a:pt x="1892871" y="1027587"/>
                </a:lnTo>
                <a:moveTo>
                  <a:pt x="1892598" y="1027142"/>
                </a:moveTo>
                <a:lnTo>
                  <a:pt x="1892021" y="1027913"/>
                </a:lnTo>
                <a:moveTo>
                  <a:pt x="1709882" y="1022300"/>
                </a:moveTo>
                <a:lnTo>
                  <a:pt x="1892598" y="1027142"/>
                </a:lnTo>
                <a:moveTo>
                  <a:pt x="1713168" y="840741"/>
                </a:moveTo>
                <a:lnTo>
                  <a:pt x="1800067" y="915280"/>
                </a:lnTo>
                <a:moveTo>
                  <a:pt x="1800067" y="915280"/>
                </a:moveTo>
                <a:lnTo>
                  <a:pt x="1892598" y="1027142"/>
                </a:lnTo>
                <a:moveTo>
                  <a:pt x="1709882" y="1022300"/>
                </a:moveTo>
                <a:lnTo>
                  <a:pt x="1800067" y="915280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63" name="9wq3_5_official_ReferenceLigand_0">
            <a:extLst>
              <a:ext uri="{FF2B5EF4-FFF2-40B4-BE49-F238E27FC236}">
                <a16:creationId xmlns:a16="http://schemas.microsoft.com/office/drawing/2014/main" id="{CB355908-3CFE-4876-80C0-AF86A2BDB992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7239" y="754305"/>
                </a:moveTo>
                <a:lnTo>
                  <a:pt x="2285579" y="7971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4" name="9wq3_5_official_ReferenceLigand_1">
            <a:extLst>
              <a:ext uri="{FF2B5EF4-FFF2-40B4-BE49-F238E27FC236}">
                <a16:creationId xmlns:a16="http://schemas.microsoft.com/office/drawing/2014/main" id="{99F48684-79B8-42A8-BCBD-2B7F5A28E397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7984" y="575253"/>
                </a:moveTo>
                <a:lnTo>
                  <a:pt x="645237" y="58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5" name="9wq3_5_official_ReferenceLigand_2">
            <a:extLst>
              <a:ext uri="{FF2B5EF4-FFF2-40B4-BE49-F238E27FC236}">
                <a16:creationId xmlns:a16="http://schemas.microsoft.com/office/drawing/2014/main" id="{4B71E0A7-06EB-407A-ABDD-DB023CA6A2EE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237" y="587694"/>
                </a:moveTo>
                <a:lnTo>
                  <a:pt x="761582" y="662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6" name="9wq3_5_official_ReferenceLigand_3">
            <a:extLst>
              <a:ext uri="{FF2B5EF4-FFF2-40B4-BE49-F238E27FC236}">
                <a16:creationId xmlns:a16="http://schemas.microsoft.com/office/drawing/2014/main" id="{397FA8D4-E8E1-4792-A258-F7683D01A95A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7239" y="754305"/>
                </a:moveTo>
                <a:lnTo>
                  <a:pt x="2330900" y="611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7" name="9wq3_5_official_ReferenceLigand_4">
            <a:extLst>
              <a:ext uri="{FF2B5EF4-FFF2-40B4-BE49-F238E27FC236}">
                <a16:creationId xmlns:a16="http://schemas.microsoft.com/office/drawing/2014/main" id="{D2A56DBD-AF37-4D8A-836D-88CBC98319D1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299" y="853005"/>
                </a:moveTo>
                <a:lnTo>
                  <a:pt x="2247239" y="7543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8" name="9wq3_5_official_ReferenceLigand_5">
            <a:extLst>
              <a:ext uri="{FF2B5EF4-FFF2-40B4-BE49-F238E27FC236}">
                <a16:creationId xmlns:a16="http://schemas.microsoft.com/office/drawing/2014/main" id="{5C3BC9C4-36F5-4E0E-8AFE-E4DD3BD22807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421" y="636342"/>
                </a:moveTo>
                <a:lnTo>
                  <a:pt x="477984" y="575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9" name="9wq3_5_official_ReferenceLigand_6">
            <a:extLst>
              <a:ext uri="{FF2B5EF4-FFF2-40B4-BE49-F238E27FC236}">
                <a16:creationId xmlns:a16="http://schemas.microsoft.com/office/drawing/2014/main" id="{10E29445-E384-4F4C-80B3-9373A11C499C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134" y="987824"/>
                </a:moveTo>
                <a:lnTo>
                  <a:pt x="2107299" y="853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0" name="9wq3_5_official_ReferenceLigand_7">
            <a:extLst>
              <a:ext uri="{FF2B5EF4-FFF2-40B4-BE49-F238E27FC236}">
                <a16:creationId xmlns:a16="http://schemas.microsoft.com/office/drawing/2014/main" id="{5E9344D6-891F-4CF7-8052-FB1E9966220C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582" y="662494"/>
                </a:moveTo>
                <a:lnTo>
                  <a:pt x="711698" y="7249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1" name="9wq3_5_official_ReferenceLigand_8">
            <a:extLst>
              <a:ext uri="{FF2B5EF4-FFF2-40B4-BE49-F238E27FC236}">
                <a16:creationId xmlns:a16="http://schemas.microsoft.com/office/drawing/2014/main" id="{63AA376F-96D8-4BD1-B698-87921C1F44D0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992" y="1023554"/>
                </a:moveTo>
                <a:lnTo>
                  <a:pt x="2011134" y="9878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2" name="9wq3_5_official_ReferenceLigand_9">
            <a:extLst>
              <a:ext uri="{FF2B5EF4-FFF2-40B4-BE49-F238E27FC236}">
                <a16:creationId xmlns:a16="http://schemas.microsoft.com/office/drawing/2014/main" id="{00B6CCD0-F060-456F-8A93-08B054E10E98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046" y="1209290"/>
                </a:moveTo>
                <a:lnTo>
                  <a:pt x="1425624" y="11951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3" name="9wq3_5_official_ReferenceLigand_10">
            <a:extLst>
              <a:ext uri="{FF2B5EF4-FFF2-40B4-BE49-F238E27FC236}">
                <a16:creationId xmlns:a16="http://schemas.microsoft.com/office/drawing/2014/main" id="{CAE0B029-EC82-4A4E-BC19-953BF641F2AC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421" y="636342"/>
                </a:moveTo>
                <a:lnTo>
                  <a:pt x="244250" y="6030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4" name="9wq3_5_official_ReferenceLigand_11">
            <a:extLst>
              <a:ext uri="{FF2B5EF4-FFF2-40B4-BE49-F238E27FC236}">
                <a16:creationId xmlns:a16="http://schemas.microsoft.com/office/drawing/2014/main" id="{5143C4E4-1C89-4B02-91B2-664833944316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30900" y="611241"/>
                </a:moveTo>
                <a:lnTo>
                  <a:pt x="2284169" y="5594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5" name="9wq3_5_official_ReferenceLigand_12">
            <a:extLst>
              <a:ext uri="{FF2B5EF4-FFF2-40B4-BE49-F238E27FC236}">
                <a16:creationId xmlns:a16="http://schemas.microsoft.com/office/drawing/2014/main" id="{93DF4695-EAD0-4BE7-8C2B-AD023653C8AC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475" y="803393"/>
                </a:moveTo>
                <a:lnTo>
                  <a:pt x="2107299" y="853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6" name="9wq3_5_official_ReferenceLigand_13">
            <a:extLst>
              <a:ext uri="{FF2B5EF4-FFF2-40B4-BE49-F238E27FC236}">
                <a16:creationId xmlns:a16="http://schemas.microsoft.com/office/drawing/2014/main" id="{A9595233-9A2A-4EA8-B5EE-BC891EFB8F29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2930" y="1115397"/>
                </a:moveTo>
                <a:lnTo>
                  <a:pt x="1044746" y="942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7" name="9wq3_5_official_ReferenceLigand_14">
            <a:extLst>
              <a:ext uri="{FF2B5EF4-FFF2-40B4-BE49-F238E27FC236}">
                <a16:creationId xmlns:a16="http://schemas.microsoft.com/office/drawing/2014/main" id="{64D8DD62-702F-4955-81DB-22AD2DCA7F56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6567" y="712561"/>
                </a:moveTo>
                <a:lnTo>
                  <a:pt x="428421" y="636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8" name="9wq3_5_official_ReferenceLigand_15">
            <a:extLst>
              <a:ext uri="{FF2B5EF4-FFF2-40B4-BE49-F238E27FC236}">
                <a16:creationId xmlns:a16="http://schemas.microsoft.com/office/drawing/2014/main" id="{176878F8-4375-4866-AE30-13E935A8428F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1242" y="929104"/>
                </a:moveTo>
                <a:lnTo>
                  <a:pt x="1044746" y="942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9" name="9wq3_5_official_ReferenceLigand_16">
            <a:extLst>
              <a:ext uri="{FF2B5EF4-FFF2-40B4-BE49-F238E27FC236}">
                <a16:creationId xmlns:a16="http://schemas.microsoft.com/office/drawing/2014/main" id="{F39A6155-8CE6-45AA-AD78-CBEA35922B00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1698" y="724905"/>
                </a:moveTo>
                <a:lnTo>
                  <a:pt x="546567" y="7125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0" name="9wq3_5_official_ReferenceLigand_17">
            <a:extLst>
              <a:ext uri="{FF2B5EF4-FFF2-40B4-BE49-F238E27FC236}">
                <a16:creationId xmlns:a16="http://schemas.microsoft.com/office/drawing/2014/main" id="{E29FD016-40A5-4361-87FF-19CC079AA89A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5382" y="534888"/>
                </a:moveTo>
                <a:lnTo>
                  <a:pt x="1727950" y="608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1" name="9wq3_5_official_ReferenceLigand_18">
            <a:extLst>
              <a:ext uri="{FF2B5EF4-FFF2-40B4-BE49-F238E27FC236}">
                <a16:creationId xmlns:a16="http://schemas.microsoft.com/office/drawing/2014/main" id="{04C8B1CA-3738-47D6-ABD7-1954D54E304D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1930" y="631827"/>
                </a:moveTo>
                <a:lnTo>
                  <a:pt x="1432770" y="51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2" name="9wq3_5_official_ReferenceLigand_19">
            <a:extLst>
              <a:ext uri="{FF2B5EF4-FFF2-40B4-BE49-F238E27FC236}">
                <a16:creationId xmlns:a16="http://schemas.microsoft.com/office/drawing/2014/main" id="{C7230339-4212-4B4B-ACA4-2ECC5592AB26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698" y="766117"/>
                </a:moveTo>
                <a:lnTo>
                  <a:pt x="1341930" y="6318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3" name="9wq3_5_official_ReferenceLigand_20">
            <a:extLst>
              <a:ext uri="{FF2B5EF4-FFF2-40B4-BE49-F238E27FC236}">
                <a16:creationId xmlns:a16="http://schemas.microsoft.com/office/drawing/2014/main" id="{AF699694-8FD6-4090-B79B-71661759A8D0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046" y="1209290"/>
                </a:moveTo>
                <a:lnTo>
                  <a:pt x="1359862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4" name="9wq3_5_official_ReferenceLigand_21">
            <a:extLst>
              <a:ext uri="{FF2B5EF4-FFF2-40B4-BE49-F238E27FC236}">
                <a16:creationId xmlns:a16="http://schemas.microsoft.com/office/drawing/2014/main" id="{092B08DF-1C2C-4FB6-B689-9947B1107705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0806" y="908830"/>
                </a:moveTo>
                <a:lnTo>
                  <a:pt x="1906992" y="10235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5" name="9wq3_5_official_ReferenceLigand_22">
            <a:extLst>
              <a:ext uri="{FF2B5EF4-FFF2-40B4-BE49-F238E27FC236}">
                <a16:creationId xmlns:a16="http://schemas.microsoft.com/office/drawing/2014/main" id="{049B747D-C4E6-4CDB-B7D1-85124FD1772F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1698" y="724905"/>
                </a:moveTo>
                <a:lnTo>
                  <a:pt x="797701" y="803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6" name="9wq3_5_official_ReferenceLigand_23">
            <a:extLst>
              <a:ext uri="{FF2B5EF4-FFF2-40B4-BE49-F238E27FC236}">
                <a16:creationId xmlns:a16="http://schemas.microsoft.com/office/drawing/2014/main" id="{F754F14B-48FC-4E7F-B9CB-806C48037566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1242" y="929104"/>
                </a:moveTo>
                <a:lnTo>
                  <a:pt x="1250698" y="76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7" name="9wq3_5_official_ReferenceLigand_24">
            <a:extLst>
              <a:ext uri="{FF2B5EF4-FFF2-40B4-BE49-F238E27FC236}">
                <a16:creationId xmlns:a16="http://schemas.microsoft.com/office/drawing/2014/main" id="{8FB7F02D-67EC-4F5A-AD63-A524E56373DB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4746" y="942117"/>
                </a:moveTo>
                <a:lnTo>
                  <a:pt x="972361" y="8498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8" name="9wq3_5_official_ReferenceLigand_25">
            <a:extLst>
              <a:ext uri="{FF2B5EF4-FFF2-40B4-BE49-F238E27FC236}">
                <a16:creationId xmlns:a16="http://schemas.microsoft.com/office/drawing/2014/main" id="{7878D434-E59A-4631-BD4F-B60F4BACA180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317" y="1068539"/>
                </a:moveTo>
                <a:lnTo>
                  <a:pt x="1231242" y="9291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9" name="9wq3_5_official_ReferenceLigand_26">
            <a:extLst>
              <a:ext uri="{FF2B5EF4-FFF2-40B4-BE49-F238E27FC236}">
                <a16:creationId xmlns:a16="http://schemas.microsoft.com/office/drawing/2014/main" id="{5FFEC85E-20E8-481F-800F-26FAFD76813C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046" y="1209290"/>
                </a:moveTo>
                <a:lnTo>
                  <a:pt x="1280317" y="10685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0" name="9wq3_5_official_ReferenceLigand_27">
            <a:extLst>
              <a:ext uri="{FF2B5EF4-FFF2-40B4-BE49-F238E27FC236}">
                <a16:creationId xmlns:a16="http://schemas.microsoft.com/office/drawing/2014/main" id="{56B5E96A-7F35-4ABD-96C8-179CF0610F23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4889" y="1183848"/>
                </a:moveTo>
                <a:lnTo>
                  <a:pt x="1408046" y="1209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1" name="9wq3_5_official_ReferenceLigand_28">
            <a:extLst>
              <a:ext uri="{FF2B5EF4-FFF2-40B4-BE49-F238E27FC236}">
                <a16:creationId xmlns:a16="http://schemas.microsoft.com/office/drawing/2014/main" id="{45A3BFCF-82E6-4F13-B56B-FDB42A71DFF9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475" y="803393"/>
                </a:moveTo>
                <a:lnTo>
                  <a:pt x="1940806" y="90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2" name="9wq3_5_official_ReferenceLigand_29">
            <a:extLst>
              <a:ext uri="{FF2B5EF4-FFF2-40B4-BE49-F238E27FC236}">
                <a16:creationId xmlns:a16="http://schemas.microsoft.com/office/drawing/2014/main" id="{91D1D069-14BE-413D-85FD-F9EC382E75EF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69" y="559437"/>
                </a:moveTo>
                <a:lnTo>
                  <a:pt x="2369532" y="413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3" name="9wq3_5_official_ReferenceLigand_30">
            <a:extLst>
              <a:ext uri="{FF2B5EF4-FFF2-40B4-BE49-F238E27FC236}">
                <a16:creationId xmlns:a16="http://schemas.microsoft.com/office/drawing/2014/main" id="{3E7E58D4-7A19-4A31-96FE-711AD3F47DB5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69" y="559437"/>
                </a:moveTo>
                <a:lnTo>
                  <a:pt x="2150964" y="6533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4" name="9wq3_5_official_ReferenceLigand_31">
            <a:extLst>
              <a:ext uri="{FF2B5EF4-FFF2-40B4-BE49-F238E27FC236}">
                <a16:creationId xmlns:a16="http://schemas.microsoft.com/office/drawing/2014/main" id="{9E458D25-D6BF-4F1F-911D-756E837BF96A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770" y="515468"/>
                </a:moveTo>
                <a:lnTo>
                  <a:pt x="1645382" y="5348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5" name="9wq3_5_official_ReferenceLigand_32">
            <a:extLst>
              <a:ext uri="{FF2B5EF4-FFF2-40B4-BE49-F238E27FC236}">
                <a16:creationId xmlns:a16="http://schemas.microsoft.com/office/drawing/2014/main" id="{C8B87057-F3F8-4FEB-8448-F61660F3CCB6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964" y="653390"/>
                </a:moveTo>
                <a:lnTo>
                  <a:pt x="2063475" y="8033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6" name="9wq3_5_official_ReferenceLigand_33">
            <a:extLst>
              <a:ext uri="{FF2B5EF4-FFF2-40B4-BE49-F238E27FC236}">
                <a16:creationId xmlns:a16="http://schemas.microsoft.com/office/drawing/2014/main" id="{8DE0CCB8-29EA-4CB9-B8CF-59DD176AAFB2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5382" y="534888"/>
                </a:moveTo>
                <a:lnTo>
                  <a:pt x="1711123" y="3518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7" name="9wq3_5_official_ReferenceLigand_34">
            <a:extLst>
              <a:ext uri="{FF2B5EF4-FFF2-40B4-BE49-F238E27FC236}">
                <a16:creationId xmlns:a16="http://schemas.microsoft.com/office/drawing/2014/main" id="{99CCB4DA-AD72-4EFC-8F80-BC69A61A586F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0509" y="783453"/>
                </a:moveTo>
                <a:lnTo>
                  <a:pt x="546567" y="7125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8" name="9wq3_5_official_ReferenceLigand_35">
            <a:extLst>
              <a:ext uri="{FF2B5EF4-FFF2-40B4-BE49-F238E27FC236}">
                <a16:creationId xmlns:a16="http://schemas.microsoft.com/office/drawing/2014/main" id="{9133D0C6-FD4C-447C-800D-1FE2ABB6C8A8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2778" y="701928"/>
                </a:moveTo>
                <a:lnTo>
                  <a:pt x="1250698" y="76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9" name="9wq3_5_official_ReferenceLigand_36">
            <a:extLst>
              <a:ext uri="{FF2B5EF4-FFF2-40B4-BE49-F238E27FC236}">
                <a16:creationId xmlns:a16="http://schemas.microsoft.com/office/drawing/2014/main" id="{7812C479-B8BF-4604-A562-D223D756F95A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2361" y="849804"/>
                </a:moveTo>
                <a:lnTo>
                  <a:pt x="797701" y="803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0" name="9wq3_5_official_ReferenceLigand_37">
            <a:extLst>
              <a:ext uri="{FF2B5EF4-FFF2-40B4-BE49-F238E27FC236}">
                <a16:creationId xmlns:a16="http://schemas.microsoft.com/office/drawing/2014/main" id="{46F2C0D2-7EED-43E7-9CEF-618B4E1E5461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2361" y="849804"/>
                </a:moveTo>
                <a:lnTo>
                  <a:pt x="1082778" y="7019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1" name="9wq3_5_official_ReferenceLigand_38">
            <a:extLst>
              <a:ext uri="{FF2B5EF4-FFF2-40B4-BE49-F238E27FC236}">
                <a16:creationId xmlns:a16="http://schemas.microsoft.com/office/drawing/2014/main" id="{64A4A26C-F857-4D2F-9253-7AD2860706C3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7701" y="803590"/>
                </a:moveTo>
                <a:lnTo>
                  <a:pt x="685729" y="839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2" name="9wq3_5_official_ReferenceLigand_39">
            <a:extLst>
              <a:ext uri="{FF2B5EF4-FFF2-40B4-BE49-F238E27FC236}">
                <a16:creationId xmlns:a16="http://schemas.microsoft.com/office/drawing/2014/main" id="{E3B706F8-5DF6-46AA-BB2E-91BFB18E27EE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5382" y="534888"/>
                </a:moveTo>
                <a:lnTo>
                  <a:pt x="1711542" y="6258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3" name="9wq3_5_official_ReferenceLigand_40">
            <a:extLst>
              <a:ext uri="{FF2B5EF4-FFF2-40B4-BE49-F238E27FC236}">
                <a16:creationId xmlns:a16="http://schemas.microsoft.com/office/drawing/2014/main" id="{E96DA94C-6B47-49BF-A951-16D0E71B72E7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7428" y="899770"/>
                </a:moveTo>
                <a:lnTo>
                  <a:pt x="1940806" y="90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4" name="9wq3_5_official_ReferenceLigand_41">
            <a:extLst>
              <a:ext uri="{FF2B5EF4-FFF2-40B4-BE49-F238E27FC236}">
                <a16:creationId xmlns:a16="http://schemas.microsoft.com/office/drawing/2014/main" id="{7A4EF152-6D97-4454-87CB-5ADB0CC383CE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5729" y="839426"/>
                </a:moveTo>
                <a:lnTo>
                  <a:pt x="530509" y="783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5" name="9wq3_5_official_ReferenceLigand_42">
            <a:extLst>
              <a:ext uri="{FF2B5EF4-FFF2-40B4-BE49-F238E27FC236}">
                <a16:creationId xmlns:a16="http://schemas.microsoft.com/office/drawing/2014/main" id="{FC462269-2458-4D65-88DF-D52EF4B96E59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858" y="1189114"/>
                </a:moveTo>
                <a:lnTo>
                  <a:pt x="1584889" y="11838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6" name="9wq3_5_official_ReferenceLigand_43">
            <a:extLst>
              <a:ext uri="{FF2B5EF4-FFF2-40B4-BE49-F238E27FC236}">
                <a16:creationId xmlns:a16="http://schemas.microsoft.com/office/drawing/2014/main" id="{0AC8AE51-C3B0-4715-B8AD-CFC98EB17736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4646" y="815954"/>
                </a:moveTo>
                <a:lnTo>
                  <a:pt x="1857428" y="8997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7" name="9wq3_5_official_ReferenceLigand_44">
            <a:extLst>
              <a:ext uri="{FF2B5EF4-FFF2-40B4-BE49-F238E27FC236}">
                <a16:creationId xmlns:a16="http://schemas.microsoft.com/office/drawing/2014/main" id="{C169FC78-8A0E-4792-8BBF-141023220773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1542" y="625895"/>
                </a:moveTo>
                <a:lnTo>
                  <a:pt x="1694646" y="8159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8" name="9wq3_5_official_ReferenceLigand_45">
            <a:extLst>
              <a:ext uri="{FF2B5EF4-FFF2-40B4-BE49-F238E27FC236}">
                <a16:creationId xmlns:a16="http://schemas.microsoft.com/office/drawing/2014/main" id="{86AEC6F9-130F-484A-842D-CA0D2E122BD1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7428" y="899770"/>
                </a:moveTo>
                <a:lnTo>
                  <a:pt x="1828714" y="1074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9" name="9wq3_5_official_ReferenceLigand_46">
            <a:extLst>
              <a:ext uri="{FF2B5EF4-FFF2-40B4-BE49-F238E27FC236}">
                <a16:creationId xmlns:a16="http://schemas.microsoft.com/office/drawing/2014/main" id="{EC318BA7-E53D-4481-9802-CC750D53C199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354" y="889824"/>
                </a:moveTo>
                <a:lnTo>
                  <a:pt x="1694646" y="8159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0" name="9wq3_5_official_ReferenceLigand_47">
            <a:extLst>
              <a:ext uri="{FF2B5EF4-FFF2-40B4-BE49-F238E27FC236}">
                <a16:creationId xmlns:a16="http://schemas.microsoft.com/office/drawing/2014/main" id="{39E7EEE2-82F2-46C9-8609-DC15F9A71B9D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1462" y="1074387"/>
                </a:moveTo>
                <a:lnTo>
                  <a:pt x="1540858" y="1189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1" name="9wq3_5_official_ReferenceLigand_48">
            <a:extLst>
              <a:ext uri="{FF2B5EF4-FFF2-40B4-BE49-F238E27FC236}">
                <a16:creationId xmlns:a16="http://schemas.microsoft.com/office/drawing/2014/main" id="{C59DBA57-FAFC-4D39-80AE-7A113222F751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8714" y="1074961"/>
                </a:moveTo>
                <a:lnTo>
                  <a:pt x="1651462" y="10743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2" name="9wq3_5_official_ReferenceLigand_49">
            <a:extLst>
              <a:ext uri="{FF2B5EF4-FFF2-40B4-BE49-F238E27FC236}">
                <a16:creationId xmlns:a16="http://schemas.microsoft.com/office/drawing/2014/main" id="{4C7F6E95-64DA-4EEF-866A-7012763CA416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1462" y="1074387"/>
                </a:moveTo>
                <a:lnTo>
                  <a:pt x="1590354" y="8898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3" name="9wq3_5_official_ReferenceLigand_50">
            <a:extLst>
              <a:ext uri="{FF2B5EF4-FFF2-40B4-BE49-F238E27FC236}">
                <a16:creationId xmlns:a16="http://schemas.microsoft.com/office/drawing/2014/main" id="{3E199B98-467E-4E69-8A13-9A148228E360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354" y="889824"/>
                </a:moveTo>
                <a:lnTo>
                  <a:pt x="1623795" y="801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4" name="9wq3_5_official_PredictedLigand_0">
            <a:extLst>
              <a:ext uri="{FF2B5EF4-FFF2-40B4-BE49-F238E27FC236}">
                <a16:creationId xmlns:a16="http://schemas.microsoft.com/office/drawing/2014/main" id="{A3E0EFA2-51F3-4A41-9CE6-9A796AF0B4B0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3256" y="938811"/>
                </a:moveTo>
                <a:lnTo>
                  <a:pt x="1638193" y="9535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15" name="9wq3_5_official_PredictedLigand_1">
            <a:extLst>
              <a:ext uri="{FF2B5EF4-FFF2-40B4-BE49-F238E27FC236}">
                <a16:creationId xmlns:a16="http://schemas.microsoft.com/office/drawing/2014/main" id="{0E41C6AA-35AD-4631-BD48-E3640F6D9F73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3256" y="938811"/>
                </a:moveTo>
                <a:lnTo>
                  <a:pt x="1365920" y="8919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16" name="9wq3_5_official_PredictedLigand_2">
            <a:extLst>
              <a:ext uri="{FF2B5EF4-FFF2-40B4-BE49-F238E27FC236}">
                <a16:creationId xmlns:a16="http://schemas.microsoft.com/office/drawing/2014/main" id="{068ACA2C-DD8D-4BAB-9E6C-70E8F087CEF2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1214" y="1146084"/>
                </a:moveTo>
                <a:lnTo>
                  <a:pt x="1876410" y="12192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17" name="9wq3_5_official_PredictedLigand_3">
            <a:extLst>
              <a:ext uri="{FF2B5EF4-FFF2-40B4-BE49-F238E27FC236}">
                <a16:creationId xmlns:a16="http://schemas.microsoft.com/office/drawing/2014/main" id="{A772F77A-248D-4469-A6BA-0652A7DC466E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3256" y="938811"/>
                </a:moveTo>
                <a:lnTo>
                  <a:pt x="1555867" y="1116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18" name="9wq3_5_official_PredictedLigand_4">
            <a:extLst>
              <a:ext uri="{FF2B5EF4-FFF2-40B4-BE49-F238E27FC236}">
                <a16:creationId xmlns:a16="http://schemas.microsoft.com/office/drawing/2014/main" id="{664F4620-3897-48BB-BF41-10EA8A6E684A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327" y="799614"/>
                </a:moveTo>
                <a:lnTo>
                  <a:pt x="1553256" y="9388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19" name="9wq3_5_official_PredictedLigand_5">
            <a:extLst>
              <a:ext uri="{FF2B5EF4-FFF2-40B4-BE49-F238E27FC236}">
                <a16:creationId xmlns:a16="http://schemas.microsoft.com/office/drawing/2014/main" id="{8819AEE8-0BB3-43BA-8A88-E5ED77DA55F1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1214" y="1146084"/>
                </a:moveTo>
                <a:lnTo>
                  <a:pt x="1705321" y="1155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20" name="9wq3_5_official_PredictedLigand_6">
            <a:extLst>
              <a:ext uri="{FF2B5EF4-FFF2-40B4-BE49-F238E27FC236}">
                <a16:creationId xmlns:a16="http://schemas.microsoft.com/office/drawing/2014/main" id="{4CF033AC-F3DD-41D6-AB18-B56D07DD1B99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5867" y="1116572"/>
                </a:moveTo>
                <a:lnTo>
                  <a:pt x="1705321" y="1155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21" name="9wq3_5_official_PredictedLigand_7">
            <a:extLst>
              <a:ext uri="{FF2B5EF4-FFF2-40B4-BE49-F238E27FC236}">
                <a16:creationId xmlns:a16="http://schemas.microsoft.com/office/drawing/2014/main" id="{C886DAB6-5D94-481F-A6C5-17034AC70861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436" y="1222101"/>
                </a:moveTo>
                <a:lnTo>
                  <a:pt x="1871214" y="11460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22" name="9wq3_5_official_PredictedLigand_8">
            <a:extLst>
              <a:ext uri="{FF2B5EF4-FFF2-40B4-BE49-F238E27FC236}">
                <a16:creationId xmlns:a16="http://schemas.microsoft.com/office/drawing/2014/main" id="{67E3C811-FDDB-48B0-8F66-6D14674C3895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360" y="631411"/>
                </a:moveTo>
                <a:lnTo>
                  <a:pt x="1641327" y="799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23" name="9wq3_5_official_PredictedLigand_9">
            <a:extLst>
              <a:ext uri="{FF2B5EF4-FFF2-40B4-BE49-F238E27FC236}">
                <a16:creationId xmlns:a16="http://schemas.microsoft.com/office/drawing/2014/main" id="{0FB9226B-10A9-4925-9AAA-46FCB72E98A9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436" y="1222101"/>
                </a:moveTo>
                <a:lnTo>
                  <a:pt x="2107392" y="10886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24" name="9wq3_5_official_PredictedLigand_10">
            <a:extLst>
              <a:ext uri="{FF2B5EF4-FFF2-40B4-BE49-F238E27FC236}">
                <a16:creationId xmlns:a16="http://schemas.microsoft.com/office/drawing/2014/main" id="{1CB4211E-4EA5-4E65-8309-7EFD4E2B60C2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321" y="1155682"/>
                </a:moveTo>
                <a:lnTo>
                  <a:pt x="1731054" y="12858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25" name="9wq3_5_official_PredictedLigand_11">
            <a:extLst>
              <a:ext uri="{FF2B5EF4-FFF2-40B4-BE49-F238E27FC236}">
                <a16:creationId xmlns:a16="http://schemas.microsoft.com/office/drawing/2014/main" id="{98AB6273-9A1D-4FE6-86AB-B529FDD8BE52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27" y="549149"/>
                </a:moveTo>
                <a:lnTo>
                  <a:pt x="1611360" y="631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26" name="9wq3_5_official_PredictedLigand_12">
            <a:extLst>
              <a:ext uri="{FF2B5EF4-FFF2-40B4-BE49-F238E27FC236}">
                <a16:creationId xmlns:a16="http://schemas.microsoft.com/office/drawing/2014/main" id="{388ED63A-FB49-4B39-9A4E-FB17C7286458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71" y="1315121"/>
                </a:moveTo>
                <a:lnTo>
                  <a:pt x="2000436" y="12221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27" name="9wq3_5_official_PredictedLigand_13">
            <a:extLst>
              <a:ext uri="{FF2B5EF4-FFF2-40B4-BE49-F238E27FC236}">
                <a16:creationId xmlns:a16="http://schemas.microsoft.com/office/drawing/2014/main" id="{357AA459-7E65-495D-8158-A3334865C03B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1054" y="1285866"/>
                </a:moveTo>
                <a:lnTo>
                  <a:pt x="1908871" y="1315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28" name="9wq3_5_official_PredictedLigand_14">
            <a:extLst>
              <a:ext uri="{FF2B5EF4-FFF2-40B4-BE49-F238E27FC236}">
                <a16:creationId xmlns:a16="http://schemas.microsoft.com/office/drawing/2014/main" id="{0352B3C6-42D7-4CE9-8B83-0A4F294AD943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392" y="1088619"/>
                </a:moveTo>
                <a:lnTo>
                  <a:pt x="2026425" y="10148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29" name="9wq3_5_official_PredictedLigand_15">
            <a:extLst>
              <a:ext uri="{FF2B5EF4-FFF2-40B4-BE49-F238E27FC236}">
                <a16:creationId xmlns:a16="http://schemas.microsoft.com/office/drawing/2014/main" id="{7A06187C-9C62-46FF-A3F0-281A02BF8647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7209" y="834144"/>
                </a:moveTo>
                <a:lnTo>
                  <a:pt x="1171747" y="7627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30" name="9wq3_5_official_PredictedLigand_16">
            <a:extLst>
              <a:ext uri="{FF2B5EF4-FFF2-40B4-BE49-F238E27FC236}">
                <a16:creationId xmlns:a16="http://schemas.microsoft.com/office/drawing/2014/main" id="{08BAD1D0-65E4-4608-9C1B-2F122F8FF9D1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1157" y="871544"/>
                </a:moveTo>
                <a:lnTo>
                  <a:pt x="1027209" y="834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31" name="9wq3_5_official_PredictedLigand_17">
            <a:extLst>
              <a:ext uri="{FF2B5EF4-FFF2-40B4-BE49-F238E27FC236}">
                <a16:creationId xmlns:a16="http://schemas.microsoft.com/office/drawing/2014/main" id="{3CA17EC8-2A53-46A5-BE0A-FB9FDD092BED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3730" y="515111"/>
                </a:moveTo>
                <a:lnTo>
                  <a:pt x="1612227" y="549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32" name="9wq3_5_official_PredictedLigand_18">
            <a:extLst>
              <a:ext uri="{FF2B5EF4-FFF2-40B4-BE49-F238E27FC236}">
                <a16:creationId xmlns:a16="http://schemas.microsoft.com/office/drawing/2014/main" id="{ED34148E-9975-45E5-98BA-72027F7FAA73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1054" y="1285866"/>
                </a:moveTo>
                <a:lnTo>
                  <a:pt x="1657775" y="12591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33" name="9wq3_5_official_PredictedLigand_19">
            <a:extLst>
              <a:ext uri="{FF2B5EF4-FFF2-40B4-BE49-F238E27FC236}">
                <a16:creationId xmlns:a16="http://schemas.microsoft.com/office/drawing/2014/main" id="{A6F9F220-6485-4BF1-9543-18FA7F84C2AF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424" y="660531"/>
                </a:moveTo>
                <a:lnTo>
                  <a:pt x="1612227" y="549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34" name="9wq3_5_official_PredictedLigand_20">
            <a:extLst>
              <a:ext uri="{FF2B5EF4-FFF2-40B4-BE49-F238E27FC236}">
                <a16:creationId xmlns:a16="http://schemas.microsoft.com/office/drawing/2014/main" id="{28CF00EE-DD95-4DAC-AE9D-4DE9BA8F1787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3021" y="709583"/>
                </a:moveTo>
                <a:lnTo>
                  <a:pt x="1707424" y="6605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35" name="9wq3_5_official_PredictedLigand_21">
            <a:extLst>
              <a:ext uri="{FF2B5EF4-FFF2-40B4-BE49-F238E27FC236}">
                <a16:creationId xmlns:a16="http://schemas.microsoft.com/office/drawing/2014/main" id="{9E222994-A20E-44B3-9CF7-0D9284ADF761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4014" y="1329124"/>
                </a:moveTo>
                <a:lnTo>
                  <a:pt x="1152360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36" name="9wq3_5_official_PredictedLigand_22">
            <a:extLst>
              <a:ext uri="{FF2B5EF4-FFF2-40B4-BE49-F238E27FC236}">
                <a16:creationId xmlns:a16="http://schemas.microsoft.com/office/drawing/2014/main" id="{879932DC-7648-42A2-9A75-C0720733845A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150" y="820371"/>
                </a:moveTo>
                <a:lnTo>
                  <a:pt x="1873021" y="70958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37" name="9wq3_5_official_PredictedLigand_23">
            <a:extLst>
              <a:ext uri="{FF2B5EF4-FFF2-40B4-BE49-F238E27FC236}">
                <a16:creationId xmlns:a16="http://schemas.microsoft.com/office/drawing/2014/main" id="{CD16A862-55D1-456A-ADE1-7578A2229395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150" y="820371"/>
                </a:moveTo>
                <a:lnTo>
                  <a:pt x="2193035" y="74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38" name="9wq3_5_official_PredictedLigand_24">
            <a:extLst>
              <a:ext uri="{FF2B5EF4-FFF2-40B4-BE49-F238E27FC236}">
                <a16:creationId xmlns:a16="http://schemas.microsoft.com/office/drawing/2014/main" id="{6149EE78-3304-47A4-B975-C0C7BC066B61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4014" y="1329124"/>
                </a:moveTo>
                <a:lnTo>
                  <a:pt x="1359455" y="12972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39" name="9wq3_5_official_PredictedLigand_25">
            <a:extLst>
              <a:ext uri="{FF2B5EF4-FFF2-40B4-BE49-F238E27FC236}">
                <a16:creationId xmlns:a16="http://schemas.microsoft.com/office/drawing/2014/main" id="{45B73B4C-1148-4D95-BAAE-98D04FA11AB4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6425" y="1014854"/>
                </a:moveTo>
                <a:lnTo>
                  <a:pt x="2022150" y="82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40" name="9wq3_5_official_PredictedLigand_26">
            <a:extLst>
              <a:ext uri="{FF2B5EF4-FFF2-40B4-BE49-F238E27FC236}">
                <a16:creationId xmlns:a16="http://schemas.microsoft.com/office/drawing/2014/main" id="{1A6AEFC2-539E-4B87-9675-5ED15707D5C3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455" y="1297232"/>
                </a:moveTo>
                <a:lnTo>
                  <a:pt x="1489570" y="12760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41" name="9wq3_5_official_PredictedLigand_27">
            <a:extLst>
              <a:ext uri="{FF2B5EF4-FFF2-40B4-BE49-F238E27FC236}">
                <a16:creationId xmlns:a16="http://schemas.microsoft.com/office/drawing/2014/main" id="{4F9D8DC5-3DCE-4BBA-A657-870280741DDF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1747" y="762765"/>
                </a:moveTo>
                <a:lnTo>
                  <a:pt x="1183749" y="7325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42" name="9wq3_5_official_PredictedLigand_28">
            <a:extLst>
              <a:ext uri="{FF2B5EF4-FFF2-40B4-BE49-F238E27FC236}">
                <a16:creationId xmlns:a16="http://schemas.microsoft.com/office/drawing/2014/main" id="{FB2F48FF-E4FE-4BD9-A8D6-C5DD3050B8D7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9570" y="1276096"/>
                </a:moveTo>
                <a:lnTo>
                  <a:pt x="1657775" y="12591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43" name="9wq3_5_official_PredictedLigand_29">
            <a:extLst>
              <a:ext uri="{FF2B5EF4-FFF2-40B4-BE49-F238E27FC236}">
                <a16:creationId xmlns:a16="http://schemas.microsoft.com/office/drawing/2014/main" id="{7886FD96-2550-4B6E-9F68-0C8CABD49822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4437" y="548543"/>
                </a:moveTo>
                <a:lnTo>
                  <a:pt x="1453730" y="5151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44" name="9wq3_5_official_PredictedLigand_30">
            <a:extLst>
              <a:ext uri="{FF2B5EF4-FFF2-40B4-BE49-F238E27FC236}">
                <a16:creationId xmlns:a16="http://schemas.microsoft.com/office/drawing/2014/main" id="{540DF09A-E904-4175-8652-D158C52119BF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8238" y="842511"/>
                </a:moveTo>
                <a:lnTo>
                  <a:pt x="891157" y="8715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45" name="9wq3_5_official_PredictedLigand_31">
            <a:extLst>
              <a:ext uri="{FF2B5EF4-FFF2-40B4-BE49-F238E27FC236}">
                <a16:creationId xmlns:a16="http://schemas.microsoft.com/office/drawing/2014/main" id="{A4DDE01B-64C0-4200-8544-62315C21018C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424" y="660531"/>
                </a:moveTo>
                <a:lnTo>
                  <a:pt x="1634726" y="6018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46" name="9wq3_5_official_PredictedLigand_32">
            <a:extLst>
              <a:ext uri="{FF2B5EF4-FFF2-40B4-BE49-F238E27FC236}">
                <a16:creationId xmlns:a16="http://schemas.microsoft.com/office/drawing/2014/main" id="{028C8F4A-C016-4F94-B711-45EBE88DA043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775" y="1259190"/>
                </a:moveTo>
                <a:lnTo>
                  <a:pt x="1735914" y="12199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47" name="9wq3_5_official_PredictedLigand_33">
            <a:extLst>
              <a:ext uri="{FF2B5EF4-FFF2-40B4-BE49-F238E27FC236}">
                <a16:creationId xmlns:a16="http://schemas.microsoft.com/office/drawing/2014/main" id="{F7DE1366-8382-4B6F-9799-81FDD4FCE0C7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712" y="1333500"/>
                </a:moveTo>
                <a:lnTo>
                  <a:pt x="1204014" y="132912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48" name="9wq3_5_official_PredictedLigand_34">
            <a:extLst>
              <a:ext uri="{FF2B5EF4-FFF2-40B4-BE49-F238E27FC236}">
                <a16:creationId xmlns:a16="http://schemas.microsoft.com/office/drawing/2014/main" id="{E14B8DE2-19E2-4A1E-A825-2FEED3B1C49E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150" y="820371"/>
                </a:moveTo>
                <a:lnTo>
                  <a:pt x="1997630" y="8024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49" name="9wq3_5_official_PredictedLigand_35">
            <a:extLst>
              <a:ext uri="{FF2B5EF4-FFF2-40B4-BE49-F238E27FC236}">
                <a16:creationId xmlns:a16="http://schemas.microsoft.com/office/drawing/2014/main" id="{92869989-230B-474D-B472-BEA88AAA6FF2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749" y="732564"/>
                </a:moveTo>
                <a:lnTo>
                  <a:pt x="1311207" y="6564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50" name="9wq3_5_official_PredictedLigand_36">
            <a:extLst>
              <a:ext uri="{FF2B5EF4-FFF2-40B4-BE49-F238E27FC236}">
                <a16:creationId xmlns:a16="http://schemas.microsoft.com/office/drawing/2014/main" id="{7BBF0F0D-7EDB-4064-9678-DD6CFB18B18B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9570" y="1276096"/>
                </a:moveTo>
                <a:lnTo>
                  <a:pt x="1466112" y="1271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51" name="9wq3_5_official_PredictedLigand_37">
            <a:extLst>
              <a:ext uri="{FF2B5EF4-FFF2-40B4-BE49-F238E27FC236}">
                <a16:creationId xmlns:a16="http://schemas.microsoft.com/office/drawing/2014/main" id="{0232676A-B756-4D8C-BADF-BAD56DC7969A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749" y="732564"/>
                </a:moveTo>
                <a:lnTo>
                  <a:pt x="1051283" y="7816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52" name="9wq3_5_official_PredictedLigand_38">
            <a:extLst>
              <a:ext uri="{FF2B5EF4-FFF2-40B4-BE49-F238E27FC236}">
                <a16:creationId xmlns:a16="http://schemas.microsoft.com/office/drawing/2014/main" id="{FCC8E787-A540-484A-811B-9D80C85681E0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4726" y="601860"/>
                </a:moveTo>
                <a:lnTo>
                  <a:pt x="1454437" y="54854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53" name="9wq3_5_official_PredictedLigand_39">
            <a:extLst>
              <a:ext uri="{FF2B5EF4-FFF2-40B4-BE49-F238E27FC236}">
                <a16:creationId xmlns:a16="http://schemas.microsoft.com/office/drawing/2014/main" id="{ADB9760A-13BA-4E6C-8C6A-4FC5DD8DAFB1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4437" y="548543"/>
                </a:moveTo>
                <a:lnTo>
                  <a:pt x="1311207" y="6564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54" name="9wq3_5_official_PredictedLigand_40">
            <a:extLst>
              <a:ext uri="{FF2B5EF4-FFF2-40B4-BE49-F238E27FC236}">
                <a16:creationId xmlns:a16="http://schemas.microsoft.com/office/drawing/2014/main" id="{8863F6F0-CB25-4530-AA9A-4AF02D3806A9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283" y="781616"/>
                </a:moveTo>
                <a:lnTo>
                  <a:pt x="898238" y="8425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55" name="9wq3_5_official_PredictedLigand_41">
            <a:extLst>
              <a:ext uri="{FF2B5EF4-FFF2-40B4-BE49-F238E27FC236}">
                <a16:creationId xmlns:a16="http://schemas.microsoft.com/office/drawing/2014/main" id="{7D41A24B-577F-46B9-856F-F0F98E245083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8238" y="842511"/>
                </a:moveTo>
                <a:lnTo>
                  <a:pt x="756787" y="8697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56" name="9wq3_5_official_PredictedLigand_42">
            <a:extLst>
              <a:ext uri="{FF2B5EF4-FFF2-40B4-BE49-F238E27FC236}">
                <a16:creationId xmlns:a16="http://schemas.microsoft.com/office/drawing/2014/main" id="{B65FE614-ABAB-44D5-8F1D-B8A565DF0E64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8398" y="466376"/>
                </a:moveTo>
                <a:lnTo>
                  <a:pt x="1634726" y="6018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57" name="9wq3_5_official_PredictedLigand_43">
            <a:extLst>
              <a:ext uri="{FF2B5EF4-FFF2-40B4-BE49-F238E27FC236}">
                <a16:creationId xmlns:a16="http://schemas.microsoft.com/office/drawing/2014/main" id="{4E62030E-5363-4490-8AE4-94D0177A851D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5914" y="1219930"/>
                </a:moveTo>
                <a:lnTo>
                  <a:pt x="1621221" y="12261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58" name="9wq3_5_official_PredictedLigand_44">
            <a:extLst>
              <a:ext uri="{FF2B5EF4-FFF2-40B4-BE49-F238E27FC236}">
                <a16:creationId xmlns:a16="http://schemas.microsoft.com/office/drawing/2014/main" id="{041EE1BB-BC53-4A80-A544-532B68624D82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6611" y="1315608"/>
                </a:moveTo>
                <a:lnTo>
                  <a:pt x="1221069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59" name="9wq3_5_official_PredictedLigand_45">
            <a:extLst>
              <a:ext uri="{FF2B5EF4-FFF2-40B4-BE49-F238E27FC236}">
                <a16:creationId xmlns:a16="http://schemas.microsoft.com/office/drawing/2014/main" id="{9059F1DD-A8E8-42B1-9077-DD1E395B308D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1221" y="1226100"/>
                </a:moveTo>
                <a:lnTo>
                  <a:pt x="1466112" y="1271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60" name="9wq3_5_official_PredictedLigand_46">
            <a:extLst>
              <a:ext uri="{FF2B5EF4-FFF2-40B4-BE49-F238E27FC236}">
                <a16:creationId xmlns:a16="http://schemas.microsoft.com/office/drawing/2014/main" id="{BB30A343-E844-4CFF-A625-A8BC54EA84B2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112" y="1271261"/>
                </a:moveTo>
                <a:lnTo>
                  <a:pt x="1306611" y="13156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61" name="9wq3_5_official_PredictedLigand_47">
            <a:extLst>
              <a:ext uri="{FF2B5EF4-FFF2-40B4-BE49-F238E27FC236}">
                <a16:creationId xmlns:a16="http://schemas.microsoft.com/office/drawing/2014/main" id="{DDC805F8-FDE2-403A-8681-0AB34792C86A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1207" y="656426"/>
                </a:moveTo>
                <a:lnTo>
                  <a:pt x="1270000" y="6855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62" name="9wq3_5_official_PredictedLigand_48">
            <a:extLst>
              <a:ext uri="{FF2B5EF4-FFF2-40B4-BE49-F238E27FC236}">
                <a16:creationId xmlns:a16="http://schemas.microsoft.com/office/drawing/2014/main" id="{F26B0C1A-5B69-4864-9106-ADCAFA8F7D8C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463" y="754140"/>
                </a:moveTo>
                <a:lnTo>
                  <a:pt x="1051283" y="7816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63" name="9wq3_5_official_PredictedLigand_49">
            <a:extLst>
              <a:ext uri="{FF2B5EF4-FFF2-40B4-BE49-F238E27FC236}">
                <a16:creationId xmlns:a16="http://schemas.microsoft.com/office/drawing/2014/main" id="{A13579AD-F93C-4453-BBC6-360E82ABFFB3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000" y="685545"/>
                </a:moveTo>
                <a:lnTo>
                  <a:pt x="1111463" y="7541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64" name="9wq3_5_official_PredictedLigand_50">
            <a:extLst>
              <a:ext uri="{FF2B5EF4-FFF2-40B4-BE49-F238E27FC236}">
                <a16:creationId xmlns:a16="http://schemas.microsoft.com/office/drawing/2014/main" id="{2F9CAA74-D9E1-4C00-8407-0E30162E98A9}"/>
              </a:ext>
            </a:extLst>
          </p:cNvPr>
          <p:cNvSpPr>
            <a:spLocks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6611" y="1315608"/>
                </a:moveTo>
                <a:lnTo>
                  <a:pt x="1285344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165" name="9wq3_5_official_PredictedAtoms_0">
            <a:extLst>
              <a:ext uri="{FF2B5EF4-FFF2-40B4-BE49-F238E27FC236}">
                <a16:creationId xmlns:a16="http://schemas.microsoft.com/office/drawing/2014/main" id="{71A8B466-C222-48BA-8958-8E1720B5F51B}"/>
              </a:ext>
            </a:extLst>
          </p:cNvPr>
          <p:cNvSpPr>
            <a:spLocks/>
          </p:cNvSpPr>
          <p:nvPr/>
        </p:nvSpPr>
        <p:spPr>
          <a:xfrm>
            <a:off x="1960806" y="10194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66" name="9wq3_5_official_PredictedAtoms_1">
            <a:extLst>
              <a:ext uri="{FF2B5EF4-FFF2-40B4-BE49-F238E27FC236}">
                <a16:creationId xmlns:a16="http://schemas.microsoft.com/office/drawing/2014/main" id="{B3C047DC-0CF0-464A-9BD8-2CEDB09919DA}"/>
              </a:ext>
            </a:extLst>
          </p:cNvPr>
          <p:cNvSpPr>
            <a:spLocks/>
          </p:cNvSpPr>
          <p:nvPr/>
        </p:nvSpPr>
        <p:spPr>
          <a:xfrm>
            <a:off x="1847133" y="103297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67" name="9wq3_5_official_PredictedAtoms_2">
            <a:extLst>
              <a:ext uri="{FF2B5EF4-FFF2-40B4-BE49-F238E27FC236}">
                <a16:creationId xmlns:a16="http://schemas.microsoft.com/office/drawing/2014/main" id="{650CB62E-9785-4495-9E99-2C3771F37D5C}"/>
              </a:ext>
            </a:extLst>
          </p:cNvPr>
          <p:cNvSpPr>
            <a:spLocks/>
          </p:cNvSpPr>
          <p:nvPr/>
        </p:nvSpPr>
        <p:spPr>
          <a:xfrm>
            <a:off x="1666844" y="102764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68" name="9wq3_5_official_PredictedAtoms_3">
            <a:extLst>
              <a:ext uri="{FF2B5EF4-FFF2-40B4-BE49-F238E27FC236}">
                <a16:creationId xmlns:a16="http://schemas.microsoft.com/office/drawing/2014/main" id="{2EDF0568-7CE2-4237-9510-DB89E6F48642}"/>
              </a:ext>
            </a:extLst>
          </p:cNvPr>
          <p:cNvSpPr>
            <a:spLocks/>
          </p:cNvSpPr>
          <p:nvPr/>
        </p:nvSpPr>
        <p:spPr>
          <a:xfrm>
            <a:off x="1523614" y="103843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69" name="9wq3_5_official_PredictedAtoms_4">
            <a:extLst>
              <a:ext uri="{FF2B5EF4-FFF2-40B4-BE49-F238E27FC236}">
                <a16:creationId xmlns:a16="http://schemas.microsoft.com/office/drawing/2014/main" id="{AEC32B00-EF26-4C58-B12B-0CB53B09F4D9}"/>
              </a:ext>
            </a:extLst>
          </p:cNvPr>
          <p:cNvSpPr>
            <a:spLocks/>
          </p:cNvSpPr>
          <p:nvPr/>
        </p:nvSpPr>
        <p:spPr>
          <a:xfrm>
            <a:off x="1482408" y="104134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70" name="9wq3_5_official_PredictedAtoms_5">
            <a:extLst>
              <a:ext uri="{FF2B5EF4-FFF2-40B4-BE49-F238E27FC236}">
                <a16:creationId xmlns:a16="http://schemas.microsoft.com/office/drawing/2014/main" id="{B58D5DD2-3F0A-40E2-A5A1-C4920E06AB82}"/>
              </a:ext>
            </a:extLst>
          </p:cNvPr>
          <p:cNvSpPr>
            <a:spLocks/>
          </p:cNvSpPr>
          <p:nvPr/>
        </p:nvSpPr>
        <p:spPr>
          <a:xfrm>
            <a:off x="1323870" y="10482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71" name="9wq3_5_official_PredictedAtoms_6">
            <a:extLst>
              <a:ext uri="{FF2B5EF4-FFF2-40B4-BE49-F238E27FC236}">
                <a16:creationId xmlns:a16="http://schemas.microsoft.com/office/drawing/2014/main" id="{F3A69944-F7B7-4E9C-A364-94A7FC6A5E70}"/>
              </a:ext>
            </a:extLst>
          </p:cNvPr>
          <p:cNvSpPr>
            <a:spLocks/>
          </p:cNvSpPr>
          <p:nvPr/>
        </p:nvSpPr>
        <p:spPr>
          <a:xfrm>
            <a:off x="1263690" y="10509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72" name="9wq3_5_official_PredictedAtoms_7">
            <a:extLst>
              <a:ext uri="{FF2B5EF4-FFF2-40B4-BE49-F238E27FC236}">
                <a16:creationId xmlns:a16="http://schemas.microsoft.com/office/drawing/2014/main" id="{FE13EC66-2E23-492F-AF7E-8AFF56CFC563}"/>
              </a:ext>
            </a:extLst>
          </p:cNvPr>
          <p:cNvSpPr>
            <a:spLocks/>
          </p:cNvSpPr>
          <p:nvPr/>
        </p:nvSpPr>
        <p:spPr>
          <a:xfrm>
            <a:off x="1110646" y="105703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73" name="9wq3_5_official_PredictedAtoms_8">
            <a:extLst>
              <a:ext uri="{FF2B5EF4-FFF2-40B4-BE49-F238E27FC236}">
                <a16:creationId xmlns:a16="http://schemas.microsoft.com/office/drawing/2014/main" id="{23475DD1-A952-4182-B5C9-74A11F8B4B7F}"/>
              </a:ext>
            </a:extLst>
          </p:cNvPr>
          <p:cNvSpPr>
            <a:spLocks/>
          </p:cNvSpPr>
          <p:nvPr/>
        </p:nvSpPr>
        <p:spPr>
          <a:xfrm>
            <a:off x="969195" y="1059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74" name="9wq3_5_official_PredictedAtoms_9">
            <a:extLst>
              <a:ext uri="{FF2B5EF4-FFF2-40B4-BE49-F238E27FC236}">
                <a16:creationId xmlns:a16="http://schemas.microsoft.com/office/drawing/2014/main" id="{3E7241B0-8F25-430B-B927-3F660170B6E9}"/>
              </a:ext>
            </a:extLst>
          </p:cNvPr>
          <p:cNvSpPr>
            <a:spLocks/>
          </p:cNvSpPr>
          <p:nvPr/>
        </p:nvSpPr>
        <p:spPr>
          <a:xfrm>
            <a:off x="1103565" y="105994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75" name="9wq3_5_official_PredictedAtoms_10">
            <a:extLst>
              <a:ext uri="{FF2B5EF4-FFF2-40B4-BE49-F238E27FC236}">
                <a16:creationId xmlns:a16="http://schemas.microsoft.com/office/drawing/2014/main" id="{8E8CD4F0-4B22-4716-88C7-8197CE733DF8}"/>
              </a:ext>
            </a:extLst>
          </p:cNvPr>
          <p:cNvSpPr>
            <a:spLocks/>
          </p:cNvSpPr>
          <p:nvPr/>
        </p:nvSpPr>
        <p:spPr>
          <a:xfrm>
            <a:off x="1239616" y="105620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76" name="9wq3_5_official_PredictedAtoms_11">
            <a:extLst>
              <a:ext uri="{FF2B5EF4-FFF2-40B4-BE49-F238E27FC236}">
                <a16:creationId xmlns:a16="http://schemas.microsoft.com/office/drawing/2014/main" id="{D78FF0F5-9C91-4A62-A2C1-9D1CE6525CE6}"/>
              </a:ext>
            </a:extLst>
          </p:cNvPr>
          <p:cNvSpPr>
            <a:spLocks/>
          </p:cNvSpPr>
          <p:nvPr/>
        </p:nvSpPr>
        <p:spPr>
          <a:xfrm>
            <a:off x="1384154" y="1049064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77" name="9wq3_5_official_PredictedAtoms_12">
            <a:extLst>
              <a:ext uri="{FF2B5EF4-FFF2-40B4-BE49-F238E27FC236}">
                <a16:creationId xmlns:a16="http://schemas.microsoft.com/office/drawing/2014/main" id="{CEF0B0F7-564D-485D-9244-57BDCAE19C4D}"/>
              </a:ext>
            </a:extLst>
          </p:cNvPr>
          <p:cNvSpPr>
            <a:spLocks/>
          </p:cNvSpPr>
          <p:nvPr/>
        </p:nvSpPr>
        <p:spPr>
          <a:xfrm>
            <a:off x="1396157" y="10460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78" name="9wq3_5_official_PredictedAtoms_13">
            <a:extLst>
              <a:ext uri="{FF2B5EF4-FFF2-40B4-BE49-F238E27FC236}">
                <a16:creationId xmlns:a16="http://schemas.microsoft.com/office/drawing/2014/main" id="{518061BB-2FD3-45FC-823E-A2191556540A}"/>
              </a:ext>
            </a:extLst>
          </p:cNvPr>
          <p:cNvSpPr>
            <a:spLocks/>
          </p:cNvSpPr>
          <p:nvPr/>
        </p:nvSpPr>
        <p:spPr>
          <a:xfrm>
            <a:off x="1666137" y="102429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79" name="9wq3_5_official_PredictedAtoms_14">
            <a:extLst>
              <a:ext uri="{FF2B5EF4-FFF2-40B4-BE49-F238E27FC236}">
                <a16:creationId xmlns:a16="http://schemas.microsoft.com/office/drawing/2014/main" id="{595BC878-0209-4B1F-A09F-6AEF9D27082F}"/>
              </a:ext>
            </a:extLst>
          </p:cNvPr>
          <p:cNvSpPr>
            <a:spLocks/>
          </p:cNvSpPr>
          <p:nvPr/>
        </p:nvSpPr>
        <p:spPr>
          <a:xfrm>
            <a:off x="1824634" y="102770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80" name="9wq3_5_official_PredictedAtoms_15">
            <a:extLst>
              <a:ext uri="{FF2B5EF4-FFF2-40B4-BE49-F238E27FC236}">
                <a16:creationId xmlns:a16="http://schemas.microsoft.com/office/drawing/2014/main" id="{50C78E4C-119B-4B10-B102-8BE7FAA2042B}"/>
              </a:ext>
            </a:extLst>
          </p:cNvPr>
          <p:cNvSpPr>
            <a:spLocks/>
          </p:cNvSpPr>
          <p:nvPr/>
        </p:nvSpPr>
        <p:spPr>
          <a:xfrm>
            <a:off x="1823768" y="103592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81" name="9wq3_5_official_PredictedAtoms_16">
            <a:extLst>
              <a:ext uri="{FF2B5EF4-FFF2-40B4-BE49-F238E27FC236}">
                <a16:creationId xmlns:a16="http://schemas.microsoft.com/office/drawing/2014/main" id="{096F3C4D-2CFE-48E6-BA7E-3AC41AC77D1F}"/>
              </a:ext>
            </a:extLst>
          </p:cNvPr>
          <p:cNvSpPr>
            <a:spLocks/>
          </p:cNvSpPr>
          <p:nvPr/>
        </p:nvSpPr>
        <p:spPr>
          <a:xfrm>
            <a:off x="1853734" y="105274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82" name="9wq3_5_official_PredictedAtoms_17">
            <a:extLst>
              <a:ext uri="{FF2B5EF4-FFF2-40B4-BE49-F238E27FC236}">
                <a16:creationId xmlns:a16="http://schemas.microsoft.com/office/drawing/2014/main" id="{DAA4686B-B832-4706-B268-4EA99775A3AC}"/>
              </a:ext>
            </a:extLst>
          </p:cNvPr>
          <p:cNvSpPr>
            <a:spLocks/>
          </p:cNvSpPr>
          <p:nvPr/>
        </p:nvSpPr>
        <p:spPr>
          <a:xfrm>
            <a:off x="1765664" y="106666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83" name="9wq3_5_official_PredictedAtoms_18">
            <a:extLst>
              <a:ext uri="{FF2B5EF4-FFF2-40B4-BE49-F238E27FC236}">
                <a16:creationId xmlns:a16="http://schemas.microsoft.com/office/drawing/2014/main" id="{2E8463F1-25BC-42E0-B63C-3A2D67B923C4}"/>
              </a:ext>
            </a:extLst>
          </p:cNvPr>
          <p:cNvSpPr>
            <a:spLocks/>
          </p:cNvSpPr>
          <p:nvPr/>
        </p:nvSpPr>
        <p:spPr>
          <a:xfrm>
            <a:off x="1850601" y="106814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84" name="9wq3_5_official_PredictedAtoms_19">
            <a:extLst>
              <a:ext uri="{FF2B5EF4-FFF2-40B4-BE49-F238E27FC236}">
                <a16:creationId xmlns:a16="http://schemas.microsoft.com/office/drawing/2014/main" id="{8D6989FF-B36D-454C-9E64-B04982D02924}"/>
              </a:ext>
            </a:extLst>
          </p:cNvPr>
          <p:cNvSpPr>
            <a:spLocks/>
          </p:cNvSpPr>
          <p:nvPr/>
        </p:nvSpPr>
        <p:spPr>
          <a:xfrm>
            <a:off x="1578327" y="106198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85" name="9wq3_5_official_PredictedAtoms_20">
            <a:extLst>
              <a:ext uri="{FF2B5EF4-FFF2-40B4-BE49-F238E27FC236}">
                <a16:creationId xmlns:a16="http://schemas.microsoft.com/office/drawing/2014/main" id="{7F5DE7D7-A68C-46DE-9834-22579E863DFD}"/>
              </a:ext>
            </a:extLst>
          </p:cNvPr>
          <p:cNvSpPr>
            <a:spLocks/>
          </p:cNvSpPr>
          <p:nvPr/>
        </p:nvSpPr>
        <p:spPr>
          <a:xfrm>
            <a:off x="1768275" y="108444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86" name="9wq3_5_official_PredictedAtoms_21">
            <a:extLst>
              <a:ext uri="{FF2B5EF4-FFF2-40B4-BE49-F238E27FC236}">
                <a16:creationId xmlns:a16="http://schemas.microsoft.com/office/drawing/2014/main" id="{C0B86847-F085-402E-8577-B35704C2D5FD}"/>
              </a:ext>
            </a:extLst>
          </p:cNvPr>
          <p:cNvSpPr>
            <a:spLocks/>
          </p:cNvSpPr>
          <p:nvPr/>
        </p:nvSpPr>
        <p:spPr>
          <a:xfrm>
            <a:off x="1917729" y="108835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87" name="9wq3_5_official_PredictedAtoms_22">
            <a:extLst>
              <a:ext uri="{FF2B5EF4-FFF2-40B4-BE49-F238E27FC236}">
                <a16:creationId xmlns:a16="http://schemas.microsoft.com/office/drawing/2014/main" id="{57589FE2-F774-4319-B5A4-DC369DF21A37}"/>
              </a:ext>
            </a:extLst>
          </p:cNvPr>
          <p:cNvSpPr>
            <a:spLocks/>
          </p:cNvSpPr>
          <p:nvPr/>
        </p:nvSpPr>
        <p:spPr>
          <a:xfrm>
            <a:off x="1943462" y="110137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88" name="9wq3_5_official_PredictedAtoms_23">
            <a:extLst>
              <a:ext uri="{FF2B5EF4-FFF2-40B4-BE49-F238E27FC236}">
                <a16:creationId xmlns:a16="http://schemas.microsoft.com/office/drawing/2014/main" id="{DB2F7A16-D052-439B-8693-527B0012F1DD}"/>
              </a:ext>
            </a:extLst>
          </p:cNvPr>
          <p:cNvSpPr>
            <a:spLocks/>
          </p:cNvSpPr>
          <p:nvPr/>
        </p:nvSpPr>
        <p:spPr>
          <a:xfrm>
            <a:off x="1870182" y="109870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89" name="9wq3_5_official_PredictedAtoms_24">
            <a:extLst>
              <a:ext uri="{FF2B5EF4-FFF2-40B4-BE49-F238E27FC236}">
                <a16:creationId xmlns:a16="http://schemas.microsoft.com/office/drawing/2014/main" id="{93390688-C1FC-4BBD-8B2E-19DBD226C254}"/>
              </a:ext>
            </a:extLst>
          </p:cNvPr>
          <p:cNvSpPr>
            <a:spLocks/>
          </p:cNvSpPr>
          <p:nvPr/>
        </p:nvSpPr>
        <p:spPr>
          <a:xfrm>
            <a:off x="1948321" y="109478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90" name="9wq3_5_official_PredictedAtoms_25">
            <a:extLst>
              <a:ext uri="{FF2B5EF4-FFF2-40B4-BE49-F238E27FC236}">
                <a16:creationId xmlns:a16="http://schemas.microsoft.com/office/drawing/2014/main" id="{4017F209-4B3E-4534-BF00-B4EFC39341C1}"/>
              </a:ext>
            </a:extLst>
          </p:cNvPr>
          <p:cNvSpPr>
            <a:spLocks/>
          </p:cNvSpPr>
          <p:nvPr/>
        </p:nvSpPr>
        <p:spPr>
          <a:xfrm>
            <a:off x="1833629" y="10953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91" name="9wq3_5_official_PredictedAtoms_26">
            <a:extLst>
              <a:ext uri="{FF2B5EF4-FFF2-40B4-BE49-F238E27FC236}">
                <a16:creationId xmlns:a16="http://schemas.microsoft.com/office/drawing/2014/main" id="{BF437EC7-821E-45BE-B599-33B2B79D7595}"/>
              </a:ext>
            </a:extLst>
          </p:cNvPr>
          <p:cNvSpPr>
            <a:spLocks/>
          </p:cNvSpPr>
          <p:nvPr/>
        </p:nvSpPr>
        <p:spPr>
          <a:xfrm>
            <a:off x="1678520" y="109991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92" name="9wq3_5_official_PredictedAtoms_27">
            <a:extLst>
              <a:ext uri="{FF2B5EF4-FFF2-40B4-BE49-F238E27FC236}">
                <a16:creationId xmlns:a16="http://schemas.microsoft.com/office/drawing/2014/main" id="{F71552E7-F6BB-4574-8780-EDB7E406B138}"/>
              </a:ext>
            </a:extLst>
          </p:cNvPr>
          <p:cNvSpPr>
            <a:spLocks/>
          </p:cNvSpPr>
          <p:nvPr/>
        </p:nvSpPr>
        <p:spPr>
          <a:xfrm>
            <a:off x="1519018" y="110434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93" name="9wq3_5_official_PredictedAtoms_32">
            <a:extLst>
              <a:ext uri="{FF2B5EF4-FFF2-40B4-BE49-F238E27FC236}">
                <a16:creationId xmlns:a16="http://schemas.microsoft.com/office/drawing/2014/main" id="{147E90AE-34C0-4D93-B3E7-6C896CDAB1A9}"/>
              </a:ext>
            </a:extLst>
          </p:cNvPr>
          <p:cNvSpPr>
            <a:spLocks/>
          </p:cNvSpPr>
          <p:nvPr/>
        </p:nvSpPr>
        <p:spPr>
          <a:xfrm>
            <a:off x="1571862" y="110251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94" name="9wq3_5_official_PredictedAtoms_33">
            <a:extLst>
              <a:ext uri="{FF2B5EF4-FFF2-40B4-BE49-F238E27FC236}">
                <a16:creationId xmlns:a16="http://schemas.microsoft.com/office/drawing/2014/main" id="{692043DA-79DE-44E4-8941-3AB40F3D9785}"/>
              </a:ext>
            </a:extLst>
          </p:cNvPr>
          <p:cNvSpPr>
            <a:spLocks/>
          </p:cNvSpPr>
          <p:nvPr/>
        </p:nvSpPr>
        <p:spPr>
          <a:xfrm>
            <a:off x="1701978" y="110039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95" name="9wq3_5_official_PredictedAtoms_34">
            <a:extLst>
              <a:ext uri="{FF2B5EF4-FFF2-40B4-BE49-F238E27FC236}">
                <a16:creationId xmlns:a16="http://schemas.microsoft.com/office/drawing/2014/main" id="{9CF76BC3-7AB5-4901-84E5-7D2601CC7699}"/>
              </a:ext>
            </a:extLst>
          </p:cNvPr>
          <p:cNvSpPr>
            <a:spLocks/>
          </p:cNvSpPr>
          <p:nvPr/>
        </p:nvSpPr>
        <p:spPr>
          <a:xfrm>
            <a:off x="2121279" y="110430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96" name="9wq3_5_official_PredictedAtoms_35">
            <a:extLst>
              <a:ext uri="{FF2B5EF4-FFF2-40B4-BE49-F238E27FC236}">
                <a16:creationId xmlns:a16="http://schemas.microsoft.com/office/drawing/2014/main" id="{D82ED772-F5AE-4C08-BE3F-3634A1D89A42}"/>
              </a:ext>
            </a:extLst>
          </p:cNvPr>
          <p:cNvSpPr>
            <a:spLocks/>
          </p:cNvSpPr>
          <p:nvPr/>
        </p:nvSpPr>
        <p:spPr>
          <a:xfrm>
            <a:off x="2212843" y="109499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97" name="9wq3_5_official_PredictedAtoms_36">
            <a:extLst>
              <a:ext uri="{FF2B5EF4-FFF2-40B4-BE49-F238E27FC236}">
                <a16:creationId xmlns:a16="http://schemas.microsoft.com/office/drawing/2014/main" id="{15C6805C-641E-4003-A09F-09F5C888AD3C}"/>
              </a:ext>
            </a:extLst>
          </p:cNvPr>
          <p:cNvSpPr>
            <a:spLocks/>
          </p:cNvSpPr>
          <p:nvPr/>
        </p:nvSpPr>
        <p:spPr>
          <a:xfrm>
            <a:off x="2319799" y="108165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98" name="9wq3_5_official_PredictedAtoms_37">
            <a:extLst>
              <a:ext uri="{FF2B5EF4-FFF2-40B4-BE49-F238E27FC236}">
                <a16:creationId xmlns:a16="http://schemas.microsoft.com/office/drawing/2014/main" id="{DED7B563-3A20-4E9A-A1DB-EBBFF717DDFD}"/>
              </a:ext>
            </a:extLst>
          </p:cNvPr>
          <p:cNvSpPr>
            <a:spLocks/>
          </p:cNvSpPr>
          <p:nvPr/>
        </p:nvSpPr>
        <p:spPr>
          <a:xfrm>
            <a:off x="2238833" y="107427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99" name="9wq3_5_official_PredictedAtoms_38">
            <a:extLst>
              <a:ext uri="{FF2B5EF4-FFF2-40B4-BE49-F238E27FC236}">
                <a16:creationId xmlns:a16="http://schemas.microsoft.com/office/drawing/2014/main" id="{A8FCF90F-BB5A-4831-8C54-7098507666B5}"/>
              </a:ext>
            </a:extLst>
          </p:cNvPr>
          <p:cNvSpPr>
            <a:spLocks/>
          </p:cNvSpPr>
          <p:nvPr/>
        </p:nvSpPr>
        <p:spPr>
          <a:xfrm>
            <a:off x="2234558" y="105482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200" name="9wq3_5_official_PredictedAtoms_39">
            <a:extLst>
              <a:ext uri="{FF2B5EF4-FFF2-40B4-BE49-F238E27FC236}">
                <a16:creationId xmlns:a16="http://schemas.microsoft.com/office/drawing/2014/main" id="{20506AB9-0729-4951-B1B0-FB04AE3FBE14}"/>
              </a:ext>
            </a:extLst>
          </p:cNvPr>
          <p:cNvSpPr>
            <a:spLocks/>
          </p:cNvSpPr>
          <p:nvPr/>
        </p:nvSpPr>
        <p:spPr>
          <a:xfrm>
            <a:off x="2210037" y="105303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201" name="9wq3_5_official_PredictedAtoms_40">
            <a:extLst>
              <a:ext uri="{FF2B5EF4-FFF2-40B4-BE49-F238E27FC236}">
                <a16:creationId xmlns:a16="http://schemas.microsoft.com/office/drawing/2014/main" id="{EAB60F6E-C84C-4F1C-823C-4BC6B456152A}"/>
              </a:ext>
            </a:extLst>
          </p:cNvPr>
          <p:cNvSpPr>
            <a:spLocks/>
          </p:cNvSpPr>
          <p:nvPr/>
        </p:nvSpPr>
        <p:spPr>
          <a:xfrm>
            <a:off x="2405442" y="104741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202" name="9wq3_5_official_PredictedAtoms_41">
            <a:extLst>
              <a:ext uri="{FF2B5EF4-FFF2-40B4-BE49-F238E27FC236}">
                <a16:creationId xmlns:a16="http://schemas.microsoft.com/office/drawing/2014/main" id="{4AD00ECB-D75B-4667-AD5A-956B72A15EA9}"/>
              </a:ext>
            </a:extLst>
          </p:cNvPr>
          <p:cNvSpPr>
            <a:spLocks/>
          </p:cNvSpPr>
          <p:nvPr/>
        </p:nvSpPr>
        <p:spPr>
          <a:xfrm>
            <a:off x="2085429" y="104374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203" name="9wq3_5_official_PredictedAtoms_42">
            <a:extLst>
              <a:ext uri="{FF2B5EF4-FFF2-40B4-BE49-F238E27FC236}">
                <a16:creationId xmlns:a16="http://schemas.microsoft.com/office/drawing/2014/main" id="{23C59199-A472-409E-91D6-2F3E33472FE5}"/>
              </a:ext>
            </a:extLst>
          </p:cNvPr>
          <p:cNvSpPr>
            <a:spLocks/>
          </p:cNvSpPr>
          <p:nvPr/>
        </p:nvSpPr>
        <p:spPr>
          <a:xfrm>
            <a:off x="1919831" y="103884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204" name="9wq3_5_official_PredictedAtoms_43">
            <a:extLst>
              <a:ext uri="{FF2B5EF4-FFF2-40B4-BE49-F238E27FC236}">
                <a16:creationId xmlns:a16="http://schemas.microsoft.com/office/drawing/2014/main" id="{F024A206-FFD7-452D-85A0-65D80FD58E29}"/>
              </a:ext>
            </a:extLst>
          </p:cNvPr>
          <p:cNvSpPr>
            <a:spLocks/>
          </p:cNvSpPr>
          <p:nvPr/>
        </p:nvSpPr>
        <p:spPr>
          <a:xfrm>
            <a:off x="2083622" y="108739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205" name="9wq3_5_official_PredictedAtoms_44">
            <a:extLst>
              <a:ext uri="{FF2B5EF4-FFF2-40B4-BE49-F238E27FC236}">
                <a16:creationId xmlns:a16="http://schemas.microsoft.com/office/drawing/2014/main" id="{9DD48C33-CDAF-4CE2-8921-2BA012C6889E}"/>
              </a:ext>
            </a:extLst>
          </p:cNvPr>
          <p:cNvSpPr>
            <a:spLocks/>
          </p:cNvSpPr>
          <p:nvPr/>
        </p:nvSpPr>
        <p:spPr>
          <a:xfrm>
            <a:off x="2088818" y="109470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206" name="stage3-cases-main_52">
            <a:extLst>
              <a:ext uri="{FF2B5EF4-FFF2-40B4-BE49-F238E27FC236}">
                <a16:creationId xmlns:a16="http://schemas.microsoft.com/office/drawing/2014/main" id="{9C4BCBBB-9FD2-44D0-BF95-A78F818F3F26}"/>
              </a:ext>
            </a:extLst>
          </p:cNvPr>
          <p:cNvSpPr>
            <a:spLocks/>
          </p:cNvSpPr>
          <p:nvPr/>
        </p:nvSpPr>
        <p:spPr>
          <a:xfrm>
            <a:off x="2286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2207" name="9wq3_5_tuned_Receptor">
            <a:extLst>
              <a:ext uri="{FF2B5EF4-FFF2-40B4-BE49-F238E27FC236}">
                <a16:creationId xmlns:a16="http://schemas.microsoft.com/office/drawing/2014/main" id="{F3363817-C430-4F6D-B014-BF8760204CF5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3192" y="704177"/>
                </a:moveTo>
                <a:lnTo>
                  <a:pt x="1966327" y="826496"/>
                </a:lnTo>
                <a:moveTo>
                  <a:pt x="2608214" y="477441"/>
                </a:moveTo>
                <a:lnTo>
                  <a:pt x="2628923" y="395595"/>
                </a:lnTo>
                <a:moveTo>
                  <a:pt x="2115870" y="571239"/>
                </a:moveTo>
                <a:lnTo>
                  <a:pt x="2113192" y="704177"/>
                </a:lnTo>
                <a:moveTo>
                  <a:pt x="2608214" y="477441"/>
                </a:moveTo>
                <a:lnTo>
                  <a:pt x="2438668" y="577681"/>
                </a:lnTo>
                <a:moveTo>
                  <a:pt x="2438668" y="577681"/>
                </a:moveTo>
                <a:lnTo>
                  <a:pt x="2280513" y="464955"/>
                </a:lnTo>
                <a:moveTo>
                  <a:pt x="2280513" y="464955"/>
                </a:moveTo>
                <a:lnTo>
                  <a:pt x="2115870" y="571239"/>
                </a:lnTo>
                <a:moveTo>
                  <a:pt x="2614971" y="350802"/>
                </a:moveTo>
                <a:lnTo>
                  <a:pt x="2608214" y="477441"/>
                </a:lnTo>
                <a:moveTo>
                  <a:pt x="1248185" y="192281"/>
                </a:moveTo>
                <a:lnTo>
                  <a:pt x="1300344" y="358347"/>
                </a:lnTo>
                <a:moveTo>
                  <a:pt x="1096003" y="130138"/>
                </a:moveTo>
                <a:lnTo>
                  <a:pt x="1248185" y="192281"/>
                </a:lnTo>
                <a:moveTo>
                  <a:pt x="1200420" y="461829"/>
                </a:moveTo>
                <a:lnTo>
                  <a:pt x="1300344" y="358347"/>
                </a:lnTo>
                <a:moveTo>
                  <a:pt x="994426" y="232491"/>
                </a:moveTo>
                <a:lnTo>
                  <a:pt x="1096003" y="130138"/>
                </a:lnTo>
                <a:moveTo>
                  <a:pt x="1048351" y="398926"/>
                </a:moveTo>
                <a:lnTo>
                  <a:pt x="1200420" y="461829"/>
                </a:lnTo>
                <a:moveTo>
                  <a:pt x="994426" y="232491"/>
                </a:moveTo>
                <a:lnTo>
                  <a:pt x="1048351" y="398926"/>
                </a:lnTo>
                <a:moveTo>
                  <a:pt x="829211" y="164167"/>
                </a:moveTo>
                <a:lnTo>
                  <a:pt x="994426" y="232491"/>
                </a:lnTo>
                <a:moveTo>
                  <a:pt x="451651" y="1020989"/>
                </a:moveTo>
                <a:lnTo>
                  <a:pt x="274505" y="1018100"/>
                </a:lnTo>
                <a:moveTo>
                  <a:pt x="172937" y="1084503"/>
                </a:moveTo>
                <a:lnTo>
                  <a:pt x="274505" y="1018100"/>
                </a:lnTo>
                <a:moveTo>
                  <a:pt x="526955" y="1090576"/>
                </a:moveTo>
                <a:lnTo>
                  <a:pt x="451651" y="1020989"/>
                </a:lnTo>
                <a:moveTo>
                  <a:pt x="248890" y="1153865"/>
                </a:moveTo>
                <a:lnTo>
                  <a:pt x="172937" y="1084503"/>
                </a:lnTo>
                <a:moveTo>
                  <a:pt x="426504" y="1157672"/>
                </a:moveTo>
                <a:lnTo>
                  <a:pt x="526955" y="1090576"/>
                </a:lnTo>
                <a:moveTo>
                  <a:pt x="426504" y="1157672"/>
                </a:moveTo>
                <a:lnTo>
                  <a:pt x="248890" y="1153865"/>
                </a:lnTo>
                <a:moveTo>
                  <a:pt x="508582" y="1232998"/>
                </a:moveTo>
                <a:lnTo>
                  <a:pt x="426504" y="1157672"/>
                </a:lnTo>
                <a:moveTo>
                  <a:pt x="2398615" y="1145727"/>
                </a:moveTo>
                <a:lnTo>
                  <a:pt x="2496237" y="1129796"/>
                </a:lnTo>
                <a:moveTo>
                  <a:pt x="2314764" y="1321835"/>
                </a:moveTo>
                <a:lnTo>
                  <a:pt x="2398615" y="1145727"/>
                </a:lnTo>
                <a:moveTo>
                  <a:pt x="2230208" y="1327775"/>
                </a:moveTo>
                <a:lnTo>
                  <a:pt x="2314764" y="1321835"/>
                </a:lnTo>
                <a:moveTo>
                  <a:pt x="1034309" y="303937"/>
                </a:moveTo>
                <a:lnTo>
                  <a:pt x="1051799" y="199777"/>
                </a:lnTo>
                <a:moveTo>
                  <a:pt x="877959" y="422374"/>
                </a:moveTo>
                <a:lnTo>
                  <a:pt x="744318" y="374363"/>
                </a:lnTo>
                <a:moveTo>
                  <a:pt x="80101" y="1004657"/>
                </a:moveTo>
                <a:lnTo>
                  <a:pt x="132752" y="835794"/>
                </a:lnTo>
                <a:moveTo>
                  <a:pt x="189526" y="1134718"/>
                </a:moveTo>
                <a:lnTo>
                  <a:pt x="80101" y="1004657"/>
                </a:lnTo>
                <a:moveTo>
                  <a:pt x="877959" y="422374"/>
                </a:moveTo>
                <a:lnTo>
                  <a:pt x="1034309" y="303937"/>
                </a:lnTo>
                <a:moveTo>
                  <a:pt x="136251" y="1304176"/>
                </a:moveTo>
                <a:lnTo>
                  <a:pt x="189526" y="1134718"/>
                </a:lnTo>
                <a:moveTo>
                  <a:pt x="1034309" y="303937"/>
                </a:moveTo>
                <a:lnTo>
                  <a:pt x="1150670" y="317805"/>
                </a:lnTo>
                <a:moveTo>
                  <a:pt x="1925887" y="199943"/>
                </a:moveTo>
                <a:lnTo>
                  <a:pt x="1948390" y="128395"/>
                </a:lnTo>
                <a:moveTo>
                  <a:pt x="2355531" y="1324254"/>
                </a:moveTo>
                <a:lnTo>
                  <a:pt x="2230208" y="1327775"/>
                </a:lnTo>
                <a:moveTo>
                  <a:pt x="802098" y="416994"/>
                </a:moveTo>
                <a:lnTo>
                  <a:pt x="877959" y="422374"/>
                </a:lnTo>
                <a:moveTo>
                  <a:pt x="1150670" y="317805"/>
                </a:moveTo>
                <a:lnTo>
                  <a:pt x="1304402" y="209816"/>
                </a:lnTo>
                <a:moveTo>
                  <a:pt x="1466125" y="321195"/>
                </a:moveTo>
                <a:lnTo>
                  <a:pt x="1460058" y="479394"/>
                </a:lnTo>
                <a:moveTo>
                  <a:pt x="1304402" y="209816"/>
                </a:moveTo>
                <a:lnTo>
                  <a:pt x="1466125" y="321195"/>
                </a:lnTo>
                <a:moveTo>
                  <a:pt x="1466125" y="321195"/>
                </a:moveTo>
                <a:lnTo>
                  <a:pt x="1612191" y="235445"/>
                </a:lnTo>
                <a:moveTo>
                  <a:pt x="2666136" y="151591"/>
                </a:moveTo>
                <a:lnTo>
                  <a:pt x="2576398" y="104738"/>
                </a:lnTo>
                <a:moveTo>
                  <a:pt x="1612191" y="235445"/>
                </a:moveTo>
                <a:lnTo>
                  <a:pt x="1775004" y="325395"/>
                </a:lnTo>
                <a:moveTo>
                  <a:pt x="1775004" y="325395"/>
                </a:moveTo>
                <a:lnTo>
                  <a:pt x="1925887" y="199943"/>
                </a:lnTo>
                <a:moveTo>
                  <a:pt x="2390377" y="162839"/>
                </a:moveTo>
                <a:lnTo>
                  <a:pt x="2330527" y="230627"/>
                </a:lnTo>
                <a:moveTo>
                  <a:pt x="1304402" y="209816"/>
                </a:moveTo>
                <a:lnTo>
                  <a:pt x="1296022" y="85265"/>
                </a:lnTo>
                <a:moveTo>
                  <a:pt x="766554" y="558124"/>
                </a:moveTo>
                <a:lnTo>
                  <a:pt x="802098" y="416994"/>
                </a:lnTo>
                <a:moveTo>
                  <a:pt x="766554" y="558124"/>
                </a:moveTo>
                <a:lnTo>
                  <a:pt x="799471" y="705216"/>
                </a:lnTo>
                <a:moveTo>
                  <a:pt x="2576398" y="104738"/>
                </a:moveTo>
                <a:lnTo>
                  <a:pt x="2390377" y="162839"/>
                </a:lnTo>
                <a:moveTo>
                  <a:pt x="1775004" y="325395"/>
                </a:moveTo>
                <a:lnTo>
                  <a:pt x="1778730" y="412994"/>
                </a:lnTo>
                <a:moveTo>
                  <a:pt x="2390377" y="162839"/>
                </a:moveTo>
                <a:lnTo>
                  <a:pt x="2303688" y="139678"/>
                </a:lnTo>
                <a:moveTo>
                  <a:pt x="1296022" y="85265"/>
                </a:moveTo>
                <a:lnTo>
                  <a:pt x="1237184" y="169837"/>
                </a:lnTo>
                <a:moveTo>
                  <a:pt x="680573" y="530087"/>
                </a:moveTo>
                <a:lnTo>
                  <a:pt x="766554" y="558124"/>
                </a:lnTo>
                <a:moveTo>
                  <a:pt x="1778730" y="412994"/>
                </a:moveTo>
                <a:lnTo>
                  <a:pt x="1873348" y="556420"/>
                </a:lnTo>
                <a:moveTo>
                  <a:pt x="1778730" y="412994"/>
                </a:moveTo>
                <a:lnTo>
                  <a:pt x="1701910" y="351404"/>
                </a:lnTo>
                <a:moveTo>
                  <a:pt x="1873348" y="556420"/>
                </a:moveTo>
                <a:lnTo>
                  <a:pt x="1857237" y="676740"/>
                </a:lnTo>
                <a:moveTo>
                  <a:pt x="538877" y="652118"/>
                </a:moveTo>
                <a:lnTo>
                  <a:pt x="680573" y="530087"/>
                </a:lnTo>
                <a:moveTo>
                  <a:pt x="1967857" y="836190"/>
                </a:moveTo>
                <a:lnTo>
                  <a:pt x="2142543" y="789798"/>
                </a:lnTo>
                <a:moveTo>
                  <a:pt x="1857237" y="676740"/>
                </a:moveTo>
                <a:lnTo>
                  <a:pt x="1967857" y="836190"/>
                </a:lnTo>
                <a:moveTo>
                  <a:pt x="680573" y="530087"/>
                </a:moveTo>
                <a:lnTo>
                  <a:pt x="811551" y="550204"/>
                </a:lnTo>
                <a:moveTo>
                  <a:pt x="811551" y="550204"/>
                </a:moveTo>
                <a:lnTo>
                  <a:pt x="972166" y="445263"/>
                </a:lnTo>
                <a:moveTo>
                  <a:pt x="1857237" y="676740"/>
                </a:moveTo>
                <a:lnTo>
                  <a:pt x="1906362" y="598931"/>
                </a:lnTo>
                <a:moveTo>
                  <a:pt x="811551" y="550204"/>
                </a:moveTo>
                <a:lnTo>
                  <a:pt x="730492" y="495496"/>
                </a:lnTo>
                <a:moveTo>
                  <a:pt x="1906362" y="598931"/>
                </a:moveTo>
                <a:lnTo>
                  <a:pt x="1860026" y="672165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208" name="9wq3_5_tuned_ExperimentalDensity">
            <a:extLst>
              <a:ext uri="{FF2B5EF4-FFF2-40B4-BE49-F238E27FC236}">
                <a16:creationId xmlns:a16="http://schemas.microsoft.com/office/drawing/2014/main" id="{339F2E97-F14C-41A6-B7FD-CE4A55F56D75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3935" y="839223"/>
                </a:moveTo>
                <a:lnTo>
                  <a:pt x="2304139" y="935663"/>
                </a:lnTo>
                <a:moveTo>
                  <a:pt x="2213935" y="839223"/>
                </a:moveTo>
                <a:lnTo>
                  <a:pt x="2305881" y="743869"/>
                </a:lnTo>
                <a:moveTo>
                  <a:pt x="2119990" y="921332"/>
                </a:moveTo>
                <a:lnTo>
                  <a:pt x="2304139" y="935663"/>
                </a:lnTo>
                <a:moveTo>
                  <a:pt x="2119990" y="921332"/>
                </a:moveTo>
                <a:lnTo>
                  <a:pt x="2213935" y="839223"/>
                </a:lnTo>
                <a:moveTo>
                  <a:pt x="661471" y="700546"/>
                </a:moveTo>
                <a:lnTo>
                  <a:pt x="754417" y="611824"/>
                </a:lnTo>
                <a:moveTo>
                  <a:pt x="2282571" y="576393"/>
                </a:moveTo>
                <a:lnTo>
                  <a:pt x="2330190" y="575349"/>
                </a:lnTo>
                <a:moveTo>
                  <a:pt x="2271901" y="697542"/>
                </a:moveTo>
                <a:lnTo>
                  <a:pt x="2305881" y="743869"/>
                </a:lnTo>
                <a:moveTo>
                  <a:pt x="2334949" y="700177"/>
                </a:moveTo>
                <a:lnTo>
                  <a:pt x="2305881" y="743869"/>
                </a:lnTo>
                <a:moveTo>
                  <a:pt x="2178480" y="784510"/>
                </a:moveTo>
                <a:lnTo>
                  <a:pt x="2213935" y="839223"/>
                </a:lnTo>
                <a:moveTo>
                  <a:pt x="2304139" y="935663"/>
                </a:moveTo>
                <a:lnTo>
                  <a:pt x="2393406" y="822561"/>
                </a:lnTo>
                <a:moveTo>
                  <a:pt x="2213935" y="839223"/>
                </a:moveTo>
                <a:lnTo>
                  <a:pt x="2393406" y="822561"/>
                </a:lnTo>
                <a:moveTo>
                  <a:pt x="2178480" y="784510"/>
                </a:moveTo>
                <a:lnTo>
                  <a:pt x="2305881" y="743869"/>
                </a:lnTo>
                <a:moveTo>
                  <a:pt x="2305881" y="743869"/>
                </a:moveTo>
                <a:lnTo>
                  <a:pt x="2393406" y="822561"/>
                </a:lnTo>
                <a:moveTo>
                  <a:pt x="477774" y="689210"/>
                </a:moveTo>
                <a:lnTo>
                  <a:pt x="661471" y="700546"/>
                </a:lnTo>
                <a:moveTo>
                  <a:pt x="2086831" y="873254"/>
                </a:moveTo>
                <a:lnTo>
                  <a:pt x="2213935" y="839223"/>
                </a:lnTo>
                <a:moveTo>
                  <a:pt x="2404888" y="830883"/>
                </a:moveTo>
                <a:lnTo>
                  <a:pt x="2304139" y="935663"/>
                </a:lnTo>
                <a:moveTo>
                  <a:pt x="674602" y="513499"/>
                </a:moveTo>
                <a:lnTo>
                  <a:pt x="754417" y="611824"/>
                </a:lnTo>
                <a:moveTo>
                  <a:pt x="365287" y="564634"/>
                </a:moveTo>
                <a:lnTo>
                  <a:pt x="388707" y="600303"/>
                </a:lnTo>
                <a:moveTo>
                  <a:pt x="2271901" y="697542"/>
                </a:moveTo>
                <a:lnTo>
                  <a:pt x="2334949" y="700177"/>
                </a:lnTo>
                <a:moveTo>
                  <a:pt x="581595" y="600881"/>
                </a:moveTo>
                <a:lnTo>
                  <a:pt x="754417" y="611824"/>
                </a:lnTo>
                <a:moveTo>
                  <a:pt x="362389" y="608550"/>
                </a:moveTo>
                <a:lnTo>
                  <a:pt x="388707" y="600303"/>
                </a:lnTo>
                <a:moveTo>
                  <a:pt x="2025574" y="1000318"/>
                </a:moveTo>
                <a:lnTo>
                  <a:pt x="2119990" y="921332"/>
                </a:lnTo>
                <a:moveTo>
                  <a:pt x="2355460" y="961962"/>
                </a:moveTo>
                <a:lnTo>
                  <a:pt x="2304139" y="935663"/>
                </a:lnTo>
                <a:moveTo>
                  <a:pt x="754417" y="611824"/>
                </a:moveTo>
                <a:lnTo>
                  <a:pt x="748599" y="776606"/>
                </a:lnTo>
                <a:moveTo>
                  <a:pt x="581595" y="600881"/>
                </a:moveTo>
                <a:lnTo>
                  <a:pt x="661471" y="700546"/>
                </a:lnTo>
                <a:moveTo>
                  <a:pt x="2178480" y="784510"/>
                </a:moveTo>
                <a:lnTo>
                  <a:pt x="2271901" y="697542"/>
                </a:lnTo>
                <a:moveTo>
                  <a:pt x="2086831" y="873254"/>
                </a:moveTo>
                <a:lnTo>
                  <a:pt x="2119990" y="921332"/>
                </a:lnTo>
                <a:moveTo>
                  <a:pt x="530031" y="624441"/>
                </a:moveTo>
                <a:lnTo>
                  <a:pt x="661471" y="700546"/>
                </a:lnTo>
                <a:moveTo>
                  <a:pt x="2334949" y="700177"/>
                </a:moveTo>
                <a:lnTo>
                  <a:pt x="2393406" y="822561"/>
                </a:lnTo>
                <a:moveTo>
                  <a:pt x="661471" y="700546"/>
                </a:moveTo>
                <a:lnTo>
                  <a:pt x="748599" y="776606"/>
                </a:lnTo>
                <a:moveTo>
                  <a:pt x="698421" y="466820"/>
                </a:moveTo>
                <a:lnTo>
                  <a:pt x="674602" y="513499"/>
                </a:lnTo>
                <a:moveTo>
                  <a:pt x="838819" y="678153"/>
                </a:moveTo>
                <a:lnTo>
                  <a:pt x="754417" y="611824"/>
                </a:lnTo>
                <a:moveTo>
                  <a:pt x="2334949" y="700177"/>
                </a:moveTo>
                <a:lnTo>
                  <a:pt x="2400505" y="811626"/>
                </a:lnTo>
                <a:moveTo>
                  <a:pt x="1994824" y="961639"/>
                </a:moveTo>
                <a:lnTo>
                  <a:pt x="2119990" y="921332"/>
                </a:lnTo>
                <a:moveTo>
                  <a:pt x="413092" y="612567"/>
                </a:moveTo>
                <a:lnTo>
                  <a:pt x="477774" y="689210"/>
                </a:lnTo>
                <a:moveTo>
                  <a:pt x="530031" y="624441"/>
                </a:moveTo>
                <a:lnTo>
                  <a:pt x="477774" y="689210"/>
                </a:lnTo>
                <a:moveTo>
                  <a:pt x="2400505" y="811626"/>
                </a:moveTo>
                <a:lnTo>
                  <a:pt x="2393406" y="822561"/>
                </a:lnTo>
                <a:moveTo>
                  <a:pt x="2086831" y="873254"/>
                </a:moveTo>
                <a:lnTo>
                  <a:pt x="2178480" y="784510"/>
                </a:lnTo>
                <a:moveTo>
                  <a:pt x="362389" y="608550"/>
                </a:moveTo>
                <a:lnTo>
                  <a:pt x="365287" y="564634"/>
                </a:lnTo>
                <a:moveTo>
                  <a:pt x="660860" y="493166"/>
                </a:moveTo>
                <a:lnTo>
                  <a:pt x="698421" y="466820"/>
                </a:lnTo>
                <a:moveTo>
                  <a:pt x="2404888" y="830883"/>
                </a:moveTo>
                <a:lnTo>
                  <a:pt x="2393406" y="822561"/>
                </a:lnTo>
                <a:moveTo>
                  <a:pt x="581595" y="600881"/>
                </a:moveTo>
                <a:lnTo>
                  <a:pt x="674602" y="513499"/>
                </a:lnTo>
                <a:moveTo>
                  <a:pt x="2267026" y="553846"/>
                </a:moveTo>
                <a:lnTo>
                  <a:pt x="2282571" y="576393"/>
                </a:lnTo>
                <a:moveTo>
                  <a:pt x="660860" y="493166"/>
                </a:moveTo>
                <a:lnTo>
                  <a:pt x="674602" y="513499"/>
                </a:lnTo>
                <a:moveTo>
                  <a:pt x="362389" y="608550"/>
                </a:moveTo>
                <a:lnTo>
                  <a:pt x="413092" y="612567"/>
                </a:lnTo>
                <a:moveTo>
                  <a:pt x="2400505" y="811626"/>
                </a:moveTo>
                <a:lnTo>
                  <a:pt x="2404888" y="830883"/>
                </a:lnTo>
                <a:moveTo>
                  <a:pt x="2282571" y="576393"/>
                </a:moveTo>
                <a:lnTo>
                  <a:pt x="2387437" y="609342"/>
                </a:lnTo>
                <a:moveTo>
                  <a:pt x="2387437" y="609342"/>
                </a:moveTo>
                <a:lnTo>
                  <a:pt x="2330190" y="575349"/>
                </a:lnTo>
                <a:moveTo>
                  <a:pt x="413092" y="612567"/>
                </a:moveTo>
                <a:lnTo>
                  <a:pt x="530031" y="624441"/>
                </a:lnTo>
                <a:moveTo>
                  <a:pt x="2390978" y="608713"/>
                </a:moveTo>
                <a:lnTo>
                  <a:pt x="2330190" y="575349"/>
                </a:lnTo>
                <a:moveTo>
                  <a:pt x="530031" y="624441"/>
                </a:moveTo>
                <a:lnTo>
                  <a:pt x="581595" y="600881"/>
                </a:lnTo>
                <a:moveTo>
                  <a:pt x="1994824" y="961639"/>
                </a:moveTo>
                <a:lnTo>
                  <a:pt x="2025574" y="1000318"/>
                </a:lnTo>
                <a:moveTo>
                  <a:pt x="660860" y="493166"/>
                </a:moveTo>
                <a:lnTo>
                  <a:pt x="581595" y="600881"/>
                </a:lnTo>
                <a:moveTo>
                  <a:pt x="1994824" y="961639"/>
                </a:moveTo>
                <a:lnTo>
                  <a:pt x="2086831" y="873254"/>
                </a:lnTo>
                <a:moveTo>
                  <a:pt x="413092" y="612567"/>
                </a:moveTo>
                <a:lnTo>
                  <a:pt x="568042" y="582742"/>
                </a:lnTo>
                <a:moveTo>
                  <a:pt x="568042" y="582742"/>
                </a:moveTo>
                <a:lnTo>
                  <a:pt x="581595" y="600881"/>
                </a:lnTo>
                <a:moveTo>
                  <a:pt x="568042" y="582742"/>
                </a:moveTo>
                <a:lnTo>
                  <a:pt x="530031" y="624441"/>
                </a:lnTo>
                <a:moveTo>
                  <a:pt x="568042" y="582742"/>
                </a:moveTo>
                <a:lnTo>
                  <a:pt x="660860" y="493166"/>
                </a:lnTo>
                <a:moveTo>
                  <a:pt x="2271901" y="697542"/>
                </a:moveTo>
                <a:lnTo>
                  <a:pt x="2387437" y="609342"/>
                </a:lnTo>
                <a:moveTo>
                  <a:pt x="2355460" y="961962"/>
                </a:moveTo>
                <a:lnTo>
                  <a:pt x="2404888" y="830883"/>
                </a:lnTo>
                <a:moveTo>
                  <a:pt x="2225445" y="623376"/>
                </a:moveTo>
                <a:lnTo>
                  <a:pt x="2271901" y="697542"/>
                </a:lnTo>
                <a:moveTo>
                  <a:pt x="1945160" y="1065037"/>
                </a:moveTo>
                <a:lnTo>
                  <a:pt x="2025574" y="1000318"/>
                </a:lnTo>
                <a:moveTo>
                  <a:pt x="2387437" y="609342"/>
                </a:moveTo>
                <a:lnTo>
                  <a:pt x="2334949" y="700177"/>
                </a:lnTo>
                <a:moveTo>
                  <a:pt x="2391829" y="609838"/>
                </a:moveTo>
                <a:lnTo>
                  <a:pt x="2334949" y="700177"/>
                </a:lnTo>
                <a:moveTo>
                  <a:pt x="838819" y="678153"/>
                </a:moveTo>
                <a:lnTo>
                  <a:pt x="748599" y="776606"/>
                </a:lnTo>
                <a:moveTo>
                  <a:pt x="837517" y="682245"/>
                </a:moveTo>
                <a:lnTo>
                  <a:pt x="748599" y="776606"/>
                </a:lnTo>
                <a:moveTo>
                  <a:pt x="2135259" y="713587"/>
                </a:moveTo>
                <a:lnTo>
                  <a:pt x="2271901" y="697542"/>
                </a:lnTo>
                <a:moveTo>
                  <a:pt x="2037841" y="1151095"/>
                </a:moveTo>
                <a:lnTo>
                  <a:pt x="2025574" y="1000318"/>
                </a:lnTo>
                <a:moveTo>
                  <a:pt x="1945160" y="1065037"/>
                </a:moveTo>
                <a:lnTo>
                  <a:pt x="1994824" y="961639"/>
                </a:lnTo>
                <a:moveTo>
                  <a:pt x="838819" y="678153"/>
                </a:moveTo>
                <a:lnTo>
                  <a:pt x="837517" y="682245"/>
                </a:lnTo>
                <a:moveTo>
                  <a:pt x="840266" y="679408"/>
                </a:moveTo>
                <a:lnTo>
                  <a:pt x="838819" y="678153"/>
                </a:lnTo>
                <a:moveTo>
                  <a:pt x="840266" y="679408"/>
                </a:moveTo>
                <a:lnTo>
                  <a:pt x="837517" y="682245"/>
                </a:lnTo>
                <a:moveTo>
                  <a:pt x="638115" y="449328"/>
                </a:moveTo>
                <a:lnTo>
                  <a:pt x="698421" y="466820"/>
                </a:lnTo>
                <a:moveTo>
                  <a:pt x="2135259" y="713587"/>
                </a:moveTo>
                <a:lnTo>
                  <a:pt x="2178480" y="784510"/>
                </a:lnTo>
                <a:moveTo>
                  <a:pt x="2450221" y="727993"/>
                </a:moveTo>
                <a:lnTo>
                  <a:pt x="2334949" y="700177"/>
                </a:lnTo>
                <a:moveTo>
                  <a:pt x="784203" y="804029"/>
                </a:moveTo>
                <a:lnTo>
                  <a:pt x="748599" y="776606"/>
                </a:lnTo>
                <a:moveTo>
                  <a:pt x="290423" y="653658"/>
                </a:moveTo>
                <a:lnTo>
                  <a:pt x="362389" y="608550"/>
                </a:lnTo>
                <a:moveTo>
                  <a:pt x="290423" y="653658"/>
                </a:moveTo>
                <a:lnTo>
                  <a:pt x="413092" y="612567"/>
                </a:lnTo>
                <a:moveTo>
                  <a:pt x="2031371" y="790060"/>
                </a:moveTo>
                <a:lnTo>
                  <a:pt x="2178480" y="784510"/>
                </a:lnTo>
                <a:moveTo>
                  <a:pt x="837517" y="682245"/>
                </a:moveTo>
                <a:lnTo>
                  <a:pt x="784203" y="804029"/>
                </a:lnTo>
                <a:moveTo>
                  <a:pt x="2450221" y="727993"/>
                </a:moveTo>
                <a:lnTo>
                  <a:pt x="2400505" y="811626"/>
                </a:lnTo>
                <a:moveTo>
                  <a:pt x="638115" y="449328"/>
                </a:moveTo>
                <a:lnTo>
                  <a:pt x="660860" y="493166"/>
                </a:lnTo>
                <a:moveTo>
                  <a:pt x="2031371" y="790060"/>
                </a:moveTo>
                <a:lnTo>
                  <a:pt x="2086831" y="873254"/>
                </a:lnTo>
                <a:moveTo>
                  <a:pt x="532703" y="524272"/>
                </a:moveTo>
                <a:lnTo>
                  <a:pt x="413092" y="612567"/>
                </a:lnTo>
                <a:moveTo>
                  <a:pt x="1945160" y="1065037"/>
                </a:moveTo>
                <a:lnTo>
                  <a:pt x="2037841" y="1151095"/>
                </a:lnTo>
                <a:moveTo>
                  <a:pt x="1929739" y="1069901"/>
                </a:moveTo>
                <a:lnTo>
                  <a:pt x="1945160" y="1065037"/>
                </a:lnTo>
                <a:moveTo>
                  <a:pt x="532703" y="524272"/>
                </a:moveTo>
                <a:lnTo>
                  <a:pt x="660860" y="493166"/>
                </a:lnTo>
                <a:moveTo>
                  <a:pt x="412584" y="584471"/>
                </a:moveTo>
                <a:lnTo>
                  <a:pt x="413092" y="612567"/>
                </a:lnTo>
                <a:moveTo>
                  <a:pt x="1940117" y="879201"/>
                </a:moveTo>
                <a:lnTo>
                  <a:pt x="2086831" y="873254"/>
                </a:lnTo>
                <a:moveTo>
                  <a:pt x="2267026" y="553846"/>
                </a:moveTo>
                <a:lnTo>
                  <a:pt x="2387437" y="609342"/>
                </a:lnTo>
                <a:moveTo>
                  <a:pt x="2267026" y="553846"/>
                </a:moveTo>
                <a:lnTo>
                  <a:pt x="2225445" y="623376"/>
                </a:lnTo>
                <a:moveTo>
                  <a:pt x="532703" y="524272"/>
                </a:moveTo>
                <a:lnTo>
                  <a:pt x="568042" y="582742"/>
                </a:lnTo>
                <a:moveTo>
                  <a:pt x="300674" y="652900"/>
                </a:moveTo>
                <a:lnTo>
                  <a:pt x="413092" y="612567"/>
                </a:lnTo>
                <a:moveTo>
                  <a:pt x="837517" y="682245"/>
                </a:moveTo>
                <a:lnTo>
                  <a:pt x="835184" y="849072"/>
                </a:lnTo>
                <a:moveTo>
                  <a:pt x="840266" y="679408"/>
                </a:moveTo>
                <a:lnTo>
                  <a:pt x="835184" y="849072"/>
                </a:lnTo>
                <a:moveTo>
                  <a:pt x="2468631" y="867210"/>
                </a:moveTo>
                <a:lnTo>
                  <a:pt x="2400505" y="811626"/>
                </a:lnTo>
                <a:moveTo>
                  <a:pt x="2386121" y="977624"/>
                </a:moveTo>
                <a:lnTo>
                  <a:pt x="2355460" y="961962"/>
                </a:lnTo>
                <a:moveTo>
                  <a:pt x="2225445" y="623376"/>
                </a:moveTo>
                <a:lnTo>
                  <a:pt x="2387437" y="609342"/>
                </a:lnTo>
                <a:moveTo>
                  <a:pt x="1403338" y="1271763"/>
                </a:moveTo>
                <a:lnTo>
                  <a:pt x="1538436" y="1226584"/>
                </a:lnTo>
                <a:moveTo>
                  <a:pt x="2468631" y="867210"/>
                </a:moveTo>
                <a:lnTo>
                  <a:pt x="2404888" y="830883"/>
                </a:lnTo>
                <a:moveTo>
                  <a:pt x="1940117" y="879201"/>
                </a:moveTo>
                <a:lnTo>
                  <a:pt x="1994824" y="961639"/>
                </a:lnTo>
                <a:moveTo>
                  <a:pt x="2390978" y="608713"/>
                </a:moveTo>
                <a:lnTo>
                  <a:pt x="2387437" y="609342"/>
                </a:lnTo>
                <a:moveTo>
                  <a:pt x="1929739" y="1069901"/>
                </a:moveTo>
                <a:lnTo>
                  <a:pt x="2037841" y="1151095"/>
                </a:lnTo>
                <a:moveTo>
                  <a:pt x="2391829" y="609838"/>
                </a:moveTo>
                <a:lnTo>
                  <a:pt x="2387437" y="609342"/>
                </a:lnTo>
                <a:moveTo>
                  <a:pt x="2391829" y="609838"/>
                </a:moveTo>
                <a:lnTo>
                  <a:pt x="2390978" y="608713"/>
                </a:lnTo>
                <a:moveTo>
                  <a:pt x="2391961" y="609653"/>
                </a:moveTo>
                <a:lnTo>
                  <a:pt x="2390978" y="608713"/>
                </a:lnTo>
                <a:moveTo>
                  <a:pt x="2391829" y="609838"/>
                </a:moveTo>
                <a:lnTo>
                  <a:pt x="2391961" y="609653"/>
                </a:lnTo>
                <a:moveTo>
                  <a:pt x="840266" y="679408"/>
                </a:moveTo>
                <a:lnTo>
                  <a:pt x="927077" y="753369"/>
                </a:lnTo>
                <a:moveTo>
                  <a:pt x="1332566" y="1292828"/>
                </a:moveTo>
                <a:lnTo>
                  <a:pt x="1403338" y="1271763"/>
                </a:lnTo>
                <a:moveTo>
                  <a:pt x="1251818" y="1300477"/>
                </a:moveTo>
                <a:lnTo>
                  <a:pt x="1332566" y="1292828"/>
                </a:lnTo>
                <a:moveTo>
                  <a:pt x="1379314" y="1243634"/>
                </a:moveTo>
                <a:lnTo>
                  <a:pt x="1403338" y="1271763"/>
                </a:lnTo>
                <a:moveTo>
                  <a:pt x="904624" y="535910"/>
                </a:moveTo>
                <a:lnTo>
                  <a:pt x="838819" y="678153"/>
                </a:lnTo>
                <a:moveTo>
                  <a:pt x="1251818" y="1300477"/>
                </a:moveTo>
                <a:lnTo>
                  <a:pt x="1379314" y="1243634"/>
                </a:lnTo>
                <a:moveTo>
                  <a:pt x="904624" y="535910"/>
                </a:moveTo>
                <a:lnTo>
                  <a:pt x="840266" y="679408"/>
                </a:lnTo>
                <a:moveTo>
                  <a:pt x="2135259" y="713587"/>
                </a:moveTo>
                <a:lnTo>
                  <a:pt x="2225445" y="623376"/>
                </a:lnTo>
                <a:moveTo>
                  <a:pt x="1379314" y="1243634"/>
                </a:moveTo>
                <a:lnTo>
                  <a:pt x="1332566" y="1292828"/>
                </a:lnTo>
                <a:moveTo>
                  <a:pt x="835184" y="849072"/>
                </a:moveTo>
                <a:lnTo>
                  <a:pt x="784203" y="804029"/>
                </a:lnTo>
                <a:moveTo>
                  <a:pt x="638115" y="449328"/>
                </a:moveTo>
                <a:lnTo>
                  <a:pt x="722618" y="353419"/>
                </a:lnTo>
                <a:moveTo>
                  <a:pt x="913203" y="574303"/>
                </a:moveTo>
                <a:lnTo>
                  <a:pt x="840266" y="679408"/>
                </a:lnTo>
                <a:moveTo>
                  <a:pt x="1470988" y="1146480"/>
                </a:moveTo>
                <a:lnTo>
                  <a:pt x="1538436" y="1226584"/>
                </a:lnTo>
                <a:moveTo>
                  <a:pt x="2468631" y="867210"/>
                </a:moveTo>
                <a:lnTo>
                  <a:pt x="2355460" y="961962"/>
                </a:lnTo>
                <a:moveTo>
                  <a:pt x="1470988" y="1146480"/>
                </a:moveTo>
                <a:lnTo>
                  <a:pt x="1403338" y="1271763"/>
                </a:lnTo>
                <a:moveTo>
                  <a:pt x="2391829" y="609838"/>
                </a:moveTo>
                <a:lnTo>
                  <a:pt x="2450221" y="727993"/>
                </a:lnTo>
                <a:moveTo>
                  <a:pt x="1911382" y="1031026"/>
                </a:moveTo>
                <a:lnTo>
                  <a:pt x="1994824" y="961639"/>
                </a:lnTo>
                <a:moveTo>
                  <a:pt x="1379314" y="1243634"/>
                </a:moveTo>
                <a:lnTo>
                  <a:pt x="1470988" y="1146480"/>
                </a:lnTo>
                <a:moveTo>
                  <a:pt x="2206804" y="588639"/>
                </a:moveTo>
                <a:lnTo>
                  <a:pt x="2267026" y="553846"/>
                </a:lnTo>
                <a:moveTo>
                  <a:pt x="2031371" y="790060"/>
                </a:moveTo>
                <a:lnTo>
                  <a:pt x="2135259" y="713587"/>
                </a:lnTo>
                <a:moveTo>
                  <a:pt x="1288004" y="1139861"/>
                </a:moveTo>
                <a:lnTo>
                  <a:pt x="1379314" y="1243634"/>
                </a:lnTo>
                <a:moveTo>
                  <a:pt x="1911382" y="1031026"/>
                </a:moveTo>
                <a:lnTo>
                  <a:pt x="1945160" y="1065037"/>
                </a:lnTo>
                <a:moveTo>
                  <a:pt x="532703" y="524272"/>
                </a:moveTo>
                <a:lnTo>
                  <a:pt x="638115" y="449328"/>
                </a:lnTo>
                <a:moveTo>
                  <a:pt x="722618" y="353419"/>
                </a:moveTo>
                <a:lnTo>
                  <a:pt x="748292" y="367904"/>
                </a:lnTo>
                <a:moveTo>
                  <a:pt x="2206804" y="588639"/>
                </a:moveTo>
                <a:lnTo>
                  <a:pt x="2225445" y="623376"/>
                </a:lnTo>
                <a:moveTo>
                  <a:pt x="2017248" y="1148481"/>
                </a:moveTo>
                <a:lnTo>
                  <a:pt x="2037841" y="1151095"/>
                </a:lnTo>
                <a:moveTo>
                  <a:pt x="1288004" y="1139861"/>
                </a:moveTo>
                <a:lnTo>
                  <a:pt x="1470988" y="1146480"/>
                </a:lnTo>
                <a:moveTo>
                  <a:pt x="300674" y="652900"/>
                </a:moveTo>
                <a:lnTo>
                  <a:pt x="290423" y="653658"/>
                </a:lnTo>
                <a:moveTo>
                  <a:pt x="1929739" y="1069901"/>
                </a:moveTo>
                <a:lnTo>
                  <a:pt x="2017248" y="1148481"/>
                </a:lnTo>
                <a:moveTo>
                  <a:pt x="835184" y="849072"/>
                </a:moveTo>
                <a:lnTo>
                  <a:pt x="927077" y="753369"/>
                </a:lnTo>
                <a:moveTo>
                  <a:pt x="2206804" y="588639"/>
                </a:moveTo>
                <a:lnTo>
                  <a:pt x="2135259" y="713587"/>
                </a:lnTo>
                <a:moveTo>
                  <a:pt x="1940117" y="879201"/>
                </a:moveTo>
                <a:lnTo>
                  <a:pt x="2031371" y="790060"/>
                </a:lnTo>
                <a:moveTo>
                  <a:pt x="412584" y="584471"/>
                </a:moveTo>
                <a:lnTo>
                  <a:pt x="532703" y="524272"/>
                </a:lnTo>
                <a:moveTo>
                  <a:pt x="1611454" y="1091573"/>
                </a:moveTo>
                <a:lnTo>
                  <a:pt x="1538436" y="1226584"/>
                </a:lnTo>
                <a:moveTo>
                  <a:pt x="2022310" y="775354"/>
                </a:moveTo>
                <a:lnTo>
                  <a:pt x="2031371" y="790060"/>
                </a:lnTo>
                <a:moveTo>
                  <a:pt x="1911382" y="1031026"/>
                </a:moveTo>
                <a:lnTo>
                  <a:pt x="1929739" y="1069901"/>
                </a:lnTo>
                <a:moveTo>
                  <a:pt x="2194279" y="564541"/>
                </a:moveTo>
                <a:lnTo>
                  <a:pt x="2267026" y="553846"/>
                </a:lnTo>
                <a:moveTo>
                  <a:pt x="2391829" y="609838"/>
                </a:moveTo>
                <a:lnTo>
                  <a:pt x="2478177" y="679670"/>
                </a:lnTo>
                <a:moveTo>
                  <a:pt x="2391961" y="609653"/>
                </a:moveTo>
                <a:lnTo>
                  <a:pt x="2478177" y="679670"/>
                </a:lnTo>
                <a:moveTo>
                  <a:pt x="2450221" y="727993"/>
                </a:moveTo>
                <a:lnTo>
                  <a:pt x="2468631" y="867210"/>
                </a:lnTo>
                <a:moveTo>
                  <a:pt x="1900471" y="1069772"/>
                </a:moveTo>
                <a:lnTo>
                  <a:pt x="1929739" y="1069901"/>
                </a:lnTo>
                <a:moveTo>
                  <a:pt x="1227709" y="1181070"/>
                </a:moveTo>
                <a:lnTo>
                  <a:pt x="1251818" y="1300477"/>
                </a:lnTo>
                <a:moveTo>
                  <a:pt x="2468631" y="867210"/>
                </a:moveTo>
                <a:lnTo>
                  <a:pt x="2386121" y="977624"/>
                </a:lnTo>
                <a:moveTo>
                  <a:pt x="2022310" y="775354"/>
                </a:moveTo>
                <a:lnTo>
                  <a:pt x="1940117" y="879201"/>
                </a:lnTo>
                <a:moveTo>
                  <a:pt x="1402519" y="1062719"/>
                </a:moveTo>
                <a:lnTo>
                  <a:pt x="1470988" y="1146480"/>
                </a:lnTo>
                <a:moveTo>
                  <a:pt x="2460001" y="508929"/>
                </a:moveTo>
                <a:lnTo>
                  <a:pt x="2391961" y="609653"/>
                </a:lnTo>
                <a:moveTo>
                  <a:pt x="913203" y="574303"/>
                </a:moveTo>
                <a:lnTo>
                  <a:pt x="927077" y="753369"/>
                </a:lnTo>
                <a:moveTo>
                  <a:pt x="1341180" y="1074855"/>
                </a:moveTo>
                <a:lnTo>
                  <a:pt x="1470988" y="1146480"/>
                </a:lnTo>
                <a:moveTo>
                  <a:pt x="2459028" y="892562"/>
                </a:moveTo>
                <a:lnTo>
                  <a:pt x="2386121" y="977624"/>
                </a:lnTo>
                <a:moveTo>
                  <a:pt x="300674" y="652900"/>
                </a:moveTo>
                <a:lnTo>
                  <a:pt x="412584" y="584471"/>
                </a:lnTo>
                <a:moveTo>
                  <a:pt x="2113186" y="672915"/>
                </a:moveTo>
                <a:lnTo>
                  <a:pt x="2135259" y="713587"/>
                </a:lnTo>
                <a:moveTo>
                  <a:pt x="1014484" y="1034608"/>
                </a:moveTo>
                <a:lnTo>
                  <a:pt x="1016883" y="1032787"/>
                </a:lnTo>
                <a:moveTo>
                  <a:pt x="1227709" y="1181070"/>
                </a:moveTo>
                <a:lnTo>
                  <a:pt x="1379314" y="1243634"/>
                </a:lnTo>
                <a:moveTo>
                  <a:pt x="653723" y="445874"/>
                </a:moveTo>
                <a:lnTo>
                  <a:pt x="722618" y="353419"/>
                </a:lnTo>
                <a:moveTo>
                  <a:pt x="2024827" y="1144773"/>
                </a:moveTo>
                <a:lnTo>
                  <a:pt x="2037841" y="1151095"/>
                </a:lnTo>
                <a:moveTo>
                  <a:pt x="1341180" y="1074855"/>
                </a:moveTo>
                <a:lnTo>
                  <a:pt x="1288004" y="1139861"/>
                </a:lnTo>
                <a:moveTo>
                  <a:pt x="1513597" y="1086278"/>
                </a:moveTo>
                <a:lnTo>
                  <a:pt x="1470988" y="1146480"/>
                </a:lnTo>
                <a:moveTo>
                  <a:pt x="904624" y="535910"/>
                </a:moveTo>
                <a:lnTo>
                  <a:pt x="913203" y="574303"/>
                </a:lnTo>
                <a:moveTo>
                  <a:pt x="1611454" y="1091573"/>
                </a:moveTo>
                <a:lnTo>
                  <a:pt x="1470988" y="1146480"/>
                </a:lnTo>
                <a:moveTo>
                  <a:pt x="2009090" y="1140911"/>
                </a:moveTo>
                <a:lnTo>
                  <a:pt x="1929739" y="1069901"/>
                </a:lnTo>
                <a:moveTo>
                  <a:pt x="2113186" y="672915"/>
                </a:moveTo>
                <a:lnTo>
                  <a:pt x="2031371" y="790060"/>
                </a:lnTo>
                <a:moveTo>
                  <a:pt x="1262517" y="1283619"/>
                </a:moveTo>
                <a:lnTo>
                  <a:pt x="1251818" y="1300477"/>
                </a:lnTo>
                <a:moveTo>
                  <a:pt x="2404578" y="983624"/>
                </a:moveTo>
                <a:lnTo>
                  <a:pt x="2386121" y="977624"/>
                </a:lnTo>
                <a:moveTo>
                  <a:pt x="2478177" y="679670"/>
                </a:moveTo>
                <a:lnTo>
                  <a:pt x="2450221" y="727993"/>
                </a:lnTo>
                <a:moveTo>
                  <a:pt x="638115" y="449328"/>
                </a:moveTo>
                <a:lnTo>
                  <a:pt x="653723" y="445874"/>
                </a:lnTo>
                <a:moveTo>
                  <a:pt x="1016883" y="1032787"/>
                </a:moveTo>
                <a:lnTo>
                  <a:pt x="1104386" y="1123694"/>
                </a:lnTo>
                <a:moveTo>
                  <a:pt x="1014484" y="1034608"/>
                </a:moveTo>
                <a:lnTo>
                  <a:pt x="1104386" y="1123694"/>
                </a:lnTo>
                <a:moveTo>
                  <a:pt x="1014484" y="1034608"/>
                </a:moveTo>
                <a:lnTo>
                  <a:pt x="1103655" y="1124206"/>
                </a:lnTo>
                <a:moveTo>
                  <a:pt x="2450221" y="727993"/>
                </a:moveTo>
                <a:lnTo>
                  <a:pt x="2475618" y="866047"/>
                </a:lnTo>
                <a:moveTo>
                  <a:pt x="1227709" y="1181070"/>
                </a:moveTo>
                <a:lnTo>
                  <a:pt x="1288004" y="1139861"/>
                </a:lnTo>
                <a:moveTo>
                  <a:pt x="1911382" y="1031026"/>
                </a:moveTo>
                <a:lnTo>
                  <a:pt x="1940117" y="879201"/>
                </a:lnTo>
                <a:moveTo>
                  <a:pt x="965361" y="698293"/>
                </a:moveTo>
                <a:lnTo>
                  <a:pt x="927077" y="753369"/>
                </a:lnTo>
                <a:moveTo>
                  <a:pt x="2468631" y="867210"/>
                </a:moveTo>
                <a:lnTo>
                  <a:pt x="2459028" y="892562"/>
                </a:lnTo>
                <a:moveTo>
                  <a:pt x="1928358" y="857418"/>
                </a:moveTo>
                <a:lnTo>
                  <a:pt x="1940117" y="879201"/>
                </a:lnTo>
                <a:moveTo>
                  <a:pt x="1928358" y="857418"/>
                </a:moveTo>
                <a:lnTo>
                  <a:pt x="2022310" y="775354"/>
                </a:lnTo>
                <a:moveTo>
                  <a:pt x="2022310" y="775354"/>
                </a:moveTo>
                <a:lnTo>
                  <a:pt x="2113186" y="672915"/>
                </a:lnTo>
                <a:moveTo>
                  <a:pt x="231312" y="763991"/>
                </a:moveTo>
                <a:lnTo>
                  <a:pt x="300674" y="652900"/>
                </a:lnTo>
                <a:moveTo>
                  <a:pt x="1341180" y="1074855"/>
                </a:moveTo>
                <a:lnTo>
                  <a:pt x="1402519" y="1062719"/>
                </a:lnTo>
                <a:moveTo>
                  <a:pt x="2113186" y="672915"/>
                </a:moveTo>
                <a:lnTo>
                  <a:pt x="2206804" y="588639"/>
                </a:lnTo>
                <a:moveTo>
                  <a:pt x="1378565" y="1035337"/>
                </a:moveTo>
                <a:lnTo>
                  <a:pt x="1402519" y="1062719"/>
                </a:lnTo>
                <a:moveTo>
                  <a:pt x="913203" y="574303"/>
                </a:moveTo>
                <a:lnTo>
                  <a:pt x="965361" y="698293"/>
                </a:lnTo>
                <a:moveTo>
                  <a:pt x="1378565" y="1035337"/>
                </a:moveTo>
                <a:lnTo>
                  <a:pt x="1341180" y="1074855"/>
                </a:lnTo>
                <a:moveTo>
                  <a:pt x="1103655" y="1124206"/>
                </a:moveTo>
                <a:lnTo>
                  <a:pt x="1104386" y="1123694"/>
                </a:lnTo>
                <a:moveTo>
                  <a:pt x="1402519" y="1062719"/>
                </a:moveTo>
                <a:lnTo>
                  <a:pt x="1513597" y="1086278"/>
                </a:lnTo>
                <a:moveTo>
                  <a:pt x="2459028" y="892562"/>
                </a:moveTo>
                <a:lnTo>
                  <a:pt x="2404578" y="983624"/>
                </a:lnTo>
                <a:moveTo>
                  <a:pt x="653723" y="445874"/>
                </a:moveTo>
                <a:lnTo>
                  <a:pt x="748292" y="367904"/>
                </a:lnTo>
                <a:moveTo>
                  <a:pt x="2194279" y="564541"/>
                </a:moveTo>
                <a:lnTo>
                  <a:pt x="2206804" y="588639"/>
                </a:lnTo>
                <a:moveTo>
                  <a:pt x="2475618" y="866047"/>
                </a:moveTo>
                <a:lnTo>
                  <a:pt x="2468631" y="867210"/>
                </a:lnTo>
                <a:moveTo>
                  <a:pt x="632127" y="454682"/>
                </a:moveTo>
                <a:lnTo>
                  <a:pt x="638115" y="449328"/>
                </a:lnTo>
                <a:moveTo>
                  <a:pt x="1836976" y="753169"/>
                </a:moveTo>
                <a:lnTo>
                  <a:pt x="2022310" y="775354"/>
                </a:lnTo>
                <a:moveTo>
                  <a:pt x="1929557" y="660388"/>
                </a:moveTo>
                <a:lnTo>
                  <a:pt x="2022310" y="775354"/>
                </a:lnTo>
                <a:moveTo>
                  <a:pt x="1513597" y="1086278"/>
                </a:moveTo>
                <a:lnTo>
                  <a:pt x="1611454" y="1091573"/>
                </a:lnTo>
                <a:moveTo>
                  <a:pt x="1926531" y="662657"/>
                </a:moveTo>
                <a:lnTo>
                  <a:pt x="2022310" y="775354"/>
                </a:lnTo>
                <a:moveTo>
                  <a:pt x="2475618" y="866047"/>
                </a:moveTo>
                <a:lnTo>
                  <a:pt x="2459028" y="892562"/>
                </a:lnTo>
                <a:moveTo>
                  <a:pt x="1104386" y="1123694"/>
                </a:moveTo>
                <a:lnTo>
                  <a:pt x="1227709" y="1181070"/>
                </a:lnTo>
                <a:moveTo>
                  <a:pt x="835703" y="445838"/>
                </a:moveTo>
                <a:lnTo>
                  <a:pt x="904624" y="535910"/>
                </a:lnTo>
                <a:moveTo>
                  <a:pt x="1103655" y="1124206"/>
                </a:moveTo>
                <a:lnTo>
                  <a:pt x="1227709" y="1181070"/>
                </a:lnTo>
                <a:moveTo>
                  <a:pt x="534242" y="498229"/>
                </a:moveTo>
                <a:lnTo>
                  <a:pt x="638115" y="449328"/>
                </a:lnTo>
                <a:moveTo>
                  <a:pt x="748292" y="367904"/>
                </a:moveTo>
                <a:lnTo>
                  <a:pt x="835703" y="445838"/>
                </a:lnTo>
                <a:moveTo>
                  <a:pt x="1900471" y="1069772"/>
                </a:moveTo>
                <a:lnTo>
                  <a:pt x="1911382" y="1031026"/>
                </a:lnTo>
                <a:moveTo>
                  <a:pt x="2194279" y="564541"/>
                </a:moveTo>
                <a:lnTo>
                  <a:pt x="2235748" y="425484"/>
                </a:lnTo>
                <a:moveTo>
                  <a:pt x="1377946" y="657720"/>
                </a:moveTo>
                <a:lnTo>
                  <a:pt x="1290605" y="750425"/>
                </a:lnTo>
                <a:moveTo>
                  <a:pt x="2009090" y="1140911"/>
                </a:moveTo>
                <a:lnTo>
                  <a:pt x="2017248" y="1148481"/>
                </a:lnTo>
                <a:moveTo>
                  <a:pt x="2024827" y="1144773"/>
                </a:moveTo>
                <a:lnTo>
                  <a:pt x="2017248" y="1148481"/>
                </a:lnTo>
                <a:moveTo>
                  <a:pt x="2096572" y="647211"/>
                </a:moveTo>
                <a:lnTo>
                  <a:pt x="2206804" y="588639"/>
                </a:lnTo>
                <a:moveTo>
                  <a:pt x="835703" y="445838"/>
                </a:moveTo>
                <a:lnTo>
                  <a:pt x="913203" y="574303"/>
                </a:lnTo>
                <a:moveTo>
                  <a:pt x="1243477" y="695029"/>
                </a:moveTo>
                <a:lnTo>
                  <a:pt x="1290605" y="750425"/>
                </a:lnTo>
                <a:moveTo>
                  <a:pt x="2433160" y="442784"/>
                </a:moveTo>
                <a:lnTo>
                  <a:pt x="2460001" y="508929"/>
                </a:lnTo>
                <a:moveTo>
                  <a:pt x="1382245" y="653049"/>
                </a:moveTo>
                <a:lnTo>
                  <a:pt x="1435353" y="603984"/>
                </a:lnTo>
                <a:moveTo>
                  <a:pt x="534242" y="498229"/>
                </a:moveTo>
                <a:lnTo>
                  <a:pt x="532703" y="524272"/>
                </a:lnTo>
                <a:moveTo>
                  <a:pt x="2478177" y="679670"/>
                </a:moveTo>
                <a:lnTo>
                  <a:pt x="2475618" y="866047"/>
                </a:lnTo>
                <a:moveTo>
                  <a:pt x="2460001" y="508929"/>
                </a:moveTo>
                <a:lnTo>
                  <a:pt x="2478177" y="679670"/>
                </a:lnTo>
                <a:moveTo>
                  <a:pt x="1382245" y="653049"/>
                </a:moveTo>
                <a:lnTo>
                  <a:pt x="1377946" y="657720"/>
                </a:lnTo>
                <a:moveTo>
                  <a:pt x="1243477" y="695029"/>
                </a:moveTo>
                <a:lnTo>
                  <a:pt x="1377946" y="657720"/>
                </a:lnTo>
                <a:moveTo>
                  <a:pt x="423830" y="568161"/>
                </a:moveTo>
                <a:lnTo>
                  <a:pt x="532703" y="524272"/>
                </a:lnTo>
                <a:moveTo>
                  <a:pt x="1243477" y="695029"/>
                </a:moveTo>
                <a:lnTo>
                  <a:pt x="1382245" y="653049"/>
                </a:lnTo>
                <a:moveTo>
                  <a:pt x="1836976" y="753169"/>
                </a:moveTo>
                <a:lnTo>
                  <a:pt x="1928358" y="857418"/>
                </a:lnTo>
                <a:moveTo>
                  <a:pt x="1886309" y="527494"/>
                </a:moveTo>
                <a:lnTo>
                  <a:pt x="1928977" y="659807"/>
                </a:lnTo>
                <a:moveTo>
                  <a:pt x="1886309" y="527494"/>
                </a:moveTo>
                <a:lnTo>
                  <a:pt x="1929254" y="660019"/>
                </a:lnTo>
                <a:moveTo>
                  <a:pt x="1435353" y="603984"/>
                </a:moveTo>
                <a:lnTo>
                  <a:pt x="1494592" y="721347"/>
                </a:lnTo>
                <a:moveTo>
                  <a:pt x="1929557" y="660388"/>
                </a:moveTo>
                <a:lnTo>
                  <a:pt x="2113186" y="672915"/>
                </a:lnTo>
                <a:moveTo>
                  <a:pt x="1900471" y="1069772"/>
                </a:moveTo>
                <a:lnTo>
                  <a:pt x="2009090" y="1140911"/>
                </a:lnTo>
                <a:moveTo>
                  <a:pt x="2096572" y="647211"/>
                </a:moveTo>
                <a:lnTo>
                  <a:pt x="2113186" y="672915"/>
                </a:lnTo>
                <a:moveTo>
                  <a:pt x="423830" y="568161"/>
                </a:moveTo>
                <a:lnTo>
                  <a:pt x="412584" y="584471"/>
                </a:lnTo>
                <a:moveTo>
                  <a:pt x="822045" y="449722"/>
                </a:moveTo>
                <a:lnTo>
                  <a:pt x="913203" y="574303"/>
                </a:lnTo>
                <a:moveTo>
                  <a:pt x="1103655" y="1124206"/>
                </a:moveTo>
                <a:lnTo>
                  <a:pt x="1191366" y="1204127"/>
                </a:lnTo>
                <a:moveTo>
                  <a:pt x="1227709" y="1181070"/>
                </a:moveTo>
                <a:lnTo>
                  <a:pt x="1262517" y="1283619"/>
                </a:lnTo>
                <a:moveTo>
                  <a:pt x="1382245" y="653049"/>
                </a:moveTo>
                <a:lnTo>
                  <a:pt x="1494592" y="721347"/>
                </a:lnTo>
                <a:moveTo>
                  <a:pt x="2478649" y="479460"/>
                </a:moveTo>
                <a:lnTo>
                  <a:pt x="2433160" y="442784"/>
                </a:lnTo>
                <a:moveTo>
                  <a:pt x="1377946" y="657720"/>
                </a:moveTo>
                <a:lnTo>
                  <a:pt x="1454882" y="758517"/>
                </a:lnTo>
                <a:moveTo>
                  <a:pt x="2096572" y="647211"/>
                </a:moveTo>
                <a:lnTo>
                  <a:pt x="2194279" y="564541"/>
                </a:lnTo>
                <a:moveTo>
                  <a:pt x="653723" y="445874"/>
                </a:moveTo>
                <a:lnTo>
                  <a:pt x="835703" y="445838"/>
                </a:lnTo>
                <a:moveTo>
                  <a:pt x="2508278" y="636552"/>
                </a:moveTo>
                <a:lnTo>
                  <a:pt x="2478177" y="679670"/>
                </a:lnTo>
                <a:moveTo>
                  <a:pt x="1377946" y="657720"/>
                </a:moveTo>
                <a:lnTo>
                  <a:pt x="1471124" y="740707"/>
                </a:lnTo>
                <a:moveTo>
                  <a:pt x="1382245" y="653049"/>
                </a:moveTo>
                <a:lnTo>
                  <a:pt x="1471124" y="740707"/>
                </a:lnTo>
                <a:moveTo>
                  <a:pt x="335562" y="660295"/>
                </a:moveTo>
                <a:lnTo>
                  <a:pt x="412584" y="584471"/>
                </a:lnTo>
                <a:moveTo>
                  <a:pt x="2009090" y="1140911"/>
                </a:moveTo>
                <a:lnTo>
                  <a:pt x="2024827" y="1144773"/>
                </a:lnTo>
                <a:moveTo>
                  <a:pt x="1191366" y="1204127"/>
                </a:moveTo>
                <a:lnTo>
                  <a:pt x="1227709" y="1181070"/>
                </a:lnTo>
                <a:moveTo>
                  <a:pt x="943130" y="1064727"/>
                </a:moveTo>
                <a:lnTo>
                  <a:pt x="1014484" y="1034608"/>
                </a:lnTo>
                <a:moveTo>
                  <a:pt x="1926531" y="662657"/>
                </a:moveTo>
                <a:lnTo>
                  <a:pt x="1836976" y="753169"/>
                </a:lnTo>
                <a:moveTo>
                  <a:pt x="2460001" y="508929"/>
                </a:moveTo>
                <a:lnTo>
                  <a:pt x="2508278" y="636552"/>
                </a:lnTo>
                <a:moveTo>
                  <a:pt x="2478649" y="479460"/>
                </a:moveTo>
                <a:lnTo>
                  <a:pt x="2460001" y="508929"/>
                </a:lnTo>
                <a:moveTo>
                  <a:pt x="1929254" y="660019"/>
                </a:moveTo>
                <a:lnTo>
                  <a:pt x="1928977" y="659807"/>
                </a:lnTo>
                <a:moveTo>
                  <a:pt x="1929254" y="660019"/>
                </a:moveTo>
                <a:lnTo>
                  <a:pt x="1929557" y="660388"/>
                </a:lnTo>
                <a:moveTo>
                  <a:pt x="1928977" y="659807"/>
                </a:moveTo>
                <a:lnTo>
                  <a:pt x="1926531" y="662657"/>
                </a:lnTo>
                <a:moveTo>
                  <a:pt x="1926531" y="662657"/>
                </a:moveTo>
                <a:lnTo>
                  <a:pt x="1929557" y="660388"/>
                </a:lnTo>
                <a:moveTo>
                  <a:pt x="1929254" y="660019"/>
                </a:moveTo>
                <a:lnTo>
                  <a:pt x="1926531" y="662657"/>
                </a:lnTo>
                <a:moveTo>
                  <a:pt x="1494592" y="721347"/>
                </a:moveTo>
                <a:lnTo>
                  <a:pt x="1623801" y="715092"/>
                </a:lnTo>
                <a:moveTo>
                  <a:pt x="2024827" y="1144773"/>
                </a:moveTo>
                <a:lnTo>
                  <a:pt x="2175484" y="1157971"/>
                </a:lnTo>
                <a:moveTo>
                  <a:pt x="1929557" y="660388"/>
                </a:moveTo>
                <a:lnTo>
                  <a:pt x="2096572" y="647211"/>
                </a:lnTo>
                <a:moveTo>
                  <a:pt x="891940" y="557110"/>
                </a:moveTo>
                <a:lnTo>
                  <a:pt x="913203" y="574303"/>
                </a:lnTo>
                <a:moveTo>
                  <a:pt x="335562" y="660295"/>
                </a:moveTo>
                <a:lnTo>
                  <a:pt x="300674" y="652900"/>
                </a:lnTo>
                <a:moveTo>
                  <a:pt x="2510255" y="700722"/>
                </a:moveTo>
                <a:lnTo>
                  <a:pt x="2478177" y="679670"/>
                </a:lnTo>
                <a:moveTo>
                  <a:pt x="1402519" y="1062719"/>
                </a:moveTo>
                <a:lnTo>
                  <a:pt x="1557312" y="1013873"/>
                </a:lnTo>
                <a:moveTo>
                  <a:pt x="1623801" y="715092"/>
                </a:moveTo>
                <a:lnTo>
                  <a:pt x="1668804" y="731088"/>
                </a:lnTo>
                <a:moveTo>
                  <a:pt x="1502222" y="954464"/>
                </a:moveTo>
                <a:lnTo>
                  <a:pt x="1402519" y="1062719"/>
                </a:lnTo>
                <a:moveTo>
                  <a:pt x="1471124" y="740707"/>
                </a:moveTo>
                <a:lnTo>
                  <a:pt x="1494592" y="721347"/>
                </a:lnTo>
                <a:moveTo>
                  <a:pt x="1273708" y="1310825"/>
                </a:moveTo>
                <a:lnTo>
                  <a:pt x="1262517" y="1283619"/>
                </a:lnTo>
                <a:moveTo>
                  <a:pt x="1912483" y="1004544"/>
                </a:moveTo>
                <a:lnTo>
                  <a:pt x="1940117" y="879201"/>
                </a:lnTo>
                <a:moveTo>
                  <a:pt x="659590" y="443275"/>
                </a:moveTo>
                <a:lnTo>
                  <a:pt x="653723" y="445874"/>
                </a:lnTo>
                <a:moveTo>
                  <a:pt x="1471124" y="740707"/>
                </a:moveTo>
                <a:lnTo>
                  <a:pt x="1623801" y="715092"/>
                </a:lnTo>
                <a:moveTo>
                  <a:pt x="632127" y="454682"/>
                </a:moveTo>
                <a:lnTo>
                  <a:pt x="653723" y="445874"/>
                </a:lnTo>
                <a:moveTo>
                  <a:pt x="1905909" y="854772"/>
                </a:moveTo>
                <a:lnTo>
                  <a:pt x="1928358" y="857418"/>
                </a:lnTo>
                <a:moveTo>
                  <a:pt x="1830773" y="752291"/>
                </a:moveTo>
                <a:lnTo>
                  <a:pt x="1836976" y="753169"/>
                </a:lnTo>
                <a:moveTo>
                  <a:pt x="1557312" y="1013873"/>
                </a:moveTo>
                <a:lnTo>
                  <a:pt x="1513597" y="1086278"/>
                </a:lnTo>
                <a:moveTo>
                  <a:pt x="1502222" y="954464"/>
                </a:moveTo>
                <a:lnTo>
                  <a:pt x="1378565" y="1035337"/>
                </a:lnTo>
                <a:moveTo>
                  <a:pt x="1471124" y="740707"/>
                </a:moveTo>
                <a:lnTo>
                  <a:pt x="1454882" y="758517"/>
                </a:lnTo>
                <a:moveTo>
                  <a:pt x="1191366" y="1204127"/>
                </a:moveTo>
                <a:lnTo>
                  <a:pt x="1262517" y="1283619"/>
                </a:lnTo>
                <a:moveTo>
                  <a:pt x="822045" y="449722"/>
                </a:moveTo>
                <a:lnTo>
                  <a:pt x="653723" y="445874"/>
                </a:lnTo>
                <a:moveTo>
                  <a:pt x="1037571" y="1149139"/>
                </a:moveTo>
                <a:lnTo>
                  <a:pt x="1014484" y="1034608"/>
                </a:lnTo>
                <a:moveTo>
                  <a:pt x="1557312" y="1013873"/>
                </a:moveTo>
                <a:lnTo>
                  <a:pt x="1611454" y="1091573"/>
                </a:lnTo>
                <a:moveTo>
                  <a:pt x="2232619" y="394759"/>
                </a:moveTo>
                <a:lnTo>
                  <a:pt x="2235748" y="425484"/>
                </a:lnTo>
                <a:moveTo>
                  <a:pt x="1668804" y="731088"/>
                </a:moveTo>
                <a:lnTo>
                  <a:pt x="1830773" y="752291"/>
                </a:lnTo>
                <a:moveTo>
                  <a:pt x="1191366" y="1204127"/>
                </a:moveTo>
                <a:lnTo>
                  <a:pt x="1273708" y="1310825"/>
                </a:lnTo>
                <a:moveTo>
                  <a:pt x="983611" y="644114"/>
                </a:moveTo>
                <a:lnTo>
                  <a:pt x="913203" y="574303"/>
                </a:lnTo>
                <a:moveTo>
                  <a:pt x="335562" y="660295"/>
                </a:moveTo>
                <a:lnTo>
                  <a:pt x="231312" y="763991"/>
                </a:lnTo>
                <a:moveTo>
                  <a:pt x="1623801" y="715092"/>
                </a:moveTo>
                <a:lnTo>
                  <a:pt x="1652927" y="739497"/>
                </a:lnTo>
                <a:moveTo>
                  <a:pt x="1196704" y="629494"/>
                </a:moveTo>
                <a:lnTo>
                  <a:pt x="1243477" y="695029"/>
                </a:lnTo>
                <a:moveTo>
                  <a:pt x="822045" y="449722"/>
                </a:moveTo>
                <a:lnTo>
                  <a:pt x="835703" y="445838"/>
                </a:lnTo>
                <a:moveTo>
                  <a:pt x="1652927" y="739497"/>
                </a:moveTo>
                <a:lnTo>
                  <a:pt x="1668804" y="731088"/>
                </a:lnTo>
                <a:moveTo>
                  <a:pt x="1562459" y="1003445"/>
                </a:moveTo>
                <a:lnTo>
                  <a:pt x="1611454" y="1091573"/>
                </a:lnTo>
                <a:moveTo>
                  <a:pt x="1301841" y="545326"/>
                </a:moveTo>
                <a:lnTo>
                  <a:pt x="1435353" y="603984"/>
                </a:lnTo>
                <a:moveTo>
                  <a:pt x="1471124" y="740707"/>
                </a:moveTo>
                <a:lnTo>
                  <a:pt x="1652927" y="739497"/>
                </a:lnTo>
                <a:moveTo>
                  <a:pt x="1905909" y="854772"/>
                </a:moveTo>
                <a:lnTo>
                  <a:pt x="1836976" y="753169"/>
                </a:lnTo>
                <a:moveTo>
                  <a:pt x="1037571" y="1149139"/>
                </a:moveTo>
                <a:lnTo>
                  <a:pt x="1103655" y="1124206"/>
                </a:lnTo>
                <a:moveTo>
                  <a:pt x="2508278" y="636552"/>
                </a:moveTo>
                <a:lnTo>
                  <a:pt x="2510255" y="700722"/>
                </a:lnTo>
                <a:moveTo>
                  <a:pt x="1912483" y="1004544"/>
                </a:moveTo>
                <a:lnTo>
                  <a:pt x="1911382" y="1031026"/>
                </a:lnTo>
                <a:moveTo>
                  <a:pt x="231312" y="763991"/>
                </a:moveTo>
                <a:lnTo>
                  <a:pt x="279874" y="787098"/>
                </a:lnTo>
                <a:moveTo>
                  <a:pt x="1273708" y="1310825"/>
                </a:moveTo>
                <a:lnTo>
                  <a:pt x="1285826" y="1333500"/>
                </a:lnTo>
                <a:moveTo>
                  <a:pt x="1912483" y="1004544"/>
                </a:moveTo>
                <a:lnTo>
                  <a:pt x="1928358" y="857418"/>
                </a:lnTo>
                <a:moveTo>
                  <a:pt x="2170895" y="513508"/>
                </a:moveTo>
                <a:lnTo>
                  <a:pt x="2235748" y="425484"/>
                </a:lnTo>
                <a:moveTo>
                  <a:pt x="632127" y="454682"/>
                </a:moveTo>
                <a:lnTo>
                  <a:pt x="659590" y="443275"/>
                </a:lnTo>
                <a:moveTo>
                  <a:pt x="1301841" y="545326"/>
                </a:moveTo>
                <a:lnTo>
                  <a:pt x="1382245" y="653049"/>
                </a:lnTo>
                <a:moveTo>
                  <a:pt x="1301841" y="545326"/>
                </a:moveTo>
                <a:lnTo>
                  <a:pt x="1243477" y="695029"/>
                </a:lnTo>
                <a:moveTo>
                  <a:pt x="1912483" y="1004544"/>
                </a:moveTo>
                <a:lnTo>
                  <a:pt x="1900471" y="1069772"/>
                </a:lnTo>
                <a:moveTo>
                  <a:pt x="659590" y="443275"/>
                </a:moveTo>
                <a:lnTo>
                  <a:pt x="822045" y="449722"/>
                </a:lnTo>
                <a:moveTo>
                  <a:pt x="983611" y="644114"/>
                </a:moveTo>
                <a:lnTo>
                  <a:pt x="965361" y="698293"/>
                </a:lnTo>
                <a:moveTo>
                  <a:pt x="534242" y="498229"/>
                </a:moveTo>
                <a:lnTo>
                  <a:pt x="632127" y="454682"/>
                </a:lnTo>
                <a:moveTo>
                  <a:pt x="1894253" y="1038495"/>
                </a:moveTo>
                <a:lnTo>
                  <a:pt x="1900471" y="1069772"/>
                </a:lnTo>
                <a:moveTo>
                  <a:pt x="1830773" y="752291"/>
                </a:moveTo>
                <a:lnTo>
                  <a:pt x="1905909" y="854772"/>
                </a:lnTo>
                <a:moveTo>
                  <a:pt x="1146957" y="1219561"/>
                </a:moveTo>
                <a:lnTo>
                  <a:pt x="1103655" y="1124206"/>
                </a:lnTo>
                <a:moveTo>
                  <a:pt x="2460001" y="508929"/>
                </a:moveTo>
                <a:lnTo>
                  <a:pt x="2565632" y="554562"/>
                </a:lnTo>
                <a:moveTo>
                  <a:pt x="423830" y="568161"/>
                </a:moveTo>
                <a:lnTo>
                  <a:pt x="534242" y="498229"/>
                </a:lnTo>
                <a:moveTo>
                  <a:pt x="2170895" y="513508"/>
                </a:moveTo>
                <a:lnTo>
                  <a:pt x="2194279" y="564541"/>
                </a:lnTo>
                <a:moveTo>
                  <a:pt x="2006303" y="1106423"/>
                </a:moveTo>
                <a:lnTo>
                  <a:pt x="1900471" y="1069772"/>
                </a:lnTo>
                <a:moveTo>
                  <a:pt x="822045" y="449722"/>
                </a:moveTo>
                <a:lnTo>
                  <a:pt x="891940" y="557110"/>
                </a:lnTo>
                <a:moveTo>
                  <a:pt x="2054597" y="577539"/>
                </a:moveTo>
                <a:lnTo>
                  <a:pt x="2194279" y="564541"/>
                </a:lnTo>
                <a:moveTo>
                  <a:pt x="846842" y="982044"/>
                </a:moveTo>
                <a:lnTo>
                  <a:pt x="943130" y="1064727"/>
                </a:lnTo>
                <a:moveTo>
                  <a:pt x="2006303" y="1106423"/>
                </a:moveTo>
                <a:lnTo>
                  <a:pt x="2009090" y="1140911"/>
                </a:lnTo>
                <a:moveTo>
                  <a:pt x="2006303" y="1106423"/>
                </a:moveTo>
                <a:lnTo>
                  <a:pt x="2024827" y="1144773"/>
                </a:lnTo>
                <a:moveTo>
                  <a:pt x="2565632" y="554562"/>
                </a:moveTo>
                <a:lnTo>
                  <a:pt x="2508278" y="636552"/>
                </a:lnTo>
                <a:moveTo>
                  <a:pt x="2054597" y="577539"/>
                </a:moveTo>
                <a:lnTo>
                  <a:pt x="1929557" y="660388"/>
                </a:lnTo>
                <a:moveTo>
                  <a:pt x="2478649" y="479460"/>
                </a:moveTo>
                <a:lnTo>
                  <a:pt x="2565632" y="554562"/>
                </a:lnTo>
                <a:moveTo>
                  <a:pt x="1502222" y="954464"/>
                </a:moveTo>
                <a:lnTo>
                  <a:pt x="1557312" y="1013873"/>
                </a:lnTo>
                <a:moveTo>
                  <a:pt x="2019011" y="1111356"/>
                </a:moveTo>
                <a:lnTo>
                  <a:pt x="2024827" y="1144773"/>
                </a:lnTo>
                <a:moveTo>
                  <a:pt x="2054597" y="577539"/>
                </a:moveTo>
                <a:lnTo>
                  <a:pt x="2096572" y="647211"/>
                </a:lnTo>
                <a:moveTo>
                  <a:pt x="335562" y="660295"/>
                </a:moveTo>
                <a:lnTo>
                  <a:pt x="423830" y="568161"/>
                </a:lnTo>
                <a:moveTo>
                  <a:pt x="1146957" y="1219561"/>
                </a:moveTo>
                <a:lnTo>
                  <a:pt x="1273708" y="1310825"/>
                </a:lnTo>
                <a:moveTo>
                  <a:pt x="825776" y="990065"/>
                </a:moveTo>
                <a:lnTo>
                  <a:pt x="846842" y="982044"/>
                </a:lnTo>
                <a:moveTo>
                  <a:pt x="1301841" y="545326"/>
                </a:moveTo>
                <a:lnTo>
                  <a:pt x="1196704" y="629494"/>
                </a:lnTo>
                <a:moveTo>
                  <a:pt x="1562459" y="1003445"/>
                </a:moveTo>
                <a:lnTo>
                  <a:pt x="1557312" y="1013873"/>
                </a:lnTo>
                <a:moveTo>
                  <a:pt x="2565632" y="554562"/>
                </a:moveTo>
                <a:lnTo>
                  <a:pt x="2510255" y="700722"/>
                </a:lnTo>
                <a:moveTo>
                  <a:pt x="1146957" y="1219561"/>
                </a:moveTo>
                <a:lnTo>
                  <a:pt x="1191366" y="1204127"/>
                </a:lnTo>
                <a:moveTo>
                  <a:pt x="1502222" y="954464"/>
                </a:moveTo>
                <a:lnTo>
                  <a:pt x="1562459" y="1003445"/>
                </a:lnTo>
                <a:moveTo>
                  <a:pt x="2131923" y="1161650"/>
                </a:moveTo>
                <a:lnTo>
                  <a:pt x="2024827" y="1144773"/>
                </a:lnTo>
                <a:moveTo>
                  <a:pt x="1239611" y="577299"/>
                </a:moveTo>
                <a:lnTo>
                  <a:pt x="1196704" y="629494"/>
                </a:lnTo>
                <a:moveTo>
                  <a:pt x="1905909" y="854772"/>
                </a:moveTo>
                <a:lnTo>
                  <a:pt x="1912483" y="1004544"/>
                </a:lnTo>
                <a:moveTo>
                  <a:pt x="556316" y="505042"/>
                </a:moveTo>
                <a:lnTo>
                  <a:pt x="659590" y="443275"/>
                </a:lnTo>
                <a:moveTo>
                  <a:pt x="556316" y="505042"/>
                </a:moveTo>
                <a:lnTo>
                  <a:pt x="632127" y="454682"/>
                </a:lnTo>
                <a:moveTo>
                  <a:pt x="1183037" y="606842"/>
                </a:moveTo>
                <a:lnTo>
                  <a:pt x="1196704" y="629494"/>
                </a:lnTo>
                <a:moveTo>
                  <a:pt x="2131923" y="1161650"/>
                </a:moveTo>
                <a:lnTo>
                  <a:pt x="2175484" y="1157971"/>
                </a:lnTo>
                <a:moveTo>
                  <a:pt x="1301841" y="545326"/>
                </a:moveTo>
                <a:lnTo>
                  <a:pt x="1421475" y="484640"/>
                </a:lnTo>
                <a:moveTo>
                  <a:pt x="534242" y="498229"/>
                </a:moveTo>
                <a:lnTo>
                  <a:pt x="556316" y="505042"/>
                </a:lnTo>
                <a:moveTo>
                  <a:pt x="825776" y="990065"/>
                </a:moveTo>
                <a:lnTo>
                  <a:pt x="943130" y="1064727"/>
                </a:lnTo>
                <a:moveTo>
                  <a:pt x="1228083" y="1316435"/>
                </a:moveTo>
                <a:lnTo>
                  <a:pt x="1273708" y="1310825"/>
                </a:lnTo>
                <a:moveTo>
                  <a:pt x="891940" y="557110"/>
                </a:moveTo>
                <a:lnTo>
                  <a:pt x="983611" y="644114"/>
                </a:lnTo>
                <a:moveTo>
                  <a:pt x="943130" y="1064727"/>
                </a:moveTo>
                <a:lnTo>
                  <a:pt x="1037571" y="1149139"/>
                </a:lnTo>
                <a:moveTo>
                  <a:pt x="335562" y="660295"/>
                </a:moveTo>
                <a:lnTo>
                  <a:pt x="279874" y="787098"/>
                </a:lnTo>
                <a:moveTo>
                  <a:pt x="1239611" y="577299"/>
                </a:moveTo>
                <a:lnTo>
                  <a:pt x="1301841" y="545326"/>
                </a:lnTo>
                <a:moveTo>
                  <a:pt x="1767907" y="774039"/>
                </a:moveTo>
                <a:lnTo>
                  <a:pt x="1668804" y="731088"/>
                </a:lnTo>
                <a:moveTo>
                  <a:pt x="285282" y="779344"/>
                </a:moveTo>
                <a:lnTo>
                  <a:pt x="335562" y="660295"/>
                </a:lnTo>
                <a:moveTo>
                  <a:pt x="1183037" y="606842"/>
                </a:moveTo>
                <a:lnTo>
                  <a:pt x="1239611" y="577299"/>
                </a:lnTo>
                <a:moveTo>
                  <a:pt x="1767907" y="774039"/>
                </a:moveTo>
                <a:lnTo>
                  <a:pt x="1830773" y="752291"/>
                </a:lnTo>
                <a:moveTo>
                  <a:pt x="2170895" y="513508"/>
                </a:moveTo>
                <a:lnTo>
                  <a:pt x="2232619" y="394759"/>
                </a:lnTo>
                <a:moveTo>
                  <a:pt x="1281277" y="1333500"/>
                </a:moveTo>
                <a:lnTo>
                  <a:pt x="1273708" y="1310825"/>
                </a:lnTo>
                <a:moveTo>
                  <a:pt x="1040338" y="644400"/>
                </a:moveTo>
                <a:lnTo>
                  <a:pt x="1183037" y="606842"/>
                </a:lnTo>
                <a:moveTo>
                  <a:pt x="1912483" y="1004544"/>
                </a:moveTo>
                <a:lnTo>
                  <a:pt x="1894253" y="1038495"/>
                </a:lnTo>
                <a:moveTo>
                  <a:pt x="983611" y="644114"/>
                </a:moveTo>
                <a:lnTo>
                  <a:pt x="1040338" y="644400"/>
                </a:lnTo>
                <a:moveTo>
                  <a:pt x="1709205" y="773137"/>
                </a:moveTo>
                <a:lnTo>
                  <a:pt x="1652927" y="739497"/>
                </a:lnTo>
                <a:moveTo>
                  <a:pt x="1767907" y="774039"/>
                </a:moveTo>
                <a:lnTo>
                  <a:pt x="1652927" y="739497"/>
                </a:lnTo>
                <a:moveTo>
                  <a:pt x="285282" y="779344"/>
                </a:moveTo>
                <a:lnTo>
                  <a:pt x="279874" y="787098"/>
                </a:lnTo>
                <a:moveTo>
                  <a:pt x="282741" y="787971"/>
                </a:moveTo>
                <a:lnTo>
                  <a:pt x="279874" y="787098"/>
                </a:lnTo>
                <a:moveTo>
                  <a:pt x="716569" y="472819"/>
                </a:moveTo>
                <a:lnTo>
                  <a:pt x="659590" y="443275"/>
                </a:lnTo>
                <a:moveTo>
                  <a:pt x="756253" y="474209"/>
                </a:moveTo>
                <a:lnTo>
                  <a:pt x="659590" y="443275"/>
                </a:lnTo>
                <a:moveTo>
                  <a:pt x="570032" y="506529"/>
                </a:moveTo>
                <a:lnTo>
                  <a:pt x="659590" y="443275"/>
                </a:lnTo>
                <a:moveTo>
                  <a:pt x="285282" y="779344"/>
                </a:moveTo>
                <a:lnTo>
                  <a:pt x="282741" y="787971"/>
                </a:lnTo>
                <a:moveTo>
                  <a:pt x="1703959" y="1043806"/>
                </a:moveTo>
                <a:lnTo>
                  <a:pt x="1813099" y="1114458"/>
                </a:lnTo>
                <a:moveTo>
                  <a:pt x="1850429" y="869607"/>
                </a:moveTo>
                <a:lnTo>
                  <a:pt x="1830773" y="752291"/>
                </a:lnTo>
                <a:moveTo>
                  <a:pt x="1037571" y="1149139"/>
                </a:moveTo>
                <a:lnTo>
                  <a:pt x="1146957" y="1219561"/>
                </a:lnTo>
                <a:moveTo>
                  <a:pt x="756253" y="474209"/>
                </a:moveTo>
                <a:lnTo>
                  <a:pt x="822045" y="449722"/>
                </a:lnTo>
                <a:moveTo>
                  <a:pt x="1894253" y="1038495"/>
                </a:moveTo>
                <a:lnTo>
                  <a:pt x="2006303" y="1106423"/>
                </a:lnTo>
                <a:moveTo>
                  <a:pt x="798164" y="1200422"/>
                </a:moveTo>
                <a:lnTo>
                  <a:pt x="882881" y="1293935"/>
                </a:lnTo>
                <a:moveTo>
                  <a:pt x="478076" y="561783"/>
                </a:moveTo>
                <a:lnTo>
                  <a:pt x="534242" y="498229"/>
                </a:lnTo>
                <a:moveTo>
                  <a:pt x="2054597" y="577539"/>
                </a:moveTo>
                <a:lnTo>
                  <a:pt x="2170895" y="513508"/>
                </a:lnTo>
                <a:moveTo>
                  <a:pt x="454822" y="571650"/>
                </a:moveTo>
                <a:lnTo>
                  <a:pt x="534242" y="498229"/>
                </a:lnTo>
                <a:moveTo>
                  <a:pt x="1826927" y="1093258"/>
                </a:moveTo>
                <a:lnTo>
                  <a:pt x="1912483" y="1004544"/>
                </a:lnTo>
                <a:moveTo>
                  <a:pt x="1703959" y="1043806"/>
                </a:moveTo>
                <a:lnTo>
                  <a:pt x="1826927" y="1093258"/>
                </a:lnTo>
                <a:moveTo>
                  <a:pt x="865319" y="544931"/>
                </a:moveTo>
                <a:lnTo>
                  <a:pt x="822045" y="449722"/>
                </a:lnTo>
                <a:moveTo>
                  <a:pt x="112909" y="409463"/>
                </a:moveTo>
                <a:lnTo>
                  <a:pt x="101317" y="403147"/>
                </a:lnTo>
                <a:moveTo>
                  <a:pt x="77835" y="417990"/>
                </a:moveTo>
                <a:lnTo>
                  <a:pt x="101317" y="403147"/>
                </a:lnTo>
                <a:moveTo>
                  <a:pt x="1850429" y="869607"/>
                </a:moveTo>
                <a:lnTo>
                  <a:pt x="1905909" y="854772"/>
                </a:lnTo>
                <a:moveTo>
                  <a:pt x="1826927" y="1093258"/>
                </a:moveTo>
                <a:lnTo>
                  <a:pt x="1894253" y="1038495"/>
                </a:lnTo>
                <a:moveTo>
                  <a:pt x="454822" y="571650"/>
                </a:moveTo>
                <a:lnTo>
                  <a:pt x="423830" y="568161"/>
                </a:lnTo>
                <a:moveTo>
                  <a:pt x="2006303" y="1106423"/>
                </a:moveTo>
                <a:lnTo>
                  <a:pt x="2019011" y="1111356"/>
                </a:lnTo>
                <a:moveTo>
                  <a:pt x="912407" y="1062831"/>
                </a:moveTo>
                <a:lnTo>
                  <a:pt x="943130" y="1064727"/>
                </a:lnTo>
                <a:moveTo>
                  <a:pt x="1852415" y="916729"/>
                </a:moveTo>
                <a:lnTo>
                  <a:pt x="1905909" y="854772"/>
                </a:lnTo>
                <a:moveTo>
                  <a:pt x="1826927" y="1093258"/>
                </a:moveTo>
                <a:lnTo>
                  <a:pt x="1813099" y="1114458"/>
                </a:lnTo>
                <a:moveTo>
                  <a:pt x="368721" y="671210"/>
                </a:moveTo>
                <a:lnTo>
                  <a:pt x="335562" y="660295"/>
                </a:lnTo>
                <a:moveTo>
                  <a:pt x="112909" y="409463"/>
                </a:moveTo>
                <a:lnTo>
                  <a:pt x="250294" y="366576"/>
                </a:lnTo>
                <a:moveTo>
                  <a:pt x="454822" y="571650"/>
                </a:moveTo>
                <a:lnTo>
                  <a:pt x="335562" y="660295"/>
                </a:lnTo>
                <a:moveTo>
                  <a:pt x="1813099" y="1114458"/>
                </a:moveTo>
                <a:lnTo>
                  <a:pt x="1782150" y="1235138"/>
                </a:lnTo>
                <a:moveTo>
                  <a:pt x="1146957" y="1219561"/>
                </a:moveTo>
                <a:lnTo>
                  <a:pt x="1228083" y="1316435"/>
                </a:lnTo>
                <a:moveTo>
                  <a:pt x="2019011" y="1111356"/>
                </a:moveTo>
                <a:lnTo>
                  <a:pt x="2131923" y="1161650"/>
                </a:lnTo>
                <a:moveTo>
                  <a:pt x="825776" y="990065"/>
                </a:moveTo>
                <a:lnTo>
                  <a:pt x="912407" y="1062831"/>
                </a:lnTo>
                <a:moveTo>
                  <a:pt x="865319" y="544931"/>
                </a:moveTo>
                <a:lnTo>
                  <a:pt x="891940" y="557110"/>
                </a:lnTo>
                <a:moveTo>
                  <a:pt x="77835" y="417990"/>
                </a:moveTo>
                <a:lnTo>
                  <a:pt x="112909" y="409463"/>
                </a:lnTo>
                <a:moveTo>
                  <a:pt x="1444185" y="479825"/>
                </a:moveTo>
                <a:lnTo>
                  <a:pt x="1421475" y="484640"/>
                </a:lnTo>
                <a:moveTo>
                  <a:pt x="1307994" y="523909"/>
                </a:moveTo>
                <a:lnTo>
                  <a:pt x="1421475" y="484640"/>
                </a:lnTo>
                <a:moveTo>
                  <a:pt x="2241288" y="375866"/>
                </a:moveTo>
                <a:lnTo>
                  <a:pt x="2232619" y="394759"/>
                </a:lnTo>
                <a:moveTo>
                  <a:pt x="368721" y="671210"/>
                </a:moveTo>
                <a:lnTo>
                  <a:pt x="285282" y="779344"/>
                </a:lnTo>
                <a:moveTo>
                  <a:pt x="971335" y="618507"/>
                </a:moveTo>
                <a:lnTo>
                  <a:pt x="891940" y="557110"/>
                </a:lnTo>
                <a:moveTo>
                  <a:pt x="1307994" y="523909"/>
                </a:moveTo>
                <a:lnTo>
                  <a:pt x="1301841" y="545326"/>
                </a:lnTo>
                <a:moveTo>
                  <a:pt x="1852415" y="916729"/>
                </a:moveTo>
                <a:lnTo>
                  <a:pt x="1912483" y="1004544"/>
                </a:lnTo>
                <a:moveTo>
                  <a:pt x="570032" y="506529"/>
                </a:moveTo>
                <a:lnTo>
                  <a:pt x="556316" y="505042"/>
                </a:lnTo>
                <a:moveTo>
                  <a:pt x="879343" y="1087338"/>
                </a:moveTo>
                <a:lnTo>
                  <a:pt x="825776" y="990065"/>
                </a:lnTo>
                <a:moveTo>
                  <a:pt x="1008904" y="1138875"/>
                </a:moveTo>
                <a:lnTo>
                  <a:pt x="943130" y="1064727"/>
                </a:lnTo>
                <a:moveTo>
                  <a:pt x="1221304" y="557338"/>
                </a:moveTo>
                <a:lnTo>
                  <a:pt x="1301841" y="545326"/>
                </a:lnTo>
                <a:moveTo>
                  <a:pt x="1221304" y="557338"/>
                </a:moveTo>
                <a:lnTo>
                  <a:pt x="1239611" y="577299"/>
                </a:lnTo>
                <a:moveTo>
                  <a:pt x="1736655" y="976104"/>
                </a:moveTo>
                <a:lnTo>
                  <a:pt x="1912483" y="1004544"/>
                </a:lnTo>
                <a:moveTo>
                  <a:pt x="478076" y="561783"/>
                </a:moveTo>
                <a:lnTo>
                  <a:pt x="556316" y="505042"/>
                </a:lnTo>
                <a:moveTo>
                  <a:pt x="1734028" y="978956"/>
                </a:moveTo>
                <a:lnTo>
                  <a:pt x="1703959" y="1043806"/>
                </a:lnTo>
                <a:moveTo>
                  <a:pt x="1221304" y="557338"/>
                </a:moveTo>
                <a:lnTo>
                  <a:pt x="1183037" y="606842"/>
                </a:lnTo>
                <a:moveTo>
                  <a:pt x="1177383" y="573587"/>
                </a:moveTo>
                <a:lnTo>
                  <a:pt x="1183037" y="606842"/>
                </a:lnTo>
                <a:moveTo>
                  <a:pt x="2173427" y="488461"/>
                </a:moveTo>
                <a:lnTo>
                  <a:pt x="2232619" y="394759"/>
                </a:lnTo>
                <a:moveTo>
                  <a:pt x="376347" y="673603"/>
                </a:moveTo>
                <a:lnTo>
                  <a:pt x="285282" y="779344"/>
                </a:lnTo>
                <a:moveTo>
                  <a:pt x="971335" y="618507"/>
                </a:moveTo>
                <a:lnTo>
                  <a:pt x="983611" y="644114"/>
                </a:lnTo>
                <a:moveTo>
                  <a:pt x="1039406" y="615879"/>
                </a:moveTo>
                <a:lnTo>
                  <a:pt x="1183037" y="606842"/>
                </a:lnTo>
                <a:moveTo>
                  <a:pt x="1709205" y="773137"/>
                </a:moveTo>
                <a:lnTo>
                  <a:pt x="1767907" y="774039"/>
                </a:lnTo>
                <a:moveTo>
                  <a:pt x="376347" y="673603"/>
                </a:moveTo>
                <a:lnTo>
                  <a:pt x="282741" y="787971"/>
                </a:lnTo>
                <a:moveTo>
                  <a:pt x="971335" y="618507"/>
                </a:moveTo>
                <a:lnTo>
                  <a:pt x="1040338" y="644400"/>
                </a:lnTo>
                <a:moveTo>
                  <a:pt x="1008904" y="1138875"/>
                </a:moveTo>
                <a:lnTo>
                  <a:pt x="1037571" y="1149139"/>
                </a:lnTo>
                <a:moveTo>
                  <a:pt x="806350" y="1155662"/>
                </a:moveTo>
                <a:lnTo>
                  <a:pt x="798164" y="1200422"/>
                </a:lnTo>
                <a:moveTo>
                  <a:pt x="1039406" y="615879"/>
                </a:moveTo>
                <a:lnTo>
                  <a:pt x="1040338" y="644400"/>
                </a:lnTo>
                <a:moveTo>
                  <a:pt x="280453" y="384265"/>
                </a:moveTo>
                <a:lnTo>
                  <a:pt x="250294" y="366576"/>
                </a:lnTo>
                <a:moveTo>
                  <a:pt x="1228083" y="1316435"/>
                </a:moveTo>
                <a:lnTo>
                  <a:pt x="1242068" y="1333500"/>
                </a:lnTo>
                <a:moveTo>
                  <a:pt x="1129794" y="1198529"/>
                </a:moveTo>
                <a:lnTo>
                  <a:pt x="1037571" y="1149139"/>
                </a:lnTo>
                <a:moveTo>
                  <a:pt x="2173427" y="488461"/>
                </a:moveTo>
                <a:lnTo>
                  <a:pt x="2170895" y="513508"/>
                </a:lnTo>
                <a:moveTo>
                  <a:pt x="899135" y="1241624"/>
                </a:moveTo>
                <a:lnTo>
                  <a:pt x="798164" y="1200422"/>
                </a:lnTo>
                <a:moveTo>
                  <a:pt x="319557" y="797299"/>
                </a:moveTo>
                <a:lnTo>
                  <a:pt x="282741" y="787971"/>
                </a:lnTo>
                <a:moveTo>
                  <a:pt x="1767907" y="774039"/>
                </a:moveTo>
                <a:lnTo>
                  <a:pt x="1850429" y="869607"/>
                </a:lnTo>
                <a:moveTo>
                  <a:pt x="716569" y="472819"/>
                </a:moveTo>
                <a:lnTo>
                  <a:pt x="756253" y="474209"/>
                </a:lnTo>
                <a:moveTo>
                  <a:pt x="570032" y="506529"/>
                </a:moveTo>
                <a:lnTo>
                  <a:pt x="716569" y="472819"/>
                </a:lnTo>
                <a:moveTo>
                  <a:pt x="1734028" y="978956"/>
                </a:moveTo>
                <a:lnTo>
                  <a:pt x="1826927" y="1093258"/>
                </a:lnTo>
                <a:moveTo>
                  <a:pt x="1736655" y="976104"/>
                </a:moveTo>
                <a:lnTo>
                  <a:pt x="1826927" y="1093258"/>
                </a:lnTo>
                <a:moveTo>
                  <a:pt x="1971516" y="1101889"/>
                </a:moveTo>
                <a:lnTo>
                  <a:pt x="1894253" y="1038495"/>
                </a:lnTo>
                <a:moveTo>
                  <a:pt x="1562200" y="411056"/>
                </a:moveTo>
                <a:lnTo>
                  <a:pt x="1622252" y="297092"/>
                </a:lnTo>
                <a:moveTo>
                  <a:pt x="1980940" y="537534"/>
                </a:moveTo>
                <a:lnTo>
                  <a:pt x="2054597" y="577539"/>
                </a:lnTo>
                <a:moveTo>
                  <a:pt x="2078336" y="573754"/>
                </a:moveTo>
                <a:lnTo>
                  <a:pt x="2170895" y="513508"/>
                </a:lnTo>
                <a:moveTo>
                  <a:pt x="1129794" y="1198529"/>
                </a:moveTo>
                <a:lnTo>
                  <a:pt x="1146957" y="1219561"/>
                </a:lnTo>
                <a:moveTo>
                  <a:pt x="478076" y="561783"/>
                </a:moveTo>
                <a:lnTo>
                  <a:pt x="570032" y="506529"/>
                </a:lnTo>
                <a:moveTo>
                  <a:pt x="2078336" y="573754"/>
                </a:moveTo>
                <a:lnTo>
                  <a:pt x="2054597" y="577539"/>
                </a:lnTo>
                <a:moveTo>
                  <a:pt x="756253" y="474209"/>
                </a:moveTo>
                <a:lnTo>
                  <a:pt x="865319" y="544931"/>
                </a:lnTo>
                <a:moveTo>
                  <a:pt x="899135" y="1241624"/>
                </a:moveTo>
                <a:lnTo>
                  <a:pt x="882881" y="1293935"/>
                </a:lnTo>
                <a:moveTo>
                  <a:pt x="454822" y="571650"/>
                </a:moveTo>
                <a:lnTo>
                  <a:pt x="368721" y="671210"/>
                </a:lnTo>
                <a:moveTo>
                  <a:pt x="1971516" y="1101889"/>
                </a:moveTo>
                <a:lnTo>
                  <a:pt x="2006303" y="1106423"/>
                </a:lnTo>
                <a:moveTo>
                  <a:pt x="454822" y="571650"/>
                </a:moveTo>
                <a:lnTo>
                  <a:pt x="478076" y="561783"/>
                </a:lnTo>
                <a:moveTo>
                  <a:pt x="1735908" y="788078"/>
                </a:moveTo>
                <a:lnTo>
                  <a:pt x="1709205" y="773137"/>
                </a:lnTo>
                <a:moveTo>
                  <a:pt x="1971516" y="1101889"/>
                </a:moveTo>
                <a:lnTo>
                  <a:pt x="2019011" y="1111356"/>
                </a:lnTo>
                <a:moveTo>
                  <a:pt x="1562200" y="411056"/>
                </a:moveTo>
                <a:lnTo>
                  <a:pt x="1559044" y="415349"/>
                </a:lnTo>
                <a:moveTo>
                  <a:pt x="1559266" y="414576"/>
                </a:moveTo>
                <a:lnTo>
                  <a:pt x="1559044" y="415349"/>
                </a:lnTo>
                <a:moveTo>
                  <a:pt x="1556574" y="416322"/>
                </a:moveTo>
                <a:lnTo>
                  <a:pt x="1559044" y="415349"/>
                </a:lnTo>
                <a:moveTo>
                  <a:pt x="1735908" y="788078"/>
                </a:moveTo>
                <a:lnTo>
                  <a:pt x="1767907" y="774039"/>
                </a:lnTo>
                <a:moveTo>
                  <a:pt x="1562200" y="411056"/>
                </a:moveTo>
                <a:lnTo>
                  <a:pt x="1559266" y="414576"/>
                </a:lnTo>
                <a:moveTo>
                  <a:pt x="2047505" y="1112339"/>
                </a:moveTo>
                <a:lnTo>
                  <a:pt x="2019011" y="1111356"/>
                </a:lnTo>
                <a:moveTo>
                  <a:pt x="1556574" y="416322"/>
                </a:moveTo>
                <a:lnTo>
                  <a:pt x="1559266" y="414576"/>
                </a:lnTo>
                <a:moveTo>
                  <a:pt x="423922" y="612474"/>
                </a:moveTo>
                <a:lnTo>
                  <a:pt x="368721" y="671210"/>
                </a:lnTo>
                <a:moveTo>
                  <a:pt x="879343" y="1087338"/>
                </a:moveTo>
                <a:lnTo>
                  <a:pt x="912407" y="1062831"/>
                </a:lnTo>
                <a:moveTo>
                  <a:pt x="423922" y="612474"/>
                </a:moveTo>
                <a:lnTo>
                  <a:pt x="454822" y="571650"/>
                </a:lnTo>
                <a:moveTo>
                  <a:pt x="185430" y="459230"/>
                </a:moveTo>
                <a:lnTo>
                  <a:pt x="250294" y="366576"/>
                </a:lnTo>
                <a:moveTo>
                  <a:pt x="1850429" y="869607"/>
                </a:moveTo>
                <a:lnTo>
                  <a:pt x="1852415" y="916729"/>
                </a:lnTo>
                <a:moveTo>
                  <a:pt x="949549" y="1095281"/>
                </a:moveTo>
                <a:lnTo>
                  <a:pt x="912407" y="1062831"/>
                </a:lnTo>
                <a:moveTo>
                  <a:pt x="460486" y="574658"/>
                </a:moveTo>
                <a:lnTo>
                  <a:pt x="478076" y="561783"/>
                </a:lnTo>
                <a:moveTo>
                  <a:pt x="1214794" y="1291777"/>
                </a:moveTo>
                <a:lnTo>
                  <a:pt x="1146957" y="1219561"/>
                </a:lnTo>
                <a:moveTo>
                  <a:pt x="460486" y="574658"/>
                </a:moveTo>
                <a:lnTo>
                  <a:pt x="454822" y="571650"/>
                </a:lnTo>
                <a:moveTo>
                  <a:pt x="2120370" y="1135368"/>
                </a:moveTo>
                <a:lnTo>
                  <a:pt x="2019011" y="1111356"/>
                </a:lnTo>
                <a:moveTo>
                  <a:pt x="185430" y="459230"/>
                </a:moveTo>
                <a:lnTo>
                  <a:pt x="112909" y="409463"/>
                </a:lnTo>
                <a:moveTo>
                  <a:pt x="1813099" y="1114458"/>
                </a:moveTo>
                <a:lnTo>
                  <a:pt x="1819332" y="1246265"/>
                </a:lnTo>
                <a:moveTo>
                  <a:pt x="1971516" y="1101889"/>
                </a:moveTo>
                <a:lnTo>
                  <a:pt x="1826927" y="1093258"/>
                </a:lnTo>
                <a:moveTo>
                  <a:pt x="1872987" y="1117994"/>
                </a:moveTo>
                <a:lnTo>
                  <a:pt x="1826927" y="1093258"/>
                </a:lnTo>
                <a:moveTo>
                  <a:pt x="1649681" y="311322"/>
                </a:moveTo>
                <a:lnTo>
                  <a:pt x="1622252" y="297092"/>
                </a:lnTo>
                <a:moveTo>
                  <a:pt x="1444185" y="479825"/>
                </a:moveTo>
                <a:lnTo>
                  <a:pt x="1556574" y="416322"/>
                </a:lnTo>
                <a:moveTo>
                  <a:pt x="2358376" y="312628"/>
                </a:moveTo>
                <a:lnTo>
                  <a:pt x="2396897" y="320992"/>
                </a:lnTo>
                <a:moveTo>
                  <a:pt x="376347" y="673603"/>
                </a:moveTo>
                <a:lnTo>
                  <a:pt x="368721" y="671210"/>
                </a:lnTo>
                <a:moveTo>
                  <a:pt x="460486" y="574658"/>
                </a:moveTo>
                <a:lnTo>
                  <a:pt x="423922" y="612474"/>
                </a:lnTo>
                <a:moveTo>
                  <a:pt x="1008904" y="1138875"/>
                </a:moveTo>
                <a:lnTo>
                  <a:pt x="912407" y="1062831"/>
                </a:lnTo>
                <a:moveTo>
                  <a:pt x="2241288" y="375866"/>
                </a:moveTo>
                <a:lnTo>
                  <a:pt x="2358376" y="312628"/>
                </a:lnTo>
                <a:moveTo>
                  <a:pt x="1826114" y="884531"/>
                </a:moveTo>
                <a:lnTo>
                  <a:pt x="1850429" y="869607"/>
                </a:lnTo>
                <a:moveTo>
                  <a:pt x="716569" y="472819"/>
                </a:moveTo>
                <a:lnTo>
                  <a:pt x="734316" y="478632"/>
                </a:lnTo>
                <a:moveTo>
                  <a:pt x="1735908" y="788078"/>
                </a:moveTo>
                <a:lnTo>
                  <a:pt x="1850429" y="869607"/>
                </a:lnTo>
                <a:moveTo>
                  <a:pt x="734316" y="478632"/>
                </a:moveTo>
                <a:lnTo>
                  <a:pt x="756253" y="474209"/>
                </a:lnTo>
                <a:moveTo>
                  <a:pt x="2120370" y="1135368"/>
                </a:moveTo>
                <a:lnTo>
                  <a:pt x="2131923" y="1161650"/>
                </a:lnTo>
                <a:moveTo>
                  <a:pt x="423922" y="612474"/>
                </a:moveTo>
                <a:lnTo>
                  <a:pt x="376347" y="673603"/>
                </a:lnTo>
                <a:moveTo>
                  <a:pt x="1736655" y="976104"/>
                </a:moveTo>
                <a:lnTo>
                  <a:pt x="1852415" y="916729"/>
                </a:lnTo>
                <a:moveTo>
                  <a:pt x="1307994" y="523909"/>
                </a:moveTo>
                <a:lnTo>
                  <a:pt x="1444185" y="479825"/>
                </a:lnTo>
                <a:moveTo>
                  <a:pt x="879343" y="1087338"/>
                </a:moveTo>
                <a:lnTo>
                  <a:pt x="949549" y="1095281"/>
                </a:lnTo>
                <a:moveTo>
                  <a:pt x="162912" y="474070"/>
                </a:moveTo>
                <a:lnTo>
                  <a:pt x="112909" y="409463"/>
                </a:lnTo>
                <a:moveTo>
                  <a:pt x="1214794" y="1291777"/>
                </a:moveTo>
                <a:lnTo>
                  <a:pt x="1228083" y="1316435"/>
                </a:lnTo>
                <a:moveTo>
                  <a:pt x="1826114" y="884531"/>
                </a:moveTo>
                <a:lnTo>
                  <a:pt x="1852415" y="916729"/>
                </a:lnTo>
                <a:moveTo>
                  <a:pt x="1826927" y="1093258"/>
                </a:moveTo>
                <a:lnTo>
                  <a:pt x="1819332" y="1246265"/>
                </a:lnTo>
                <a:moveTo>
                  <a:pt x="865319" y="544931"/>
                </a:moveTo>
                <a:lnTo>
                  <a:pt x="971335" y="618507"/>
                </a:lnTo>
                <a:moveTo>
                  <a:pt x="1736655" y="976104"/>
                </a:moveTo>
                <a:lnTo>
                  <a:pt x="1734028" y="978956"/>
                </a:lnTo>
                <a:moveTo>
                  <a:pt x="1733058" y="977692"/>
                </a:moveTo>
                <a:lnTo>
                  <a:pt x="1734028" y="978956"/>
                </a:lnTo>
                <a:moveTo>
                  <a:pt x="1733058" y="977692"/>
                </a:moveTo>
                <a:lnTo>
                  <a:pt x="1736655" y="976104"/>
                </a:lnTo>
                <a:moveTo>
                  <a:pt x="1649681" y="311322"/>
                </a:moveTo>
                <a:lnTo>
                  <a:pt x="1562200" y="411056"/>
                </a:lnTo>
                <a:moveTo>
                  <a:pt x="1826953" y="1237206"/>
                </a:moveTo>
                <a:lnTo>
                  <a:pt x="1826927" y="1093258"/>
                </a:lnTo>
                <a:moveTo>
                  <a:pt x="2396897" y="320992"/>
                </a:moveTo>
                <a:lnTo>
                  <a:pt x="2494741" y="402217"/>
                </a:lnTo>
                <a:moveTo>
                  <a:pt x="1819332" y="1246265"/>
                </a:moveTo>
                <a:lnTo>
                  <a:pt x="1782150" y="1235138"/>
                </a:lnTo>
                <a:moveTo>
                  <a:pt x="1221304" y="557338"/>
                </a:moveTo>
                <a:lnTo>
                  <a:pt x="1307994" y="523909"/>
                </a:lnTo>
                <a:moveTo>
                  <a:pt x="1736655" y="976104"/>
                </a:moveTo>
                <a:lnTo>
                  <a:pt x="1826114" y="884531"/>
                </a:lnTo>
                <a:moveTo>
                  <a:pt x="1733058" y="977692"/>
                </a:moveTo>
                <a:lnTo>
                  <a:pt x="1826114" y="884531"/>
                </a:lnTo>
                <a:moveTo>
                  <a:pt x="1177383" y="573587"/>
                </a:moveTo>
                <a:lnTo>
                  <a:pt x="1221304" y="557338"/>
                </a:lnTo>
                <a:moveTo>
                  <a:pt x="949549" y="1095281"/>
                </a:moveTo>
                <a:lnTo>
                  <a:pt x="1008904" y="1138875"/>
                </a:lnTo>
                <a:moveTo>
                  <a:pt x="2358376" y="312628"/>
                </a:moveTo>
                <a:lnTo>
                  <a:pt x="2379761" y="325483"/>
                </a:lnTo>
                <a:moveTo>
                  <a:pt x="1735908" y="788078"/>
                </a:moveTo>
                <a:lnTo>
                  <a:pt x="1826114" y="884531"/>
                </a:lnTo>
                <a:moveTo>
                  <a:pt x="1039406" y="615879"/>
                </a:moveTo>
                <a:lnTo>
                  <a:pt x="1177383" y="573587"/>
                </a:lnTo>
                <a:moveTo>
                  <a:pt x="2379761" y="325483"/>
                </a:moveTo>
                <a:lnTo>
                  <a:pt x="2396897" y="320992"/>
                </a:lnTo>
                <a:moveTo>
                  <a:pt x="2173427" y="488461"/>
                </a:moveTo>
                <a:lnTo>
                  <a:pt x="2241288" y="375866"/>
                </a:lnTo>
                <a:moveTo>
                  <a:pt x="971335" y="618507"/>
                </a:moveTo>
                <a:lnTo>
                  <a:pt x="1039406" y="615879"/>
                </a:lnTo>
                <a:moveTo>
                  <a:pt x="1640668" y="861606"/>
                </a:moveTo>
                <a:lnTo>
                  <a:pt x="1709205" y="773137"/>
                </a:lnTo>
                <a:moveTo>
                  <a:pt x="1241218" y="1333500"/>
                </a:moveTo>
                <a:lnTo>
                  <a:pt x="1228083" y="1316435"/>
                </a:lnTo>
                <a:moveTo>
                  <a:pt x="1463711" y="488253"/>
                </a:moveTo>
                <a:lnTo>
                  <a:pt x="1559266" y="414576"/>
                </a:lnTo>
                <a:moveTo>
                  <a:pt x="1463711" y="488253"/>
                </a:moveTo>
                <a:lnTo>
                  <a:pt x="1556574" y="416322"/>
                </a:lnTo>
                <a:moveTo>
                  <a:pt x="185430" y="459230"/>
                </a:moveTo>
                <a:lnTo>
                  <a:pt x="280453" y="384265"/>
                </a:lnTo>
                <a:moveTo>
                  <a:pt x="319557" y="797299"/>
                </a:moveTo>
                <a:lnTo>
                  <a:pt x="376347" y="673603"/>
                </a:lnTo>
                <a:moveTo>
                  <a:pt x="1444185" y="479825"/>
                </a:moveTo>
                <a:lnTo>
                  <a:pt x="1463711" y="488253"/>
                </a:lnTo>
                <a:moveTo>
                  <a:pt x="2379761" y="325483"/>
                </a:moveTo>
                <a:lnTo>
                  <a:pt x="2494741" y="402217"/>
                </a:lnTo>
                <a:moveTo>
                  <a:pt x="806350" y="1155662"/>
                </a:moveTo>
                <a:lnTo>
                  <a:pt x="899135" y="1241624"/>
                </a:lnTo>
                <a:moveTo>
                  <a:pt x="1008904" y="1138875"/>
                </a:moveTo>
                <a:lnTo>
                  <a:pt x="1129794" y="1198529"/>
                </a:lnTo>
                <a:moveTo>
                  <a:pt x="330919" y="419830"/>
                </a:moveTo>
                <a:lnTo>
                  <a:pt x="280453" y="384265"/>
                </a:lnTo>
                <a:moveTo>
                  <a:pt x="2494741" y="402217"/>
                </a:moveTo>
                <a:lnTo>
                  <a:pt x="2594919" y="481259"/>
                </a:lnTo>
                <a:moveTo>
                  <a:pt x="2078336" y="573754"/>
                </a:moveTo>
                <a:lnTo>
                  <a:pt x="2173427" y="488461"/>
                </a:lnTo>
                <a:moveTo>
                  <a:pt x="1665461" y="312829"/>
                </a:moveTo>
                <a:lnTo>
                  <a:pt x="1562200" y="411056"/>
                </a:lnTo>
                <a:moveTo>
                  <a:pt x="1980940" y="537534"/>
                </a:moveTo>
                <a:lnTo>
                  <a:pt x="2078336" y="573754"/>
                </a:lnTo>
                <a:moveTo>
                  <a:pt x="1665461" y="312829"/>
                </a:moveTo>
                <a:lnTo>
                  <a:pt x="1559266" y="414576"/>
                </a:lnTo>
                <a:moveTo>
                  <a:pt x="638474" y="548173"/>
                </a:moveTo>
                <a:lnTo>
                  <a:pt x="716569" y="472819"/>
                </a:lnTo>
                <a:moveTo>
                  <a:pt x="570032" y="506529"/>
                </a:moveTo>
                <a:lnTo>
                  <a:pt x="638474" y="548173"/>
                </a:lnTo>
                <a:moveTo>
                  <a:pt x="1640668" y="861606"/>
                </a:moveTo>
                <a:lnTo>
                  <a:pt x="1733058" y="977692"/>
                </a:lnTo>
                <a:moveTo>
                  <a:pt x="1651084" y="117286"/>
                </a:moveTo>
                <a:lnTo>
                  <a:pt x="1649240" y="119673"/>
                </a:lnTo>
                <a:moveTo>
                  <a:pt x="1872987" y="1117994"/>
                </a:moveTo>
                <a:lnTo>
                  <a:pt x="1971516" y="1101889"/>
                </a:lnTo>
                <a:moveTo>
                  <a:pt x="1640668" y="861606"/>
                </a:moveTo>
                <a:lnTo>
                  <a:pt x="1826114" y="884531"/>
                </a:lnTo>
                <a:moveTo>
                  <a:pt x="1640668" y="861606"/>
                </a:moveTo>
                <a:lnTo>
                  <a:pt x="1735908" y="788078"/>
                </a:lnTo>
                <a:moveTo>
                  <a:pt x="2101128" y="593019"/>
                </a:moveTo>
                <a:lnTo>
                  <a:pt x="2173427" y="488461"/>
                </a:lnTo>
                <a:moveTo>
                  <a:pt x="581010" y="601148"/>
                </a:moveTo>
                <a:lnTo>
                  <a:pt x="570032" y="506529"/>
                </a:lnTo>
                <a:moveTo>
                  <a:pt x="1971516" y="1101889"/>
                </a:moveTo>
                <a:lnTo>
                  <a:pt x="2047505" y="1112339"/>
                </a:lnTo>
                <a:moveTo>
                  <a:pt x="2468099" y="409556"/>
                </a:moveTo>
                <a:lnTo>
                  <a:pt x="2494741" y="402217"/>
                </a:lnTo>
                <a:moveTo>
                  <a:pt x="542532" y="632007"/>
                </a:moveTo>
                <a:lnTo>
                  <a:pt x="570032" y="506529"/>
                </a:lnTo>
                <a:moveTo>
                  <a:pt x="1129794" y="1198529"/>
                </a:moveTo>
                <a:lnTo>
                  <a:pt x="1214794" y="1291777"/>
                </a:lnTo>
                <a:moveTo>
                  <a:pt x="1595694" y="423514"/>
                </a:moveTo>
                <a:lnTo>
                  <a:pt x="1559266" y="414576"/>
                </a:lnTo>
                <a:moveTo>
                  <a:pt x="1692155" y="252315"/>
                </a:moveTo>
                <a:lnTo>
                  <a:pt x="1649681" y="311322"/>
                </a:lnTo>
                <a:moveTo>
                  <a:pt x="2047505" y="1112339"/>
                </a:moveTo>
                <a:lnTo>
                  <a:pt x="2120370" y="1135368"/>
                </a:lnTo>
                <a:moveTo>
                  <a:pt x="542532" y="632007"/>
                </a:moveTo>
                <a:lnTo>
                  <a:pt x="478076" y="561783"/>
                </a:lnTo>
                <a:moveTo>
                  <a:pt x="2078336" y="573754"/>
                </a:moveTo>
                <a:lnTo>
                  <a:pt x="2101128" y="593019"/>
                </a:lnTo>
                <a:moveTo>
                  <a:pt x="2558615" y="508063"/>
                </a:moveTo>
                <a:lnTo>
                  <a:pt x="2594919" y="481259"/>
                </a:lnTo>
                <a:moveTo>
                  <a:pt x="2379761" y="325483"/>
                </a:moveTo>
                <a:lnTo>
                  <a:pt x="2468099" y="409556"/>
                </a:lnTo>
                <a:moveTo>
                  <a:pt x="1665461" y="312829"/>
                </a:moveTo>
                <a:lnTo>
                  <a:pt x="1649681" y="311322"/>
                </a:lnTo>
                <a:moveTo>
                  <a:pt x="2173427" y="488461"/>
                </a:moveTo>
                <a:lnTo>
                  <a:pt x="2192617" y="494638"/>
                </a:lnTo>
                <a:moveTo>
                  <a:pt x="2320233" y="355655"/>
                </a:moveTo>
                <a:lnTo>
                  <a:pt x="2358376" y="312628"/>
                </a:lnTo>
                <a:moveTo>
                  <a:pt x="1872987" y="1117994"/>
                </a:moveTo>
                <a:lnTo>
                  <a:pt x="1826953" y="1237206"/>
                </a:lnTo>
                <a:moveTo>
                  <a:pt x="2260267" y="367309"/>
                </a:moveTo>
                <a:lnTo>
                  <a:pt x="2358376" y="312628"/>
                </a:lnTo>
                <a:moveTo>
                  <a:pt x="330919" y="419830"/>
                </a:moveTo>
                <a:lnTo>
                  <a:pt x="185430" y="459230"/>
                </a:lnTo>
                <a:moveTo>
                  <a:pt x="423922" y="612474"/>
                </a:moveTo>
                <a:lnTo>
                  <a:pt x="452871" y="727535"/>
                </a:lnTo>
                <a:moveTo>
                  <a:pt x="871778" y="1057322"/>
                </a:moveTo>
                <a:lnTo>
                  <a:pt x="879343" y="1087338"/>
                </a:lnTo>
                <a:moveTo>
                  <a:pt x="2468099" y="409556"/>
                </a:moveTo>
                <a:lnTo>
                  <a:pt x="2594919" y="481259"/>
                </a:lnTo>
                <a:moveTo>
                  <a:pt x="1501511" y="509718"/>
                </a:moveTo>
                <a:lnTo>
                  <a:pt x="1559266" y="414576"/>
                </a:lnTo>
                <a:moveTo>
                  <a:pt x="1649240" y="119673"/>
                </a:moveTo>
                <a:lnTo>
                  <a:pt x="1692155" y="252315"/>
                </a:lnTo>
                <a:moveTo>
                  <a:pt x="1180614" y="1132883"/>
                </a:moveTo>
                <a:lnTo>
                  <a:pt x="1129794" y="1198529"/>
                </a:lnTo>
                <a:moveTo>
                  <a:pt x="460486" y="574658"/>
                </a:moveTo>
                <a:lnTo>
                  <a:pt x="452871" y="727535"/>
                </a:lnTo>
                <a:moveTo>
                  <a:pt x="871778" y="1057322"/>
                </a:moveTo>
                <a:lnTo>
                  <a:pt x="949549" y="1095281"/>
                </a:lnTo>
                <a:moveTo>
                  <a:pt x="542532" y="632007"/>
                </a:moveTo>
                <a:lnTo>
                  <a:pt x="460486" y="574658"/>
                </a:lnTo>
                <a:moveTo>
                  <a:pt x="162912" y="474070"/>
                </a:moveTo>
                <a:lnTo>
                  <a:pt x="185430" y="459230"/>
                </a:lnTo>
                <a:moveTo>
                  <a:pt x="957892" y="593994"/>
                </a:moveTo>
                <a:lnTo>
                  <a:pt x="865319" y="544931"/>
                </a:lnTo>
                <a:moveTo>
                  <a:pt x="203315" y="472524"/>
                </a:moveTo>
                <a:lnTo>
                  <a:pt x="185430" y="459230"/>
                </a:lnTo>
                <a:moveTo>
                  <a:pt x="537052" y="642295"/>
                </a:moveTo>
                <a:lnTo>
                  <a:pt x="460486" y="574658"/>
                </a:lnTo>
                <a:moveTo>
                  <a:pt x="2260267" y="367309"/>
                </a:moveTo>
                <a:lnTo>
                  <a:pt x="2241288" y="375866"/>
                </a:lnTo>
                <a:moveTo>
                  <a:pt x="1338290" y="526700"/>
                </a:moveTo>
                <a:lnTo>
                  <a:pt x="1444185" y="479825"/>
                </a:lnTo>
                <a:moveTo>
                  <a:pt x="955226" y="1073388"/>
                </a:moveTo>
                <a:lnTo>
                  <a:pt x="949549" y="1095281"/>
                </a:lnTo>
                <a:moveTo>
                  <a:pt x="1401607" y="524282"/>
                </a:moveTo>
                <a:lnTo>
                  <a:pt x="1444185" y="479825"/>
                </a:lnTo>
                <a:moveTo>
                  <a:pt x="376347" y="673603"/>
                </a:moveTo>
                <a:lnTo>
                  <a:pt x="452871" y="727535"/>
                </a:lnTo>
                <a:moveTo>
                  <a:pt x="1185415" y="554692"/>
                </a:moveTo>
                <a:lnTo>
                  <a:pt x="1307994" y="523909"/>
                </a:lnTo>
                <a:moveTo>
                  <a:pt x="638474" y="548173"/>
                </a:moveTo>
                <a:lnTo>
                  <a:pt x="734316" y="478632"/>
                </a:lnTo>
                <a:moveTo>
                  <a:pt x="1338290" y="526700"/>
                </a:moveTo>
                <a:lnTo>
                  <a:pt x="1307994" y="523909"/>
                </a:lnTo>
                <a:moveTo>
                  <a:pt x="1185890" y="554531"/>
                </a:moveTo>
                <a:lnTo>
                  <a:pt x="1307994" y="523909"/>
                </a:lnTo>
                <a:moveTo>
                  <a:pt x="1016291" y="1094864"/>
                </a:moveTo>
                <a:lnTo>
                  <a:pt x="949549" y="1095281"/>
                </a:lnTo>
                <a:moveTo>
                  <a:pt x="1185415" y="554692"/>
                </a:moveTo>
                <a:lnTo>
                  <a:pt x="1221304" y="557338"/>
                </a:lnTo>
                <a:moveTo>
                  <a:pt x="1826953" y="1237206"/>
                </a:moveTo>
                <a:lnTo>
                  <a:pt x="1819332" y="1246265"/>
                </a:lnTo>
                <a:moveTo>
                  <a:pt x="1177383" y="573587"/>
                </a:moveTo>
                <a:lnTo>
                  <a:pt x="1185415" y="554692"/>
                </a:lnTo>
                <a:moveTo>
                  <a:pt x="1820652" y="1246157"/>
                </a:moveTo>
                <a:lnTo>
                  <a:pt x="1819332" y="1246265"/>
                </a:lnTo>
                <a:moveTo>
                  <a:pt x="203315" y="472524"/>
                </a:moveTo>
                <a:lnTo>
                  <a:pt x="330919" y="419830"/>
                </a:lnTo>
                <a:moveTo>
                  <a:pt x="1129794" y="1198529"/>
                </a:moveTo>
                <a:lnTo>
                  <a:pt x="1269858" y="1222963"/>
                </a:lnTo>
                <a:moveTo>
                  <a:pt x="1182916" y="556174"/>
                </a:moveTo>
                <a:lnTo>
                  <a:pt x="1177383" y="573587"/>
                </a:lnTo>
                <a:moveTo>
                  <a:pt x="1826953" y="1237206"/>
                </a:moveTo>
                <a:lnTo>
                  <a:pt x="1820652" y="1246157"/>
                </a:lnTo>
                <a:moveTo>
                  <a:pt x="957892" y="593994"/>
                </a:moveTo>
                <a:lnTo>
                  <a:pt x="971335" y="618507"/>
                </a:lnTo>
                <a:moveTo>
                  <a:pt x="2468099" y="409556"/>
                </a:moveTo>
                <a:lnTo>
                  <a:pt x="2558615" y="508063"/>
                </a:lnTo>
                <a:moveTo>
                  <a:pt x="1050948" y="599866"/>
                </a:moveTo>
                <a:lnTo>
                  <a:pt x="1177383" y="573587"/>
                </a:lnTo>
                <a:moveTo>
                  <a:pt x="1910187" y="1143685"/>
                </a:moveTo>
                <a:lnTo>
                  <a:pt x="1971516" y="1101889"/>
                </a:lnTo>
                <a:moveTo>
                  <a:pt x="957892" y="593994"/>
                </a:moveTo>
                <a:lnTo>
                  <a:pt x="1039406" y="615879"/>
                </a:lnTo>
                <a:moveTo>
                  <a:pt x="1910187" y="1143685"/>
                </a:moveTo>
                <a:lnTo>
                  <a:pt x="1872987" y="1117994"/>
                </a:lnTo>
                <a:moveTo>
                  <a:pt x="162912" y="474070"/>
                </a:moveTo>
                <a:lnTo>
                  <a:pt x="203315" y="472524"/>
                </a:lnTo>
                <a:moveTo>
                  <a:pt x="1016291" y="1094864"/>
                </a:moveTo>
                <a:lnTo>
                  <a:pt x="1008904" y="1138875"/>
                </a:lnTo>
                <a:moveTo>
                  <a:pt x="2260267" y="367309"/>
                </a:moveTo>
                <a:lnTo>
                  <a:pt x="2173427" y="488461"/>
                </a:lnTo>
                <a:moveTo>
                  <a:pt x="1214794" y="1291777"/>
                </a:moveTo>
                <a:lnTo>
                  <a:pt x="1244615" y="1333500"/>
                </a:lnTo>
                <a:moveTo>
                  <a:pt x="1050948" y="599866"/>
                </a:moveTo>
                <a:lnTo>
                  <a:pt x="1039406" y="615879"/>
                </a:lnTo>
                <a:moveTo>
                  <a:pt x="1910187" y="1143685"/>
                </a:moveTo>
                <a:lnTo>
                  <a:pt x="2047505" y="1112339"/>
                </a:lnTo>
                <a:moveTo>
                  <a:pt x="2101128" y="593019"/>
                </a:moveTo>
                <a:lnTo>
                  <a:pt x="2192617" y="494638"/>
                </a:lnTo>
                <a:moveTo>
                  <a:pt x="2320233" y="355655"/>
                </a:moveTo>
                <a:lnTo>
                  <a:pt x="2379761" y="325483"/>
                </a:lnTo>
                <a:moveTo>
                  <a:pt x="1649240" y="119673"/>
                </a:moveTo>
                <a:lnTo>
                  <a:pt x="1738037" y="192186"/>
                </a:lnTo>
                <a:moveTo>
                  <a:pt x="359049" y="810458"/>
                </a:moveTo>
                <a:lnTo>
                  <a:pt x="376347" y="673603"/>
                </a:lnTo>
                <a:moveTo>
                  <a:pt x="1651084" y="117286"/>
                </a:moveTo>
                <a:lnTo>
                  <a:pt x="1738037" y="192186"/>
                </a:lnTo>
                <a:moveTo>
                  <a:pt x="1692155" y="252315"/>
                </a:moveTo>
                <a:lnTo>
                  <a:pt x="1665461" y="312829"/>
                </a:lnTo>
                <a:moveTo>
                  <a:pt x="1269858" y="1222963"/>
                </a:moveTo>
                <a:lnTo>
                  <a:pt x="1214794" y="1291777"/>
                </a:lnTo>
                <a:moveTo>
                  <a:pt x="1016291" y="1094864"/>
                </a:moveTo>
                <a:lnTo>
                  <a:pt x="1129794" y="1198529"/>
                </a:lnTo>
                <a:moveTo>
                  <a:pt x="1915447" y="568531"/>
                </a:moveTo>
                <a:lnTo>
                  <a:pt x="1980940" y="537534"/>
                </a:lnTo>
                <a:moveTo>
                  <a:pt x="1910187" y="1143685"/>
                </a:moveTo>
                <a:lnTo>
                  <a:pt x="1826953" y="1237206"/>
                </a:lnTo>
                <a:moveTo>
                  <a:pt x="2443225" y="413342"/>
                </a:moveTo>
                <a:lnTo>
                  <a:pt x="2379761" y="325483"/>
                </a:lnTo>
                <a:moveTo>
                  <a:pt x="1915447" y="568531"/>
                </a:moveTo>
                <a:lnTo>
                  <a:pt x="2078336" y="573754"/>
                </a:lnTo>
                <a:moveTo>
                  <a:pt x="1401607" y="524282"/>
                </a:moveTo>
                <a:lnTo>
                  <a:pt x="1463711" y="488253"/>
                </a:lnTo>
                <a:moveTo>
                  <a:pt x="1501511" y="509718"/>
                </a:moveTo>
                <a:lnTo>
                  <a:pt x="1463711" y="488253"/>
                </a:lnTo>
                <a:moveTo>
                  <a:pt x="1899444" y="547437"/>
                </a:moveTo>
                <a:lnTo>
                  <a:pt x="1980940" y="537534"/>
                </a:lnTo>
                <a:moveTo>
                  <a:pt x="1180614" y="1132883"/>
                </a:moveTo>
                <a:lnTo>
                  <a:pt x="1269858" y="1222963"/>
                </a:lnTo>
                <a:moveTo>
                  <a:pt x="319557" y="797299"/>
                </a:moveTo>
                <a:lnTo>
                  <a:pt x="359049" y="810458"/>
                </a:lnTo>
                <a:moveTo>
                  <a:pt x="356988" y="810843"/>
                </a:moveTo>
                <a:lnTo>
                  <a:pt x="319557" y="797299"/>
                </a:lnTo>
                <a:moveTo>
                  <a:pt x="1738037" y="192186"/>
                </a:moveTo>
                <a:lnTo>
                  <a:pt x="1692155" y="252315"/>
                </a:lnTo>
                <a:moveTo>
                  <a:pt x="2005772" y="665777"/>
                </a:moveTo>
                <a:lnTo>
                  <a:pt x="2101128" y="593019"/>
                </a:lnTo>
                <a:moveTo>
                  <a:pt x="725714" y="1023901"/>
                </a:moveTo>
                <a:lnTo>
                  <a:pt x="724561" y="1024003"/>
                </a:lnTo>
                <a:moveTo>
                  <a:pt x="717286" y="1029121"/>
                </a:moveTo>
                <a:lnTo>
                  <a:pt x="724561" y="1024003"/>
                </a:lnTo>
                <a:moveTo>
                  <a:pt x="1915447" y="568531"/>
                </a:moveTo>
                <a:lnTo>
                  <a:pt x="2101128" y="593019"/>
                </a:lnTo>
                <a:moveTo>
                  <a:pt x="1595694" y="423514"/>
                </a:moveTo>
                <a:lnTo>
                  <a:pt x="1665461" y="312829"/>
                </a:lnTo>
                <a:moveTo>
                  <a:pt x="717286" y="1029121"/>
                </a:moveTo>
                <a:lnTo>
                  <a:pt x="725714" y="1023901"/>
                </a:lnTo>
                <a:moveTo>
                  <a:pt x="1247196" y="1051538"/>
                </a:moveTo>
                <a:lnTo>
                  <a:pt x="1180614" y="1132883"/>
                </a:lnTo>
                <a:moveTo>
                  <a:pt x="2260267" y="367309"/>
                </a:moveTo>
                <a:lnTo>
                  <a:pt x="2192617" y="494638"/>
                </a:lnTo>
                <a:moveTo>
                  <a:pt x="1137355" y="1075365"/>
                </a:moveTo>
                <a:lnTo>
                  <a:pt x="1180614" y="1132883"/>
                </a:lnTo>
                <a:moveTo>
                  <a:pt x="1016291" y="1094864"/>
                </a:moveTo>
                <a:lnTo>
                  <a:pt x="1180614" y="1132883"/>
                </a:lnTo>
                <a:moveTo>
                  <a:pt x="871778" y="1057322"/>
                </a:moveTo>
                <a:lnTo>
                  <a:pt x="724561" y="1024003"/>
                </a:lnTo>
                <a:moveTo>
                  <a:pt x="641443" y="550544"/>
                </a:moveTo>
                <a:lnTo>
                  <a:pt x="638474" y="548173"/>
                </a:lnTo>
                <a:moveTo>
                  <a:pt x="2208080" y="495621"/>
                </a:moveTo>
                <a:lnTo>
                  <a:pt x="2101128" y="593019"/>
                </a:lnTo>
                <a:moveTo>
                  <a:pt x="2443225" y="413342"/>
                </a:moveTo>
                <a:lnTo>
                  <a:pt x="2468099" y="409556"/>
                </a:lnTo>
                <a:moveTo>
                  <a:pt x="725714" y="1023901"/>
                </a:moveTo>
                <a:lnTo>
                  <a:pt x="871778" y="1057322"/>
                </a:lnTo>
                <a:moveTo>
                  <a:pt x="2067100" y="1104401"/>
                </a:moveTo>
                <a:lnTo>
                  <a:pt x="2047505" y="1112339"/>
                </a:lnTo>
                <a:moveTo>
                  <a:pt x="581010" y="601148"/>
                </a:moveTo>
                <a:lnTo>
                  <a:pt x="638474" y="548173"/>
                </a:lnTo>
                <a:moveTo>
                  <a:pt x="2242627" y="428299"/>
                </a:moveTo>
                <a:lnTo>
                  <a:pt x="2192617" y="494638"/>
                </a:lnTo>
                <a:moveTo>
                  <a:pt x="1937406" y="1154999"/>
                </a:moveTo>
                <a:lnTo>
                  <a:pt x="2047505" y="1112339"/>
                </a:lnTo>
                <a:moveTo>
                  <a:pt x="581010" y="601148"/>
                </a:moveTo>
                <a:lnTo>
                  <a:pt x="641443" y="550544"/>
                </a:lnTo>
                <a:moveTo>
                  <a:pt x="1921717" y="383060"/>
                </a:moveTo>
                <a:lnTo>
                  <a:pt x="1920054" y="387464"/>
                </a:lnTo>
                <a:moveTo>
                  <a:pt x="1247196" y="1051538"/>
                </a:moveTo>
                <a:lnTo>
                  <a:pt x="1269858" y="1222963"/>
                </a:lnTo>
                <a:moveTo>
                  <a:pt x="545126" y="634233"/>
                </a:moveTo>
                <a:lnTo>
                  <a:pt x="641443" y="550544"/>
                </a:lnTo>
                <a:moveTo>
                  <a:pt x="2520112" y="514184"/>
                </a:moveTo>
                <a:lnTo>
                  <a:pt x="2558615" y="508063"/>
                </a:lnTo>
                <a:moveTo>
                  <a:pt x="871778" y="1057322"/>
                </a:moveTo>
                <a:lnTo>
                  <a:pt x="955226" y="1073388"/>
                </a:lnTo>
                <a:moveTo>
                  <a:pt x="2208080" y="495621"/>
                </a:moveTo>
                <a:lnTo>
                  <a:pt x="2192617" y="494638"/>
                </a:lnTo>
                <a:moveTo>
                  <a:pt x="1918111" y="382849"/>
                </a:moveTo>
                <a:lnTo>
                  <a:pt x="1921717" y="383060"/>
                </a:lnTo>
                <a:moveTo>
                  <a:pt x="1918111" y="382849"/>
                </a:moveTo>
                <a:lnTo>
                  <a:pt x="1920054" y="387464"/>
                </a:lnTo>
                <a:moveTo>
                  <a:pt x="1501511" y="509718"/>
                </a:moveTo>
                <a:lnTo>
                  <a:pt x="1595694" y="423514"/>
                </a:lnTo>
                <a:moveTo>
                  <a:pt x="542532" y="632007"/>
                </a:moveTo>
                <a:lnTo>
                  <a:pt x="581010" y="601148"/>
                </a:lnTo>
                <a:moveTo>
                  <a:pt x="2520112" y="514184"/>
                </a:moveTo>
                <a:lnTo>
                  <a:pt x="2468099" y="409556"/>
                </a:lnTo>
                <a:moveTo>
                  <a:pt x="545126" y="634233"/>
                </a:moveTo>
                <a:lnTo>
                  <a:pt x="581010" y="601148"/>
                </a:lnTo>
                <a:moveTo>
                  <a:pt x="2260267" y="367309"/>
                </a:moveTo>
                <a:lnTo>
                  <a:pt x="2320233" y="355655"/>
                </a:lnTo>
                <a:moveTo>
                  <a:pt x="1339264" y="1277812"/>
                </a:moveTo>
                <a:lnTo>
                  <a:pt x="1214794" y="1291777"/>
                </a:lnTo>
                <a:moveTo>
                  <a:pt x="1937406" y="1154999"/>
                </a:moveTo>
                <a:lnTo>
                  <a:pt x="1826953" y="1237206"/>
                </a:lnTo>
                <a:moveTo>
                  <a:pt x="2166988" y="635057"/>
                </a:moveTo>
                <a:lnTo>
                  <a:pt x="2101128" y="593019"/>
                </a:lnTo>
                <a:moveTo>
                  <a:pt x="537052" y="642295"/>
                </a:moveTo>
                <a:lnTo>
                  <a:pt x="452871" y="727535"/>
                </a:lnTo>
                <a:moveTo>
                  <a:pt x="1937406" y="1154999"/>
                </a:moveTo>
                <a:lnTo>
                  <a:pt x="1820652" y="1246157"/>
                </a:lnTo>
                <a:moveTo>
                  <a:pt x="537052" y="642295"/>
                </a:moveTo>
                <a:lnTo>
                  <a:pt x="542532" y="632007"/>
                </a:lnTo>
                <a:moveTo>
                  <a:pt x="545126" y="634233"/>
                </a:moveTo>
                <a:lnTo>
                  <a:pt x="542532" y="632007"/>
                </a:lnTo>
                <a:moveTo>
                  <a:pt x="955226" y="1073388"/>
                </a:moveTo>
                <a:lnTo>
                  <a:pt x="1016291" y="1094864"/>
                </a:lnTo>
                <a:moveTo>
                  <a:pt x="545126" y="634233"/>
                </a:moveTo>
                <a:lnTo>
                  <a:pt x="537052" y="642295"/>
                </a:lnTo>
                <a:moveTo>
                  <a:pt x="1339745" y="1310533"/>
                </a:moveTo>
                <a:lnTo>
                  <a:pt x="1214794" y="1291777"/>
                </a:lnTo>
                <a:moveTo>
                  <a:pt x="1344206" y="1133545"/>
                </a:moveTo>
                <a:lnTo>
                  <a:pt x="1269858" y="1222963"/>
                </a:lnTo>
                <a:moveTo>
                  <a:pt x="1185890" y="554531"/>
                </a:moveTo>
                <a:lnTo>
                  <a:pt x="1185415" y="554692"/>
                </a:lnTo>
                <a:moveTo>
                  <a:pt x="1182916" y="556174"/>
                </a:moveTo>
                <a:lnTo>
                  <a:pt x="1185415" y="554692"/>
                </a:lnTo>
                <a:moveTo>
                  <a:pt x="1185890" y="554531"/>
                </a:moveTo>
                <a:lnTo>
                  <a:pt x="1338290" y="526700"/>
                </a:lnTo>
                <a:moveTo>
                  <a:pt x="1137355" y="1075365"/>
                </a:moveTo>
                <a:lnTo>
                  <a:pt x="1247196" y="1051538"/>
                </a:lnTo>
                <a:moveTo>
                  <a:pt x="1338290" y="526700"/>
                </a:moveTo>
                <a:lnTo>
                  <a:pt x="1401607" y="524282"/>
                </a:lnTo>
                <a:moveTo>
                  <a:pt x="1182916" y="556174"/>
                </a:moveTo>
                <a:lnTo>
                  <a:pt x="1185890" y="554531"/>
                </a:lnTo>
                <a:moveTo>
                  <a:pt x="1016291" y="1094864"/>
                </a:moveTo>
                <a:lnTo>
                  <a:pt x="1137355" y="1075365"/>
                </a:lnTo>
                <a:moveTo>
                  <a:pt x="1401607" y="524282"/>
                </a:moveTo>
                <a:lnTo>
                  <a:pt x="1501511" y="509718"/>
                </a:lnTo>
                <a:moveTo>
                  <a:pt x="2242627" y="428299"/>
                </a:moveTo>
                <a:lnTo>
                  <a:pt x="2260267" y="367309"/>
                </a:lnTo>
                <a:moveTo>
                  <a:pt x="1185197" y="553244"/>
                </a:moveTo>
                <a:lnTo>
                  <a:pt x="1185890" y="554531"/>
                </a:lnTo>
                <a:moveTo>
                  <a:pt x="1270850" y="1026201"/>
                </a:moveTo>
                <a:lnTo>
                  <a:pt x="1247196" y="1051538"/>
                </a:lnTo>
                <a:moveTo>
                  <a:pt x="1185197" y="553244"/>
                </a:moveTo>
                <a:lnTo>
                  <a:pt x="1182916" y="556174"/>
                </a:lnTo>
                <a:moveTo>
                  <a:pt x="1137355" y="1075365"/>
                </a:moveTo>
                <a:lnTo>
                  <a:pt x="1270850" y="1026201"/>
                </a:lnTo>
                <a:moveTo>
                  <a:pt x="2320233" y="355655"/>
                </a:moveTo>
                <a:lnTo>
                  <a:pt x="2443225" y="413342"/>
                </a:lnTo>
                <a:moveTo>
                  <a:pt x="1050948" y="599866"/>
                </a:moveTo>
                <a:lnTo>
                  <a:pt x="1182916" y="556174"/>
                </a:lnTo>
                <a:moveTo>
                  <a:pt x="957892" y="593994"/>
                </a:moveTo>
                <a:lnTo>
                  <a:pt x="1050948" y="599866"/>
                </a:lnTo>
                <a:moveTo>
                  <a:pt x="2101128" y="593019"/>
                </a:moveTo>
                <a:lnTo>
                  <a:pt x="2093066" y="742933"/>
                </a:lnTo>
                <a:moveTo>
                  <a:pt x="1050948" y="599866"/>
                </a:moveTo>
                <a:lnTo>
                  <a:pt x="1185197" y="553244"/>
                </a:lnTo>
                <a:moveTo>
                  <a:pt x="1777225" y="216669"/>
                </a:moveTo>
                <a:lnTo>
                  <a:pt x="1692155" y="252315"/>
                </a:lnTo>
                <a:moveTo>
                  <a:pt x="1847362" y="1245353"/>
                </a:moveTo>
                <a:lnTo>
                  <a:pt x="1820652" y="1246157"/>
                </a:lnTo>
                <a:moveTo>
                  <a:pt x="1899444" y="547437"/>
                </a:moveTo>
                <a:lnTo>
                  <a:pt x="1920054" y="387464"/>
                </a:lnTo>
                <a:moveTo>
                  <a:pt x="1915447" y="568531"/>
                </a:moveTo>
                <a:lnTo>
                  <a:pt x="2005772" y="665777"/>
                </a:lnTo>
                <a:moveTo>
                  <a:pt x="474249" y="744180"/>
                </a:moveTo>
                <a:lnTo>
                  <a:pt x="452871" y="727535"/>
                </a:lnTo>
                <a:moveTo>
                  <a:pt x="537052" y="642295"/>
                </a:moveTo>
                <a:lnTo>
                  <a:pt x="474249" y="744180"/>
                </a:lnTo>
                <a:moveTo>
                  <a:pt x="359049" y="810458"/>
                </a:moveTo>
                <a:lnTo>
                  <a:pt x="452871" y="727535"/>
                </a:lnTo>
                <a:moveTo>
                  <a:pt x="1247196" y="1051538"/>
                </a:moveTo>
                <a:lnTo>
                  <a:pt x="1344206" y="1133545"/>
                </a:lnTo>
                <a:moveTo>
                  <a:pt x="1937406" y="1154999"/>
                </a:moveTo>
                <a:lnTo>
                  <a:pt x="1910187" y="1143685"/>
                </a:lnTo>
                <a:moveTo>
                  <a:pt x="1777225" y="216669"/>
                </a:moveTo>
                <a:lnTo>
                  <a:pt x="1665461" y="312829"/>
                </a:lnTo>
                <a:moveTo>
                  <a:pt x="1339745" y="1310533"/>
                </a:moveTo>
                <a:lnTo>
                  <a:pt x="1325944" y="1333500"/>
                </a:lnTo>
                <a:moveTo>
                  <a:pt x="1094190" y="451483"/>
                </a:moveTo>
                <a:lnTo>
                  <a:pt x="1185197" y="553244"/>
                </a:lnTo>
                <a:moveTo>
                  <a:pt x="1247196" y="1051538"/>
                </a:moveTo>
                <a:lnTo>
                  <a:pt x="1360123" y="1116473"/>
                </a:lnTo>
                <a:moveTo>
                  <a:pt x="1270850" y="1026201"/>
                </a:moveTo>
                <a:lnTo>
                  <a:pt x="1360123" y="1116473"/>
                </a:lnTo>
                <a:moveTo>
                  <a:pt x="1001464" y="541666"/>
                </a:moveTo>
                <a:lnTo>
                  <a:pt x="957892" y="593994"/>
                </a:lnTo>
                <a:moveTo>
                  <a:pt x="1001464" y="541666"/>
                </a:moveTo>
                <a:lnTo>
                  <a:pt x="1185197" y="553244"/>
                </a:lnTo>
                <a:moveTo>
                  <a:pt x="2242627" y="428299"/>
                </a:moveTo>
                <a:lnTo>
                  <a:pt x="2208080" y="495621"/>
                </a:lnTo>
                <a:moveTo>
                  <a:pt x="1339264" y="1277812"/>
                </a:moveTo>
                <a:lnTo>
                  <a:pt x="1269858" y="1222963"/>
                </a:lnTo>
                <a:moveTo>
                  <a:pt x="1270850" y="1026201"/>
                </a:moveTo>
                <a:lnTo>
                  <a:pt x="1362282" y="927444"/>
                </a:lnTo>
                <a:moveTo>
                  <a:pt x="1899444" y="547437"/>
                </a:moveTo>
                <a:lnTo>
                  <a:pt x="1915447" y="568531"/>
                </a:lnTo>
                <a:moveTo>
                  <a:pt x="1001464" y="541666"/>
                </a:moveTo>
                <a:lnTo>
                  <a:pt x="1050948" y="599866"/>
                </a:lnTo>
                <a:moveTo>
                  <a:pt x="1895917" y="580023"/>
                </a:moveTo>
                <a:lnTo>
                  <a:pt x="1915447" y="568531"/>
                </a:lnTo>
                <a:moveTo>
                  <a:pt x="1692013" y="311867"/>
                </a:moveTo>
                <a:lnTo>
                  <a:pt x="1665461" y="312829"/>
                </a:lnTo>
                <a:moveTo>
                  <a:pt x="474249" y="744180"/>
                </a:moveTo>
                <a:lnTo>
                  <a:pt x="359049" y="810458"/>
                </a:lnTo>
                <a:moveTo>
                  <a:pt x="1360123" y="1116473"/>
                </a:moveTo>
                <a:lnTo>
                  <a:pt x="1344206" y="1133545"/>
                </a:lnTo>
                <a:moveTo>
                  <a:pt x="1001464" y="541666"/>
                </a:moveTo>
                <a:lnTo>
                  <a:pt x="1094190" y="451483"/>
                </a:lnTo>
                <a:moveTo>
                  <a:pt x="955226" y="1073388"/>
                </a:moveTo>
                <a:lnTo>
                  <a:pt x="1085970" y="1007026"/>
                </a:lnTo>
                <a:moveTo>
                  <a:pt x="2443225" y="413342"/>
                </a:moveTo>
                <a:lnTo>
                  <a:pt x="2520112" y="514184"/>
                </a:lnTo>
                <a:moveTo>
                  <a:pt x="361212" y="811479"/>
                </a:moveTo>
                <a:lnTo>
                  <a:pt x="474249" y="744180"/>
                </a:lnTo>
                <a:moveTo>
                  <a:pt x="1777225" y="216669"/>
                </a:moveTo>
                <a:lnTo>
                  <a:pt x="1738037" y="192186"/>
                </a:lnTo>
                <a:moveTo>
                  <a:pt x="1895917" y="580023"/>
                </a:moveTo>
                <a:lnTo>
                  <a:pt x="1899444" y="547437"/>
                </a:lnTo>
                <a:moveTo>
                  <a:pt x="1275262" y="445434"/>
                </a:moveTo>
                <a:lnTo>
                  <a:pt x="1338290" y="526700"/>
                </a:lnTo>
                <a:moveTo>
                  <a:pt x="1270850" y="1026201"/>
                </a:moveTo>
                <a:lnTo>
                  <a:pt x="1451385" y="1016586"/>
                </a:lnTo>
                <a:moveTo>
                  <a:pt x="1085970" y="1007026"/>
                </a:moveTo>
                <a:lnTo>
                  <a:pt x="1137355" y="1075365"/>
                </a:lnTo>
                <a:moveTo>
                  <a:pt x="1085970" y="1007026"/>
                </a:moveTo>
                <a:lnTo>
                  <a:pt x="1016291" y="1094864"/>
                </a:lnTo>
                <a:moveTo>
                  <a:pt x="1275262" y="445434"/>
                </a:moveTo>
                <a:lnTo>
                  <a:pt x="1185890" y="554531"/>
                </a:lnTo>
                <a:moveTo>
                  <a:pt x="356988" y="810843"/>
                </a:moveTo>
                <a:lnTo>
                  <a:pt x="359049" y="810458"/>
                </a:lnTo>
                <a:moveTo>
                  <a:pt x="1275262" y="445434"/>
                </a:moveTo>
                <a:lnTo>
                  <a:pt x="1401607" y="524282"/>
                </a:lnTo>
                <a:moveTo>
                  <a:pt x="361212" y="811479"/>
                </a:moveTo>
                <a:lnTo>
                  <a:pt x="359049" y="810458"/>
                </a:lnTo>
                <a:moveTo>
                  <a:pt x="1185197" y="553244"/>
                </a:moveTo>
                <a:lnTo>
                  <a:pt x="1275262" y="445434"/>
                </a:lnTo>
                <a:moveTo>
                  <a:pt x="1085970" y="1007026"/>
                </a:moveTo>
                <a:lnTo>
                  <a:pt x="1270850" y="1026201"/>
                </a:lnTo>
                <a:moveTo>
                  <a:pt x="1603531" y="403787"/>
                </a:moveTo>
                <a:lnTo>
                  <a:pt x="1665461" y="312829"/>
                </a:lnTo>
                <a:moveTo>
                  <a:pt x="2183810" y="842955"/>
                </a:moveTo>
                <a:lnTo>
                  <a:pt x="2244620" y="921119"/>
                </a:lnTo>
                <a:moveTo>
                  <a:pt x="356988" y="810843"/>
                </a:moveTo>
                <a:lnTo>
                  <a:pt x="361212" y="811479"/>
                </a:lnTo>
                <a:moveTo>
                  <a:pt x="641443" y="550544"/>
                </a:moveTo>
                <a:lnTo>
                  <a:pt x="723969" y="613412"/>
                </a:lnTo>
                <a:moveTo>
                  <a:pt x="1959989" y="692860"/>
                </a:moveTo>
                <a:lnTo>
                  <a:pt x="2005772" y="665777"/>
                </a:lnTo>
                <a:moveTo>
                  <a:pt x="689326" y="1018196"/>
                </a:moveTo>
                <a:lnTo>
                  <a:pt x="725714" y="1023901"/>
                </a:lnTo>
                <a:moveTo>
                  <a:pt x="689326" y="1018196"/>
                </a:moveTo>
                <a:lnTo>
                  <a:pt x="717286" y="1029121"/>
                </a:lnTo>
                <a:moveTo>
                  <a:pt x="1362282" y="927444"/>
                </a:moveTo>
                <a:lnTo>
                  <a:pt x="1454119" y="831370"/>
                </a:lnTo>
                <a:moveTo>
                  <a:pt x="747696" y="1018356"/>
                </a:moveTo>
                <a:lnTo>
                  <a:pt x="725714" y="1023901"/>
                </a:lnTo>
                <a:moveTo>
                  <a:pt x="1959989" y="692860"/>
                </a:moveTo>
                <a:lnTo>
                  <a:pt x="1915447" y="568531"/>
                </a:lnTo>
                <a:moveTo>
                  <a:pt x="1178013" y="912311"/>
                </a:moveTo>
                <a:lnTo>
                  <a:pt x="1270850" y="1026201"/>
                </a:lnTo>
                <a:moveTo>
                  <a:pt x="880802" y="1011779"/>
                </a:moveTo>
                <a:lnTo>
                  <a:pt x="725714" y="1023901"/>
                </a:lnTo>
                <a:moveTo>
                  <a:pt x="2005772" y="665777"/>
                </a:moveTo>
                <a:lnTo>
                  <a:pt x="2093066" y="742933"/>
                </a:lnTo>
                <a:moveTo>
                  <a:pt x="1879824" y="319541"/>
                </a:moveTo>
                <a:lnTo>
                  <a:pt x="1921717" y="383060"/>
                </a:lnTo>
                <a:moveTo>
                  <a:pt x="2166988" y="635057"/>
                </a:moveTo>
                <a:lnTo>
                  <a:pt x="2208080" y="495621"/>
                </a:lnTo>
                <a:moveTo>
                  <a:pt x="1344206" y="1133545"/>
                </a:moveTo>
                <a:lnTo>
                  <a:pt x="1339264" y="1277812"/>
                </a:lnTo>
                <a:moveTo>
                  <a:pt x="1360123" y="1116473"/>
                </a:moveTo>
                <a:lnTo>
                  <a:pt x="1451385" y="1016586"/>
                </a:lnTo>
                <a:moveTo>
                  <a:pt x="1094190" y="451483"/>
                </a:moveTo>
                <a:lnTo>
                  <a:pt x="1275262" y="445434"/>
                </a:lnTo>
                <a:moveTo>
                  <a:pt x="1362282" y="927444"/>
                </a:moveTo>
                <a:lnTo>
                  <a:pt x="1451385" y="1016586"/>
                </a:lnTo>
                <a:moveTo>
                  <a:pt x="1034021" y="944169"/>
                </a:moveTo>
                <a:lnTo>
                  <a:pt x="955226" y="1073388"/>
                </a:lnTo>
                <a:moveTo>
                  <a:pt x="545126" y="634233"/>
                </a:moveTo>
                <a:lnTo>
                  <a:pt x="631567" y="705740"/>
                </a:lnTo>
                <a:moveTo>
                  <a:pt x="2084907" y="748744"/>
                </a:moveTo>
                <a:lnTo>
                  <a:pt x="2005772" y="665777"/>
                </a:lnTo>
                <a:moveTo>
                  <a:pt x="2279375" y="364913"/>
                </a:moveTo>
                <a:lnTo>
                  <a:pt x="2320233" y="355655"/>
                </a:lnTo>
                <a:moveTo>
                  <a:pt x="545126" y="634233"/>
                </a:moveTo>
                <a:lnTo>
                  <a:pt x="723969" y="613412"/>
                </a:lnTo>
                <a:moveTo>
                  <a:pt x="2279375" y="364913"/>
                </a:moveTo>
                <a:lnTo>
                  <a:pt x="2260267" y="367309"/>
                </a:lnTo>
                <a:moveTo>
                  <a:pt x="880802" y="1011779"/>
                </a:moveTo>
                <a:lnTo>
                  <a:pt x="871778" y="1057322"/>
                </a:lnTo>
                <a:moveTo>
                  <a:pt x="1603531" y="403787"/>
                </a:moveTo>
                <a:lnTo>
                  <a:pt x="1595694" y="423514"/>
                </a:lnTo>
                <a:moveTo>
                  <a:pt x="537052" y="642295"/>
                </a:moveTo>
                <a:lnTo>
                  <a:pt x="539008" y="797034"/>
                </a:lnTo>
                <a:moveTo>
                  <a:pt x="545126" y="634233"/>
                </a:moveTo>
                <a:lnTo>
                  <a:pt x="539008" y="797034"/>
                </a:lnTo>
                <a:moveTo>
                  <a:pt x="1334176" y="377491"/>
                </a:moveTo>
                <a:lnTo>
                  <a:pt x="1401607" y="524282"/>
                </a:lnTo>
                <a:moveTo>
                  <a:pt x="1879824" y="319541"/>
                </a:moveTo>
                <a:lnTo>
                  <a:pt x="1918111" y="382849"/>
                </a:lnTo>
                <a:moveTo>
                  <a:pt x="1937406" y="1154999"/>
                </a:moveTo>
                <a:lnTo>
                  <a:pt x="2067100" y="1104401"/>
                </a:lnTo>
                <a:moveTo>
                  <a:pt x="2287723" y="756114"/>
                </a:moveTo>
                <a:lnTo>
                  <a:pt x="2244620" y="921119"/>
                </a:lnTo>
                <a:moveTo>
                  <a:pt x="880802" y="1011779"/>
                </a:moveTo>
                <a:lnTo>
                  <a:pt x="955226" y="1073388"/>
                </a:lnTo>
                <a:moveTo>
                  <a:pt x="1344206" y="1133545"/>
                </a:moveTo>
                <a:lnTo>
                  <a:pt x="1355946" y="1292131"/>
                </a:lnTo>
                <a:moveTo>
                  <a:pt x="2249514" y="767476"/>
                </a:moveTo>
                <a:lnTo>
                  <a:pt x="2244620" y="921119"/>
                </a:lnTo>
                <a:moveTo>
                  <a:pt x="1895917" y="580023"/>
                </a:moveTo>
                <a:lnTo>
                  <a:pt x="1959989" y="692860"/>
                </a:lnTo>
                <a:moveTo>
                  <a:pt x="1178013" y="912311"/>
                </a:moveTo>
                <a:lnTo>
                  <a:pt x="1362282" y="927444"/>
                </a:lnTo>
                <a:moveTo>
                  <a:pt x="1360123" y="1116473"/>
                </a:moveTo>
                <a:lnTo>
                  <a:pt x="1355946" y="1292131"/>
                </a:lnTo>
                <a:moveTo>
                  <a:pt x="937099" y="1027626"/>
                </a:moveTo>
                <a:lnTo>
                  <a:pt x="955226" y="1073388"/>
                </a:lnTo>
                <a:moveTo>
                  <a:pt x="1285320" y="834863"/>
                </a:moveTo>
                <a:lnTo>
                  <a:pt x="1362282" y="927444"/>
                </a:lnTo>
                <a:moveTo>
                  <a:pt x="2279375" y="364913"/>
                </a:moveTo>
                <a:lnTo>
                  <a:pt x="2242627" y="428299"/>
                </a:lnTo>
                <a:moveTo>
                  <a:pt x="1230220" y="857520"/>
                </a:moveTo>
                <a:lnTo>
                  <a:pt x="1362282" y="927444"/>
                </a:lnTo>
                <a:moveTo>
                  <a:pt x="1512847" y="765781"/>
                </a:moveTo>
                <a:lnTo>
                  <a:pt x="1454119" y="831370"/>
                </a:lnTo>
                <a:moveTo>
                  <a:pt x="1363502" y="528862"/>
                </a:moveTo>
                <a:lnTo>
                  <a:pt x="1401607" y="524282"/>
                </a:lnTo>
                <a:moveTo>
                  <a:pt x="1363502" y="528862"/>
                </a:moveTo>
                <a:lnTo>
                  <a:pt x="1501511" y="509718"/>
                </a:lnTo>
                <a:moveTo>
                  <a:pt x="1880489" y="384554"/>
                </a:moveTo>
                <a:lnTo>
                  <a:pt x="1918111" y="382849"/>
                </a:lnTo>
                <a:moveTo>
                  <a:pt x="1419853" y="789118"/>
                </a:moveTo>
                <a:lnTo>
                  <a:pt x="1454119" y="831370"/>
                </a:lnTo>
                <a:moveTo>
                  <a:pt x="474249" y="744180"/>
                </a:moveTo>
                <a:lnTo>
                  <a:pt x="539008" y="797034"/>
                </a:lnTo>
                <a:moveTo>
                  <a:pt x="1538192" y="518911"/>
                </a:moveTo>
                <a:lnTo>
                  <a:pt x="1595694" y="423514"/>
                </a:lnTo>
                <a:moveTo>
                  <a:pt x="1844717" y="464978"/>
                </a:moveTo>
                <a:lnTo>
                  <a:pt x="1920054" y="387464"/>
                </a:lnTo>
                <a:moveTo>
                  <a:pt x="1285320" y="834863"/>
                </a:moveTo>
                <a:lnTo>
                  <a:pt x="1454119" y="831370"/>
                </a:lnTo>
                <a:moveTo>
                  <a:pt x="1847362" y="1245353"/>
                </a:moveTo>
                <a:lnTo>
                  <a:pt x="1937406" y="1154999"/>
                </a:lnTo>
                <a:moveTo>
                  <a:pt x="1362282" y="927444"/>
                </a:moveTo>
                <a:lnTo>
                  <a:pt x="1542297" y="914388"/>
                </a:lnTo>
                <a:moveTo>
                  <a:pt x="1349113" y="509965"/>
                </a:moveTo>
                <a:lnTo>
                  <a:pt x="1401607" y="524282"/>
                </a:lnTo>
                <a:moveTo>
                  <a:pt x="1339745" y="1310533"/>
                </a:moveTo>
                <a:lnTo>
                  <a:pt x="1339264" y="1277812"/>
                </a:lnTo>
                <a:moveTo>
                  <a:pt x="1844717" y="464978"/>
                </a:moveTo>
                <a:lnTo>
                  <a:pt x="1918111" y="382849"/>
                </a:lnTo>
                <a:moveTo>
                  <a:pt x="1085970" y="1007026"/>
                </a:moveTo>
                <a:lnTo>
                  <a:pt x="1178013" y="912311"/>
                </a:lnTo>
                <a:moveTo>
                  <a:pt x="2288056" y="367586"/>
                </a:moveTo>
                <a:lnTo>
                  <a:pt x="2242627" y="428299"/>
                </a:lnTo>
                <a:moveTo>
                  <a:pt x="2404231" y="412745"/>
                </a:moveTo>
                <a:lnTo>
                  <a:pt x="2320233" y="355655"/>
                </a:lnTo>
                <a:moveTo>
                  <a:pt x="2166988" y="635057"/>
                </a:moveTo>
                <a:lnTo>
                  <a:pt x="2093066" y="742933"/>
                </a:lnTo>
                <a:moveTo>
                  <a:pt x="1355946" y="1292131"/>
                </a:moveTo>
                <a:lnTo>
                  <a:pt x="1339264" y="1277812"/>
                </a:lnTo>
                <a:moveTo>
                  <a:pt x="1419853" y="789118"/>
                </a:moveTo>
                <a:lnTo>
                  <a:pt x="1512847" y="765781"/>
                </a:lnTo>
                <a:moveTo>
                  <a:pt x="1538192" y="518911"/>
                </a:moveTo>
                <a:lnTo>
                  <a:pt x="1501511" y="509718"/>
                </a:lnTo>
                <a:moveTo>
                  <a:pt x="2114113" y="721406"/>
                </a:moveTo>
                <a:lnTo>
                  <a:pt x="2166988" y="635057"/>
                </a:lnTo>
                <a:moveTo>
                  <a:pt x="1454119" y="831370"/>
                </a:moveTo>
                <a:lnTo>
                  <a:pt x="1542297" y="914388"/>
                </a:lnTo>
                <a:moveTo>
                  <a:pt x="1539283" y="531127"/>
                </a:moveTo>
                <a:lnTo>
                  <a:pt x="1501511" y="509718"/>
                </a:lnTo>
                <a:moveTo>
                  <a:pt x="2093066" y="742933"/>
                </a:moveTo>
                <a:lnTo>
                  <a:pt x="2183810" y="842955"/>
                </a:lnTo>
                <a:moveTo>
                  <a:pt x="2114113" y="721406"/>
                </a:moveTo>
                <a:lnTo>
                  <a:pt x="2183810" y="842955"/>
                </a:lnTo>
                <a:moveTo>
                  <a:pt x="1355946" y="1292131"/>
                </a:moveTo>
                <a:lnTo>
                  <a:pt x="1339745" y="1310533"/>
                </a:lnTo>
                <a:moveTo>
                  <a:pt x="1285320" y="834863"/>
                </a:moveTo>
                <a:lnTo>
                  <a:pt x="1419853" y="789118"/>
                </a:lnTo>
                <a:moveTo>
                  <a:pt x="997293" y="717364"/>
                </a:moveTo>
                <a:lnTo>
                  <a:pt x="1090180" y="628249"/>
                </a:lnTo>
                <a:moveTo>
                  <a:pt x="1140899" y="870695"/>
                </a:moveTo>
                <a:lnTo>
                  <a:pt x="1178013" y="912311"/>
                </a:lnTo>
                <a:moveTo>
                  <a:pt x="1230220" y="857520"/>
                </a:moveTo>
                <a:lnTo>
                  <a:pt x="1178013" y="912311"/>
                </a:lnTo>
                <a:moveTo>
                  <a:pt x="1959989" y="692860"/>
                </a:moveTo>
                <a:lnTo>
                  <a:pt x="2084907" y="748744"/>
                </a:lnTo>
                <a:moveTo>
                  <a:pt x="1451385" y="1016586"/>
                </a:moveTo>
                <a:lnTo>
                  <a:pt x="1542297" y="914388"/>
                </a:lnTo>
                <a:moveTo>
                  <a:pt x="2288056" y="367586"/>
                </a:moveTo>
                <a:lnTo>
                  <a:pt x="2208080" y="495621"/>
                </a:lnTo>
                <a:moveTo>
                  <a:pt x="1334176" y="377491"/>
                </a:moveTo>
                <a:lnTo>
                  <a:pt x="1275262" y="445434"/>
                </a:lnTo>
                <a:moveTo>
                  <a:pt x="2404231" y="412745"/>
                </a:moveTo>
                <a:lnTo>
                  <a:pt x="2443225" y="413342"/>
                </a:lnTo>
                <a:moveTo>
                  <a:pt x="1034021" y="944169"/>
                </a:moveTo>
                <a:lnTo>
                  <a:pt x="1085970" y="1007026"/>
                </a:lnTo>
                <a:moveTo>
                  <a:pt x="1230220" y="857520"/>
                </a:moveTo>
                <a:lnTo>
                  <a:pt x="1285320" y="834863"/>
                </a:lnTo>
                <a:moveTo>
                  <a:pt x="2114113" y="721406"/>
                </a:moveTo>
                <a:lnTo>
                  <a:pt x="2093066" y="742933"/>
                </a:lnTo>
                <a:moveTo>
                  <a:pt x="2184671" y="645320"/>
                </a:moveTo>
                <a:lnTo>
                  <a:pt x="2166988" y="635057"/>
                </a:lnTo>
                <a:moveTo>
                  <a:pt x="1692013" y="311867"/>
                </a:moveTo>
                <a:lnTo>
                  <a:pt x="1777225" y="216669"/>
                </a:lnTo>
                <a:moveTo>
                  <a:pt x="1140899" y="870695"/>
                </a:moveTo>
                <a:lnTo>
                  <a:pt x="1230220" y="857520"/>
                </a:lnTo>
                <a:moveTo>
                  <a:pt x="2249514" y="767476"/>
                </a:moveTo>
                <a:lnTo>
                  <a:pt x="2183810" y="842955"/>
                </a:lnTo>
                <a:moveTo>
                  <a:pt x="1844717" y="464978"/>
                </a:moveTo>
                <a:lnTo>
                  <a:pt x="1899444" y="547437"/>
                </a:lnTo>
                <a:moveTo>
                  <a:pt x="1512847" y="765781"/>
                </a:moveTo>
                <a:lnTo>
                  <a:pt x="1542297" y="914388"/>
                </a:lnTo>
                <a:moveTo>
                  <a:pt x="2084907" y="748744"/>
                </a:moveTo>
                <a:lnTo>
                  <a:pt x="2093066" y="742933"/>
                </a:lnTo>
                <a:moveTo>
                  <a:pt x="1339745" y="1310533"/>
                </a:moveTo>
                <a:lnTo>
                  <a:pt x="1365645" y="1333500"/>
                </a:lnTo>
                <a:moveTo>
                  <a:pt x="1544480" y="725514"/>
                </a:moveTo>
                <a:lnTo>
                  <a:pt x="1512847" y="765781"/>
                </a:lnTo>
                <a:moveTo>
                  <a:pt x="1544308" y="913904"/>
                </a:moveTo>
                <a:lnTo>
                  <a:pt x="1451385" y="1016586"/>
                </a:lnTo>
                <a:moveTo>
                  <a:pt x="1034021" y="944169"/>
                </a:moveTo>
                <a:lnTo>
                  <a:pt x="1178013" y="912311"/>
                </a:lnTo>
                <a:moveTo>
                  <a:pt x="1269705" y="815279"/>
                </a:moveTo>
                <a:lnTo>
                  <a:pt x="1285320" y="834863"/>
                </a:lnTo>
                <a:moveTo>
                  <a:pt x="1419853" y="789118"/>
                </a:moveTo>
                <a:lnTo>
                  <a:pt x="1544480" y="725514"/>
                </a:lnTo>
                <a:moveTo>
                  <a:pt x="1360123" y="1116473"/>
                </a:moveTo>
                <a:lnTo>
                  <a:pt x="1445895" y="1183546"/>
                </a:lnTo>
                <a:moveTo>
                  <a:pt x="1140899" y="870695"/>
                </a:moveTo>
                <a:lnTo>
                  <a:pt x="1269705" y="815279"/>
                </a:lnTo>
                <a:moveTo>
                  <a:pt x="1269705" y="815279"/>
                </a:moveTo>
                <a:lnTo>
                  <a:pt x="1230220" y="857520"/>
                </a:lnTo>
                <a:moveTo>
                  <a:pt x="1090180" y="628249"/>
                </a:moveTo>
                <a:lnTo>
                  <a:pt x="1178973" y="715344"/>
                </a:lnTo>
                <a:moveTo>
                  <a:pt x="1512847" y="765781"/>
                </a:moveTo>
                <a:lnTo>
                  <a:pt x="1552210" y="901748"/>
                </a:lnTo>
                <a:moveTo>
                  <a:pt x="2083779" y="922612"/>
                </a:moveTo>
                <a:lnTo>
                  <a:pt x="2067100" y="1104401"/>
                </a:lnTo>
                <a:moveTo>
                  <a:pt x="1034021" y="944169"/>
                </a:moveTo>
                <a:lnTo>
                  <a:pt x="1140899" y="870695"/>
                </a:lnTo>
                <a:moveTo>
                  <a:pt x="1339745" y="1310533"/>
                </a:moveTo>
                <a:lnTo>
                  <a:pt x="1374260" y="1333500"/>
                </a:lnTo>
                <a:moveTo>
                  <a:pt x="2114113" y="721406"/>
                </a:moveTo>
                <a:lnTo>
                  <a:pt x="2249514" y="767476"/>
                </a:lnTo>
                <a:moveTo>
                  <a:pt x="997293" y="717364"/>
                </a:moveTo>
                <a:lnTo>
                  <a:pt x="1086804" y="809216"/>
                </a:lnTo>
                <a:moveTo>
                  <a:pt x="444218" y="873541"/>
                </a:moveTo>
                <a:lnTo>
                  <a:pt x="474249" y="744180"/>
                </a:lnTo>
                <a:moveTo>
                  <a:pt x="1086804" y="809216"/>
                </a:moveTo>
                <a:lnTo>
                  <a:pt x="1140899" y="870695"/>
                </a:lnTo>
                <a:moveTo>
                  <a:pt x="2184671" y="645320"/>
                </a:moveTo>
                <a:lnTo>
                  <a:pt x="2114113" y="721406"/>
                </a:lnTo>
                <a:moveTo>
                  <a:pt x="1361399" y="718256"/>
                </a:moveTo>
                <a:lnTo>
                  <a:pt x="1419853" y="789118"/>
                </a:lnTo>
                <a:moveTo>
                  <a:pt x="997293" y="717364"/>
                </a:moveTo>
                <a:lnTo>
                  <a:pt x="1178973" y="715344"/>
                </a:lnTo>
                <a:moveTo>
                  <a:pt x="1355946" y="1292131"/>
                </a:moveTo>
                <a:lnTo>
                  <a:pt x="1397592" y="1333500"/>
                </a:lnTo>
                <a:moveTo>
                  <a:pt x="2237621" y="497654"/>
                </a:moveTo>
                <a:lnTo>
                  <a:pt x="2208080" y="495621"/>
                </a:lnTo>
                <a:moveTo>
                  <a:pt x="2487495" y="507618"/>
                </a:moveTo>
                <a:lnTo>
                  <a:pt x="2443225" y="413342"/>
                </a:lnTo>
                <a:moveTo>
                  <a:pt x="1361399" y="718256"/>
                </a:moveTo>
                <a:lnTo>
                  <a:pt x="1285320" y="834863"/>
                </a:lnTo>
                <a:moveTo>
                  <a:pt x="631567" y="705740"/>
                </a:moveTo>
                <a:lnTo>
                  <a:pt x="723969" y="613412"/>
                </a:lnTo>
                <a:moveTo>
                  <a:pt x="2089047" y="919643"/>
                </a:moveTo>
                <a:lnTo>
                  <a:pt x="2183810" y="842955"/>
                </a:lnTo>
                <a:moveTo>
                  <a:pt x="1086804" y="809216"/>
                </a:moveTo>
                <a:lnTo>
                  <a:pt x="1269705" y="815279"/>
                </a:lnTo>
                <a:moveTo>
                  <a:pt x="539008" y="797034"/>
                </a:moveTo>
                <a:lnTo>
                  <a:pt x="631567" y="705740"/>
                </a:lnTo>
                <a:moveTo>
                  <a:pt x="1090180" y="628249"/>
                </a:moveTo>
                <a:lnTo>
                  <a:pt x="1270708" y="618590"/>
                </a:lnTo>
                <a:moveTo>
                  <a:pt x="361212" y="811479"/>
                </a:moveTo>
                <a:lnTo>
                  <a:pt x="444218" y="873541"/>
                </a:lnTo>
                <a:moveTo>
                  <a:pt x="1366269" y="343858"/>
                </a:moveTo>
                <a:lnTo>
                  <a:pt x="1334176" y="377491"/>
                </a:lnTo>
                <a:moveTo>
                  <a:pt x="1086804" y="809216"/>
                </a:moveTo>
                <a:lnTo>
                  <a:pt x="1034021" y="944169"/>
                </a:lnTo>
                <a:moveTo>
                  <a:pt x="2249514" y="767476"/>
                </a:moveTo>
                <a:lnTo>
                  <a:pt x="2287723" y="756114"/>
                </a:lnTo>
                <a:moveTo>
                  <a:pt x="1178973" y="715344"/>
                </a:moveTo>
                <a:lnTo>
                  <a:pt x="1269705" y="815279"/>
                </a:lnTo>
                <a:moveTo>
                  <a:pt x="1493844" y="1043943"/>
                </a:moveTo>
                <a:lnTo>
                  <a:pt x="1451385" y="1016586"/>
                </a:lnTo>
                <a:moveTo>
                  <a:pt x="1451385" y="1016586"/>
                </a:moveTo>
                <a:lnTo>
                  <a:pt x="1445895" y="1183546"/>
                </a:lnTo>
                <a:moveTo>
                  <a:pt x="1269705" y="815279"/>
                </a:moveTo>
                <a:lnTo>
                  <a:pt x="1361399" y="718256"/>
                </a:lnTo>
                <a:moveTo>
                  <a:pt x="1815519" y="616340"/>
                </a:moveTo>
                <a:lnTo>
                  <a:pt x="1899444" y="547437"/>
                </a:lnTo>
                <a:moveTo>
                  <a:pt x="1552210" y="901748"/>
                </a:moveTo>
                <a:lnTo>
                  <a:pt x="1542297" y="914388"/>
                </a:lnTo>
                <a:moveTo>
                  <a:pt x="1603531" y="403787"/>
                </a:moveTo>
                <a:lnTo>
                  <a:pt x="1692013" y="311867"/>
                </a:lnTo>
                <a:moveTo>
                  <a:pt x="1086804" y="809216"/>
                </a:moveTo>
                <a:lnTo>
                  <a:pt x="1178973" y="715344"/>
                </a:lnTo>
                <a:moveTo>
                  <a:pt x="1139278" y="559924"/>
                </a:moveTo>
                <a:lnTo>
                  <a:pt x="1090180" y="628249"/>
                </a:lnTo>
                <a:moveTo>
                  <a:pt x="2093066" y="742933"/>
                </a:moveTo>
                <a:lnTo>
                  <a:pt x="2089047" y="919643"/>
                </a:lnTo>
                <a:moveTo>
                  <a:pt x="1054180" y="575521"/>
                </a:moveTo>
                <a:lnTo>
                  <a:pt x="1090180" y="628249"/>
                </a:lnTo>
                <a:moveTo>
                  <a:pt x="583866" y="1034727"/>
                </a:moveTo>
                <a:lnTo>
                  <a:pt x="689326" y="1018196"/>
                </a:lnTo>
                <a:moveTo>
                  <a:pt x="1544308" y="913904"/>
                </a:moveTo>
                <a:lnTo>
                  <a:pt x="1542297" y="914388"/>
                </a:lnTo>
                <a:moveTo>
                  <a:pt x="689326" y="1018196"/>
                </a:moveTo>
                <a:lnTo>
                  <a:pt x="747696" y="1018356"/>
                </a:lnTo>
                <a:moveTo>
                  <a:pt x="1361399" y="718256"/>
                </a:moveTo>
                <a:lnTo>
                  <a:pt x="1544480" y="725514"/>
                </a:lnTo>
                <a:moveTo>
                  <a:pt x="903077" y="797675"/>
                </a:moveTo>
                <a:lnTo>
                  <a:pt x="997293" y="717364"/>
                </a:lnTo>
                <a:moveTo>
                  <a:pt x="1224153" y="565309"/>
                </a:moveTo>
                <a:lnTo>
                  <a:pt x="1090180" y="628249"/>
                </a:lnTo>
                <a:moveTo>
                  <a:pt x="2082774" y="911894"/>
                </a:moveTo>
                <a:lnTo>
                  <a:pt x="2093066" y="742933"/>
                </a:lnTo>
                <a:moveTo>
                  <a:pt x="1816510" y="617565"/>
                </a:moveTo>
                <a:lnTo>
                  <a:pt x="1895917" y="580023"/>
                </a:lnTo>
                <a:moveTo>
                  <a:pt x="1815519" y="616340"/>
                </a:moveTo>
                <a:lnTo>
                  <a:pt x="1895917" y="580023"/>
                </a:lnTo>
                <a:moveTo>
                  <a:pt x="937099" y="1027626"/>
                </a:moveTo>
                <a:lnTo>
                  <a:pt x="1034021" y="944169"/>
                </a:lnTo>
                <a:moveTo>
                  <a:pt x="993731" y="897099"/>
                </a:moveTo>
                <a:lnTo>
                  <a:pt x="1034021" y="944169"/>
                </a:lnTo>
                <a:moveTo>
                  <a:pt x="2051553" y="1061226"/>
                </a:moveTo>
                <a:lnTo>
                  <a:pt x="2067100" y="1104401"/>
                </a:lnTo>
                <a:moveTo>
                  <a:pt x="747696" y="1018356"/>
                </a:moveTo>
                <a:lnTo>
                  <a:pt x="880802" y="1011779"/>
                </a:lnTo>
                <a:moveTo>
                  <a:pt x="993731" y="897099"/>
                </a:moveTo>
                <a:lnTo>
                  <a:pt x="1086804" y="809216"/>
                </a:lnTo>
                <a:moveTo>
                  <a:pt x="1453563" y="624348"/>
                </a:moveTo>
                <a:lnTo>
                  <a:pt x="1544480" y="725514"/>
                </a:lnTo>
                <a:moveTo>
                  <a:pt x="1552210" y="901748"/>
                </a:moveTo>
                <a:lnTo>
                  <a:pt x="1544308" y="913904"/>
                </a:lnTo>
                <a:moveTo>
                  <a:pt x="1178973" y="715344"/>
                </a:moveTo>
                <a:lnTo>
                  <a:pt x="1361399" y="718256"/>
                </a:lnTo>
                <a:moveTo>
                  <a:pt x="1054180" y="575521"/>
                </a:moveTo>
                <a:lnTo>
                  <a:pt x="997293" y="717364"/>
                </a:lnTo>
                <a:moveTo>
                  <a:pt x="2084907" y="748744"/>
                </a:moveTo>
                <a:lnTo>
                  <a:pt x="2082774" y="911894"/>
                </a:lnTo>
                <a:moveTo>
                  <a:pt x="2487495" y="507618"/>
                </a:moveTo>
                <a:lnTo>
                  <a:pt x="2520112" y="514184"/>
                </a:lnTo>
                <a:moveTo>
                  <a:pt x="1879824" y="319541"/>
                </a:moveTo>
                <a:lnTo>
                  <a:pt x="1880489" y="384554"/>
                </a:lnTo>
                <a:moveTo>
                  <a:pt x="906424" y="608008"/>
                </a:moveTo>
                <a:lnTo>
                  <a:pt x="997293" y="717364"/>
                </a:lnTo>
                <a:moveTo>
                  <a:pt x="1355946" y="1292131"/>
                </a:moveTo>
                <a:lnTo>
                  <a:pt x="1445895" y="1183546"/>
                </a:lnTo>
                <a:moveTo>
                  <a:pt x="895146" y="615630"/>
                </a:moveTo>
                <a:lnTo>
                  <a:pt x="997293" y="717364"/>
                </a:lnTo>
                <a:moveTo>
                  <a:pt x="2237621" y="497654"/>
                </a:moveTo>
                <a:lnTo>
                  <a:pt x="2166988" y="635057"/>
                </a:lnTo>
                <a:moveTo>
                  <a:pt x="1907499" y="719206"/>
                </a:moveTo>
                <a:lnTo>
                  <a:pt x="1959989" y="692860"/>
                </a:lnTo>
                <a:moveTo>
                  <a:pt x="812333" y="697659"/>
                </a:moveTo>
                <a:lnTo>
                  <a:pt x="997293" y="717364"/>
                </a:lnTo>
                <a:moveTo>
                  <a:pt x="880802" y="1011779"/>
                </a:moveTo>
                <a:lnTo>
                  <a:pt x="937099" y="1027626"/>
                </a:lnTo>
                <a:moveTo>
                  <a:pt x="1334176" y="377491"/>
                </a:moveTo>
                <a:lnTo>
                  <a:pt x="1349113" y="509965"/>
                </a:lnTo>
                <a:moveTo>
                  <a:pt x="427007" y="881017"/>
                </a:moveTo>
                <a:lnTo>
                  <a:pt x="356988" y="810843"/>
                </a:lnTo>
                <a:moveTo>
                  <a:pt x="427007" y="881017"/>
                </a:moveTo>
                <a:lnTo>
                  <a:pt x="361212" y="811479"/>
                </a:lnTo>
                <a:moveTo>
                  <a:pt x="903077" y="797675"/>
                </a:moveTo>
                <a:lnTo>
                  <a:pt x="1086804" y="809216"/>
                </a:lnTo>
                <a:moveTo>
                  <a:pt x="1361399" y="718256"/>
                </a:moveTo>
                <a:lnTo>
                  <a:pt x="1453563" y="624348"/>
                </a:lnTo>
                <a:moveTo>
                  <a:pt x="1178973" y="715344"/>
                </a:moveTo>
                <a:lnTo>
                  <a:pt x="1270708" y="618590"/>
                </a:lnTo>
                <a:moveTo>
                  <a:pt x="2288056" y="367586"/>
                </a:moveTo>
                <a:lnTo>
                  <a:pt x="2279375" y="364913"/>
                </a:lnTo>
                <a:moveTo>
                  <a:pt x="993731" y="897099"/>
                </a:moveTo>
                <a:lnTo>
                  <a:pt x="937099" y="1027626"/>
                </a:lnTo>
                <a:moveTo>
                  <a:pt x="1363502" y="528862"/>
                </a:moveTo>
                <a:lnTo>
                  <a:pt x="1453563" y="624348"/>
                </a:lnTo>
                <a:moveTo>
                  <a:pt x="1960868" y="1150937"/>
                </a:moveTo>
                <a:lnTo>
                  <a:pt x="2067100" y="1104401"/>
                </a:lnTo>
                <a:moveTo>
                  <a:pt x="1270708" y="618590"/>
                </a:moveTo>
                <a:lnTo>
                  <a:pt x="1361399" y="718256"/>
                </a:lnTo>
                <a:moveTo>
                  <a:pt x="631567" y="705740"/>
                </a:moveTo>
                <a:lnTo>
                  <a:pt x="812333" y="697659"/>
                </a:lnTo>
                <a:moveTo>
                  <a:pt x="723969" y="613412"/>
                </a:moveTo>
                <a:lnTo>
                  <a:pt x="812333" y="697659"/>
                </a:lnTo>
                <a:moveTo>
                  <a:pt x="1270708" y="618590"/>
                </a:moveTo>
                <a:lnTo>
                  <a:pt x="1363502" y="528862"/>
                </a:lnTo>
                <a:moveTo>
                  <a:pt x="1334176" y="377491"/>
                </a:moveTo>
                <a:lnTo>
                  <a:pt x="1362360" y="521294"/>
                </a:lnTo>
                <a:moveTo>
                  <a:pt x="1366269" y="343858"/>
                </a:moveTo>
                <a:lnTo>
                  <a:pt x="1454924" y="430036"/>
                </a:lnTo>
                <a:moveTo>
                  <a:pt x="1270708" y="618590"/>
                </a:moveTo>
                <a:lnTo>
                  <a:pt x="1453563" y="624348"/>
                </a:lnTo>
                <a:moveTo>
                  <a:pt x="1539283" y="531127"/>
                </a:moveTo>
                <a:lnTo>
                  <a:pt x="1544480" y="725514"/>
                </a:lnTo>
                <a:moveTo>
                  <a:pt x="1960868" y="1150937"/>
                </a:moveTo>
                <a:lnTo>
                  <a:pt x="1937406" y="1154999"/>
                </a:lnTo>
                <a:moveTo>
                  <a:pt x="1366269" y="343858"/>
                </a:moveTo>
                <a:lnTo>
                  <a:pt x="1547259" y="337263"/>
                </a:lnTo>
                <a:moveTo>
                  <a:pt x="1907499" y="719206"/>
                </a:moveTo>
                <a:lnTo>
                  <a:pt x="2084907" y="748744"/>
                </a:lnTo>
                <a:moveTo>
                  <a:pt x="903077" y="797675"/>
                </a:moveTo>
                <a:lnTo>
                  <a:pt x="993731" y="897099"/>
                </a:lnTo>
                <a:moveTo>
                  <a:pt x="1366269" y="343858"/>
                </a:moveTo>
                <a:lnTo>
                  <a:pt x="1362360" y="521294"/>
                </a:lnTo>
                <a:moveTo>
                  <a:pt x="1816510" y="617565"/>
                </a:moveTo>
                <a:lnTo>
                  <a:pt x="1959989" y="692860"/>
                </a:lnTo>
                <a:moveTo>
                  <a:pt x="1349113" y="509965"/>
                </a:moveTo>
                <a:lnTo>
                  <a:pt x="1363502" y="528862"/>
                </a:lnTo>
                <a:moveTo>
                  <a:pt x="2404231" y="412745"/>
                </a:moveTo>
                <a:lnTo>
                  <a:pt x="2279375" y="364913"/>
                </a:lnTo>
                <a:moveTo>
                  <a:pt x="1493844" y="1043943"/>
                </a:moveTo>
                <a:lnTo>
                  <a:pt x="1544308" y="913904"/>
                </a:lnTo>
                <a:moveTo>
                  <a:pt x="1445895" y="1183546"/>
                </a:moveTo>
                <a:lnTo>
                  <a:pt x="1445165" y="1333500"/>
                </a:lnTo>
                <a:moveTo>
                  <a:pt x="1538192" y="518911"/>
                </a:moveTo>
                <a:lnTo>
                  <a:pt x="1603531" y="403787"/>
                </a:lnTo>
                <a:moveTo>
                  <a:pt x="1349113" y="509965"/>
                </a:moveTo>
                <a:lnTo>
                  <a:pt x="1270708" y="618590"/>
                </a:lnTo>
                <a:moveTo>
                  <a:pt x="1547259" y="337263"/>
                </a:moveTo>
                <a:lnTo>
                  <a:pt x="1603531" y="403787"/>
                </a:lnTo>
                <a:moveTo>
                  <a:pt x="747696" y="1018356"/>
                </a:moveTo>
                <a:lnTo>
                  <a:pt x="899976" y="980464"/>
                </a:lnTo>
                <a:moveTo>
                  <a:pt x="2082774" y="911894"/>
                </a:moveTo>
                <a:lnTo>
                  <a:pt x="2089047" y="919643"/>
                </a:lnTo>
                <a:moveTo>
                  <a:pt x="1638803" y="239243"/>
                </a:moveTo>
                <a:lnTo>
                  <a:pt x="1692013" y="311867"/>
                </a:lnTo>
                <a:moveTo>
                  <a:pt x="1880489" y="384554"/>
                </a:moveTo>
                <a:lnTo>
                  <a:pt x="1844717" y="464978"/>
                </a:lnTo>
                <a:moveTo>
                  <a:pt x="444218" y="873541"/>
                </a:moveTo>
                <a:lnTo>
                  <a:pt x="539008" y="797034"/>
                </a:lnTo>
                <a:moveTo>
                  <a:pt x="1539283" y="531127"/>
                </a:moveTo>
                <a:lnTo>
                  <a:pt x="1363502" y="528862"/>
                </a:lnTo>
                <a:moveTo>
                  <a:pt x="1857650" y="1228081"/>
                </a:moveTo>
                <a:lnTo>
                  <a:pt x="1937406" y="1154999"/>
                </a:lnTo>
                <a:moveTo>
                  <a:pt x="2083779" y="922612"/>
                </a:moveTo>
                <a:lnTo>
                  <a:pt x="2089047" y="919643"/>
                </a:lnTo>
                <a:moveTo>
                  <a:pt x="899976" y="980464"/>
                </a:moveTo>
                <a:lnTo>
                  <a:pt x="880802" y="1011779"/>
                </a:lnTo>
                <a:moveTo>
                  <a:pt x="1539283" y="531127"/>
                </a:moveTo>
                <a:lnTo>
                  <a:pt x="1453563" y="624348"/>
                </a:lnTo>
                <a:moveTo>
                  <a:pt x="2237621" y="497654"/>
                </a:moveTo>
                <a:lnTo>
                  <a:pt x="2184671" y="645320"/>
                </a:lnTo>
                <a:moveTo>
                  <a:pt x="1224153" y="565309"/>
                </a:moveTo>
                <a:lnTo>
                  <a:pt x="1270708" y="618590"/>
                </a:lnTo>
                <a:moveTo>
                  <a:pt x="2082774" y="911894"/>
                </a:moveTo>
                <a:lnTo>
                  <a:pt x="2083779" y="922612"/>
                </a:lnTo>
                <a:moveTo>
                  <a:pt x="899976" y="980464"/>
                </a:moveTo>
                <a:lnTo>
                  <a:pt x="937099" y="1027626"/>
                </a:lnTo>
                <a:moveTo>
                  <a:pt x="899976" y="980464"/>
                </a:moveTo>
                <a:lnTo>
                  <a:pt x="993731" y="897099"/>
                </a:lnTo>
                <a:moveTo>
                  <a:pt x="742516" y="758499"/>
                </a:moveTo>
                <a:lnTo>
                  <a:pt x="631567" y="705740"/>
                </a:lnTo>
                <a:moveTo>
                  <a:pt x="712421" y="774763"/>
                </a:moveTo>
                <a:lnTo>
                  <a:pt x="631567" y="705740"/>
                </a:lnTo>
                <a:moveTo>
                  <a:pt x="812333" y="697659"/>
                </a:moveTo>
                <a:lnTo>
                  <a:pt x="903077" y="797675"/>
                </a:lnTo>
                <a:moveTo>
                  <a:pt x="1224153" y="565309"/>
                </a:moveTo>
                <a:lnTo>
                  <a:pt x="1349113" y="509965"/>
                </a:lnTo>
                <a:moveTo>
                  <a:pt x="1054180" y="575521"/>
                </a:moveTo>
                <a:lnTo>
                  <a:pt x="1139278" y="559924"/>
                </a:lnTo>
                <a:moveTo>
                  <a:pt x="712421" y="774763"/>
                </a:moveTo>
                <a:lnTo>
                  <a:pt x="539008" y="797034"/>
                </a:lnTo>
                <a:moveTo>
                  <a:pt x="1607864" y="639743"/>
                </a:moveTo>
                <a:lnTo>
                  <a:pt x="1544480" y="725514"/>
                </a:lnTo>
                <a:moveTo>
                  <a:pt x="1362360" y="521294"/>
                </a:moveTo>
                <a:lnTo>
                  <a:pt x="1349113" y="509965"/>
                </a:lnTo>
                <a:moveTo>
                  <a:pt x="906424" y="608008"/>
                </a:moveTo>
                <a:lnTo>
                  <a:pt x="1054180" y="575521"/>
                </a:lnTo>
                <a:moveTo>
                  <a:pt x="1139278" y="559924"/>
                </a:moveTo>
                <a:lnTo>
                  <a:pt x="1224153" y="565309"/>
                </a:lnTo>
                <a:moveTo>
                  <a:pt x="2114113" y="721406"/>
                </a:moveTo>
                <a:lnTo>
                  <a:pt x="2271249" y="717741"/>
                </a:lnTo>
                <a:moveTo>
                  <a:pt x="1996441" y="807285"/>
                </a:moveTo>
                <a:lnTo>
                  <a:pt x="2084907" y="748744"/>
                </a:lnTo>
                <a:moveTo>
                  <a:pt x="2288056" y="367586"/>
                </a:moveTo>
                <a:lnTo>
                  <a:pt x="2404231" y="412745"/>
                </a:lnTo>
                <a:moveTo>
                  <a:pt x="1604375" y="765908"/>
                </a:moveTo>
                <a:lnTo>
                  <a:pt x="1512847" y="765781"/>
                </a:lnTo>
                <a:moveTo>
                  <a:pt x="1638803" y="239243"/>
                </a:moveTo>
                <a:lnTo>
                  <a:pt x="1603531" y="403787"/>
                </a:lnTo>
                <a:moveTo>
                  <a:pt x="903077" y="797675"/>
                </a:moveTo>
                <a:lnTo>
                  <a:pt x="899976" y="980464"/>
                </a:lnTo>
                <a:moveTo>
                  <a:pt x="895146" y="615630"/>
                </a:moveTo>
                <a:lnTo>
                  <a:pt x="906424" y="608008"/>
                </a:lnTo>
                <a:moveTo>
                  <a:pt x="1857650" y="1228081"/>
                </a:moveTo>
                <a:lnTo>
                  <a:pt x="1847362" y="1245353"/>
                </a:lnTo>
                <a:moveTo>
                  <a:pt x="1454924" y="430036"/>
                </a:moveTo>
                <a:lnTo>
                  <a:pt x="1538192" y="518911"/>
                </a:lnTo>
                <a:moveTo>
                  <a:pt x="1454924" y="430036"/>
                </a:moveTo>
                <a:lnTo>
                  <a:pt x="1547259" y="337263"/>
                </a:lnTo>
                <a:moveTo>
                  <a:pt x="895146" y="615630"/>
                </a:moveTo>
                <a:lnTo>
                  <a:pt x="812333" y="697659"/>
                </a:lnTo>
                <a:moveTo>
                  <a:pt x="1547259" y="337263"/>
                </a:moveTo>
                <a:lnTo>
                  <a:pt x="1538192" y="518911"/>
                </a:lnTo>
                <a:moveTo>
                  <a:pt x="2231856" y="574097"/>
                </a:moveTo>
                <a:lnTo>
                  <a:pt x="2184671" y="645320"/>
                </a:lnTo>
                <a:moveTo>
                  <a:pt x="1362360" y="521294"/>
                </a:moveTo>
                <a:lnTo>
                  <a:pt x="1454924" y="430036"/>
                </a:lnTo>
                <a:moveTo>
                  <a:pt x="1362360" y="521294"/>
                </a:moveTo>
                <a:lnTo>
                  <a:pt x="1538192" y="518911"/>
                </a:lnTo>
                <a:moveTo>
                  <a:pt x="1538192" y="518911"/>
                </a:moveTo>
                <a:lnTo>
                  <a:pt x="1539283" y="531127"/>
                </a:lnTo>
                <a:moveTo>
                  <a:pt x="1493844" y="1043943"/>
                </a:moveTo>
                <a:lnTo>
                  <a:pt x="1445895" y="1183546"/>
                </a:lnTo>
                <a:moveTo>
                  <a:pt x="1608412" y="812044"/>
                </a:moveTo>
                <a:lnTo>
                  <a:pt x="1512847" y="765781"/>
                </a:lnTo>
                <a:moveTo>
                  <a:pt x="616681" y="859405"/>
                </a:moveTo>
                <a:lnTo>
                  <a:pt x="539008" y="797034"/>
                </a:lnTo>
                <a:moveTo>
                  <a:pt x="2271249" y="717741"/>
                </a:moveTo>
                <a:lnTo>
                  <a:pt x="2287723" y="756114"/>
                </a:lnTo>
                <a:moveTo>
                  <a:pt x="2237621" y="497654"/>
                </a:moveTo>
                <a:lnTo>
                  <a:pt x="2288056" y="367586"/>
                </a:lnTo>
                <a:moveTo>
                  <a:pt x="2271249" y="717741"/>
                </a:moveTo>
                <a:lnTo>
                  <a:pt x="2249514" y="767476"/>
                </a:lnTo>
                <a:moveTo>
                  <a:pt x="1749411" y="1300191"/>
                </a:moveTo>
                <a:lnTo>
                  <a:pt x="1847362" y="1245353"/>
                </a:lnTo>
                <a:moveTo>
                  <a:pt x="2184671" y="645320"/>
                </a:moveTo>
                <a:lnTo>
                  <a:pt x="2271249" y="717741"/>
                </a:lnTo>
                <a:moveTo>
                  <a:pt x="2083779" y="922612"/>
                </a:moveTo>
                <a:lnTo>
                  <a:pt x="2051553" y="1061226"/>
                </a:lnTo>
                <a:moveTo>
                  <a:pt x="1506751" y="1237522"/>
                </a:moveTo>
                <a:lnTo>
                  <a:pt x="1465264" y="1333500"/>
                </a:lnTo>
                <a:moveTo>
                  <a:pt x="1604375" y="765908"/>
                </a:moveTo>
                <a:lnTo>
                  <a:pt x="1544480" y="725514"/>
                </a:lnTo>
                <a:moveTo>
                  <a:pt x="1547259" y="337263"/>
                </a:moveTo>
                <a:lnTo>
                  <a:pt x="1638803" y="239243"/>
                </a:lnTo>
                <a:moveTo>
                  <a:pt x="1479713" y="1142420"/>
                </a:moveTo>
                <a:lnTo>
                  <a:pt x="1493844" y="1043943"/>
                </a:lnTo>
                <a:moveTo>
                  <a:pt x="1479713" y="1142420"/>
                </a:moveTo>
                <a:lnTo>
                  <a:pt x="1445895" y="1183546"/>
                </a:lnTo>
                <a:moveTo>
                  <a:pt x="1568049" y="1298984"/>
                </a:moveTo>
                <a:lnTo>
                  <a:pt x="1529856" y="1333500"/>
                </a:lnTo>
                <a:moveTo>
                  <a:pt x="819801" y="882430"/>
                </a:moveTo>
                <a:lnTo>
                  <a:pt x="747696" y="1018356"/>
                </a:lnTo>
                <a:moveTo>
                  <a:pt x="742516" y="758499"/>
                </a:moveTo>
                <a:lnTo>
                  <a:pt x="812333" y="697659"/>
                </a:lnTo>
                <a:moveTo>
                  <a:pt x="1515956" y="1281308"/>
                </a:moveTo>
                <a:lnTo>
                  <a:pt x="1478598" y="1333500"/>
                </a:lnTo>
                <a:moveTo>
                  <a:pt x="1815519" y="616340"/>
                </a:moveTo>
                <a:lnTo>
                  <a:pt x="1844717" y="464978"/>
                </a:lnTo>
                <a:moveTo>
                  <a:pt x="1996441" y="807285"/>
                </a:moveTo>
                <a:lnTo>
                  <a:pt x="2082774" y="911894"/>
                </a:lnTo>
                <a:moveTo>
                  <a:pt x="1539283" y="531127"/>
                </a:moveTo>
                <a:lnTo>
                  <a:pt x="1607864" y="639743"/>
                </a:lnTo>
                <a:moveTo>
                  <a:pt x="538193" y="961345"/>
                </a:moveTo>
                <a:lnTo>
                  <a:pt x="583866" y="1034727"/>
                </a:lnTo>
                <a:moveTo>
                  <a:pt x="1996441" y="807285"/>
                </a:moveTo>
                <a:lnTo>
                  <a:pt x="2083779" y="922612"/>
                </a:lnTo>
                <a:moveTo>
                  <a:pt x="1568049" y="1298984"/>
                </a:moveTo>
                <a:lnTo>
                  <a:pt x="1515938" y="1333500"/>
                </a:lnTo>
                <a:moveTo>
                  <a:pt x="2404231" y="412745"/>
                </a:moveTo>
                <a:lnTo>
                  <a:pt x="2487495" y="507618"/>
                </a:lnTo>
                <a:moveTo>
                  <a:pt x="1816125" y="615013"/>
                </a:moveTo>
                <a:lnTo>
                  <a:pt x="1844717" y="464978"/>
                </a:lnTo>
                <a:moveTo>
                  <a:pt x="1608412" y="812044"/>
                </a:moveTo>
                <a:lnTo>
                  <a:pt x="1552210" y="901748"/>
                </a:lnTo>
                <a:moveTo>
                  <a:pt x="702642" y="968636"/>
                </a:moveTo>
                <a:lnTo>
                  <a:pt x="689326" y="1018196"/>
                </a:lnTo>
                <a:moveTo>
                  <a:pt x="702642" y="968636"/>
                </a:moveTo>
                <a:lnTo>
                  <a:pt x="583866" y="1034727"/>
                </a:lnTo>
                <a:moveTo>
                  <a:pt x="812573" y="865735"/>
                </a:moveTo>
                <a:lnTo>
                  <a:pt x="903077" y="797675"/>
                </a:lnTo>
                <a:moveTo>
                  <a:pt x="702642" y="968636"/>
                </a:moveTo>
                <a:lnTo>
                  <a:pt x="747696" y="1018356"/>
                </a:lnTo>
                <a:moveTo>
                  <a:pt x="1816510" y="617565"/>
                </a:moveTo>
                <a:lnTo>
                  <a:pt x="1907499" y="719206"/>
                </a:lnTo>
                <a:moveTo>
                  <a:pt x="730549" y="973577"/>
                </a:moveTo>
                <a:lnTo>
                  <a:pt x="747696" y="1018356"/>
                </a:lnTo>
                <a:moveTo>
                  <a:pt x="819801" y="882430"/>
                </a:moveTo>
                <a:lnTo>
                  <a:pt x="903077" y="797675"/>
                </a:lnTo>
                <a:moveTo>
                  <a:pt x="1506751" y="1237522"/>
                </a:moveTo>
                <a:lnTo>
                  <a:pt x="1445895" y="1183546"/>
                </a:lnTo>
                <a:moveTo>
                  <a:pt x="1907499" y="719206"/>
                </a:moveTo>
                <a:lnTo>
                  <a:pt x="1996441" y="807285"/>
                </a:lnTo>
                <a:moveTo>
                  <a:pt x="2231856" y="574097"/>
                </a:moveTo>
                <a:lnTo>
                  <a:pt x="2237621" y="497654"/>
                </a:lnTo>
                <a:moveTo>
                  <a:pt x="812573" y="865735"/>
                </a:moveTo>
                <a:lnTo>
                  <a:pt x="812333" y="697659"/>
                </a:lnTo>
                <a:moveTo>
                  <a:pt x="712421" y="774763"/>
                </a:moveTo>
                <a:lnTo>
                  <a:pt x="742516" y="758499"/>
                </a:lnTo>
                <a:moveTo>
                  <a:pt x="427007" y="881017"/>
                </a:moveTo>
                <a:lnTo>
                  <a:pt x="444218" y="873541"/>
                </a:lnTo>
                <a:moveTo>
                  <a:pt x="1568983" y="911059"/>
                </a:moveTo>
                <a:lnTo>
                  <a:pt x="1552210" y="901748"/>
                </a:lnTo>
                <a:moveTo>
                  <a:pt x="616681" y="859405"/>
                </a:moveTo>
                <a:lnTo>
                  <a:pt x="444218" y="873541"/>
                </a:lnTo>
                <a:moveTo>
                  <a:pt x="1815519" y="616340"/>
                </a:moveTo>
                <a:lnTo>
                  <a:pt x="1816510" y="617565"/>
                </a:lnTo>
                <a:moveTo>
                  <a:pt x="1815114" y="618561"/>
                </a:moveTo>
                <a:lnTo>
                  <a:pt x="1816510" y="617565"/>
                </a:lnTo>
                <a:moveTo>
                  <a:pt x="1568983" y="911059"/>
                </a:moveTo>
                <a:lnTo>
                  <a:pt x="1544308" y="913904"/>
                </a:lnTo>
                <a:moveTo>
                  <a:pt x="1815519" y="616340"/>
                </a:moveTo>
                <a:lnTo>
                  <a:pt x="1815114" y="618561"/>
                </a:lnTo>
                <a:moveTo>
                  <a:pt x="1960868" y="1150937"/>
                </a:moveTo>
                <a:lnTo>
                  <a:pt x="2051553" y="1061226"/>
                </a:lnTo>
                <a:moveTo>
                  <a:pt x="819801" y="882430"/>
                </a:moveTo>
                <a:lnTo>
                  <a:pt x="899976" y="980464"/>
                </a:lnTo>
                <a:moveTo>
                  <a:pt x="718152" y="778203"/>
                </a:moveTo>
                <a:lnTo>
                  <a:pt x="742516" y="758499"/>
                </a:lnTo>
                <a:moveTo>
                  <a:pt x="1479713" y="1142420"/>
                </a:moveTo>
                <a:lnTo>
                  <a:pt x="1506751" y="1237522"/>
                </a:lnTo>
                <a:moveTo>
                  <a:pt x="712421" y="774763"/>
                </a:moveTo>
                <a:lnTo>
                  <a:pt x="718152" y="778203"/>
                </a:lnTo>
                <a:moveTo>
                  <a:pt x="1815519" y="616340"/>
                </a:moveTo>
                <a:lnTo>
                  <a:pt x="1816125" y="615013"/>
                </a:lnTo>
                <a:moveTo>
                  <a:pt x="1815114" y="618561"/>
                </a:moveTo>
                <a:lnTo>
                  <a:pt x="1816125" y="615013"/>
                </a:lnTo>
                <a:moveTo>
                  <a:pt x="1882755" y="728058"/>
                </a:moveTo>
                <a:lnTo>
                  <a:pt x="1907499" y="719206"/>
                </a:lnTo>
                <a:moveTo>
                  <a:pt x="616681" y="859405"/>
                </a:moveTo>
                <a:lnTo>
                  <a:pt x="712421" y="774763"/>
                </a:lnTo>
                <a:moveTo>
                  <a:pt x="1974393" y="815093"/>
                </a:moveTo>
                <a:lnTo>
                  <a:pt x="2083779" y="922612"/>
                </a:lnTo>
                <a:moveTo>
                  <a:pt x="516863" y="939958"/>
                </a:moveTo>
                <a:lnTo>
                  <a:pt x="444218" y="873541"/>
                </a:lnTo>
                <a:moveTo>
                  <a:pt x="742516" y="758499"/>
                </a:moveTo>
                <a:lnTo>
                  <a:pt x="812573" y="865735"/>
                </a:lnTo>
                <a:moveTo>
                  <a:pt x="1534759" y="1067777"/>
                </a:moveTo>
                <a:lnTo>
                  <a:pt x="1493844" y="1043943"/>
                </a:lnTo>
                <a:moveTo>
                  <a:pt x="2231856" y="574097"/>
                </a:moveTo>
                <a:lnTo>
                  <a:pt x="2271249" y="717741"/>
                </a:lnTo>
                <a:moveTo>
                  <a:pt x="1815114" y="618561"/>
                </a:moveTo>
                <a:lnTo>
                  <a:pt x="1814419" y="631150"/>
                </a:lnTo>
                <a:moveTo>
                  <a:pt x="1607864" y="639743"/>
                </a:moveTo>
                <a:lnTo>
                  <a:pt x="1604375" y="765908"/>
                </a:lnTo>
                <a:moveTo>
                  <a:pt x="624919" y="865026"/>
                </a:moveTo>
                <a:lnTo>
                  <a:pt x="712421" y="774763"/>
                </a:lnTo>
                <a:moveTo>
                  <a:pt x="1882755" y="728058"/>
                </a:moveTo>
                <a:lnTo>
                  <a:pt x="1816510" y="617565"/>
                </a:lnTo>
                <a:moveTo>
                  <a:pt x="1815114" y="618561"/>
                </a:moveTo>
                <a:lnTo>
                  <a:pt x="1882755" y="728058"/>
                </a:lnTo>
                <a:moveTo>
                  <a:pt x="1568983" y="911059"/>
                </a:moveTo>
                <a:lnTo>
                  <a:pt x="1493844" y="1043943"/>
                </a:lnTo>
                <a:moveTo>
                  <a:pt x="1479713" y="1142420"/>
                </a:moveTo>
                <a:lnTo>
                  <a:pt x="1533040" y="1259721"/>
                </a:lnTo>
                <a:moveTo>
                  <a:pt x="1816125" y="615013"/>
                </a:moveTo>
                <a:lnTo>
                  <a:pt x="1814419" y="631150"/>
                </a:lnTo>
                <a:moveTo>
                  <a:pt x="718152" y="778203"/>
                </a:moveTo>
                <a:lnTo>
                  <a:pt x="812573" y="865735"/>
                </a:lnTo>
                <a:moveTo>
                  <a:pt x="1974393" y="815093"/>
                </a:moveTo>
                <a:lnTo>
                  <a:pt x="1907499" y="719206"/>
                </a:lnTo>
                <a:moveTo>
                  <a:pt x="1857650" y="1228081"/>
                </a:moveTo>
                <a:lnTo>
                  <a:pt x="1960868" y="1150937"/>
                </a:lnTo>
                <a:moveTo>
                  <a:pt x="624919" y="865026"/>
                </a:moveTo>
                <a:lnTo>
                  <a:pt x="718152" y="778203"/>
                </a:lnTo>
                <a:moveTo>
                  <a:pt x="718152" y="778203"/>
                </a:moveTo>
                <a:lnTo>
                  <a:pt x="807487" y="868882"/>
                </a:lnTo>
                <a:moveTo>
                  <a:pt x="1515956" y="1281308"/>
                </a:moveTo>
                <a:lnTo>
                  <a:pt x="1506751" y="1237522"/>
                </a:lnTo>
                <a:moveTo>
                  <a:pt x="1534759" y="1067777"/>
                </a:moveTo>
                <a:lnTo>
                  <a:pt x="1479713" y="1142420"/>
                </a:lnTo>
                <a:moveTo>
                  <a:pt x="1568049" y="1298984"/>
                </a:moveTo>
                <a:lnTo>
                  <a:pt x="1597921" y="1333500"/>
                </a:lnTo>
                <a:moveTo>
                  <a:pt x="616681" y="859405"/>
                </a:moveTo>
                <a:lnTo>
                  <a:pt x="624919" y="865026"/>
                </a:lnTo>
                <a:moveTo>
                  <a:pt x="427007" y="881017"/>
                </a:moveTo>
                <a:lnTo>
                  <a:pt x="516863" y="939958"/>
                </a:lnTo>
                <a:moveTo>
                  <a:pt x="516863" y="939958"/>
                </a:moveTo>
                <a:lnTo>
                  <a:pt x="616681" y="859405"/>
                </a:lnTo>
                <a:moveTo>
                  <a:pt x="2009769" y="954792"/>
                </a:moveTo>
                <a:lnTo>
                  <a:pt x="2083779" y="922612"/>
                </a:lnTo>
                <a:moveTo>
                  <a:pt x="812573" y="865735"/>
                </a:moveTo>
                <a:lnTo>
                  <a:pt x="819801" y="882430"/>
                </a:lnTo>
                <a:moveTo>
                  <a:pt x="1653416" y="1325451"/>
                </a:moveTo>
                <a:lnTo>
                  <a:pt x="1647392" y="1333500"/>
                </a:lnTo>
                <a:moveTo>
                  <a:pt x="807487" y="868882"/>
                </a:moveTo>
                <a:lnTo>
                  <a:pt x="812573" y="865735"/>
                </a:lnTo>
                <a:moveTo>
                  <a:pt x="1814419" y="631150"/>
                </a:moveTo>
                <a:lnTo>
                  <a:pt x="1882755" y="728058"/>
                </a:lnTo>
                <a:moveTo>
                  <a:pt x="532012" y="954012"/>
                </a:moveTo>
                <a:lnTo>
                  <a:pt x="616681" y="859405"/>
                </a:lnTo>
                <a:moveTo>
                  <a:pt x="1533040" y="1259721"/>
                </a:moveTo>
                <a:lnTo>
                  <a:pt x="1506751" y="1237522"/>
                </a:lnTo>
                <a:moveTo>
                  <a:pt x="2007084" y="989052"/>
                </a:moveTo>
                <a:lnTo>
                  <a:pt x="2083779" y="922612"/>
                </a:lnTo>
                <a:moveTo>
                  <a:pt x="807487" y="868882"/>
                </a:moveTo>
                <a:lnTo>
                  <a:pt x="819801" y="882430"/>
                </a:lnTo>
                <a:moveTo>
                  <a:pt x="1607864" y="639743"/>
                </a:moveTo>
                <a:lnTo>
                  <a:pt x="1629098" y="784942"/>
                </a:lnTo>
                <a:moveTo>
                  <a:pt x="1515956" y="1281308"/>
                </a:moveTo>
                <a:lnTo>
                  <a:pt x="1568049" y="1298984"/>
                </a:lnTo>
                <a:moveTo>
                  <a:pt x="624919" y="865026"/>
                </a:moveTo>
                <a:lnTo>
                  <a:pt x="807487" y="868882"/>
                </a:lnTo>
                <a:moveTo>
                  <a:pt x="1974393" y="815093"/>
                </a:moveTo>
                <a:lnTo>
                  <a:pt x="1996441" y="807285"/>
                </a:lnTo>
                <a:moveTo>
                  <a:pt x="1749411" y="1300191"/>
                </a:moveTo>
                <a:lnTo>
                  <a:pt x="1857650" y="1228081"/>
                </a:lnTo>
                <a:moveTo>
                  <a:pt x="1533040" y="1259721"/>
                </a:moveTo>
                <a:lnTo>
                  <a:pt x="1515956" y="1281308"/>
                </a:lnTo>
                <a:moveTo>
                  <a:pt x="1608412" y="812044"/>
                </a:moveTo>
                <a:lnTo>
                  <a:pt x="1604375" y="765908"/>
                </a:lnTo>
                <a:moveTo>
                  <a:pt x="532012" y="954012"/>
                </a:moveTo>
                <a:lnTo>
                  <a:pt x="624919" y="865026"/>
                </a:lnTo>
                <a:moveTo>
                  <a:pt x="516863" y="939958"/>
                </a:moveTo>
                <a:lnTo>
                  <a:pt x="532012" y="954012"/>
                </a:lnTo>
                <a:moveTo>
                  <a:pt x="1533040" y="1259721"/>
                </a:moveTo>
                <a:lnTo>
                  <a:pt x="1568049" y="1298984"/>
                </a:lnTo>
                <a:moveTo>
                  <a:pt x="1568049" y="1298984"/>
                </a:moveTo>
                <a:lnTo>
                  <a:pt x="1653416" y="1325451"/>
                </a:lnTo>
                <a:moveTo>
                  <a:pt x="730549" y="973577"/>
                </a:moveTo>
                <a:lnTo>
                  <a:pt x="819801" y="882430"/>
                </a:lnTo>
                <a:moveTo>
                  <a:pt x="807487" y="868882"/>
                </a:moveTo>
                <a:lnTo>
                  <a:pt x="730549" y="973577"/>
                </a:lnTo>
                <a:moveTo>
                  <a:pt x="532012" y="954012"/>
                </a:moveTo>
                <a:lnTo>
                  <a:pt x="538193" y="961345"/>
                </a:lnTo>
                <a:moveTo>
                  <a:pt x="1653416" y="1325451"/>
                </a:moveTo>
                <a:lnTo>
                  <a:pt x="1749411" y="1300191"/>
                </a:lnTo>
                <a:moveTo>
                  <a:pt x="538193" y="961345"/>
                </a:moveTo>
                <a:lnTo>
                  <a:pt x="702642" y="968636"/>
                </a:lnTo>
                <a:moveTo>
                  <a:pt x="1882755" y="728058"/>
                </a:moveTo>
                <a:lnTo>
                  <a:pt x="1974393" y="815093"/>
                </a:lnTo>
                <a:moveTo>
                  <a:pt x="1630132" y="588461"/>
                </a:moveTo>
                <a:lnTo>
                  <a:pt x="1607864" y="639743"/>
                </a:lnTo>
                <a:moveTo>
                  <a:pt x="624919" y="865026"/>
                </a:moveTo>
                <a:lnTo>
                  <a:pt x="713801" y="952710"/>
                </a:lnTo>
                <a:moveTo>
                  <a:pt x="1629098" y="784942"/>
                </a:moveTo>
                <a:lnTo>
                  <a:pt x="1604375" y="765908"/>
                </a:lnTo>
                <a:moveTo>
                  <a:pt x="713801" y="952710"/>
                </a:moveTo>
                <a:lnTo>
                  <a:pt x="807487" y="868882"/>
                </a:lnTo>
                <a:moveTo>
                  <a:pt x="2007084" y="989052"/>
                </a:moveTo>
                <a:lnTo>
                  <a:pt x="2051553" y="1061226"/>
                </a:lnTo>
                <a:moveTo>
                  <a:pt x="702642" y="968636"/>
                </a:moveTo>
                <a:lnTo>
                  <a:pt x="730549" y="973577"/>
                </a:lnTo>
                <a:moveTo>
                  <a:pt x="1534759" y="1067777"/>
                </a:moveTo>
                <a:lnTo>
                  <a:pt x="1533040" y="1259721"/>
                </a:lnTo>
                <a:moveTo>
                  <a:pt x="538193" y="961345"/>
                </a:moveTo>
                <a:lnTo>
                  <a:pt x="713801" y="952710"/>
                </a:lnTo>
                <a:moveTo>
                  <a:pt x="532012" y="954012"/>
                </a:moveTo>
                <a:lnTo>
                  <a:pt x="713801" y="952710"/>
                </a:lnTo>
                <a:moveTo>
                  <a:pt x="1629098" y="784942"/>
                </a:moveTo>
                <a:lnTo>
                  <a:pt x="1608412" y="812044"/>
                </a:lnTo>
                <a:moveTo>
                  <a:pt x="1608412" y="812044"/>
                </a:moveTo>
                <a:lnTo>
                  <a:pt x="1568983" y="911059"/>
                </a:lnTo>
                <a:moveTo>
                  <a:pt x="713801" y="952710"/>
                </a:moveTo>
                <a:lnTo>
                  <a:pt x="702642" y="968636"/>
                </a:lnTo>
                <a:moveTo>
                  <a:pt x="713801" y="952710"/>
                </a:moveTo>
                <a:lnTo>
                  <a:pt x="730549" y="973577"/>
                </a:lnTo>
                <a:moveTo>
                  <a:pt x="1720457" y="685704"/>
                </a:moveTo>
                <a:lnTo>
                  <a:pt x="1814419" y="631150"/>
                </a:lnTo>
                <a:moveTo>
                  <a:pt x="1568983" y="911059"/>
                </a:moveTo>
                <a:lnTo>
                  <a:pt x="1534759" y="1067777"/>
                </a:lnTo>
                <a:moveTo>
                  <a:pt x="1944912" y="1107353"/>
                </a:moveTo>
                <a:lnTo>
                  <a:pt x="2051553" y="1061226"/>
                </a:lnTo>
                <a:moveTo>
                  <a:pt x="1568049" y="1298984"/>
                </a:moveTo>
                <a:lnTo>
                  <a:pt x="1713535" y="1249842"/>
                </a:lnTo>
                <a:moveTo>
                  <a:pt x="1820497" y="593745"/>
                </a:moveTo>
                <a:lnTo>
                  <a:pt x="1816125" y="615013"/>
                </a:lnTo>
                <a:moveTo>
                  <a:pt x="1713535" y="1249842"/>
                </a:moveTo>
                <a:lnTo>
                  <a:pt x="1749411" y="1300191"/>
                </a:lnTo>
                <a:moveTo>
                  <a:pt x="1713535" y="1249842"/>
                </a:moveTo>
                <a:lnTo>
                  <a:pt x="1653416" y="1325451"/>
                </a:lnTo>
                <a:moveTo>
                  <a:pt x="1944912" y="1107353"/>
                </a:moveTo>
                <a:lnTo>
                  <a:pt x="1960868" y="1150937"/>
                </a:lnTo>
                <a:moveTo>
                  <a:pt x="1564396" y="1026056"/>
                </a:moveTo>
                <a:lnTo>
                  <a:pt x="1534759" y="1067777"/>
                </a:lnTo>
                <a:moveTo>
                  <a:pt x="1820497" y="593745"/>
                </a:moveTo>
                <a:lnTo>
                  <a:pt x="1814419" y="631150"/>
                </a:lnTo>
                <a:moveTo>
                  <a:pt x="1974393" y="815093"/>
                </a:moveTo>
                <a:lnTo>
                  <a:pt x="2009769" y="954792"/>
                </a:lnTo>
                <a:moveTo>
                  <a:pt x="1791830" y="603259"/>
                </a:moveTo>
                <a:lnTo>
                  <a:pt x="1814419" y="631150"/>
                </a:lnTo>
                <a:moveTo>
                  <a:pt x="1629098" y="784942"/>
                </a:moveTo>
                <a:lnTo>
                  <a:pt x="1720457" y="685704"/>
                </a:lnTo>
                <a:moveTo>
                  <a:pt x="1833326" y="1176106"/>
                </a:moveTo>
                <a:lnTo>
                  <a:pt x="1960868" y="1150937"/>
                </a:lnTo>
                <a:moveTo>
                  <a:pt x="1630132" y="588461"/>
                </a:moveTo>
                <a:lnTo>
                  <a:pt x="1629098" y="784942"/>
                </a:lnTo>
                <a:moveTo>
                  <a:pt x="1564396" y="1026056"/>
                </a:moveTo>
                <a:lnTo>
                  <a:pt x="1568983" y="911059"/>
                </a:lnTo>
                <a:moveTo>
                  <a:pt x="1628004" y="1150875"/>
                </a:moveTo>
                <a:lnTo>
                  <a:pt x="1568049" y="1298984"/>
                </a:lnTo>
                <a:moveTo>
                  <a:pt x="1618600" y="1148132"/>
                </a:moveTo>
                <a:lnTo>
                  <a:pt x="1533040" y="1259721"/>
                </a:lnTo>
                <a:moveTo>
                  <a:pt x="1833326" y="1176106"/>
                </a:moveTo>
                <a:lnTo>
                  <a:pt x="1857650" y="1228081"/>
                </a:lnTo>
                <a:moveTo>
                  <a:pt x="1628004" y="1150875"/>
                </a:moveTo>
                <a:lnTo>
                  <a:pt x="1533040" y="1259721"/>
                </a:lnTo>
                <a:moveTo>
                  <a:pt x="1614390" y="1137224"/>
                </a:moveTo>
                <a:lnTo>
                  <a:pt x="1534759" y="1067777"/>
                </a:lnTo>
                <a:moveTo>
                  <a:pt x="1630132" y="588461"/>
                </a:moveTo>
                <a:lnTo>
                  <a:pt x="1720457" y="685704"/>
                </a:lnTo>
                <a:moveTo>
                  <a:pt x="1618600" y="1148132"/>
                </a:moveTo>
                <a:lnTo>
                  <a:pt x="1534759" y="1067777"/>
                </a:lnTo>
                <a:moveTo>
                  <a:pt x="1833326" y="1176106"/>
                </a:moveTo>
                <a:lnTo>
                  <a:pt x="1749411" y="1300191"/>
                </a:lnTo>
                <a:moveTo>
                  <a:pt x="1759146" y="1189386"/>
                </a:moveTo>
                <a:lnTo>
                  <a:pt x="1749411" y="1300191"/>
                </a:lnTo>
                <a:moveTo>
                  <a:pt x="1792551" y="746361"/>
                </a:moveTo>
                <a:lnTo>
                  <a:pt x="1814419" y="631150"/>
                </a:lnTo>
                <a:moveTo>
                  <a:pt x="1814724" y="754641"/>
                </a:moveTo>
                <a:lnTo>
                  <a:pt x="1814419" y="631150"/>
                </a:lnTo>
                <a:moveTo>
                  <a:pt x="2009769" y="954792"/>
                </a:moveTo>
                <a:lnTo>
                  <a:pt x="2007084" y="989052"/>
                </a:lnTo>
                <a:moveTo>
                  <a:pt x="1814724" y="754641"/>
                </a:moveTo>
                <a:lnTo>
                  <a:pt x="1882755" y="728058"/>
                </a:lnTo>
                <a:moveTo>
                  <a:pt x="1622459" y="575816"/>
                </a:moveTo>
                <a:lnTo>
                  <a:pt x="1630132" y="588461"/>
                </a:lnTo>
                <a:moveTo>
                  <a:pt x="1633013" y="579106"/>
                </a:moveTo>
                <a:lnTo>
                  <a:pt x="1630132" y="588461"/>
                </a:lnTo>
                <a:moveTo>
                  <a:pt x="1791830" y="603259"/>
                </a:moveTo>
                <a:lnTo>
                  <a:pt x="1720457" y="685704"/>
                </a:lnTo>
                <a:moveTo>
                  <a:pt x="1791830" y="603259"/>
                </a:moveTo>
                <a:lnTo>
                  <a:pt x="1630132" y="588461"/>
                </a:lnTo>
                <a:moveTo>
                  <a:pt x="1564396" y="1026056"/>
                </a:moveTo>
                <a:lnTo>
                  <a:pt x="1614390" y="1137224"/>
                </a:lnTo>
                <a:moveTo>
                  <a:pt x="1917480" y="831269"/>
                </a:moveTo>
                <a:lnTo>
                  <a:pt x="1882755" y="728058"/>
                </a:lnTo>
                <a:moveTo>
                  <a:pt x="1628004" y="1150875"/>
                </a:moveTo>
                <a:lnTo>
                  <a:pt x="1713535" y="1249842"/>
                </a:lnTo>
                <a:moveTo>
                  <a:pt x="1608412" y="812044"/>
                </a:moveTo>
                <a:lnTo>
                  <a:pt x="1622022" y="941393"/>
                </a:lnTo>
                <a:moveTo>
                  <a:pt x="1792551" y="746361"/>
                </a:moveTo>
                <a:lnTo>
                  <a:pt x="1629098" y="784942"/>
                </a:lnTo>
                <a:moveTo>
                  <a:pt x="1564396" y="1026056"/>
                </a:moveTo>
                <a:lnTo>
                  <a:pt x="1621860" y="1143654"/>
                </a:lnTo>
                <a:moveTo>
                  <a:pt x="1622459" y="575816"/>
                </a:moveTo>
                <a:lnTo>
                  <a:pt x="1633013" y="579106"/>
                </a:lnTo>
                <a:moveTo>
                  <a:pt x="1989095" y="961943"/>
                </a:moveTo>
                <a:lnTo>
                  <a:pt x="2009769" y="954792"/>
                </a:lnTo>
                <a:moveTo>
                  <a:pt x="1944912" y="1107353"/>
                </a:moveTo>
                <a:lnTo>
                  <a:pt x="2007084" y="989052"/>
                </a:lnTo>
                <a:moveTo>
                  <a:pt x="1759146" y="1189386"/>
                </a:moveTo>
                <a:lnTo>
                  <a:pt x="1713535" y="1249842"/>
                </a:lnTo>
                <a:moveTo>
                  <a:pt x="1683859" y="818018"/>
                </a:moveTo>
                <a:lnTo>
                  <a:pt x="1629098" y="784942"/>
                </a:lnTo>
                <a:moveTo>
                  <a:pt x="1989095" y="961943"/>
                </a:moveTo>
                <a:lnTo>
                  <a:pt x="2007084" y="989052"/>
                </a:lnTo>
                <a:moveTo>
                  <a:pt x="1633013" y="579106"/>
                </a:moveTo>
                <a:lnTo>
                  <a:pt x="1791830" y="603259"/>
                </a:lnTo>
                <a:moveTo>
                  <a:pt x="1917480" y="831269"/>
                </a:moveTo>
                <a:lnTo>
                  <a:pt x="1974393" y="815093"/>
                </a:lnTo>
                <a:moveTo>
                  <a:pt x="1629098" y="784942"/>
                </a:moveTo>
                <a:lnTo>
                  <a:pt x="1622022" y="941393"/>
                </a:lnTo>
                <a:moveTo>
                  <a:pt x="1622022" y="941393"/>
                </a:moveTo>
                <a:lnTo>
                  <a:pt x="1568983" y="911059"/>
                </a:lnTo>
                <a:moveTo>
                  <a:pt x="1791830" y="603259"/>
                </a:moveTo>
                <a:lnTo>
                  <a:pt x="1820497" y="593745"/>
                </a:lnTo>
                <a:moveTo>
                  <a:pt x="1792551" y="746361"/>
                </a:moveTo>
                <a:lnTo>
                  <a:pt x="1720457" y="685704"/>
                </a:lnTo>
                <a:moveTo>
                  <a:pt x="1618600" y="1148132"/>
                </a:moveTo>
                <a:lnTo>
                  <a:pt x="1614390" y="1137224"/>
                </a:lnTo>
                <a:moveTo>
                  <a:pt x="1618600" y="1148132"/>
                </a:moveTo>
                <a:lnTo>
                  <a:pt x="1628004" y="1150875"/>
                </a:lnTo>
                <a:moveTo>
                  <a:pt x="1621860" y="1143654"/>
                </a:moveTo>
                <a:lnTo>
                  <a:pt x="1614390" y="1137224"/>
                </a:lnTo>
                <a:moveTo>
                  <a:pt x="1621860" y="1143654"/>
                </a:moveTo>
                <a:lnTo>
                  <a:pt x="1618600" y="1148132"/>
                </a:lnTo>
                <a:moveTo>
                  <a:pt x="1656733" y="902528"/>
                </a:moveTo>
                <a:lnTo>
                  <a:pt x="1629098" y="784942"/>
                </a:lnTo>
                <a:moveTo>
                  <a:pt x="1621860" y="1143654"/>
                </a:moveTo>
                <a:lnTo>
                  <a:pt x="1628004" y="1150875"/>
                </a:lnTo>
                <a:moveTo>
                  <a:pt x="1628004" y="1150875"/>
                </a:moveTo>
                <a:lnTo>
                  <a:pt x="1759146" y="1189386"/>
                </a:lnTo>
                <a:moveTo>
                  <a:pt x="1833326" y="1176106"/>
                </a:moveTo>
                <a:lnTo>
                  <a:pt x="1944912" y="1107353"/>
                </a:lnTo>
                <a:moveTo>
                  <a:pt x="1622022" y="941393"/>
                </a:moveTo>
                <a:lnTo>
                  <a:pt x="1564396" y="1026056"/>
                </a:lnTo>
                <a:moveTo>
                  <a:pt x="1917480" y="831269"/>
                </a:moveTo>
                <a:lnTo>
                  <a:pt x="2009769" y="954792"/>
                </a:lnTo>
                <a:moveTo>
                  <a:pt x="1759146" y="1189386"/>
                </a:moveTo>
                <a:lnTo>
                  <a:pt x="1833326" y="1176106"/>
                </a:lnTo>
                <a:moveTo>
                  <a:pt x="1622022" y="941393"/>
                </a:moveTo>
                <a:lnTo>
                  <a:pt x="1621860" y="1143654"/>
                </a:lnTo>
                <a:moveTo>
                  <a:pt x="1628004" y="1150875"/>
                </a:moveTo>
                <a:lnTo>
                  <a:pt x="1801981" y="1131298"/>
                </a:lnTo>
                <a:moveTo>
                  <a:pt x="1792551" y="746361"/>
                </a:moveTo>
                <a:lnTo>
                  <a:pt x="1814724" y="754641"/>
                </a:lnTo>
                <a:moveTo>
                  <a:pt x="1801981" y="1131298"/>
                </a:moveTo>
                <a:lnTo>
                  <a:pt x="1833326" y="1176106"/>
                </a:lnTo>
                <a:moveTo>
                  <a:pt x="1801981" y="1131298"/>
                </a:moveTo>
                <a:lnTo>
                  <a:pt x="1759146" y="1189386"/>
                </a:lnTo>
                <a:moveTo>
                  <a:pt x="1683859" y="818018"/>
                </a:moveTo>
                <a:lnTo>
                  <a:pt x="1792551" y="746361"/>
                </a:lnTo>
                <a:moveTo>
                  <a:pt x="1892871" y="1027587"/>
                </a:moveTo>
                <a:lnTo>
                  <a:pt x="2007084" y="989052"/>
                </a:lnTo>
                <a:moveTo>
                  <a:pt x="1792551" y="746361"/>
                </a:moveTo>
                <a:lnTo>
                  <a:pt x="1807027" y="758062"/>
                </a:lnTo>
                <a:moveTo>
                  <a:pt x="1807027" y="758062"/>
                </a:moveTo>
                <a:lnTo>
                  <a:pt x="1814724" y="754641"/>
                </a:lnTo>
                <a:moveTo>
                  <a:pt x="1814724" y="754641"/>
                </a:moveTo>
                <a:lnTo>
                  <a:pt x="1917480" y="831269"/>
                </a:lnTo>
                <a:moveTo>
                  <a:pt x="1723819" y="1038721"/>
                </a:moveTo>
                <a:lnTo>
                  <a:pt x="1628004" y="1150875"/>
                </a:lnTo>
                <a:moveTo>
                  <a:pt x="1701862" y="1033098"/>
                </a:moveTo>
                <a:lnTo>
                  <a:pt x="1621860" y="1143654"/>
                </a:lnTo>
                <a:moveTo>
                  <a:pt x="1723819" y="1038721"/>
                </a:moveTo>
                <a:lnTo>
                  <a:pt x="1621860" y="1143654"/>
                </a:lnTo>
                <a:moveTo>
                  <a:pt x="1760029" y="595929"/>
                </a:moveTo>
                <a:lnTo>
                  <a:pt x="1633013" y="579106"/>
                </a:lnTo>
                <a:moveTo>
                  <a:pt x="1892871" y="1027587"/>
                </a:moveTo>
                <a:lnTo>
                  <a:pt x="1944912" y="1107353"/>
                </a:lnTo>
                <a:moveTo>
                  <a:pt x="1656733" y="902528"/>
                </a:moveTo>
                <a:lnTo>
                  <a:pt x="1683859" y="818018"/>
                </a:lnTo>
                <a:moveTo>
                  <a:pt x="1893336" y="1026682"/>
                </a:moveTo>
                <a:lnTo>
                  <a:pt x="1989095" y="961943"/>
                </a:lnTo>
                <a:moveTo>
                  <a:pt x="1892871" y="1027587"/>
                </a:moveTo>
                <a:lnTo>
                  <a:pt x="1989095" y="961943"/>
                </a:lnTo>
                <a:moveTo>
                  <a:pt x="1713168" y="840741"/>
                </a:moveTo>
                <a:lnTo>
                  <a:pt x="1792551" y="746361"/>
                </a:lnTo>
                <a:moveTo>
                  <a:pt x="1760029" y="595929"/>
                </a:moveTo>
                <a:lnTo>
                  <a:pt x="1791830" y="603259"/>
                </a:lnTo>
                <a:moveTo>
                  <a:pt x="1656733" y="902528"/>
                </a:moveTo>
                <a:lnTo>
                  <a:pt x="1622022" y="941393"/>
                </a:lnTo>
                <a:moveTo>
                  <a:pt x="1892871" y="1027587"/>
                </a:moveTo>
                <a:lnTo>
                  <a:pt x="1833326" y="1176106"/>
                </a:lnTo>
                <a:moveTo>
                  <a:pt x="1892021" y="1027913"/>
                </a:moveTo>
                <a:lnTo>
                  <a:pt x="1833326" y="1176106"/>
                </a:lnTo>
                <a:moveTo>
                  <a:pt x="1713168" y="840741"/>
                </a:moveTo>
                <a:lnTo>
                  <a:pt x="1683859" y="818018"/>
                </a:lnTo>
                <a:moveTo>
                  <a:pt x="1713168" y="840741"/>
                </a:moveTo>
                <a:lnTo>
                  <a:pt x="1807027" y="758062"/>
                </a:lnTo>
                <a:moveTo>
                  <a:pt x="1677699" y="992478"/>
                </a:moveTo>
                <a:lnTo>
                  <a:pt x="1622022" y="941393"/>
                </a:lnTo>
                <a:moveTo>
                  <a:pt x="1713168" y="840741"/>
                </a:moveTo>
                <a:lnTo>
                  <a:pt x="1656733" y="902528"/>
                </a:lnTo>
                <a:moveTo>
                  <a:pt x="1701862" y="1033098"/>
                </a:moveTo>
                <a:lnTo>
                  <a:pt x="1622022" y="941393"/>
                </a:lnTo>
                <a:moveTo>
                  <a:pt x="1656733" y="902528"/>
                </a:moveTo>
                <a:lnTo>
                  <a:pt x="1677699" y="992478"/>
                </a:lnTo>
                <a:moveTo>
                  <a:pt x="1723819" y="1038721"/>
                </a:moveTo>
                <a:lnTo>
                  <a:pt x="1801981" y="1131298"/>
                </a:lnTo>
                <a:moveTo>
                  <a:pt x="1892021" y="1027913"/>
                </a:moveTo>
                <a:lnTo>
                  <a:pt x="1801981" y="1131298"/>
                </a:lnTo>
                <a:moveTo>
                  <a:pt x="1656733" y="902528"/>
                </a:moveTo>
                <a:lnTo>
                  <a:pt x="1709882" y="1022300"/>
                </a:lnTo>
                <a:moveTo>
                  <a:pt x="1701862" y="1033098"/>
                </a:moveTo>
                <a:lnTo>
                  <a:pt x="1677699" y="992478"/>
                </a:lnTo>
                <a:moveTo>
                  <a:pt x="1713168" y="840741"/>
                </a:moveTo>
                <a:lnTo>
                  <a:pt x="1709882" y="1022300"/>
                </a:lnTo>
                <a:moveTo>
                  <a:pt x="1709882" y="1022300"/>
                </a:moveTo>
                <a:lnTo>
                  <a:pt x="1677699" y="992478"/>
                </a:lnTo>
                <a:moveTo>
                  <a:pt x="1701862" y="1033098"/>
                </a:moveTo>
                <a:lnTo>
                  <a:pt x="1723819" y="1038721"/>
                </a:lnTo>
                <a:moveTo>
                  <a:pt x="1723819" y="1038721"/>
                </a:moveTo>
                <a:lnTo>
                  <a:pt x="1892021" y="1027913"/>
                </a:lnTo>
                <a:moveTo>
                  <a:pt x="1723819" y="1038721"/>
                </a:moveTo>
                <a:lnTo>
                  <a:pt x="1892598" y="1027142"/>
                </a:lnTo>
                <a:moveTo>
                  <a:pt x="1709882" y="1022300"/>
                </a:moveTo>
                <a:lnTo>
                  <a:pt x="1701862" y="1033098"/>
                </a:lnTo>
                <a:moveTo>
                  <a:pt x="1709882" y="1022300"/>
                </a:moveTo>
                <a:lnTo>
                  <a:pt x="1723819" y="1038721"/>
                </a:lnTo>
                <a:moveTo>
                  <a:pt x="1893336" y="1026682"/>
                </a:moveTo>
                <a:lnTo>
                  <a:pt x="1892871" y="1027587"/>
                </a:lnTo>
                <a:moveTo>
                  <a:pt x="1892021" y="1027913"/>
                </a:moveTo>
                <a:lnTo>
                  <a:pt x="1892871" y="1027587"/>
                </a:lnTo>
                <a:moveTo>
                  <a:pt x="1892598" y="1027142"/>
                </a:moveTo>
                <a:lnTo>
                  <a:pt x="1893336" y="1026682"/>
                </a:lnTo>
                <a:moveTo>
                  <a:pt x="1892598" y="1027142"/>
                </a:moveTo>
                <a:lnTo>
                  <a:pt x="1892871" y="1027587"/>
                </a:lnTo>
                <a:moveTo>
                  <a:pt x="1892598" y="1027142"/>
                </a:moveTo>
                <a:lnTo>
                  <a:pt x="1892021" y="1027913"/>
                </a:lnTo>
                <a:moveTo>
                  <a:pt x="1709882" y="1022300"/>
                </a:moveTo>
                <a:lnTo>
                  <a:pt x="1892598" y="1027142"/>
                </a:lnTo>
                <a:moveTo>
                  <a:pt x="1713168" y="840741"/>
                </a:moveTo>
                <a:lnTo>
                  <a:pt x="1800067" y="915280"/>
                </a:lnTo>
                <a:moveTo>
                  <a:pt x="1800067" y="915280"/>
                </a:moveTo>
                <a:lnTo>
                  <a:pt x="1892598" y="1027142"/>
                </a:lnTo>
                <a:moveTo>
                  <a:pt x="1709882" y="1022300"/>
                </a:moveTo>
                <a:lnTo>
                  <a:pt x="1800067" y="915280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209" name="9wq3_5_tuned_ReferenceLigand_0">
            <a:extLst>
              <a:ext uri="{FF2B5EF4-FFF2-40B4-BE49-F238E27FC236}">
                <a16:creationId xmlns:a16="http://schemas.microsoft.com/office/drawing/2014/main" id="{3173652C-28E6-473F-8F94-B617CCBB7535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7239" y="754305"/>
                </a:moveTo>
                <a:lnTo>
                  <a:pt x="2285579" y="7971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0" name="9wq3_5_tuned_ReferenceLigand_1">
            <a:extLst>
              <a:ext uri="{FF2B5EF4-FFF2-40B4-BE49-F238E27FC236}">
                <a16:creationId xmlns:a16="http://schemas.microsoft.com/office/drawing/2014/main" id="{451124E0-26DD-4C19-97EE-7FECCB86B47E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7984" y="575253"/>
                </a:moveTo>
                <a:lnTo>
                  <a:pt x="645237" y="58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1" name="9wq3_5_tuned_ReferenceLigand_2">
            <a:extLst>
              <a:ext uri="{FF2B5EF4-FFF2-40B4-BE49-F238E27FC236}">
                <a16:creationId xmlns:a16="http://schemas.microsoft.com/office/drawing/2014/main" id="{3D1E00F4-4161-4BE5-9269-1FB246E1BE9D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237" y="587694"/>
                </a:moveTo>
                <a:lnTo>
                  <a:pt x="761582" y="662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2" name="9wq3_5_tuned_ReferenceLigand_3">
            <a:extLst>
              <a:ext uri="{FF2B5EF4-FFF2-40B4-BE49-F238E27FC236}">
                <a16:creationId xmlns:a16="http://schemas.microsoft.com/office/drawing/2014/main" id="{29BAC2AA-56CB-4A17-B34B-928FE877A01D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7239" y="754305"/>
                </a:moveTo>
                <a:lnTo>
                  <a:pt x="2330900" y="611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3" name="9wq3_5_tuned_ReferenceLigand_4">
            <a:extLst>
              <a:ext uri="{FF2B5EF4-FFF2-40B4-BE49-F238E27FC236}">
                <a16:creationId xmlns:a16="http://schemas.microsoft.com/office/drawing/2014/main" id="{2F5DF024-DBCD-4109-83FD-572ED8607869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299" y="853005"/>
                </a:moveTo>
                <a:lnTo>
                  <a:pt x="2247239" y="7543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4" name="9wq3_5_tuned_ReferenceLigand_5">
            <a:extLst>
              <a:ext uri="{FF2B5EF4-FFF2-40B4-BE49-F238E27FC236}">
                <a16:creationId xmlns:a16="http://schemas.microsoft.com/office/drawing/2014/main" id="{3FC04FBC-3E20-4C40-B4EA-B94318C6B69B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421" y="636342"/>
                </a:moveTo>
                <a:lnTo>
                  <a:pt x="477984" y="575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5" name="9wq3_5_tuned_ReferenceLigand_6">
            <a:extLst>
              <a:ext uri="{FF2B5EF4-FFF2-40B4-BE49-F238E27FC236}">
                <a16:creationId xmlns:a16="http://schemas.microsoft.com/office/drawing/2014/main" id="{DE317FD5-2BDA-41CE-A0A5-E4D5A776BB1B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134" y="987824"/>
                </a:moveTo>
                <a:lnTo>
                  <a:pt x="2107299" y="853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6" name="9wq3_5_tuned_ReferenceLigand_7">
            <a:extLst>
              <a:ext uri="{FF2B5EF4-FFF2-40B4-BE49-F238E27FC236}">
                <a16:creationId xmlns:a16="http://schemas.microsoft.com/office/drawing/2014/main" id="{605E20EA-2C03-4CFF-8736-B88EBD57BA15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582" y="662494"/>
                </a:moveTo>
                <a:lnTo>
                  <a:pt x="711698" y="7249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7" name="9wq3_5_tuned_ReferenceLigand_8">
            <a:extLst>
              <a:ext uri="{FF2B5EF4-FFF2-40B4-BE49-F238E27FC236}">
                <a16:creationId xmlns:a16="http://schemas.microsoft.com/office/drawing/2014/main" id="{B5DF2707-5166-4EDF-9F9E-0AAA2ADF668C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992" y="1023554"/>
                </a:moveTo>
                <a:lnTo>
                  <a:pt x="2011134" y="9878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8" name="9wq3_5_tuned_ReferenceLigand_9">
            <a:extLst>
              <a:ext uri="{FF2B5EF4-FFF2-40B4-BE49-F238E27FC236}">
                <a16:creationId xmlns:a16="http://schemas.microsoft.com/office/drawing/2014/main" id="{D350C539-1A8D-4408-B180-1B16E98626B6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046" y="1209290"/>
                </a:moveTo>
                <a:lnTo>
                  <a:pt x="1425624" y="11951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9" name="9wq3_5_tuned_ReferenceLigand_10">
            <a:extLst>
              <a:ext uri="{FF2B5EF4-FFF2-40B4-BE49-F238E27FC236}">
                <a16:creationId xmlns:a16="http://schemas.microsoft.com/office/drawing/2014/main" id="{FB8B8455-34EC-4EB6-8C4E-3E93ACE99A0C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421" y="636342"/>
                </a:moveTo>
                <a:lnTo>
                  <a:pt x="244250" y="6030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0" name="9wq3_5_tuned_ReferenceLigand_11">
            <a:extLst>
              <a:ext uri="{FF2B5EF4-FFF2-40B4-BE49-F238E27FC236}">
                <a16:creationId xmlns:a16="http://schemas.microsoft.com/office/drawing/2014/main" id="{D8DCEE83-A12B-4A5E-8AF8-502EEFA7CECF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30900" y="611241"/>
                </a:moveTo>
                <a:lnTo>
                  <a:pt x="2284169" y="5594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1" name="9wq3_5_tuned_ReferenceLigand_12">
            <a:extLst>
              <a:ext uri="{FF2B5EF4-FFF2-40B4-BE49-F238E27FC236}">
                <a16:creationId xmlns:a16="http://schemas.microsoft.com/office/drawing/2014/main" id="{E8753E2C-52C5-4F02-8715-B378C7DD1A44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475" y="803393"/>
                </a:moveTo>
                <a:lnTo>
                  <a:pt x="2107299" y="853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2" name="9wq3_5_tuned_ReferenceLigand_13">
            <a:extLst>
              <a:ext uri="{FF2B5EF4-FFF2-40B4-BE49-F238E27FC236}">
                <a16:creationId xmlns:a16="http://schemas.microsoft.com/office/drawing/2014/main" id="{ED07A77D-8418-4140-B438-95AA4443024C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2930" y="1115397"/>
                </a:moveTo>
                <a:lnTo>
                  <a:pt x="1044746" y="942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3" name="9wq3_5_tuned_ReferenceLigand_14">
            <a:extLst>
              <a:ext uri="{FF2B5EF4-FFF2-40B4-BE49-F238E27FC236}">
                <a16:creationId xmlns:a16="http://schemas.microsoft.com/office/drawing/2014/main" id="{8256CAAD-80DB-45EA-A1AD-63292A566AD3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6567" y="712561"/>
                </a:moveTo>
                <a:lnTo>
                  <a:pt x="428421" y="636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4" name="9wq3_5_tuned_ReferenceLigand_15">
            <a:extLst>
              <a:ext uri="{FF2B5EF4-FFF2-40B4-BE49-F238E27FC236}">
                <a16:creationId xmlns:a16="http://schemas.microsoft.com/office/drawing/2014/main" id="{6BB6B7E0-BB10-449C-B8D3-E14A74F893DE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1242" y="929104"/>
                </a:moveTo>
                <a:lnTo>
                  <a:pt x="1044746" y="942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5" name="9wq3_5_tuned_ReferenceLigand_16">
            <a:extLst>
              <a:ext uri="{FF2B5EF4-FFF2-40B4-BE49-F238E27FC236}">
                <a16:creationId xmlns:a16="http://schemas.microsoft.com/office/drawing/2014/main" id="{CEAC06FF-0363-4AA7-BF5B-B22295B32018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1698" y="724905"/>
                </a:moveTo>
                <a:lnTo>
                  <a:pt x="546567" y="7125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6" name="9wq3_5_tuned_ReferenceLigand_17">
            <a:extLst>
              <a:ext uri="{FF2B5EF4-FFF2-40B4-BE49-F238E27FC236}">
                <a16:creationId xmlns:a16="http://schemas.microsoft.com/office/drawing/2014/main" id="{CC9FC989-78AC-40BF-97BA-B6F2730FB7E5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5382" y="534888"/>
                </a:moveTo>
                <a:lnTo>
                  <a:pt x="1727950" y="608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7" name="9wq3_5_tuned_ReferenceLigand_18">
            <a:extLst>
              <a:ext uri="{FF2B5EF4-FFF2-40B4-BE49-F238E27FC236}">
                <a16:creationId xmlns:a16="http://schemas.microsoft.com/office/drawing/2014/main" id="{F8AA5B5F-ED71-4A47-977F-5C118F957B28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1930" y="631827"/>
                </a:moveTo>
                <a:lnTo>
                  <a:pt x="1432770" y="51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8" name="9wq3_5_tuned_ReferenceLigand_19">
            <a:extLst>
              <a:ext uri="{FF2B5EF4-FFF2-40B4-BE49-F238E27FC236}">
                <a16:creationId xmlns:a16="http://schemas.microsoft.com/office/drawing/2014/main" id="{034D58DA-0716-4ABE-B75C-141637B3D6E7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698" y="766117"/>
                </a:moveTo>
                <a:lnTo>
                  <a:pt x="1341930" y="6318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9" name="9wq3_5_tuned_ReferenceLigand_20">
            <a:extLst>
              <a:ext uri="{FF2B5EF4-FFF2-40B4-BE49-F238E27FC236}">
                <a16:creationId xmlns:a16="http://schemas.microsoft.com/office/drawing/2014/main" id="{8D270807-5217-4872-A1E6-2F2E58BE2982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046" y="1209290"/>
                </a:moveTo>
                <a:lnTo>
                  <a:pt x="1359862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0" name="9wq3_5_tuned_ReferenceLigand_21">
            <a:extLst>
              <a:ext uri="{FF2B5EF4-FFF2-40B4-BE49-F238E27FC236}">
                <a16:creationId xmlns:a16="http://schemas.microsoft.com/office/drawing/2014/main" id="{34499D16-39C8-40C6-8561-C34DBF663B3C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0806" y="908830"/>
                </a:moveTo>
                <a:lnTo>
                  <a:pt x="1906992" y="10235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1" name="9wq3_5_tuned_ReferenceLigand_22">
            <a:extLst>
              <a:ext uri="{FF2B5EF4-FFF2-40B4-BE49-F238E27FC236}">
                <a16:creationId xmlns:a16="http://schemas.microsoft.com/office/drawing/2014/main" id="{9D3F7420-0D81-4F21-B11E-9D2D28DB6786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1698" y="724905"/>
                </a:moveTo>
                <a:lnTo>
                  <a:pt x="797701" y="803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2" name="9wq3_5_tuned_ReferenceLigand_23">
            <a:extLst>
              <a:ext uri="{FF2B5EF4-FFF2-40B4-BE49-F238E27FC236}">
                <a16:creationId xmlns:a16="http://schemas.microsoft.com/office/drawing/2014/main" id="{19E3AA71-0F25-42E1-9205-8C927D992ED6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1242" y="929104"/>
                </a:moveTo>
                <a:lnTo>
                  <a:pt x="1250698" y="76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3" name="9wq3_5_tuned_ReferenceLigand_24">
            <a:extLst>
              <a:ext uri="{FF2B5EF4-FFF2-40B4-BE49-F238E27FC236}">
                <a16:creationId xmlns:a16="http://schemas.microsoft.com/office/drawing/2014/main" id="{96C0B2D5-0031-42CA-BCFC-D603181F5137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4746" y="942117"/>
                </a:moveTo>
                <a:lnTo>
                  <a:pt x="972361" y="8498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4" name="9wq3_5_tuned_ReferenceLigand_25">
            <a:extLst>
              <a:ext uri="{FF2B5EF4-FFF2-40B4-BE49-F238E27FC236}">
                <a16:creationId xmlns:a16="http://schemas.microsoft.com/office/drawing/2014/main" id="{FA3EBCEE-321E-4025-9313-0747ECA222B3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317" y="1068539"/>
                </a:moveTo>
                <a:lnTo>
                  <a:pt x="1231242" y="9291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5" name="9wq3_5_tuned_ReferenceLigand_26">
            <a:extLst>
              <a:ext uri="{FF2B5EF4-FFF2-40B4-BE49-F238E27FC236}">
                <a16:creationId xmlns:a16="http://schemas.microsoft.com/office/drawing/2014/main" id="{D78BC779-62B3-4911-BB29-BB4722582F9C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046" y="1209290"/>
                </a:moveTo>
                <a:lnTo>
                  <a:pt x="1280317" y="10685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6" name="9wq3_5_tuned_ReferenceLigand_27">
            <a:extLst>
              <a:ext uri="{FF2B5EF4-FFF2-40B4-BE49-F238E27FC236}">
                <a16:creationId xmlns:a16="http://schemas.microsoft.com/office/drawing/2014/main" id="{C28ABBDE-D241-496B-A243-6589CBBFAD61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4889" y="1183848"/>
                </a:moveTo>
                <a:lnTo>
                  <a:pt x="1408046" y="1209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7" name="9wq3_5_tuned_ReferenceLigand_28">
            <a:extLst>
              <a:ext uri="{FF2B5EF4-FFF2-40B4-BE49-F238E27FC236}">
                <a16:creationId xmlns:a16="http://schemas.microsoft.com/office/drawing/2014/main" id="{45F894F4-6F0D-4D53-A4AC-726C2B17040F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475" y="803393"/>
                </a:moveTo>
                <a:lnTo>
                  <a:pt x="1940806" y="90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8" name="9wq3_5_tuned_ReferenceLigand_29">
            <a:extLst>
              <a:ext uri="{FF2B5EF4-FFF2-40B4-BE49-F238E27FC236}">
                <a16:creationId xmlns:a16="http://schemas.microsoft.com/office/drawing/2014/main" id="{BF448771-CA67-48D4-BA07-A8E1EFB559E0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69" y="559437"/>
                </a:moveTo>
                <a:lnTo>
                  <a:pt x="2369532" y="413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9" name="9wq3_5_tuned_ReferenceLigand_30">
            <a:extLst>
              <a:ext uri="{FF2B5EF4-FFF2-40B4-BE49-F238E27FC236}">
                <a16:creationId xmlns:a16="http://schemas.microsoft.com/office/drawing/2014/main" id="{B58B0247-69E8-44CA-ACB0-06513F281E19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69" y="559437"/>
                </a:moveTo>
                <a:lnTo>
                  <a:pt x="2150964" y="6533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0" name="9wq3_5_tuned_ReferenceLigand_31">
            <a:extLst>
              <a:ext uri="{FF2B5EF4-FFF2-40B4-BE49-F238E27FC236}">
                <a16:creationId xmlns:a16="http://schemas.microsoft.com/office/drawing/2014/main" id="{4EC6C555-DD4B-4332-80F7-165200CEC591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770" y="515468"/>
                </a:moveTo>
                <a:lnTo>
                  <a:pt x="1645382" y="5348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1" name="9wq3_5_tuned_ReferenceLigand_32">
            <a:extLst>
              <a:ext uri="{FF2B5EF4-FFF2-40B4-BE49-F238E27FC236}">
                <a16:creationId xmlns:a16="http://schemas.microsoft.com/office/drawing/2014/main" id="{020F3455-1D69-4AAC-A01B-D061166176E6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964" y="653390"/>
                </a:moveTo>
                <a:lnTo>
                  <a:pt x="2063475" y="8033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2" name="9wq3_5_tuned_ReferenceLigand_33">
            <a:extLst>
              <a:ext uri="{FF2B5EF4-FFF2-40B4-BE49-F238E27FC236}">
                <a16:creationId xmlns:a16="http://schemas.microsoft.com/office/drawing/2014/main" id="{79AA7998-9E81-4E99-B385-7619AB641126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5382" y="534888"/>
                </a:moveTo>
                <a:lnTo>
                  <a:pt x="1711123" y="3518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3" name="9wq3_5_tuned_ReferenceLigand_34">
            <a:extLst>
              <a:ext uri="{FF2B5EF4-FFF2-40B4-BE49-F238E27FC236}">
                <a16:creationId xmlns:a16="http://schemas.microsoft.com/office/drawing/2014/main" id="{59D3E350-5E44-49B5-AECA-F5F302D8EBD4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0509" y="783453"/>
                </a:moveTo>
                <a:lnTo>
                  <a:pt x="546567" y="7125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4" name="9wq3_5_tuned_ReferenceLigand_35">
            <a:extLst>
              <a:ext uri="{FF2B5EF4-FFF2-40B4-BE49-F238E27FC236}">
                <a16:creationId xmlns:a16="http://schemas.microsoft.com/office/drawing/2014/main" id="{D4B7DC60-E3B6-4FAD-805E-D73ADB6A59D3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2778" y="701928"/>
                </a:moveTo>
                <a:lnTo>
                  <a:pt x="1250698" y="76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5" name="9wq3_5_tuned_ReferenceLigand_36">
            <a:extLst>
              <a:ext uri="{FF2B5EF4-FFF2-40B4-BE49-F238E27FC236}">
                <a16:creationId xmlns:a16="http://schemas.microsoft.com/office/drawing/2014/main" id="{D7A03195-A9B6-4D4D-923F-DEDDFB7C07C1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2361" y="849804"/>
                </a:moveTo>
                <a:lnTo>
                  <a:pt x="797701" y="803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6" name="9wq3_5_tuned_ReferenceLigand_37">
            <a:extLst>
              <a:ext uri="{FF2B5EF4-FFF2-40B4-BE49-F238E27FC236}">
                <a16:creationId xmlns:a16="http://schemas.microsoft.com/office/drawing/2014/main" id="{30D2748D-C91E-4196-A35A-B64953B550D2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2361" y="849804"/>
                </a:moveTo>
                <a:lnTo>
                  <a:pt x="1082778" y="7019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7" name="9wq3_5_tuned_ReferenceLigand_38">
            <a:extLst>
              <a:ext uri="{FF2B5EF4-FFF2-40B4-BE49-F238E27FC236}">
                <a16:creationId xmlns:a16="http://schemas.microsoft.com/office/drawing/2014/main" id="{6B110758-CE13-4195-8D52-A0537174E48E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7701" y="803590"/>
                </a:moveTo>
                <a:lnTo>
                  <a:pt x="685729" y="839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8" name="9wq3_5_tuned_ReferenceLigand_39">
            <a:extLst>
              <a:ext uri="{FF2B5EF4-FFF2-40B4-BE49-F238E27FC236}">
                <a16:creationId xmlns:a16="http://schemas.microsoft.com/office/drawing/2014/main" id="{DA72D652-B1A1-498F-AAC2-56B000D840A3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5382" y="534888"/>
                </a:moveTo>
                <a:lnTo>
                  <a:pt x="1711542" y="6258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9" name="9wq3_5_tuned_ReferenceLigand_40">
            <a:extLst>
              <a:ext uri="{FF2B5EF4-FFF2-40B4-BE49-F238E27FC236}">
                <a16:creationId xmlns:a16="http://schemas.microsoft.com/office/drawing/2014/main" id="{2F1DC37E-79AC-49AA-9AF5-BBE6E0F519BF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7428" y="899770"/>
                </a:moveTo>
                <a:lnTo>
                  <a:pt x="1940806" y="90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0" name="9wq3_5_tuned_ReferenceLigand_41">
            <a:extLst>
              <a:ext uri="{FF2B5EF4-FFF2-40B4-BE49-F238E27FC236}">
                <a16:creationId xmlns:a16="http://schemas.microsoft.com/office/drawing/2014/main" id="{1608A17A-1050-4219-ACC0-729C8F948AC4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5729" y="839426"/>
                </a:moveTo>
                <a:lnTo>
                  <a:pt x="530509" y="783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1" name="9wq3_5_tuned_ReferenceLigand_42">
            <a:extLst>
              <a:ext uri="{FF2B5EF4-FFF2-40B4-BE49-F238E27FC236}">
                <a16:creationId xmlns:a16="http://schemas.microsoft.com/office/drawing/2014/main" id="{664B11CF-77BF-445C-91AF-A3C4CA35A789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858" y="1189114"/>
                </a:moveTo>
                <a:lnTo>
                  <a:pt x="1584889" y="11838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2" name="9wq3_5_tuned_ReferenceLigand_43">
            <a:extLst>
              <a:ext uri="{FF2B5EF4-FFF2-40B4-BE49-F238E27FC236}">
                <a16:creationId xmlns:a16="http://schemas.microsoft.com/office/drawing/2014/main" id="{8473F41E-5F15-4DAB-A63A-8258BFC95AD8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4646" y="815954"/>
                </a:moveTo>
                <a:lnTo>
                  <a:pt x="1857428" y="8997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3" name="9wq3_5_tuned_ReferenceLigand_44">
            <a:extLst>
              <a:ext uri="{FF2B5EF4-FFF2-40B4-BE49-F238E27FC236}">
                <a16:creationId xmlns:a16="http://schemas.microsoft.com/office/drawing/2014/main" id="{A5859018-F996-4A65-88B1-CF092B02C79D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1542" y="625895"/>
                </a:moveTo>
                <a:lnTo>
                  <a:pt x="1694646" y="8159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4" name="9wq3_5_tuned_ReferenceLigand_45">
            <a:extLst>
              <a:ext uri="{FF2B5EF4-FFF2-40B4-BE49-F238E27FC236}">
                <a16:creationId xmlns:a16="http://schemas.microsoft.com/office/drawing/2014/main" id="{5E5A0ADE-8B53-4F64-B1E2-3B6E60D2B865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7428" y="899770"/>
                </a:moveTo>
                <a:lnTo>
                  <a:pt x="1828714" y="1074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5" name="9wq3_5_tuned_ReferenceLigand_46">
            <a:extLst>
              <a:ext uri="{FF2B5EF4-FFF2-40B4-BE49-F238E27FC236}">
                <a16:creationId xmlns:a16="http://schemas.microsoft.com/office/drawing/2014/main" id="{E95934B7-A8F5-4721-BFE2-CE1D0AC64D15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354" y="889824"/>
                </a:moveTo>
                <a:lnTo>
                  <a:pt x="1694646" y="8159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6" name="9wq3_5_tuned_ReferenceLigand_47">
            <a:extLst>
              <a:ext uri="{FF2B5EF4-FFF2-40B4-BE49-F238E27FC236}">
                <a16:creationId xmlns:a16="http://schemas.microsoft.com/office/drawing/2014/main" id="{5294C721-8AAE-4999-BB4B-717CA0B324E1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1462" y="1074387"/>
                </a:moveTo>
                <a:lnTo>
                  <a:pt x="1540858" y="1189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7" name="9wq3_5_tuned_ReferenceLigand_48">
            <a:extLst>
              <a:ext uri="{FF2B5EF4-FFF2-40B4-BE49-F238E27FC236}">
                <a16:creationId xmlns:a16="http://schemas.microsoft.com/office/drawing/2014/main" id="{19AF08DE-B387-478B-87FB-0184CABA6B3C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8714" y="1074961"/>
                </a:moveTo>
                <a:lnTo>
                  <a:pt x="1651462" y="10743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8" name="9wq3_5_tuned_ReferenceLigand_49">
            <a:extLst>
              <a:ext uri="{FF2B5EF4-FFF2-40B4-BE49-F238E27FC236}">
                <a16:creationId xmlns:a16="http://schemas.microsoft.com/office/drawing/2014/main" id="{F874C6EF-7527-4675-B834-6F934A29A5CD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1462" y="1074387"/>
                </a:moveTo>
                <a:lnTo>
                  <a:pt x="1590354" y="8898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9" name="9wq3_5_tuned_ReferenceLigand_50">
            <a:extLst>
              <a:ext uri="{FF2B5EF4-FFF2-40B4-BE49-F238E27FC236}">
                <a16:creationId xmlns:a16="http://schemas.microsoft.com/office/drawing/2014/main" id="{7F53731A-CD1B-4369-8DA1-9BAABC0C2FF3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354" y="889824"/>
                </a:moveTo>
                <a:lnTo>
                  <a:pt x="1623795" y="801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0" name="9wq3_5_tuned_PredictedLigand_0">
            <a:extLst>
              <a:ext uri="{FF2B5EF4-FFF2-40B4-BE49-F238E27FC236}">
                <a16:creationId xmlns:a16="http://schemas.microsoft.com/office/drawing/2014/main" id="{1CB1E090-2CF9-4372-9C56-BA5837AFBC2C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1335" y="688080"/>
                </a:moveTo>
                <a:lnTo>
                  <a:pt x="663542" y="6328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61" name="9wq3_5_tuned_PredictedLigand_1">
            <a:extLst>
              <a:ext uri="{FF2B5EF4-FFF2-40B4-BE49-F238E27FC236}">
                <a16:creationId xmlns:a16="http://schemas.microsoft.com/office/drawing/2014/main" id="{F1208A27-F3CD-424A-9FFF-D752A559B606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18929" y="716988"/>
                </a:moveTo>
                <a:lnTo>
                  <a:pt x="2383983" y="715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62" name="9wq3_5_tuned_PredictedLigand_2">
            <a:extLst>
              <a:ext uri="{FF2B5EF4-FFF2-40B4-BE49-F238E27FC236}">
                <a16:creationId xmlns:a16="http://schemas.microsoft.com/office/drawing/2014/main" id="{63FCD014-48FC-4C55-8B3C-AFCCE8B49503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542" y="632832"/>
                </a:moveTo>
                <a:lnTo>
                  <a:pt x="551397" y="6520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63" name="9wq3_5_tuned_PredictedLigand_3">
            <a:extLst>
              <a:ext uri="{FF2B5EF4-FFF2-40B4-BE49-F238E27FC236}">
                <a16:creationId xmlns:a16="http://schemas.microsoft.com/office/drawing/2014/main" id="{C14E6761-4526-420E-BD04-2297AFC02C8C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613" y="620330"/>
                </a:moveTo>
                <a:lnTo>
                  <a:pt x="276183" y="5402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64" name="9wq3_5_tuned_PredictedLigand_4">
            <a:extLst>
              <a:ext uri="{FF2B5EF4-FFF2-40B4-BE49-F238E27FC236}">
                <a16:creationId xmlns:a16="http://schemas.microsoft.com/office/drawing/2014/main" id="{27C84135-8F16-4D9E-8474-3666D73C5BFF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174" y="940755"/>
                </a:moveTo>
                <a:lnTo>
                  <a:pt x="2170563" y="8224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65" name="9wq3_5_tuned_PredictedLigand_5">
            <a:extLst>
              <a:ext uri="{FF2B5EF4-FFF2-40B4-BE49-F238E27FC236}">
                <a16:creationId xmlns:a16="http://schemas.microsoft.com/office/drawing/2014/main" id="{A43C4F02-4CD2-4B90-BE8E-5D8B89781E59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51" y="1003612"/>
                </a:moveTo>
                <a:lnTo>
                  <a:pt x="2071174" y="9407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66" name="9wq3_5_tuned_PredictedLigand_6">
            <a:extLst>
              <a:ext uri="{FF2B5EF4-FFF2-40B4-BE49-F238E27FC236}">
                <a16:creationId xmlns:a16="http://schemas.microsoft.com/office/drawing/2014/main" id="{4A3047C3-8604-45A5-BC61-884AC57B693F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5560" y="742171"/>
                </a:moveTo>
                <a:lnTo>
                  <a:pt x="821335" y="6880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67" name="9wq3_5_tuned_PredictedLigand_7">
            <a:extLst>
              <a:ext uri="{FF2B5EF4-FFF2-40B4-BE49-F238E27FC236}">
                <a16:creationId xmlns:a16="http://schemas.microsoft.com/office/drawing/2014/main" id="{D68C24A6-4C89-4440-9748-36EDF6DCF6C0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0563" y="822498"/>
                </a:moveTo>
                <a:lnTo>
                  <a:pt x="2318929" y="7169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68" name="9wq3_5_tuned_PredictedLigand_8">
            <a:extLst>
              <a:ext uri="{FF2B5EF4-FFF2-40B4-BE49-F238E27FC236}">
                <a16:creationId xmlns:a16="http://schemas.microsoft.com/office/drawing/2014/main" id="{EED31073-7CB2-45AD-8159-3DDAECDE2718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1397" y="652048"/>
                </a:moveTo>
                <a:lnTo>
                  <a:pt x="371613" y="6203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69" name="9wq3_5_tuned_PredictedLigand_9">
            <a:extLst>
              <a:ext uri="{FF2B5EF4-FFF2-40B4-BE49-F238E27FC236}">
                <a16:creationId xmlns:a16="http://schemas.microsoft.com/office/drawing/2014/main" id="{9188E521-208F-4C39-80F5-C24D7177F6C3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445" y="911160"/>
                </a:moveTo>
                <a:lnTo>
                  <a:pt x="1056390" y="9443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70" name="9wq3_5_tuned_PredictedLigand_10">
            <a:extLst>
              <a:ext uri="{FF2B5EF4-FFF2-40B4-BE49-F238E27FC236}">
                <a16:creationId xmlns:a16="http://schemas.microsoft.com/office/drawing/2014/main" id="{1D4EA726-199A-4267-859B-86F30A9097F5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912" y="1105895"/>
                </a:moveTo>
                <a:lnTo>
                  <a:pt x="1056390" y="9443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71" name="9wq3_5_tuned_PredictedLigand_11">
            <a:extLst>
              <a:ext uri="{FF2B5EF4-FFF2-40B4-BE49-F238E27FC236}">
                <a16:creationId xmlns:a16="http://schemas.microsoft.com/office/drawing/2014/main" id="{1B44880C-C931-4E89-98F9-D9C01833941F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18929" y="716988"/>
                </a:moveTo>
                <a:lnTo>
                  <a:pt x="2381756" y="6186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72" name="9wq3_5_tuned_PredictedLigand_12">
            <a:extLst>
              <a:ext uri="{FF2B5EF4-FFF2-40B4-BE49-F238E27FC236}">
                <a16:creationId xmlns:a16="http://schemas.microsoft.com/office/drawing/2014/main" id="{BFC14D55-D704-42EE-AE8A-1CD7500216DC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8543" y="723141"/>
                </a:moveTo>
                <a:lnTo>
                  <a:pt x="551397" y="6520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73" name="9wq3_5_tuned_PredictedLigand_13">
            <a:extLst>
              <a:ext uri="{FF2B5EF4-FFF2-40B4-BE49-F238E27FC236}">
                <a16:creationId xmlns:a16="http://schemas.microsoft.com/office/drawing/2014/main" id="{7296BBA0-6602-4621-A79D-ABB3733D3339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383" y="1212249"/>
                </a:moveTo>
                <a:lnTo>
                  <a:pt x="1483163" y="12214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74" name="9wq3_5_tuned_PredictedLigand_14">
            <a:extLst>
              <a:ext uri="{FF2B5EF4-FFF2-40B4-BE49-F238E27FC236}">
                <a16:creationId xmlns:a16="http://schemas.microsoft.com/office/drawing/2014/main" id="{D64143C9-C464-4E5E-8688-7CD31D0F01BB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669" y="483392"/>
                </a:moveTo>
                <a:lnTo>
                  <a:pt x="1743784" y="498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75" name="9wq3_5_tuned_PredictedLigand_15">
            <a:extLst>
              <a:ext uri="{FF2B5EF4-FFF2-40B4-BE49-F238E27FC236}">
                <a16:creationId xmlns:a16="http://schemas.microsoft.com/office/drawing/2014/main" id="{172A0C27-89C1-49A2-B89C-D92A71948728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2407" y="742830"/>
                </a:moveTo>
                <a:lnTo>
                  <a:pt x="1436791" y="6649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76" name="9wq3_5_tuned_PredictedLigand_16">
            <a:extLst>
              <a:ext uri="{FF2B5EF4-FFF2-40B4-BE49-F238E27FC236}">
                <a16:creationId xmlns:a16="http://schemas.microsoft.com/office/drawing/2014/main" id="{6C9592B5-A171-45F7-B1B5-0A48835C8623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445" y="911160"/>
                </a:moveTo>
                <a:lnTo>
                  <a:pt x="1272407" y="7428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77" name="9wq3_5_tuned_PredictedLigand_17">
            <a:extLst>
              <a:ext uri="{FF2B5EF4-FFF2-40B4-BE49-F238E27FC236}">
                <a16:creationId xmlns:a16="http://schemas.microsoft.com/office/drawing/2014/main" id="{0A42A985-6D9F-4732-8F15-E34C52396B38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6390" y="944306"/>
                </a:moveTo>
                <a:lnTo>
                  <a:pt x="977111" y="813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78" name="9wq3_5_tuned_PredictedLigand_18">
            <a:extLst>
              <a:ext uri="{FF2B5EF4-FFF2-40B4-BE49-F238E27FC236}">
                <a16:creationId xmlns:a16="http://schemas.microsoft.com/office/drawing/2014/main" id="{A6391AB0-DF33-42E8-A0C9-8DB85EE7B440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6791" y="664957"/>
                </a:moveTo>
                <a:lnTo>
                  <a:pt x="1482718" y="511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79" name="9wq3_5_tuned_PredictedLigand_19">
            <a:extLst>
              <a:ext uri="{FF2B5EF4-FFF2-40B4-BE49-F238E27FC236}">
                <a16:creationId xmlns:a16="http://schemas.microsoft.com/office/drawing/2014/main" id="{78D65554-B604-45F7-A420-201054E240D8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8543" y="723141"/>
                </a:moveTo>
                <a:lnTo>
                  <a:pt x="815560" y="7421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80" name="9wq3_5_tuned_PredictedLigand_20">
            <a:extLst>
              <a:ext uri="{FF2B5EF4-FFF2-40B4-BE49-F238E27FC236}">
                <a16:creationId xmlns:a16="http://schemas.microsoft.com/office/drawing/2014/main" id="{2A1BB4E0-8E8A-4D61-9FD3-C0E703F1A3F9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2571" y="816394"/>
                </a:moveTo>
                <a:lnTo>
                  <a:pt x="2170563" y="8224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81" name="9wq3_5_tuned_PredictedLigand_21">
            <a:extLst>
              <a:ext uri="{FF2B5EF4-FFF2-40B4-BE49-F238E27FC236}">
                <a16:creationId xmlns:a16="http://schemas.microsoft.com/office/drawing/2014/main" id="{9FE4E4C2-93B7-4EC9-B73F-8AC052DBB88D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613" y="620330"/>
                </a:moveTo>
                <a:lnTo>
                  <a:pt x="301202" y="6717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82" name="9wq3_5_tuned_PredictedLigand_22">
            <a:extLst>
              <a:ext uri="{FF2B5EF4-FFF2-40B4-BE49-F238E27FC236}">
                <a16:creationId xmlns:a16="http://schemas.microsoft.com/office/drawing/2014/main" id="{AA74D122-9A07-4C3C-A714-EC932ABF837E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111" y="813803"/>
                </a:moveTo>
                <a:lnTo>
                  <a:pt x="815560" y="7421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83" name="9wq3_5_tuned_PredictedLigand_23">
            <a:extLst>
              <a:ext uri="{FF2B5EF4-FFF2-40B4-BE49-F238E27FC236}">
                <a16:creationId xmlns:a16="http://schemas.microsoft.com/office/drawing/2014/main" id="{D34CD095-51A4-4797-B6BA-D6DFE2F3B434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0499" y="917487"/>
                </a:moveTo>
                <a:lnTo>
                  <a:pt x="1941351" y="1003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84" name="9wq3_5_tuned_PredictedLigand_24">
            <a:extLst>
              <a:ext uri="{FF2B5EF4-FFF2-40B4-BE49-F238E27FC236}">
                <a16:creationId xmlns:a16="http://schemas.microsoft.com/office/drawing/2014/main" id="{C5080277-6F25-4066-91DF-8543997EDE7A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7175" y="1023863"/>
                </a:moveTo>
                <a:lnTo>
                  <a:pt x="1246445" y="9111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85" name="9wq3_5_tuned_PredictedLigand_25">
            <a:extLst>
              <a:ext uri="{FF2B5EF4-FFF2-40B4-BE49-F238E27FC236}">
                <a16:creationId xmlns:a16="http://schemas.microsoft.com/office/drawing/2014/main" id="{F910C4BE-399C-42ED-B39E-0A4FE0A9525D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771" y="679630"/>
                </a:moveTo>
                <a:lnTo>
                  <a:pt x="1272407" y="7428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86" name="9wq3_5_tuned_PredictedLigand_26">
            <a:extLst>
              <a:ext uri="{FF2B5EF4-FFF2-40B4-BE49-F238E27FC236}">
                <a16:creationId xmlns:a16="http://schemas.microsoft.com/office/drawing/2014/main" id="{47952587-A5D9-44F2-8A06-E70B2F76C627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383" y="1212249"/>
                </a:moveTo>
                <a:lnTo>
                  <a:pt x="1242644" y="13326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87" name="9wq3_5_tuned_PredictedLigand_27">
            <a:extLst>
              <a:ext uri="{FF2B5EF4-FFF2-40B4-BE49-F238E27FC236}">
                <a16:creationId xmlns:a16="http://schemas.microsoft.com/office/drawing/2014/main" id="{34A9365C-A526-440C-BCF0-35765D7B0637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18" y="511768"/>
                </a:moveTo>
                <a:lnTo>
                  <a:pt x="1681669" y="4833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88" name="9wq3_5_tuned_PredictedLigand_28">
            <a:extLst>
              <a:ext uri="{FF2B5EF4-FFF2-40B4-BE49-F238E27FC236}">
                <a16:creationId xmlns:a16="http://schemas.microsoft.com/office/drawing/2014/main" id="{E29F263F-2967-4B09-AE83-63CFF04A761B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111" y="813803"/>
                </a:moveTo>
                <a:lnTo>
                  <a:pt x="1101771" y="6796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89" name="9wq3_5_tuned_PredictedLigand_29">
            <a:extLst>
              <a:ext uri="{FF2B5EF4-FFF2-40B4-BE49-F238E27FC236}">
                <a16:creationId xmlns:a16="http://schemas.microsoft.com/office/drawing/2014/main" id="{40D7FC2E-CE15-4D46-BF73-B7B6B16FF455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383" y="1212249"/>
                </a:moveTo>
                <a:lnTo>
                  <a:pt x="1327175" y="10238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90" name="9wq3_5_tuned_PredictedLigand_30">
            <a:extLst>
              <a:ext uri="{FF2B5EF4-FFF2-40B4-BE49-F238E27FC236}">
                <a16:creationId xmlns:a16="http://schemas.microsoft.com/office/drawing/2014/main" id="{33636AAC-062E-4416-AB77-5008E78C7857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2571" y="816394"/>
                </a:moveTo>
                <a:lnTo>
                  <a:pt x="1960499" y="917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91" name="9wq3_5_tuned_PredictedLigand_31">
            <a:extLst>
              <a:ext uri="{FF2B5EF4-FFF2-40B4-BE49-F238E27FC236}">
                <a16:creationId xmlns:a16="http://schemas.microsoft.com/office/drawing/2014/main" id="{4E7749A4-8E09-4F9D-A38F-0241220B68BB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669" y="483392"/>
                </a:moveTo>
                <a:lnTo>
                  <a:pt x="1724515" y="3104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92" name="9wq3_5_tuned_PredictedLigand_32">
            <a:extLst>
              <a:ext uri="{FF2B5EF4-FFF2-40B4-BE49-F238E27FC236}">
                <a16:creationId xmlns:a16="http://schemas.microsoft.com/office/drawing/2014/main" id="{F6F5C784-F22E-414A-A682-56116DB92B33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1756" y="618644"/>
                </a:moveTo>
                <a:lnTo>
                  <a:pt x="2318875" y="6186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93" name="9wq3_5_tuned_PredictedLigand_33">
            <a:extLst>
              <a:ext uri="{FF2B5EF4-FFF2-40B4-BE49-F238E27FC236}">
                <a16:creationId xmlns:a16="http://schemas.microsoft.com/office/drawing/2014/main" id="{0C69F54F-04FD-4909-85E9-BD82AA1FB26A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1677" y="759729"/>
                </a:moveTo>
                <a:lnTo>
                  <a:pt x="648543" y="7231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94" name="9wq3_5_tuned_PredictedLigand_34">
            <a:extLst>
              <a:ext uri="{FF2B5EF4-FFF2-40B4-BE49-F238E27FC236}">
                <a16:creationId xmlns:a16="http://schemas.microsoft.com/office/drawing/2014/main" id="{9FA373BE-2405-40AA-95A1-D0D636D42A48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669" y="483392"/>
                </a:moveTo>
                <a:lnTo>
                  <a:pt x="1751415" y="6174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95" name="9wq3_5_tuned_PredictedLigand_35">
            <a:extLst>
              <a:ext uri="{FF2B5EF4-FFF2-40B4-BE49-F238E27FC236}">
                <a16:creationId xmlns:a16="http://schemas.microsoft.com/office/drawing/2014/main" id="{FA282940-6E9B-452E-8254-27593C6449AE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8352" y="1260460"/>
                </a:moveTo>
                <a:lnTo>
                  <a:pt x="1393383" y="12122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96" name="9wq3_5_tuned_PredictedLigand_36">
            <a:extLst>
              <a:ext uri="{FF2B5EF4-FFF2-40B4-BE49-F238E27FC236}">
                <a16:creationId xmlns:a16="http://schemas.microsoft.com/office/drawing/2014/main" id="{2BC23A54-FD04-4D96-9DB6-3F6C2E160091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7258" y="717682"/>
                </a:moveTo>
                <a:lnTo>
                  <a:pt x="2102571" y="8163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97" name="9wq3_5_tuned_PredictedLigand_37">
            <a:extLst>
              <a:ext uri="{FF2B5EF4-FFF2-40B4-BE49-F238E27FC236}">
                <a16:creationId xmlns:a16="http://schemas.microsoft.com/office/drawing/2014/main" id="{332B7DEB-6B3B-4AA8-A2DC-0ACE31164CFE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1202" y="671771"/>
                </a:moveTo>
                <a:lnTo>
                  <a:pt x="400265" y="7340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98" name="9wq3_5_tuned_PredictedLigand_38">
            <a:extLst>
              <a:ext uri="{FF2B5EF4-FFF2-40B4-BE49-F238E27FC236}">
                <a16:creationId xmlns:a16="http://schemas.microsoft.com/office/drawing/2014/main" id="{08BC7A5F-7963-4998-9C8A-ED7790EE1367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968" y="918664"/>
                </a:moveTo>
                <a:lnTo>
                  <a:pt x="1960499" y="917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99" name="9wq3_5_tuned_PredictedLigand_39">
            <a:extLst>
              <a:ext uri="{FF2B5EF4-FFF2-40B4-BE49-F238E27FC236}">
                <a16:creationId xmlns:a16="http://schemas.microsoft.com/office/drawing/2014/main" id="{CA2D83B4-5B31-4207-AC5D-6A23A95B9EDE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18875" y="618635"/>
                </a:moveTo>
                <a:lnTo>
                  <a:pt x="2177258" y="7176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00" name="9wq3_5_tuned_PredictedLigand_40">
            <a:extLst>
              <a:ext uri="{FF2B5EF4-FFF2-40B4-BE49-F238E27FC236}">
                <a16:creationId xmlns:a16="http://schemas.microsoft.com/office/drawing/2014/main" id="{80F6E7B5-1553-4EB8-8D60-1AD34D99C012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0265" y="734047"/>
                </a:moveTo>
                <a:lnTo>
                  <a:pt x="571677" y="7597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01" name="9wq3_5_tuned_PredictedLigand_41">
            <a:extLst>
              <a:ext uri="{FF2B5EF4-FFF2-40B4-BE49-F238E27FC236}">
                <a16:creationId xmlns:a16="http://schemas.microsoft.com/office/drawing/2014/main" id="{31F4432A-FC94-440A-ACF4-D15BA0602B48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1415" y="617451"/>
                </a:moveTo>
                <a:lnTo>
                  <a:pt x="1706286" y="7953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02" name="9wq3_5_tuned_PredictedLigand_42">
            <a:extLst>
              <a:ext uri="{FF2B5EF4-FFF2-40B4-BE49-F238E27FC236}">
                <a16:creationId xmlns:a16="http://schemas.microsoft.com/office/drawing/2014/main" id="{F32B1E02-B1E0-4A11-9748-5546FB4E034A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286" y="795360"/>
                </a:moveTo>
                <a:lnTo>
                  <a:pt x="1851968" y="9186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03" name="9wq3_5_tuned_PredictedLigand_43">
            <a:extLst>
              <a:ext uri="{FF2B5EF4-FFF2-40B4-BE49-F238E27FC236}">
                <a16:creationId xmlns:a16="http://schemas.microsoft.com/office/drawing/2014/main" id="{12E864EA-8B11-49E5-B3A2-FB2490A3B1E7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18875" y="618635"/>
                </a:moveTo>
                <a:lnTo>
                  <a:pt x="2398219" y="5267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04" name="9wq3_5_tuned_PredictedLigand_44">
            <a:extLst>
              <a:ext uri="{FF2B5EF4-FFF2-40B4-BE49-F238E27FC236}">
                <a16:creationId xmlns:a16="http://schemas.microsoft.com/office/drawing/2014/main" id="{2A64AEF7-693F-4015-AFDF-E35D3CF43053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968" y="918664"/>
                </a:moveTo>
                <a:lnTo>
                  <a:pt x="1765775" y="107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05" name="9wq3_5_tuned_PredictedLigand_45">
            <a:extLst>
              <a:ext uri="{FF2B5EF4-FFF2-40B4-BE49-F238E27FC236}">
                <a16:creationId xmlns:a16="http://schemas.microsoft.com/office/drawing/2014/main" id="{C3230FF3-818E-41EF-96F9-77323ABB7AD0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868" y="1161589"/>
                </a:moveTo>
                <a:lnTo>
                  <a:pt x="1508352" y="12604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06" name="9wq3_5_tuned_PredictedLigand_46">
            <a:extLst>
              <a:ext uri="{FF2B5EF4-FFF2-40B4-BE49-F238E27FC236}">
                <a16:creationId xmlns:a16="http://schemas.microsoft.com/office/drawing/2014/main" id="{4AAFF1C3-32BB-4B5D-8762-1F7B3D90EFCD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714" y="856196"/>
                </a:moveTo>
                <a:lnTo>
                  <a:pt x="1706286" y="7953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07" name="9wq3_5_tuned_PredictedLigand_47">
            <a:extLst>
              <a:ext uri="{FF2B5EF4-FFF2-40B4-BE49-F238E27FC236}">
                <a16:creationId xmlns:a16="http://schemas.microsoft.com/office/drawing/2014/main" id="{63BB0F62-B34F-4D10-8B69-436731DA08FD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775" y="1076040"/>
                </a:moveTo>
                <a:lnTo>
                  <a:pt x="1623139" y="10454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08" name="9wq3_5_tuned_PredictedLigand_48">
            <a:extLst>
              <a:ext uri="{FF2B5EF4-FFF2-40B4-BE49-F238E27FC236}">
                <a16:creationId xmlns:a16="http://schemas.microsoft.com/office/drawing/2014/main" id="{D8890838-9C9A-4159-8927-E15BD7681186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139" y="1045401"/>
                </a:moveTo>
                <a:lnTo>
                  <a:pt x="1471868" y="11615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09" name="9wq3_5_tuned_PredictedLigand_49">
            <a:extLst>
              <a:ext uri="{FF2B5EF4-FFF2-40B4-BE49-F238E27FC236}">
                <a16:creationId xmlns:a16="http://schemas.microsoft.com/office/drawing/2014/main" id="{E9C1190D-CCB8-4124-AFA9-B4AE95B6F6D6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139" y="1045401"/>
                </a:moveTo>
                <a:lnTo>
                  <a:pt x="1581714" y="8561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10" name="9wq3_5_tuned_PredictedLigand_50">
            <a:extLst>
              <a:ext uri="{FF2B5EF4-FFF2-40B4-BE49-F238E27FC236}">
                <a16:creationId xmlns:a16="http://schemas.microsoft.com/office/drawing/2014/main" id="{F7F09B81-37AA-410F-8215-2BA5CF253E50}"/>
              </a:ext>
            </a:extLst>
          </p:cNvPr>
          <p:cNvSpPr>
            <a:spLocks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714" y="856196"/>
                </a:moveTo>
                <a:lnTo>
                  <a:pt x="1595569" y="7741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11" name="9wq3_5_tuned_PredictedAtoms_0">
            <a:extLst>
              <a:ext uri="{FF2B5EF4-FFF2-40B4-BE49-F238E27FC236}">
                <a16:creationId xmlns:a16="http://schemas.microsoft.com/office/drawing/2014/main" id="{3B21EACD-1257-48C1-A615-BAE23141C7B4}"/>
              </a:ext>
            </a:extLst>
          </p:cNvPr>
          <p:cNvSpPr>
            <a:spLocks/>
          </p:cNvSpPr>
          <p:nvPr/>
        </p:nvSpPr>
        <p:spPr>
          <a:xfrm>
            <a:off x="4171119" y="10833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12" name="9wq3_5_tuned_PredictedAtoms_1">
            <a:extLst>
              <a:ext uri="{FF2B5EF4-FFF2-40B4-BE49-F238E27FC236}">
                <a16:creationId xmlns:a16="http://schemas.microsoft.com/office/drawing/2014/main" id="{AD5CB546-551A-4950-A897-B73D748F5CAB}"/>
              </a:ext>
            </a:extLst>
          </p:cNvPr>
          <p:cNvSpPr>
            <a:spLocks/>
          </p:cNvSpPr>
          <p:nvPr/>
        </p:nvSpPr>
        <p:spPr>
          <a:xfrm>
            <a:off x="4240597" y="106721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13" name="9wq3_5_tuned_PredictedAtoms_2">
            <a:extLst>
              <a:ext uri="{FF2B5EF4-FFF2-40B4-BE49-F238E27FC236}">
                <a16:creationId xmlns:a16="http://schemas.microsoft.com/office/drawing/2014/main" id="{9787F41F-D2DC-4656-B4F6-B52E3E934F66}"/>
              </a:ext>
            </a:extLst>
          </p:cNvPr>
          <p:cNvSpPr>
            <a:spLocks/>
          </p:cNvSpPr>
          <p:nvPr/>
        </p:nvSpPr>
        <p:spPr>
          <a:xfrm>
            <a:off x="4161319" y="105416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14" name="9wq3_5_tuned_PredictedAtoms_3">
            <a:extLst>
              <a:ext uri="{FF2B5EF4-FFF2-40B4-BE49-F238E27FC236}">
                <a16:creationId xmlns:a16="http://schemas.microsoft.com/office/drawing/2014/main" id="{87709E57-1AC6-4FE0-9E71-83F35FDA634F}"/>
              </a:ext>
            </a:extLst>
          </p:cNvPr>
          <p:cNvSpPr>
            <a:spLocks/>
          </p:cNvSpPr>
          <p:nvPr/>
        </p:nvSpPr>
        <p:spPr>
          <a:xfrm>
            <a:off x="3999767" y="10470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15" name="9wq3_5_tuned_PredictedAtoms_4">
            <a:extLst>
              <a:ext uri="{FF2B5EF4-FFF2-40B4-BE49-F238E27FC236}">
                <a16:creationId xmlns:a16="http://schemas.microsoft.com/office/drawing/2014/main" id="{E90ED909-7482-4BD9-BC8B-E02FACCF1306}"/>
              </a:ext>
            </a:extLst>
          </p:cNvPr>
          <p:cNvSpPr>
            <a:spLocks/>
          </p:cNvSpPr>
          <p:nvPr/>
        </p:nvSpPr>
        <p:spPr>
          <a:xfrm>
            <a:off x="4005542" y="104159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16" name="9wq3_5_tuned_PredictedAtoms_5">
            <a:extLst>
              <a:ext uri="{FF2B5EF4-FFF2-40B4-BE49-F238E27FC236}">
                <a16:creationId xmlns:a16="http://schemas.microsoft.com/office/drawing/2014/main" id="{26B751C6-9BCF-40D9-B025-0DBD92E2A3A1}"/>
              </a:ext>
            </a:extLst>
          </p:cNvPr>
          <p:cNvSpPr>
            <a:spLocks/>
          </p:cNvSpPr>
          <p:nvPr/>
        </p:nvSpPr>
        <p:spPr>
          <a:xfrm>
            <a:off x="3847749" y="103607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17" name="9wq3_5_tuned_PredictedAtoms_6">
            <a:extLst>
              <a:ext uri="{FF2B5EF4-FFF2-40B4-BE49-F238E27FC236}">
                <a16:creationId xmlns:a16="http://schemas.microsoft.com/office/drawing/2014/main" id="{4F933DED-16C7-40FB-A8E9-06B9D3188A2F}"/>
              </a:ext>
            </a:extLst>
          </p:cNvPr>
          <p:cNvSpPr>
            <a:spLocks/>
          </p:cNvSpPr>
          <p:nvPr/>
        </p:nvSpPr>
        <p:spPr>
          <a:xfrm>
            <a:off x="3735604" y="103799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18" name="9wq3_5_tuned_PredictedAtoms_7">
            <a:extLst>
              <a:ext uri="{FF2B5EF4-FFF2-40B4-BE49-F238E27FC236}">
                <a16:creationId xmlns:a16="http://schemas.microsoft.com/office/drawing/2014/main" id="{910A9A81-F4AC-403C-B3F2-EE4D1E6A0F36}"/>
              </a:ext>
            </a:extLst>
          </p:cNvPr>
          <p:cNvSpPr>
            <a:spLocks/>
          </p:cNvSpPr>
          <p:nvPr/>
        </p:nvSpPr>
        <p:spPr>
          <a:xfrm>
            <a:off x="3555820" y="103482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19" name="9wq3_5_tuned_PredictedAtoms_8">
            <a:extLst>
              <a:ext uri="{FF2B5EF4-FFF2-40B4-BE49-F238E27FC236}">
                <a16:creationId xmlns:a16="http://schemas.microsoft.com/office/drawing/2014/main" id="{58D75FAE-1650-4BDA-AB06-CE3F616E1746}"/>
              </a:ext>
            </a:extLst>
          </p:cNvPr>
          <p:cNvSpPr>
            <a:spLocks/>
          </p:cNvSpPr>
          <p:nvPr/>
        </p:nvSpPr>
        <p:spPr>
          <a:xfrm>
            <a:off x="3460391" y="102681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0" name="9wq3_5_tuned_PredictedAtoms_9">
            <a:extLst>
              <a:ext uri="{FF2B5EF4-FFF2-40B4-BE49-F238E27FC236}">
                <a16:creationId xmlns:a16="http://schemas.microsoft.com/office/drawing/2014/main" id="{8F820DB5-DE05-400C-B48A-049ACFAD2274}"/>
              </a:ext>
            </a:extLst>
          </p:cNvPr>
          <p:cNvSpPr>
            <a:spLocks/>
          </p:cNvSpPr>
          <p:nvPr/>
        </p:nvSpPr>
        <p:spPr>
          <a:xfrm>
            <a:off x="3485410" y="103996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1" name="9wq3_5_tuned_PredictedAtoms_10">
            <a:extLst>
              <a:ext uri="{FF2B5EF4-FFF2-40B4-BE49-F238E27FC236}">
                <a16:creationId xmlns:a16="http://schemas.microsoft.com/office/drawing/2014/main" id="{34165B54-B45B-4796-B275-84237D4E3467}"/>
              </a:ext>
            </a:extLst>
          </p:cNvPr>
          <p:cNvSpPr>
            <a:spLocks/>
          </p:cNvSpPr>
          <p:nvPr/>
        </p:nvSpPr>
        <p:spPr>
          <a:xfrm>
            <a:off x="3584472" y="104619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2" name="9wq3_5_tuned_PredictedAtoms_11">
            <a:extLst>
              <a:ext uri="{FF2B5EF4-FFF2-40B4-BE49-F238E27FC236}">
                <a16:creationId xmlns:a16="http://schemas.microsoft.com/office/drawing/2014/main" id="{46A640C4-351E-46BD-8A28-351BA2ECEE94}"/>
              </a:ext>
            </a:extLst>
          </p:cNvPr>
          <p:cNvSpPr>
            <a:spLocks/>
          </p:cNvSpPr>
          <p:nvPr/>
        </p:nvSpPr>
        <p:spPr>
          <a:xfrm>
            <a:off x="3755885" y="104876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3" name="9wq3_5_tuned_PredictedAtoms_12">
            <a:extLst>
              <a:ext uri="{FF2B5EF4-FFF2-40B4-BE49-F238E27FC236}">
                <a16:creationId xmlns:a16="http://schemas.microsoft.com/office/drawing/2014/main" id="{A3012F16-9CF3-47CE-9404-5CFE7BC659D7}"/>
              </a:ext>
            </a:extLst>
          </p:cNvPr>
          <p:cNvSpPr>
            <a:spLocks/>
          </p:cNvSpPr>
          <p:nvPr/>
        </p:nvSpPr>
        <p:spPr>
          <a:xfrm>
            <a:off x="3832750" y="104510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4" name="9wq3_5_tuned_PredictedAtoms_13">
            <a:extLst>
              <a:ext uri="{FF2B5EF4-FFF2-40B4-BE49-F238E27FC236}">
                <a16:creationId xmlns:a16="http://schemas.microsoft.com/office/drawing/2014/main" id="{5D8E08C1-6EE3-42B3-A616-8472A2ABAF42}"/>
              </a:ext>
            </a:extLst>
          </p:cNvPr>
          <p:cNvSpPr>
            <a:spLocks/>
          </p:cNvSpPr>
          <p:nvPr/>
        </p:nvSpPr>
        <p:spPr>
          <a:xfrm>
            <a:off x="4285978" y="104075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5" name="9wq3_5_tuned_PredictedAtoms_14">
            <a:extLst>
              <a:ext uri="{FF2B5EF4-FFF2-40B4-BE49-F238E27FC236}">
                <a16:creationId xmlns:a16="http://schemas.microsoft.com/office/drawing/2014/main" id="{B5067508-49CC-4BD1-BE6A-718B4FEE07BB}"/>
              </a:ext>
            </a:extLst>
          </p:cNvPr>
          <p:cNvSpPr>
            <a:spLocks/>
          </p:cNvSpPr>
          <p:nvPr/>
        </p:nvSpPr>
        <p:spPr>
          <a:xfrm>
            <a:off x="4456614" y="104707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6" name="9wq3_5_tuned_PredictedAtoms_15">
            <a:extLst>
              <a:ext uri="{FF2B5EF4-FFF2-40B4-BE49-F238E27FC236}">
                <a16:creationId xmlns:a16="http://schemas.microsoft.com/office/drawing/2014/main" id="{66E26749-B469-45D1-8D34-29C31B6FCE67}"/>
              </a:ext>
            </a:extLst>
          </p:cNvPr>
          <p:cNvSpPr>
            <a:spLocks/>
          </p:cNvSpPr>
          <p:nvPr/>
        </p:nvSpPr>
        <p:spPr>
          <a:xfrm>
            <a:off x="4620999" y="103928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7" name="9wq3_5_tuned_PredictedAtoms_16">
            <a:extLst>
              <a:ext uri="{FF2B5EF4-FFF2-40B4-BE49-F238E27FC236}">
                <a16:creationId xmlns:a16="http://schemas.microsoft.com/office/drawing/2014/main" id="{6E63EEEA-CFB3-4687-B943-78B46154CF60}"/>
              </a:ext>
            </a:extLst>
          </p:cNvPr>
          <p:cNvSpPr>
            <a:spLocks/>
          </p:cNvSpPr>
          <p:nvPr/>
        </p:nvSpPr>
        <p:spPr>
          <a:xfrm>
            <a:off x="4666926" y="102396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8" name="9wq3_5_tuned_PredictedAtoms_17">
            <a:extLst>
              <a:ext uri="{FF2B5EF4-FFF2-40B4-BE49-F238E27FC236}">
                <a16:creationId xmlns:a16="http://schemas.microsoft.com/office/drawing/2014/main" id="{780D0400-C292-4686-8937-F2ED4293F717}"/>
              </a:ext>
            </a:extLst>
          </p:cNvPr>
          <p:cNvSpPr>
            <a:spLocks/>
          </p:cNvSpPr>
          <p:nvPr/>
        </p:nvSpPr>
        <p:spPr>
          <a:xfrm>
            <a:off x="4865876" y="102112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9" name="9wq3_5_tuned_PredictedAtoms_18">
            <a:extLst>
              <a:ext uri="{FF2B5EF4-FFF2-40B4-BE49-F238E27FC236}">
                <a16:creationId xmlns:a16="http://schemas.microsoft.com/office/drawing/2014/main" id="{3BA300A8-4867-41FA-9E54-4A3D692629D7}"/>
              </a:ext>
            </a:extLst>
          </p:cNvPr>
          <p:cNvSpPr>
            <a:spLocks/>
          </p:cNvSpPr>
          <p:nvPr/>
        </p:nvSpPr>
        <p:spPr>
          <a:xfrm>
            <a:off x="4927991" y="10226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0" name="9wq3_5_tuned_PredictedAtoms_19">
            <a:extLst>
              <a:ext uri="{FF2B5EF4-FFF2-40B4-BE49-F238E27FC236}">
                <a16:creationId xmlns:a16="http://schemas.microsoft.com/office/drawing/2014/main" id="{295B5020-7DC6-497B-BCF5-4815405E7071}"/>
              </a:ext>
            </a:extLst>
          </p:cNvPr>
          <p:cNvSpPr>
            <a:spLocks/>
          </p:cNvSpPr>
          <p:nvPr/>
        </p:nvSpPr>
        <p:spPr>
          <a:xfrm>
            <a:off x="4908722" y="100383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1" name="9wq3_5_tuned_PredictedAtoms_20">
            <a:extLst>
              <a:ext uri="{FF2B5EF4-FFF2-40B4-BE49-F238E27FC236}">
                <a16:creationId xmlns:a16="http://schemas.microsoft.com/office/drawing/2014/main" id="{066DFC61-E9EA-4FEA-AF39-DC1F61973C9B}"/>
              </a:ext>
            </a:extLst>
          </p:cNvPr>
          <p:cNvSpPr>
            <a:spLocks/>
          </p:cNvSpPr>
          <p:nvPr/>
        </p:nvSpPr>
        <p:spPr>
          <a:xfrm>
            <a:off x="4935622" y="103453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2" name="9wq3_5_tuned_PredictedAtoms_21">
            <a:extLst>
              <a:ext uri="{FF2B5EF4-FFF2-40B4-BE49-F238E27FC236}">
                <a16:creationId xmlns:a16="http://schemas.microsoft.com/office/drawing/2014/main" id="{8820BFDE-BD88-4639-BFCE-3C95D168C080}"/>
              </a:ext>
            </a:extLst>
          </p:cNvPr>
          <p:cNvSpPr>
            <a:spLocks/>
          </p:cNvSpPr>
          <p:nvPr/>
        </p:nvSpPr>
        <p:spPr>
          <a:xfrm>
            <a:off x="4890494" y="10523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3" name="9wq3_5_tuned_PredictedAtoms_22">
            <a:extLst>
              <a:ext uri="{FF2B5EF4-FFF2-40B4-BE49-F238E27FC236}">
                <a16:creationId xmlns:a16="http://schemas.microsoft.com/office/drawing/2014/main" id="{889CF471-4BB9-455F-A224-66FE9BDD43DA}"/>
              </a:ext>
            </a:extLst>
          </p:cNvPr>
          <p:cNvSpPr>
            <a:spLocks/>
          </p:cNvSpPr>
          <p:nvPr/>
        </p:nvSpPr>
        <p:spPr>
          <a:xfrm>
            <a:off x="5036175" y="10646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4" name="9wq3_5_tuned_PredictedAtoms_23">
            <a:extLst>
              <a:ext uri="{FF2B5EF4-FFF2-40B4-BE49-F238E27FC236}">
                <a16:creationId xmlns:a16="http://schemas.microsoft.com/office/drawing/2014/main" id="{A5B92A86-64C1-4B29-A81C-4A8E7BB8F44D}"/>
              </a:ext>
            </a:extLst>
          </p:cNvPr>
          <p:cNvSpPr>
            <a:spLocks/>
          </p:cNvSpPr>
          <p:nvPr/>
        </p:nvSpPr>
        <p:spPr>
          <a:xfrm>
            <a:off x="5144706" y="106453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5" name="9wq3_5_tuned_PredictedAtoms_24">
            <a:extLst>
              <a:ext uri="{FF2B5EF4-FFF2-40B4-BE49-F238E27FC236}">
                <a16:creationId xmlns:a16="http://schemas.microsoft.com/office/drawing/2014/main" id="{2107AB72-F585-4E51-AB50-35C5AED18A1B}"/>
              </a:ext>
            </a:extLst>
          </p:cNvPr>
          <p:cNvSpPr>
            <a:spLocks/>
          </p:cNvSpPr>
          <p:nvPr/>
        </p:nvSpPr>
        <p:spPr>
          <a:xfrm>
            <a:off x="5125559" y="107314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6" name="9wq3_5_tuned_PredictedAtoms_25">
            <a:extLst>
              <a:ext uri="{FF2B5EF4-FFF2-40B4-BE49-F238E27FC236}">
                <a16:creationId xmlns:a16="http://schemas.microsoft.com/office/drawing/2014/main" id="{F0660C1E-215B-4541-83A9-A157EA2D5F87}"/>
              </a:ext>
            </a:extLst>
          </p:cNvPr>
          <p:cNvSpPr>
            <a:spLocks/>
          </p:cNvSpPr>
          <p:nvPr/>
        </p:nvSpPr>
        <p:spPr>
          <a:xfrm>
            <a:off x="5255382" y="106686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7" name="9wq3_5_tuned_PredictedAtoms_26">
            <a:extLst>
              <a:ext uri="{FF2B5EF4-FFF2-40B4-BE49-F238E27FC236}">
                <a16:creationId xmlns:a16="http://schemas.microsoft.com/office/drawing/2014/main" id="{5B541256-B71B-4CF6-8A4F-E7DAA24C44BC}"/>
              </a:ext>
            </a:extLst>
          </p:cNvPr>
          <p:cNvSpPr>
            <a:spLocks/>
          </p:cNvSpPr>
          <p:nvPr/>
        </p:nvSpPr>
        <p:spPr>
          <a:xfrm>
            <a:off x="5354771" y="105503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8" name="9wq3_5_tuned_PredictedAtoms_27">
            <a:extLst>
              <a:ext uri="{FF2B5EF4-FFF2-40B4-BE49-F238E27FC236}">
                <a16:creationId xmlns:a16="http://schemas.microsoft.com/office/drawing/2014/main" id="{8205FF1F-2BB8-4C49-8682-CFCFE6FD89AA}"/>
              </a:ext>
            </a:extLst>
          </p:cNvPr>
          <p:cNvSpPr>
            <a:spLocks/>
          </p:cNvSpPr>
          <p:nvPr/>
        </p:nvSpPr>
        <p:spPr>
          <a:xfrm>
            <a:off x="5503136" y="104448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9" name="9wq3_5_tuned_PredictedAtoms_28">
            <a:extLst>
              <a:ext uri="{FF2B5EF4-FFF2-40B4-BE49-F238E27FC236}">
                <a16:creationId xmlns:a16="http://schemas.microsoft.com/office/drawing/2014/main" id="{EFA42FA1-7FCB-467B-B4ED-0EB3D49B1628}"/>
              </a:ext>
            </a:extLst>
          </p:cNvPr>
          <p:cNvSpPr>
            <a:spLocks/>
          </p:cNvSpPr>
          <p:nvPr/>
        </p:nvSpPr>
        <p:spPr>
          <a:xfrm>
            <a:off x="5568191" y="104429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0" name="9wq3_5_tuned_PredictedAtoms_29">
            <a:extLst>
              <a:ext uri="{FF2B5EF4-FFF2-40B4-BE49-F238E27FC236}">
                <a16:creationId xmlns:a16="http://schemas.microsoft.com/office/drawing/2014/main" id="{BEA3EA7F-1732-4096-BB28-6F1526C0BD70}"/>
              </a:ext>
            </a:extLst>
          </p:cNvPr>
          <p:cNvSpPr>
            <a:spLocks/>
          </p:cNvSpPr>
          <p:nvPr/>
        </p:nvSpPr>
        <p:spPr>
          <a:xfrm>
            <a:off x="5565964" y="103465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1" name="9wq3_5_tuned_PredictedAtoms_30">
            <a:extLst>
              <a:ext uri="{FF2B5EF4-FFF2-40B4-BE49-F238E27FC236}">
                <a16:creationId xmlns:a16="http://schemas.microsoft.com/office/drawing/2014/main" id="{7EA396A0-C3E2-4C95-90AF-FC77BED8F7EE}"/>
              </a:ext>
            </a:extLst>
          </p:cNvPr>
          <p:cNvSpPr>
            <a:spLocks/>
          </p:cNvSpPr>
          <p:nvPr/>
        </p:nvSpPr>
        <p:spPr>
          <a:xfrm>
            <a:off x="5503083" y="103465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2" name="9wq3_5_tuned_PredictedAtoms_31">
            <a:extLst>
              <a:ext uri="{FF2B5EF4-FFF2-40B4-BE49-F238E27FC236}">
                <a16:creationId xmlns:a16="http://schemas.microsoft.com/office/drawing/2014/main" id="{AFBDED90-B7CA-4CA0-9AA4-B5E384941593}"/>
              </a:ext>
            </a:extLst>
          </p:cNvPr>
          <p:cNvSpPr>
            <a:spLocks/>
          </p:cNvSpPr>
          <p:nvPr/>
        </p:nvSpPr>
        <p:spPr>
          <a:xfrm>
            <a:off x="5582426" y="102545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3" name="9wq3_5_tuned_PredictedAtoms_32">
            <a:extLst>
              <a:ext uri="{FF2B5EF4-FFF2-40B4-BE49-F238E27FC236}">
                <a16:creationId xmlns:a16="http://schemas.microsoft.com/office/drawing/2014/main" id="{FAE6D9F7-4C44-41F1-A2FB-9A3B333B20B8}"/>
              </a:ext>
            </a:extLst>
          </p:cNvPr>
          <p:cNvSpPr>
            <a:spLocks/>
          </p:cNvSpPr>
          <p:nvPr/>
        </p:nvSpPr>
        <p:spPr>
          <a:xfrm>
            <a:off x="5361465" y="104455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4" name="9wq3_5_tuned_PredictedAtoms_33">
            <a:extLst>
              <a:ext uri="{FF2B5EF4-FFF2-40B4-BE49-F238E27FC236}">
                <a16:creationId xmlns:a16="http://schemas.microsoft.com/office/drawing/2014/main" id="{7B332337-507E-47CD-83CC-02CCB95F10FA}"/>
              </a:ext>
            </a:extLst>
          </p:cNvPr>
          <p:cNvSpPr>
            <a:spLocks/>
          </p:cNvSpPr>
          <p:nvPr/>
        </p:nvSpPr>
        <p:spPr>
          <a:xfrm>
            <a:off x="5286779" y="105442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5" name="9wq3_5_tuned_PredictedAtoms_34">
            <a:extLst>
              <a:ext uri="{FF2B5EF4-FFF2-40B4-BE49-F238E27FC236}">
                <a16:creationId xmlns:a16="http://schemas.microsoft.com/office/drawing/2014/main" id="{6F72EAC4-59DA-4120-A022-588F4DAA8885}"/>
              </a:ext>
            </a:extLst>
          </p:cNvPr>
          <p:cNvSpPr>
            <a:spLocks/>
          </p:cNvSpPr>
          <p:nvPr/>
        </p:nvSpPr>
        <p:spPr>
          <a:xfrm>
            <a:off x="4949983" y="108039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6" name="9wq3_5_tuned_PredictedAtoms_35">
            <a:extLst>
              <a:ext uri="{FF2B5EF4-FFF2-40B4-BE49-F238E27FC236}">
                <a16:creationId xmlns:a16="http://schemas.microsoft.com/office/drawing/2014/main" id="{423EAAF9-36F0-43DE-AA78-EEBED05512C4}"/>
              </a:ext>
            </a:extLst>
          </p:cNvPr>
          <p:cNvSpPr>
            <a:spLocks/>
          </p:cNvSpPr>
          <p:nvPr/>
        </p:nvSpPr>
        <p:spPr>
          <a:xfrm>
            <a:off x="4807347" y="107732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7" name="9wq3_5_tuned_PredictedAtoms_36">
            <a:extLst>
              <a:ext uri="{FF2B5EF4-FFF2-40B4-BE49-F238E27FC236}">
                <a16:creationId xmlns:a16="http://schemas.microsoft.com/office/drawing/2014/main" id="{48804DA0-EB29-4D4C-A1DF-05045E4D3BF2}"/>
              </a:ext>
            </a:extLst>
          </p:cNvPr>
          <p:cNvSpPr>
            <a:spLocks/>
          </p:cNvSpPr>
          <p:nvPr/>
        </p:nvSpPr>
        <p:spPr>
          <a:xfrm>
            <a:off x="4656075" y="108894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8" name="9wq3_5_tuned_PredictedAtoms_37">
            <a:extLst>
              <a:ext uri="{FF2B5EF4-FFF2-40B4-BE49-F238E27FC236}">
                <a16:creationId xmlns:a16="http://schemas.microsoft.com/office/drawing/2014/main" id="{813162A5-4827-4254-8353-EDEBD8BF136B}"/>
              </a:ext>
            </a:extLst>
          </p:cNvPr>
          <p:cNvSpPr>
            <a:spLocks/>
          </p:cNvSpPr>
          <p:nvPr/>
        </p:nvSpPr>
        <p:spPr>
          <a:xfrm>
            <a:off x="4692559" y="109883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9" name="9wq3_5_tuned_PredictedAtoms_38">
            <a:extLst>
              <a:ext uri="{FF2B5EF4-FFF2-40B4-BE49-F238E27FC236}">
                <a16:creationId xmlns:a16="http://schemas.microsoft.com/office/drawing/2014/main" id="{D52D06C5-F25A-4F0A-BE75-F78BEA9D2FAC}"/>
              </a:ext>
            </a:extLst>
          </p:cNvPr>
          <p:cNvSpPr>
            <a:spLocks/>
          </p:cNvSpPr>
          <p:nvPr/>
        </p:nvSpPr>
        <p:spPr>
          <a:xfrm>
            <a:off x="4577590" y="109401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50" name="9wq3_5_tuned_PredictedAtoms_39">
            <a:extLst>
              <a:ext uri="{FF2B5EF4-FFF2-40B4-BE49-F238E27FC236}">
                <a16:creationId xmlns:a16="http://schemas.microsoft.com/office/drawing/2014/main" id="{86B5D5E5-060D-4AB5-8427-DE75F2F10C1F}"/>
              </a:ext>
            </a:extLst>
          </p:cNvPr>
          <p:cNvSpPr>
            <a:spLocks/>
          </p:cNvSpPr>
          <p:nvPr/>
        </p:nvSpPr>
        <p:spPr>
          <a:xfrm>
            <a:off x="4667370" y="109492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51" name="9wq3_5_tuned_PredictedAtoms_41">
            <a:extLst>
              <a:ext uri="{FF2B5EF4-FFF2-40B4-BE49-F238E27FC236}">
                <a16:creationId xmlns:a16="http://schemas.microsoft.com/office/drawing/2014/main" id="{DB7F3D72-E1FA-4A4F-9F62-B138DF64CE73}"/>
              </a:ext>
            </a:extLst>
          </p:cNvPr>
          <p:cNvSpPr>
            <a:spLocks/>
          </p:cNvSpPr>
          <p:nvPr/>
        </p:nvSpPr>
        <p:spPr>
          <a:xfrm>
            <a:off x="4511382" y="10751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52" name="9wq3_5_tuned_PredictedAtoms_42">
            <a:extLst>
              <a:ext uri="{FF2B5EF4-FFF2-40B4-BE49-F238E27FC236}">
                <a16:creationId xmlns:a16="http://schemas.microsoft.com/office/drawing/2014/main" id="{CFF957A6-69DA-43B0-927E-25D7DA7AFB24}"/>
              </a:ext>
            </a:extLst>
          </p:cNvPr>
          <p:cNvSpPr>
            <a:spLocks/>
          </p:cNvSpPr>
          <p:nvPr/>
        </p:nvSpPr>
        <p:spPr>
          <a:xfrm>
            <a:off x="4430653" y="106390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53" name="9wq3_5_tuned_PredictedAtoms_43">
            <a:extLst>
              <a:ext uri="{FF2B5EF4-FFF2-40B4-BE49-F238E27FC236}">
                <a16:creationId xmlns:a16="http://schemas.microsoft.com/office/drawing/2014/main" id="{623D25EA-A4FC-4F45-A098-D2A2846F64DC}"/>
              </a:ext>
            </a:extLst>
          </p:cNvPr>
          <p:cNvSpPr>
            <a:spLocks/>
          </p:cNvSpPr>
          <p:nvPr/>
        </p:nvSpPr>
        <p:spPr>
          <a:xfrm>
            <a:off x="4765922" y="1058407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54" name="9wq3_5_tuned_PredictedAtoms_44">
            <a:extLst>
              <a:ext uri="{FF2B5EF4-FFF2-40B4-BE49-F238E27FC236}">
                <a16:creationId xmlns:a16="http://schemas.microsoft.com/office/drawing/2014/main" id="{2E95F7F5-18A4-4DD7-B3D4-EDED3C71A7B2}"/>
              </a:ext>
            </a:extLst>
          </p:cNvPr>
          <p:cNvSpPr>
            <a:spLocks/>
          </p:cNvSpPr>
          <p:nvPr/>
        </p:nvSpPr>
        <p:spPr>
          <a:xfrm>
            <a:off x="4779777" y="105020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55" name="stage3-cases-main_54">
            <a:extLst>
              <a:ext uri="{FF2B5EF4-FFF2-40B4-BE49-F238E27FC236}">
                <a16:creationId xmlns:a16="http://schemas.microsoft.com/office/drawing/2014/main" id="{BC3B8E2C-4138-40F9-9F99-D4FDB19286F9}"/>
              </a:ext>
            </a:extLst>
          </p:cNvPr>
          <p:cNvSpPr>
            <a:spLocks/>
          </p:cNvSpPr>
          <p:nvPr/>
        </p:nvSpPr>
        <p:spPr>
          <a:xfrm>
            <a:off x="32004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2356" name="9wq3_5_build_Receptor">
            <a:extLst>
              <a:ext uri="{FF2B5EF4-FFF2-40B4-BE49-F238E27FC236}">
                <a16:creationId xmlns:a16="http://schemas.microsoft.com/office/drawing/2014/main" id="{CB2B4ADF-024C-44CF-96D8-BE9C59C7D06C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3192" y="704177"/>
                </a:moveTo>
                <a:lnTo>
                  <a:pt x="1966327" y="826496"/>
                </a:lnTo>
                <a:moveTo>
                  <a:pt x="2608214" y="477441"/>
                </a:moveTo>
                <a:lnTo>
                  <a:pt x="2628923" y="395595"/>
                </a:lnTo>
                <a:moveTo>
                  <a:pt x="2115870" y="571239"/>
                </a:moveTo>
                <a:lnTo>
                  <a:pt x="2113192" y="704177"/>
                </a:lnTo>
                <a:moveTo>
                  <a:pt x="2608214" y="477441"/>
                </a:moveTo>
                <a:lnTo>
                  <a:pt x="2438668" y="577681"/>
                </a:lnTo>
                <a:moveTo>
                  <a:pt x="2438668" y="577681"/>
                </a:moveTo>
                <a:lnTo>
                  <a:pt x="2280513" y="464955"/>
                </a:lnTo>
                <a:moveTo>
                  <a:pt x="2280513" y="464955"/>
                </a:moveTo>
                <a:lnTo>
                  <a:pt x="2115870" y="571239"/>
                </a:lnTo>
                <a:moveTo>
                  <a:pt x="2614971" y="350802"/>
                </a:moveTo>
                <a:lnTo>
                  <a:pt x="2608214" y="477441"/>
                </a:lnTo>
                <a:moveTo>
                  <a:pt x="1248185" y="192281"/>
                </a:moveTo>
                <a:lnTo>
                  <a:pt x="1300344" y="358347"/>
                </a:lnTo>
                <a:moveTo>
                  <a:pt x="1096003" y="130138"/>
                </a:moveTo>
                <a:lnTo>
                  <a:pt x="1248185" y="192281"/>
                </a:lnTo>
                <a:moveTo>
                  <a:pt x="1200420" y="461829"/>
                </a:moveTo>
                <a:lnTo>
                  <a:pt x="1300344" y="358347"/>
                </a:lnTo>
                <a:moveTo>
                  <a:pt x="994426" y="232491"/>
                </a:moveTo>
                <a:lnTo>
                  <a:pt x="1096003" y="130138"/>
                </a:lnTo>
                <a:moveTo>
                  <a:pt x="1048351" y="398926"/>
                </a:moveTo>
                <a:lnTo>
                  <a:pt x="1200420" y="461829"/>
                </a:lnTo>
                <a:moveTo>
                  <a:pt x="994426" y="232491"/>
                </a:moveTo>
                <a:lnTo>
                  <a:pt x="1048351" y="398926"/>
                </a:lnTo>
                <a:moveTo>
                  <a:pt x="829211" y="164167"/>
                </a:moveTo>
                <a:lnTo>
                  <a:pt x="994426" y="232491"/>
                </a:lnTo>
                <a:moveTo>
                  <a:pt x="451651" y="1020989"/>
                </a:moveTo>
                <a:lnTo>
                  <a:pt x="274505" y="1018100"/>
                </a:lnTo>
                <a:moveTo>
                  <a:pt x="172937" y="1084503"/>
                </a:moveTo>
                <a:lnTo>
                  <a:pt x="274505" y="1018100"/>
                </a:lnTo>
                <a:moveTo>
                  <a:pt x="526955" y="1090576"/>
                </a:moveTo>
                <a:lnTo>
                  <a:pt x="451651" y="1020989"/>
                </a:lnTo>
                <a:moveTo>
                  <a:pt x="248890" y="1153865"/>
                </a:moveTo>
                <a:lnTo>
                  <a:pt x="172937" y="1084503"/>
                </a:lnTo>
                <a:moveTo>
                  <a:pt x="426504" y="1157672"/>
                </a:moveTo>
                <a:lnTo>
                  <a:pt x="526955" y="1090576"/>
                </a:lnTo>
                <a:moveTo>
                  <a:pt x="426504" y="1157672"/>
                </a:moveTo>
                <a:lnTo>
                  <a:pt x="248890" y="1153865"/>
                </a:lnTo>
                <a:moveTo>
                  <a:pt x="508582" y="1232998"/>
                </a:moveTo>
                <a:lnTo>
                  <a:pt x="426504" y="1157672"/>
                </a:lnTo>
                <a:moveTo>
                  <a:pt x="2398615" y="1145727"/>
                </a:moveTo>
                <a:lnTo>
                  <a:pt x="2496237" y="1129796"/>
                </a:lnTo>
                <a:moveTo>
                  <a:pt x="2314764" y="1321835"/>
                </a:moveTo>
                <a:lnTo>
                  <a:pt x="2398615" y="1145727"/>
                </a:lnTo>
                <a:moveTo>
                  <a:pt x="2230208" y="1327775"/>
                </a:moveTo>
                <a:lnTo>
                  <a:pt x="2314764" y="1321835"/>
                </a:lnTo>
                <a:moveTo>
                  <a:pt x="1034309" y="303937"/>
                </a:moveTo>
                <a:lnTo>
                  <a:pt x="1051799" y="199777"/>
                </a:lnTo>
                <a:moveTo>
                  <a:pt x="877959" y="422374"/>
                </a:moveTo>
                <a:lnTo>
                  <a:pt x="744318" y="374363"/>
                </a:lnTo>
                <a:moveTo>
                  <a:pt x="80101" y="1004657"/>
                </a:moveTo>
                <a:lnTo>
                  <a:pt x="132752" y="835794"/>
                </a:lnTo>
                <a:moveTo>
                  <a:pt x="189526" y="1134718"/>
                </a:moveTo>
                <a:lnTo>
                  <a:pt x="80101" y="1004657"/>
                </a:lnTo>
                <a:moveTo>
                  <a:pt x="877959" y="422374"/>
                </a:moveTo>
                <a:lnTo>
                  <a:pt x="1034309" y="303937"/>
                </a:lnTo>
                <a:moveTo>
                  <a:pt x="136251" y="1304176"/>
                </a:moveTo>
                <a:lnTo>
                  <a:pt x="189526" y="1134718"/>
                </a:lnTo>
                <a:moveTo>
                  <a:pt x="1034309" y="303937"/>
                </a:moveTo>
                <a:lnTo>
                  <a:pt x="1150670" y="317805"/>
                </a:lnTo>
                <a:moveTo>
                  <a:pt x="1925887" y="199943"/>
                </a:moveTo>
                <a:lnTo>
                  <a:pt x="1948390" y="128395"/>
                </a:lnTo>
                <a:moveTo>
                  <a:pt x="2355531" y="1324254"/>
                </a:moveTo>
                <a:lnTo>
                  <a:pt x="2230208" y="1327775"/>
                </a:lnTo>
                <a:moveTo>
                  <a:pt x="802098" y="416994"/>
                </a:moveTo>
                <a:lnTo>
                  <a:pt x="877959" y="422374"/>
                </a:lnTo>
                <a:moveTo>
                  <a:pt x="1150670" y="317805"/>
                </a:moveTo>
                <a:lnTo>
                  <a:pt x="1304402" y="209816"/>
                </a:lnTo>
                <a:moveTo>
                  <a:pt x="1466125" y="321195"/>
                </a:moveTo>
                <a:lnTo>
                  <a:pt x="1460058" y="479394"/>
                </a:lnTo>
                <a:moveTo>
                  <a:pt x="1304402" y="209816"/>
                </a:moveTo>
                <a:lnTo>
                  <a:pt x="1466125" y="321195"/>
                </a:lnTo>
                <a:moveTo>
                  <a:pt x="1466125" y="321195"/>
                </a:moveTo>
                <a:lnTo>
                  <a:pt x="1612191" y="235445"/>
                </a:lnTo>
                <a:moveTo>
                  <a:pt x="2666136" y="151591"/>
                </a:moveTo>
                <a:lnTo>
                  <a:pt x="2576398" y="104738"/>
                </a:lnTo>
                <a:moveTo>
                  <a:pt x="1612191" y="235445"/>
                </a:moveTo>
                <a:lnTo>
                  <a:pt x="1775004" y="325395"/>
                </a:lnTo>
                <a:moveTo>
                  <a:pt x="1775004" y="325395"/>
                </a:moveTo>
                <a:lnTo>
                  <a:pt x="1925887" y="199943"/>
                </a:lnTo>
                <a:moveTo>
                  <a:pt x="2390377" y="162839"/>
                </a:moveTo>
                <a:lnTo>
                  <a:pt x="2330527" y="230627"/>
                </a:lnTo>
                <a:moveTo>
                  <a:pt x="1304402" y="209816"/>
                </a:moveTo>
                <a:lnTo>
                  <a:pt x="1296022" y="85265"/>
                </a:lnTo>
                <a:moveTo>
                  <a:pt x="766554" y="558124"/>
                </a:moveTo>
                <a:lnTo>
                  <a:pt x="802098" y="416994"/>
                </a:lnTo>
                <a:moveTo>
                  <a:pt x="766554" y="558124"/>
                </a:moveTo>
                <a:lnTo>
                  <a:pt x="799471" y="705216"/>
                </a:lnTo>
                <a:moveTo>
                  <a:pt x="2576398" y="104738"/>
                </a:moveTo>
                <a:lnTo>
                  <a:pt x="2390377" y="162839"/>
                </a:lnTo>
                <a:moveTo>
                  <a:pt x="1775004" y="325395"/>
                </a:moveTo>
                <a:lnTo>
                  <a:pt x="1778730" y="412994"/>
                </a:lnTo>
                <a:moveTo>
                  <a:pt x="2390377" y="162839"/>
                </a:moveTo>
                <a:lnTo>
                  <a:pt x="2303688" y="139678"/>
                </a:lnTo>
                <a:moveTo>
                  <a:pt x="1296022" y="85265"/>
                </a:moveTo>
                <a:lnTo>
                  <a:pt x="1237184" y="169837"/>
                </a:lnTo>
                <a:moveTo>
                  <a:pt x="680573" y="530087"/>
                </a:moveTo>
                <a:lnTo>
                  <a:pt x="766554" y="558124"/>
                </a:lnTo>
                <a:moveTo>
                  <a:pt x="1778730" y="412994"/>
                </a:moveTo>
                <a:lnTo>
                  <a:pt x="1873348" y="556420"/>
                </a:lnTo>
                <a:moveTo>
                  <a:pt x="1778730" y="412994"/>
                </a:moveTo>
                <a:lnTo>
                  <a:pt x="1701910" y="351404"/>
                </a:lnTo>
                <a:moveTo>
                  <a:pt x="1873348" y="556420"/>
                </a:moveTo>
                <a:lnTo>
                  <a:pt x="1857237" y="676740"/>
                </a:lnTo>
                <a:moveTo>
                  <a:pt x="538877" y="652118"/>
                </a:moveTo>
                <a:lnTo>
                  <a:pt x="680573" y="530087"/>
                </a:lnTo>
                <a:moveTo>
                  <a:pt x="1967857" y="836190"/>
                </a:moveTo>
                <a:lnTo>
                  <a:pt x="2142543" y="789798"/>
                </a:lnTo>
                <a:moveTo>
                  <a:pt x="1857237" y="676740"/>
                </a:moveTo>
                <a:lnTo>
                  <a:pt x="1967857" y="836190"/>
                </a:lnTo>
                <a:moveTo>
                  <a:pt x="680573" y="530087"/>
                </a:moveTo>
                <a:lnTo>
                  <a:pt x="811551" y="550204"/>
                </a:lnTo>
                <a:moveTo>
                  <a:pt x="811551" y="550204"/>
                </a:moveTo>
                <a:lnTo>
                  <a:pt x="972166" y="445263"/>
                </a:lnTo>
                <a:moveTo>
                  <a:pt x="1857237" y="676740"/>
                </a:moveTo>
                <a:lnTo>
                  <a:pt x="1906362" y="598931"/>
                </a:lnTo>
                <a:moveTo>
                  <a:pt x="811551" y="550204"/>
                </a:moveTo>
                <a:lnTo>
                  <a:pt x="730492" y="495496"/>
                </a:lnTo>
                <a:moveTo>
                  <a:pt x="1906362" y="598931"/>
                </a:moveTo>
                <a:lnTo>
                  <a:pt x="1860026" y="672165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357" name="9wq3_5_build_ExperimentalDensity">
            <a:extLst>
              <a:ext uri="{FF2B5EF4-FFF2-40B4-BE49-F238E27FC236}">
                <a16:creationId xmlns:a16="http://schemas.microsoft.com/office/drawing/2014/main" id="{FB3D7305-BE7C-449F-9BAD-3CE3373E2003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3935" y="839223"/>
                </a:moveTo>
                <a:lnTo>
                  <a:pt x="2304139" y="935663"/>
                </a:lnTo>
                <a:moveTo>
                  <a:pt x="2213935" y="839223"/>
                </a:moveTo>
                <a:lnTo>
                  <a:pt x="2305881" y="743869"/>
                </a:lnTo>
                <a:moveTo>
                  <a:pt x="2119990" y="921332"/>
                </a:moveTo>
                <a:lnTo>
                  <a:pt x="2304139" y="935663"/>
                </a:lnTo>
                <a:moveTo>
                  <a:pt x="2119990" y="921332"/>
                </a:moveTo>
                <a:lnTo>
                  <a:pt x="2213935" y="839223"/>
                </a:lnTo>
                <a:moveTo>
                  <a:pt x="661471" y="700546"/>
                </a:moveTo>
                <a:lnTo>
                  <a:pt x="754417" y="611824"/>
                </a:lnTo>
                <a:moveTo>
                  <a:pt x="2282571" y="576393"/>
                </a:moveTo>
                <a:lnTo>
                  <a:pt x="2330190" y="575349"/>
                </a:lnTo>
                <a:moveTo>
                  <a:pt x="2271901" y="697542"/>
                </a:moveTo>
                <a:lnTo>
                  <a:pt x="2305881" y="743869"/>
                </a:lnTo>
                <a:moveTo>
                  <a:pt x="2334949" y="700177"/>
                </a:moveTo>
                <a:lnTo>
                  <a:pt x="2305881" y="743869"/>
                </a:lnTo>
                <a:moveTo>
                  <a:pt x="2178480" y="784510"/>
                </a:moveTo>
                <a:lnTo>
                  <a:pt x="2213935" y="839223"/>
                </a:lnTo>
                <a:moveTo>
                  <a:pt x="2304139" y="935663"/>
                </a:moveTo>
                <a:lnTo>
                  <a:pt x="2393406" y="822561"/>
                </a:lnTo>
                <a:moveTo>
                  <a:pt x="2213935" y="839223"/>
                </a:moveTo>
                <a:lnTo>
                  <a:pt x="2393406" y="822561"/>
                </a:lnTo>
                <a:moveTo>
                  <a:pt x="2178480" y="784510"/>
                </a:moveTo>
                <a:lnTo>
                  <a:pt x="2305881" y="743869"/>
                </a:lnTo>
                <a:moveTo>
                  <a:pt x="2305881" y="743869"/>
                </a:moveTo>
                <a:lnTo>
                  <a:pt x="2393406" y="822561"/>
                </a:lnTo>
                <a:moveTo>
                  <a:pt x="477774" y="689210"/>
                </a:moveTo>
                <a:lnTo>
                  <a:pt x="661471" y="700546"/>
                </a:lnTo>
                <a:moveTo>
                  <a:pt x="2086831" y="873254"/>
                </a:moveTo>
                <a:lnTo>
                  <a:pt x="2213935" y="839223"/>
                </a:lnTo>
                <a:moveTo>
                  <a:pt x="2404888" y="830883"/>
                </a:moveTo>
                <a:lnTo>
                  <a:pt x="2304139" y="935663"/>
                </a:lnTo>
                <a:moveTo>
                  <a:pt x="674602" y="513499"/>
                </a:moveTo>
                <a:lnTo>
                  <a:pt x="754417" y="611824"/>
                </a:lnTo>
                <a:moveTo>
                  <a:pt x="365287" y="564634"/>
                </a:moveTo>
                <a:lnTo>
                  <a:pt x="388707" y="600303"/>
                </a:lnTo>
                <a:moveTo>
                  <a:pt x="2271901" y="697542"/>
                </a:moveTo>
                <a:lnTo>
                  <a:pt x="2334949" y="700177"/>
                </a:lnTo>
                <a:moveTo>
                  <a:pt x="581595" y="600881"/>
                </a:moveTo>
                <a:lnTo>
                  <a:pt x="754417" y="611824"/>
                </a:lnTo>
                <a:moveTo>
                  <a:pt x="362389" y="608550"/>
                </a:moveTo>
                <a:lnTo>
                  <a:pt x="388707" y="600303"/>
                </a:lnTo>
                <a:moveTo>
                  <a:pt x="2025574" y="1000318"/>
                </a:moveTo>
                <a:lnTo>
                  <a:pt x="2119990" y="921332"/>
                </a:lnTo>
                <a:moveTo>
                  <a:pt x="2355460" y="961962"/>
                </a:moveTo>
                <a:lnTo>
                  <a:pt x="2304139" y="935663"/>
                </a:lnTo>
                <a:moveTo>
                  <a:pt x="754417" y="611824"/>
                </a:moveTo>
                <a:lnTo>
                  <a:pt x="748599" y="776606"/>
                </a:lnTo>
                <a:moveTo>
                  <a:pt x="581595" y="600881"/>
                </a:moveTo>
                <a:lnTo>
                  <a:pt x="661471" y="700546"/>
                </a:lnTo>
                <a:moveTo>
                  <a:pt x="2178480" y="784510"/>
                </a:moveTo>
                <a:lnTo>
                  <a:pt x="2271901" y="697542"/>
                </a:lnTo>
                <a:moveTo>
                  <a:pt x="2086831" y="873254"/>
                </a:moveTo>
                <a:lnTo>
                  <a:pt x="2119990" y="921332"/>
                </a:lnTo>
                <a:moveTo>
                  <a:pt x="530031" y="624441"/>
                </a:moveTo>
                <a:lnTo>
                  <a:pt x="661471" y="700546"/>
                </a:lnTo>
                <a:moveTo>
                  <a:pt x="2334949" y="700177"/>
                </a:moveTo>
                <a:lnTo>
                  <a:pt x="2393406" y="822561"/>
                </a:lnTo>
                <a:moveTo>
                  <a:pt x="661471" y="700546"/>
                </a:moveTo>
                <a:lnTo>
                  <a:pt x="748599" y="776606"/>
                </a:lnTo>
                <a:moveTo>
                  <a:pt x="698421" y="466820"/>
                </a:moveTo>
                <a:lnTo>
                  <a:pt x="674602" y="513499"/>
                </a:lnTo>
                <a:moveTo>
                  <a:pt x="838819" y="678153"/>
                </a:moveTo>
                <a:lnTo>
                  <a:pt x="754417" y="611824"/>
                </a:lnTo>
                <a:moveTo>
                  <a:pt x="2334949" y="700177"/>
                </a:moveTo>
                <a:lnTo>
                  <a:pt x="2400505" y="811626"/>
                </a:lnTo>
                <a:moveTo>
                  <a:pt x="1994824" y="961639"/>
                </a:moveTo>
                <a:lnTo>
                  <a:pt x="2119990" y="921332"/>
                </a:lnTo>
                <a:moveTo>
                  <a:pt x="413092" y="612567"/>
                </a:moveTo>
                <a:lnTo>
                  <a:pt x="477774" y="689210"/>
                </a:lnTo>
                <a:moveTo>
                  <a:pt x="530031" y="624441"/>
                </a:moveTo>
                <a:lnTo>
                  <a:pt x="477774" y="689210"/>
                </a:lnTo>
                <a:moveTo>
                  <a:pt x="2400505" y="811626"/>
                </a:moveTo>
                <a:lnTo>
                  <a:pt x="2393406" y="822561"/>
                </a:lnTo>
                <a:moveTo>
                  <a:pt x="2086831" y="873254"/>
                </a:moveTo>
                <a:lnTo>
                  <a:pt x="2178480" y="784510"/>
                </a:lnTo>
                <a:moveTo>
                  <a:pt x="362389" y="608550"/>
                </a:moveTo>
                <a:lnTo>
                  <a:pt x="365287" y="564634"/>
                </a:lnTo>
                <a:moveTo>
                  <a:pt x="660860" y="493166"/>
                </a:moveTo>
                <a:lnTo>
                  <a:pt x="698421" y="466820"/>
                </a:lnTo>
                <a:moveTo>
                  <a:pt x="2404888" y="830883"/>
                </a:moveTo>
                <a:lnTo>
                  <a:pt x="2393406" y="822561"/>
                </a:lnTo>
                <a:moveTo>
                  <a:pt x="581595" y="600881"/>
                </a:moveTo>
                <a:lnTo>
                  <a:pt x="674602" y="513499"/>
                </a:lnTo>
                <a:moveTo>
                  <a:pt x="2267026" y="553846"/>
                </a:moveTo>
                <a:lnTo>
                  <a:pt x="2282571" y="576393"/>
                </a:lnTo>
                <a:moveTo>
                  <a:pt x="660860" y="493166"/>
                </a:moveTo>
                <a:lnTo>
                  <a:pt x="674602" y="513499"/>
                </a:lnTo>
                <a:moveTo>
                  <a:pt x="362389" y="608550"/>
                </a:moveTo>
                <a:lnTo>
                  <a:pt x="413092" y="612567"/>
                </a:lnTo>
                <a:moveTo>
                  <a:pt x="2400505" y="811626"/>
                </a:moveTo>
                <a:lnTo>
                  <a:pt x="2404888" y="830883"/>
                </a:lnTo>
                <a:moveTo>
                  <a:pt x="2282571" y="576393"/>
                </a:moveTo>
                <a:lnTo>
                  <a:pt x="2387437" y="609342"/>
                </a:lnTo>
                <a:moveTo>
                  <a:pt x="2387437" y="609342"/>
                </a:moveTo>
                <a:lnTo>
                  <a:pt x="2330190" y="575349"/>
                </a:lnTo>
                <a:moveTo>
                  <a:pt x="413092" y="612567"/>
                </a:moveTo>
                <a:lnTo>
                  <a:pt x="530031" y="624441"/>
                </a:lnTo>
                <a:moveTo>
                  <a:pt x="2390978" y="608713"/>
                </a:moveTo>
                <a:lnTo>
                  <a:pt x="2330190" y="575349"/>
                </a:lnTo>
                <a:moveTo>
                  <a:pt x="530031" y="624441"/>
                </a:moveTo>
                <a:lnTo>
                  <a:pt x="581595" y="600881"/>
                </a:lnTo>
                <a:moveTo>
                  <a:pt x="1994824" y="961639"/>
                </a:moveTo>
                <a:lnTo>
                  <a:pt x="2025574" y="1000318"/>
                </a:lnTo>
                <a:moveTo>
                  <a:pt x="660860" y="493166"/>
                </a:moveTo>
                <a:lnTo>
                  <a:pt x="581595" y="600881"/>
                </a:lnTo>
                <a:moveTo>
                  <a:pt x="1994824" y="961639"/>
                </a:moveTo>
                <a:lnTo>
                  <a:pt x="2086831" y="873254"/>
                </a:lnTo>
                <a:moveTo>
                  <a:pt x="413092" y="612567"/>
                </a:moveTo>
                <a:lnTo>
                  <a:pt x="568042" y="582742"/>
                </a:lnTo>
                <a:moveTo>
                  <a:pt x="568042" y="582742"/>
                </a:moveTo>
                <a:lnTo>
                  <a:pt x="581595" y="600881"/>
                </a:lnTo>
                <a:moveTo>
                  <a:pt x="568042" y="582742"/>
                </a:moveTo>
                <a:lnTo>
                  <a:pt x="530031" y="624441"/>
                </a:lnTo>
                <a:moveTo>
                  <a:pt x="568042" y="582742"/>
                </a:moveTo>
                <a:lnTo>
                  <a:pt x="660860" y="493166"/>
                </a:lnTo>
                <a:moveTo>
                  <a:pt x="2271901" y="697542"/>
                </a:moveTo>
                <a:lnTo>
                  <a:pt x="2387437" y="609342"/>
                </a:lnTo>
                <a:moveTo>
                  <a:pt x="2355460" y="961962"/>
                </a:moveTo>
                <a:lnTo>
                  <a:pt x="2404888" y="830883"/>
                </a:lnTo>
                <a:moveTo>
                  <a:pt x="2225445" y="623376"/>
                </a:moveTo>
                <a:lnTo>
                  <a:pt x="2271901" y="697542"/>
                </a:lnTo>
                <a:moveTo>
                  <a:pt x="1945160" y="1065037"/>
                </a:moveTo>
                <a:lnTo>
                  <a:pt x="2025574" y="1000318"/>
                </a:lnTo>
                <a:moveTo>
                  <a:pt x="2387437" y="609342"/>
                </a:moveTo>
                <a:lnTo>
                  <a:pt x="2334949" y="700177"/>
                </a:lnTo>
                <a:moveTo>
                  <a:pt x="2391829" y="609838"/>
                </a:moveTo>
                <a:lnTo>
                  <a:pt x="2334949" y="700177"/>
                </a:lnTo>
                <a:moveTo>
                  <a:pt x="838819" y="678153"/>
                </a:moveTo>
                <a:lnTo>
                  <a:pt x="748599" y="776606"/>
                </a:lnTo>
                <a:moveTo>
                  <a:pt x="837517" y="682245"/>
                </a:moveTo>
                <a:lnTo>
                  <a:pt x="748599" y="776606"/>
                </a:lnTo>
                <a:moveTo>
                  <a:pt x="2135259" y="713587"/>
                </a:moveTo>
                <a:lnTo>
                  <a:pt x="2271901" y="697542"/>
                </a:lnTo>
                <a:moveTo>
                  <a:pt x="2037841" y="1151095"/>
                </a:moveTo>
                <a:lnTo>
                  <a:pt x="2025574" y="1000318"/>
                </a:lnTo>
                <a:moveTo>
                  <a:pt x="1945160" y="1065037"/>
                </a:moveTo>
                <a:lnTo>
                  <a:pt x="1994824" y="961639"/>
                </a:lnTo>
                <a:moveTo>
                  <a:pt x="838819" y="678153"/>
                </a:moveTo>
                <a:lnTo>
                  <a:pt x="837517" y="682245"/>
                </a:lnTo>
                <a:moveTo>
                  <a:pt x="840266" y="679408"/>
                </a:moveTo>
                <a:lnTo>
                  <a:pt x="838819" y="678153"/>
                </a:lnTo>
                <a:moveTo>
                  <a:pt x="840266" y="679408"/>
                </a:moveTo>
                <a:lnTo>
                  <a:pt x="837517" y="682245"/>
                </a:lnTo>
                <a:moveTo>
                  <a:pt x="638115" y="449328"/>
                </a:moveTo>
                <a:lnTo>
                  <a:pt x="698421" y="466820"/>
                </a:lnTo>
                <a:moveTo>
                  <a:pt x="2135259" y="713587"/>
                </a:moveTo>
                <a:lnTo>
                  <a:pt x="2178480" y="784510"/>
                </a:lnTo>
                <a:moveTo>
                  <a:pt x="2450221" y="727993"/>
                </a:moveTo>
                <a:lnTo>
                  <a:pt x="2334949" y="700177"/>
                </a:lnTo>
                <a:moveTo>
                  <a:pt x="784203" y="804029"/>
                </a:moveTo>
                <a:lnTo>
                  <a:pt x="748599" y="776606"/>
                </a:lnTo>
                <a:moveTo>
                  <a:pt x="290423" y="653658"/>
                </a:moveTo>
                <a:lnTo>
                  <a:pt x="362389" y="608550"/>
                </a:lnTo>
                <a:moveTo>
                  <a:pt x="290423" y="653658"/>
                </a:moveTo>
                <a:lnTo>
                  <a:pt x="413092" y="612567"/>
                </a:lnTo>
                <a:moveTo>
                  <a:pt x="2031371" y="790060"/>
                </a:moveTo>
                <a:lnTo>
                  <a:pt x="2178480" y="784510"/>
                </a:lnTo>
                <a:moveTo>
                  <a:pt x="837517" y="682245"/>
                </a:moveTo>
                <a:lnTo>
                  <a:pt x="784203" y="804029"/>
                </a:lnTo>
                <a:moveTo>
                  <a:pt x="2450221" y="727993"/>
                </a:moveTo>
                <a:lnTo>
                  <a:pt x="2400505" y="811626"/>
                </a:lnTo>
                <a:moveTo>
                  <a:pt x="638115" y="449328"/>
                </a:moveTo>
                <a:lnTo>
                  <a:pt x="660860" y="493166"/>
                </a:lnTo>
                <a:moveTo>
                  <a:pt x="2031371" y="790060"/>
                </a:moveTo>
                <a:lnTo>
                  <a:pt x="2086831" y="873254"/>
                </a:lnTo>
                <a:moveTo>
                  <a:pt x="532703" y="524272"/>
                </a:moveTo>
                <a:lnTo>
                  <a:pt x="413092" y="612567"/>
                </a:lnTo>
                <a:moveTo>
                  <a:pt x="1945160" y="1065037"/>
                </a:moveTo>
                <a:lnTo>
                  <a:pt x="2037841" y="1151095"/>
                </a:lnTo>
                <a:moveTo>
                  <a:pt x="1929739" y="1069901"/>
                </a:moveTo>
                <a:lnTo>
                  <a:pt x="1945160" y="1065037"/>
                </a:lnTo>
                <a:moveTo>
                  <a:pt x="532703" y="524272"/>
                </a:moveTo>
                <a:lnTo>
                  <a:pt x="660860" y="493166"/>
                </a:lnTo>
                <a:moveTo>
                  <a:pt x="412584" y="584471"/>
                </a:moveTo>
                <a:lnTo>
                  <a:pt x="413092" y="612567"/>
                </a:lnTo>
                <a:moveTo>
                  <a:pt x="1940117" y="879201"/>
                </a:moveTo>
                <a:lnTo>
                  <a:pt x="2086831" y="873254"/>
                </a:lnTo>
                <a:moveTo>
                  <a:pt x="2267026" y="553846"/>
                </a:moveTo>
                <a:lnTo>
                  <a:pt x="2387437" y="609342"/>
                </a:lnTo>
                <a:moveTo>
                  <a:pt x="2267026" y="553846"/>
                </a:moveTo>
                <a:lnTo>
                  <a:pt x="2225445" y="623376"/>
                </a:lnTo>
                <a:moveTo>
                  <a:pt x="532703" y="524272"/>
                </a:moveTo>
                <a:lnTo>
                  <a:pt x="568042" y="582742"/>
                </a:lnTo>
                <a:moveTo>
                  <a:pt x="300674" y="652900"/>
                </a:moveTo>
                <a:lnTo>
                  <a:pt x="413092" y="612567"/>
                </a:lnTo>
                <a:moveTo>
                  <a:pt x="837517" y="682245"/>
                </a:moveTo>
                <a:lnTo>
                  <a:pt x="835184" y="849072"/>
                </a:lnTo>
                <a:moveTo>
                  <a:pt x="840266" y="679408"/>
                </a:moveTo>
                <a:lnTo>
                  <a:pt x="835184" y="849072"/>
                </a:lnTo>
                <a:moveTo>
                  <a:pt x="2468631" y="867210"/>
                </a:moveTo>
                <a:lnTo>
                  <a:pt x="2400505" y="811626"/>
                </a:lnTo>
                <a:moveTo>
                  <a:pt x="2386121" y="977624"/>
                </a:moveTo>
                <a:lnTo>
                  <a:pt x="2355460" y="961962"/>
                </a:lnTo>
                <a:moveTo>
                  <a:pt x="2225445" y="623376"/>
                </a:moveTo>
                <a:lnTo>
                  <a:pt x="2387437" y="609342"/>
                </a:lnTo>
                <a:moveTo>
                  <a:pt x="1403338" y="1271763"/>
                </a:moveTo>
                <a:lnTo>
                  <a:pt x="1538436" y="1226584"/>
                </a:lnTo>
                <a:moveTo>
                  <a:pt x="2468631" y="867210"/>
                </a:moveTo>
                <a:lnTo>
                  <a:pt x="2404888" y="830883"/>
                </a:lnTo>
                <a:moveTo>
                  <a:pt x="1940117" y="879201"/>
                </a:moveTo>
                <a:lnTo>
                  <a:pt x="1994824" y="961639"/>
                </a:lnTo>
                <a:moveTo>
                  <a:pt x="2390978" y="608713"/>
                </a:moveTo>
                <a:lnTo>
                  <a:pt x="2387437" y="609342"/>
                </a:lnTo>
                <a:moveTo>
                  <a:pt x="1929739" y="1069901"/>
                </a:moveTo>
                <a:lnTo>
                  <a:pt x="2037841" y="1151095"/>
                </a:lnTo>
                <a:moveTo>
                  <a:pt x="2391829" y="609838"/>
                </a:moveTo>
                <a:lnTo>
                  <a:pt x="2387437" y="609342"/>
                </a:lnTo>
                <a:moveTo>
                  <a:pt x="2391829" y="609838"/>
                </a:moveTo>
                <a:lnTo>
                  <a:pt x="2390978" y="608713"/>
                </a:lnTo>
                <a:moveTo>
                  <a:pt x="2391961" y="609653"/>
                </a:moveTo>
                <a:lnTo>
                  <a:pt x="2390978" y="608713"/>
                </a:lnTo>
                <a:moveTo>
                  <a:pt x="2391829" y="609838"/>
                </a:moveTo>
                <a:lnTo>
                  <a:pt x="2391961" y="609653"/>
                </a:lnTo>
                <a:moveTo>
                  <a:pt x="840266" y="679408"/>
                </a:moveTo>
                <a:lnTo>
                  <a:pt x="927077" y="753369"/>
                </a:lnTo>
                <a:moveTo>
                  <a:pt x="1332566" y="1292828"/>
                </a:moveTo>
                <a:lnTo>
                  <a:pt x="1403338" y="1271763"/>
                </a:lnTo>
                <a:moveTo>
                  <a:pt x="1251818" y="1300477"/>
                </a:moveTo>
                <a:lnTo>
                  <a:pt x="1332566" y="1292828"/>
                </a:lnTo>
                <a:moveTo>
                  <a:pt x="1379314" y="1243634"/>
                </a:moveTo>
                <a:lnTo>
                  <a:pt x="1403338" y="1271763"/>
                </a:lnTo>
                <a:moveTo>
                  <a:pt x="904624" y="535910"/>
                </a:moveTo>
                <a:lnTo>
                  <a:pt x="838819" y="678153"/>
                </a:lnTo>
                <a:moveTo>
                  <a:pt x="1251818" y="1300477"/>
                </a:moveTo>
                <a:lnTo>
                  <a:pt x="1379314" y="1243634"/>
                </a:lnTo>
                <a:moveTo>
                  <a:pt x="904624" y="535910"/>
                </a:moveTo>
                <a:lnTo>
                  <a:pt x="840266" y="679408"/>
                </a:lnTo>
                <a:moveTo>
                  <a:pt x="2135259" y="713587"/>
                </a:moveTo>
                <a:lnTo>
                  <a:pt x="2225445" y="623376"/>
                </a:lnTo>
                <a:moveTo>
                  <a:pt x="1379314" y="1243634"/>
                </a:moveTo>
                <a:lnTo>
                  <a:pt x="1332566" y="1292828"/>
                </a:lnTo>
                <a:moveTo>
                  <a:pt x="835184" y="849072"/>
                </a:moveTo>
                <a:lnTo>
                  <a:pt x="784203" y="804029"/>
                </a:lnTo>
                <a:moveTo>
                  <a:pt x="638115" y="449328"/>
                </a:moveTo>
                <a:lnTo>
                  <a:pt x="722618" y="353419"/>
                </a:lnTo>
                <a:moveTo>
                  <a:pt x="913203" y="574303"/>
                </a:moveTo>
                <a:lnTo>
                  <a:pt x="840266" y="679408"/>
                </a:lnTo>
                <a:moveTo>
                  <a:pt x="1470988" y="1146480"/>
                </a:moveTo>
                <a:lnTo>
                  <a:pt x="1538436" y="1226584"/>
                </a:lnTo>
                <a:moveTo>
                  <a:pt x="2468631" y="867210"/>
                </a:moveTo>
                <a:lnTo>
                  <a:pt x="2355460" y="961962"/>
                </a:lnTo>
                <a:moveTo>
                  <a:pt x="1470988" y="1146480"/>
                </a:moveTo>
                <a:lnTo>
                  <a:pt x="1403338" y="1271763"/>
                </a:lnTo>
                <a:moveTo>
                  <a:pt x="2391829" y="609838"/>
                </a:moveTo>
                <a:lnTo>
                  <a:pt x="2450221" y="727993"/>
                </a:lnTo>
                <a:moveTo>
                  <a:pt x="1911382" y="1031026"/>
                </a:moveTo>
                <a:lnTo>
                  <a:pt x="1994824" y="961639"/>
                </a:lnTo>
                <a:moveTo>
                  <a:pt x="1379314" y="1243634"/>
                </a:moveTo>
                <a:lnTo>
                  <a:pt x="1470988" y="1146480"/>
                </a:lnTo>
                <a:moveTo>
                  <a:pt x="2206804" y="588639"/>
                </a:moveTo>
                <a:lnTo>
                  <a:pt x="2267026" y="553846"/>
                </a:lnTo>
                <a:moveTo>
                  <a:pt x="2031371" y="790060"/>
                </a:moveTo>
                <a:lnTo>
                  <a:pt x="2135259" y="713587"/>
                </a:lnTo>
                <a:moveTo>
                  <a:pt x="1288004" y="1139861"/>
                </a:moveTo>
                <a:lnTo>
                  <a:pt x="1379314" y="1243634"/>
                </a:lnTo>
                <a:moveTo>
                  <a:pt x="1911382" y="1031026"/>
                </a:moveTo>
                <a:lnTo>
                  <a:pt x="1945160" y="1065037"/>
                </a:lnTo>
                <a:moveTo>
                  <a:pt x="532703" y="524272"/>
                </a:moveTo>
                <a:lnTo>
                  <a:pt x="638115" y="449328"/>
                </a:lnTo>
                <a:moveTo>
                  <a:pt x="722618" y="353419"/>
                </a:moveTo>
                <a:lnTo>
                  <a:pt x="748292" y="367904"/>
                </a:lnTo>
                <a:moveTo>
                  <a:pt x="2206804" y="588639"/>
                </a:moveTo>
                <a:lnTo>
                  <a:pt x="2225445" y="623376"/>
                </a:lnTo>
                <a:moveTo>
                  <a:pt x="2017248" y="1148481"/>
                </a:moveTo>
                <a:lnTo>
                  <a:pt x="2037841" y="1151095"/>
                </a:lnTo>
                <a:moveTo>
                  <a:pt x="1288004" y="1139861"/>
                </a:moveTo>
                <a:lnTo>
                  <a:pt x="1470988" y="1146480"/>
                </a:lnTo>
                <a:moveTo>
                  <a:pt x="300674" y="652900"/>
                </a:moveTo>
                <a:lnTo>
                  <a:pt x="290423" y="653658"/>
                </a:lnTo>
                <a:moveTo>
                  <a:pt x="1929739" y="1069901"/>
                </a:moveTo>
                <a:lnTo>
                  <a:pt x="2017248" y="1148481"/>
                </a:lnTo>
                <a:moveTo>
                  <a:pt x="835184" y="849072"/>
                </a:moveTo>
                <a:lnTo>
                  <a:pt x="927077" y="753369"/>
                </a:lnTo>
                <a:moveTo>
                  <a:pt x="2206804" y="588639"/>
                </a:moveTo>
                <a:lnTo>
                  <a:pt x="2135259" y="713587"/>
                </a:lnTo>
                <a:moveTo>
                  <a:pt x="1940117" y="879201"/>
                </a:moveTo>
                <a:lnTo>
                  <a:pt x="2031371" y="790060"/>
                </a:lnTo>
                <a:moveTo>
                  <a:pt x="412584" y="584471"/>
                </a:moveTo>
                <a:lnTo>
                  <a:pt x="532703" y="524272"/>
                </a:lnTo>
                <a:moveTo>
                  <a:pt x="1611454" y="1091573"/>
                </a:moveTo>
                <a:lnTo>
                  <a:pt x="1538436" y="1226584"/>
                </a:lnTo>
                <a:moveTo>
                  <a:pt x="2022310" y="775354"/>
                </a:moveTo>
                <a:lnTo>
                  <a:pt x="2031371" y="790060"/>
                </a:lnTo>
                <a:moveTo>
                  <a:pt x="1911382" y="1031026"/>
                </a:moveTo>
                <a:lnTo>
                  <a:pt x="1929739" y="1069901"/>
                </a:lnTo>
                <a:moveTo>
                  <a:pt x="2194279" y="564541"/>
                </a:moveTo>
                <a:lnTo>
                  <a:pt x="2267026" y="553846"/>
                </a:lnTo>
                <a:moveTo>
                  <a:pt x="2391829" y="609838"/>
                </a:moveTo>
                <a:lnTo>
                  <a:pt x="2478177" y="679670"/>
                </a:lnTo>
                <a:moveTo>
                  <a:pt x="2391961" y="609653"/>
                </a:moveTo>
                <a:lnTo>
                  <a:pt x="2478177" y="679670"/>
                </a:lnTo>
                <a:moveTo>
                  <a:pt x="2450221" y="727993"/>
                </a:moveTo>
                <a:lnTo>
                  <a:pt x="2468631" y="867210"/>
                </a:lnTo>
                <a:moveTo>
                  <a:pt x="1900471" y="1069772"/>
                </a:moveTo>
                <a:lnTo>
                  <a:pt x="1929739" y="1069901"/>
                </a:lnTo>
                <a:moveTo>
                  <a:pt x="1227709" y="1181070"/>
                </a:moveTo>
                <a:lnTo>
                  <a:pt x="1251818" y="1300477"/>
                </a:lnTo>
                <a:moveTo>
                  <a:pt x="2468631" y="867210"/>
                </a:moveTo>
                <a:lnTo>
                  <a:pt x="2386121" y="977624"/>
                </a:lnTo>
                <a:moveTo>
                  <a:pt x="2022310" y="775354"/>
                </a:moveTo>
                <a:lnTo>
                  <a:pt x="1940117" y="879201"/>
                </a:lnTo>
                <a:moveTo>
                  <a:pt x="1402519" y="1062719"/>
                </a:moveTo>
                <a:lnTo>
                  <a:pt x="1470988" y="1146480"/>
                </a:lnTo>
                <a:moveTo>
                  <a:pt x="2460001" y="508929"/>
                </a:moveTo>
                <a:lnTo>
                  <a:pt x="2391961" y="609653"/>
                </a:lnTo>
                <a:moveTo>
                  <a:pt x="913203" y="574303"/>
                </a:moveTo>
                <a:lnTo>
                  <a:pt x="927077" y="753369"/>
                </a:lnTo>
                <a:moveTo>
                  <a:pt x="1341180" y="1074855"/>
                </a:moveTo>
                <a:lnTo>
                  <a:pt x="1470988" y="1146480"/>
                </a:lnTo>
                <a:moveTo>
                  <a:pt x="2459028" y="892562"/>
                </a:moveTo>
                <a:lnTo>
                  <a:pt x="2386121" y="977624"/>
                </a:lnTo>
                <a:moveTo>
                  <a:pt x="300674" y="652900"/>
                </a:moveTo>
                <a:lnTo>
                  <a:pt x="412584" y="584471"/>
                </a:lnTo>
                <a:moveTo>
                  <a:pt x="2113186" y="672915"/>
                </a:moveTo>
                <a:lnTo>
                  <a:pt x="2135259" y="713587"/>
                </a:lnTo>
                <a:moveTo>
                  <a:pt x="1014484" y="1034608"/>
                </a:moveTo>
                <a:lnTo>
                  <a:pt x="1016883" y="1032787"/>
                </a:lnTo>
                <a:moveTo>
                  <a:pt x="1227709" y="1181070"/>
                </a:moveTo>
                <a:lnTo>
                  <a:pt x="1379314" y="1243634"/>
                </a:lnTo>
                <a:moveTo>
                  <a:pt x="653723" y="445874"/>
                </a:moveTo>
                <a:lnTo>
                  <a:pt x="722618" y="353419"/>
                </a:lnTo>
                <a:moveTo>
                  <a:pt x="2024827" y="1144773"/>
                </a:moveTo>
                <a:lnTo>
                  <a:pt x="2037841" y="1151095"/>
                </a:lnTo>
                <a:moveTo>
                  <a:pt x="1341180" y="1074855"/>
                </a:moveTo>
                <a:lnTo>
                  <a:pt x="1288004" y="1139861"/>
                </a:lnTo>
                <a:moveTo>
                  <a:pt x="1513597" y="1086278"/>
                </a:moveTo>
                <a:lnTo>
                  <a:pt x="1470988" y="1146480"/>
                </a:lnTo>
                <a:moveTo>
                  <a:pt x="904624" y="535910"/>
                </a:moveTo>
                <a:lnTo>
                  <a:pt x="913203" y="574303"/>
                </a:lnTo>
                <a:moveTo>
                  <a:pt x="1611454" y="1091573"/>
                </a:moveTo>
                <a:lnTo>
                  <a:pt x="1470988" y="1146480"/>
                </a:lnTo>
                <a:moveTo>
                  <a:pt x="2009090" y="1140911"/>
                </a:moveTo>
                <a:lnTo>
                  <a:pt x="1929739" y="1069901"/>
                </a:lnTo>
                <a:moveTo>
                  <a:pt x="2113186" y="672915"/>
                </a:moveTo>
                <a:lnTo>
                  <a:pt x="2031371" y="790060"/>
                </a:lnTo>
                <a:moveTo>
                  <a:pt x="1262517" y="1283619"/>
                </a:moveTo>
                <a:lnTo>
                  <a:pt x="1251818" y="1300477"/>
                </a:lnTo>
                <a:moveTo>
                  <a:pt x="2404578" y="983624"/>
                </a:moveTo>
                <a:lnTo>
                  <a:pt x="2386121" y="977624"/>
                </a:lnTo>
                <a:moveTo>
                  <a:pt x="2478177" y="679670"/>
                </a:moveTo>
                <a:lnTo>
                  <a:pt x="2450221" y="727993"/>
                </a:lnTo>
                <a:moveTo>
                  <a:pt x="638115" y="449328"/>
                </a:moveTo>
                <a:lnTo>
                  <a:pt x="653723" y="445874"/>
                </a:lnTo>
                <a:moveTo>
                  <a:pt x="1016883" y="1032787"/>
                </a:moveTo>
                <a:lnTo>
                  <a:pt x="1104386" y="1123694"/>
                </a:lnTo>
                <a:moveTo>
                  <a:pt x="1014484" y="1034608"/>
                </a:moveTo>
                <a:lnTo>
                  <a:pt x="1104386" y="1123694"/>
                </a:lnTo>
                <a:moveTo>
                  <a:pt x="1014484" y="1034608"/>
                </a:moveTo>
                <a:lnTo>
                  <a:pt x="1103655" y="1124206"/>
                </a:lnTo>
                <a:moveTo>
                  <a:pt x="2450221" y="727993"/>
                </a:moveTo>
                <a:lnTo>
                  <a:pt x="2475618" y="866047"/>
                </a:lnTo>
                <a:moveTo>
                  <a:pt x="1227709" y="1181070"/>
                </a:moveTo>
                <a:lnTo>
                  <a:pt x="1288004" y="1139861"/>
                </a:lnTo>
                <a:moveTo>
                  <a:pt x="1911382" y="1031026"/>
                </a:moveTo>
                <a:lnTo>
                  <a:pt x="1940117" y="879201"/>
                </a:lnTo>
                <a:moveTo>
                  <a:pt x="965361" y="698293"/>
                </a:moveTo>
                <a:lnTo>
                  <a:pt x="927077" y="753369"/>
                </a:lnTo>
                <a:moveTo>
                  <a:pt x="2468631" y="867210"/>
                </a:moveTo>
                <a:lnTo>
                  <a:pt x="2459028" y="892562"/>
                </a:lnTo>
                <a:moveTo>
                  <a:pt x="1928358" y="857418"/>
                </a:moveTo>
                <a:lnTo>
                  <a:pt x="1940117" y="879201"/>
                </a:lnTo>
                <a:moveTo>
                  <a:pt x="1928358" y="857418"/>
                </a:moveTo>
                <a:lnTo>
                  <a:pt x="2022310" y="775354"/>
                </a:lnTo>
                <a:moveTo>
                  <a:pt x="2022310" y="775354"/>
                </a:moveTo>
                <a:lnTo>
                  <a:pt x="2113186" y="672915"/>
                </a:lnTo>
                <a:moveTo>
                  <a:pt x="231312" y="763991"/>
                </a:moveTo>
                <a:lnTo>
                  <a:pt x="300674" y="652900"/>
                </a:lnTo>
                <a:moveTo>
                  <a:pt x="1341180" y="1074855"/>
                </a:moveTo>
                <a:lnTo>
                  <a:pt x="1402519" y="1062719"/>
                </a:lnTo>
                <a:moveTo>
                  <a:pt x="2113186" y="672915"/>
                </a:moveTo>
                <a:lnTo>
                  <a:pt x="2206804" y="588639"/>
                </a:lnTo>
                <a:moveTo>
                  <a:pt x="1378565" y="1035337"/>
                </a:moveTo>
                <a:lnTo>
                  <a:pt x="1402519" y="1062719"/>
                </a:lnTo>
                <a:moveTo>
                  <a:pt x="913203" y="574303"/>
                </a:moveTo>
                <a:lnTo>
                  <a:pt x="965361" y="698293"/>
                </a:lnTo>
                <a:moveTo>
                  <a:pt x="1378565" y="1035337"/>
                </a:moveTo>
                <a:lnTo>
                  <a:pt x="1341180" y="1074855"/>
                </a:lnTo>
                <a:moveTo>
                  <a:pt x="1103655" y="1124206"/>
                </a:moveTo>
                <a:lnTo>
                  <a:pt x="1104386" y="1123694"/>
                </a:lnTo>
                <a:moveTo>
                  <a:pt x="1402519" y="1062719"/>
                </a:moveTo>
                <a:lnTo>
                  <a:pt x="1513597" y="1086278"/>
                </a:lnTo>
                <a:moveTo>
                  <a:pt x="2459028" y="892562"/>
                </a:moveTo>
                <a:lnTo>
                  <a:pt x="2404578" y="983624"/>
                </a:lnTo>
                <a:moveTo>
                  <a:pt x="653723" y="445874"/>
                </a:moveTo>
                <a:lnTo>
                  <a:pt x="748292" y="367904"/>
                </a:lnTo>
                <a:moveTo>
                  <a:pt x="2194279" y="564541"/>
                </a:moveTo>
                <a:lnTo>
                  <a:pt x="2206804" y="588639"/>
                </a:lnTo>
                <a:moveTo>
                  <a:pt x="2475618" y="866047"/>
                </a:moveTo>
                <a:lnTo>
                  <a:pt x="2468631" y="867210"/>
                </a:lnTo>
                <a:moveTo>
                  <a:pt x="632127" y="454682"/>
                </a:moveTo>
                <a:lnTo>
                  <a:pt x="638115" y="449328"/>
                </a:lnTo>
                <a:moveTo>
                  <a:pt x="1836976" y="753169"/>
                </a:moveTo>
                <a:lnTo>
                  <a:pt x="2022310" y="775354"/>
                </a:lnTo>
                <a:moveTo>
                  <a:pt x="1929557" y="660388"/>
                </a:moveTo>
                <a:lnTo>
                  <a:pt x="2022310" y="775354"/>
                </a:lnTo>
                <a:moveTo>
                  <a:pt x="1513597" y="1086278"/>
                </a:moveTo>
                <a:lnTo>
                  <a:pt x="1611454" y="1091573"/>
                </a:lnTo>
                <a:moveTo>
                  <a:pt x="1926531" y="662657"/>
                </a:moveTo>
                <a:lnTo>
                  <a:pt x="2022310" y="775354"/>
                </a:lnTo>
                <a:moveTo>
                  <a:pt x="2475618" y="866047"/>
                </a:moveTo>
                <a:lnTo>
                  <a:pt x="2459028" y="892562"/>
                </a:lnTo>
                <a:moveTo>
                  <a:pt x="1104386" y="1123694"/>
                </a:moveTo>
                <a:lnTo>
                  <a:pt x="1227709" y="1181070"/>
                </a:lnTo>
                <a:moveTo>
                  <a:pt x="835703" y="445838"/>
                </a:moveTo>
                <a:lnTo>
                  <a:pt x="904624" y="535910"/>
                </a:lnTo>
                <a:moveTo>
                  <a:pt x="1103655" y="1124206"/>
                </a:moveTo>
                <a:lnTo>
                  <a:pt x="1227709" y="1181070"/>
                </a:lnTo>
                <a:moveTo>
                  <a:pt x="534242" y="498229"/>
                </a:moveTo>
                <a:lnTo>
                  <a:pt x="638115" y="449328"/>
                </a:lnTo>
                <a:moveTo>
                  <a:pt x="748292" y="367904"/>
                </a:moveTo>
                <a:lnTo>
                  <a:pt x="835703" y="445838"/>
                </a:lnTo>
                <a:moveTo>
                  <a:pt x="1900471" y="1069772"/>
                </a:moveTo>
                <a:lnTo>
                  <a:pt x="1911382" y="1031026"/>
                </a:lnTo>
                <a:moveTo>
                  <a:pt x="2194279" y="564541"/>
                </a:moveTo>
                <a:lnTo>
                  <a:pt x="2235748" y="425484"/>
                </a:lnTo>
                <a:moveTo>
                  <a:pt x="1377946" y="657720"/>
                </a:moveTo>
                <a:lnTo>
                  <a:pt x="1290605" y="750425"/>
                </a:lnTo>
                <a:moveTo>
                  <a:pt x="2009090" y="1140911"/>
                </a:moveTo>
                <a:lnTo>
                  <a:pt x="2017248" y="1148481"/>
                </a:lnTo>
                <a:moveTo>
                  <a:pt x="2024827" y="1144773"/>
                </a:moveTo>
                <a:lnTo>
                  <a:pt x="2017248" y="1148481"/>
                </a:lnTo>
                <a:moveTo>
                  <a:pt x="2096572" y="647211"/>
                </a:moveTo>
                <a:lnTo>
                  <a:pt x="2206804" y="588639"/>
                </a:lnTo>
                <a:moveTo>
                  <a:pt x="835703" y="445838"/>
                </a:moveTo>
                <a:lnTo>
                  <a:pt x="913203" y="574303"/>
                </a:lnTo>
                <a:moveTo>
                  <a:pt x="1243477" y="695029"/>
                </a:moveTo>
                <a:lnTo>
                  <a:pt x="1290605" y="750425"/>
                </a:lnTo>
                <a:moveTo>
                  <a:pt x="2433160" y="442784"/>
                </a:moveTo>
                <a:lnTo>
                  <a:pt x="2460001" y="508929"/>
                </a:lnTo>
                <a:moveTo>
                  <a:pt x="1382245" y="653049"/>
                </a:moveTo>
                <a:lnTo>
                  <a:pt x="1435353" y="603984"/>
                </a:lnTo>
                <a:moveTo>
                  <a:pt x="534242" y="498229"/>
                </a:moveTo>
                <a:lnTo>
                  <a:pt x="532703" y="524272"/>
                </a:lnTo>
                <a:moveTo>
                  <a:pt x="2478177" y="679670"/>
                </a:moveTo>
                <a:lnTo>
                  <a:pt x="2475618" y="866047"/>
                </a:lnTo>
                <a:moveTo>
                  <a:pt x="2460001" y="508929"/>
                </a:moveTo>
                <a:lnTo>
                  <a:pt x="2478177" y="679670"/>
                </a:lnTo>
                <a:moveTo>
                  <a:pt x="1382245" y="653049"/>
                </a:moveTo>
                <a:lnTo>
                  <a:pt x="1377946" y="657720"/>
                </a:lnTo>
                <a:moveTo>
                  <a:pt x="1243477" y="695029"/>
                </a:moveTo>
                <a:lnTo>
                  <a:pt x="1377946" y="657720"/>
                </a:lnTo>
                <a:moveTo>
                  <a:pt x="423830" y="568161"/>
                </a:moveTo>
                <a:lnTo>
                  <a:pt x="532703" y="524272"/>
                </a:lnTo>
                <a:moveTo>
                  <a:pt x="1243477" y="695029"/>
                </a:moveTo>
                <a:lnTo>
                  <a:pt x="1382245" y="653049"/>
                </a:lnTo>
                <a:moveTo>
                  <a:pt x="1836976" y="753169"/>
                </a:moveTo>
                <a:lnTo>
                  <a:pt x="1928358" y="857418"/>
                </a:lnTo>
                <a:moveTo>
                  <a:pt x="1886309" y="527494"/>
                </a:moveTo>
                <a:lnTo>
                  <a:pt x="1928977" y="659807"/>
                </a:lnTo>
                <a:moveTo>
                  <a:pt x="1886309" y="527494"/>
                </a:moveTo>
                <a:lnTo>
                  <a:pt x="1929254" y="660019"/>
                </a:lnTo>
                <a:moveTo>
                  <a:pt x="1435353" y="603984"/>
                </a:moveTo>
                <a:lnTo>
                  <a:pt x="1494592" y="721347"/>
                </a:lnTo>
                <a:moveTo>
                  <a:pt x="1929557" y="660388"/>
                </a:moveTo>
                <a:lnTo>
                  <a:pt x="2113186" y="672915"/>
                </a:lnTo>
                <a:moveTo>
                  <a:pt x="1900471" y="1069772"/>
                </a:moveTo>
                <a:lnTo>
                  <a:pt x="2009090" y="1140911"/>
                </a:lnTo>
                <a:moveTo>
                  <a:pt x="2096572" y="647211"/>
                </a:moveTo>
                <a:lnTo>
                  <a:pt x="2113186" y="672915"/>
                </a:lnTo>
                <a:moveTo>
                  <a:pt x="423830" y="568161"/>
                </a:moveTo>
                <a:lnTo>
                  <a:pt x="412584" y="584471"/>
                </a:lnTo>
                <a:moveTo>
                  <a:pt x="822045" y="449722"/>
                </a:moveTo>
                <a:lnTo>
                  <a:pt x="913203" y="574303"/>
                </a:lnTo>
                <a:moveTo>
                  <a:pt x="1103655" y="1124206"/>
                </a:moveTo>
                <a:lnTo>
                  <a:pt x="1191366" y="1204127"/>
                </a:lnTo>
                <a:moveTo>
                  <a:pt x="1227709" y="1181070"/>
                </a:moveTo>
                <a:lnTo>
                  <a:pt x="1262517" y="1283619"/>
                </a:lnTo>
                <a:moveTo>
                  <a:pt x="1382245" y="653049"/>
                </a:moveTo>
                <a:lnTo>
                  <a:pt x="1494592" y="721347"/>
                </a:lnTo>
                <a:moveTo>
                  <a:pt x="2478649" y="479460"/>
                </a:moveTo>
                <a:lnTo>
                  <a:pt x="2433160" y="442784"/>
                </a:lnTo>
                <a:moveTo>
                  <a:pt x="1377946" y="657720"/>
                </a:moveTo>
                <a:lnTo>
                  <a:pt x="1454882" y="758517"/>
                </a:lnTo>
                <a:moveTo>
                  <a:pt x="2096572" y="647211"/>
                </a:moveTo>
                <a:lnTo>
                  <a:pt x="2194279" y="564541"/>
                </a:lnTo>
                <a:moveTo>
                  <a:pt x="653723" y="445874"/>
                </a:moveTo>
                <a:lnTo>
                  <a:pt x="835703" y="445838"/>
                </a:lnTo>
                <a:moveTo>
                  <a:pt x="2508278" y="636552"/>
                </a:moveTo>
                <a:lnTo>
                  <a:pt x="2478177" y="679670"/>
                </a:lnTo>
                <a:moveTo>
                  <a:pt x="1377946" y="657720"/>
                </a:moveTo>
                <a:lnTo>
                  <a:pt x="1471124" y="740707"/>
                </a:lnTo>
                <a:moveTo>
                  <a:pt x="1382245" y="653049"/>
                </a:moveTo>
                <a:lnTo>
                  <a:pt x="1471124" y="740707"/>
                </a:lnTo>
                <a:moveTo>
                  <a:pt x="335562" y="660295"/>
                </a:moveTo>
                <a:lnTo>
                  <a:pt x="412584" y="584471"/>
                </a:lnTo>
                <a:moveTo>
                  <a:pt x="2009090" y="1140911"/>
                </a:moveTo>
                <a:lnTo>
                  <a:pt x="2024827" y="1144773"/>
                </a:lnTo>
                <a:moveTo>
                  <a:pt x="1191366" y="1204127"/>
                </a:moveTo>
                <a:lnTo>
                  <a:pt x="1227709" y="1181070"/>
                </a:lnTo>
                <a:moveTo>
                  <a:pt x="943130" y="1064727"/>
                </a:moveTo>
                <a:lnTo>
                  <a:pt x="1014484" y="1034608"/>
                </a:lnTo>
                <a:moveTo>
                  <a:pt x="1926531" y="662657"/>
                </a:moveTo>
                <a:lnTo>
                  <a:pt x="1836976" y="753169"/>
                </a:lnTo>
                <a:moveTo>
                  <a:pt x="2460001" y="508929"/>
                </a:moveTo>
                <a:lnTo>
                  <a:pt x="2508278" y="636552"/>
                </a:lnTo>
                <a:moveTo>
                  <a:pt x="2478649" y="479460"/>
                </a:moveTo>
                <a:lnTo>
                  <a:pt x="2460001" y="508929"/>
                </a:lnTo>
                <a:moveTo>
                  <a:pt x="1929254" y="660019"/>
                </a:moveTo>
                <a:lnTo>
                  <a:pt x="1928977" y="659807"/>
                </a:lnTo>
                <a:moveTo>
                  <a:pt x="1929254" y="660019"/>
                </a:moveTo>
                <a:lnTo>
                  <a:pt x="1929557" y="660388"/>
                </a:lnTo>
                <a:moveTo>
                  <a:pt x="1928977" y="659807"/>
                </a:moveTo>
                <a:lnTo>
                  <a:pt x="1926531" y="662657"/>
                </a:lnTo>
                <a:moveTo>
                  <a:pt x="1926531" y="662657"/>
                </a:moveTo>
                <a:lnTo>
                  <a:pt x="1929557" y="660388"/>
                </a:lnTo>
                <a:moveTo>
                  <a:pt x="1929254" y="660019"/>
                </a:moveTo>
                <a:lnTo>
                  <a:pt x="1926531" y="662657"/>
                </a:lnTo>
                <a:moveTo>
                  <a:pt x="1494592" y="721347"/>
                </a:moveTo>
                <a:lnTo>
                  <a:pt x="1623801" y="715092"/>
                </a:lnTo>
                <a:moveTo>
                  <a:pt x="2024827" y="1144773"/>
                </a:moveTo>
                <a:lnTo>
                  <a:pt x="2175484" y="1157971"/>
                </a:lnTo>
                <a:moveTo>
                  <a:pt x="1929557" y="660388"/>
                </a:moveTo>
                <a:lnTo>
                  <a:pt x="2096572" y="647211"/>
                </a:lnTo>
                <a:moveTo>
                  <a:pt x="891940" y="557110"/>
                </a:moveTo>
                <a:lnTo>
                  <a:pt x="913203" y="574303"/>
                </a:lnTo>
                <a:moveTo>
                  <a:pt x="335562" y="660295"/>
                </a:moveTo>
                <a:lnTo>
                  <a:pt x="300674" y="652900"/>
                </a:lnTo>
                <a:moveTo>
                  <a:pt x="2510255" y="700722"/>
                </a:moveTo>
                <a:lnTo>
                  <a:pt x="2478177" y="679670"/>
                </a:lnTo>
                <a:moveTo>
                  <a:pt x="1402519" y="1062719"/>
                </a:moveTo>
                <a:lnTo>
                  <a:pt x="1557312" y="1013873"/>
                </a:lnTo>
                <a:moveTo>
                  <a:pt x="1623801" y="715092"/>
                </a:moveTo>
                <a:lnTo>
                  <a:pt x="1668804" y="731088"/>
                </a:lnTo>
                <a:moveTo>
                  <a:pt x="1502222" y="954464"/>
                </a:moveTo>
                <a:lnTo>
                  <a:pt x="1402519" y="1062719"/>
                </a:lnTo>
                <a:moveTo>
                  <a:pt x="1471124" y="740707"/>
                </a:moveTo>
                <a:lnTo>
                  <a:pt x="1494592" y="721347"/>
                </a:lnTo>
                <a:moveTo>
                  <a:pt x="1273708" y="1310825"/>
                </a:moveTo>
                <a:lnTo>
                  <a:pt x="1262517" y="1283619"/>
                </a:lnTo>
                <a:moveTo>
                  <a:pt x="1912483" y="1004544"/>
                </a:moveTo>
                <a:lnTo>
                  <a:pt x="1940117" y="879201"/>
                </a:lnTo>
                <a:moveTo>
                  <a:pt x="659590" y="443275"/>
                </a:moveTo>
                <a:lnTo>
                  <a:pt x="653723" y="445874"/>
                </a:lnTo>
                <a:moveTo>
                  <a:pt x="1471124" y="740707"/>
                </a:moveTo>
                <a:lnTo>
                  <a:pt x="1623801" y="715092"/>
                </a:lnTo>
                <a:moveTo>
                  <a:pt x="632127" y="454682"/>
                </a:moveTo>
                <a:lnTo>
                  <a:pt x="653723" y="445874"/>
                </a:lnTo>
                <a:moveTo>
                  <a:pt x="1905909" y="854772"/>
                </a:moveTo>
                <a:lnTo>
                  <a:pt x="1928358" y="857418"/>
                </a:lnTo>
                <a:moveTo>
                  <a:pt x="1830773" y="752291"/>
                </a:moveTo>
                <a:lnTo>
                  <a:pt x="1836976" y="753169"/>
                </a:lnTo>
                <a:moveTo>
                  <a:pt x="1557312" y="1013873"/>
                </a:moveTo>
                <a:lnTo>
                  <a:pt x="1513597" y="1086278"/>
                </a:lnTo>
                <a:moveTo>
                  <a:pt x="1502222" y="954464"/>
                </a:moveTo>
                <a:lnTo>
                  <a:pt x="1378565" y="1035337"/>
                </a:lnTo>
                <a:moveTo>
                  <a:pt x="1471124" y="740707"/>
                </a:moveTo>
                <a:lnTo>
                  <a:pt x="1454882" y="758517"/>
                </a:lnTo>
                <a:moveTo>
                  <a:pt x="1191366" y="1204127"/>
                </a:moveTo>
                <a:lnTo>
                  <a:pt x="1262517" y="1283619"/>
                </a:lnTo>
                <a:moveTo>
                  <a:pt x="822045" y="449722"/>
                </a:moveTo>
                <a:lnTo>
                  <a:pt x="653723" y="445874"/>
                </a:lnTo>
                <a:moveTo>
                  <a:pt x="1037571" y="1149139"/>
                </a:moveTo>
                <a:lnTo>
                  <a:pt x="1014484" y="1034608"/>
                </a:lnTo>
                <a:moveTo>
                  <a:pt x="1557312" y="1013873"/>
                </a:moveTo>
                <a:lnTo>
                  <a:pt x="1611454" y="1091573"/>
                </a:lnTo>
                <a:moveTo>
                  <a:pt x="2232619" y="394759"/>
                </a:moveTo>
                <a:lnTo>
                  <a:pt x="2235748" y="425484"/>
                </a:lnTo>
                <a:moveTo>
                  <a:pt x="1668804" y="731088"/>
                </a:moveTo>
                <a:lnTo>
                  <a:pt x="1830773" y="752291"/>
                </a:lnTo>
                <a:moveTo>
                  <a:pt x="1191366" y="1204127"/>
                </a:moveTo>
                <a:lnTo>
                  <a:pt x="1273708" y="1310825"/>
                </a:lnTo>
                <a:moveTo>
                  <a:pt x="983611" y="644114"/>
                </a:moveTo>
                <a:lnTo>
                  <a:pt x="913203" y="574303"/>
                </a:lnTo>
                <a:moveTo>
                  <a:pt x="335562" y="660295"/>
                </a:moveTo>
                <a:lnTo>
                  <a:pt x="231312" y="763991"/>
                </a:lnTo>
                <a:moveTo>
                  <a:pt x="1623801" y="715092"/>
                </a:moveTo>
                <a:lnTo>
                  <a:pt x="1652927" y="739497"/>
                </a:lnTo>
                <a:moveTo>
                  <a:pt x="1196704" y="629494"/>
                </a:moveTo>
                <a:lnTo>
                  <a:pt x="1243477" y="695029"/>
                </a:lnTo>
                <a:moveTo>
                  <a:pt x="822045" y="449722"/>
                </a:moveTo>
                <a:lnTo>
                  <a:pt x="835703" y="445838"/>
                </a:lnTo>
                <a:moveTo>
                  <a:pt x="1652927" y="739497"/>
                </a:moveTo>
                <a:lnTo>
                  <a:pt x="1668804" y="731088"/>
                </a:lnTo>
                <a:moveTo>
                  <a:pt x="1562459" y="1003445"/>
                </a:moveTo>
                <a:lnTo>
                  <a:pt x="1611454" y="1091573"/>
                </a:lnTo>
                <a:moveTo>
                  <a:pt x="1301841" y="545326"/>
                </a:moveTo>
                <a:lnTo>
                  <a:pt x="1435353" y="603984"/>
                </a:lnTo>
                <a:moveTo>
                  <a:pt x="1471124" y="740707"/>
                </a:moveTo>
                <a:lnTo>
                  <a:pt x="1652927" y="739497"/>
                </a:lnTo>
                <a:moveTo>
                  <a:pt x="1905909" y="854772"/>
                </a:moveTo>
                <a:lnTo>
                  <a:pt x="1836976" y="753169"/>
                </a:lnTo>
                <a:moveTo>
                  <a:pt x="1037571" y="1149139"/>
                </a:moveTo>
                <a:lnTo>
                  <a:pt x="1103655" y="1124206"/>
                </a:lnTo>
                <a:moveTo>
                  <a:pt x="2508278" y="636552"/>
                </a:moveTo>
                <a:lnTo>
                  <a:pt x="2510255" y="700722"/>
                </a:lnTo>
                <a:moveTo>
                  <a:pt x="1912483" y="1004544"/>
                </a:moveTo>
                <a:lnTo>
                  <a:pt x="1911382" y="1031026"/>
                </a:lnTo>
                <a:moveTo>
                  <a:pt x="231312" y="763991"/>
                </a:moveTo>
                <a:lnTo>
                  <a:pt x="279874" y="787098"/>
                </a:lnTo>
                <a:moveTo>
                  <a:pt x="1273708" y="1310825"/>
                </a:moveTo>
                <a:lnTo>
                  <a:pt x="1285826" y="1333500"/>
                </a:lnTo>
                <a:moveTo>
                  <a:pt x="1912483" y="1004544"/>
                </a:moveTo>
                <a:lnTo>
                  <a:pt x="1928358" y="857418"/>
                </a:lnTo>
                <a:moveTo>
                  <a:pt x="2170895" y="513508"/>
                </a:moveTo>
                <a:lnTo>
                  <a:pt x="2235748" y="425484"/>
                </a:lnTo>
                <a:moveTo>
                  <a:pt x="632127" y="454682"/>
                </a:moveTo>
                <a:lnTo>
                  <a:pt x="659590" y="443275"/>
                </a:lnTo>
                <a:moveTo>
                  <a:pt x="1301841" y="545326"/>
                </a:moveTo>
                <a:lnTo>
                  <a:pt x="1382245" y="653049"/>
                </a:lnTo>
                <a:moveTo>
                  <a:pt x="1301841" y="545326"/>
                </a:moveTo>
                <a:lnTo>
                  <a:pt x="1243477" y="695029"/>
                </a:lnTo>
                <a:moveTo>
                  <a:pt x="1912483" y="1004544"/>
                </a:moveTo>
                <a:lnTo>
                  <a:pt x="1900471" y="1069772"/>
                </a:lnTo>
                <a:moveTo>
                  <a:pt x="659590" y="443275"/>
                </a:moveTo>
                <a:lnTo>
                  <a:pt x="822045" y="449722"/>
                </a:lnTo>
                <a:moveTo>
                  <a:pt x="983611" y="644114"/>
                </a:moveTo>
                <a:lnTo>
                  <a:pt x="965361" y="698293"/>
                </a:lnTo>
                <a:moveTo>
                  <a:pt x="534242" y="498229"/>
                </a:moveTo>
                <a:lnTo>
                  <a:pt x="632127" y="454682"/>
                </a:lnTo>
                <a:moveTo>
                  <a:pt x="1894253" y="1038495"/>
                </a:moveTo>
                <a:lnTo>
                  <a:pt x="1900471" y="1069772"/>
                </a:lnTo>
                <a:moveTo>
                  <a:pt x="1830773" y="752291"/>
                </a:moveTo>
                <a:lnTo>
                  <a:pt x="1905909" y="854772"/>
                </a:lnTo>
                <a:moveTo>
                  <a:pt x="1146957" y="1219561"/>
                </a:moveTo>
                <a:lnTo>
                  <a:pt x="1103655" y="1124206"/>
                </a:lnTo>
                <a:moveTo>
                  <a:pt x="2460001" y="508929"/>
                </a:moveTo>
                <a:lnTo>
                  <a:pt x="2565632" y="554562"/>
                </a:lnTo>
                <a:moveTo>
                  <a:pt x="423830" y="568161"/>
                </a:moveTo>
                <a:lnTo>
                  <a:pt x="534242" y="498229"/>
                </a:lnTo>
                <a:moveTo>
                  <a:pt x="2170895" y="513508"/>
                </a:moveTo>
                <a:lnTo>
                  <a:pt x="2194279" y="564541"/>
                </a:lnTo>
                <a:moveTo>
                  <a:pt x="2006303" y="1106423"/>
                </a:moveTo>
                <a:lnTo>
                  <a:pt x="1900471" y="1069772"/>
                </a:lnTo>
                <a:moveTo>
                  <a:pt x="822045" y="449722"/>
                </a:moveTo>
                <a:lnTo>
                  <a:pt x="891940" y="557110"/>
                </a:lnTo>
                <a:moveTo>
                  <a:pt x="2054597" y="577539"/>
                </a:moveTo>
                <a:lnTo>
                  <a:pt x="2194279" y="564541"/>
                </a:lnTo>
                <a:moveTo>
                  <a:pt x="846842" y="982044"/>
                </a:moveTo>
                <a:lnTo>
                  <a:pt x="943130" y="1064727"/>
                </a:lnTo>
                <a:moveTo>
                  <a:pt x="2006303" y="1106423"/>
                </a:moveTo>
                <a:lnTo>
                  <a:pt x="2009090" y="1140911"/>
                </a:lnTo>
                <a:moveTo>
                  <a:pt x="2006303" y="1106423"/>
                </a:moveTo>
                <a:lnTo>
                  <a:pt x="2024827" y="1144773"/>
                </a:lnTo>
                <a:moveTo>
                  <a:pt x="2565632" y="554562"/>
                </a:moveTo>
                <a:lnTo>
                  <a:pt x="2508278" y="636552"/>
                </a:lnTo>
                <a:moveTo>
                  <a:pt x="2054597" y="577539"/>
                </a:moveTo>
                <a:lnTo>
                  <a:pt x="1929557" y="660388"/>
                </a:lnTo>
                <a:moveTo>
                  <a:pt x="2478649" y="479460"/>
                </a:moveTo>
                <a:lnTo>
                  <a:pt x="2565632" y="554562"/>
                </a:lnTo>
                <a:moveTo>
                  <a:pt x="1502222" y="954464"/>
                </a:moveTo>
                <a:lnTo>
                  <a:pt x="1557312" y="1013873"/>
                </a:lnTo>
                <a:moveTo>
                  <a:pt x="2019011" y="1111356"/>
                </a:moveTo>
                <a:lnTo>
                  <a:pt x="2024827" y="1144773"/>
                </a:lnTo>
                <a:moveTo>
                  <a:pt x="2054597" y="577539"/>
                </a:moveTo>
                <a:lnTo>
                  <a:pt x="2096572" y="647211"/>
                </a:lnTo>
                <a:moveTo>
                  <a:pt x="335562" y="660295"/>
                </a:moveTo>
                <a:lnTo>
                  <a:pt x="423830" y="568161"/>
                </a:lnTo>
                <a:moveTo>
                  <a:pt x="1146957" y="1219561"/>
                </a:moveTo>
                <a:lnTo>
                  <a:pt x="1273708" y="1310825"/>
                </a:lnTo>
                <a:moveTo>
                  <a:pt x="825776" y="990065"/>
                </a:moveTo>
                <a:lnTo>
                  <a:pt x="846842" y="982044"/>
                </a:lnTo>
                <a:moveTo>
                  <a:pt x="1301841" y="545326"/>
                </a:moveTo>
                <a:lnTo>
                  <a:pt x="1196704" y="629494"/>
                </a:lnTo>
                <a:moveTo>
                  <a:pt x="1562459" y="1003445"/>
                </a:moveTo>
                <a:lnTo>
                  <a:pt x="1557312" y="1013873"/>
                </a:lnTo>
                <a:moveTo>
                  <a:pt x="2565632" y="554562"/>
                </a:moveTo>
                <a:lnTo>
                  <a:pt x="2510255" y="700722"/>
                </a:lnTo>
                <a:moveTo>
                  <a:pt x="1146957" y="1219561"/>
                </a:moveTo>
                <a:lnTo>
                  <a:pt x="1191366" y="1204127"/>
                </a:lnTo>
                <a:moveTo>
                  <a:pt x="1502222" y="954464"/>
                </a:moveTo>
                <a:lnTo>
                  <a:pt x="1562459" y="1003445"/>
                </a:lnTo>
                <a:moveTo>
                  <a:pt x="2131923" y="1161650"/>
                </a:moveTo>
                <a:lnTo>
                  <a:pt x="2024827" y="1144773"/>
                </a:lnTo>
                <a:moveTo>
                  <a:pt x="1239611" y="577299"/>
                </a:moveTo>
                <a:lnTo>
                  <a:pt x="1196704" y="629494"/>
                </a:lnTo>
                <a:moveTo>
                  <a:pt x="1905909" y="854772"/>
                </a:moveTo>
                <a:lnTo>
                  <a:pt x="1912483" y="1004544"/>
                </a:lnTo>
                <a:moveTo>
                  <a:pt x="556316" y="505042"/>
                </a:moveTo>
                <a:lnTo>
                  <a:pt x="659590" y="443275"/>
                </a:lnTo>
                <a:moveTo>
                  <a:pt x="556316" y="505042"/>
                </a:moveTo>
                <a:lnTo>
                  <a:pt x="632127" y="454682"/>
                </a:lnTo>
                <a:moveTo>
                  <a:pt x="1183037" y="606842"/>
                </a:moveTo>
                <a:lnTo>
                  <a:pt x="1196704" y="629494"/>
                </a:lnTo>
                <a:moveTo>
                  <a:pt x="2131923" y="1161650"/>
                </a:moveTo>
                <a:lnTo>
                  <a:pt x="2175484" y="1157971"/>
                </a:lnTo>
                <a:moveTo>
                  <a:pt x="1301841" y="545326"/>
                </a:moveTo>
                <a:lnTo>
                  <a:pt x="1421475" y="484640"/>
                </a:lnTo>
                <a:moveTo>
                  <a:pt x="534242" y="498229"/>
                </a:moveTo>
                <a:lnTo>
                  <a:pt x="556316" y="505042"/>
                </a:lnTo>
                <a:moveTo>
                  <a:pt x="825776" y="990065"/>
                </a:moveTo>
                <a:lnTo>
                  <a:pt x="943130" y="1064727"/>
                </a:lnTo>
                <a:moveTo>
                  <a:pt x="1228083" y="1316435"/>
                </a:moveTo>
                <a:lnTo>
                  <a:pt x="1273708" y="1310825"/>
                </a:lnTo>
                <a:moveTo>
                  <a:pt x="891940" y="557110"/>
                </a:moveTo>
                <a:lnTo>
                  <a:pt x="983611" y="644114"/>
                </a:lnTo>
                <a:moveTo>
                  <a:pt x="943130" y="1064727"/>
                </a:moveTo>
                <a:lnTo>
                  <a:pt x="1037571" y="1149139"/>
                </a:lnTo>
                <a:moveTo>
                  <a:pt x="335562" y="660295"/>
                </a:moveTo>
                <a:lnTo>
                  <a:pt x="279874" y="787098"/>
                </a:lnTo>
                <a:moveTo>
                  <a:pt x="1239611" y="577299"/>
                </a:moveTo>
                <a:lnTo>
                  <a:pt x="1301841" y="545326"/>
                </a:lnTo>
                <a:moveTo>
                  <a:pt x="1767907" y="774039"/>
                </a:moveTo>
                <a:lnTo>
                  <a:pt x="1668804" y="731088"/>
                </a:lnTo>
                <a:moveTo>
                  <a:pt x="285282" y="779344"/>
                </a:moveTo>
                <a:lnTo>
                  <a:pt x="335562" y="660295"/>
                </a:lnTo>
                <a:moveTo>
                  <a:pt x="1183037" y="606842"/>
                </a:moveTo>
                <a:lnTo>
                  <a:pt x="1239611" y="577299"/>
                </a:lnTo>
                <a:moveTo>
                  <a:pt x="1767907" y="774039"/>
                </a:moveTo>
                <a:lnTo>
                  <a:pt x="1830773" y="752291"/>
                </a:lnTo>
                <a:moveTo>
                  <a:pt x="2170895" y="513508"/>
                </a:moveTo>
                <a:lnTo>
                  <a:pt x="2232619" y="394759"/>
                </a:lnTo>
                <a:moveTo>
                  <a:pt x="1281277" y="1333500"/>
                </a:moveTo>
                <a:lnTo>
                  <a:pt x="1273708" y="1310825"/>
                </a:lnTo>
                <a:moveTo>
                  <a:pt x="1040338" y="644400"/>
                </a:moveTo>
                <a:lnTo>
                  <a:pt x="1183037" y="606842"/>
                </a:lnTo>
                <a:moveTo>
                  <a:pt x="1912483" y="1004544"/>
                </a:moveTo>
                <a:lnTo>
                  <a:pt x="1894253" y="1038495"/>
                </a:lnTo>
                <a:moveTo>
                  <a:pt x="983611" y="644114"/>
                </a:moveTo>
                <a:lnTo>
                  <a:pt x="1040338" y="644400"/>
                </a:lnTo>
                <a:moveTo>
                  <a:pt x="1709205" y="773137"/>
                </a:moveTo>
                <a:lnTo>
                  <a:pt x="1652927" y="739497"/>
                </a:lnTo>
                <a:moveTo>
                  <a:pt x="1767907" y="774039"/>
                </a:moveTo>
                <a:lnTo>
                  <a:pt x="1652927" y="739497"/>
                </a:lnTo>
                <a:moveTo>
                  <a:pt x="285282" y="779344"/>
                </a:moveTo>
                <a:lnTo>
                  <a:pt x="279874" y="787098"/>
                </a:lnTo>
                <a:moveTo>
                  <a:pt x="282741" y="787971"/>
                </a:moveTo>
                <a:lnTo>
                  <a:pt x="279874" y="787098"/>
                </a:lnTo>
                <a:moveTo>
                  <a:pt x="716569" y="472819"/>
                </a:moveTo>
                <a:lnTo>
                  <a:pt x="659590" y="443275"/>
                </a:lnTo>
                <a:moveTo>
                  <a:pt x="756253" y="474209"/>
                </a:moveTo>
                <a:lnTo>
                  <a:pt x="659590" y="443275"/>
                </a:lnTo>
                <a:moveTo>
                  <a:pt x="570032" y="506529"/>
                </a:moveTo>
                <a:lnTo>
                  <a:pt x="659590" y="443275"/>
                </a:lnTo>
                <a:moveTo>
                  <a:pt x="285282" y="779344"/>
                </a:moveTo>
                <a:lnTo>
                  <a:pt x="282741" y="787971"/>
                </a:lnTo>
                <a:moveTo>
                  <a:pt x="1703959" y="1043806"/>
                </a:moveTo>
                <a:lnTo>
                  <a:pt x="1813099" y="1114458"/>
                </a:lnTo>
                <a:moveTo>
                  <a:pt x="1850429" y="869607"/>
                </a:moveTo>
                <a:lnTo>
                  <a:pt x="1830773" y="752291"/>
                </a:lnTo>
                <a:moveTo>
                  <a:pt x="1037571" y="1149139"/>
                </a:moveTo>
                <a:lnTo>
                  <a:pt x="1146957" y="1219561"/>
                </a:lnTo>
                <a:moveTo>
                  <a:pt x="756253" y="474209"/>
                </a:moveTo>
                <a:lnTo>
                  <a:pt x="822045" y="449722"/>
                </a:lnTo>
                <a:moveTo>
                  <a:pt x="1894253" y="1038495"/>
                </a:moveTo>
                <a:lnTo>
                  <a:pt x="2006303" y="1106423"/>
                </a:lnTo>
                <a:moveTo>
                  <a:pt x="798164" y="1200422"/>
                </a:moveTo>
                <a:lnTo>
                  <a:pt x="882881" y="1293935"/>
                </a:lnTo>
                <a:moveTo>
                  <a:pt x="478076" y="561783"/>
                </a:moveTo>
                <a:lnTo>
                  <a:pt x="534242" y="498229"/>
                </a:lnTo>
                <a:moveTo>
                  <a:pt x="2054597" y="577539"/>
                </a:moveTo>
                <a:lnTo>
                  <a:pt x="2170895" y="513508"/>
                </a:lnTo>
                <a:moveTo>
                  <a:pt x="454822" y="571650"/>
                </a:moveTo>
                <a:lnTo>
                  <a:pt x="534242" y="498229"/>
                </a:lnTo>
                <a:moveTo>
                  <a:pt x="1826927" y="1093258"/>
                </a:moveTo>
                <a:lnTo>
                  <a:pt x="1912483" y="1004544"/>
                </a:lnTo>
                <a:moveTo>
                  <a:pt x="1703959" y="1043806"/>
                </a:moveTo>
                <a:lnTo>
                  <a:pt x="1826927" y="1093258"/>
                </a:lnTo>
                <a:moveTo>
                  <a:pt x="865319" y="544931"/>
                </a:moveTo>
                <a:lnTo>
                  <a:pt x="822045" y="449722"/>
                </a:lnTo>
                <a:moveTo>
                  <a:pt x="112909" y="409463"/>
                </a:moveTo>
                <a:lnTo>
                  <a:pt x="101317" y="403147"/>
                </a:lnTo>
                <a:moveTo>
                  <a:pt x="77835" y="417990"/>
                </a:moveTo>
                <a:lnTo>
                  <a:pt x="101317" y="403147"/>
                </a:lnTo>
                <a:moveTo>
                  <a:pt x="1850429" y="869607"/>
                </a:moveTo>
                <a:lnTo>
                  <a:pt x="1905909" y="854772"/>
                </a:lnTo>
                <a:moveTo>
                  <a:pt x="1826927" y="1093258"/>
                </a:moveTo>
                <a:lnTo>
                  <a:pt x="1894253" y="1038495"/>
                </a:lnTo>
                <a:moveTo>
                  <a:pt x="454822" y="571650"/>
                </a:moveTo>
                <a:lnTo>
                  <a:pt x="423830" y="568161"/>
                </a:lnTo>
                <a:moveTo>
                  <a:pt x="2006303" y="1106423"/>
                </a:moveTo>
                <a:lnTo>
                  <a:pt x="2019011" y="1111356"/>
                </a:lnTo>
                <a:moveTo>
                  <a:pt x="912407" y="1062831"/>
                </a:moveTo>
                <a:lnTo>
                  <a:pt x="943130" y="1064727"/>
                </a:lnTo>
                <a:moveTo>
                  <a:pt x="1852415" y="916729"/>
                </a:moveTo>
                <a:lnTo>
                  <a:pt x="1905909" y="854772"/>
                </a:lnTo>
                <a:moveTo>
                  <a:pt x="1826927" y="1093258"/>
                </a:moveTo>
                <a:lnTo>
                  <a:pt x="1813099" y="1114458"/>
                </a:lnTo>
                <a:moveTo>
                  <a:pt x="368721" y="671210"/>
                </a:moveTo>
                <a:lnTo>
                  <a:pt x="335562" y="660295"/>
                </a:lnTo>
                <a:moveTo>
                  <a:pt x="112909" y="409463"/>
                </a:moveTo>
                <a:lnTo>
                  <a:pt x="250294" y="366576"/>
                </a:lnTo>
                <a:moveTo>
                  <a:pt x="454822" y="571650"/>
                </a:moveTo>
                <a:lnTo>
                  <a:pt x="335562" y="660295"/>
                </a:lnTo>
                <a:moveTo>
                  <a:pt x="1813099" y="1114458"/>
                </a:moveTo>
                <a:lnTo>
                  <a:pt x="1782150" y="1235138"/>
                </a:lnTo>
                <a:moveTo>
                  <a:pt x="1146957" y="1219561"/>
                </a:moveTo>
                <a:lnTo>
                  <a:pt x="1228083" y="1316435"/>
                </a:lnTo>
                <a:moveTo>
                  <a:pt x="2019011" y="1111356"/>
                </a:moveTo>
                <a:lnTo>
                  <a:pt x="2131923" y="1161650"/>
                </a:lnTo>
                <a:moveTo>
                  <a:pt x="825776" y="990065"/>
                </a:moveTo>
                <a:lnTo>
                  <a:pt x="912407" y="1062831"/>
                </a:lnTo>
                <a:moveTo>
                  <a:pt x="865319" y="544931"/>
                </a:moveTo>
                <a:lnTo>
                  <a:pt x="891940" y="557110"/>
                </a:lnTo>
                <a:moveTo>
                  <a:pt x="77835" y="417990"/>
                </a:moveTo>
                <a:lnTo>
                  <a:pt x="112909" y="409463"/>
                </a:lnTo>
                <a:moveTo>
                  <a:pt x="1444185" y="479825"/>
                </a:moveTo>
                <a:lnTo>
                  <a:pt x="1421475" y="484640"/>
                </a:lnTo>
                <a:moveTo>
                  <a:pt x="1307994" y="523909"/>
                </a:moveTo>
                <a:lnTo>
                  <a:pt x="1421475" y="484640"/>
                </a:lnTo>
                <a:moveTo>
                  <a:pt x="2241288" y="375866"/>
                </a:moveTo>
                <a:lnTo>
                  <a:pt x="2232619" y="394759"/>
                </a:lnTo>
                <a:moveTo>
                  <a:pt x="368721" y="671210"/>
                </a:moveTo>
                <a:lnTo>
                  <a:pt x="285282" y="779344"/>
                </a:lnTo>
                <a:moveTo>
                  <a:pt x="971335" y="618507"/>
                </a:moveTo>
                <a:lnTo>
                  <a:pt x="891940" y="557110"/>
                </a:lnTo>
                <a:moveTo>
                  <a:pt x="1307994" y="523909"/>
                </a:moveTo>
                <a:lnTo>
                  <a:pt x="1301841" y="545326"/>
                </a:lnTo>
                <a:moveTo>
                  <a:pt x="1852415" y="916729"/>
                </a:moveTo>
                <a:lnTo>
                  <a:pt x="1912483" y="1004544"/>
                </a:lnTo>
                <a:moveTo>
                  <a:pt x="570032" y="506529"/>
                </a:moveTo>
                <a:lnTo>
                  <a:pt x="556316" y="505042"/>
                </a:lnTo>
                <a:moveTo>
                  <a:pt x="879343" y="1087338"/>
                </a:moveTo>
                <a:lnTo>
                  <a:pt x="825776" y="990065"/>
                </a:lnTo>
                <a:moveTo>
                  <a:pt x="1008904" y="1138875"/>
                </a:moveTo>
                <a:lnTo>
                  <a:pt x="943130" y="1064727"/>
                </a:lnTo>
                <a:moveTo>
                  <a:pt x="1221304" y="557338"/>
                </a:moveTo>
                <a:lnTo>
                  <a:pt x="1301841" y="545326"/>
                </a:lnTo>
                <a:moveTo>
                  <a:pt x="1221304" y="557338"/>
                </a:moveTo>
                <a:lnTo>
                  <a:pt x="1239611" y="577299"/>
                </a:lnTo>
                <a:moveTo>
                  <a:pt x="1736655" y="976104"/>
                </a:moveTo>
                <a:lnTo>
                  <a:pt x="1912483" y="1004544"/>
                </a:lnTo>
                <a:moveTo>
                  <a:pt x="478076" y="561783"/>
                </a:moveTo>
                <a:lnTo>
                  <a:pt x="556316" y="505042"/>
                </a:lnTo>
                <a:moveTo>
                  <a:pt x="1734028" y="978956"/>
                </a:moveTo>
                <a:lnTo>
                  <a:pt x="1703959" y="1043806"/>
                </a:lnTo>
                <a:moveTo>
                  <a:pt x="1221304" y="557338"/>
                </a:moveTo>
                <a:lnTo>
                  <a:pt x="1183037" y="606842"/>
                </a:lnTo>
                <a:moveTo>
                  <a:pt x="1177383" y="573587"/>
                </a:moveTo>
                <a:lnTo>
                  <a:pt x="1183037" y="606842"/>
                </a:lnTo>
                <a:moveTo>
                  <a:pt x="2173427" y="488461"/>
                </a:moveTo>
                <a:lnTo>
                  <a:pt x="2232619" y="394759"/>
                </a:lnTo>
                <a:moveTo>
                  <a:pt x="376347" y="673603"/>
                </a:moveTo>
                <a:lnTo>
                  <a:pt x="285282" y="779344"/>
                </a:lnTo>
                <a:moveTo>
                  <a:pt x="971335" y="618507"/>
                </a:moveTo>
                <a:lnTo>
                  <a:pt x="983611" y="644114"/>
                </a:lnTo>
                <a:moveTo>
                  <a:pt x="1039406" y="615879"/>
                </a:moveTo>
                <a:lnTo>
                  <a:pt x="1183037" y="606842"/>
                </a:lnTo>
                <a:moveTo>
                  <a:pt x="1709205" y="773137"/>
                </a:moveTo>
                <a:lnTo>
                  <a:pt x="1767907" y="774039"/>
                </a:lnTo>
                <a:moveTo>
                  <a:pt x="376347" y="673603"/>
                </a:moveTo>
                <a:lnTo>
                  <a:pt x="282741" y="787971"/>
                </a:lnTo>
                <a:moveTo>
                  <a:pt x="971335" y="618507"/>
                </a:moveTo>
                <a:lnTo>
                  <a:pt x="1040338" y="644400"/>
                </a:lnTo>
                <a:moveTo>
                  <a:pt x="1008904" y="1138875"/>
                </a:moveTo>
                <a:lnTo>
                  <a:pt x="1037571" y="1149139"/>
                </a:lnTo>
                <a:moveTo>
                  <a:pt x="806350" y="1155662"/>
                </a:moveTo>
                <a:lnTo>
                  <a:pt x="798164" y="1200422"/>
                </a:lnTo>
                <a:moveTo>
                  <a:pt x="1039406" y="615879"/>
                </a:moveTo>
                <a:lnTo>
                  <a:pt x="1040338" y="644400"/>
                </a:lnTo>
                <a:moveTo>
                  <a:pt x="280453" y="384265"/>
                </a:moveTo>
                <a:lnTo>
                  <a:pt x="250294" y="366576"/>
                </a:lnTo>
                <a:moveTo>
                  <a:pt x="1228083" y="1316435"/>
                </a:moveTo>
                <a:lnTo>
                  <a:pt x="1242068" y="1333500"/>
                </a:lnTo>
                <a:moveTo>
                  <a:pt x="1129794" y="1198529"/>
                </a:moveTo>
                <a:lnTo>
                  <a:pt x="1037571" y="1149139"/>
                </a:lnTo>
                <a:moveTo>
                  <a:pt x="2173427" y="488461"/>
                </a:moveTo>
                <a:lnTo>
                  <a:pt x="2170895" y="513508"/>
                </a:lnTo>
                <a:moveTo>
                  <a:pt x="899135" y="1241624"/>
                </a:moveTo>
                <a:lnTo>
                  <a:pt x="798164" y="1200422"/>
                </a:lnTo>
                <a:moveTo>
                  <a:pt x="319557" y="797299"/>
                </a:moveTo>
                <a:lnTo>
                  <a:pt x="282741" y="787971"/>
                </a:lnTo>
                <a:moveTo>
                  <a:pt x="1767907" y="774039"/>
                </a:moveTo>
                <a:lnTo>
                  <a:pt x="1850429" y="869607"/>
                </a:lnTo>
                <a:moveTo>
                  <a:pt x="716569" y="472819"/>
                </a:moveTo>
                <a:lnTo>
                  <a:pt x="756253" y="474209"/>
                </a:lnTo>
                <a:moveTo>
                  <a:pt x="570032" y="506529"/>
                </a:moveTo>
                <a:lnTo>
                  <a:pt x="716569" y="472819"/>
                </a:lnTo>
                <a:moveTo>
                  <a:pt x="1734028" y="978956"/>
                </a:moveTo>
                <a:lnTo>
                  <a:pt x="1826927" y="1093258"/>
                </a:lnTo>
                <a:moveTo>
                  <a:pt x="1736655" y="976104"/>
                </a:moveTo>
                <a:lnTo>
                  <a:pt x="1826927" y="1093258"/>
                </a:lnTo>
                <a:moveTo>
                  <a:pt x="1971516" y="1101889"/>
                </a:moveTo>
                <a:lnTo>
                  <a:pt x="1894253" y="1038495"/>
                </a:lnTo>
                <a:moveTo>
                  <a:pt x="1562200" y="411056"/>
                </a:moveTo>
                <a:lnTo>
                  <a:pt x="1622252" y="297092"/>
                </a:lnTo>
                <a:moveTo>
                  <a:pt x="1980940" y="537534"/>
                </a:moveTo>
                <a:lnTo>
                  <a:pt x="2054597" y="577539"/>
                </a:lnTo>
                <a:moveTo>
                  <a:pt x="2078336" y="573754"/>
                </a:moveTo>
                <a:lnTo>
                  <a:pt x="2170895" y="513508"/>
                </a:lnTo>
                <a:moveTo>
                  <a:pt x="1129794" y="1198529"/>
                </a:moveTo>
                <a:lnTo>
                  <a:pt x="1146957" y="1219561"/>
                </a:lnTo>
                <a:moveTo>
                  <a:pt x="478076" y="561783"/>
                </a:moveTo>
                <a:lnTo>
                  <a:pt x="570032" y="506529"/>
                </a:lnTo>
                <a:moveTo>
                  <a:pt x="2078336" y="573754"/>
                </a:moveTo>
                <a:lnTo>
                  <a:pt x="2054597" y="577539"/>
                </a:lnTo>
                <a:moveTo>
                  <a:pt x="756253" y="474209"/>
                </a:moveTo>
                <a:lnTo>
                  <a:pt x="865319" y="544931"/>
                </a:lnTo>
                <a:moveTo>
                  <a:pt x="899135" y="1241624"/>
                </a:moveTo>
                <a:lnTo>
                  <a:pt x="882881" y="1293935"/>
                </a:lnTo>
                <a:moveTo>
                  <a:pt x="454822" y="571650"/>
                </a:moveTo>
                <a:lnTo>
                  <a:pt x="368721" y="671210"/>
                </a:lnTo>
                <a:moveTo>
                  <a:pt x="1971516" y="1101889"/>
                </a:moveTo>
                <a:lnTo>
                  <a:pt x="2006303" y="1106423"/>
                </a:lnTo>
                <a:moveTo>
                  <a:pt x="454822" y="571650"/>
                </a:moveTo>
                <a:lnTo>
                  <a:pt x="478076" y="561783"/>
                </a:lnTo>
                <a:moveTo>
                  <a:pt x="1735908" y="788078"/>
                </a:moveTo>
                <a:lnTo>
                  <a:pt x="1709205" y="773137"/>
                </a:lnTo>
                <a:moveTo>
                  <a:pt x="1971516" y="1101889"/>
                </a:moveTo>
                <a:lnTo>
                  <a:pt x="2019011" y="1111356"/>
                </a:lnTo>
                <a:moveTo>
                  <a:pt x="1562200" y="411056"/>
                </a:moveTo>
                <a:lnTo>
                  <a:pt x="1559044" y="415349"/>
                </a:lnTo>
                <a:moveTo>
                  <a:pt x="1559266" y="414576"/>
                </a:moveTo>
                <a:lnTo>
                  <a:pt x="1559044" y="415349"/>
                </a:lnTo>
                <a:moveTo>
                  <a:pt x="1556574" y="416322"/>
                </a:moveTo>
                <a:lnTo>
                  <a:pt x="1559044" y="415349"/>
                </a:lnTo>
                <a:moveTo>
                  <a:pt x="1735908" y="788078"/>
                </a:moveTo>
                <a:lnTo>
                  <a:pt x="1767907" y="774039"/>
                </a:lnTo>
                <a:moveTo>
                  <a:pt x="1562200" y="411056"/>
                </a:moveTo>
                <a:lnTo>
                  <a:pt x="1559266" y="414576"/>
                </a:lnTo>
                <a:moveTo>
                  <a:pt x="2047505" y="1112339"/>
                </a:moveTo>
                <a:lnTo>
                  <a:pt x="2019011" y="1111356"/>
                </a:lnTo>
                <a:moveTo>
                  <a:pt x="1556574" y="416322"/>
                </a:moveTo>
                <a:lnTo>
                  <a:pt x="1559266" y="414576"/>
                </a:lnTo>
                <a:moveTo>
                  <a:pt x="423922" y="612474"/>
                </a:moveTo>
                <a:lnTo>
                  <a:pt x="368721" y="671210"/>
                </a:lnTo>
                <a:moveTo>
                  <a:pt x="879343" y="1087338"/>
                </a:moveTo>
                <a:lnTo>
                  <a:pt x="912407" y="1062831"/>
                </a:lnTo>
                <a:moveTo>
                  <a:pt x="423922" y="612474"/>
                </a:moveTo>
                <a:lnTo>
                  <a:pt x="454822" y="571650"/>
                </a:lnTo>
                <a:moveTo>
                  <a:pt x="185430" y="459230"/>
                </a:moveTo>
                <a:lnTo>
                  <a:pt x="250294" y="366576"/>
                </a:lnTo>
                <a:moveTo>
                  <a:pt x="1850429" y="869607"/>
                </a:moveTo>
                <a:lnTo>
                  <a:pt x="1852415" y="916729"/>
                </a:lnTo>
                <a:moveTo>
                  <a:pt x="949549" y="1095281"/>
                </a:moveTo>
                <a:lnTo>
                  <a:pt x="912407" y="1062831"/>
                </a:lnTo>
                <a:moveTo>
                  <a:pt x="460486" y="574658"/>
                </a:moveTo>
                <a:lnTo>
                  <a:pt x="478076" y="561783"/>
                </a:lnTo>
                <a:moveTo>
                  <a:pt x="1214794" y="1291777"/>
                </a:moveTo>
                <a:lnTo>
                  <a:pt x="1146957" y="1219561"/>
                </a:lnTo>
                <a:moveTo>
                  <a:pt x="460486" y="574658"/>
                </a:moveTo>
                <a:lnTo>
                  <a:pt x="454822" y="571650"/>
                </a:lnTo>
                <a:moveTo>
                  <a:pt x="2120370" y="1135368"/>
                </a:moveTo>
                <a:lnTo>
                  <a:pt x="2019011" y="1111356"/>
                </a:lnTo>
                <a:moveTo>
                  <a:pt x="185430" y="459230"/>
                </a:moveTo>
                <a:lnTo>
                  <a:pt x="112909" y="409463"/>
                </a:lnTo>
                <a:moveTo>
                  <a:pt x="1813099" y="1114458"/>
                </a:moveTo>
                <a:lnTo>
                  <a:pt x="1819332" y="1246265"/>
                </a:lnTo>
                <a:moveTo>
                  <a:pt x="1971516" y="1101889"/>
                </a:moveTo>
                <a:lnTo>
                  <a:pt x="1826927" y="1093258"/>
                </a:lnTo>
                <a:moveTo>
                  <a:pt x="1872987" y="1117994"/>
                </a:moveTo>
                <a:lnTo>
                  <a:pt x="1826927" y="1093258"/>
                </a:lnTo>
                <a:moveTo>
                  <a:pt x="1649681" y="311322"/>
                </a:moveTo>
                <a:lnTo>
                  <a:pt x="1622252" y="297092"/>
                </a:lnTo>
                <a:moveTo>
                  <a:pt x="1444185" y="479825"/>
                </a:moveTo>
                <a:lnTo>
                  <a:pt x="1556574" y="416322"/>
                </a:lnTo>
                <a:moveTo>
                  <a:pt x="2358376" y="312628"/>
                </a:moveTo>
                <a:lnTo>
                  <a:pt x="2396897" y="320992"/>
                </a:lnTo>
                <a:moveTo>
                  <a:pt x="376347" y="673603"/>
                </a:moveTo>
                <a:lnTo>
                  <a:pt x="368721" y="671210"/>
                </a:lnTo>
                <a:moveTo>
                  <a:pt x="460486" y="574658"/>
                </a:moveTo>
                <a:lnTo>
                  <a:pt x="423922" y="612474"/>
                </a:lnTo>
                <a:moveTo>
                  <a:pt x="1008904" y="1138875"/>
                </a:moveTo>
                <a:lnTo>
                  <a:pt x="912407" y="1062831"/>
                </a:lnTo>
                <a:moveTo>
                  <a:pt x="2241288" y="375866"/>
                </a:moveTo>
                <a:lnTo>
                  <a:pt x="2358376" y="312628"/>
                </a:lnTo>
                <a:moveTo>
                  <a:pt x="1826114" y="884531"/>
                </a:moveTo>
                <a:lnTo>
                  <a:pt x="1850429" y="869607"/>
                </a:lnTo>
                <a:moveTo>
                  <a:pt x="716569" y="472819"/>
                </a:moveTo>
                <a:lnTo>
                  <a:pt x="734316" y="478632"/>
                </a:lnTo>
                <a:moveTo>
                  <a:pt x="1735908" y="788078"/>
                </a:moveTo>
                <a:lnTo>
                  <a:pt x="1850429" y="869607"/>
                </a:lnTo>
                <a:moveTo>
                  <a:pt x="734316" y="478632"/>
                </a:moveTo>
                <a:lnTo>
                  <a:pt x="756253" y="474209"/>
                </a:lnTo>
                <a:moveTo>
                  <a:pt x="2120370" y="1135368"/>
                </a:moveTo>
                <a:lnTo>
                  <a:pt x="2131923" y="1161650"/>
                </a:lnTo>
                <a:moveTo>
                  <a:pt x="423922" y="612474"/>
                </a:moveTo>
                <a:lnTo>
                  <a:pt x="376347" y="673603"/>
                </a:lnTo>
                <a:moveTo>
                  <a:pt x="1736655" y="976104"/>
                </a:moveTo>
                <a:lnTo>
                  <a:pt x="1852415" y="916729"/>
                </a:lnTo>
                <a:moveTo>
                  <a:pt x="1307994" y="523909"/>
                </a:moveTo>
                <a:lnTo>
                  <a:pt x="1444185" y="479825"/>
                </a:lnTo>
                <a:moveTo>
                  <a:pt x="879343" y="1087338"/>
                </a:moveTo>
                <a:lnTo>
                  <a:pt x="949549" y="1095281"/>
                </a:lnTo>
                <a:moveTo>
                  <a:pt x="162912" y="474070"/>
                </a:moveTo>
                <a:lnTo>
                  <a:pt x="112909" y="409463"/>
                </a:lnTo>
                <a:moveTo>
                  <a:pt x="1214794" y="1291777"/>
                </a:moveTo>
                <a:lnTo>
                  <a:pt x="1228083" y="1316435"/>
                </a:lnTo>
                <a:moveTo>
                  <a:pt x="1826114" y="884531"/>
                </a:moveTo>
                <a:lnTo>
                  <a:pt x="1852415" y="916729"/>
                </a:lnTo>
                <a:moveTo>
                  <a:pt x="1826927" y="1093258"/>
                </a:moveTo>
                <a:lnTo>
                  <a:pt x="1819332" y="1246265"/>
                </a:lnTo>
                <a:moveTo>
                  <a:pt x="865319" y="544931"/>
                </a:moveTo>
                <a:lnTo>
                  <a:pt x="971335" y="618507"/>
                </a:lnTo>
                <a:moveTo>
                  <a:pt x="1736655" y="976104"/>
                </a:moveTo>
                <a:lnTo>
                  <a:pt x="1734028" y="978956"/>
                </a:lnTo>
                <a:moveTo>
                  <a:pt x="1733058" y="977692"/>
                </a:moveTo>
                <a:lnTo>
                  <a:pt x="1734028" y="978956"/>
                </a:lnTo>
                <a:moveTo>
                  <a:pt x="1733058" y="977692"/>
                </a:moveTo>
                <a:lnTo>
                  <a:pt x="1736655" y="976104"/>
                </a:lnTo>
                <a:moveTo>
                  <a:pt x="1649681" y="311322"/>
                </a:moveTo>
                <a:lnTo>
                  <a:pt x="1562200" y="411056"/>
                </a:lnTo>
                <a:moveTo>
                  <a:pt x="1826953" y="1237206"/>
                </a:moveTo>
                <a:lnTo>
                  <a:pt x="1826927" y="1093258"/>
                </a:lnTo>
                <a:moveTo>
                  <a:pt x="2396897" y="320992"/>
                </a:moveTo>
                <a:lnTo>
                  <a:pt x="2494741" y="402217"/>
                </a:lnTo>
                <a:moveTo>
                  <a:pt x="1819332" y="1246265"/>
                </a:moveTo>
                <a:lnTo>
                  <a:pt x="1782150" y="1235138"/>
                </a:lnTo>
                <a:moveTo>
                  <a:pt x="1221304" y="557338"/>
                </a:moveTo>
                <a:lnTo>
                  <a:pt x="1307994" y="523909"/>
                </a:lnTo>
                <a:moveTo>
                  <a:pt x="1736655" y="976104"/>
                </a:moveTo>
                <a:lnTo>
                  <a:pt x="1826114" y="884531"/>
                </a:lnTo>
                <a:moveTo>
                  <a:pt x="1733058" y="977692"/>
                </a:moveTo>
                <a:lnTo>
                  <a:pt x="1826114" y="884531"/>
                </a:lnTo>
                <a:moveTo>
                  <a:pt x="1177383" y="573587"/>
                </a:moveTo>
                <a:lnTo>
                  <a:pt x="1221304" y="557338"/>
                </a:lnTo>
                <a:moveTo>
                  <a:pt x="949549" y="1095281"/>
                </a:moveTo>
                <a:lnTo>
                  <a:pt x="1008904" y="1138875"/>
                </a:lnTo>
                <a:moveTo>
                  <a:pt x="2358376" y="312628"/>
                </a:moveTo>
                <a:lnTo>
                  <a:pt x="2379761" y="325483"/>
                </a:lnTo>
                <a:moveTo>
                  <a:pt x="1735908" y="788078"/>
                </a:moveTo>
                <a:lnTo>
                  <a:pt x="1826114" y="884531"/>
                </a:lnTo>
                <a:moveTo>
                  <a:pt x="1039406" y="615879"/>
                </a:moveTo>
                <a:lnTo>
                  <a:pt x="1177383" y="573587"/>
                </a:lnTo>
                <a:moveTo>
                  <a:pt x="2379761" y="325483"/>
                </a:moveTo>
                <a:lnTo>
                  <a:pt x="2396897" y="320992"/>
                </a:lnTo>
                <a:moveTo>
                  <a:pt x="2173427" y="488461"/>
                </a:moveTo>
                <a:lnTo>
                  <a:pt x="2241288" y="375866"/>
                </a:lnTo>
                <a:moveTo>
                  <a:pt x="971335" y="618507"/>
                </a:moveTo>
                <a:lnTo>
                  <a:pt x="1039406" y="615879"/>
                </a:lnTo>
                <a:moveTo>
                  <a:pt x="1640668" y="861606"/>
                </a:moveTo>
                <a:lnTo>
                  <a:pt x="1709205" y="773137"/>
                </a:lnTo>
                <a:moveTo>
                  <a:pt x="1241218" y="1333500"/>
                </a:moveTo>
                <a:lnTo>
                  <a:pt x="1228083" y="1316435"/>
                </a:lnTo>
                <a:moveTo>
                  <a:pt x="1463711" y="488253"/>
                </a:moveTo>
                <a:lnTo>
                  <a:pt x="1559266" y="414576"/>
                </a:lnTo>
                <a:moveTo>
                  <a:pt x="1463711" y="488253"/>
                </a:moveTo>
                <a:lnTo>
                  <a:pt x="1556574" y="416322"/>
                </a:lnTo>
                <a:moveTo>
                  <a:pt x="185430" y="459230"/>
                </a:moveTo>
                <a:lnTo>
                  <a:pt x="280453" y="384265"/>
                </a:lnTo>
                <a:moveTo>
                  <a:pt x="319557" y="797299"/>
                </a:moveTo>
                <a:lnTo>
                  <a:pt x="376347" y="673603"/>
                </a:lnTo>
                <a:moveTo>
                  <a:pt x="1444185" y="479825"/>
                </a:moveTo>
                <a:lnTo>
                  <a:pt x="1463711" y="488253"/>
                </a:lnTo>
                <a:moveTo>
                  <a:pt x="2379761" y="325483"/>
                </a:moveTo>
                <a:lnTo>
                  <a:pt x="2494741" y="402217"/>
                </a:lnTo>
                <a:moveTo>
                  <a:pt x="806350" y="1155662"/>
                </a:moveTo>
                <a:lnTo>
                  <a:pt x="899135" y="1241624"/>
                </a:lnTo>
                <a:moveTo>
                  <a:pt x="1008904" y="1138875"/>
                </a:moveTo>
                <a:lnTo>
                  <a:pt x="1129794" y="1198529"/>
                </a:lnTo>
                <a:moveTo>
                  <a:pt x="330919" y="419830"/>
                </a:moveTo>
                <a:lnTo>
                  <a:pt x="280453" y="384265"/>
                </a:lnTo>
                <a:moveTo>
                  <a:pt x="2494741" y="402217"/>
                </a:moveTo>
                <a:lnTo>
                  <a:pt x="2594919" y="481259"/>
                </a:lnTo>
                <a:moveTo>
                  <a:pt x="2078336" y="573754"/>
                </a:moveTo>
                <a:lnTo>
                  <a:pt x="2173427" y="488461"/>
                </a:lnTo>
                <a:moveTo>
                  <a:pt x="1665461" y="312829"/>
                </a:moveTo>
                <a:lnTo>
                  <a:pt x="1562200" y="411056"/>
                </a:lnTo>
                <a:moveTo>
                  <a:pt x="1980940" y="537534"/>
                </a:moveTo>
                <a:lnTo>
                  <a:pt x="2078336" y="573754"/>
                </a:lnTo>
                <a:moveTo>
                  <a:pt x="1665461" y="312829"/>
                </a:moveTo>
                <a:lnTo>
                  <a:pt x="1559266" y="414576"/>
                </a:lnTo>
                <a:moveTo>
                  <a:pt x="638474" y="548173"/>
                </a:moveTo>
                <a:lnTo>
                  <a:pt x="716569" y="472819"/>
                </a:lnTo>
                <a:moveTo>
                  <a:pt x="570032" y="506529"/>
                </a:moveTo>
                <a:lnTo>
                  <a:pt x="638474" y="548173"/>
                </a:lnTo>
                <a:moveTo>
                  <a:pt x="1640668" y="861606"/>
                </a:moveTo>
                <a:lnTo>
                  <a:pt x="1733058" y="977692"/>
                </a:lnTo>
                <a:moveTo>
                  <a:pt x="1651084" y="117286"/>
                </a:moveTo>
                <a:lnTo>
                  <a:pt x="1649240" y="119673"/>
                </a:lnTo>
                <a:moveTo>
                  <a:pt x="1872987" y="1117994"/>
                </a:moveTo>
                <a:lnTo>
                  <a:pt x="1971516" y="1101889"/>
                </a:lnTo>
                <a:moveTo>
                  <a:pt x="1640668" y="861606"/>
                </a:moveTo>
                <a:lnTo>
                  <a:pt x="1826114" y="884531"/>
                </a:lnTo>
                <a:moveTo>
                  <a:pt x="1640668" y="861606"/>
                </a:moveTo>
                <a:lnTo>
                  <a:pt x="1735908" y="788078"/>
                </a:lnTo>
                <a:moveTo>
                  <a:pt x="2101128" y="593019"/>
                </a:moveTo>
                <a:lnTo>
                  <a:pt x="2173427" y="488461"/>
                </a:lnTo>
                <a:moveTo>
                  <a:pt x="581010" y="601148"/>
                </a:moveTo>
                <a:lnTo>
                  <a:pt x="570032" y="506529"/>
                </a:lnTo>
                <a:moveTo>
                  <a:pt x="1971516" y="1101889"/>
                </a:moveTo>
                <a:lnTo>
                  <a:pt x="2047505" y="1112339"/>
                </a:lnTo>
                <a:moveTo>
                  <a:pt x="2468099" y="409556"/>
                </a:moveTo>
                <a:lnTo>
                  <a:pt x="2494741" y="402217"/>
                </a:lnTo>
                <a:moveTo>
                  <a:pt x="542532" y="632007"/>
                </a:moveTo>
                <a:lnTo>
                  <a:pt x="570032" y="506529"/>
                </a:lnTo>
                <a:moveTo>
                  <a:pt x="1129794" y="1198529"/>
                </a:moveTo>
                <a:lnTo>
                  <a:pt x="1214794" y="1291777"/>
                </a:lnTo>
                <a:moveTo>
                  <a:pt x="1595694" y="423514"/>
                </a:moveTo>
                <a:lnTo>
                  <a:pt x="1559266" y="414576"/>
                </a:lnTo>
                <a:moveTo>
                  <a:pt x="1692155" y="252315"/>
                </a:moveTo>
                <a:lnTo>
                  <a:pt x="1649681" y="311322"/>
                </a:lnTo>
                <a:moveTo>
                  <a:pt x="2047505" y="1112339"/>
                </a:moveTo>
                <a:lnTo>
                  <a:pt x="2120370" y="1135368"/>
                </a:lnTo>
                <a:moveTo>
                  <a:pt x="542532" y="632007"/>
                </a:moveTo>
                <a:lnTo>
                  <a:pt x="478076" y="561783"/>
                </a:lnTo>
                <a:moveTo>
                  <a:pt x="2078336" y="573754"/>
                </a:moveTo>
                <a:lnTo>
                  <a:pt x="2101128" y="593019"/>
                </a:lnTo>
                <a:moveTo>
                  <a:pt x="2558615" y="508063"/>
                </a:moveTo>
                <a:lnTo>
                  <a:pt x="2594919" y="481259"/>
                </a:lnTo>
                <a:moveTo>
                  <a:pt x="2379761" y="325483"/>
                </a:moveTo>
                <a:lnTo>
                  <a:pt x="2468099" y="409556"/>
                </a:lnTo>
                <a:moveTo>
                  <a:pt x="1665461" y="312829"/>
                </a:moveTo>
                <a:lnTo>
                  <a:pt x="1649681" y="311322"/>
                </a:lnTo>
                <a:moveTo>
                  <a:pt x="2173427" y="488461"/>
                </a:moveTo>
                <a:lnTo>
                  <a:pt x="2192617" y="494638"/>
                </a:lnTo>
                <a:moveTo>
                  <a:pt x="2320233" y="355655"/>
                </a:moveTo>
                <a:lnTo>
                  <a:pt x="2358376" y="312628"/>
                </a:lnTo>
                <a:moveTo>
                  <a:pt x="1872987" y="1117994"/>
                </a:moveTo>
                <a:lnTo>
                  <a:pt x="1826953" y="1237206"/>
                </a:lnTo>
                <a:moveTo>
                  <a:pt x="2260267" y="367309"/>
                </a:moveTo>
                <a:lnTo>
                  <a:pt x="2358376" y="312628"/>
                </a:lnTo>
                <a:moveTo>
                  <a:pt x="330919" y="419830"/>
                </a:moveTo>
                <a:lnTo>
                  <a:pt x="185430" y="459230"/>
                </a:lnTo>
                <a:moveTo>
                  <a:pt x="423922" y="612474"/>
                </a:moveTo>
                <a:lnTo>
                  <a:pt x="452871" y="727535"/>
                </a:lnTo>
                <a:moveTo>
                  <a:pt x="871778" y="1057322"/>
                </a:moveTo>
                <a:lnTo>
                  <a:pt x="879343" y="1087338"/>
                </a:lnTo>
                <a:moveTo>
                  <a:pt x="2468099" y="409556"/>
                </a:moveTo>
                <a:lnTo>
                  <a:pt x="2594919" y="481259"/>
                </a:lnTo>
                <a:moveTo>
                  <a:pt x="1501511" y="509718"/>
                </a:moveTo>
                <a:lnTo>
                  <a:pt x="1559266" y="414576"/>
                </a:lnTo>
                <a:moveTo>
                  <a:pt x="1649240" y="119673"/>
                </a:moveTo>
                <a:lnTo>
                  <a:pt x="1692155" y="252315"/>
                </a:lnTo>
                <a:moveTo>
                  <a:pt x="1180614" y="1132883"/>
                </a:moveTo>
                <a:lnTo>
                  <a:pt x="1129794" y="1198529"/>
                </a:lnTo>
                <a:moveTo>
                  <a:pt x="460486" y="574658"/>
                </a:moveTo>
                <a:lnTo>
                  <a:pt x="452871" y="727535"/>
                </a:lnTo>
                <a:moveTo>
                  <a:pt x="871778" y="1057322"/>
                </a:moveTo>
                <a:lnTo>
                  <a:pt x="949549" y="1095281"/>
                </a:lnTo>
                <a:moveTo>
                  <a:pt x="542532" y="632007"/>
                </a:moveTo>
                <a:lnTo>
                  <a:pt x="460486" y="574658"/>
                </a:lnTo>
                <a:moveTo>
                  <a:pt x="162912" y="474070"/>
                </a:moveTo>
                <a:lnTo>
                  <a:pt x="185430" y="459230"/>
                </a:lnTo>
                <a:moveTo>
                  <a:pt x="957892" y="593994"/>
                </a:moveTo>
                <a:lnTo>
                  <a:pt x="865319" y="544931"/>
                </a:lnTo>
                <a:moveTo>
                  <a:pt x="203315" y="472524"/>
                </a:moveTo>
                <a:lnTo>
                  <a:pt x="185430" y="459230"/>
                </a:lnTo>
                <a:moveTo>
                  <a:pt x="537052" y="642295"/>
                </a:moveTo>
                <a:lnTo>
                  <a:pt x="460486" y="574658"/>
                </a:lnTo>
                <a:moveTo>
                  <a:pt x="2260267" y="367309"/>
                </a:moveTo>
                <a:lnTo>
                  <a:pt x="2241288" y="375866"/>
                </a:lnTo>
                <a:moveTo>
                  <a:pt x="1338290" y="526700"/>
                </a:moveTo>
                <a:lnTo>
                  <a:pt x="1444185" y="479825"/>
                </a:lnTo>
                <a:moveTo>
                  <a:pt x="955226" y="1073388"/>
                </a:moveTo>
                <a:lnTo>
                  <a:pt x="949549" y="1095281"/>
                </a:lnTo>
                <a:moveTo>
                  <a:pt x="1401607" y="524282"/>
                </a:moveTo>
                <a:lnTo>
                  <a:pt x="1444185" y="479825"/>
                </a:lnTo>
                <a:moveTo>
                  <a:pt x="376347" y="673603"/>
                </a:moveTo>
                <a:lnTo>
                  <a:pt x="452871" y="727535"/>
                </a:lnTo>
                <a:moveTo>
                  <a:pt x="1185415" y="554692"/>
                </a:moveTo>
                <a:lnTo>
                  <a:pt x="1307994" y="523909"/>
                </a:lnTo>
                <a:moveTo>
                  <a:pt x="638474" y="548173"/>
                </a:moveTo>
                <a:lnTo>
                  <a:pt x="734316" y="478632"/>
                </a:lnTo>
                <a:moveTo>
                  <a:pt x="1338290" y="526700"/>
                </a:moveTo>
                <a:lnTo>
                  <a:pt x="1307994" y="523909"/>
                </a:lnTo>
                <a:moveTo>
                  <a:pt x="1185890" y="554531"/>
                </a:moveTo>
                <a:lnTo>
                  <a:pt x="1307994" y="523909"/>
                </a:lnTo>
                <a:moveTo>
                  <a:pt x="1016291" y="1094864"/>
                </a:moveTo>
                <a:lnTo>
                  <a:pt x="949549" y="1095281"/>
                </a:lnTo>
                <a:moveTo>
                  <a:pt x="1185415" y="554692"/>
                </a:moveTo>
                <a:lnTo>
                  <a:pt x="1221304" y="557338"/>
                </a:lnTo>
                <a:moveTo>
                  <a:pt x="1826953" y="1237206"/>
                </a:moveTo>
                <a:lnTo>
                  <a:pt x="1819332" y="1246265"/>
                </a:lnTo>
                <a:moveTo>
                  <a:pt x="1177383" y="573587"/>
                </a:moveTo>
                <a:lnTo>
                  <a:pt x="1185415" y="554692"/>
                </a:lnTo>
                <a:moveTo>
                  <a:pt x="1820652" y="1246157"/>
                </a:moveTo>
                <a:lnTo>
                  <a:pt x="1819332" y="1246265"/>
                </a:lnTo>
                <a:moveTo>
                  <a:pt x="203315" y="472524"/>
                </a:moveTo>
                <a:lnTo>
                  <a:pt x="330919" y="419830"/>
                </a:lnTo>
                <a:moveTo>
                  <a:pt x="1129794" y="1198529"/>
                </a:moveTo>
                <a:lnTo>
                  <a:pt x="1269858" y="1222963"/>
                </a:lnTo>
                <a:moveTo>
                  <a:pt x="1182916" y="556174"/>
                </a:moveTo>
                <a:lnTo>
                  <a:pt x="1177383" y="573587"/>
                </a:lnTo>
                <a:moveTo>
                  <a:pt x="1826953" y="1237206"/>
                </a:moveTo>
                <a:lnTo>
                  <a:pt x="1820652" y="1246157"/>
                </a:lnTo>
                <a:moveTo>
                  <a:pt x="957892" y="593994"/>
                </a:moveTo>
                <a:lnTo>
                  <a:pt x="971335" y="618507"/>
                </a:lnTo>
                <a:moveTo>
                  <a:pt x="2468099" y="409556"/>
                </a:moveTo>
                <a:lnTo>
                  <a:pt x="2558615" y="508063"/>
                </a:lnTo>
                <a:moveTo>
                  <a:pt x="1050948" y="599866"/>
                </a:moveTo>
                <a:lnTo>
                  <a:pt x="1177383" y="573587"/>
                </a:lnTo>
                <a:moveTo>
                  <a:pt x="1910187" y="1143685"/>
                </a:moveTo>
                <a:lnTo>
                  <a:pt x="1971516" y="1101889"/>
                </a:lnTo>
                <a:moveTo>
                  <a:pt x="957892" y="593994"/>
                </a:moveTo>
                <a:lnTo>
                  <a:pt x="1039406" y="615879"/>
                </a:lnTo>
                <a:moveTo>
                  <a:pt x="1910187" y="1143685"/>
                </a:moveTo>
                <a:lnTo>
                  <a:pt x="1872987" y="1117994"/>
                </a:lnTo>
                <a:moveTo>
                  <a:pt x="162912" y="474070"/>
                </a:moveTo>
                <a:lnTo>
                  <a:pt x="203315" y="472524"/>
                </a:lnTo>
                <a:moveTo>
                  <a:pt x="1016291" y="1094864"/>
                </a:moveTo>
                <a:lnTo>
                  <a:pt x="1008904" y="1138875"/>
                </a:lnTo>
                <a:moveTo>
                  <a:pt x="2260267" y="367309"/>
                </a:moveTo>
                <a:lnTo>
                  <a:pt x="2173427" y="488461"/>
                </a:lnTo>
                <a:moveTo>
                  <a:pt x="1214794" y="1291777"/>
                </a:moveTo>
                <a:lnTo>
                  <a:pt x="1244615" y="1333500"/>
                </a:lnTo>
                <a:moveTo>
                  <a:pt x="1050948" y="599866"/>
                </a:moveTo>
                <a:lnTo>
                  <a:pt x="1039406" y="615879"/>
                </a:lnTo>
                <a:moveTo>
                  <a:pt x="1910187" y="1143685"/>
                </a:moveTo>
                <a:lnTo>
                  <a:pt x="2047505" y="1112339"/>
                </a:lnTo>
                <a:moveTo>
                  <a:pt x="2101128" y="593019"/>
                </a:moveTo>
                <a:lnTo>
                  <a:pt x="2192617" y="494638"/>
                </a:lnTo>
                <a:moveTo>
                  <a:pt x="2320233" y="355655"/>
                </a:moveTo>
                <a:lnTo>
                  <a:pt x="2379761" y="325483"/>
                </a:lnTo>
                <a:moveTo>
                  <a:pt x="1649240" y="119673"/>
                </a:moveTo>
                <a:lnTo>
                  <a:pt x="1738037" y="192186"/>
                </a:lnTo>
                <a:moveTo>
                  <a:pt x="359049" y="810458"/>
                </a:moveTo>
                <a:lnTo>
                  <a:pt x="376347" y="673603"/>
                </a:lnTo>
                <a:moveTo>
                  <a:pt x="1651084" y="117286"/>
                </a:moveTo>
                <a:lnTo>
                  <a:pt x="1738037" y="192186"/>
                </a:lnTo>
                <a:moveTo>
                  <a:pt x="1692155" y="252315"/>
                </a:moveTo>
                <a:lnTo>
                  <a:pt x="1665461" y="312829"/>
                </a:lnTo>
                <a:moveTo>
                  <a:pt x="1269858" y="1222963"/>
                </a:moveTo>
                <a:lnTo>
                  <a:pt x="1214794" y="1291777"/>
                </a:lnTo>
                <a:moveTo>
                  <a:pt x="1016291" y="1094864"/>
                </a:moveTo>
                <a:lnTo>
                  <a:pt x="1129794" y="1198529"/>
                </a:lnTo>
                <a:moveTo>
                  <a:pt x="1915447" y="568531"/>
                </a:moveTo>
                <a:lnTo>
                  <a:pt x="1980940" y="537534"/>
                </a:lnTo>
                <a:moveTo>
                  <a:pt x="1910187" y="1143685"/>
                </a:moveTo>
                <a:lnTo>
                  <a:pt x="1826953" y="1237206"/>
                </a:lnTo>
                <a:moveTo>
                  <a:pt x="2443225" y="413342"/>
                </a:moveTo>
                <a:lnTo>
                  <a:pt x="2379761" y="325483"/>
                </a:lnTo>
                <a:moveTo>
                  <a:pt x="1915447" y="568531"/>
                </a:moveTo>
                <a:lnTo>
                  <a:pt x="2078336" y="573754"/>
                </a:lnTo>
                <a:moveTo>
                  <a:pt x="1401607" y="524282"/>
                </a:moveTo>
                <a:lnTo>
                  <a:pt x="1463711" y="488253"/>
                </a:lnTo>
                <a:moveTo>
                  <a:pt x="1501511" y="509718"/>
                </a:moveTo>
                <a:lnTo>
                  <a:pt x="1463711" y="488253"/>
                </a:lnTo>
                <a:moveTo>
                  <a:pt x="1899444" y="547437"/>
                </a:moveTo>
                <a:lnTo>
                  <a:pt x="1980940" y="537534"/>
                </a:lnTo>
                <a:moveTo>
                  <a:pt x="1180614" y="1132883"/>
                </a:moveTo>
                <a:lnTo>
                  <a:pt x="1269858" y="1222963"/>
                </a:lnTo>
                <a:moveTo>
                  <a:pt x="319557" y="797299"/>
                </a:moveTo>
                <a:lnTo>
                  <a:pt x="359049" y="810458"/>
                </a:lnTo>
                <a:moveTo>
                  <a:pt x="356988" y="810843"/>
                </a:moveTo>
                <a:lnTo>
                  <a:pt x="319557" y="797299"/>
                </a:lnTo>
                <a:moveTo>
                  <a:pt x="1738037" y="192186"/>
                </a:moveTo>
                <a:lnTo>
                  <a:pt x="1692155" y="252315"/>
                </a:lnTo>
                <a:moveTo>
                  <a:pt x="2005772" y="665777"/>
                </a:moveTo>
                <a:lnTo>
                  <a:pt x="2101128" y="593019"/>
                </a:lnTo>
                <a:moveTo>
                  <a:pt x="725714" y="1023901"/>
                </a:moveTo>
                <a:lnTo>
                  <a:pt x="724561" y="1024003"/>
                </a:lnTo>
                <a:moveTo>
                  <a:pt x="717286" y="1029121"/>
                </a:moveTo>
                <a:lnTo>
                  <a:pt x="724561" y="1024003"/>
                </a:lnTo>
                <a:moveTo>
                  <a:pt x="1915447" y="568531"/>
                </a:moveTo>
                <a:lnTo>
                  <a:pt x="2101128" y="593019"/>
                </a:lnTo>
                <a:moveTo>
                  <a:pt x="1595694" y="423514"/>
                </a:moveTo>
                <a:lnTo>
                  <a:pt x="1665461" y="312829"/>
                </a:lnTo>
                <a:moveTo>
                  <a:pt x="717286" y="1029121"/>
                </a:moveTo>
                <a:lnTo>
                  <a:pt x="725714" y="1023901"/>
                </a:lnTo>
                <a:moveTo>
                  <a:pt x="1247196" y="1051538"/>
                </a:moveTo>
                <a:lnTo>
                  <a:pt x="1180614" y="1132883"/>
                </a:lnTo>
                <a:moveTo>
                  <a:pt x="2260267" y="367309"/>
                </a:moveTo>
                <a:lnTo>
                  <a:pt x="2192617" y="494638"/>
                </a:lnTo>
                <a:moveTo>
                  <a:pt x="1137355" y="1075365"/>
                </a:moveTo>
                <a:lnTo>
                  <a:pt x="1180614" y="1132883"/>
                </a:lnTo>
                <a:moveTo>
                  <a:pt x="1016291" y="1094864"/>
                </a:moveTo>
                <a:lnTo>
                  <a:pt x="1180614" y="1132883"/>
                </a:lnTo>
                <a:moveTo>
                  <a:pt x="871778" y="1057322"/>
                </a:moveTo>
                <a:lnTo>
                  <a:pt x="724561" y="1024003"/>
                </a:lnTo>
                <a:moveTo>
                  <a:pt x="641443" y="550544"/>
                </a:moveTo>
                <a:lnTo>
                  <a:pt x="638474" y="548173"/>
                </a:lnTo>
                <a:moveTo>
                  <a:pt x="2208080" y="495621"/>
                </a:moveTo>
                <a:lnTo>
                  <a:pt x="2101128" y="593019"/>
                </a:lnTo>
                <a:moveTo>
                  <a:pt x="2443225" y="413342"/>
                </a:moveTo>
                <a:lnTo>
                  <a:pt x="2468099" y="409556"/>
                </a:lnTo>
                <a:moveTo>
                  <a:pt x="725714" y="1023901"/>
                </a:moveTo>
                <a:lnTo>
                  <a:pt x="871778" y="1057322"/>
                </a:lnTo>
                <a:moveTo>
                  <a:pt x="2067100" y="1104401"/>
                </a:moveTo>
                <a:lnTo>
                  <a:pt x="2047505" y="1112339"/>
                </a:lnTo>
                <a:moveTo>
                  <a:pt x="581010" y="601148"/>
                </a:moveTo>
                <a:lnTo>
                  <a:pt x="638474" y="548173"/>
                </a:lnTo>
                <a:moveTo>
                  <a:pt x="2242627" y="428299"/>
                </a:moveTo>
                <a:lnTo>
                  <a:pt x="2192617" y="494638"/>
                </a:lnTo>
                <a:moveTo>
                  <a:pt x="1937406" y="1154999"/>
                </a:moveTo>
                <a:lnTo>
                  <a:pt x="2047505" y="1112339"/>
                </a:lnTo>
                <a:moveTo>
                  <a:pt x="581010" y="601148"/>
                </a:moveTo>
                <a:lnTo>
                  <a:pt x="641443" y="550544"/>
                </a:lnTo>
                <a:moveTo>
                  <a:pt x="1921717" y="383060"/>
                </a:moveTo>
                <a:lnTo>
                  <a:pt x="1920054" y="387464"/>
                </a:lnTo>
                <a:moveTo>
                  <a:pt x="1247196" y="1051538"/>
                </a:moveTo>
                <a:lnTo>
                  <a:pt x="1269858" y="1222963"/>
                </a:lnTo>
                <a:moveTo>
                  <a:pt x="545126" y="634233"/>
                </a:moveTo>
                <a:lnTo>
                  <a:pt x="641443" y="550544"/>
                </a:lnTo>
                <a:moveTo>
                  <a:pt x="2520112" y="514184"/>
                </a:moveTo>
                <a:lnTo>
                  <a:pt x="2558615" y="508063"/>
                </a:lnTo>
                <a:moveTo>
                  <a:pt x="871778" y="1057322"/>
                </a:moveTo>
                <a:lnTo>
                  <a:pt x="955226" y="1073388"/>
                </a:lnTo>
                <a:moveTo>
                  <a:pt x="2208080" y="495621"/>
                </a:moveTo>
                <a:lnTo>
                  <a:pt x="2192617" y="494638"/>
                </a:lnTo>
                <a:moveTo>
                  <a:pt x="1918111" y="382849"/>
                </a:moveTo>
                <a:lnTo>
                  <a:pt x="1921717" y="383060"/>
                </a:lnTo>
                <a:moveTo>
                  <a:pt x="1918111" y="382849"/>
                </a:moveTo>
                <a:lnTo>
                  <a:pt x="1920054" y="387464"/>
                </a:lnTo>
                <a:moveTo>
                  <a:pt x="1501511" y="509718"/>
                </a:moveTo>
                <a:lnTo>
                  <a:pt x="1595694" y="423514"/>
                </a:lnTo>
                <a:moveTo>
                  <a:pt x="542532" y="632007"/>
                </a:moveTo>
                <a:lnTo>
                  <a:pt x="581010" y="601148"/>
                </a:lnTo>
                <a:moveTo>
                  <a:pt x="2520112" y="514184"/>
                </a:moveTo>
                <a:lnTo>
                  <a:pt x="2468099" y="409556"/>
                </a:lnTo>
                <a:moveTo>
                  <a:pt x="545126" y="634233"/>
                </a:moveTo>
                <a:lnTo>
                  <a:pt x="581010" y="601148"/>
                </a:lnTo>
                <a:moveTo>
                  <a:pt x="2260267" y="367309"/>
                </a:moveTo>
                <a:lnTo>
                  <a:pt x="2320233" y="355655"/>
                </a:lnTo>
                <a:moveTo>
                  <a:pt x="1339264" y="1277812"/>
                </a:moveTo>
                <a:lnTo>
                  <a:pt x="1214794" y="1291777"/>
                </a:lnTo>
                <a:moveTo>
                  <a:pt x="1937406" y="1154999"/>
                </a:moveTo>
                <a:lnTo>
                  <a:pt x="1826953" y="1237206"/>
                </a:lnTo>
                <a:moveTo>
                  <a:pt x="2166988" y="635057"/>
                </a:moveTo>
                <a:lnTo>
                  <a:pt x="2101128" y="593019"/>
                </a:lnTo>
                <a:moveTo>
                  <a:pt x="537052" y="642295"/>
                </a:moveTo>
                <a:lnTo>
                  <a:pt x="452871" y="727535"/>
                </a:lnTo>
                <a:moveTo>
                  <a:pt x="1937406" y="1154999"/>
                </a:moveTo>
                <a:lnTo>
                  <a:pt x="1820652" y="1246157"/>
                </a:lnTo>
                <a:moveTo>
                  <a:pt x="537052" y="642295"/>
                </a:moveTo>
                <a:lnTo>
                  <a:pt x="542532" y="632007"/>
                </a:lnTo>
                <a:moveTo>
                  <a:pt x="545126" y="634233"/>
                </a:moveTo>
                <a:lnTo>
                  <a:pt x="542532" y="632007"/>
                </a:lnTo>
                <a:moveTo>
                  <a:pt x="955226" y="1073388"/>
                </a:moveTo>
                <a:lnTo>
                  <a:pt x="1016291" y="1094864"/>
                </a:lnTo>
                <a:moveTo>
                  <a:pt x="545126" y="634233"/>
                </a:moveTo>
                <a:lnTo>
                  <a:pt x="537052" y="642295"/>
                </a:lnTo>
                <a:moveTo>
                  <a:pt x="1339745" y="1310533"/>
                </a:moveTo>
                <a:lnTo>
                  <a:pt x="1214794" y="1291777"/>
                </a:lnTo>
                <a:moveTo>
                  <a:pt x="1344206" y="1133545"/>
                </a:moveTo>
                <a:lnTo>
                  <a:pt x="1269858" y="1222963"/>
                </a:lnTo>
                <a:moveTo>
                  <a:pt x="1185890" y="554531"/>
                </a:moveTo>
                <a:lnTo>
                  <a:pt x="1185415" y="554692"/>
                </a:lnTo>
                <a:moveTo>
                  <a:pt x="1182916" y="556174"/>
                </a:moveTo>
                <a:lnTo>
                  <a:pt x="1185415" y="554692"/>
                </a:lnTo>
                <a:moveTo>
                  <a:pt x="1185890" y="554531"/>
                </a:moveTo>
                <a:lnTo>
                  <a:pt x="1338290" y="526700"/>
                </a:lnTo>
                <a:moveTo>
                  <a:pt x="1137355" y="1075365"/>
                </a:moveTo>
                <a:lnTo>
                  <a:pt x="1247196" y="1051538"/>
                </a:lnTo>
                <a:moveTo>
                  <a:pt x="1338290" y="526700"/>
                </a:moveTo>
                <a:lnTo>
                  <a:pt x="1401607" y="524282"/>
                </a:lnTo>
                <a:moveTo>
                  <a:pt x="1182916" y="556174"/>
                </a:moveTo>
                <a:lnTo>
                  <a:pt x="1185890" y="554531"/>
                </a:lnTo>
                <a:moveTo>
                  <a:pt x="1016291" y="1094864"/>
                </a:moveTo>
                <a:lnTo>
                  <a:pt x="1137355" y="1075365"/>
                </a:lnTo>
                <a:moveTo>
                  <a:pt x="1401607" y="524282"/>
                </a:moveTo>
                <a:lnTo>
                  <a:pt x="1501511" y="509718"/>
                </a:lnTo>
                <a:moveTo>
                  <a:pt x="2242627" y="428299"/>
                </a:moveTo>
                <a:lnTo>
                  <a:pt x="2260267" y="367309"/>
                </a:lnTo>
                <a:moveTo>
                  <a:pt x="1185197" y="553244"/>
                </a:moveTo>
                <a:lnTo>
                  <a:pt x="1185890" y="554531"/>
                </a:lnTo>
                <a:moveTo>
                  <a:pt x="1270850" y="1026201"/>
                </a:moveTo>
                <a:lnTo>
                  <a:pt x="1247196" y="1051538"/>
                </a:lnTo>
                <a:moveTo>
                  <a:pt x="1185197" y="553244"/>
                </a:moveTo>
                <a:lnTo>
                  <a:pt x="1182916" y="556174"/>
                </a:lnTo>
                <a:moveTo>
                  <a:pt x="1137355" y="1075365"/>
                </a:moveTo>
                <a:lnTo>
                  <a:pt x="1270850" y="1026201"/>
                </a:lnTo>
                <a:moveTo>
                  <a:pt x="2320233" y="355655"/>
                </a:moveTo>
                <a:lnTo>
                  <a:pt x="2443225" y="413342"/>
                </a:lnTo>
                <a:moveTo>
                  <a:pt x="1050948" y="599866"/>
                </a:moveTo>
                <a:lnTo>
                  <a:pt x="1182916" y="556174"/>
                </a:lnTo>
                <a:moveTo>
                  <a:pt x="957892" y="593994"/>
                </a:moveTo>
                <a:lnTo>
                  <a:pt x="1050948" y="599866"/>
                </a:lnTo>
                <a:moveTo>
                  <a:pt x="2101128" y="593019"/>
                </a:moveTo>
                <a:lnTo>
                  <a:pt x="2093066" y="742933"/>
                </a:lnTo>
                <a:moveTo>
                  <a:pt x="1050948" y="599866"/>
                </a:moveTo>
                <a:lnTo>
                  <a:pt x="1185197" y="553244"/>
                </a:lnTo>
                <a:moveTo>
                  <a:pt x="1777225" y="216669"/>
                </a:moveTo>
                <a:lnTo>
                  <a:pt x="1692155" y="252315"/>
                </a:lnTo>
                <a:moveTo>
                  <a:pt x="1847362" y="1245353"/>
                </a:moveTo>
                <a:lnTo>
                  <a:pt x="1820652" y="1246157"/>
                </a:lnTo>
                <a:moveTo>
                  <a:pt x="1899444" y="547437"/>
                </a:moveTo>
                <a:lnTo>
                  <a:pt x="1920054" y="387464"/>
                </a:lnTo>
                <a:moveTo>
                  <a:pt x="1915447" y="568531"/>
                </a:moveTo>
                <a:lnTo>
                  <a:pt x="2005772" y="665777"/>
                </a:lnTo>
                <a:moveTo>
                  <a:pt x="474249" y="744180"/>
                </a:moveTo>
                <a:lnTo>
                  <a:pt x="452871" y="727535"/>
                </a:lnTo>
                <a:moveTo>
                  <a:pt x="537052" y="642295"/>
                </a:moveTo>
                <a:lnTo>
                  <a:pt x="474249" y="744180"/>
                </a:lnTo>
                <a:moveTo>
                  <a:pt x="359049" y="810458"/>
                </a:moveTo>
                <a:lnTo>
                  <a:pt x="452871" y="727535"/>
                </a:lnTo>
                <a:moveTo>
                  <a:pt x="1247196" y="1051538"/>
                </a:moveTo>
                <a:lnTo>
                  <a:pt x="1344206" y="1133545"/>
                </a:lnTo>
                <a:moveTo>
                  <a:pt x="1937406" y="1154999"/>
                </a:moveTo>
                <a:lnTo>
                  <a:pt x="1910187" y="1143685"/>
                </a:lnTo>
                <a:moveTo>
                  <a:pt x="1777225" y="216669"/>
                </a:moveTo>
                <a:lnTo>
                  <a:pt x="1665461" y="312829"/>
                </a:lnTo>
                <a:moveTo>
                  <a:pt x="1339745" y="1310533"/>
                </a:moveTo>
                <a:lnTo>
                  <a:pt x="1325944" y="1333500"/>
                </a:lnTo>
                <a:moveTo>
                  <a:pt x="1094190" y="451483"/>
                </a:moveTo>
                <a:lnTo>
                  <a:pt x="1185197" y="553244"/>
                </a:lnTo>
                <a:moveTo>
                  <a:pt x="1247196" y="1051538"/>
                </a:moveTo>
                <a:lnTo>
                  <a:pt x="1360123" y="1116473"/>
                </a:lnTo>
                <a:moveTo>
                  <a:pt x="1270850" y="1026201"/>
                </a:moveTo>
                <a:lnTo>
                  <a:pt x="1360123" y="1116473"/>
                </a:lnTo>
                <a:moveTo>
                  <a:pt x="1001464" y="541666"/>
                </a:moveTo>
                <a:lnTo>
                  <a:pt x="957892" y="593994"/>
                </a:lnTo>
                <a:moveTo>
                  <a:pt x="1001464" y="541666"/>
                </a:moveTo>
                <a:lnTo>
                  <a:pt x="1185197" y="553244"/>
                </a:lnTo>
                <a:moveTo>
                  <a:pt x="2242627" y="428299"/>
                </a:moveTo>
                <a:lnTo>
                  <a:pt x="2208080" y="495621"/>
                </a:lnTo>
                <a:moveTo>
                  <a:pt x="1339264" y="1277812"/>
                </a:moveTo>
                <a:lnTo>
                  <a:pt x="1269858" y="1222963"/>
                </a:lnTo>
                <a:moveTo>
                  <a:pt x="1270850" y="1026201"/>
                </a:moveTo>
                <a:lnTo>
                  <a:pt x="1362282" y="927444"/>
                </a:lnTo>
                <a:moveTo>
                  <a:pt x="1899444" y="547437"/>
                </a:moveTo>
                <a:lnTo>
                  <a:pt x="1915447" y="568531"/>
                </a:lnTo>
                <a:moveTo>
                  <a:pt x="1001464" y="541666"/>
                </a:moveTo>
                <a:lnTo>
                  <a:pt x="1050948" y="599866"/>
                </a:lnTo>
                <a:moveTo>
                  <a:pt x="1895917" y="580023"/>
                </a:moveTo>
                <a:lnTo>
                  <a:pt x="1915447" y="568531"/>
                </a:lnTo>
                <a:moveTo>
                  <a:pt x="1692013" y="311867"/>
                </a:moveTo>
                <a:lnTo>
                  <a:pt x="1665461" y="312829"/>
                </a:lnTo>
                <a:moveTo>
                  <a:pt x="474249" y="744180"/>
                </a:moveTo>
                <a:lnTo>
                  <a:pt x="359049" y="810458"/>
                </a:lnTo>
                <a:moveTo>
                  <a:pt x="1360123" y="1116473"/>
                </a:moveTo>
                <a:lnTo>
                  <a:pt x="1344206" y="1133545"/>
                </a:lnTo>
                <a:moveTo>
                  <a:pt x="1001464" y="541666"/>
                </a:moveTo>
                <a:lnTo>
                  <a:pt x="1094190" y="451483"/>
                </a:lnTo>
                <a:moveTo>
                  <a:pt x="955226" y="1073388"/>
                </a:moveTo>
                <a:lnTo>
                  <a:pt x="1085970" y="1007026"/>
                </a:lnTo>
                <a:moveTo>
                  <a:pt x="2443225" y="413342"/>
                </a:moveTo>
                <a:lnTo>
                  <a:pt x="2520112" y="514184"/>
                </a:lnTo>
                <a:moveTo>
                  <a:pt x="361212" y="811479"/>
                </a:moveTo>
                <a:lnTo>
                  <a:pt x="474249" y="744180"/>
                </a:lnTo>
                <a:moveTo>
                  <a:pt x="1777225" y="216669"/>
                </a:moveTo>
                <a:lnTo>
                  <a:pt x="1738037" y="192186"/>
                </a:lnTo>
                <a:moveTo>
                  <a:pt x="1895917" y="580023"/>
                </a:moveTo>
                <a:lnTo>
                  <a:pt x="1899444" y="547437"/>
                </a:lnTo>
                <a:moveTo>
                  <a:pt x="1275262" y="445434"/>
                </a:moveTo>
                <a:lnTo>
                  <a:pt x="1338290" y="526700"/>
                </a:lnTo>
                <a:moveTo>
                  <a:pt x="1270850" y="1026201"/>
                </a:moveTo>
                <a:lnTo>
                  <a:pt x="1451385" y="1016586"/>
                </a:lnTo>
                <a:moveTo>
                  <a:pt x="1085970" y="1007026"/>
                </a:moveTo>
                <a:lnTo>
                  <a:pt x="1137355" y="1075365"/>
                </a:lnTo>
                <a:moveTo>
                  <a:pt x="1085970" y="1007026"/>
                </a:moveTo>
                <a:lnTo>
                  <a:pt x="1016291" y="1094864"/>
                </a:lnTo>
                <a:moveTo>
                  <a:pt x="1275262" y="445434"/>
                </a:moveTo>
                <a:lnTo>
                  <a:pt x="1185890" y="554531"/>
                </a:lnTo>
                <a:moveTo>
                  <a:pt x="356988" y="810843"/>
                </a:moveTo>
                <a:lnTo>
                  <a:pt x="359049" y="810458"/>
                </a:lnTo>
                <a:moveTo>
                  <a:pt x="1275262" y="445434"/>
                </a:moveTo>
                <a:lnTo>
                  <a:pt x="1401607" y="524282"/>
                </a:lnTo>
                <a:moveTo>
                  <a:pt x="361212" y="811479"/>
                </a:moveTo>
                <a:lnTo>
                  <a:pt x="359049" y="810458"/>
                </a:lnTo>
                <a:moveTo>
                  <a:pt x="1185197" y="553244"/>
                </a:moveTo>
                <a:lnTo>
                  <a:pt x="1275262" y="445434"/>
                </a:lnTo>
                <a:moveTo>
                  <a:pt x="1085970" y="1007026"/>
                </a:moveTo>
                <a:lnTo>
                  <a:pt x="1270850" y="1026201"/>
                </a:lnTo>
                <a:moveTo>
                  <a:pt x="1603531" y="403787"/>
                </a:moveTo>
                <a:lnTo>
                  <a:pt x="1665461" y="312829"/>
                </a:lnTo>
                <a:moveTo>
                  <a:pt x="2183810" y="842955"/>
                </a:moveTo>
                <a:lnTo>
                  <a:pt x="2244620" y="921119"/>
                </a:lnTo>
                <a:moveTo>
                  <a:pt x="356988" y="810843"/>
                </a:moveTo>
                <a:lnTo>
                  <a:pt x="361212" y="811479"/>
                </a:lnTo>
                <a:moveTo>
                  <a:pt x="641443" y="550544"/>
                </a:moveTo>
                <a:lnTo>
                  <a:pt x="723969" y="613412"/>
                </a:lnTo>
                <a:moveTo>
                  <a:pt x="1959989" y="692860"/>
                </a:moveTo>
                <a:lnTo>
                  <a:pt x="2005772" y="665777"/>
                </a:lnTo>
                <a:moveTo>
                  <a:pt x="689326" y="1018196"/>
                </a:moveTo>
                <a:lnTo>
                  <a:pt x="725714" y="1023901"/>
                </a:lnTo>
                <a:moveTo>
                  <a:pt x="689326" y="1018196"/>
                </a:moveTo>
                <a:lnTo>
                  <a:pt x="717286" y="1029121"/>
                </a:lnTo>
                <a:moveTo>
                  <a:pt x="1362282" y="927444"/>
                </a:moveTo>
                <a:lnTo>
                  <a:pt x="1454119" y="831370"/>
                </a:lnTo>
                <a:moveTo>
                  <a:pt x="747696" y="1018356"/>
                </a:moveTo>
                <a:lnTo>
                  <a:pt x="725714" y="1023901"/>
                </a:lnTo>
                <a:moveTo>
                  <a:pt x="1959989" y="692860"/>
                </a:moveTo>
                <a:lnTo>
                  <a:pt x="1915447" y="568531"/>
                </a:lnTo>
                <a:moveTo>
                  <a:pt x="1178013" y="912311"/>
                </a:moveTo>
                <a:lnTo>
                  <a:pt x="1270850" y="1026201"/>
                </a:lnTo>
                <a:moveTo>
                  <a:pt x="880802" y="1011779"/>
                </a:moveTo>
                <a:lnTo>
                  <a:pt x="725714" y="1023901"/>
                </a:lnTo>
                <a:moveTo>
                  <a:pt x="2005772" y="665777"/>
                </a:moveTo>
                <a:lnTo>
                  <a:pt x="2093066" y="742933"/>
                </a:lnTo>
                <a:moveTo>
                  <a:pt x="1879824" y="319541"/>
                </a:moveTo>
                <a:lnTo>
                  <a:pt x="1921717" y="383060"/>
                </a:lnTo>
                <a:moveTo>
                  <a:pt x="2166988" y="635057"/>
                </a:moveTo>
                <a:lnTo>
                  <a:pt x="2208080" y="495621"/>
                </a:lnTo>
                <a:moveTo>
                  <a:pt x="1344206" y="1133545"/>
                </a:moveTo>
                <a:lnTo>
                  <a:pt x="1339264" y="1277812"/>
                </a:lnTo>
                <a:moveTo>
                  <a:pt x="1360123" y="1116473"/>
                </a:moveTo>
                <a:lnTo>
                  <a:pt x="1451385" y="1016586"/>
                </a:lnTo>
                <a:moveTo>
                  <a:pt x="1094190" y="451483"/>
                </a:moveTo>
                <a:lnTo>
                  <a:pt x="1275262" y="445434"/>
                </a:lnTo>
                <a:moveTo>
                  <a:pt x="1362282" y="927444"/>
                </a:moveTo>
                <a:lnTo>
                  <a:pt x="1451385" y="1016586"/>
                </a:lnTo>
                <a:moveTo>
                  <a:pt x="1034021" y="944169"/>
                </a:moveTo>
                <a:lnTo>
                  <a:pt x="955226" y="1073388"/>
                </a:lnTo>
                <a:moveTo>
                  <a:pt x="545126" y="634233"/>
                </a:moveTo>
                <a:lnTo>
                  <a:pt x="631567" y="705740"/>
                </a:lnTo>
                <a:moveTo>
                  <a:pt x="2084907" y="748744"/>
                </a:moveTo>
                <a:lnTo>
                  <a:pt x="2005772" y="665777"/>
                </a:lnTo>
                <a:moveTo>
                  <a:pt x="2279375" y="364913"/>
                </a:moveTo>
                <a:lnTo>
                  <a:pt x="2320233" y="355655"/>
                </a:lnTo>
                <a:moveTo>
                  <a:pt x="545126" y="634233"/>
                </a:moveTo>
                <a:lnTo>
                  <a:pt x="723969" y="613412"/>
                </a:lnTo>
                <a:moveTo>
                  <a:pt x="2279375" y="364913"/>
                </a:moveTo>
                <a:lnTo>
                  <a:pt x="2260267" y="367309"/>
                </a:lnTo>
                <a:moveTo>
                  <a:pt x="880802" y="1011779"/>
                </a:moveTo>
                <a:lnTo>
                  <a:pt x="871778" y="1057322"/>
                </a:lnTo>
                <a:moveTo>
                  <a:pt x="1603531" y="403787"/>
                </a:moveTo>
                <a:lnTo>
                  <a:pt x="1595694" y="423514"/>
                </a:lnTo>
                <a:moveTo>
                  <a:pt x="537052" y="642295"/>
                </a:moveTo>
                <a:lnTo>
                  <a:pt x="539008" y="797034"/>
                </a:lnTo>
                <a:moveTo>
                  <a:pt x="545126" y="634233"/>
                </a:moveTo>
                <a:lnTo>
                  <a:pt x="539008" y="797034"/>
                </a:lnTo>
                <a:moveTo>
                  <a:pt x="1334176" y="377491"/>
                </a:moveTo>
                <a:lnTo>
                  <a:pt x="1401607" y="524282"/>
                </a:lnTo>
                <a:moveTo>
                  <a:pt x="1879824" y="319541"/>
                </a:moveTo>
                <a:lnTo>
                  <a:pt x="1918111" y="382849"/>
                </a:lnTo>
                <a:moveTo>
                  <a:pt x="1937406" y="1154999"/>
                </a:moveTo>
                <a:lnTo>
                  <a:pt x="2067100" y="1104401"/>
                </a:lnTo>
                <a:moveTo>
                  <a:pt x="2287723" y="756114"/>
                </a:moveTo>
                <a:lnTo>
                  <a:pt x="2244620" y="921119"/>
                </a:lnTo>
                <a:moveTo>
                  <a:pt x="880802" y="1011779"/>
                </a:moveTo>
                <a:lnTo>
                  <a:pt x="955226" y="1073388"/>
                </a:lnTo>
                <a:moveTo>
                  <a:pt x="1344206" y="1133545"/>
                </a:moveTo>
                <a:lnTo>
                  <a:pt x="1355946" y="1292131"/>
                </a:lnTo>
                <a:moveTo>
                  <a:pt x="2249514" y="767476"/>
                </a:moveTo>
                <a:lnTo>
                  <a:pt x="2244620" y="921119"/>
                </a:lnTo>
                <a:moveTo>
                  <a:pt x="1895917" y="580023"/>
                </a:moveTo>
                <a:lnTo>
                  <a:pt x="1959989" y="692860"/>
                </a:lnTo>
                <a:moveTo>
                  <a:pt x="1178013" y="912311"/>
                </a:moveTo>
                <a:lnTo>
                  <a:pt x="1362282" y="927444"/>
                </a:lnTo>
                <a:moveTo>
                  <a:pt x="1360123" y="1116473"/>
                </a:moveTo>
                <a:lnTo>
                  <a:pt x="1355946" y="1292131"/>
                </a:lnTo>
                <a:moveTo>
                  <a:pt x="937099" y="1027626"/>
                </a:moveTo>
                <a:lnTo>
                  <a:pt x="955226" y="1073388"/>
                </a:lnTo>
                <a:moveTo>
                  <a:pt x="1285320" y="834863"/>
                </a:moveTo>
                <a:lnTo>
                  <a:pt x="1362282" y="927444"/>
                </a:lnTo>
                <a:moveTo>
                  <a:pt x="2279375" y="364913"/>
                </a:moveTo>
                <a:lnTo>
                  <a:pt x="2242627" y="428299"/>
                </a:lnTo>
                <a:moveTo>
                  <a:pt x="1230220" y="857520"/>
                </a:moveTo>
                <a:lnTo>
                  <a:pt x="1362282" y="927444"/>
                </a:lnTo>
                <a:moveTo>
                  <a:pt x="1512847" y="765781"/>
                </a:moveTo>
                <a:lnTo>
                  <a:pt x="1454119" y="831370"/>
                </a:lnTo>
                <a:moveTo>
                  <a:pt x="1363502" y="528862"/>
                </a:moveTo>
                <a:lnTo>
                  <a:pt x="1401607" y="524282"/>
                </a:lnTo>
                <a:moveTo>
                  <a:pt x="1363502" y="528862"/>
                </a:moveTo>
                <a:lnTo>
                  <a:pt x="1501511" y="509718"/>
                </a:lnTo>
                <a:moveTo>
                  <a:pt x="1880489" y="384554"/>
                </a:moveTo>
                <a:lnTo>
                  <a:pt x="1918111" y="382849"/>
                </a:lnTo>
                <a:moveTo>
                  <a:pt x="1419853" y="789118"/>
                </a:moveTo>
                <a:lnTo>
                  <a:pt x="1454119" y="831370"/>
                </a:lnTo>
                <a:moveTo>
                  <a:pt x="474249" y="744180"/>
                </a:moveTo>
                <a:lnTo>
                  <a:pt x="539008" y="797034"/>
                </a:lnTo>
                <a:moveTo>
                  <a:pt x="1538192" y="518911"/>
                </a:moveTo>
                <a:lnTo>
                  <a:pt x="1595694" y="423514"/>
                </a:lnTo>
                <a:moveTo>
                  <a:pt x="1844717" y="464978"/>
                </a:moveTo>
                <a:lnTo>
                  <a:pt x="1920054" y="387464"/>
                </a:lnTo>
                <a:moveTo>
                  <a:pt x="1285320" y="834863"/>
                </a:moveTo>
                <a:lnTo>
                  <a:pt x="1454119" y="831370"/>
                </a:lnTo>
                <a:moveTo>
                  <a:pt x="1847362" y="1245353"/>
                </a:moveTo>
                <a:lnTo>
                  <a:pt x="1937406" y="1154999"/>
                </a:lnTo>
                <a:moveTo>
                  <a:pt x="1362282" y="927444"/>
                </a:moveTo>
                <a:lnTo>
                  <a:pt x="1542297" y="914388"/>
                </a:lnTo>
                <a:moveTo>
                  <a:pt x="1349113" y="509965"/>
                </a:moveTo>
                <a:lnTo>
                  <a:pt x="1401607" y="524282"/>
                </a:lnTo>
                <a:moveTo>
                  <a:pt x="1339745" y="1310533"/>
                </a:moveTo>
                <a:lnTo>
                  <a:pt x="1339264" y="1277812"/>
                </a:lnTo>
                <a:moveTo>
                  <a:pt x="1844717" y="464978"/>
                </a:moveTo>
                <a:lnTo>
                  <a:pt x="1918111" y="382849"/>
                </a:lnTo>
                <a:moveTo>
                  <a:pt x="1085970" y="1007026"/>
                </a:moveTo>
                <a:lnTo>
                  <a:pt x="1178013" y="912311"/>
                </a:lnTo>
                <a:moveTo>
                  <a:pt x="2288056" y="367586"/>
                </a:moveTo>
                <a:lnTo>
                  <a:pt x="2242627" y="428299"/>
                </a:lnTo>
                <a:moveTo>
                  <a:pt x="2404231" y="412745"/>
                </a:moveTo>
                <a:lnTo>
                  <a:pt x="2320233" y="355655"/>
                </a:lnTo>
                <a:moveTo>
                  <a:pt x="2166988" y="635057"/>
                </a:moveTo>
                <a:lnTo>
                  <a:pt x="2093066" y="742933"/>
                </a:lnTo>
                <a:moveTo>
                  <a:pt x="1355946" y="1292131"/>
                </a:moveTo>
                <a:lnTo>
                  <a:pt x="1339264" y="1277812"/>
                </a:lnTo>
                <a:moveTo>
                  <a:pt x="1419853" y="789118"/>
                </a:moveTo>
                <a:lnTo>
                  <a:pt x="1512847" y="765781"/>
                </a:lnTo>
                <a:moveTo>
                  <a:pt x="1538192" y="518911"/>
                </a:moveTo>
                <a:lnTo>
                  <a:pt x="1501511" y="509718"/>
                </a:lnTo>
                <a:moveTo>
                  <a:pt x="2114113" y="721406"/>
                </a:moveTo>
                <a:lnTo>
                  <a:pt x="2166988" y="635057"/>
                </a:lnTo>
                <a:moveTo>
                  <a:pt x="1454119" y="831370"/>
                </a:moveTo>
                <a:lnTo>
                  <a:pt x="1542297" y="914388"/>
                </a:lnTo>
                <a:moveTo>
                  <a:pt x="1539283" y="531127"/>
                </a:moveTo>
                <a:lnTo>
                  <a:pt x="1501511" y="509718"/>
                </a:lnTo>
                <a:moveTo>
                  <a:pt x="2093066" y="742933"/>
                </a:moveTo>
                <a:lnTo>
                  <a:pt x="2183810" y="842955"/>
                </a:lnTo>
                <a:moveTo>
                  <a:pt x="2114113" y="721406"/>
                </a:moveTo>
                <a:lnTo>
                  <a:pt x="2183810" y="842955"/>
                </a:lnTo>
                <a:moveTo>
                  <a:pt x="1355946" y="1292131"/>
                </a:moveTo>
                <a:lnTo>
                  <a:pt x="1339745" y="1310533"/>
                </a:lnTo>
                <a:moveTo>
                  <a:pt x="1285320" y="834863"/>
                </a:moveTo>
                <a:lnTo>
                  <a:pt x="1419853" y="789118"/>
                </a:lnTo>
                <a:moveTo>
                  <a:pt x="997293" y="717364"/>
                </a:moveTo>
                <a:lnTo>
                  <a:pt x="1090180" y="628249"/>
                </a:lnTo>
                <a:moveTo>
                  <a:pt x="1140899" y="870695"/>
                </a:moveTo>
                <a:lnTo>
                  <a:pt x="1178013" y="912311"/>
                </a:lnTo>
                <a:moveTo>
                  <a:pt x="1230220" y="857520"/>
                </a:moveTo>
                <a:lnTo>
                  <a:pt x="1178013" y="912311"/>
                </a:lnTo>
                <a:moveTo>
                  <a:pt x="1959989" y="692860"/>
                </a:moveTo>
                <a:lnTo>
                  <a:pt x="2084907" y="748744"/>
                </a:lnTo>
                <a:moveTo>
                  <a:pt x="1451385" y="1016586"/>
                </a:moveTo>
                <a:lnTo>
                  <a:pt x="1542297" y="914388"/>
                </a:lnTo>
                <a:moveTo>
                  <a:pt x="2288056" y="367586"/>
                </a:moveTo>
                <a:lnTo>
                  <a:pt x="2208080" y="495621"/>
                </a:lnTo>
                <a:moveTo>
                  <a:pt x="1334176" y="377491"/>
                </a:moveTo>
                <a:lnTo>
                  <a:pt x="1275262" y="445434"/>
                </a:lnTo>
                <a:moveTo>
                  <a:pt x="2404231" y="412745"/>
                </a:moveTo>
                <a:lnTo>
                  <a:pt x="2443225" y="413342"/>
                </a:lnTo>
                <a:moveTo>
                  <a:pt x="1034021" y="944169"/>
                </a:moveTo>
                <a:lnTo>
                  <a:pt x="1085970" y="1007026"/>
                </a:lnTo>
                <a:moveTo>
                  <a:pt x="1230220" y="857520"/>
                </a:moveTo>
                <a:lnTo>
                  <a:pt x="1285320" y="834863"/>
                </a:lnTo>
                <a:moveTo>
                  <a:pt x="2114113" y="721406"/>
                </a:moveTo>
                <a:lnTo>
                  <a:pt x="2093066" y="742933"/>
                </a:lnTo>
                <a:moveTo>
                  <a:pt x="2184671" y="645320"/>
                </a:moveTo>
                <a:lnTo>
                  <a:pt x="2166988" y="635057"/>
                </a:lnTo>
                <a:moveTo>
                  <a:pt x="1692013" y="311867"/>
                </a:moveTo>
                <a:lnTo>
                  <a:pt x="1777225" y="216669"/>
                </a:lnTo>
                <a:moveTo>
                  <a:pt x="1140899" y="870695"/>
                </a:moveTo>
                <a:lnTo>
                  <a:pt x="1230220" y="857520"/>
                </a:lnTo>
                <a:moveTo>
                  <a:pt x="2249514" y="767476"/>
                </a:moveTo>
                <a:lnTo>
                  <a:pt x="2183810" y="842955"/>
                </a:lnTo>
                <a:moveTo>
                  <a:pt x="1844717" y="464978"/>
                </a:moveTo>
                <a:lnTo>
                  <a:pt x="1899444" y="547437"/>
                </a:lnTo>
                <a:moveTo>
                  <a:pt x="1512847" y="765781"/>
                </a:moveTo>
                <a:lnTo>
                  <a:pt x="1542297" y="914388"/>
                </a:lnTo>
                <a:moveTo>
                  <a:pt x="2084907" y="748744"/>
                </a:moveTo>
                <a:lnTo>
                  <a:pt x="2093066" y="742933"/>
                </a:lnTo>
                <a:moveTo>
                  <a:pt x="1339745" y="1310533"/>
                </a:moveTo>
                <a:lnTo>
                  <a:pt x="1365645" y="1333500"/>
                </a:lnTo>
                <a:moveTo>
                  <a:pt x="1544480" y="725514"/>
                </a:moveTo>
                <a:lnTo>
                  <a:pt x="1512847" y="765781"/>
                </a:lnTo>
                <a:moveTo>
                  <a:pt x="1544308" y="913904"/>
                </a:moveTo>
                <a:lnTo>
                  <a:pt x="1451385" y="1016586"/>
                </a:lnTo>
                <a:moveTo>
                  <a:pt x="1034021" y="944169"/>
                </a:moveTo>
                <a:lnTo>
                  <a:pt x="1178013" y="912311"/>
                </a:lnTo>
                <a:moveTo>
                  <a:pt x="1269705" y="815279"/>
                </a:moveTo>
                <a:lnTo>
                  <a:pt x="1285320" y="834863"/>
                </a:lnTo>
                <a:moveTo>
                  <a:pt x="1419853" y="789118"/>
                </a:moveTo>
                <a:lnTo>
                  <a:pt x="1544480" y="725514"/>
                </a:lnTo>
                <a:moveTo>
                  <a:pt x="1360123" y="1116473"/>
                </a:moveTo>
                <a:lnTo>
                  <a:pt x="1445895" y="1183546"/>
                </a:lnTo>
                <a:moveTo>
                  <a:pt x="1140899" y="870695"/>
                </a:moveTo>
                <a:lnTo>
                  <a:pt x="1269705" y="815279"/>
                </a:lnTo>
                <a:moveTo>
                  <a:pt x="1269705" y="815279"/>
                </a:moveTo>
                <a:lnTo>
                  <a:pt x="1230220" y="857520"/>
                </a:lnTo>
                <a:moveTo>
                  <a:pt x="1090180" y="628249"/>
                </a:moveTo>
                <a:lnTo>
                  <a:pt x="1178973" y="715344"/>
                </a:lnTo>
                <a:moveTo>
                  <a:pt x="1512847" y="765781"/>
                </a:moveTo>
                <a:lnTo>
                  <a:pt x="1552210" y="901748"/>
                </a:lnTo>
                <a:moveTo>
                  <a:pt x="2083779" y="922612"/>
                </a:moveTo>
                <a:lnTo>
                  <a:pt x="2067100" y="1104401"/>
                </a:lnTo>
                <a:moveTo>
                  <a:pt x="1034021" y="944169"/>
                </a:moveTo>
                <a:lnTo>
                  <a:pt x="1140899" y="870695"/>
                </a:lnTo>
                <a:moveTo>
                  <a:pt x="1339745" y="1310533"/>
                </a:moveTo>
                <a:lnTo>
                  <a:pt x="1374260" y="1333500"/>
                </a:lnTo>
                <a:moveTo>
                  <a:pt x="2114113" y="721406"/>
                </a:moveTo>
                <a:lnTo>
                  <a:pt x="2249514" y="767476"/>
                </a:lnTo>
                <a:moveTo>
                  <a:pt x="997293" y="717364"/>
                </a:moveTo>
                <a:lnTo>
                  <a:pt x="1086804" y="809216"/>
                </a:lnTo>
                <a:moveTo>
                  <a:pt x="444218" y="873541"/>
                </a:moveTo>
                <a:lnTo>
                  <a:pt x="474249" y="744180"/>
                </a:lnTo>
                <a:moveTo>
                  <a:pt x="1086804" y="809216"/>
                </a:moveTo>
                <a:lnTo>
                  <a:pt x="1140899" y="870695"/>
                </a:lnTo>
                <a:moveTo>
                  <a:pt x="2184671" y="645320"/>
                </a:moveTo>
                <a:lnTo>
                  <a:pt x="2114113" y="721406"/>
                </a:lnTo>
                <a:moveTo>
                  <a:pt x="1361399" y="718256"/>
                </a:moveTo>
                <a:lnTo>
                  <a:pt x="1419853" y="789118"/>
                </a:lnTo>
                <a:moveTo>
                  <a:pt x="997293" y="717364"/>
                </a:moveTo>
                <a:lnTo>
                  <a:pt x="1178973" y="715344"/>
                </a:lnTo>
                <a:moveTo>
                  <a:pt x="1355946" y="1292131"/>
                </a:moveTo>
                <a:lnTo>
                  <a:pt x="1397592" y="1333500"/>
                </a:lnTo>
                <a:moveTo>
                  <a:pt x="2237621" y="497654"/>
                </a:moveTo>
                <a:lnTo>
                  <a:pt x="2208080" y="495621"/>
                </a:lnTo>
                <a:moveTo>
                  <a:pt x="2487495" y="507618"/>
                </a:moveTo>
                <a:lnTo>
                  <a:pt x="2443225" y="413342"/>
                </a:lnTo>
                <a:moveTo>
                  <a:pt x="1361399" y="718256"/>
                </a:moveTo>
                <a:lnTo>
                  <a:pt x="1285320" y="834863"/>
                </a:lnTo>
                <a:moveTo>
                  <a:pt x="631567" y="705740"/>
                </a:moveTo>
                <a:lnTo>
                  <a:pt x="723969" y="613412"/>
                </a:lnTo>
                <a:moveTo>
                  <a:pt x="2089047" y="919643"/>
                </a:moveTo>
                <a:lnTo>
                  <a:pt x="2183810" y="842955"/>
                </a:lnTo>
                <a:moveTo>
                  <a:pt x="1086804" y="809216"/>
                </a:moveTo>
                <a:lnTo>
                  <a:pt x="1269705" y="815279"/>
                </a:lnTo>
                <a:moveTo>
                  <a:pt x="539008" y="797034"/>
                </a:moveTo>
                <a:lnTo>
                  <a:pt x="631567" y="705740"/>
                </a:lnTo>
                <a:moveTo>
                  <a:pt x="1090180" y="628249"/>
                </a:moveTo>
                <a:lnTo>
                  <a:pt x="1270708" y="618590"/>
                </a:lnTo>
                <a:moveTo>
                  <a:pt x="361212" y="811479"/>
                </a:moveTo>
                <a:lnTo>
                  <a:pt x="444218" y="873541"/>
                </a:lnTo>
                <a:moveTo>
                  <a:pt x="1366269" y="343858"/>
                </a:moveTo>
                <a:lnTo>
                  <a:pt x="1334176" y="377491"/>
                </a:lnTo>
                <a:moveTo>
                  <a:pt x="1086804" y="809216"/>
                </a:moveTo>
                <a:lnTo>
                  <a:pt x="1034021" y="944169"/>
                </a:lnTo>
                <a:moveTo>
                  <a:pt x="2249514" y="767476"/>
                </a:moveTo>
                <a:lnTo>
                  <a:pt x="2287723" y="756114"/>
                </a:lnTo>
                <a:moveTo>
                  <a:pt x="1178973" y="715344"/>
                </a:moveTo>
                <a:lnTo>
                  <a:pt x="1269705" y="815279"/>
                </a:lnTo>
                <a:moveTo>
                  <a:pt x="1493844" y="1043943"/>
                </a:moveTo>
                <a:lnTo>
                  <a:pt x="1451385" y="1016586"/>
                </a:lnTo>
                <a:moveTo>
                  <a:pt x="1451385" y="1016586"/>
                </a:moveTo>
                <a:lnTo>
                  <a:pt x="1445895" y="1183546"/>
                </a:lnTo>
                <a:moveTo>
                  <a:pt x="1269705" y="815279"/>
                </a:moveTo>
                <a:lnTo>
                  <a:pt x="1361399" y="718256"/>
                </a:lnTo>
                <a:moveTo>
                  <a:pt x="1815519" y="616340"/>
                </a:moveTo>
                <a:lnTo>
                  <a:pt x="1899444" y="547437"/>
                </a:lnTo>
                <a:moveTo>
                  <a:pt x="1552210" y="901748"/>
                </a:moveTo>
                <a:lnTo>
                  <a:pt x="1542297" y="914388"/>
                </a:lnTo>
                <a:moveTo>
                  <a:pt x="1603531" y="403787"/>
                </a:moveTo>
                <a:lnTo>
                  <a:pt x="1692013" y="311867"/>
                </a:lnTo>
                <a:moveTo>
                  <a:pt x="1086804" y="809216"/>
                </a:moveTo>
                <a:lnTo>
                  <a:pt x="1178973" y="715344"/>
                </a:lnTo>
                <a:moveTo>
                  <a:pt x="1139278" y="559924"/>
                </a:moveTo>
                <a:lnTo>
                  <a:pt x="1090180" y="628249"/>
                </a:lnTo>
                <a:moveTo>
                  <a:pt x="2093066" y="742933"/>
                </a:moveTo>
                <a:lnTo>
                  <a:pt x="2089047" y="919643"/>
                </a:lnTo>
                <a:moveTo>
                  <a:pt x="1054180" y="575521"/>
                </a:moveTo>
                <a:lnTo>
                  <a:pt x="1090180" y="628249"/>
                </a:lnTo>
                <a:moveTo>
                  <a:pt x="583866" y="1034727"/>
                </a:moveTo>
                <a:lnTo>
                  <a:pt x="689326" y="1018196"/>
                </a:lnTo>
                <a:moveTo>
                  <a:pt x="1544308" y="913904"/>
                </a:moveTo>
                <a:lnTo>
                  <a:pt x="1542297" y="914388"/>
                </a:lnTo>
                <a:moveTo>
                  <a:pt x="689326" y="1018196"/>
                </a:moveTo>
                <a:lnTo>
                  <a:pt x="747696" y="1018356"/>
                </a:lnTo>
                <a:moveTo>
                  <a:pt x="1361399" y="718256"/>
                </a:moveTo>
                <a:lnTo>
                  <a:pt x="1544480" y="725514"/>
                </a:lnTo>
                <a:moveTo>
                  <a:pt x="903077" y="797675"/>
                </a:moveTo>
                <a:lnTo>
                  <a:pt x="997293" y="717364"/>
                </a:lnTo>
                <a:moveTo>
                  <a:pt x="1224153" y="565309"/>
                </a:moveTo>
                <a:lnTo>
                  <a:pt x="1090180" y="628249"/>
                </a:lnTo>
                <a:moveTo>
                  <a:pt x="2082774" y="911894"/>
                </a:moveTo>
                <a:lnTo>
                  <a:pt x="2093066" y="742933"/>
                </a:lnTo>
                <a:moveTo>
                  <a:pt x="1816510" y="617565"/>
                </a:moveTo>
                <a:lnTo>
                  <a:pt x="1895917" y="580023"/>
                </a:lnTo>
                <a:moveTo>
                  <a:pt x="1815519" y="616340"/>
                </a:moveTo>
                <a:lnTo>
                  <a:pt x="1895917" y="580023"/>
                </a:lnTo>
                <a:moveTo>
                  <a:pt x="937099" y="1027626"/>
                </a:moveTo>
                <a:lnTo>
                  <a:pt x="1034021" y="944169"/>
                </a:lnTo>
                <a:moveTo>
                  <a:pt x="993731" y="897099"/>
                </a:moveTo>
                <a:lnTo>
                  <a:pt x="1034021" y="944169"/>
                </a:lnTo>
                <a:moveTo>
                  <a:pt x="2051553" y="1061226"/>
                </a:moveTo>
                <a:lnTo>
                  <a:pt x="2067100" y="1104401"/>
                </a:lnTo>
                <a:moveTo>
                  <a:pt x="747696" y="1018356"/>
                </a:moveTo>
                <a:lnTo>
                  <a:pt x="880802" y="1011779"/>
                </a:lnTo>
                <a:moveTo>
                  <a:pt x="993731" y="897099"/>
                </a:moveTo>
                <a:lnTo>
                  <a:pt x="1086804" y="809216"/>
                </a:lnTo>
                <a:moveTo>
                  <a:pt x="1453563" y="624348"/>
                </a:moveTo>
                <a:lnTo>
                  <a:pt x="1544480" y="725514"/>
                </a:lnTo>
                <a:moveTo>
                  <a:pt x="1552210" y="901748"/>
                </a:moveTo>
                <a:lnTo>
                  <a:pt x="1544308" y="913904"/>
                </a:lnTo>
                <a:moveTo>
                  <a:pt x="1178973" y="715344"/>
                </a:moveTo>
                <a:lnTo>
                  <a:pt x="1361399" y="718256"/>
                </a:lnTo>
                <a:moveTo>
                  <a:pt x="1054180" y="575521"/>
                </a:moveTo>
                <a:lnTo>
                  <a:pt x="997293" y="717364"/>
                </a:lnTo>
                <a:moveTo>
                  <a:pt x="2084907" y="748744"/>
                </a:moveTo>
                <a:lnTo>
                  <a:pt x="2082774" y="911894"/>
                </a:lnTo>
                <a:moveTo>
                  <a:pt x="2487495" y="507618"/>
                </a:moveTo>
                <a:lnTo>
                  <a:pt x="2520112" y="514184"/>
                </a:lnTo>
                <a:moveTo>
                  <a:pt x="1879824" y="319541"/>
                </a:moveTo>
                <a:lnTo>
                  <a:pt x="1880489" y="384554"/>
                </a:lnTo>
                <a:moveTo>
                  <a:pt x="906424" y="608008"/>
                </a:moveTo>
                <a:lnTo>
                  <a:pt x="997293" y="717364"/>
                </a:lnTo>
                <a:moveTo>
                  <a:pt x="1355946" y="1292131"/>
                </a:moveTo>
                <a:lnTo>
                  <a:pt x="1445895" y="1183546"/>
                </a:lnTo>
                <a:moveTo>
                  <a:pt x="895146" y="615630"/>
                </a:moveTo>
                <a:lnTo>
                  <a:pt x="997293" y="717364"/>
                </a:lnTo>
                <a:moveTo>
                  <a:pt x="2237621" y="497654"/>
                </a:moveTo>
                <a:lnTo>
                  <a:pt x="2166988" y="635057"/>
                </a:lnTo>
                <a:moveTo>
                  <a:pt x="1907499" y="719206"/>
                </a:moveTo>
                <a:lnTo>
                  <a:pt x="1959989" y="692860"/>
                </a:lnTo>
                <a:moveTo>
                  <a:pt x="812333" y="697659"/>
                </a:moveTo>
                <a:lnTo>
                  <a:pt x="997293" y="717364"/>
                </a:lnTo>
                <a:moveTo>
                  <a:pt x="880802" y="1011779"/>
                </a:moveTo>
                <a:lnTo>
                  <a:pt x="937099" y="1027626"/>
                </a:lnTo>
                <a:moveTo>
                  <a:pt x="1334176" y="377491"/>
                </a:moveTo>
                <a:lnTo>
                  <a:pt x="1349113" y="509965"/>
                </a:lnTo>
                <a:moveTo>
                  <a:pt x="427007" y="881017"/>
                </a:moveTo>
                <a:lnTo>
                  <a:pt x="356988" y="810843"/>
                </a:lnTo>
                <a:moveTo>
                  <a:pt x="427007" y="881017"/>
                </a:moveTo>
                <a:lnTo>
                  <a:pt x="361212" y="811479"/>
                </a:lnTo>
                <a:moveTo>
                  <a:pt x="903077" y="797675"/>
                </a:moveTo>
                <a:lnTo>
                  <a:pt x="1086804" y="809216"/>
                </a:lnTo>
                <a:moveTo>
                  <a:pt x="1361399" y="718256"/>
                </a:moveTo>
                <a:lnTo>
                  <a:pt x="1453563" y="624348"/>
                </a:lnTo>
                <a:moveTo>
                  <a:pt x="1178973" y="715344"/>
                </a:moveTo>
                <a:lnTo>
                  <a:pt x="1270708" y="618590"/>
                </a:lnTo>
                <a:moveTo>
                  <a:pt x="2288056" y="367586"/>
                </a:moveTo>
                <a:lnTo>
                  <a:pt x="2279375" y="364913"/>
                </a:lnTo>
                <a:moveTo>
                  <a:pt x="993731" y="897099"/>
                </a:moveTo>
                <a:lnTo>
                  <a:pt x="937099" y="1027626"/>
                </a:lnTo>
                <a:moveTo>
                  <a:pt x="1363502" y="528862"/>
                </a:moveTo>
                <a:lnTo>
                  <a:pt x="1453563" y="624348"/>
                </a:lnTo>
                <a:moveTo>
                  <a:pt x="1960868" y="1150937"/>
                </a:moveTo>
                <a:lnTo>
                  <a:pt x="2067100" y="1104401"/>
                </a:lnTo>
                <a:moveTo>
                  <a:pt x="1270708" y="618590"/>
                </a:moveTo>
                <a:lnTo>
                  <a:pt x="1361399" y="718256"/>
                </a:lnTo>
                <a:moveTo>
                  <a:pt x="631567" y="705740"/>
                </a:moveTo>
                <a:lnTo>
                  <a:pt x="812333" y="697659"/>
                </a:lnTo>
                <a:moveTo>
                  <a:pt x="723969" y="613412"/>
                </a:moveTo>
                <a:lnTo>
                  <a:pt x="812333" y="697659"/>
                </a:lnTo>
                <a:moveTo>
                  <a:pt x="1270708" y="618590"/>
                </a:moveTo>
                <a:lnTo>
                  <a:pt x="1363502" y="528862"/>
                </a:lnTo>
                <a:moveTo>
                  <a:pt x="1334176" y="377491"/>
                </a:moveTo>
                <a:lnTo>
                  <a:pt x="1362360" y="521294"/>
                </a:lnTo>
                <a:moveTo>
                  <a:pt x="1366269" y="343858"/>
                </a:moveTo>
                <a:lnTo>
                  <a:pt x="1454924" y="430036"/>
                </a:lnTo>
                <a:moveTo>
                  <a:pt x="1270708" y="618590"/>
                </a:moveTo>
                <a:lnTo>
                  <a:pt x="1453563" y="624348"/>
                </a:lnTo>
                <a:moveTo>
                  <a:pt x="1539283" y="531127"/>
                </a:moveTo>
                <a:lnTo>
                  <a:pt x="1544480" y="725514"/>
                </a:lnTo>
                <a:moveTo>
                  <a:pt x="1960868" y="1150937"/>
                </a:moveTo>
                <a:lnTo>
                  <a:pt x="1937406" y="1154999"/>
                </a:lnTo>
                <a:moveTo>
                  <a:pt x="1366269" y="343858"/>
                </a:moveTo>
                <a:lnTo>
                  <a:pt x="1547259" y="337263"/>
                </a:lnTo>
                <a:moveTo>
                  <a:pt x="1907499" y="719206"/>
                </a:moveTo>
                <a:lnTo>
                  <a:pt x="2084907" y="748744"/>
                </a:lnTo>
                <a:moveTo>
                  <a:pt x="903077" y="797675"/>
                </a:moveTo>
                <a:lnTo>
                  <a:pt x="993731" y="897099"/>
                </a:lnTo>
                <a:moveTo>
                  <a:pt x="1366269" y="343858"/>
                </a:moveTo>
                <a:lnTo>
                  <a:pt x="1362360" y="521294"/>
                </a:lnTo>
                <a:moveTo>
                  <a:pt x="1816510" y="617565"/>
                </a:moveTo>
                <a:lnTo>
                  <a:pt x="1959989" y="692860"/>
                </a:lnTo>
                <a:moveTo>
                  <a:pt x="1349113" y="509965"/>
                </a:moveTo>
                <a:lnTo>
                  <a:pt x="1363502" y="528862"/>
                </a:lnTo>
                <a:moveTo>
                  <a:pt x="2404231" y="412745"/>
                </a:moveTo>
                <a:lnTo>
                  <a:pt x="2279375" y="364913"/>
                </a:lnTo>
                <a:moveTo>
                  <a:pt x="1493844" y="1043943"/>
                </a:moveTo>
                <a:lnTo>
                  <a:pt x="1544308" y="913904"/>
                </a:lnTo>
                <a:moveTo>
                  <a:pt x="1445895" y="1183546"/>
                </a:moveTo>
                <a:lnTo>
                  <a:pt x="1445165" y="1333500"/>
                </a:lnTo>
                <a:moveTo>
                  <a:pt x="1538192" y="518911"/>
                </a:moveTo>
                <a:lnTo>
                  <a:pt x="1603531" y="403787"/>
                </a:lnTo>
                <a:moveTo>
                  <a:pt x="1349113" y="509965"/>
                </a:moveTo>
                <a:lnTo>
                  <a:pt x="1270708" y="618590"/>
                </a:lnTo>
                <a:moveTo>
                  <a:pt x="1547259" y="337263"/>
                </a:moveTo>
                <a:lnTo>
                  <a:pt x="1603531" y="403787"/>
                </a:lnTo>
                <a:moveTo>
                  <a:pt x="747696" y="1018356"/>
                </a:moveTo>
                <a:lnTo>
                  <a:pt x="899976" y="980464"/>
                </a:lnTo>
                <a:moveTo>
                  <a:pt x="2082774" y="911894"/>
                </a:moveTo>
                <a:lnTo>
                  <a:pt x="2089047" y="919643"/>
                </a:lnTo>
                <a:moveTo>
                  <a:pt x="1638803" y="239243"/>
                </a:moveTo>
                <a:lnTo>
                  <a:pt x="1692013" y="311867"/>
                </a:lnTo>
                <a:moveTo>
                  <a:pt x="1880489" y="384554"/>
                </a:moveTo>
                <a:lnTo>
                  <a:pt x="1844717" y="464978"/>
                </a:lnTo>
                <a:moveTo>
                  <a:pt x="444218" y="873541"/>
                </a:moveTo>
                <a:lnTo>
                  <a:pt x="539008" y="797034"/>
                </a:lnTo>
                <a:moveTo>
                  <a:pt x="1539283" y="531127"/>
                </a:moveTo>
                <a:lnTo>
                  <a:pt x="1363502" y="528862"/>
                </a:lnTo>
                <a:moveTo>
                  <a:pt x="1857650" y="1228081"/>
                </a:moveTo>
                <a:lnTo>
                  <a:pt x="1937406" y="1154999"/>
                </a:lnTo>
                <a:moveTo>
                  <a:pt x="2083779" y="922612"/>
                </a:moveTo>
                <a:lnTo>
                  <a:pt x="2089047" y="919643"/>
                </a:lnTo>
                <a:moveTo>
                  <a:pt x="899976" y="980464"/>
                </a:moveTo>
                <a:lnTo>
                  <a:pt x="880802" y="1011779"/>
                </a:lnTo>
                <a:moveTo>
                  <a:pt x="1539283" y="531127"/>
                </a:moveTo>
                <a:lnTo>
                  <a:pt x="1453563" y="624348"/>
                </a:lnTo>
                <a:moveTo>
                  <a:pt x="2237621" y="497654"/>
                </a:moveTo>
                <a:lnTo>
                  <a:pt x="2184671" y="645320"/>
                </a:lnTo>
                <a:moveTo>
                  <a:pt x="1224153" y="565309"/>
                </a:moveTo>
                <a:lnTo>
                  <a:pt x="1270708" y="618590"/>
                </a:lnTo>
                <a:moveTo>
                  <a:pt x="2082774" y="911894"/>
                </a:moveTo>
                <a:lnTo>
                  <a:pt x="2083779" y="922612"/>
                </a:lnTo>
                <a:moveTo>
                  <a:pt x="899976" y="980464"/>
                </a:moveTo>
                <a:lnTo>
                  <a:pt x="937099" y="1027626"/>
                </a:lnTo>
                <a:moveTo>
                  <a:pt x="899976" y="980464"/>
                </a:moveTo>
                <a:lnTo>
                  <a:pt x="993731" y="897099"/>
                </a:lnTo>
                <a:moveTo>
                  <a:pt x="742516" y="758499"/>
                </a:moveTo>
                <a:lnTo>
                  <a:pt x="631567" y="705740"/>
                </a:lnTo>
                <a:moveTo>
                  <a:pt x="712421" y="774763"/>
                </a:moveTo>
                <a:lnTo>
                  <a:pt x="631567" y="705740"/>
                </a:lnTo>
                <a:moveTo>
                  <a:pt x="812333" y="697659"/>
                </a:moveTo>
                <a:lnTo>
                  <a:pt x="903077" y="797675"/>
                </a:lnTo>
                <a:moveTo>
                  <a:pt x="1224153" y="565309"/>
                </a:moveTo>
                <a:lnTo>
                  <a:pt x="1349113" y="509965"/>
                </a:lnTo>
                <a:moveTo>
                  <a:pt x="1054180" y="575521"/>
                </a:moveTo>
                <a:lnTo>
                  <a:pt x="1139278" y="559924"/>
                </a:lnTo>
                <a:moveTo>
                  <a:pt x="712421" y="774763"/>
                </a:moveTo>
                <a:lnTo>
                  <a:pt x="539008" y="797034"/>
                </a:lnTo>
                <a:moveTo>
                  <a:pt x="1607864" y="639743"/>
                </a:moveTo>
                <a:lnTo>
                  <a:pt x="1544480" y="725514"/>
                </a:lnTo>
                <a:moveTo>
                  <a:pt x="1362360" y="521294"/>
                </a:moveTo>
                <a:lnTo>
                  <a:pt x="1349113" y="509965"/>
                </a:lnTo>
                <a:moveTo>
                  <a:pt x="906424" y="608008"/>
                </a:moveTo>
                <a:lnTo>
                  <a:pt x="1054180" y="575521"/>
                </a:lnTo>
                <a:moveTo>
                  <a:pt x="1139278" y="559924"/>
                </a:moveTo>
                <a:lnTo>
                  <a:pt x="1224153" y="565309"/>
                </a:lnTo>
                <a:moveTo>
                  <a:pt x="2114113" y="721406"/>
                </a:moveTo>
                <a:lnTo>
                  <a:pt x="2271249" y="717741"/>
                </a:lnTo>
                <a:moveTo>
                  <a:pt x="1996441" y="807285"/>
                </a:moveTo>
                <a:lnTo>
                  <a:pt x="2084907" y="748744"/>
                </a:lnTo>
                <a:moveTo>
                  <a:pt x="2288056" y="367586"/>
                </a:moveTo>
                <a:lnTo>
                  <a:pt x="2404231" y="412745"/>
                </a:lnTo>
                <a:moveTo>
                  <a:pt x="1604375" y="765908"/>
                </a:moveTo>
                <a:lnTo>
                  <a:pt x="1512847" y="765781"/>
                </a:lnTo>
                <a:moveTo>
                  <a:pt x="1638803" y="239243"/>
                </a:moveTo>
                <a:lnTo>
                  <a:pt x="1603531" y="403787"/>
                </a:lnTo>
                <a:moveTo>
                  <a:pt x="903077" y="797675"/>
                </a:moveTo>
                <a:lnTo>
                  <a:pt x="899976" y="980464"/>
                </a:lnTo>
                <a:moveTo>
                  <a:pt x="895146" y="615630"/>
                </a:moveTo>
                <a:lnTo>
                  <a:pt x="906424" y="608008"/>
                </a:lnTo>
                <a:moveTo>
                  <a:pt x="1857650" y="1228081"/>
                </a:moveTo>
                <a:lnTo>
                  <a:pt x="1847362" y="1245353"/>
                </a:lnTo>
                <a:moveTo>
                  <a:pt x="1454924" y="430036"/>
                </a:moveTo>
                <a:lnTo>
                  <a:pt x="1538192" y="518911"/>
                </a:lnTo>
                <a:moveTo>
                  <a:pt x="1454924" y="430036"/>
                </a:moveTo>
                <a:lnTo>
                  <a:pt x="1547259" y="337263"/>
                </a:lnTo>
                <a:moveTo>
                  <a:pt x="895146" y="615630"/>
                </a:moveTo>
                <a:lnTo>
                  <a:pt x="812333" y="697659"/>
                </a:lnTo>
                <a:moveTo>
                  <a:pt x="1547259" y="337263"/>
                </a:moveTo>
                <a:lnTo>
                  <a:pt x="1538192" y="518911"/>
                </a:lnTo>
                <a:moveTo>
                  <a:pt x="2231856" y="574097"/>
                </a:moveTo>
                <a:lnTo>
                  <a:pt x="2184671" y="645320"/>
                </a:lnTo>
                <a:moveTo>
                  <a:pt x="1362360" y="521294"/>
                </a:moveTo>
                <a:lnTo>
                  <a:pt x="1454924" y="430036"/>
                </a:lnTo>
                <a:moveTo>
                  <a:pt x="1362360" y="521294"/>
                </a:moveTo>
                <a:lnTo>
                  <a:pt x="1538192" y="518911"/>
                </a:lnTo>
                <a:moveTo>
                  <a:pt x="1538192" y="518911"/>
                </a:moveTo>
                <a:lnTo>
                  <a:pt x="1539283" y="531127"/>
                </a:lnTo>
                <a:moveTo>
                  <a:pt x="1493844" y="1043943"/>
                </a:moveTo>
                <a:lnTo>
                  <a:pt x="1445895" y="1183546"/>
                </a:lnTo>
                <a:moveTo>
                  <a:pt x="1608412" y="812044"/>
                </a:moveTo>
                <a:lnTo>
                  <a:pt x="1512847" y="765781"/>
                </a:lnTo>
                <a:moveTo>
                  <a:pt x="616681" y="859405"/>
                </a:moveTo>
                <a:lnTo>
                  <a:pt x="539008" y="797034"/>
                </a:lnTo>
                <a:moveTo>
                  <a:pt x="2271249" y="717741"/>
                </a:moveTo>
                <a:lnTo>
                  <a:pt x="2287723" y="756114"/>
                </a:lnTo>
                <a:moveTo>
                  <a:pt x="2237621" y="497654"/>
                </a:moveTo>
                <a:lnTo>
                  <a:pt x="2288056" y="367586"/>
                </a:lnTo>
                <a:moveTo>
                  <a:pt x="2271249" y="717741"/>
                </a:moveTo>
                <a:lnTo>
                  <a:pt x="2249514" y="767476"/>
                </a:lnTo>
                <a:moveTo>
                  <a:pt x="1749411" y="1300191"/>
                </a:moveTo>
                <a:lnTo>
                  <a:pt x="1847362" y="1245353"/>
                </a:lnTo>
                <a:moveTo>
                  <a:pt x="2184671" y="645320"/>
                </a:moveTo>
                <a:lnTo>
                  <a:pt x="2271249" y="717741"/>
                </a:lnTo>
                <a:moveTo>
                  <a:pt x="2083779" y="922612"/>
                </a:moveTo>
                <a:lnTo>
                  <a:pt x="2051553" y="1061226"/>
                </a:lnTo>
                <a:moveTo>
                  <a:pt x="1506751" y="1237522"/>
                </a:moveTo>
                <a:lnTo>
                  <a:pt x="1465264" y="1333500"/>
                </a:lnTo>
                <a:moveTo>
                  <a:pt x="1604375" y="765908"/>
                </a:moveTo>
                <a:lnTo>
                  <a:pt x="1544480" y="725514"/>
                </a:lnTo>
                <a:moveTo>
                  <a:pt x="1547259" y="337263"/>
                </a:moveTo>
                <a:lnTo>
                  <a:pt x="1638803" y="239243"/>
                </a:lnTo>
                <a:moveTo>
                  <a:pt x="1479713" y="1142420"/>
                </a:moveTo>
                <a:lnTo>
                  <a:pt x="1493844" y="1043943"/>
                </a:lnTo>
                <a:moveTo>
                  <a:pt x="1479713" y="1142420"/>
                </a:moveTo>
                <a:lnTo>
                  <a:pt x="1445895" y="1183546"/>
                </a:lnTo>
                <a:moveTo>
                  <a:pt x="1568049" y="1298984"/>
                </a:moveTo>
                <a:lnTo>
                  <a:pt x="1529856" y="1333500"/>
                </a:lnTo>
                <a:moveTo>
                  <a:pt x="819801" y="882430"/>
                </a:moveTo>
                <a:lnTo>
                  <a:pt x="747696" y="1018356"/>
                </a:lnTo>
                <a:moveTo>
                  <a:pt x="742516" y="758499"/>
                </a:moveTo>
                <a:lnTo>
                  <a:pt x="812333" y="697659"/>
                </a:lnTo>
                <a:moveTo>
                  <a:pt x="1515956" y="1281308"/>
                </a:moveTo>
                <a:lnTo>
                  <a:pt x="1478598" y="1333500"/>
                </a:lnTo>
                <a:moveTo>
                  <a:pt x="1815519" y="616340"/>
                </a:moveTo>
                <a:lnTo>
                  <a:pt x="1844717" y="464978"/>
                </a:lnTo>
                <a:moveTo>
                  <a:pt x="1996441" y="807285"/>
                </a:moveTo>
                <a:lnTo>
                  <a:pt x="2082774" y="911894"/>
                </a:lnTo>
                <a:moveTo>
                  <a:pt x="1539283" y="531127"/>
                </a:moveTo>
                <a:lnTo>
                  <a:pt x="1607864" y="639743"/>
                </a:lnTo>
                <a:moveTo>
                  <a:pt x="538193" y="961345"/>
                </a:moveTo>
                <a:lnTo>
                  <a:pt x="583866" y="1034727"/>
                </a:lnTo>
                <a:moveTo>
                  <a:pt x="1996441" y="807285"/>
                </a:moveTo>
                <a:lnTo>
                  <a:pt x="2083779" y="922612"/>
                </a:lnTo>
                <a:moveTo>
                  <a:pt x="1568049" y="1298984"/>
                </a:moveTo>
                <a:lnTo>
                  <a:pt x="1515938" y="1333500"/>
                </a:lnTo>
                <a:moveTo>
                  <a:pt x="2404231" y="412745"/>
                </a:moveTo>
                <a:lnTo>
                  <a:pt x="2487495" y="507618"/>
                </a:lnTo>
                <a:moveTo>
                  <a:pt x="1816125" y="615013"/>
                </a:moveTo>
                <a:lnTo>
                  <a:pt x="1844717" y="464978"/>
                </a:lnTo>
                <a:moveTo>
                  <a:pt x="1608412" y="812044"/>
                </a:moveTo>
                <a:lnTo>
                  <a:pt x="1552210" y="901748"/>
                </a:lnTo>
                <a:moveTo>
                  <a:pt x="702642" y="968636"/>
                </a:moveTo>
                <a:lnTo>
                  <a:pt x="689326" y="1018196"/>
                </a:lnTo>
                <a:moveTo>
                  <a:pt x="702642" y="968636"/>
                </a:moveTo>
                <a:lnTo>
                  <a:pt x="583866" y="1034727"/>
                </a:lnTo>
                <a:moveTo>
                  <a:pt x="812573" y="865735"/>
                </a:moveTo>
                <a:lnTo>
                  <a:pt x="903077" y="797675"/>
                </a:lnTo>
                <a:moveTo>
                  <a:pt x="702642" y="968636"/>
                </a:moveTo>
                <a:lnTo>
                  <a:pt x="747696" y="1018356"/>
                </a:lnTo>
                <a:moveTo>
                  <a:pt x="1816510" y="617565"/>
                </a:moveTo>
                <a:lnTo>
                  <a:pt x="1907499" y="719206"/>
                </a:lnTo>
                <a:moveTo>
                  <a:pt x="730549" y="973577"/>
                </a:moveTo>
                <a:lnTo>
                  <a:pt x="747696" y="1018356"/>
                </a:lnTo>
                <a:moveTo>
                  <a:pt x="819801" y="882430"/>
                </a:moveTo>
                <a:lnTo>
                  <a:pt x="903077" y="797675"/>
                </a:lnTo>
                <a:moveTo>
                  <a:pt x="1506751" y="1237522"/>
                </a:moveTo>
                <a:lnTo>
                  <a:pt x="1445895" y="1183546"/>
                </a:lnTo>
                <a:moveTo>
                  <a:pt x="1907499" y="719206"/>
                </a:moveTo>
                <a:lnTo>
                  <a:pt x="1996441" y="807285"/>
                </a:lnTo>
                <a:moveTo>
                  <a:pt x="2231856" y="574097"/>
                </a:moveTo>
                <a:lnTo>
                  <a:pt x="2237621" y="497654"/>
                </a:lnTo>
                <a:moveTo>
                  <a:pt x="812573" y="865735"/>
                </a:moveTo>
                <a:lnTo>
                  <a:pt x="812333" y="697659"/>
                </a:lnTo>
                <a:moveTo>
                  <a:pt x="712421" y="774763"/>
                </a:moveTo>
                <a:lnTo>
                  <a:pt x="742516" y="758499"/>
                </a:lnTo>
                <a:moveTo>
                  <a:pt x="427007" y="881017"/>
                </a:moveTo>
                <a:lnTo>
                  <a:pt x="444218" y="873541"/>
                </a:lnTo>
                <a:moveTo>
                  <a:pt x="1568983" y="911059"/>
                </a:moveTo>
                <a:lnTo>
                  <a:pt x="1552210" y="901748"/>
                </a:lnTo>
                <a:moveTo>
                  <a:pt x="616681" y="859405"/>
                </a:moveTo>
                <a:lnTo>
                  <a:pt x="444218" y="873541"/>
                </a:lnTo>
                <a:moveTo>
                  <a:pt x="1815519" y="616340"/>
                </a:moveTo>
                <a:lnTo>
                  <a:pt x="1816510" y="617565"/>
                </a:lnTo>
                <a:moveTo>
                  <a:pt x="1815114" y="618561"/>
                </a:moveTo>
                <a:lnTo>
                  <a:pt x="1816510" y="617565"/>
                </a:lnTo>
                <a:moveTo>
                  <a:pt x="1568983" y="911059"/>
                </a:moveTo>
                <a:lnTo>
                  <a:pt x="1544308" y="913904"/>
                </a:lnTo>
                <a:moveTo>
                  <a:pt x="1815519" y="616340"/>
                </a:moveTo>
                <a:lnTo>
                  <a:pt x="1815114" y="618561"/>
                </a:lnTo>
                <a:moveTo>
                  <a:pt x="1960868" y="1150937"/>
                </a:moveTo>
                <a:lnTo>
                  <a:pt x="2051553" y="1061226"/>
                </a:lnTo>
                <a:moveTo>
                  <a:pt x="819801" y="882430"/>
                </a:moveTo>
                <a:lnTo>
                  <a:pt x="899976" y="980464"/>
                </a:lnTo>
                <a:moveTo>
                  <a:pt x="718152" y="778203"/>
                </a:moveTo>
                <a:lnTo>
                  <a:pt x="742516" y="758499"/>
                </a:lnTo>
                <a:moveTo>
                  <a:pt x="1479713" y="1142420"/>
                </a:moveTo>
                <a:lnTo>
                  <a:pt x="1506751" y="1237522"/>
                </a:lnTo>
                <a:moveTo>
                  <a:pt x="712421" y="774763"/>
                </a:moveTo>
                <a:lnTo>
                  <a:pt x="718152" y="778203"/>
                </a:lnTo>
                <a:moveTo>
                  <a:pt x="1815519" y="616340"/>
                </a:moveTo>
                <a:lnTo>
                  <a:pt x="1816125" y="615013"/>
                </a:lnTo>
                <a:moveTo>
                  <a:pt x="1815114" y="618561"/>
                </a:moveTo>
                <a:lnTo>
                  <a:pt x="1816125" y="615013"/>
                </a:lnTo>
                <a:moveTo>
                  <a:pt x="1882755" y="728058"/>
                </a:moveTo>
                <a:lnTo>
                  <a:pt x="1907499" y="719206"/>
                </a:lnTo>
                <a:moveTo>
                  <a:pt x="616681" y="859405"/>
                </a:moveTo>
                <a:lnTo>
                  <a:pt x="712421" y="774763"/>
                </a:lnTo>
                <a:moveTo>
                  <a:pt x="1974393" y="815093"/>
                </a:moveTo>
                <a:lnTo>
                  <a:pt x="2083779" y="922612"/>
                </a:lnTo>
                <a:moveTo>
                  <a:pt x="516863" y="939958"/>
                </a:moveTo>
                <a:lnTo>
                  <a:pt x="444218" y="873541"/>
                </a:lnTo>
                <a:moveTo>
                  <a:pt x="742516" y="758499"/>
                </a:moveTo>
                <a:lnTo>
                  <a:pt x="812573" y="865735"/>
                </a:lnTo>
                <a:moveTo>
                  <a:pt x="1534759" y="1067777"/>
                </a:moveTo>
                <a:lnTo>
                  <a:pt x="1493844" y="1043943"/>
                </a:lnTo>
                <a:moveTo>
                  <a:pt x="2231856" y="574097"/>
                </a:moveTo>
                <a:lnTo>
                  <a:pt x="2271249" y="717741"/>
                </a:lnTo>
                <a:moveTo>
                  <a:pt x="1815114" y="618561"/>
                </a:moveTo>
                <a:lnTo>
                  <a:pt x="1814419" y="631150"/>
                </a:lnTo>
                <a:moveTo>
                  <a:pt x="1607864" y="639743"/>
                </a:moveTo>
                <a:lnTo>
                  <a:pt x="1604375" y="765908"/>
                </a:lnTo>
                <a:moveTo>
                  <a:pt x="624919" y="865026"/>
                </a:moveTo>
                <a:lnTo>
                  <a:pt x="712421" y="774763"/>
                </a:lnTo>
                <a:moveTo>
                  <a:pt x="1882755" y="728058"/>
                </a:moveTo>
                <a:lnTo>
                  <a:pt x="1816510" y="617565"/>
                </a:lnTo>
                <a:moveTo>
                  <a:pt x="1815114" y="618561"/>
                </a:moveTo>
                <a:lnTo>
                  <a:pt x="1882755" y="728058"/>
                </a:lnTo>
                <a:moveTo>
                  <a:pt x="1568983" y="911059"/>
                </a:moveTo>
                <a:lnTo>
                  <a:pt x="1493844" y="1043943"/>
                </a:lnTo>
                <a:moveTo>
                  <a:pt x="1479713" y="1142420"/>
                </a:moveTo>
                <a:lnTo>
                  <a:pt x="1533040" y="1259721"/>
                </a:lnTo>
                <a:moveTo>
                  <a:pt x="1816125" y="615013"/>
                </a:moveTo>
                <a:lnTo>
                  <a:pt x="1814419" y="631150"/>
                </a:lnTo>
                <a:moveTo>
                  <a:pt x="718152" y="778203"/>
                </a:moveTo>
                <a:lnTo>
                  <a:pt x="812573" y="865735"/>
                </a:lnTo>
                <a:moveTo>
                  <a:pt x="1974393" y="815093"/>
                </a:moveTo>
                <a:lnTo>
                  <a:pt x="1907499" y="719206"/>
                </a:lnTo>
                <a:moveTo>
                  <a:pt x="1857650" y="1228081"/>
                </a:moveTo>
                <a:lnTo>
                  <a:pt x="1960868" y="1150937"/>
                </a:lnTo>
                <a:moveTo>
                  <a:pt x="624919" y="865026"/>
                </a:moveTo>
                <a:lnTo>
                  <a:pt x="718152" y="778203"/>
                </a:lnTo>
                <a:moveTo>
                  <a:pt x="718152" y="778203"/>
                </a:moveTo>
                <a:lnTo>
                  <a:pt x="807487" y="868882"/>
                </a:lnTo>
                <a:moveTo>
                  <a:pt x="1515956" y="1281308"/>
                </a:moveTo>
                <a:lnTo>
                  <a:pt x="1506751" y="1237522"/>
                </a:lnTo>
                <a:moveTo>
                  <a:pt x="1534759" y="1067777"/>
                </a:moveTo>
                <a:lnTo>
                  <a:pt x="1479713" y="1142420"/>
                </a:lnTo>
                <a:moveTo>
                  <a:pt x="1568049" y="1298984"/>
                </a:moveTo>
                <a:lnTo>
                  <a:pt x="1597921" y="1333500"/>
                </a:lnTo>
                <a:moveTo>
                  <a:pt x="616681" y="859405"/>
                </a:moveTo>
                <a:lnTo>
                  <a:pt x="624919" y="865026"/>
                </a:lnTo>
                <a:moveTo>
                  <a:pt x="427007" y="881017"/>
                </a:moveTo>
                <a:lnTo>
                  <a:pt x="516863" y="939958"/>
                </a:lnTo>
                <a:moveTo>
                  <a:pt x="516863" y="939958"/>
                </a:moveTo>
                <a:lnTo>
                  <a:pt x="616681" y="859405"/>
                </a:lnTo>
                <a:moveTo>
                  <a:pt x="2009769" y="954792"/>
                </a:moveTo>
                <a:lnTo>
                  <a:pt x="2083779" y="922612"/>
                </a:lnTo>
                <a:moveTo>
                  <a:pt x="812573" y="865735"/>
                </a:moveTo>
                <a:lnTo>
                  <a:pt x="819801" y="882430"/>
                </a:lnTo>
                <a:moveTo>
                  <a:pt x="1653416" y="1325451"/>
                </a:moveTo>
                <a:lnTo>
                  <a:pt x="1647392" y="1333500"/>
                </a:lnTo>
                <a:moveTo>
                  <a:pt x="807487" y="868882"/>
                </a:moveTo>
                <a:lnTo>
                  <a:pt x="812573" y="865735"/>
                </a:lnTo>
                <a:moveTo>
                  <a:pt x="1814419" y="631150"/>
                </a:moveTo>
                <a:lnTo>
                  <a:pt x="1882755" y="728058"/>
                </a:lnTo>
                <a:moveTo>
                  <a:pt x="532012" y="954012"/>
                </a:moveTo>
                <a:lnTo>
                  <a:pt x="616681" y="859405"/>
                </a:lnTo>
                <a:moveTo>
                  <a:pt x="1533040" y="1259721"/>
                </a:moveTo>
                <a:lnTo>
                  <a:pt x="1506751" y="1237522"/>
                </a:lnTo>
                <a:moveTo>
                  <a:pt x="2007084" y="989052"/>
                </a:moveTo>
                <a:lnTo>
                  <a:pt x="2083779" y="922612"/>
                </a:lnTo>
                <a:moveTo>
                  <a:pt x="807487" y="868882"/>
                </a:moveTo>
                <a:lnTo>
                  <a:pt x="819801" y="882430"/>
                </a:lnTo>
                <a:moveTo>
                  <a:pt x="1607864" y="639743"/>
                </a:moveTo>
                <a:lnTo>
                  <a:pt x="1629098" y="784942"/>
                </a:lnTo>
                <a:moveTo>
                  <a:pt x="1515956" y="1281308"/>
                </a:moveTo>
                <a:lnTo>
                  <a:pt x="1568049" y="1298984"/>
                </a:lnTo>
                <a:moveTo>
                  <a:pt x="624919" y="865026"/>
                </a:moveTo>
                <a:lnTo>
                  <a:pt x="807487" y="868882"/>
                </a:lnTo>
                <a:moveTo>
                  <a:pt x="1974393" y="815093"/>
                </a:moveTo>
                <a:lnTo>
                  <a:pt x="1996441" y="807285"/>
                </a:lnTo>
                <a:moveTo>
                  <a:pt x="1749411" y="1300191"/>
                </a:moveTo>
                <a:lnTo>
                  <a:pt x="1857650" y="1228081"/>
                </a:lnTo>
                <a:moveTo>
                  <a:pt x="1533040" y="1259721"/>
                </a:moveTo>
                <a:lnTo>
                  <a:pt x="1515956" y="1281308"/>
                </a:lnTo>
                <a:moveTo>
                  <a:pt x="1608412" y="812044"/>
                </a:moveTo>
                <a:lnTo>
                  <a:pt x="1604375" y="765908"/>
                </a:lnTo>
                <a:moveTo>
                  <a:pt x="532012" y="954012"/>
                </a:moveTo>
                <a:lnTo>
                  <a:pt x="624919" y="865026"/>
                </a:lnTo>
                <a:moveTo>
                  <a:pt x="516863" y="939958"/>
                </a:moveTo>
                <a:lnTo>
                  <a:pt x="532012" y="954012"/>
                </a:lnTo>
                <a:moveTo>
                  <a:pt x="1533040" y="1259721"/>
                </a:moveTo>
                <a:lnTo>
                  <a:pt x="1568049" y="1298984"/>
                </a:lnTo>
                <a:moveTo>
                  <a:pt x="1568049" y="1298984"/>
                </a:moveTo>
                <a:lnTo>
                  <a:pt x="1653416" y="1325451"/>
                </a:lnTo>
                <a:moveTo>
                  <a:pt x="730549" y="973577"/>
                </a:moveTo>
                <a:lnTo>
                  <a:pt x="819801" y="882430"/>
                </a:lnTo>
                <a:moveTo>
                  <a:pt x="807487" y="868882"/>
                </a:moveTo>
                <a:lnTo>
                  <a:pt x="730549" y="973577"/>
                </a:lnTo>
                <a:moveTo>
                  <a:pt x="532012" y="954012"/>
                </a:moveTo>
                <a:lnTo>
                  <a:pt x="538193" y="961345"/>
                </a:lnTo>
                <a:moveTo>
                  <a:pt x="1653416" y="1325451"/>
                </a:moveTo>
                <a:lnTo>
                  <a:pt x="1749411" y="1300191"/>
                </a:lnTo>
                <a:moveTo>
                  <a:pt x="538193" y="961345"/>
                </a:moveTo>
                <a:lnTo>
                  <a:pt x="702642" y="968636"/>
                </a:lnTo>
                <a:moveTo>
                  <a:pt x="1882755" y="728058"/>
                </a:moveTo>
                <a:lnTo>
                  <a:pt x="1974393" y="815093"/>
                </a:lnTo>
                <a:moveTo>
                  <a:pt x="1630132" y="588461"/>
                </a:moveTo>
                <a:lnTo>
                  <a:pt x="1607864" y="639743"/>
                </a:lnTo>
                <a:moveTo>
                  <a:pt x="624919" y="865026"/>
                </a:moveTo>
                <a:lnTo>
                  <a:pt x="713801" y="952710"/>
                </a:lnTo>
                <a:moveTo>
                  <a:pt x="1629098" y="784942"/>
                </a:moveTo>
                <a:lnTo>
                  <a:pt x="1604375" y="765908"/>
                </a:lnTo>
                <a:moveTo>
                  <a:pt x="713801" y="952710"/>
                </a:moveTo>
                <a:lnTo>
                  <a:pt x="807487" y="868882"/>
                </a:lnTo>
                <a:moveTo>
                  <a:pt x="2007084" y="989052"/>
                </a:moveTo>
                <a:lnTo>
                  <a:pt x="2051553" y="1061226"/>
                </a:lnTo>
                <a:moveTo>
                  <a:pt x="702642" y="968636"/>
                </a:moveTo>
                <a:lnTo>
                  <a:pt x="730549" y="973577"/>
                </a:lnTo>
                <a:moveTo>
                  <a:pt x="1534759" y="1067777"/>
                </a:moveTo>
                <a:lnTo>
                  <a:pt x="1533040" y="1259721"/>
                </a:lnTo>
                <a:moveTo>
                  <a:pt x="538193" y="961345"/>
                </a:moveTo>
                <a:lnTo>
                  <a:pt x="713801" y="952710"/>
                </a:lnTo>
                <a:moveTo>
                  <a:pt x="532012" y="954012"/>
                </a:moveTo>
                <a:lnTo>
                  <a:pt x="713801" y="952710"/>
                </a:lnTo>
                <a:moveTo>
                  <a:pt x="1629098" y="784942"/>
                </a:moveTo>
                <a:lnTo>
                  <a:pt x="1608412" y="812044"/>
                </a:lnTo>
                <a:moveTo>
                  <a:pt x="1608412" y="812044"/>
                </a:moveTo>
                <a:lnTo>
                  <a:pt x="1568983" y="911059"/>
                </a:lnTo>
                <a:moveTo>
                  <a:pt x="713801" y="952710"/>
                </a:moveTo>
                <a:lnTo>
                  <a:pt x="702642" y="968636"/>
                </a:lnTo>
                <a:moveTo>
                  <a:pt x="713801" y="952710"/>
                </a:moveTo>
                <a:lnTo>
                  <a:pt x="730549" y="973577"/>
                </a:lnTo>
                <a:moveTo>
                  <a:pt x="1720457" y="685704"/>
                </a:moveTo>
                <a:lnTo>
                  <a:pt x="1814419" y="631150"/>
                </a:lnTo>
                <a:moveTo>
                  <a:pt x="1568983" y="911059"/>
                </a:moveTo>
                <a:lnTo>
                  <a:pt x="1534759" y="1067777"/>
                </a:lnTo>
                <a:moveTo>
                  <a:pt x="1944912" y="1107353"/>
                </a:moveTo>
                <a:lnTo>
                  <a:pt x="2051553" y="1061226"/>
                </a:lnTo>
                <a:moveTo>
                  <a:pt x="1568049" y="1298984"/>
                </a:moveTo>
                <a:lnTo>
                  <a:pt x="1713535" y="1249842"/>
                </a:lnTo>
                <a:moveTo>
                  <a:pt x="1820497" y="593745"/>
                </a:moveTo>
                <a:lnTo>
                  <a:pt x="1816125" y="615013"/>
                </a:lnTo>
                <a:moveTo>
                  <a:pt x="1713535" y="1249842"/>
                </a:moveTo>
                <a:lnTo>
                  <a:pt x="1749411" y="1300191"/>
                </a:lnTo>
                <a:moveTo>
                  <a:pt x="1713535" y="1249842"/>
                </a:moveTo>
                <a:lnTo>
                  <a:pt x="1653416" y="1325451"/>
                </a:lnTo>
                <a:moveTo>
                  <a:pt x="1944912" y="1107353"/>
                </a:moveTo>
                <a:lnTo>
                  <a:pt x="1960868" y="1150937"/>
                </a:lnTo>
                <a:moveTo>
                  <a:pt x="1564396" y="1026056"/>
                </a:moveTo>
                <a:lnTo>
                  <a:pt x="1534759" y="1067777"/>
                </a:lnTo>
                <a:moveTo>
                  <a:pt x="1820497" y="593745"/>
                </a:moveTo>
                <a:lnTo>
                  <a:pt x="1814419" y="631150"/>
                </a:lnTo>
                <a:moveTo>
                  <a:pt x="1974393" y="815093"/>
                </a:moveTo>
                <a:lnTo>
                  <a:pt x="2009769" y="954792"/>
                </a:lnTo>
                <a:moveTo>
                  <a:pt x="1791830" y="603259"/>
                </a:moveTo>
                <a:lnTo>
                  <a:pt x="1814419" y="631150"/>
                </a:lnTo>
                <a:moveTo>
                  <a:pt x="1629098" y="784942"/>
                </a:moveTo>
                <a:lnTo>
                  <a:pt x="1720457" y="685704"/>
                </a:lnTo>
                <a:moveTo>
                  <a:pt x="1833326" y="1176106"/>
                </a:moveTo>
                <a:lnTo>
                  <a:pt x="1960868" y="1150937"/>
                </a:lnTo>
                <a:moveTo>
                  <a:pt x="1630132" y="588461"/>
                </a:moveTo>
                <a:lnTo>
                  <a:pt x="1629098" y="784942"/>
                </a:lnTo>
                <a:moveTo>
                  <a:pt x="1564396" y="1026056"/>
                </a:moveTo>
                <a:lnTo>
                  <a:pt x="1568983" y="911059"/>
                </a:lnTo>
                <a:moveTo>
                  <a:pt x="1628004" y="1150875"/>
                </a:moveTo>
                <a:lnTo>
                  <a:pt x="1568049" y="1298984"/>
                </a:lnTo>
                <a:moveTo>
                  <a:pt x="1618600" y="1148132"/>
                </a:moveTo>
                <a:lnTo>
                  <a:pt x="1533040" y="1259721"/>
                </a:lnTo>
                <a:moveTo>
                  <a:pt x="1833326" y="1176106"/>
                </a:moveTo>
                <a:lnTo>
                  <a:pt x="1857650" y="1228081"/>
                </a:lnTo>
                <a:moveTo>
                  <a:pt x="1628004" y="1150875"/>
                </a:moveTo>
                <a:lnTo>
                  <a:pt x="1533040" y="1259721"/>
                </a:lnTo>
                <a:moveTo>
                  <a:pt x="1614390" y="1137224"/>
                </a:moveTo>
                <a:lnTo>
                  <a:pt x="1534759" y="1067777"/>
                </a:lnTo>
                <a:moveTo>
                  <a:pt x="1630132" y="588461"/>
                </a:moveTo>
                <a:lnTo>
                  <a:pt x="1720457" y="685704"/>
                </a:lnTo>
                <a:moveTo>
                  <a:pt x="1618600" y="1148132"/>
                </a:moveTo>
                <a:lnTo>
                  <a:pt x="1534759" y="1067777"/>
                </a:lnTo>
                <a:moveTo>
                  <a:pt x="1833326" y="1176106"/>
                </a:moveTo>
                <a:lnTo>
                  <a:pt x="1749411" y="1300191"/>
                </a:lnTo>
                <a:moveTo>
                  <a:pt x="1759146" y="1189386"/>
                </a:moveTo>
                <a:lnTo>
                  <a:pt x="1749411" y="1300191"/>
                </a:lnTo>
                <a:moveTo>
                  <a:pt x="1792551" y="746361"/>
                </a:moveTo>
                <a:lnTo>
                  <a:pt x="1814419" y="631150"/>
                </a:lnTo>
                <a:moveTo>
                  <a:pt x="1814724" y="754641"/>
                </a:moveTo>
                <a:lnTo>
                  <a:pt x="1814419" y="631150"/>
                </a:lnTo>
                <a:moveTo>
                  <a:pt x="2009769" y="954792"/>
                </a:moveTo>
                <a:lnTo>
                  <a:pt x="2007084" y="989052"/>
                </a:lnTo>
                <a:moveTo>
                  <a:pt x="1814724" y="754641"/>
                </a:moveTo>
                <a:lnTo>
                  <a:pt x="1882755" y="728058"/>
                </a:lnTo>
                <a:moveTo>
                  <a:pt x="1622459" y="575816"/>
                </a:moveTo>
                <a:lnTo>
                  <a:pt x="1630132" y="588461"/>
                </a:lnTo>
                <a:moveTo>
                  <a:pt x="1633013" y="579106"/>
                </a:moveTo>
                <a:lnTo>
                  <a:pt x="1630132" y="588461"/>
                </a:lnTo>
                <a:moveTo>
                  <a:pt x="1791830" y="603259"/>
                </a:moveTo>
                <a:lnTo>
                  <a:pt x="1720457" y="685704"/>
                </a:lnTo>
                <a:moveTo>
                  <a:pt x="1791830" y="603259"/>
                </a:moveTo>
                <a:lnTo>
                  <a:pt x="1630132" y="588461"/>
                </a:lnTo>
                <a:moveTo>
                  <a:pt x="1564396" y="1026056"/>
                </a:moveTo>
                <a:lnTo>
                  <a:pt x="1614390" y="1137224"/>
                </a:lnTo>
                <a:moveTo>
                  <a:pt x="1917480" y="831269"/>
                </a:moveTo>
                <a:lnTo>
                  <a:pt x="1882755" y="728058"/>
                </a:lnTo>
                <a:moveTo>
                  <a:pt x="1628004" y="1150875"/>
                </a:moveTo>
                <a:lnTo>
                  <a:pt x="1713535" y="1249842"/>
                </a:lnTo>
                <a:moveTo>
                  <a:pt x="1608412" y="812044"/>
                </a:moveTo>
                <a:lnTo>
                  <a:pt x="1622022" y="941393"/>
                </a:lnTo>
                <a:moveTo>
                  <a:pt x="1792551" y="746361"/>
                </a:moveTo>
                <a:lnTo>
                  <a:pt x="1629098" y="784942"/>
                </a:lnTo>
                <a:moveTo>
                  <a:pt x="1564396" y="1026056"/>
                </a:moveTo>
                <a:lnTo>
                  <a:pt x="1621860" y="1143654"/>
                </a:lnTo>
                <a:moveTo>
                  <a:pt x="1622459" y="575816"/>
                </a:moveTo>
                <a:lnTo>
                  <a:pt x="1633013" y="579106"/>
                </a:lnTo>
                <a:moveTo>
                  <a:pt x="1989095" y="961943"/>
                </a:moveTo>
                <a:lnTo>
                  <a:pt x="2009769" y="954792"/>
                </a:lnTo>
                <a:moveTo>
                  <a:pt x="1944912" y="1107353"/>
                </a:moveTo>
                <a:lnTo>
                  <a:pt x="2007084" y="989052"/>
                </a:lnTo>
                <a:moveTo>
                  <a:pt x="1759146" y="1189386"/>
                </a:moveTo>
                <a:lnTo>
                  <a:pt x="1713535" y="1249842"/>
                </a:lnTo>
                <a:moveTo>
                  <a:pt x="1683859" y="818018"/>
                </a:moveTo>
                <a:lnTo>
                  <a:pt x="1629098" y="784942"/>
                </a:lnTo>
                <a:moveTo>
                  <a:pt x="1989095" y="961943"/>
                </a:moveTo>
                <a:lnTo>
                  <a:pt x="2007084" y="989052"/>
                </a:lnTo>
                <a:moveTo>
                  <a:pt x="1633013" y="579106"/>
                </a:moveTo>
                <a:lnTo>
                  <a:pt x="1791830" y="603259"/>
                </a:lnTo>
                <a:moveTo>
                  <a:pt x="1917480" y="831269"/>
                </a:moveTo>
                <a:lnTo>
                  <a:pt x="1974393" y="815093"/>
                </a:lnTo>
                <a:moveTo>
                  <a:pt x="1629098" y="784942"/>
                </a:moveTo>
                <a:lnTo>
                  <a:pt x="1622022" y="941393"/>
                </a:lnTo>
                <a:moveTo>
                  <a:pt x="1622022" y="941393"/>
                </a:moveTo>
                <a:lnTo>
                  <a:pt x="1568983" y="911059"/>
                </a:lnTo>
                <a:moveTo>
                  <a:pt x="1791830" y="603259"/>
                </a:moveTo>
                <a:lnTo>
                  <a:pt x="1820497" y="593745"/>
                </a:lnTo>
                <a:moveTo>
                  <a:pt x="1792551" y="746361"/>
                </a:moveTo>
                <a:lnTo>
                  <a:pt x="1720457" y="685704"/>
                </a:lnTo>
                <a:moveTo>
                  <a:pt x="1618600" y="1148132"/>
                </a:moveTo>
                <a:lnTo>
                  <a:pt x="1614390" y="1137224"/>
                </a:lnTo>
                <a:moveTo>
                  <a:pt x="1618600" y="1148132"/>
                </a:moveTo>
                <a:lnTo>
                  <a:pt x="1628004" y="1150875"/>
                </a:lnTo>
                <a:moveTo>
                  <a:pt x="1621860" y="1143654"/>
                </a:moveTo>
                <a:lnTo>
                  <a:pt x="1614390" y="1137224"/>
                </a:lnTo>
                <a:moveTo>
                  <a:pt x="1621860" y="1143654"/>
                </a:moveTo>
                <a:lnTo>
                  <a:pt x="1618600" y="1148132"/>
                </a:lnTo>
                <a:moveTo>
                  <a:pt x="1656733" y="902528"/>
                </a:moveTo>
                <a:lnTo>
                  <a:pt x="1629098" y="784942"/>
                </a:lnTo>
                <a:moveTo>
                  <a:pt x="1621860" y="1143654"/>
                </a:moveTo>
                <a:lnTo>
                  <a:pt x="1628004" y="1150875"/>
                </a:lnTo>
                <a:moveTo>
                  <a:pt x="1628004" y="1150875"/>
                </a:moveTo>
                <a:lnTo>
                  <a:pt x="1759146" y="1189386"/>
                </a:lnTo>
                <a:moveTo>
                  <a:pt x="1833326" y="1176106"/>
                </a:moveTo>
                <a:lnTo>
                  <a:pt x="1944912" y="1107353"/>
                </a:lnTo>
                <a:moveTo>
                  <a:pt x="1622022" y="941393"/>
                </a:moveTo>
                <a:lnTo>
                  <a:pt x="1564396" y="1026056"/>
                </a:lnTo>
                <a:moveTo>
                  <a:pt x="1917480" y="831269"/>
                </a:moveTo>
                <a:lnTo>
                  <a:pt x="2009769" y="954792"/>
                </a:lnTo>
                <a:moveTo>
                  <a:pt x="1759146" y="1189386"/>
                </a:moveTo>
                <a:lnTo>
                  <a:pt x="1833326" y="1176106"/>
                </a:lnTo>
                <a:moveTo>
                  <a:pt x="1622022" y="941393"/>
                </a:moveTo>
                <a:lnTo>
                  <a:pt x="1621860" y="1143654"/>
                </a:lnTo>
                <a:moveTo>
                  <a:pt x="1628004" y="1150875"/>
                </a:moveTo>
                <a:lnTo>
                  <a:pt x="1801981" y="1131298"/>
                </a:lnTo>
                <a:moveTo>
                  <a:pt x="1792551" y="746361"/>
                </a:moveTo>
                <a:lnTo>
                  <a:pt x="1814724" y="754641"/>
                </a:lnTo>
                <a:moveTo>
                  <a:pt x="1801981" y="1131298"/>
                </a:moveTo>
                <a:lnTo>
                  <a:pt x="1833326" y="1176106"/>
                </a:lnTo>
                <a:moveTo>
                  <a:pt x="1801981" y="1131298"/>
                </a:moveTo>
                <a:lnTo>
                  <a:pt x="1759146" y="1189386"/>
                </a:lnTo>
                <a:moveTo>
                  <a:pt x="1683859" y="818018"/>
                </a:moveTo>
                <a:lnTo>
                  <a:pt x="1792551" y="746361"/>
                </a:lnTo>
                <a:moveTo>
                  <a:pt x="1892871" y="1027587"/>
                </a:moveTo>
                <a:lnTo>
                  <a:pt x="2007084" y="989052"/>
                </a:lnTo>
                <a:moveTo>
                  <a:pt x="1792551" y="746361"/>
                </a:moveTo>
                <a:lnTo>
                  <a:pt x="1807027" y="758062"/>
                </a:lnTo>
                <a:moveTo>
                  <a:pt x="1807027" y="758062"/>
                </a:moveTo>
                <a:lnTo>
                  <a:pt x="1814724" y="754641"/>
                </a:lnTo>
                <a:moveTo>
                  <a:pt x="1814724" y="754641"/>
                </a:moveTo>
                <a:lnTo>
                  <a:pt x="1917480" y="831269"/>
                </a:lnTo>
                <a:moveTo>
                  <a:pt x="1723819" y="1038721"/>
                </a:moveTo>
                <a:lnTo>
                  <a:pt x="1628004" y="1150875"/>
                </a:lnTo>
                <a:moveTo>
                  <a:pt x="1701862" y="1033098"/>
                </a:moveTo>
                <a:lnTo>
                  <a:pt x="1621860" y="1143654"/>
                </a:lnTo>
                <a:moveTo>
                  <a:pt x="1723819" y="1038721"/>
                </a:moveTo>
                <a:lnTo>
                  <a:pt x="1621860" y="1143654"/>
                </a:lnTo>
                <a:moveTo>
                  <a:pt x="1760029" y="595929"/>
                </a:moveTo>
                <a:lnTo>
                  <a:pt x="1633013" y="579106"/>
                </a:lnTo>
                <a:moveTo>
                  <a:pt x="1892871" y="1027587"/>
                </a:moveTo>
                <a:lnTo>
                  <a:pt x="1944912" y="1107353"/>
                </a:lnTo>
                <a:moveTo>
                  <a:pt x="1656733" y="902528"/>
                </a:moveTo>
                <a:lnTo>
                  <a:pt x="1683859" y="818018"/>
                </a:lnTo>
                <a:moveTo>
                  <a:pt x="1893336" y="1026682"/>
                </a:moveTo>
                <a:lnTo>
                  <a:pt x="1989095" y="961943"/>
                </a:lnTo>
                <a:moveTo>
                  <a:pt x="1892871" y="1027587"/>
                </a:moveTo>
                <a:lnTo>
                  <a:pt x="1989095" y="961943"/>
                </a:lnTo>
                <a:moveTo>
                  <a:pt x="1713168" y="840741"/>
                </a:moveTo>
                <a:lnTo>
                  <a:pt x="1792551" y="746361"/>
                </a:lnTo>
                <a:moveTo>
                  <a:pt x="1760029" y="595929"/>
                </a:moveTo>
                <a:lnTo>
                  <a:pt x="1791830" y="603259"/>
                </a:lnTo>
                <a:moveTo>
                  <a:pt x="1656733" y="902528"/>
                </a:moveTo>
                <a:lnTo>
                  <a:pt x="1622022" y="941393"/>
                </a:lnTo>
                <a:moveTo>
                  <a:pt x="1892871" y="1027587"/>
                </a:moveTo>
                <a:lnTo>
                  <a:pt x="1833326" y="1176106"/>
                </a:lnTo>
                <a:moveTo>
                  <a:pt x="1892021" y="1027913"/>
                </a:moveTo>
                <a:lnTo>
                  <a:pt x="1833326" y="1176106"/>
                </a:lnTo>
                <a:moveTo>
                  <a:pt x="1713168" y="840741"/>
                </a:moveTo>
                <a:lnTo>
                  <a:pt x="1683859" y="818018"/>
                </a:lnTo>
                <a:moveTo>
                  <a:pt x="1713168" y="840741"/>
                </a:moveTo>
                <a:lnTo>
                  <a:pt x="1807027" y="758062"/>
                </a:lnTo>
                <a:moveTo>
                  <a:pt x="1677699" y="992478"/>
                </a:moveTo>
                <a:lnTo>
                  <a:pt x="1622022" y="941393"/>
                </a:lnTo>
                <a:moveTo>
                  <a:pt x="1713168" y="840741"/>
                </a:moveTo>
                <a:lnTo>
                  <a:pt x="1656733" y="902528"/>
                </a:lnTo>
                <a:moveTo>
                  <a:pt x="1701862" y="1033098"/>
                </a:moveTo>
                <a:lnTo>
                  <a:pt x="1622022" y="941393"/>
                </a:lnTo>
                <a:moveTo>
                  <a:pt x="1656733" y="902528"/>
                </a:moveTo>
                <a:lnTo>
                  <a:pt x="1677699" y="992478"/>
                </a:lnTo>
                <a:moveTo>
                  <a:pt x="1723819" y="1038721"/>
                </a:moveTo>
                <a:lnTo>
                  <a:pt x="1801981" y="1131298"/>
                </a:lnTo>
                <a:moveTo>
                  <a:pt x="1892021" y="1027913"/>
                </a:moveTo>
                <a:lnTo>
                  <a:pt x="1801981" y="1131298"/>
                </a:lnTo>
                <a:moveTo>
                  <a:pt x="1656733" y="902528"/>
                </a:moveTo>
                <a:lnTo>
                  <a:pt x="1709882" y="1022300"/>
                </a:lnTo>
                <a:moveTo>
                  <a:pt x="1701862" y="1033098"/>
                </a:moveTo>
                <a:lnTo>
                  <a:pt x="1677699" y="992478"/>
                </a:lnTo>
                <a:moveTo>
                  <a:pt x="1713168" y="840741"/>
                </a:moveTo>
                <a:lnTo>
                  <a:pt x="1709882" y="1022300"/>
                </a:lnTo>
                <a:moveTo>
                  <a:pt x="1709882" y="1022300"/>
                </a:moveTo>
                <a:lnTo>
                  <a:pt x="1677699" y="992478"/>
                </a:lnTo>
                <a:moveTo>
                  <a:pt x="1701862" y="1033098"/>
                </a:moveTo>
                <a:lnTo>
                  <a:pt x="1723819" y="1038721"/>
                </a:lnTo>
                <a:moveTo>
                  <a:pt x="1723819" y="1038721"/>
                </a:moveTo>
                <a:lnTo>
                  <a:pt x="1892021" y="1027913"/>
                </a:lnTo>
                <a:moveTo>
                  <a:pt x="1723819" y="1038721"/>
                </a:moveTo>
                <a:lnTo>
                  <a:pt x="1892598" y="1027142"/>
                </a:lnTo>
                <a:moveTo>
                  <a:pt x="1709882" y="1022300"/>
                </a:moveTo>
                <a:lnTo>
                  <a:pt x="1701862" y="1033098"/>
                </a:lnTo>
                <a:moveTo>
                  <a:pt x="1709882" y="1022300"/>
                </a:moveTo>
                <a:lnTo>
                  <a:pt x="1723819" y="1038721"/>
                </a:lnTo>
                <a:moveTo>
                  <a:pt x="1893336" y="1026682"/>
                </a:moveTo>
                <a:lnTo>
                  <a:pt x="1892871" y="1027587"/>
                </a:lnTo>
                <a:moveTo>
                  <a:pt x="1892021" y="1027913"/>
                </a:moveTo>
                <a:lnTo>
                  <a:pt x="1892871" y="1027587"/>
                </a:lnTo>
                <a:moveTo>
                  <a:pt x="1892598" y="1027142"/>
                </a:moveTo>
                <a:lnTo>
                  <a:pt x="1893336" y="1026682"/>
                </a:lnTo>
                <a:moveTo>
                  <a:pt x="1892598" y="1027142"/>
                </a:moveTo>
                <a:lnTo>
                  <a:pt x="1892871" y="1027587"/>
                </a:lnTo>
                <a:moveTo>
                  <a:pt x="1892598" y="1027142"/>
                </a:moveTo>
                <a:lnTo>
                  <a:pt x="1892021" y="1027913"/>
                </a:lnTo>
                <a:moveTo>
                  <a:pt x="1709882" y="1022300"/>
                </a:moveTo>
                <a:lnTo>
                  <a:pt x="1892598" y="1027142"/>
                </a:lnTo>
                <a:moveTo>
                  <a:pt x="1713168" y="840741"/>
                </a:moveTo>
                <a:lnTo>
                  <a:pt x="1800067" y="915280"/>
                </a:lnTo>
                <a:moveTo>
                  <a:pt x="1800067" y="915280"/>
                </a:moveTo>
                <a:lnTo>
                  <a:pt x="1892598" y="1027142"/>
                </a:lnTo>
                <a:moveTo>
                  <a:pt x="1709882" y="1022300"/>
                </a:moveTo>
                <a:lnTo>
                  <a:pt x="1800067" y="915280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358" name="9wq3_5_build_ReferenceLigand_0">
            <a:extLst>
              <a:ext uri="{FF2B5EF4-FFF2-40B4-BE49-F238E27FC236}">
                <a16:creationId xmlns:a16="http://schemas.microsoft.com/office/drawing/2014/main" id="{E680E77C-1FEF-4053-85DE-D63AD5B2173C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7239" y="754305"/>
                </a:moveTo>
                <a:lnTo>
                  <a:pt x="2285579" y="7971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9" name="9wq3_5_build_ReferenceLigand_1">
            <a:extLst>
              <a:ext uri="{FF2B5EF4-FFF2-40B4-BE49-F238E27FC236}">
                <a16:creationId xmlns:a16="http://schemas.microsoft.com/office/drawing/2014/main" id="{6A8F4743-242F-4900-B67E-20C989C4FC96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7984" y="575253"/>
                </a:moveTo>
                <a:lnTo>
                  <a:pt x="645237" y="58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0" name="9wq3_5_build_ReferenceLigand_2">
            <a:extLst>
              <a:ext uri="{FF2B5EF4-FFF2-40B4-BE49-F238E27FC236}">
                <a16:creationId xmlns:a16="http://schemas.microsoft.com/office/drawing/2014/main" id="{D65C94FC-5125-47B3-9BD1-F1E202C22BB8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237" y="587694"/>
                </a:moveTo>
                <a:lnTo>
                  <a:pt x="761582" y="662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1" name="9wq3_5_build_ReferenceLigand_3">
            <a:extLst>
              <a:ext uri="{FF2B5EF4-FFF2-40B4-BE49-F238E27FC236}">
                <a16:creationId xmlns:a16="http://schemas.microsoft.com/office/drawing/2014/main" id="{5CB3E540-4277-4C6F-BE3F-71A1798B5135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7239" y="754305"/>
                </a:moveTo>
                <a:lnTo>
                  <a:pt x="2330900" y="611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2" name="9wq3_5_build_ReferenceLigand_4">
            <a:extLst>
              <a:ext uri="{FF2B5EF4-FFF2-40B4-BE49-F238E27FC236}">
                <a16:creationId xmlns:a16="http://schemas.microsoft.com/office/drawing/2014/main" id="{6B3000B9-7F13-4273-B162-4A48508F0B61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299" y="853005"/>
                </a:moveTo>
                <a:lnTo>
                  <a:pt x="2247239" y="7543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3" name="9wq3_5_build_ReferenceLigand_5">
            <a:extLst>
              <a:ext uri="{FF2B5EF4-FFF2-40B4-BE49-F238E27FC236}">
                <a16:creationId xmlns:a16="http://schemas.microsoft.com/office/drawing/2014/main" id="{452BE237-F074-4FEA-ACCC-98FD612DADEA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421" y="636342"/>
                </a:moveTo>
                <a:lnTo>
                  <a:pt x="477984" y="575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4" name="9wq3_5_build_ReferenceLigand_6">
            <a:extLst>
              <a:ext uri="{FF2B5EF4-FFF2-40B4-BE49-F238E27FC236}">
                <a16:creationId xmlns:a16="http://schemas.microsoft.com/office/drawing/2014/main" id="{5C3160AF-D18C-4130-816F-7CC591D29E70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134" y="987824"/>
                </a:moveTo>
                <a:lnTo>
                  <a:pt x="2107299" y="853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5" name="9wq3_5_build_ReferenceLigand_7">
            <a:extLst>
              <a:ext uri="{FF2B5EF4-FFF2-40B4-BE49-F238E27FC236}">
                <a16:creationId xmlns:a16="http://schemas.microsoft.com/office/drawing/2014/main" id="{A1BA997B-0A64-4148-B0AA-A8AF71E29459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582" y="662494"/>
                </a:moveTo>
                <a:lnTo>
                  <a:pt x="711698" y="7249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6" name="9wq3_5_build_ReferenceLigand_8">
            <a:extLst>
              <a:ext uri="{FF2B5EF4-FFF2-40B4-BE49-F238E27FC236}">
                <a16:creationId xmlns:a16="http://schemas.microsoft.com/office/drawing/2014/main" id="{778B2AF1-0F8B-418B-A897-30AEC8D0FC68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992" y="1023554"/>
                </a:moveTo>
                <a:lnTo>
                  <a:pt x="2011134" y="9878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7" name="9wq3_5_build_ReferenceLigand_9">
            <a:extLst>
              <a:ext uri="{FF2B5EF4-FFF2-40B4-BE49-F238E27FC236}">
                <a16:creationId xmlns:a16="http://schemas.microsoft.com/office/drawing/2014/main" id="{D227FF7C-8ADD-49DD-9A47-5D6A9BC7DC33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046" y="1209290"/>
                </a:moveTo>
                <a:lnTo>
                  <a:pt x="1425624" y="11951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8" name="9wq3_5_build_ReferenceLigand_10">
            <a:extLst>
              <a:ext uri="{FF2B5EF4-FFF2-40B4-BE49-F238E27FC236}">
                <a16:creationId xmlns:a16="http://schemas.microsoft.com/office/drawing/2014/main" id="{A5A8AA79-C731-4307-92FA-2D029CA54BA4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421" y="636342"/>
                </a:moveTo>
                <a:lnTo>
                  <a:pt x="244250" y="6030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9" name="9wq3_5_build_ReferenceLigand_11">
            <a:extLst>
              <a:ext uri="{FF2B5EF4-FFF2-40B4-BE49-F238E27FC236}">
                <a16:creationId xmlns:a16="http://schemas.microsoft.com/office/drawing/2014/main" id="{5ADFB9F3-9980-4812-9EF3-6EB1EE25F63E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30900" y="611241"/>
                </a:moveTo>
                <a:lnTo>
                  <a:pt x="2284169" y="5594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0" name="9wq3_5_build_ReferenceLigand_12">
            <a:extLst>
              <a:ext uri="{FF2B5EF4-FFF2-40B4-BE49-F238E27FC236}">
                <a16:creationId xmlns:a16="http://schemas.microsoft.com/office/drawing/2014/main" id="{838AD445-DCB1-4AFC-B543-F989DFA196F3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475" y="803393"/>
                </a:moveTo>
                <a:lnTo>
                  <a:pt x="2107299" y="853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1" name="9wq3_5_build_ReferenceLigand_13">
            <a:extLst>
              <a:ext uri="{FF2B5EF4-FFF2-40B4-BE49-F238E27FC236}">
                <a16:creationId xmlns:a16="http://schemas.microsoft.com/office/drawing/2014/main" id="{6EEC0924-1CCA-441E-8704-4993CAB5C0FB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2930" y="1115397"/>
                </a:moveTo>
                <a:lnTo>
                  <a:pt x="1044746" y="942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2" name="9wq3_5_build_ReferenceLigand_14">
            <a:extLst>
              <a:ext uri="{FF2B5EF4-FFF2-40B4-BE49-F238E27FC236}">
                <a16:creationId xmlns:a16="http://schemas.microsoft.com/office/drawing/2014/main" id="{7D848F7C-0CD4-4E6A-80F4-4980C95CCB6F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6567" y="712561"/>
                </a:moveTo>
                <a:lnTo>
                  <a:pt x="428421" y="636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3" name="9wq3_5_build_ReferenceLigand_15">
            <a:extLst>
              <a:ext uri="{FF2B5EF4-FFF2-40B4-BE49-F238E27FC236}">
                <a16:creationId xmlns:a16="http://schemas.microsoft.com/office/drawing/2014/main" id="{1D03582F-A2F2-462F-9E8C-1F5B09321EBD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1242" y="929104"/>
                </a:moveTo>
                <a:lnTo>
                  <a:pt x="1044746" y="942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4" name="9wq3_5_build_ReferenceLigand_16">
            <a:extLst>
              <a:ext uri="{FF2B5EF4-FFF2-40B4-BE49-F238E27FC236}">
                <a16:creationId xmlns:a16="http://schemas.microsoft.com/office/drawing/2014/main" id="{ACA48E45-A897-4A97-865C-FE46582A6BC7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1698" y="724905"/>
                </a:moveTo>
                <a:lnTo>
                  <a:pt x="546567" y="7125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5" name="9wq3_5_build_ReferenceLigand_17">
            <a:extLst>
              <a:ext uri="{FF2B5EF4-FFF2-40B4-BE49-F238E27FC236}">
                <a16:creationId xmlns:a16="http://schemas.microsoft.com/office/drawing/2014/main" id="{D0F7A11C-7F23-4D76-A3A5-6DEDFEB7BD4D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5382" y="534888"/>
                </a:moveTo>
                <a:lnTo>
                  <a:pt x="1727950" y="608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6" name="9wq3_5_build_ReferenceLigand_18">
            <a:extLst>
              <a:ext uri="{FF2B5EF4-FFF2-40B4-BE49-F238E27FC236}">
                <a16:creationId xmlns:a16="http://schemas.microsoft.com/office/drawing/2014/main" id="{DA0D22B8-0E36-4AD5-B590-3EFD3CC02FC0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1930" y="631827"/>
                </a:moveTo>
                <a:lnTo>
                  <a:pt x="1432770" y="51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7" name="9wq3_5_build_ReferenceLigand_19">
            <a:extLst>
              <a:ext uri="{FF2B5EF4-FFF2-40B4-BE49-F238E27FC236}">
                <a16:creationId xmlns:a16="http://schemas.microsoft.com/office/drawing/2014/main" id="{3D106857-F5CD-40F2-B035-343D03A70AC4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698" y="766117"/>
                </a:moveTo>
                <a:lnTo>
                  <a:pt x="1341930" y="6318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8" name="9wq3_5_build_ReferenceLigand_20">
            <a:extLst>
              <a:ext uri="{FF2B5EF4-FFF2-40B4-BE49-F238E27FC236}">
                <a16:creationId xmlns:a16="http://schemas.microsoft.com/office/drawing/2014/main" id="{343870C0-45EC-45AB-A033-59071802C5B9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046" y="1209290"/>
                </a:moveTo>
                <a:lnTo>
                  <a:pt x="1359862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9" name="9wq3_5_build_ReferenceLigand_21">
            <a:extLst>
              <a:ext uri="{FF2B5EF4-FFF2-40B4-BE49-F238E27FC236}">
                <a16:creationId xmlns:a16="http://schemas.microsoft.com/office/drawing/2014/main" id="{305CEDCA-A943-41D7-8900-823F1B062619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0806" y="908830"/>
                </a:moveTo>
                <a:lnTo>
                  <a:pt x="1906992" y="10235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0" name="9wq3_5_build_ReferenceLigand_22">
            <a:extLst>
              <a:ext uri="{FF2B5EF4-FFF2-40B4-BE49-F238E27FC236}">
                <a16:creationId xmlns:a16="http://schemas.microsoft.com/office/drawing/2014/main" id="{926A6B22-627B-490C-919C-0623AD5D88AD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1698" y="724905"/>
                </a:moveTo>
                <a:lnTo>
                  <a:pt x="797701" y="803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1" name="9wq3_5_build_ReferenceLigand_23">
            <a:extLst>
              <a:ext uri="{FF2B5EF4-FFF2-40B4-BE49-F238E27FC236}">
                <a16:creationId xmlns:a16="http://schemas.microsoft.com/office/drawing/2014/main" id="{F0B975BA-E550-4DED-8FC0-1113740C59C0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1242" y="929104"/>
                </a:moveTo>
                <a:lnTo>
                  <a:pt x="1250698" y="76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2" name="9wq3_5_build_ReferenceLigand_24">
            <a:extLst>
              <a:ext uri="{FF2B5EF4-FFF2-40B4-BE49-F238E27FC236}">
                <a16:creationId xmlns:a16="http://schemas.microsoft.com/office/drawing/2014/main" id="{B0BEB831-7173-42DF-B490-D2A243ACAFC4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4746" y="942117"/>
                </a:moveTo>
                <a:lnTo>
                  <a:pt x="972361" y="8498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3" name="9wq3_5_build_ReferenceLigand_25">
            <a:extLst>
              <a:ext uri="{FF2B5EF4-FFF2-40B4-BE49-F238E27FC236}">
                <a16:creationId xmlns:a16="http://schemas.microsoft.com/office/drawing/2014/main" id="{5074B1FC-D3E3-4AA1-B5E5-9014566321B3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317" y="1068539"/>
                </a:moveTo>
                <a:lnTo>
                  <a:pt x="1231242" y="9291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4" name="9wq3_5_build_ReferenceLigand_26">
            <a:extLst>
              <a:ext uri="{FF2B5EF4-FFF2-40B4-BE49-F238E27FC236}">
                <a16:creationId xmlns:a16="http://schemas.microsoft.com/office/drawing/2014/main" id="{790CE578-EC2C-4027-9FEC-5F7ABF60E883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046" y="1209290"/>
                </a:moveTo>
                <a:lnTo>
                  <a:pt x="1280317" y="10685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5" name="9wq3_5_build_ReferenceLigand_27">
            <a:extLst>
              <a:ext uri="{FF2B5EF4-FFF2-40B4-BE49-F238E27FC236}">
                <a16:creationId xmlns:a16="http://schemas.microsoft.com/office/drawing/2014/main" id="{3AC394EC-5FE4-487A-A33D-6C860FD1330C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4889" y="1183848"/>
                </a:moveTo>
                <a:lnTo>
                  <a:pt x="1408046" y="1209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6" name="9wq3_5_build_ReferenceLigand_28">
            <a:extLst>
              <a:ext uri="{FF2B5EF4-FFF2-40B4-BE49-F238E27FC236}">
                <a16:creationId xmlns:a16="http://schemas.microsoft.com/office/drawing/2014/main" id="{5D8DA17A-4C7E-4DE7-849C-E018783C3BB4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475" y="803393"/>
                </a:moveTo>
                <a:lnTo>
                  <a:pt x="1940806" y="90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7" name="9wq3_5_build_ReferenceLigand_29">
            <a:extLst>
              <a:ext uri="{FF2B5EF4-FFF2-40B4-BE49-F238E27FC236}">
                <a16:creationId xmlns:a16="http://schemas.microsoft.com/office/drawing/2014/main" id="{EFD83DC8-221A-4B1F-8700-4FC9E7991DB1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69" y="559437"/>
                </a:moveTo>
                <a:lnTo>
                  <a:pt x="2369532" y="413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8" name="9wq3_5_build_ReferenceLigand_30">
            <a:extLst>
              <a:ext uri="{FF2B5EF4-FFF2-40B4-BE49-F238E27FC236}">
                <a16:creationId xmlns:a16="http://schemas.microsoft.com/office/drawing/2014/main" id="{CFC37709-B7ED-4AC9-8A41-474FD162CC26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69" y="559437"/>
                </a:moveTo>
                <a:lnTo>
                  <a:pt x="2150964" y="6533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9" name="9wq3_5_build_ReferenceLigand_31">
            <a:extLst>
              <a:ext uri="{FF2B5EF4-FFF2-40B4-BE49-F238E27FC236}">
                <a16:creationId xmlns:a16="http://schemas.microsoft.com/office/drawing/2014/main" id="{43330FC1-9ADD-4807-AA30-445165BAA333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770" y="515468"/>
                </a:moveTo>
                <a:lnTo>
                  <a:pt x="1645382" y="5348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0" name="9wq3_5_build_ReferenceLigand_32">
            <a:extLst>
              <a:ext uri="{FF2B5EF4-FFF2-40B4-BE49-F238E27FC236}">
                <a16:creationId xmlns:a16="http://schemas.microsoft.com/office/drawing/2014/main" id="{56DD37EE-B31A-4C58-945D-5C5B6E65C4E0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964" y="653390"/>
                </a:moveTo>
                <a:lnTo>
                  <a:pt x="2063475" y="8033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1" name="9wq3_5_build_ReferenceLigand_33">
            <a:extLst>
              <a:ext uri="{FF2B5EF4-FFF2-40B4-BE49-F238E27FC236}">
                <a16:creationId xmlns:a16="http://schemas.microsoft.com/office/drawing/2014/main" id="{BFCBD712-4A26-426C-B8C0-E70B6F10B369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5382" y="534888"/>
                </a:moveTo>
                <a:lnTo>
                  <a:pt x="1711123" y="3518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2" name="9wq3_5_build_ReferenceLigand_34">
            <a:extLst>
              <a:ext uri="{FF2B5EF4-FFF2-40B4-BE49-F238E27FC236}">
                <a16:creationId xmlns:a16="http://schemas.microsoft.com/office/drawing/2014/main" id="{DDAA9D0A-EB93-4566-B9C7-ADF7E7678F82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0509" y="783453"/>
                </a:moveTo>
                <a:lnTo>
                  <a:pt x="546567" y="7125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3" name="9wq3_5_build_ReferenceLigand_35">
            <a:extLst>
              <a:ext uri="{FF2B5EF4-FFF2-40B4-BE49-F238E27FC236}">
                <a16:creationId xmlns:a16="http://schemas.microsoft.com/office/drawing/2014/main" id="{B8A4511F-3DFE-4FA8-A6EB-BAF20FB0E336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2778" y="701928"/>
                </a:moveTo>
                <a:lnTo>
                  <a:pt x="1250698" y="76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4" name="9wq3_5_build_ReferenceLigand_36">
            <a:extLst>
              <a:ext uri="{FF2B5EF4-FFF2-40B4-BE49-F238E27FC236}">
                <a16:creationId xmlns:a16="http://schemas.microsoft.com/office/drawing/2014/main" id="{0C6AB525-1C74-47AD-A960-258BF0743CD6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2361" y="849804"/>
                </a:moveTo>
                <a:lnTo>
                  <a:pt x="797701" y="803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5" name="9wq3_5_build_ReferenceLigand_37">
            <a:extLst>
              <a:ext uri="{FF2B5EF4-FFF2-40B4-BE49-F238E27FC236}">
                <a16:creationId xmlns:a16="http://schemas.microsoft.com/office/drawing/2014/main" id="{AD3C5BD9-6FCC-45FB-8E68-A662E2870A11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2361" y="849804"/>
                </a:moveTo>
                <a:lnTo>
                  <a:pt x="1082778" y="7019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6" name="9wq3_5_build_ReferenceLigand_38">
            <a:extLst>
              <a:ext uri="{FF2B5EF4-FFF2-40B4-BE49-F238E27FC236}">
                <a16:creationId xmlns:a16="http://schemas.microsoft.com/office/drawing/2014/main" id="{8CF41109-EB73-45A4-B2B1-83DAE46FD1B9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7701" y="803590"/>
                </a:moveTo>
                <a:lnTo>
                  <a:pt x="685729" y="839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7" name="9wq3_5_build_ReferenceLigand_39">
            <a:extLst>
              <a:ext uri="{FF2B5EF4-FFF2-40B4-BE49-F238E27FC236}">
                <a16:creationId xmlns:a16="http://schemas.microsoft.com/office/drawing/2014/main" id="{53689565-118B-4826-90B9-0626D4142CDC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5382" y="534888"/>
                </a:moveTo>
                <a:lnTo>
                  <a:pt x="1711542" y="6258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8" name="9wq3_5_build_ReferenceLigand_40">
            <a:extLst>
              <a:ext uri="{FF2B5EF4-FFF2-40B4-BE49-F238E27FC236}">
                <a16:creationId xmlns:a16="http://schemas.microsoft.com/office/drawing/2014/main" id="{FA07E188-67C4-4F03-8D3D-25D5C705CE0E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7428" y="899770"/>
                </a:moveTo>
                <a:lnTo>
                  <a:pt x="1940806" y="90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9" name="9wq3_5_build_ReferenceLigand_41">
            <a:extLst>
              <a:ext uri="{FF2B5EF4-FFF2-40B4-BE49-F238E27FC236}">
                <a16:creationId xmlns:a16="http://schemas.microsoft.com/office/drawing/2014/main" id="{32C6E805-53F8-4170-BDC2-753C21029C33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5729" y="839426"/>
                </a:moveTo>
                <a:lnTo>
                  <a:pt x="530509" y="783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0" name="9wq3_5_build_ReferenceLigand_42">
            <a:extLst>
              <a:ext uri="{FF2B5EF4-FFF2-40B4-BE49-F238E27FC236}">
                <a16:creationId xmlns:a16="http://schemas.microsoft.com/office/drawing/2014/main" id="{0202320C-97B2-4648-ABE1-18CDAE4EC8F5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858" y="1189114"/>
                </a:moveTo>
                <a:lnTo>
                  <a:pt x="1584889" y="11838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1" name="9wq3_5_build_ReferenceLigand_43">
            <a:extLst>
              <a:ext uri="{FF2B5EF4-FFF2-40B4-BE49-F238E27FC236}">
                <a16:creationId xmlns:a16="http://schemas.microsoft.com/office/drawing/2014/main" id="{39EDD9D6-F4CB-426F-BCCF-8B304292D59A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4646" y="815954"/>
                </a:moveTo>
                <a:lnTo>
                  <a:pt x="1857428" y="8997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2" name="9wq3_5_build_ReferenceLigand_44">
            <a:extLst>
              <a:ext uri="{FF2B5EF4-FFF2-40B4-BE49-F238E27FC236}">
                <a16:creationId xmlns:a16="http://schemas.microsoft.com/office/drawing/2014/main" id="{2FA6B973-70C1-4686-B196-61575FB30CED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1542" y="625895"/>
                </a:moveTo>
                <a:lnTo>
                  <a:pt x="1694646" y="8159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3" name="9wq3_5_build_ReferenceLigand_45">
            <a:extLst>
              <a:ext uri="{FF2B5EF4-FFF2-40B4-BE49-F238E27FC236}">
                <a16:creationId xmlns:a16="http://schemas.microsoft.com/office/drawing/2014/main" id="{8F4ECA09-BF35-421F-9CDE-3C0E69D3B31F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7428" y="899770"/>
                </a:moveTo>
                <a:lnTo>
                  <a:pt x="1828714" y="1074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4" name="9wq3_5_build_ReferenceLigand_46">
            <a:extLst>
              <a:ext uri="{FF2B5EF4-FFF2-40B4-BE49-F238E27FC236}">
                <a16:creationId xmlns:a16="http://schemas.microsoft.com/office/drawing/2014/main" id="{300B74C0-82F5-4229-B8FB-4263DAAFE6BB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354" y="889824"/>
                </a:moveTo>
                <a:lnTo>
                  <a:pt x="1694646" y="8159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5" name="9wq3_5_build_ReferenceLigand_47">
            <a:extLst>
              <a:ext uri="{FF2B5EF4-FFF2-40B4-BE49-F238E27FC236}">
                <a16:creationId xmlns:a16="http://schemas.microsoft.com/office/drawing/2014/main" id="{21D952B1-C0BF-4569-9CAC-A1972569DA31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1462" y="1074387"/>
                </a:moveTo>
                <a:lnTo>
                  <a:pt x="1540858" y="1189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6" name="9wq3_5_build_ReferenceLigand_48">
            <a:extLst>
              <a:ext uri="{FF2B5EF4-FFF2-40B4-BE49-F238E27FC236}">
                <a16:creationId xmlns:a16="http://schemas.microsoft.com/office/drawing/2014/main" id="{C826B6A0-BB7C-4D8C-9813-DEC906D612E2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8714" y="1074961"/>
                </a:moveTo>
                <a:lnTo>
                  <a:pt x="1651462" y="10743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7" name="9wq3_5_build_ReferenceLigand_49">
            <a:extLst>
              <a:ext uri="{FF2B5EF4-FFF2-40B4-BE49-F238E27FC236}">
                <a16:creationId xmlns:a16="http://schemas.microsoft.com/office/drawing/2014/main" id="{05B26784-261A-4951-AC5F-360306DECB58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1462" y="1074387"/>
                </a:moveTo>
                <a:lnTo>
                  <a:pt x="1590354" y="8898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8" name="9wq3_5_build_ReferenceLigand_50">
            <a:extLst>
              <a:ext uri="{FF2B5EF4-FFF2-40B4-BE49-F238E27FC236}">
                <a16:creationId xmlns:a16="http://schemas.microsoft.com/office/drawing/2014/main" id="{4EF4643D-2D13-4705-98A0-73838A7BE0D5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354" y="889824"/>
                </a:moveTo>
                <a:lnTo>
                  <a:pt x="1623795" y="801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9" name="9wq3_5_build_PredictedLigand_0">
            <a:extLst>
              <a:ext uri="{FF2B5EF4-FFF2-40B4-BE49-F238E27FC236}">
                <a16:creationId xmlns:a16="http://schemas.microsoft.com/office/drawing/2014/main" id="{2EC5D88D-8C29-4930-8A49-107635832E7A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0187" y="662767"/>
                </a:moveTo>
                <a:lnTo>
                  <a:pt x="2207273" y="636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0" name="9wq3_5_build_PredictedLigand_1">
            <a:extLst>
              <a:ext uri="{FF2B5EF4-FFF2-40B4-BE49-F238E27FC236}">
                <a16:creationId xmlns:a16="http://schemas.microsoft.com/office/drawing/2014/main" id="{8718BD98-1C23-4DCF-8F07-C897FFE581B0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0521" y="763155"/>
                </a:moveTo>
                <a:lnTo>
                  <a:pt x="2240187" y="662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1" name="9wq3_5_build_PredictedLigand_2">
            <a:extLst>
              <a:ext uri="{FF2B5EF4-FFF2-40B4-BE49-F238E27FC236}">
                <a16:creationId xmlns:a16="http://schemas.microsoft.com/office/drawing/2014/main" id="{C8C2246A-A004-4C45-BB93-770DDA1616DF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0187" y="662767"/>
                </a:moveTo>
                <a:lnTo>
                  <a:pt x="2212548" y="5061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2" name="9wq3_5_build_PredictedLigand_3">
            <a:extLst>
              <a:ext uri="{FF2B5EF4-FFF2-40B4-BE49-F238E27FC236}">
                <a16:creationId xmlns:a16="http://schemas.microsoft.com/office/drawing/2014/main" id="{4DFDF1CF-CBD4-4F12-9516-70649B012EFA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86541" y="813910"/>
                </a:moveTo>
                <a:lnTo>
                  <a:pt x="391020" y="6880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3" name="9wq3_5_build_PredictedLigand_4">
            <a:extLst>
              <a:ext uri="{FF2B5EF4-FFF2-40B4-BE49-F238E27FC236}">
                <a16:creationId xmlns:a16="http://schemas.microsoft.com/office/drawing/2014/main" id="{2088299D-C815-4BB8-A1E9-3EC60CF5326F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4819" y="971174"/>
                </a:moveTo>
                <a:lnTo>
                  <a:pt x="2170521" y="7631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4" name="9wq3_5_build_PredictedLigand_5">
            <a:extLst>
              <a:ext uri="{FF2B5EF4-FFF2-40B4-BE49-F238E27FC236}">
                <a16:creationId xmlns:a16="http://schemas.microsoft.com/office/drawing/2014/main" id="{DD86B410-D234-468E-80EE-151F7B4270CA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5356" y="1137645"/>
                </a:moveTo>
                <a:lnTo>
                  <a:pt x="996632" y="10044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5" name="9wq3_5_build_PredictedLigand_6">
            <a:extLst>
              <a:ext uri="{FF2B5EF4-FFF2-40B4-BE49-F238E27FC236}">
                <a16:creationId xmlns:a16="http://schemas.microsoft.com/office/drawing/2014/main" id="{5F021715-F4F5-47ED-A407-1E2B8289CC2B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4727" y="810057"/>
                </a:moveTo>
                <a:lnTo>
                  <a:pt x="1323817" y="6507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6" name="9wq3_5_build_PredictedLigand_7">
            <a:extLst>
              <a:ext uri="{FF2B5EF4-FFF2-40B4-BE49-F238E27FC236}">
                <a16:creationId xmlns:a16="http://schemas.microsoft.com/office/drawing/2014/main" id="{BB783A17-E5AE-4BF4-A3F2-91BCD66B5578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5970" y="986560"/>
                </a:moveTo>
                <a:lnTo>
                  <a:pt x="996632" y="10044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7" name="9wq3_5_build_PredictedLigand_8">
            <a:extLst>
              <a:ext uri="{FF2B5EF4-FFF2-40B4-BE49-F238E27FC236}">
                <a16:creationId xmlns:a16="http://schemas.microsoft.com/office/drawing/2014/main" id="{BA0CB9EE-C386-45B2-B1CB-C3EB3D60927B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63909" y="713046"/>
                </a:moveTo>
                <a:lnTo>
                  <a:pt x="386541" y="8139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8" name="9wq3_5_build_PredictedLigand_9">
            <a:extLst>
              <a:ext uri="{FF2B5EF4-FFF2-40B4-BE49-F238E27FC236}">
                <a16:creationId xmlns:a16="http://schemas.microsoft.com/office/drawing/2014/main" id="{322F4209-F91B-4AB8-B8DB-C6252C92684D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5970" y="986560"/>
                </a:moveTo>
                <a:lnTo>
                  <a:pt x="1204727" y="810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9" name="9wq3_5_build_PredictedLigand_10">
            <a:extLst>
              <a:ext uri="{FF2B5EF4-FFF2-40B4-BE49-F238E27FC236}">
                <a16:creationId xmlns:a16="http://schemas.microsoft.com/office/drawing/2014/main" id="{6628E41F-53A4-463C-8868-5E8D35E53E3F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0904" y="733517"/>
                </a:moveTo>
                <a:lnTo>
                  <a:pt x="2170521" y="7631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0" name="9wq3_5_build_PredictedLigand_11">
            <a:extLst>
              <a:ext uri="{FF2B5EF4-FFF2-40B4-BE49-F238E27FC236}">
                <a16:creationId xmlns:a16="http://schemas.microsoft.com/office/drawing/2014/main" id="{0B5D55BB-490F-4CDA-88AE-B295F588A743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6632" y="1004473"/>
                </a:moveTo>
                <a:lnTo>
                  <a:pt x="935437" y="8513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1" name="9wq3_5_build_PredictedLigand_12">
            <a:extLst>
              <a:ext uri="{FF2B5EF4-FFF2-40B4-BE49-F238E27FC236}">
                <a16:creationId xmlns:a16="http://schemas.microsoft.com/office/drawing/2014/main" id="{99702F87-2549-45AC-8AF6-C9FEC4658ECC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3801" y="1114551"/>
                </a:moveTo>
                <a:lnTo>
                  <a:pt x="1195970" y="9865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2" name="9wq3_5_build_PredictedLigand_13">
            <a:extLst>
              <a:ext uri="{FF2B5EF4-FFF2-40B4-BE49-F238E27FC236}">
                <a16:creationId xmlns:a16="http://schemas.microsoft.com/office/drawing/2014/main" id="{B9A9CE62-670C-42F1-8247-20A6F8850CD1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0049" y="731521"/>
                </a:moveTo>
                <a:lnTo>
                  <a:pt x="1204727" y="810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3" name="9wq3_5_build_PredictedLigand_14">
            <a:extLst>
              <a:ext uri="{FF2B5EF4-FFF2-40B4-BE49-F238E27FC236}">
                <a16:creationId xmlns:a16="http://schemas.microsoft.com/office/drawing/2014/main" id="{8C6F7097-4EC8-46DE-8D8A-2BC7A77C3C52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533" y="572714"/>
                </a:moveTo>
                <a:lnTo>
                  <a:pt x="638222" y="5507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4" name="9wq3_5_build_PredictedLigand_15">
            <a:extLst>
              <a:ext uri="{FF2B5EF4-FFF2-40B4-BE49-F238E27FC236}">
                <a16:creationId xmlns:a16="http://schemas.microsoft.com/office/drawing/2014/main" id="{A788D49A-1EF9-456A-BE3F-DFA350003A16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817" y="650737"/>
                </a:moveTo>
                <a:lnTo>
                  <a:pt x="1433860" y="6894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5" name="9wq3_5_build_PredictedLigand_16">
            <a:extLst>
              <a:ext uri="{FF2B5EF4-FFF2-40B4-BE49-F238E27FC236}">
                <a16:creationId xmlns:a16="http://schemas.microsoft.com/office/drawing/2014/main" id="{1D080C01-680F-4815-B43A-AD019EDDB7DF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222" y="550754"/>
                </a:moveTo>
                <a:lnTo>
                  <a:pt x="463909" y="7130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6" name="9wq3_5_build_PredictedLigand_17">
            <a:extLst>
              <a:ext uri="{FF2B5EF4-FFF2-40B4-BE49-F238E27FC236}">
                <a16:creationId xmlns:a16="http://schemas.microsoft.com/office/drawing/2014/main" id="{5FC3A4D3-D4E3-477D-9251-4D3F3625ED60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5437" y="851357"/>
                </a:moveTo>
                <a:lnTo>
                  <a:pt x="1060049" y="7315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7" name="9wq3_5_build_PredictedLigand_18">
            <a:extLst>
              <a:ext uri="{FF2B5EF4-FFF2-40B4-BE49-F238E27FC236}">
                <a16:creationId xmlns:a16="http://schemas.microsoft.com/office/drawing/2014/main" id="{A07F9548-EB57-4092-9EF9-1DFAAD9976B4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095" y="814395"/>
                </a:moveTo>
                <a:lnTo>
                  <a:pt x="739533" y="572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8" name="9wq3_5_build_PredictedLigand_19">
            <a:extLst>
              <a:ext uri="{FF2B5EF4-FFF2-40B4-BE49-F238E27FC236}">
                <a16:creationId xmlns:a16="http://schemas.microsoft.com/office/drawing/2014/main" id="{14BD3724-7799-4EDB-BCA0-0451C05101D0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7812" y="604527"/>
                </a:moveTo>
                <a:lnTo>
                  <a:pt x="1718949" y="6959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9" name="9wq3_5_build_PredictedLigand_20">
            <a:extLst>
              <a:ext uri="{FF2B5EF4-FFF2-40B4-BE49-F238E27FC236}">
                <a16:creationId xmlns:a16="http://schemas.microsoft.com/office/drawing/2014/main" id="{B82406EF-B4FD-490D-96D1-9B46CCD84FBC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409" y="1277623"/>
                </a:moveTo>
                <a:lnTo>
                  <a:pt x="1303801" y="1114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0" name="9wq3_5_build_PredictedLigand_21">
            <a:extLst>
              <a:ext uri="{FF2B5EF4-FFF2-40B4-BE49-F238E27FC236}">
                <a16:creationId xmlns:a16="http://schemas.microsoft.com/office/drawing/2014/main" id="{D0EF2E21-E9C5-4DEA-B068-8310A79F70E6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5437" y="851357"/>
                </a:moveTo>
                <a:lnTo>
                  <a:pt x="807095" y="8143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1" name="9wq3_5_build_PredictedLigand_22">
            <a:extLst>
              <a:ext uri="{FF2B5EF4-FFF2-40B4-BE49-F238E27FC236}">
                <a16:creationId xmlns:a16="http://schemas.microsoft.com/office/drawing/2014/main" id="{3CE53B3C-44DF-4312-A8D5-60F16BA8BFC7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409" y="1277623"/>
                </a:moveTo>
                <a:lnTo>
                  <a:pt x="1557845" y="12564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2" name="9wq3_5_build_PredictedLigand_23">
            <a:extLst>
              <a:ext uri="{FF2B5EF4-FFF2-40B4-BE49-F238E27FC236}">
                <a16:creationId xmlns:a16="http://schemas.microsoft.com/office/drawing/2014/main" id="{D4A8F824-F90A-4C59-B79D-9C5CDAAD9F22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409" y="1277623"/>
                </a:moveTo>
                <a:lnTo>
                  <a:pt x="1386493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3" name="9wq3_5_build_PredictedLigand_24">
            <a:extLst>
              <a:ext uri="{FF2B5EF4-FFF2-40B4-BE49-F238E27FC236}">
                <a16:creationId xmlns:a16="http://schemas.microsoft.com/office/drawing/2014/main" id="{97937421-81F8-4570-B6F7-61B46476C59E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6926" y="781749"/>
                </a:moveTo>
                <a:lnTo>
                  <a:pt x="463909" y="7130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4" name="9wq3_5_build_PredictedLigand_25">
            <a:extLst>
              <a:ext uri="{FF2B5EF4-FFF2-40B4-BE49-F238E27FC236}">
                <a16:creationId xmlns:a16="http://schemas.microsoft.com/office/drawing/2014/main" id="{0880FDE1-023B-40EA-A550-67D39C05378A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2548" y="506149"/>
                </a:moveTo>
                <a:lnTo>
                  <a:pt x="2403260" y="500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5" name="9wq3_5_build_PredictedLigand_26">
            <a:extLst>
              <a:ext uri="{FF2B5EF4-FFF2-40B4-BE49-F238E27FC236}">
                <a16:creationId xmlns:a16="http://schemas.microsoft.com/office/drawing/2014/main" id="{61F565CB-EA40-4AD3-8766-D1BDC2E4D906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3860" y="689474"/>
                </a:moveTo>
                <a:lnTo>
                  <a:pt x="1617812" y="6045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6" name="9wq3_5_build_PredictedLigand_27">
            <a:extLst>
              <a:ext uri="{FF2B5EF4-FFF2-40B4-BE49-F238E27FC236}">
                <a16:creationId xmlns:a16="http://schemas.microsoft.com/office/drawing/2014/main" id="{3F9573ED-3765-472E-A481-E6AE4F73A8F5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570" y="946882"/>
                </a:moveTo>
                <a:lnTo>
                  <a:pt x="2164819" y="971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7" name="9wq3_5_build_PredictedLigand_28">
            <a:extLst>
              <a:ext uri="{FF2B5EF4-FFF2-40B4-BE49-F238E27FC236}">
                <a16:creationId xmlns:a16="http://schemas.microsoft.com/office/drawing/2014/main" id="{D3431B18-73D0-44F5-88A2-16833C51BB23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86541" y="813910"/>
                </a:moveTo>
                <a:lnTo>
                  <a:pt x="339458" y="7997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8" name="9wq3_5_build_PredictedLigand_29">
            <a:extLst>
              <a:ext uri="{FF2B5EF4-FFF2-40B4-BE49-F238E27FC236}">
                <a16:creationId xmlns:a16="http://schemas.microsoft.com/office/drawing/2014/main" id="{F5E07C6A-3005-493D-A522-8B2690DAF3EE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6926" y="781749"/>
                </a:moveTo>
                <a:lnTo>
                  <a:pt x="807095" y="8143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9" name="9wq3_5_build_PredictedLigand_30">
            <a:extLst>
              <a:ext uri="{FF2B5EF4-FFF2-40B4-BE49-F238E27FC236}">
                <a16:creationId xmlns:a16="http://schemas.microsoft.com/office/drawing/2014/main" id="{B789E03F-EFB9-4A32-BDEB-28276E24147D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0915" y="679213"/>
                </a:moveTo>
                <a:lnTo>
                  <a:pt x="2120904" y="7335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0" name="9wq3_5_build_PredictedLigand_31">
            <a:extLst>
              <a:ext uri="{FF2B5EF4-FFF2-40B4-BE49-F238E27FC236}">
                <a16:creationId xmlns:a16="http://schemas.microsoft.com/office/drawing/2014/main" id="{952BFEC0-8E85-4E84-A4F6-08768AAD4AD7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7812" y="604527"/>
                </a:moveTo>
                <a:lnTo>
                  <a:pt x="1602671" y="416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1" name="9wq3_5_build_PredictedLigand_32">
            <a:extLst>
              <a:ext uri="{FF2B5EF4-FFF2-40B4-BE49-F238E27FC236}">
                <a16:creationId xmlns:a16="http://schemas.microsoft.com/office/drawing/2014/main" id="{87FE351E-A726-4F72-9832-28C275E1D426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8646" y="901564"/>
                </a:moveTo>
                <a:lnTo>
                  <a:pt x="566926" y="7817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2" name="9wq3_5_build_PredictedLigand_33">
            <a:extLst>
              <a:ext uri="{FF2B5EF4-FFF2-40B4-BE49-F238E27FC236}">
                <a16:creationId xmlns:a16="http://schemas.microsoft.com/office/drawing/2014/main" id="{C044480A-BA02-4D18-9DFC-643E7E160290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7812" y="604527"/>
                </a:moveTo>
                <a:lnTo>
                  <a:pt x="1654707" y="6977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3" name="9wq3_5_build_PredictedLigand_34">
            <a:extLst>
              <a:ext uri="{FF2B5EF4-FFF2-40B4-BE49-F238E27FC236}">
                <a16:creationId xmlns:a16="http://schemas.microsoft.com/office/drawing/2014/main" id="{232984D0-3C38-484B-9CE4-8E9915A1F7F4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8037" y="1261734"/>
                </a:moveTo>
                <a:lnTo>
                  <a:pt x="1412409" y="12776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4" name="9wq3_5_build_PredictedLigand_35">
            <a:extLst>
              <a:ext uri="{FF2B5EF4-FFF2-40B4-BE49-F238E27FC236}">
                <a16:creationId xmlns:a16="http://schemas.microsoft.com/office/drawing/2014/main" id="{C6CFFEA3-D665-419E-81C4-806E1AF7BF73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3260" y="500500"/>
                </a:moveTo>
                <a:lnTo>
                  <a:pt x="2130915" y="6792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5" name="9wq3_5_build_PredictedLigand_36">
            <a:extLst>
              <a:ext uri="{FF2B5EF4-FFF2-40B4-BE49-F238E27FC236}">
                <a16:creationId xmlns:a16="http://schemas.microsoft.com/office/drawing/2014/main" id="{FBBB0717-3543-410B-97C0-CE3B96CA6F7D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5047" y="936636"/>
                </a:moveTo>
                <a:lnTo>
                  <a:pt x="588646" y="9015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6" name="9wq3_5_build_PredictedLigand_37">
            <a:extLst>
              <a:ext uri="{FF2B5EF4-FFF2-40B4-BE49-F238E27FC236}">
                <a16:creationId xmlns:a16="http://schemas.microsoft.com/office/drawing/2014/main" id="{CEDEE9F0-82C2-45A2-9786-B08D3D62E412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9458" y="799718"/>
                </a:moveTo>
                <a:lnTo>
                  <a:pt x="435047" y="9366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7" name="9wq3_5_build_PredictedLigand_38">
            <a:extLst>
              <a:ext uri="{FF2B5EF4-FFF2-40B4-BE49-F238E27FC236}">
                <a16:creationId xmlns:a16="http://schemas.microsoft.com/office/drawing/2014/main" id="{A5562314-AB28-4136-B9AA-0473905B6689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0904" y="733517"/>
                </a:moveTo>
                <a:lnTo>
                  <a:pt x="1828580" y="6541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8" name="9wq3_5_build_PredictedLigand_39">
            <a:extLst>
              <a:ext uri="{FF2B5EF4-FFF2-40B4-BE49-F238E27FC236}">
                <a16:creationId xmlns:a16="http://schemas.microsoft.com/office/drawing/2014/main" id="{9738A1BA-9138-4609-8BCC-A113F347DC82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3260" y="500500"/>
                </a:moveTo>
                <a:lnTo>
                  <a:pt x="2290535" y="4067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9" name="9wq3_5_build_PredictedLigand_40">
            <a:extLst>
              <a:ext uri="{FF2B5EF4-FFF2-40B4-BE49-F238E27FC236}">
                <a16:creationId xmlns:a16="http://schemas.microsoft.com/office/drawing/2014/main" id="{29B64275-6AA4-4061-BF88-106CB378E9E5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07" y="697729"/>
                </a:moveTo>
                <a:lnTo>
                  <a:pt x="1791372" y="8171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0" name="9wq3_5_build_PredictedLigand_41">
            <a:extLst>
              <a:ext uri="{FF2B5EF4-FFF2-40B4-BE49-F238E27FC236}">
                <a16:creationId xmlns:a16="http://schemas.microsoft.com/office/drawing/2014/main" id="{242DEBFB-9075-4BF0-B06F-60E7D481854A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1712" y="1020866"/>
                </a:moveTo>
                <a:lnTo>
                  <a:pt x="1618905" y="9607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1" name="9wq3_5_build_PredictedLigand_42">
            <a:extLst>
              <a:ext uri="{FF2B5EF4-FFF2-40B4-BE49-F238E27FC236}">
                <a16:creationId xmlns:a16="http://schemas.microsoft.com/office/drawing/2014/main" id="{9D94C3CE-CDEE-46AA-88BC-0E651C805BD2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1712" y="1020866"/>
                </a:moveTo>
                <a:lnTo>
                  <a:pt x="1791372" y="8171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2" name="9wq3_5_build_PredictedLigand_43">
            <a:extLst>
              <a:ext uri="{FF2B5EF4-FFF2-40B4-BE49-F238E27FC236}">
                <a16:creationId xmlns:a16="http://schemas.microsoft.com/office/drawing/2014/main" id="{FF9C08EE-FB87-4DDE-A36C-1B7F655ED256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8580" y="654117"/>
                </a:moveTo>
                <a:lnTo>
                  <a:pt x="2011570" y="9468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3" name="9wq3_5_build_PredictedLigand_44">
            <a:extLst>
              <a:ext uri="{FF2B5EF4-FFF2-40B4-BE49-F238E27FC236}">
                <a16:creationId xmlns:a16="http://schemas.microsoft.com/office/drawing/2014/main" id="{A79B3341-5814-4177-A508-5473A9BDD88D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5217" y="1138399"/>
                </a:moveTo>
                <a:lnTo>
                  <a:pt x="1468037" y="12617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4" name="9wq3_5_build_PredictedLigand_45">
            <a:extLst>
              <a:ext uri="{FF2B5EF4-FFF2-40B4-BE49-F238E27FC236}">
                <a16:creationId xmlns:a16="http://schemas.microsoft.com/office/drawing/2014/main" id="{62F79D2D-CF81-42C7-94F9-0C3A2B3B8D56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372" y="817152"/>
                </a:moveTo>
                <a:lnTo>
                  <a:pt x="1841073" y="8092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5" name="9wq3_5_build_PredictedLigand_46">
            <a:extLst>
              <a:ext uri="{FF2B5EF4-FFF2-40B4-BE49-F238E27FC236}">
                <a16:creationId xmlns:a16="http://schemas.microsoft.com/office/drawing/2014/main" id="{DEDF2CEB-96F2-4929-B3A4-D8F2B75B0FAB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2710" y="1086838"/>
                </a:moveTo>
                <a:lnTo>
                  <a:pt x="1731712" y="10208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6" name="9wq3_5_build_PredictedLigand_47">
            <a:extLst>
              <a:ext uri="{FF2B5EF4-FFF2-40B4-BE49-F238E27FC236}">
                <a16:creationId xmlns:a16="http://schemas.microsoft.com/office/drawing/2014/main" id="{DC251A32-D7A6-44F1-8133-F40D866EB796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2710" y="1086838"/>
                </a:moveTo>
                <a:lnTo>
                  <a:pt x="1515217" y="1138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7" name="9wq3_5_build_PredictedLigand_48">
            <a:extLst>
              <a:ext uri="{FF2B5EF4-FFF2-40B4-BE49-F238E27FC236}">
                <a16:creationId xmlns:a16="http://schemas.microsoft.com/office/drawing/2014/main" id="{E4534811-0F19-4C7D-95A5-5215DA1015B9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1073" y="809212"/>
                </a:moveTo>
                <a:lnTo>
                  <a:pt x="1828580" y="6541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8" name="9wq3_5_build_PredictedLigand_49">
            <a:extLst>
              <a:ext uri="{FF2B5EF4-FFF2-40B4-BE49-F238E27FC236}">
                <a16:creationId xmlns:a16="http://schemas.microsoft.com/office/drawing/2014/main" id="{E9FFF116-C1DB-49E0-B616-A00E1E6811FD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1073" y="809212"/>
                </a:moveTo>
                <a:lnTo>
                  <a:pt x="1800629" y="9583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9" name="9wq3_5_build_PredictedLigand_50">
            <a:extLst>
              <a:ext uri="{FF2B5EF4-FFF2-40B4-BE49-F238E27FC236}">
                <a16:creationId xmlns:a16="http://schemas.microsoft.com/office/drawing/2014/main" id="{647C795B-48AD-4C4E-A26B-DD372C9790B8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0629" y="958377"/>
                </a:moveTo>
                <a:lnTo>
                  <a:pt x="1712710" y="108683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0" name="9wq3_5_build_PredictedAtoms_0">
            <a:extLst>
              <a:ext uri="{FF2B5EF4-FFF2-40B4-BE49-F238E27FC236}">
                <a16:creationId xmlns:a16="http://schemas.microsoft.com/office/drawing/2014/main" id="{2ED9FBB3-E48D-4515-B518-F9EDB8397FE8}"/>
              </a:ext>
            </a:extLst>
          </p:cNvPr>
          <p:cNvSpPr>
            <a:spLocks/>
          </p:cNvSpPr>
          <p:nvPr/>
        </p:nvSpPr>
        <p:spPr>
          <a:xfrm>
            <a:off x="7091364" y="108655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61" name="9wq3_5_build_PredictedAtoms_1">
            <a:extLst>
              <a:ext uri="{FF2B5EF4-FFF2-40B4-BE49-F238E27FC236}">
                <a16:creationId xmlns:a16="http://schemas.microsoft.com/office/drawing/2014/main" id="{85A03DDA-7754-48BD-B709-88CA2C43676F}"/>
              </a:ext>
            </a:extLst>
          </p:cNvPr>
          <p:cNvSpPr>
            <a:spLocks/>
          </p:cNvSpPr>
          <p:nvPr/>
        </p:nvSpPr>
        <p:spPr>
          <a:xfrm>
            <a:off x="7152640" y="107323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62" name="9wq3_5_build_PredictedAtoms_2">
            <a:extLst>
              <a:ext uri="{FF2B5EF4-FFF2-40B4-BE49-F238E27FC236}">
                <a16:creationId xmlns:a16="http://schemas.microsoft.com/office/drawing/2014/main" id="{E1F20BF2-1E49-4479-86D8-BBD38AD9C974}"/>
              </a:ext>
            </a:extLst>
          </p:cNvPr>
          <p:cNvSpPr>
            <a:spLocks/>
          </p:cNvSpPr>
          <p:nvPr/>
        </p:nvSpPr>
        <p:spPr>
          <a:xfrm>
            <a:off x="7091445" y="105792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63" name="9wq3_5_build_PredictedAtoms_3">
            <a:extLst>
              <a:ext uri="{FF2B5EF4-FFF2-40B4-BE49-F238E27FC236}">
                <a16:creationId xmlns:a16="http://schemas.microsoft.com/office/drawing/2014/main" id="{163C04A0-5CF6-41C9-BE79-5A8750C54D3E}"/>
              </a:ext>
            </a:extLst>
          </p:cNvPr>
          <p:cNvSpPr>
            <a:spLocks/>
          </p:cNvSpPr>
          <p:nvPr/>
        </p:nvSpPr>
        <p:spPr>
          <a:xfrm>
            <a:off x="6963103" y="105422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64" name="9wq3_5_build_PredictedAtoms_4">
            <a:extLst>
              <a:ext uri="{FF2B5EF4-FFF2-40B4-BE49-F238E27FC236}">
                <a16:creationId xmlns:a16="http://schemas.microsoft.com/office/drawing/2014/main" id="{BDDEAE7A-90B9-4835-8C10-2D4D14E495F6}"/>
              </a:ext>
            </a:extLst>
          </p:cNvPr>
          <p:cNvSpPr>
            <a:spLocks/>
          </p:cNvSpPr>
          <p:nvPr/>
        </p:nvSpPr>
        <p:spPr>
          <a:xfrm>
            <a:off x="6895541" y="103005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65" name="9wq3_5_build_PredictedAtoms_5">
            <a:extLst>
              <a:ext uri="{FF2B5EF4-FFF2-40B4-BE49-F238E27FC236}">
                <a16:creationId xmlns:a16="http://schemas.microsoft.com/office/drawing/2014/main" id="{DCA69E2D-CB91-46D9-BD34-144DCF084DFE}"/>
              </a:ext>
            </a:extLst>
          </p:cNvPr>
          <p:cNvSpPr>
            <a:spLocks/>
          </p:cNvSpPr>
          <p:nvPr/>
        </p:nvSpPr>
        <p:spPr>
          <a:xfrm>
            <a:off x="6794229" y="102786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66" name="9wq3_5_build_PredictedAtoms_6">
            <a:extLst>
              <a:ext uri="{FF2B5EF4-FFF2-40B4-BE49-F238E27FC236}">
                <a16:creationId xmlns:a16="http://schemas.microsoft.com/office/drawing/2014/main" id="{9F01CA5C-A043-4914-B50F-42A10D9A1F63}"/>
              </a:ext>
            </a:extLst>
          </p:cNvPr>
          <p:cNvSpPr>
            <a:spLocks/>
          </p:cNvSpPr>
          <p:nvPr/>
        </p:nvSpPr>
        <p:spPr>
          <a:xfrm>
            <a:off x="6619916" y="104409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67" name="9wq3_5_build_PredictedAtoms_7">
            <a:extLst>
              <a:ext uri="{FF2B5EF4-FFF2-40B4-BE49-F238E27FC236}">
                <a16:creationId xmlns:a16="http://schemas.microsoft.com/office/drawing/2014/main" id="{9431BBF1-275A-44BE-BC1D-165CEFDA5FBC}"/>
              </a:ext>
            </a:extLst>
          </p:cNvPr>
          <p:cNvSpPr>
            <a:spLocks/>
          </p:cNvSpPr>
          <p:nvPr/>
        </p:nvSpPr>
        <p:spPr>
          <a:xfrm>
            <a:off x="6542548" y="10541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68" name="9wq3_5_build_PredictedAtoms_8">
            <a:extLst>
              <a:ext uri="{FF2B5EF4-FFF2-40B4-BE49-F238E27FC236}">
                <a16:creationId xmlns:a16="http://schemas.microsoft.com/office/drawing/2014/main" id="{BEC3E22F-CB27-4040-A4DC-9A7D36623B76}"/>
              </a:ext>
            </a:extLst>
          </p:cNvPr>
          <p:cNvSpPr>
            <a:spLocks/>
          </p:cNvSpPr>
          <p:nvPr/>
        </p:nvSpPr>
        <p:spPr>
          <a:xfrm>
            <a:off x="6547027" y="104159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69" name="9wq3_5_build_PredictedAtoms_9">
            <a:extLst>
              <a:ext uri="{FF2B5EF4-FFF2-40B4-BE49-F238E27FC236}">
                <a16:creationId xmlns:a16="http://schemas.microsoft.com/office/drawing/2014/main" id="{95318F1C-BCB7-4649-A4BE-E05DC7DBEC3D}"/>
              </a:ext>
            </a:extLst>
          </p:cNvPr>
          <p:cNvSpPr>
            <a:spLocks/>
          </p:cNvSpPr>
          <p:nvPr/>
        </p:nvSpPr>
        <p:spPr>
          <a:xfrm>
            <a:off x="6495465" y="1052760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70" name="9wq3_5_build_PredictedAtoms_10">
            <a:extLst>
              <a:ext uri="{FF2B5EF4-FFF2-40B4-BE49-F238E27FC236}">
                <a16:creationId xmlns:a16="http://schemas.microsoft.com/office/drawing/2014/main" id="{2E20F2B9-7A2A-448E-A23A-CC0A3ACB0AC2}"/>
              </a:ext>
            </a:extLst>
          </p:cNvPr>
          <p:cNvSpPr>
            <a:spLocks/>
          </p:cNvSpPr>
          <p:nvPr/>
        </p:nvSpPr>
        <p:spPr>
          <a:xfrm>
            <a:off x="6591054" y="106645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71" name="9wq3_5_build_PredictedAtoms_11">
            <a:extLst>
              <a:ext uri="{FF2B5EF4-FFF2-40B4-BE49-F238E27FC236}">
                <a16:creationId xmlns:a16="http://schemas.microsoft.com/office/drawing/2014/main" id="{8E103019-E4F1-4234-91F4-3BCEF3D7563C}"/>
              </a:ext>
            </a:extLst>
          </p:cNvPr>
          <p:cNvSpPr>
            <a:spLocks/>
          </p:cNvSpPr>
          <p:nvPr/>
        </p:nvSpPr>
        <p:spPr>
          <a:xfrm>
            <a:off x="6744653" y="106294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72" name="9wq3_5_build_PredictedAtoms_12">
            <a:extLst>
              <a:ext uri="{FF2B5EF4-FFF2-40B4-BE49-F238E27FC236}">
                <a16:creationId xmlns:a16="http://schemas.microsoft.com/office/drawing/2014/main" id="{41F547DC-0590-4F12-A27C-4C7E6E172F51}"/>
              </a:ext>
            </a:extLst>
          </p:cNvPr>
          <p:cNvSpPr>
            <a:spLocks/>
          </p:cNvSpPr>
          <p:nvPr/>
        </p:nvSpPr>
        <p:spPr>
          <a:xfrm>
            <a:off x="6722933" y="105096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73" name="9wq3_5_build_PredictedAtoms_13">
            <a:extLst>
              <a:ext uri="{FF2B5EF4-FFF2-40B4-BE49-F238E27FC236}">
                <a16:creationId xmlns:a16="http://schemas.microsoft.com/office/drawing/2014/main" id="{2FDB461C-2001-4AA4-AE7E-132A33E9CF9E}"/>
              </a:ext>
            </a:extLst>
          </p:cNvPr>
          <p:cNvSpPr>
            <a:spLocks/>
          </p:cNvSpPr>
          <p:nvPr/>
        </p:nvSpPr>
        <p:spPr>
          <a:xfrm>
            <a:off x="7216057" y="104594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74" name="9wq3_5_build_PredictedAtoms_14">
            <a:extLst>
              <a:ext uri="{FF2B5EF4-FFF2-40B4-BE49-F238E27FC236}">
                <a16:creationId xmlns:a16="http://schemas.microsoft.com/office/drawing/2014/main" id="{DE1765A1-6C5C-46E4-99C1-0A3BBC48B818}"/>
              </a:ext>
            </a:extLst>
          </p:cNvPr>
          <p:cNvSpPr>
            <a:spLocks/>
          </p:cNvSpPr>
          <p:nvPr/>
        </p:nvSpPr>
        <p:spPr>
          <a:xfrm>
            <a:off x="7360734" y="105379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75" name="9wq3_5_build_PredictedAtoms_15">
            <a:extLst>
              <a:ext uri="{FF2B5EF4-FFF2-40B4-BE49-F238E27FC236}">
                <a16:creationId xmlns:a16="http://schemas.microsoft.com/office/drawing/2014/main" id="{2DCAC560-833D-482A-9E96-0B1A8F7F9FA2}"/>
              </a:ext>
            </a:extLst>
          </p:cNvPr>
          <p:cNvSpPr>
            <a:spLocks/>
          </p:cNvSpPr>
          <p:nvPr/>
        </p:nvSpPr>
        <p:spPr>
          <a:xfrm>
            <a:off x="7479824" y="103786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76" name="9wq3_5_build_PredictedAtoms_16">
            <a:extLst>
              <a:ext uri="{FF2B5EF4-FFF2-40B4-BE49-F238E27FC236}">
                <a16:creationId xmlns:a16="http://schemas.microsoft.com/office/drawing/2014/main" id="{97FE86DD-929A-4E5B-A8DF-10BD43507365}"/>
              </a:ext>
            </a:extLst>
          </p:cNvPr>
          <p:cNvSpPr>
            <a:spLocks/>
          </p:cNvSpPr>
          <p:nvPr/>
        </p:nvSpPr>
        <p:spPr>
          <a:xfrm>
            <a:off x="7589868" y="10417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77" name="9wq3_5_build_PredictedAtoms_17">
            <a:extLst>
              <a:ext uri="{FF2B5EF4-FFF2-40B4-BE49-F238E27FC236}">
                <a16:creationId xmlns:a16="http://schemas.microsoft.com/office/drawing/2014/main" id="{19A52CC4-1C24-4F04-BEA4-89FB29F0C694}"/>
              </a:ext>
            </a:extLst>
          </p:cNvPr>
          <p:cNvSpPr>
            <a:spLocks/>
          </p:cNvSpPr>
          <p:nvPr/>
        </p:nvSpPr>
        <p:spPr>
          <a:xfrm>
            <a:off x="7773820" y="1033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78" name="9wq3_5_build_PredictedAtoms_18">
            <a:extLst>
              <a:ext uri="{FF2B5EF4-FFF2-40B4-BE49-F238E27FC236}">
                <a16:creationId xmlns:a16="http://schemas.microsoft.com/office/drawing/2014/main" id="{B3AAF610-3909-4380-879F-FBC9E379B34C}"/>
              </a:ext>
            </a:extLst>
          </p:cNvPr>
          <p:cNvSpPr>
            <a:spLocks/>
          </p:cNvSpPr>
          <p:nvPr/>
        </p:nvSpPr>
        <p:spPr>
          <a:xfrm>
            <a:off x="7874956" y="104238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79" name="9wq3_5_build_PredictedAtoms_19">
            <a:extLst>
              <a:ext uri="{FF2B5EF4-FFF2-40B4-BE49-F238E27FC236}">
                <a16:creationId xmlns:a16="http://schemas.microsoft.com/office/drawing/2014/main" id="{D168CBA2-51FE-4261-B4FD-8BF5D53F093F}"/>
              </a:ext>
            </a:extLst>
          </p:cNvPr>
          <p:cNvSpPr>
            <a:spLocks/>
          </p:cNvSpPr>
          <p:nvPr/>
        </p:nvSpPr>
        <p:spPr>
          <a:xfrm>
            <a:off x="7758678" y="101442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80" name="9wq3_5_build_PredictedAtoms_20">
            <a:extLst>
              <a:ext uri="{FF2B5EF4-FFF2-40B4-BE49-F238E27FC236}">
                <a16:creationId xmlns:a16="http://schemas.microsoft.com/office/drawing/2014/main" id="{63EF4CE4-A262-4A5D-B830-CB0D428C081D}"/>
              </a:ext>
            </a:extLst>
          </p:cNvPr>
          <p:cNvSpPr>
            <a:spLocks/>
          </p:cNvSpPr>
          <p:nvPr/>
        </p:nvSpPr>
        <p:spPr>
          <a:xfrm>
            <a:off x="7810715" y="104256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81" name="9wq3_5_build_PredictedAtoms_21">
            <a:extLst>
              <a:ext uri="{FF2B5EF4-FFF2-40B4-BE49-F238E27FC236}">
                <a16:creationId xmlns:a16="http://schemas.microsoft.com/office/drawing/2014/main" id="{8EFA6811-7C69-4972-BC6A-B0A9D924D65A}"/>
              </a:ext>
            </a:extLst>
          </p:cNvPr>
          <p:cNvSpPr>
            <a:spLocks/>
          </p:cNvSpPr>
          <p:nvPr/>
        </p:nvSpPr>
        <p:spPr>
          <a:xfrm>
            <a:off x="7947379" y="10545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82" name="9wq3_5_build_PredictedAtoms_22">
            <a:extLst>
              <a:ext uri="{FF2B5EF4-FFF2-40B4-BE49-F238E27FC236}">
                <a16:creationId xmlns:a16="http://schemas.microsoft.com/office/drawing/2014/main" id="{BD577521-643D-499A-B9F0-28272F49E1C7}"/>
              </a:ext>
            </a:extLst>
          </p:cNvPr>
          <p:cNvSpPr>
            <a:spLocks/>
          </p:cNvSpPr>
          <p:nvPr/>
        </p:nvSpPr>
        <p:spPr>
          <a:xfrm>
            <a:off x="7997081" y="105370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83" name="9wq3_5_build_PredictedAtoms_23">
            <a:extLst>
              <a:ext uri="{FF2B5EF4-FFF2-40B4-BE49-F238E27FC236}">
                <a16:creationId xmlns:a16="http://schemas.microsoft.com/office/drawing/2014/main" id="{07718976-DFD9-4CC2-8D48-E07B408D0D8A}"/>
              </a:ext>
            </a:extLst>
          </p:cNvPr>
          <p:cNvSpPr>
            <a:spLocks/>
          </p:cNvSpPr>
          <p:nvPr/>
        </p:nvSpPr>
        <p:spPr>
          <a:xfrm>
            <a:off x="7984587" y="103819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84" name="9wq3_5_build_PredictedAtoms_24">
            <a:extLst>
              <a:ext uri="{FF2B5EF4-FFF2-40B4-BE49-F238E27FC236}">
                <a16:creationId xmlns:a16="http://schemas.microsoft.com/office/drawing/2014/main" id="{AE17F9D6-CB8E-49EB-8DDC-6FA8859D846D}"/>
              </a:ext>
            </a:extLst>
          </p:cNvPr>
          <p:cNvSpPr>
            <a:spLocks/>
          </p:cNvSpPr>
          <p:nvPr/>
        </p:nvSpPr>
        <p:spPr>
          <a:xfrm>
            <a:off x="8167578" y="106747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85" name="9wq3_5_build_PredictedAtoms_25">
            <a:extLst>
              <a:ext uri="{FF2B5EF4-FFF2-40B4-BE49-F238E27FC236}">
                <a16:creationId xmlns:a16="http://schemas.microsoft.com/office/drawing/2014/main" id="{3BE59713-61CE-4385-AFF4-AEE1C8C42C07}"/>
              </a:ext>
            </a:extLst>
          </p:cNvPr>
          <p:cNvSpPr>
            <a:spLocks/>
          </p:cNvSpPr>
          <p:nvPr/>
        </p:nvSpPr>
        <p:spPr>
          <a:xfrm>
            <a:off x="8320826" y="106990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86" name="9wq3_5_build_PredictedAtoms_26">
            <a:extLst>
              <a:ext uri="{FF2B5EF4-FFF2-40B4-BE49-F238E27FC236}">
                <a16:creationId xmlns:a16="http://schemas.microsoft.com/office/drawing/2014/main" id="{47AD9FB0-39D5-4E78-8181-69EF0BA5AC23}"/>
              </a:ext>
            </a:extLst>
          </p:cNvPr>
          <p:cNvSpPr>
            <a:spLocks/>
          </p:cNvSpPr>
          <p:nvPr/>
        </p:nvSpPr>
        <p:spPr>
          <a:xfrm>
            <a:off x="8326529" y="104910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87" name="9wq3_5_build_PredictedAtoms_27">
            <a:extLst>
              <a:ext uri="{FF2B5EF4-FFF2-40B4-BE49-F238E27FC236}">
                <a16:creationId xmlns:a16="http://schemas.microsoft.com/office/drawing/2014/main" id="{3280A79A-83CF-4F18-9A1D-2B9632472A6F}"/>
              </a:ext>
            </a:extLst>
          </p:cNvPr>
          <p:cNvSpPr>
            <a:spLocks/>
          </p:cNvSpPr>
          <p:nvPr/>
        </p:nvSpPr>
        <p:spPr>
          <a:xfrm>
            <a:off x="8396195" y="103906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88" name="9wq3_5_build_PredictedAtoms_28">
            <a:extLst>
              <a:ext uri="{FF2B5EF4-FFF2-40B4-BE49-F238E27FC236}">
                <a16:creationId xmlns:a16="http://schemas.microsoft.com/office/drawing/2014/main" id="{291E8E4A-3EBD-465C-936C-ECF21B01F1AF}"/>
              </a:ext>
            </a:extLst>
          </p:cNvPr>
          <p:cNvSpPr>
            <a:spLocks/>
          </p:cNvSpPr>
          <p:nvPr/>
        </p:nvSpPr>
        <p:spPr>
          <a:xfrm>
            <a:off x="8363281" y="103640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89" name="9wq3_5_build_PredictedAtoms_29">
            <a:extLst>
              <a:ext uri="{FF2B5EF4-FFF2-40B4-BE49-F238E27FC236}">
                <a16:creationId xmlns:a16="http://schemas.microsoft.com/office/drawing/2014/main" id="{BC9D4B86-FA9A-4B0C-9710-BB13CAB5E8D5}"/>
              </a:ext>
            </a:extLst>
          </p:cNvPr>
          <p:cNvSpPr>
            <a:spLocks/>
          </p:cNvSpPr>
          <p:nvPr/>
        </p:nvSpPr>
        <p:spPr>
          <a:xfrm>
            <a:off x="8368555" y="102340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90" name="9wq3_5_build_PredictedAtoms_30">
            <a:extLst>
              <a:ext uri="{FF2B5EF4-FFF2-40B4-BE49-F238E27FC236}">
                <a16:creationId xmlns:a16="http://schemas.microsoft.com/office/drawing/2014/main" id="{C89D2342-84C1-4B63-93E6-DA139B54A4FB}"/>
              </a:ext>
            </a:extLst>
          </p:cNvPr>
          <p:cNvSpPr>
            <a:spLocks/>
          </p:cNvSpPr>
          <p:nvPr/>
        </p:nvSpPr>
        <p:spPr>
          <a:xfrm>
            <a:off x="8559268" y="102283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91" name="9wq3_5_build_PredictedAtoms_31">
            <a:extLst>
              <a:ext uri="{FF2B5EF4-FFF2-40B4-BE49-F238E27FC236}">
                <a16:creationId xmlns:a16="http://schemas.microsoft.com/office/drawing/2014/main" id="{E01B1086-48BD-4122-A4A1-18D3B4F2E806}"/>
              </a:ext>
            </a:extLst>
          </p:cNvPr>
          <p:cNvSpPr>
            <a:spLocks/>
          </p:cNvSpPr>
          <p:nvPr/>
        </p:nvSpPr>
        <p:spPr>
          <a:xfrm>
            <a:off x="8446542" y="101346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92" name="9wq3_5_build_PredictedAtoms_32">
            <a:extLst>
              <a:ext uri="{FF2B5EF4-FFF2-40B4-BE49-F238E27FC236}">
                <a16:creationId xmlns:a16="http://schemas.microsoft.com/office/drawing/2014/main" id="{19137360-81EB-4CE3-BE2E-DA957D03E80F}"/>
              </a:ext>
            </a:extLst>
          </p:cNvPr>
          <p:cNvSpPr>
            <a:spLocks/>
          </p:cNvSpPr>
          <p:nvPr/>
        </p:nvSpPr>
        <p:spPr>
          <a:xfrm>
            <a:off x="8286922" y="104070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93" name="9wq3_5_build_PredictedAtoms_33">
            <a:extLst>
              <a:ext uri="{FF2B5EF4-FFF2-40B4-BE49-F238E27FC236}">
                <a16:creationId xmlns:a16="http://schemas.microsoft.com/office/drawing/2014/main" id="{7A95A914-2DB8-4BBC-88FE-2DC9859F1C32}"/>
              </a:ext>
            </a:extLst>
          </p:cNvPr>
          <p:cNvSpPr>
            <a:spLocks/>
          </p:cNvSpPr>
          <p:nvPr/>
        </p:nvSpPr>
        <p:spPr>
          <a:xfrm>
            <a:off x="8276912" y="104613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94" name="9wq3_5_build_PredictedAtoms_34">
            <a:extLst>
              <a:ext uri="{FF2B5EF4-FFF2-40B4-BE49-F238E27FC236}">
                <a16:creationId xmlns:a16="http://schemas.microsoft.com/office/drawing/2014/main" id="{24B1B99B-8C40-4D22-981A-081B6F5A62FE}"/>
              </a:ext>
            </a:extLst>
          </p:cNvPr>
          <p:cNvSpPr>
            <a:spLocks/>
          </p:cNvSpPr>
          <p:nvPr/>
        </p:nvSpPr>
        <p:spPr>
          <a:xfrm>
            <a:off x="7956636" y="106862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95" name="9wq3_5_build_PredictedAtoms_35">
            <a:extLst>
              <a:ext uri="{FF2B5EF4-FFF2-40B4-BE49-F238E27FC236}">
                <a16:creationId xmlns:a16="http://schemas.microsoft.com/office/drawing/2014/main" id="{E6F9E29C-043A-4A89-B521-9F24448FA4E6}"/>
              </a:ext>
            </a:extLst>
          </p:cNvPr>
          <p:cNvSpPr>
            <a:spLocks/>
          </p:cNvSpPr>
          <p:nvPr/>
        </p:nvSpPr>
        <p:spPr>
          <a:xfrm>
            <a:off x="7868718" y="108147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96" name="9wq3_5_build_PredictedAtoms_36">
            <a:extLst>
              <a:ext uri="{FF2B5EF4-FFF2-40B4-BE49-F238E27FC236}">
                <a16:creationId xmlns:a16="http://schemas.microsoft.com/office/drawing/2014/main" id="{BDAEFBA8-8C92-4A0B-8539-C957CBB1B411}"/>
              </a:ext>
            </a:extLst>
          </p:cNvPr>
          <p:cNvSpPr>
            <a:spLocks/>
          </p:cNvSpPr>
          <p:nvPr/>
        </p:nvSpPr>
        <p:spPr>
          <a:xfrm>
            <a:off x="7671225" y="108662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97" name="9wq3_5_build_PredictedAtoms_37">
            <a:extLst>
              <a:ext uri="{FF2B5EF4-FFF2-40B4-BE49-F238E27FC236}">
                <a16:creationId xmlns:a16="http://schemas.microsoft.com/office/drawing/2014/main" id="{399B127C-EFED-4BEC-96DE-350B60CB8931}"/>
              </a:ext>
            </a:extLst>
          </p:cNvPr>
          <p:cNvSpPr>
            <a:spLocks/>
          </p:cNvSpPr>
          <p:nvPr/>
        </p:nvSpPr>
        <p:spPr>
          <a:xfrm>
            <a:off x="7624045" y="109896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98" name="9wq3_5_build_PredictedAtoms_38">
            <a:extLst>
              <a:ext uri="{FF2B5EF4-FFF2-40B4-BE49-F238E27FC236}">
                <a16:creationId xmlns:a16="http://schemas.microsoft.com/office/drawing/2014/main" id="{104F32A8-D3C3-4D58-AA41-8016E77033C5}"/>
              </a:ext>
            </a:extLst>
          </p:cNvPr>
          <p:cNvSpPr>
            <a:spLocks/>
          </p:cNvSpPr>
          <p:nvPr/>
        </p:nvSpPr>
        <p:spPr>
          <a:xfrm>
            <a:off x="7568416" y="110055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499" name="9wq3_5_build_PredictedAtoms_39">
            <a:extLst>
              <a:ext uri="{FF2B5EF4-FFF2-40B4-BE49-F238E27FC236}">
                <a16:creationId xmlns:a16="http://schemas.microsoft.com/office/drawing/2014/main" id="{A720C63D-6D7B-4431-B78C-D2902AF341AA}"/>
              </a:ext>
            </a:extLst>
          </p:cNvPr>
          <p:cNvSpPr>
            <a:spLocks/>
          </p:cNvSpPr>
          <p:nvPr/>
        </p:nvSpPr>
        <p:spPr>
          <a:xfrm>
            <a:off x="7713852" y="109843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00" name="9wq3_5_build_PredictedAtoms_41">
            <a:extLst>
              <a:ext uri="{FF2B5EF4-FFF2-40B4-BE49-F238E27FC236}">
                <a16:creationId xmlns:a16="http://schemas.microsoft.com/office/drawing/2014/main" id="{F82C1560-B31C-4D19-911F-01B59FCA34BE}"/>
              </a:ext>
            </a:extLst>
          </p:cNvPr>
          <p:cNvSpPr>
            <a:spLocks/>
          </p:cNvSpPr>
          <p:nvPr/>
        </p:nvSpPr>
        <p:spPr>
          <a:xfrm>
            <a:off x="7459808" y="108424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01" name="9wq3_5_build_PredictedAtoms_42">
            <a:extLst>
              <a:ext uri="{FF2B5EF4-FFF2-40B4-BE49-F238E27FC236}">
                <a16:creationId xmlns:a16="http://schemas.microsoft.com/office/drawing/2014/main" id="{24AF4449-4BF2-41F5-8DB9-0A1B5C1F2BA3}"/>
              </a:ext>
            </a:extLst>
          </p:cNvPr>
          <p:cNvSpPr>
            <a:spLocks/>
          </p:cNvSpPr>
          <p:nvPr/>
        </p:nvSpPr>
        <p:spPr>
          <a:xfrm>
            <a:off x="7351978" y="107144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02" name="9wq3_5_build_PredictedAtoms_43">
            <a:extLst>
              <a:ext uri="{FF2B5EF4-FFF2-40B4-BE49-F238E27FC236}">
                <a16:creationId xmlns:a16="http://schemas.microsoft.com/office/drawing/2014/main" id="{04AE06A7-BCE8-4904-A676-FB6918E75AF5}"/>
              </a:ext>
            </a:extLst>
          </p:cNvPr>
          <p:cNvSpPr>
            <a:spLocks/>
          </p:cNvSpPr>
          <p:nvPr/>
        </p:nvSpPr>
        <p:spPr>
          <a:xfrm>
            <a:off x="7887719" y="107487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03" name="9wq3_5_build_PredictedAtoms_44">
            <a:extLst>
              <a:ext uri="{FF2B5EF4-FFF2-40B4-BE49-F238E27FC236}">
                <a16:creationId xmlns:a16="http://schemas.microsoft.com/office/drawing/2014/main" id="{876D70D8-7F73-4744-B3D6-3671F565FA6E}"/>
              </a:ext>
            </a:extLst>
          </p:cNvPr>
          <p:cNvSpPr>
            <a:spLocks/>
          </p:cNvSpPr>
          <p:nvPr/>
        </p:nvSpPr>
        <p:spPr>
          <a:xfrm>
            <a:off x="7774912" y="106886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04" name="9wq3_5_build_Clashes_0">
            <a:extLst>
              <a:ext uri="{FF2B5EF4-FFF2-40B4-BE49-F238E27FC236}">
                <a16:creationId xmlns:a16="http://schemas.microsoft.com/office/drawing/2014/main" id="{2CE55531-0A14-461A-9AF1-5C5F7613FA41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86541" y="813910"/>
                </a:moveTo>
                <a:lnTo>
                  <a:pt x="526955" y="10905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505" name="9wq3_5_build_Clashes_1">
            <a:extLst>
              <a:ext uri="{FF2B5EF4-FFF2-40B4-BE49-F238E27FC236}">
                <a16:creationId xmlns:a16="http://schemas.microsoft.com/office/drawing/2014/main" id="{6A2D8167-81CE-4D4A-8B59-23E119C25FDC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86541" y="813910"/>
                </a:moveTo>
                <a:lnTo>
                  <a:pt x="451651" y="102098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506" name="9wq3_5_build_Clashes_2">
            <a:extLst>
              <a:ext uri="{FF2B5EF4-FFF2-40B4-BE49-F238E27FC236}">
                <a16:creationId xmlns:a16="http://schemas.microsoft.com/office/drawing/2014/main" id="{F45F10F8-63F0-42CF-945E-72E2261DCC34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86541" y="813910"/>
                </a:moveTo>
                <a:lnTo>
                  <a:pt x="274505" y="10181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507" name="9wq3_5_build_Clashes_3">
            <a:extLst>
              <a:ext uri="{FF2B5EF4-FFF2-40B4-BE49-F238E27FC236}">
                <a16:creationId xmlns:a16="http://schemas.microsoft.com/office/drawing/2014/main" id="{A634D37A-A552-4614-8CD2-8D2D58E62D06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9458" y="799718"/>
                </a:moveTo>
                <a:lnTo>
                  <a:pt x="132752" y="8357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508" name="9wq3_5_build_Clashes_4">
            <a:extLst>
              <a:ext uri="{FF2B5EF4-FFF2-40B4-BE49-F238E27FC236}">
                <a16:creationId xmlns:a16="http://schemas.microsoft.com/office/drawing/2014/main" id="{72BBE661-7030-4782-BFC5-FA30FC5B58D4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5047" y="936636"/>
                </a:moveTo>
                <a:lnTo>
                  <a:pt x="508582" y="123299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509" name="9wq3_5_build_Clashes_5">
            <a:extLst>
              <a:ext uri="{FF2B5EF4-FFF2-40B4-BE49-F238E27FC236}">
                <a16:creationId xmlns:a16="http://schemas.microsoft.com/office/drawing/2014/main" id="{5D780D3C-E0FD-4FF4-A127-22ADF1AEAD23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5047" y="936636"/>
                </a:moveTo>
                <a:lnTo>
                  <a:pt x="426504" y="115767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510" name="9wq3_5_build_Clashes_6">
            <a:extLst>
              <a:ext uri="{FF2B5EF4-FFF2-40B4-BE49-F238E27FC236}">
                <a16:creationId xmlns:a16="http://schemas.microsoft.com/office/drawing/2014/main" id="{4F3628D5-DE66-4EF7-B168-CB796A08B0AF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0187" y="662767"/>
                </a:moveTo>
                <a:lnTo>
                  <a:pt x="2438668" y="5776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511" name="9wq3_5_build_Clashes_7">
            <a:extLst>
              <a:ext uri="{FF2B5EF4-FFF2-40B4-BE49-F238E27FC236}">
                <a16:creationId xmlns:a16="http://schemas.microsoft.com/office/drawing/2014/main" id="{008D6F02-1649-4C7D-B6E7-CB9E74BA7EB4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0187" y="662767"/>
                </a:moveTo>
                <a:lnTo>
                  <a:pt x="2280513" y="4649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512" name="9wq3_5_build_Clashes_8">
            <a:extLst>
              <a:ext uri="{FF2B5EF4-FFF2-40B4-BE49-F238E27FC236}">
                <a16:creationId xmlns:a16="http://schemas.microsoft.com/office/drawing/2014/main" id="{5E1E75EA-7E6D-404D-896C-CF64E359621F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0187" y="662767"/>
                </a:moveTo>
                <a:lnTo>
                  <a:pt x="2115870" y="57123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513" name="9wq3_5_build_Clashes_9">
            <a:extLst>
              <a:ext uri="{FF2B5EF4-FFF2-40B4-BE49-F238E27FC236}">
                <a16:creationId xmlns:a16="http://schemas.microsoft.com/office/drawing/2014/main" id="{8DFCF517-A6FE-46D8-8ABD-EF6940C68419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7273" y="636189"/>
                </a:moveTo>
                <a:lnTo>
                  <a:pt x="2438668" y="5776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514" name="9wq3_5_build_Clashes_10">
            <a:extLst>
              <a:ext uri="{FF2B5EF4-FFF2-40B4-BE49-F238E27FC236}">
                <a16:creationId xmlns:a16="http://schemas.microsoft.com/office/drawing/2014/main" id="{0421BBB8-5339-408B-A5B1-214F11D736F8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7273" y="636189"/>
                </a:moveTo>
                <a:lnTo>
                  <a:pt x="2280513" y="4649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515" name="9wq3_5_build_Clashes_11">
            <a:extLst>
              <a:ext uri="{FF2B5EF4-FFF2-40B4-BE49-F238E27FC236}">
                <a16:creationId xmlns:a16="http://schemas.microsoft.com/office/drawing/2014/main" id="{7937DDED-9FDD-4AEC-8756-672CE0A256E9}"/>
              </a:ext>
            </a:extLst>
          </p:cNvPr>
          <p:cNvSpPr>
            <a:spLocks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7273" y="636189"/>
                </a:moveTo>
                <a:lnTo>
                  <a:pt x="2115870" y="57123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516" name="9wq3_5_build_ClashingReceptorAtoms_0">
            <a:extLst>
              <a:ext uri="{FF2B5EF4-FFF2-40B4-BE49-F238E27FC236}">
                <a16:creationId xmlns:a16="http://schemas.microsoft.com/office/drawing/2014/main" id="{9581E51E-97B6-4A93-964D-DC2D319E4065}"/>
              </a:ext>
            </a:extLst>
          </p:cNvPr>
          <p:cNvSpPr>
            <a:spLocks/>
          </p:cNvSpPr>
          <p:nvPr/>
        </p:nvSpPr>
        <p:spPr>
          <a:xfrm>
            <a:off x="8587056" y="1029794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517" name="9wq3_5_build_ClashingReceptorAtoms_1">
            <a:extLst>
              <a:ext uri="{FF2B5EF4-FFF2-40B4-BE49-F238E27FC236}">
                <a16:creationId xmlns:a16="http://schemas.microsoft.com/office/drawing/2014/main" id="{F5ABE07D-2C1C-49ED-AF78-334F1E8CE0B5}"/>
              </a:ext>
            </a:extLst>
          </p:cNvPr>
          <p:cNvSpPr>
            <a:spLocks/>
          </p:cNvSpPr>
          <p:nvPr/>
        </p:nvSpPr>
        <p:spPr>
          <a:xfrm>
            <a:off x="8428900" y="1018521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518" name="9wq3_5_build_ClashingReceptorAtoms_2">
            <a:extLst>
              <a:ext uri="{FF2B5EF4-FFF2-40B4-BE49-F238E27FC236}">
                <a16:creationId xmlns:a16="http://schemas.microsoft.com/office/drawing/2014/main" id="{3414EFF7-E8CA-4CF7-8440-CB496E2D7BC6}"/>
              </a:ext>
            </a:extLst>
          </p:cNvPr>
          <p:cNvSpPr>
            <a:spLocks/>
          </p:cNvSpPr>
          <p:nvPr/>
        </p:nvSpPr>
        <p:spPr>
          <a:xfrm>
            <a:off x="8264258" y="1029150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519" name="9wq3_5_build_ClashingReceptorAtoms_3">
            <a:extLst>
              <a:ext uri="{FF2B5EF4-FFF2-40B4-BE49-F238E27FC236}">
                <a16:creationId xmlns:a16="http://schemas.microsoft.com/office/drawing/2014/main" id="{7FF4A293-DA28-4C84-BA96-ECF0BAF4A342}"/>
              </a:ext>
            </a:extLst>
          </p:cNvPr>
          <p:cNvSpPr>
            <a:spLocks/>
          </p:cNvSpPr>
          <p:nvPr/>
        </p:nvSpPr>
        <p:spPr>
          <a:xfrm>
            <a:off x="6656969" y="1095326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520" name="9wq3_5_build_ClashingReceptorAtoms_4">
            <a:extLst>
              <a:ext uri="{FF2B5EF4-FFF2-40B4-BE49-F238E27FC236}">
                <a16:creationId xmlns:a16="http://schemas.microsoft.com/office/drawing/2014/main" id="{2274B9E6-9635-4C0B-899A-FA08A558144D}"/>
              </a:ext>
            </a:extLst>
          </p:cNvPr>
          <p:cNvSpPr>
            <a:spLocks/>
          </p:cNvSpPr>
          <p:nvPr/>
        </p:nvSpPr>
        <p:spPr>
          <a:xfrm>
            <a:off x="6574892" y="108779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521" name="9wq3_5_build_ClashingReceptorAtoms_5">
            <a:extLst>
              <a:ext uri="{FF2B5EF4-FFF2-40B4-BE49-F238E27FC236}">
                <a16:creationId xmlns:a16="http://schemas.microsoft.com/office/drawing/2014/main" id="{A1BDAC1D-02BD-4D4E-A276-615BEEFCF220}"/>
              </a:ext>
            </a:extLst>
          </p:cNvPr>
          <p:cNvSpPr>
            <a:spLocks/>
          </p:cNvSpPr>
          <p:nvPr/>
        </p:nvSpPr>
        <p:spPr>
          <a:xfrm>
            <a:off x="6675342" y="108108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522" name="9wq3_5_build_ClashingReceptorAtoms_6">
            <a:extLst>
              <a:ext uri="{FF2B5EF4-FFF2-40B4-BE49-F238E27FC236}">
                <a16:creationId xmlns:a16="http://schemas.microsoft.com/office/drawing/2014/main" id="{12C90CA8-F173-48A5-AB02-C0037399B6FF}"/>
              </a:ext>
            </a:extLst>
          </p:cNvPr>
          <p:cNvSpPr>
            <a:spLocks/>
          </p:cNvSpPr>
          <p:nvPr/>
        </p:nvSpPr>
        <p:spPr>
          <a:xfrm>
            <a:off x="6600039" y="1074125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523" name="9wq3_5_build_ClashingReceptorAtoms_7">
            <a:extLst>
              <a:ext uri="{FF2B5EF4-FFF2-40B4-BE49-F238E27FC236}">
                <a16:creationId xmlns:a16="http://schemas.microsoft.com/office/drawing/2014/main" id="{08659112-3A67-49D7-A18B-F7D5932A911C}"/>
              </a:ext>
            </a:extLst>
          </p:cNvPr>
          <p:cNvSpPr>
            <a:spLocks/>
          </p:cNvSpPr>
          <p:nvPr/>
        </p:nvSpPr>
        <p:spPr>
          <a:xfrm>
            <a:off x="6422893" y="107383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524" name="9wq3_5_build_ClashingReceptorAtoms_8">
            <a:extLst>
              <a:ext uri="{FF2B5EF4-FFF2-40B4-BE49-F238E27FC236}">
                <a16:creationId xmlns:a16="http://schemas.microsoft.com/office/drawing/2014/main" id="{9D2F33F8-2B56-41B7-ACEE-3F8FFAE38C93}"/>
              </a:ext>
            </a:extLst>
          </p:cNvPr>
          <p:cNvSpPr>
            <a:spLocks/>
          </p:cNvSpPr>
          <p:nvPr/>
        </p:nvSpPr>
        <p:spPr>
          <a:xfrm>
            <a:off x="6281139" y="1055605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525" name="stage3-cases-main_56">
            <a:extLst>
              <a:ext uri="{FF2B5EF4-FFF2-40B4-BE49-F238E27FC236}">
                <a16:creationId xmlns:a16="http://schemas.microsoft.com/office/drawing/2014/main" id="{C0FD4A15-767B-45C5-8A8D-A54B2BE9960A}"/>
              </a:ext>
            </a:extLst>
          </p:cNvPr>
          <p:cNvSpPr>
            <a:spLocks/>
          </p:cNvSpPr>
          <p:nvPr/>
        </p:nvSpPr>
        <p:spPr>
          <a:xfrm>
            <a:off x="61722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1.80 Å   D 84%   Clash 12</a:t>
            </a:r>
          </a:p>
        </p:txBody>
      </p:sp>
      <p:sp>
        <p:nvSpPr>
          <p:cNvPr id="2526" name="stage3-cases-main_57">
            <a:extLst>
              <a:ext uri="{FF2B5EF4-FFF2-40B4-BE49-F238E27FC236}">
                <a16:creationId xmlns:a16="http://schemas.microsoft.com/office/drawing/2014/main" id="{45A80E8C-DD68-4215-B081-D47B002CF8F7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11706225"/>
                </a:moveTo>
                <a:lnTo>
                  <a:pt x="419100" y="117062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2527" name="stage3-cases-main_58">
            <a:extLst>
              <a:ext uri="{FF2B5EF4-FFF2-40B4-BE49-F238E27FC236}">
                <a16:creationId xmlns:a16="http://schemas.microsoft.com/office/drawing/2014/main" id="{34E4F4F5-A857-4174-A9C8-E74811B56488}"/>
              </a:ext>
            </a:extLst>
          </p:cNvPr>
          <p:cNvSpPr>
            <a:spLocks/>
          </p:cNvSpPr>
          <p:nvPr/>
        </p:nvSpPr>
        <p:spPr>
          <a:xfrm>
            <a:off x="48577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2528" name="stage3-cases-main_59">
            <a:extLst>
              <a:ext uri="{FF2B5EF4-FFF2-40B4-BE49-F238E27FC236}">
                <a16:creationId xmlns:a16="http://schemas.microsoft.com/office/drawing/2014/main" id="{758CEC2F-5D6C-4800-8D4C-8FBCA70DB229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11706225"/>
                </a:moveTo>
                <a:lnTo>
                  <a:pt x="2619375" y="117062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2529" name="stage3-cases-main_60">
            <a:extLst>
              <a:ext uri="{FF2B5EF4-FFF2-40B4-BE49-F238E27FC236}">
                <a16:creationId xmlns:a16="http://schemas.microsoft.com/office/drawing/2014/main" id="{206B09ED-C8D3-4397-BF69-757DE485CD34}"/>
              </a:ext>
            </a:extLst>
          </p:cNvPr>
          <p:cNvSpPr>
            <a:spLocks/>
          </p:cNvSpPr>
          <p:nvPr/>
        </p:nvSpPr>
        <p:spPr>
          <a:xfrm>
            <a:off x="2686050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2530" name="stage3-cases-main_61">
            <a:extLst>
              <a:ext uri="{FF2B5EF4-FFF2-40B4-BE49-F238E27FC236}">
                <a16:creationId xmlns:a16="http://schemas.microsoft.com/office/drawing/2014/main" id="{1E858840-17FD-4754-A774-0E434EAE8543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11706225"/>
                </a:moveTo>
                <a:lnTo>
                  <a:pt x="5505450" y="117062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2531" name="stage3-cases-main_62">
            <a:extLst>
              <a:ext uri="{FF2B5EF4-FFF2-40B4-BE49-F238E27FC236}">
                <a16:creationId xmlns:a16="http://schemas.microsoft.com/office/drawing/2014/main" id="{C4AD6F9F-0A3E-4E7B-A141-A066C51312DA}"/>
              </a:ext>
            </a:extLst>
          </p:cNvPr>
          <p:cNvSpPr>
            <a:spLocks/>
          </p:cNvSpPr>
          <p:nvPr/>
        </p:nvSpPr>
        <p:spPr>
          <a:xfrm>
            <a:off x="557212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2532" name="stage3-cases-main_63">
            <a:extLst>
              <a:ext uri="{FF2B5EF4-FFF2-40B4-BE49-F238E27FC236}">
                <a16:creationId xmlns:a16="http://schemas.microsoft.com/office/drawing/2014/main" id="{0A1634D4-710B-42EB-8EF2-F333AE8CD7E7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11706225"/>
                </a:moveTo>
                <a:lnTo>
                  <a:pt x="7239000" y="117062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2533" name="stage3-cases-main_64">
            <a:extLst>
              <a:ext uri="{FF2B5EF4-FFF2-40B4-BE49-F238E27FC236}">
                <a16:creationId xmlns:a16="http://schemas.microsoft.com/office/drawing/2014/main" id="{8A452CF6-82B6-417B-A666-0A5B197A237B}"/>
              </a:ext>
            </a:extLst>
          </p:cNvPr>
          <p:cNvSpPr>
            <a:spLocks/>
          </p:cNvSpPr>
          <p:nvPr/>
        </p:nvSpPr>
        <p:spPr>
          <a:xfrm>
            <a:off x="7305675" y="115824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310836003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6" name="stage3-cases-density_0">
            <a:extLst>
              <a:ext uri="{FF2B5EF4-FFF2-40B4-BE49-F238E27FC236}">
                <a16:creationId xmlns:a16="http://schemas.microsoft.com/office/drawing/2014/main" id="{669E5C54-3177-4373-A58B-4CBE041A22F6}"/>
              </a:ext>
            </a:extLst>
          </p:cNvPr>
          <p:cNvSpPr>
            <a:spLocks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density_1">
            <a:extLst>
              <a:ext uri="{FF2B5EF4-FFF2-40B4-BE49-F238E27FC236}">
                <a16:creationId xmlns:a16="http://schemas.microsoft.com/office/drawing/2014/main" id="{EAE0FA69-9BF3-4369-834B-A4F80B7FF3D2}"/>
              </a:ext>
            </a:extLst>
          </p:cNvPr>
          <p:cNvSpPr>
            <a:spLocks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DG-PocketXmol</a:t>
            </a:r>
          </a:p>
        </p:txBody>
      </p:sp>
      <p:sp>
        <p:nvSpPr>
          <p:cNvPr id="3" name="stage3-cases-density_2">
            <a:extLst>
              <a:ext uri="{FF2B5EF4-FFF2-40B4-BE49-F238E27FC236}">
                <a16:creationId xmlns:a16="http://schemas.microsoft.com/office/drawing/2014/main" id="{1E3E3B9F-DD0D-4B23-AE9F-2F96618703DA}"/>
              </a:ext>
            </a:extLst>
          </p:cNvPr>
          <p:cNvSpPr>
            <a:spLocks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density_3">
            <a:extLst>
              <a:ext uri="{FF2B5EF4-FFF2-40B4-BE49-F238E27FC236}">
                <a16:creationId xmlns:a16="http://schemas.microsoft.com/office/drawing/2014/main" id="{A3FFD60C-35D7-4301-BEC3-AE96DEFA92F8}"/>
              </a:ext>
            </a:extLst>
          </p:cNvPr>
          <p:cNvSpPr>
            <a:spLocks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density_4">
            <a:extLst>
              <a:ext uri="{FF2B5EF4-FFF2-40B4-BE49-F238E27FC236}">
                <a16:creationId xmlns:a16="http://schemas.microsoft.com/office/drawing/2014/main" id="{EF4316BF-5FFA-49F0-AC79-0C39DFAD5B20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18432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density_5">
            <a:extLst>
              <a:ext uri="{FF2B5EF4-FFF2-40B4-BE49-F238E27FC236}">
                <a16:creationId xmlns:a16="http://schemas.microsoft.com/office/drawing/2014/main" id="{52781691-2B6D-4F46-BF04-16C6343D04B1}"/>
              </a:ext>
            </a:extLst>
          </p:cNvPr>
          <p:cNvSpPr>
            <a:spLocks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D45ADDA3-CDB6-4AA5-8931-72AAA56A039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89450" y="1029500"/>
                </a:moveTo>
                <a:lnTo>
                  <a:pt x="2622725" y="1219743"/>
                </a:lnTo>
                <a:moveTo>
                  <a:pt x="2622725" y="1219743"/>
                </a:moveTo>
                <a:lnTo>
                  <a:pt x="2494785" y="1319916"/>
                </a:lnTo>
                <a:moveTo>
                  <a:pt x="406733" y="145788"/>
                </a:moveTo>
                <a:lnTo>
                  <a:pt x="525019" y="43794"/>
                </a:lnTo>
                <a:moveTo>
                  <a:pt x="242486" y="66408"/>
                </a:moveTo>
                <a:lnTo>
                  <a:pt x="406733" y="145788"/>
                </a:lnTo>
                <a:moveTo>
                  <a:pt x="123414" y="192923"/>
                </a:moveTo>
                <a:lnTo>
                  <a:pt x="242486" y="66408"/>
                </a:lnTo>
                <a:moveTo>
                  <a:pt x="79734" y="82391"/>
                </a:moveTo>
                <a:lnTo>
                  <a:pt x="123414" y="192923"/>
                </a:lnTo>
                <a:moveTo>
                  <a:pt x="192472" y="92820"/>
                </a:moveTo>
                <a:lnTo>
                  <a:pt x="79734" y="82391"/>
                </a:lnTo>
                <a:moveTo>
                  <a:pt x="192472" y="92820"/>
                </a:moveTo>
                <a:lnTo>
                  <a:pt x="341689" y="196262"/>
                </a:lnTo>
                <a:moveTo>
                  <a:pt x="2151152" y="982477"/>
                </a:moveTo>
                <a:lnTo>
                  <a:pt x="2230918" y="1130836"/>
                </a:lnTo>
                <a:moveTo>
                  <a:pt x="2151152" y="982477"/>
                </a:moveTo>
                <a:lnTo>
                  <a:pt x="2226098" y="797424"/>
                </a:lnTo>
                <a:moveTo>
                  <a:pt x="2226098" y="797424"/>
                </a:moveTo>
                <a:lnTo>
                  <a:pt x="2149361" y="623688"/>
                </a:lnTo>
                <a:moveTo>
                  <a:pt x="2149361" y="623688"/>
                </a:moveTo>
                <a:lnTo>
                  <a:pt x="2241341" y="459632"/>
                </a:lnTo>
                <a:moveTo>
                  <a:pt x="1984246" y="971372"/>
                </a:moveTo>
                <a:lnTo>
                  <a:pt x="2151152" y="982477"/>
                </a:lnTo>
                <a:moveTo>
                  <a:pt x="2149361" y="623688"/>
                </a:moveTo>
                <a:lnTo>
                  <a:pt x="1993198" y="611166"/>
                </a:lnTo>
                <a:moveTo>
                  <a:pt x="1984246" y="971372"/>
                </a:moveTo>
                <a:lnTo>
                  <a:pt x="1918518" y="790212"/>
                </a:lnTo>
                <a:moveTo>
                  <a:pt x="1993198" y="611166"/>
                </a:moveTo>
                <a:lnTo>
                  <a:pt x="1918518" y="790212"/>
                </a:lnTo>
                <a:moveTo>
                  <a:pt x="1867153" y="1119615"/>
                </a:moveTo>
                <a:lnTo>
                  <a:pt x="1984246" y="971372"/>
                </a:lnTo>
                <a:moveTo>
                  <a:pt x="1757700" y="826276"/>
                </a:moveTo>
                <a:lnTo>
                  <a:pt x="1918518" y="790212"/>
                </a:lnTo>
                <a:moveTo>
                  <a:pt x="1734975" y="1026555"/>
                </a:moveTo>
                <a:lnTo>
                  <a:pt x="1867153" y="1119615"/>
                </a:lnTo>
                <a:moveTo>
                  <a:pt x="1757700" y="826276"/>
                </a:moveTo>
                <a:lnTo>
                  <a:pt x="1734975" y="1026555"/>
                </a:lnTo>
                <a:moveTo>
                  <a:pt x="1286279" y="707306"/>
                </a:moveTo>
                <a:lnTo>
                  <a:pt x="1465207" y="606696"/>
                </a:lnTo>
                <a:moveTo>
                  <a:pt x="1465207" y="606696"/>
                </a:moveTo>
                <a:lnTo>
                  <a:pt x="1634593" y="679986"/>
                </a:lnTo>
                <a:moveTo>
                  <a:pt x="1286279" y="707306"/>
                </a:moveTo>
                <a:lnTo>
                  <a:pt x="1114114" y="592424"/>
                </a:lnTo>
                <a:moveTo>
                  <a:pt x="1634593" y="679986"/>
                </a:moveTo>
                <a:lnTo>
                  <a:pt x="1757700" y="826276"/>
                </a:lnTo>
                <a:moveTo>
                  <a:pt x="1343475" y="716148"/>
                </a:moveTo>
                <a:lnTo>
                  <a:pt x="1286279" y="707306"/>
                </a:lnTo>
                <a:moveTo>
                  <a:pt x="1549701" y="763997"/>
                </a:moveTo>
                <a:lnTo>
                  <a:pt x="1634593" y="679986"/>
                </a:lnTo>
                <a:moveTo>
                  <a:pt x="1343475" y="716148"/>
                </a:moveTo>
                <a:lnTo>
                  <a:pt x="1549701" y="763997"/>
                </a:lnTo>
                <a:moveTo>
                  <a:pt x="1233432" y="867527"/>
                </a:moveTo>
                <a:lnTo>
                  <a:pt x="1343475" y="716148"/>
                </a:lnTo>
                <a:moveTo>
                  <a:pt x="1240525" y="1054643"/>
                </a:moveTo>
                <a:lnTo>
                  <a:pt x="1233432" y="867527"/>
                </a:lnTo>
                <a:moveTo>
                  <a:pt x="1190322" y="1247269"/>
                </a:moveTo>
                <a:lnTo>
                  <a:pt x="1240525" y="1054643"/>
                </a:lnTo>
                <a:moveTo>
                  <a:pt x="1190322" y="1247269"/>
                </a:moveTo>
                <a:lnTo>
                  <a:pt x="985822" y="123471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3A781F1D-3E85-49F7-B70C-089909D74FE1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5109" y="502162"/>
                </a:moveTo>
                <a:lnTo>
                  <a:pt x="1014570" y="635389"/>
                </a:lnTo>
                <a:moveTo>
                  <a:pt x="903612" y="703339"/>
                </a:moveTo>
                <a:lnTo>
                  <a:pt x="1014570" y="635389"/>
                </a:lnTo>
                <a:moveTo>
                  <a:pt x="2431695" y="587252"/>
                </a:moveTo>
                <a:lnTo>
                  <a:pt x="2516887" y="723477"/>
                </a:lnTo>
                <a:moveTo>
                  <a:pt x="833028" y="533553"/>
                </a:moveTo>
                <a:lnTo>
                  <a:pt x="965109" y="502162"/>
                </a:lnTo>
                <a:moveTo>
                  <a:pt x="2333982" y="613732"/>
                </a:moveTo>
                <a:lnTo>
                  <a:pt x="2516887" y="723477"/>
                </a:lnTo>
                <a:moveTo>
                  <a:pt x="903612" y="703339"/>
                </a:moveTo>
                <a:lnTo>
                  <a:pt x="965109" y="502162"/>
                </a:lnTo>
                <a:moveTo>
                  <a:pt x="2250483" y="620217"/>
                </a:moveTo>
                <a:lnTo>
                  <a:pt x="2333982" y="613732"/>
                </a:lnTo>
                <a:moveTo>
                  <a:pt x="2333982" y="613732"/>
                </a:moveTo>
                <a:lnTo>
                  <a:pt x="2431695" y="587252"/>
                </a:lnTo>
                <a:moveTo>
                  <a:pt x="795200" y="540756"/>
                </a:moveTo>
                <a:lnTo>
                  <a:pt x="833028" y="533553"/>
                </a:lnTo>
                <a:moveTo>
                  <a:pt x="814053" y="567916"/>
                </a:moveTo>
                <a:lnTo>
                  <a:pt x="833028" y="533553"/>
                </a:lnTo>
                <a:moveTo>
                  <a:pt x="795200" y="540756"/>
                </a:moveTo>
                <a:lnTo>
                  <a:pt x="814053" y="567916"/>
                </a:lnTo>
                <a:moveTo>
                  <a:pt x="2296795" y="665727"/>
                </a:moveTo>
                <a:lnTo>
                  <a:pt x="2516887" y="723477"/>
                </a:lnTo>
                <a:moveTo>
                  <a:pt x="833028" y="533553"/>
                </a:moveTo>
                <a:lnTo>
                  <a:pt x="903612" y="703339"/>
                </a:lnTo>
                <a:moveTo>
                  <a:pt x="814053" y="567916"/>
                </a:moveTo>
                <a:lnTo>
                  <a:pt x="903612" y="703339"/>
                </a:lnTo>
                <a:moveTo>
                  <a:pt x="2250483" y="620217"/>
                </a:moveTo>
                <a:lnTo>
                  <a:pt x="2296795" y="665727"/>
                </a:lnTo>
                <a:moveTo>
                  <a:pt x="446582" y="613560"/>
                </a:moveTo>
                <a:lnTo>
                  <a:pt x="514136" y="725456"/>
                </a:lnTo>
                <a:moveTo>
                  <a:pt x="329875" y="635861"/>
                </a:moveTo>
                <a:lnTo>
                  <a:pt x="514136" y="725456"/>
                </a:lnTo>
                <a:moveTo>
                  <a:pt x="903612" y="703339"/>
                </a:moveTo>
                <a:lnTo>
                  <a:pt x="935671" y="742257"/>
                </a:lnTo>
                <a:moveTo>
                  <a:pt x="265618" y="646649"/>
                </a:moveTo>
                <a:lnTo>
                  <a:pt x="329875" y="635861"/>
                </a:lnTo>
                <a:moveTo>
                  <a:pt x="514136" y="725456"/>
                </a:moveTo>
                <a:lnTo>
                  <a:pt x="562534" y="597004"/>
                </a:lnTo>
                <a:moveTo>
                  <a:pt x="2296795" y="665727"/>
                </a:moveTo>
                <a:lnTo>
                  <a:pt x="2333982" y="613732"/>
                </a:lnTo>
                <a:moveTo>
                  <a:pt x="329875" y="635861"/>
                </a:moveTo>
                <a:lnTo>
                  <a:pt x="446582" y="613560"/>
                </a:lnTo>
                <a:moveTo>
                  <a:pt x="2296795" y="665727"/>
                </a:moveTo>
                <a:lnTo>
                  <a:pt x="2373222" y="789935"/>
                </a:lnTo>
                <a:moveTo>
                  <a:pt x="446582" y="613560"/>
                </a:moveTo>
                <a:lnTo>
                  <a:pt x="562534" y="597004"/>
                </a:lnTo>
                <a:moveTo>
                  <a:pt x="2377761" y="456484"/>
                </a:moveTo>
                <a:lnTo>
                  <a:pt x="2431695" y="587252"/>
                </a:lnTo>
                <a:moveTo>
                  <a:pt x="2122041" y="679460"/>
                </a:moveTo>
                <a:lnTo>
                  <a:pt x="2250483" y="620217"/>
                </a:lnTo>
                <a:moveTo>
                  <a:pt x="864523" y="378481"/>
                </a:moveTo>
                <a:lnTo>
                  <a:pt x="965109" y="502162"/>
                </a:lnTo>
                <a:moveTo>
                  <a:pt x="716929" y="691657"/>
                </a:moveTo>
                <a:lnTo>
                  <a:pt x="814053" y="567916"/>
                </a:lnTo>
                <a:moveTo>
                  <a:pt x="514136" y="725456"/>
                </a:moveTo>
                <a:lnTo>
                  <a:pt x="716929" y="691657"/>
                </a:lnTo>
                <a:moveTo>
                  <a:pt x="2215692" y="443649"/>
                </a:moveTo>
                <a:lnTo>
                  <a:pt x="2208877" y="490901"/>
                </a:lnTo>
                <a:moveTo>
                  <a:pt x="921747" y="371972"/>
                </a:moveTo>
                <a:lnTo>
                  <a:pt x="965109" y="502162"/>
                </a:lnTo>
                <a:moveTo>
                  <a:pt x="2333982" y="613732"/>
                </a:moveTo>
                <a:lnTo>
                  <a:pt x="2377761" y="456484"/>
                </a:lnTo>
                <a:moveTo>
                  <a:pt x="2208877" y="490901"/>
                </a:moveTo>
                <a:lnTo>
                  <a:pt x="2250483" y="620217"/>
                </a:lnTo>
                <a:moveTo>
                  <a:pt x="864523" y="378481"/>
                </a:moveTo>
                <a:lnTo>
                  <a:pt x="833028" y="533553"/>
                </a:lnTo>
                <a:moveTo>
                  <a:pt x="795200" y="540756"/>
                </a:moveTo>
                <a:lnTo>
                  <a:pt x="864523" y="378481"/>
                </a:lnTo>
                <a:moveTo>
                  <a:pt x="514136" y="725456"/>
                </a:moveTo>
                <a:lnTo>
                  <a:pt x="656232" y="783071"/>
                </a:lnTo>
                <a:moveTo>
                  <a:pt x="562534" y="597004"/>
                </a:moveTo>
                <a:lnTo>
                  <a:pt x="716929" y="691657"/>
                </a:lnTo>
                <a:moveTo>
                  <a:pt x="2230989" y="842311"/>
                </a:moveTo>
                <a:lnTo>
                  <a:pt x="2373222" y="789935"/>
                </a:lnTo>
                <a:moveTo>
                  <a:pt x="2122041" y="679460"/>
                </a:moveTo>
                <a:lnTo>
                  <a:pt x="2296795" y="665727"/>
                </a:lnTo>
                <a:moveTo>
                  <a:pt x="2208877" y="490901"/>
                </a:moveTo>
                <a:lnTo>
                  <a:pt x="2333982" y="613732"/>
                </a:lnTo>
                <a:moveTo>
                  <a:pt x="2296795" y="665727"/>
                </a:moveTo>
                <a:lnTo>
                  <a:pt x="2230989" y="842311"/>
                </a:lnTo>
                <a:moveTo>
                  <a:pt x="446582" y="613560"/>
                </a:moveTo>
                <a:lnTo>
                  <a:pt x="564890" y="440674"/>
                </a:lnTo>
                <a:moveTo>
                  <a:pt x="814053" y="567916"/>
                </a:moveTo>
                <a:lnTo>
                  <a:pt x="785533" y="767743"/>
                </a:lnTo>
                <a:moveTo>
                  <a:pt x="785533" y="767743"/>
                </a:moveTo>
                <a:lnTo>
                  <a:pt x="903612" y="703339"/>
                </a:lnTo>
                <a:moveTo>
                  <a:pt x="446582" y="613560"/>
                </a:moveTo>
                <a:lnTo>
                  <a:pt x="585403" y="464881"/>
                </a:lnTo>
                <a:moveTo>
                  <a:pt x="2198275" y="782077"/>
                </a:moveTo>
                <a:lnTo>
                  <a:pt x="2296795" y="665727"/>
                </a:lnTo>
                <a:moveTo>
                  <a:pt x="585403" y="464881"/>
                </a:moveTo>
                <a:lnTo>
                  <a:pt x="562534" y="597004"/>
                </a:lnTo>
                <a:moveTo>
                  <a:pt x="785533" y="767743"/>
                </a:moveTo>
                <a:lnTo>
                  <a:pt x="935671" y="742257"/>
                </a:lnTo>
                <a:moveTo>
                  <a:pt x="716929" y="691657"/>
                </a:moveTo>
                <a:lnTo>
                  <a:pt x="656232" y="783071"/>
                </a:lnTo>
                <a:moveTo>
                  <a:pt x="864523" y="378481"/>
                </a:moveTo>
                <a:lnTo>
                  <a:pt x="921747" y="371972"/>
                </a:lnTo>
                <a:moveTo>
                  <a:pt x="2122041" y="679460"/>
                </a:moveTo>
                <a:lnTo>
                  <a:pt x="2198275" y="782077"/>
                </a:lnTo>
                <a:moveTo>
                  <a:pt x="935671" y="742257"/>
                </a:moveTo>
                <a:lnTo>
                  <a:pt x="1041034" y="830578"/>
                </a:lnTo>
                <a:moveTo>
                  <a:pt x="2230989" y="842311"/>
                </a:moveTo>
                <a:lnTo>
                  <a:pt x="2323801" y="977100"/>
                </a:lnTo>
                <a:moveTo>
                  <a:pt x="716929" y="691657"/>
                </a:moveTo>
                <a:lnTo>
                  <a:pt x="785533" y="767743"/>
                </a:lnTo>
                <a:moveTo>
                  <a:pt x="2198275" y="782077"/>
                </a:moveTo>
                <a:lnTo>
                  <a:pt x="2230989" y="842311"/>
                </a:lnTo>
                <a:moveTo>
                  <a:pt x="827513" y="807603"/>
                </a:moveTo>
                <a:lnTo>
                  <a:pt x="935671" y="742257"/>
                </a:lnTo>
                <a:moveTo>
                  <a:pt x="250871" y="530708"/>
                </a:moveTo>
                <a:lnTo>
                  <a:pt x="265618" y="646649"/>
                </a:lnTo>
                <a:moveTo>
                  <a:pt x="265618" y="646649"/>
                </a:moveTo>
                <a:lnTo>
                  <a:pt x="292045" y="525850"/>
                </a:lnTo>
                <a:moveTo>
                  <a:pt x="292045" y="525850"/>
                </a:moveTo>
                <a:lnTo>
                  <a:pt x="446582" y="613560"/>
                </a:lnTo>
                <a:moveTo>
                  <a:pt x="292045" y="525850"/>
                </a:moveTo>
                <a:lnTo>
                  <a:pt x="329875" y="635861"/>
                </a:lnTo>
                <a:moveTo>
                  <a:pt x="564890" y="440674"/>
                </a:moveTo>
                <a:lnTo>
                  <a:pt x="585403" y="464881"/>
                </a:lnTo>
                <a:moveTo>
                  <a:pt x="2101236" y="560503"/>
                </a:moveTo>
                <a:lnTo>
                  <a:pt x="2250483" y="620217"/>
                </a:lnTo>
                <a:moveTo>
                  <a:pt x="656232" y="783071"/>
                </a:moveTo>
                <a:lnTo>
                  <a:pt x="785533" y="767743"/>
                </a:lnTo>
                <a:moveTo>
                  <a:pt x="439446" y="501410"/>
                </a:moveTo>
                <a:lnTo>
                  <a:pt x="446582" y="613560"/>
                </a:lnTo>
                <a:moveTo>
                  <a:pt x="2215692" y="443649"/>
                </a:moveTo>
                <a:lnTo>
                  <a:pt x="2263999" y="492168"/>
                </a:lnTo>
                <a:moveTo>
                  <a:pt x="2323801" y="977100"/>
                </a:moveTo>
                <a:lnTo>
                  <a:pt x="2361660" y="1015979"/>
                </a:lnTo>
                <a:moveTo>
                  <a:pt x="2323801" y="977100"/>
                </a:moveTo>
                <a:lnTo>
                  <a:pt x="2268526" y="1037850"/>
                </a:lnTo>
                <a:moveTo>
                  <a:pt x="2202393" y="1059872"/>
                </a:moveTo>
                <a:lnTo>
                  <a:pt x="2230989" y="842311"/>
                </a:lnTo>
                <a:moveTo>
                  <a:pt x="656232" y="783071"/>
                </a:moveTo>
                <a:lnTo>
                  <a:pt x="827513" y="807603"/>
                </a:lnTo>
                <a:moveTo>
                  <a:pt x="2202393" y="1059872"/>
                </a:moveTo>
                <a:lnTo>
                  <a:pt x="2323801" y="977100"/>
                </a:lnTo>
                <a:moveTo>
                  <a:pt x="2268526" y="1037850"/>
                </a:moveTo>
                <a:lnTo>
                  <a:pt x="2361660" y="1015979"/>
                </a:lnTo>
                <a:moveTo>
                  <a:pt x="785533" y="767743"/>
                </a:moveTo>
                <a:lnTo>
                  <a:pt x="827513" y="807603"/>
                </a:lnTo>
                <a:moveTo>
                  <a:pt x="439446" y="501410"/>
                </a:moveTo>
                <a:lnTo>
                  <a:pt x="564890" y="440674"/>
                </a:lnTo>
                <a:moveTo>
                  <a:pt x="250871" y="530708"/>
                </a:moveTo>
                <a:lnTo>
                  <a:pt x="372338" y="444320"/>
                </a:lnTo>
                <a:moveTo>
                  <a:pt x="2122846" y="911662"/>
                </a:moveTo>
                <a:lnTo>
                  <a:pt x="2230989" y="842311"/>
                </a:lnTo>
                <a:moveTo>
                  <a:pt x="292045" y="525850"/>
                </a:moveTo>
                <a:lnTo>
                  <a:pt x="372338" y="444320"/>
                </a:lnTo>
                <a:moveTo>
                  <a:pt x="2101236" y="560503"/>
                </a:moveTo>
                <a:lnTo>
                  <a:pt x="2122041" y="679460"/>
                </a:lnTo>
                <a:moveTo>
                  <a:pt x="372338" y="444320"/>
                </a:moveTo>
                <a:lnTo>
                  <a:pt x="439446" y="501410"/>
                </a:lnTo>
                <a:moveTo>
                  <a:pt x="2225729" y="1095821"/>
                </a:moveTo>
                <a:lnTo>
                  <a:pt x="2268526" y="1037850"/>
                </a:lnTo>
                <a:moveTo>
                  <a:pt x="2202393" y="1059872"/>
                </a:moveTo>
                <a:lnTo>
                  <a:pt x="2268526" y="1037850"/>
                </a:lnTo>
                <a:moveTo>
                  <a:pt x="2198275" y="782077"/>
                </a:moveTo>
                <a:lnTo>
                  <a:pt x="2122846" y="911662"/>
                </a:lnTo>
                <a:moveTo>
                  <a:pt x="2263999" y="492168"/>
                </a:moveTo>
                <a:lnTo>
                  <a:pt x="2376177" y="448098"/>
                </a:lnTo>
                <a:moveTo>
                  <a:pt x="2101236" y="560503"/>
                </a:moveTo>
                <a:lnTo>
                  <a:pt x="2208877" y="490901"/>
                </a:lnTo>
                <a:moveTo>
                  <a:pt x="2202393" y="1059872"/>
                </a:moveTo>
                <a:lnTo>
                  <a:pt x="2225729" y="1095821"/>
                </a:lnTo>
                <a:moveTo>
                  <a:pt x="2208877" y="490901"/>
                </a:moveTo>
                <a:lnTo>
                  <a:pt x="2263999" y="492168"/>
                </a:lnTo>
                <a:moveTo>
                  <a:pt x="935671" y="742257"/>
                </a:moveTo>
                <a:lnTo>
                  <a:pt x="928629" y="873444"/>
                </a:lnTo>
                <a:moveTo>
                  <a:pt x="2048383" y="765985"/>
                </a:moveTo>
                <a:lnTo>
                  <a:pt x="2122041" y="679460"/>
                </a:lnTo>
                <a:moveTo>
                  <a:pt x="2087224" y="832111"/>
                </a:moveTo>
                <a:lnTo>
                  <a:pt x="2198275" y="782077"/>
                </a:lnTo>
                <a:moveTo>
                  <a:pt x="250871" y="530708"/>
                </a:moveTo>
                <a:lnTo>
                  <a:pt x="292045" y="525850"/>
                </a:lnTo>
                <a:moveTo>
                  <a:pt x="2048383" y="765985"/>
                </a:moveTo>
                <a:lnTo>
                  <a:pt x="2198275" y="782077"/>
                </a:lnTo>
                <a:moveTo>
                  <a:pt x="292045" y="525850"/>
                </a:moveTo>
                <a:lnTo>
                  <a:pt x="439446" y="501410"/>
                </a:lnTo>
                <a:moveTo>
                  <a:pt x="2122846" y="911662"/>
                </a:moveTo>
                <a:lnTo>
                  <a:pt x="2202393" y="1059872"/>
                </a:lnTo>
                <a:moveTo>
                  <a:pt x="259667" y="928467"/>
                </a:moveTo>
                <a:lnTo>
                  <a:pt x="324042" y="994915"/>
                </a:lnTo>
                <a:moveTo>
                  <a:pt x="2376177" y="448098"/>
                </a:moveTo>
                <a:lnTo>
                  <a:pt x="2406611" y="357567"/>
                </a:lnTo>
                <a:moveTo>
                  <a:pt x="324042" y="994915"/>
                </a:moveTo>
                <a:lnTo>
                  <a:pt x="419102" y="1028704"/>
                </a:lnTo>
                <a:moveTo>
                  <a:pt x="2123850" y="1194396"/>
                </a:moveTo>
                <a:lnTo>
                  <a:pt x="2225729" y="1095821"/>
                </a:lnTo>
                <a:moveTo>
                  <a:pt x="2225729" y="1095821"/>
                </a:moveTo>
                <a:lnTo>
                  <a:pt x="2181198" y="1281119"/>
                </a:lnTo>
                <a:moveTo>
                  <a:pt x="2080753" y="1122503"/>
                </a:moveTo>
                <a:lnTo>
                  <a:pt x="2225729" y="1095821"/>
                </a:lnTo>
                <a:moveTo>
                  <a:pt x="2080753" y="1122503"/>
                </a:moveTo>
                <a:lnTo>
                  <a:pt x="2202393" y="1059872"/>
                </a:lnTo>
                <a:moveTo>
                  <a:pt x="1998955" y="632774"/>
                </a:moveTo>
                <a:lnTo>
                  <a:pt x="2122041" y="679460"/>
                </a:lnTo>
                <a:moveTo>
                  <a:pt x="419102" y="1028704"/>
                </a:moveTo>
                <a:lnTo>
                  <a:pt x="527396" y="964079"/>
                </a:lnTo>
                <a:moveTo>
                  <a:pt x="2087224" y="832111"/>
                </a:moveTo>
                <a:lnTo>
                  <a:pt x="2122846" y="911662"/>
                </a:lnTo>
                <a:moveTo>
                  <a:pt x="928629" y="873444"/>
                </a:moveTo>
                <a:lnTo>
                  <a:pt x="1041034" y="830578"/>
                </a:lnTo>
                <a:moveTo>
                  <a:pt x="827513" y="807603"/>
                </a:moveTo>
                <a:lnTo>
                  <a:pt x="928629" y="873444"/>
                </a:lnTo>
                <a:moveTo>
                  <a:pt x="2149594" y="524453"/>
                </a:moveTo>
                <a:lnTo>
                  <a:pt x="2208877" y="490901"/>
                </a:lnTo>
                <a:moveTo>
                  <a:pt x="2048383" y="765985"/>
                </a:moveTo>
                <a:lnTo>
                  <a:pt x="2087224" y="832111"/>
                </a:lnTo>
                <a:moveTo>
                  <a:pt x="2123850" y="1194396"/>
                </a:moveTo>
                <a:lnTo>
                  <a:pt x="2181198" y="1281119"/>
                </a:lnTo>
                <a:moveTo>
                  <a:pt x="2028710" y="987990"/>
                </a:moveTo>
                <a:lnTo>
                  <a:pt x="2202393" y="1059872"/>
                </a:lnTo>
                <a:moveTo>
                  <a:pt x="2080753" y="1122503"/>
                </a:moveTo>
                <a:lnTo>
                  <a:pt x="2123850" y="1194396"/>
                </a:lnTo>
                <a:moveTo>
                  <a:pt x="1340337" y="159344"/>
                </a:moveTo>
                <a:lnTo>
                  <a:pt x="1477882" y="182311"/>
                </a:lnTo>
                <a:moveTo>
                  <a:pt x="2263999" y="492168"/>
                </a:moveTo>
                <a:lnTo>
                  <a:pt x="2406611" y="357567"/>
                </a:lnTo>
                <a:moveTo>
                  <a:pt x="2028710" y="987990"/>
                </a:moveTo>
                <a:lnTo>
                  <a:pt x="2122846" y="911662"/>
                </a:lnTo>
                <a:moveTo>
                  <a:pt x="324042" y="994915"/>
                </a:moveTo>
                <a:lnTo>
                  <a:pt x="333918" y="992575"/>
                </a:lnTo>
                <a:moveTo>
                  <a:pt x="1998955" y="632774"/>
                </a:moveTo>
                <a:lnTo>
                  <a:pt x="2101236" y="560503"/>
                </a:lnTo>
                <a:moveTo>
                  <a:pt x="372338" y="444320"/>
                </a:moveTo>
                <a:lnTo>
                  <a:pt x="383129" y="444415"/>
                </a:lnTo>
                <a:moveTo>
                  <a:pt x="1265890" y="107356"/>
                </a:moveTo>
                <a:lnTo>
                  <a:pt x="1340337" y="159344"/>
                </a:lnTo>
                <a:moveTo>
                  <a:pt x="2087224" y="832111"/>
                </a:moveTo>
                <a:lnTo>
                  <a:pt x="2028710" y="987990"/>
                </a:lnTo>
                <a:moveTo>
                  <a:pt x="372338" y="444320"/>
                </a:moveTo>
                <a:lnTo>
                  <a:pt x="331051" y="462040"/>
                </a:lnTo>
                <a:moveTo>
                  <a:pt x="1998955" y="632774"/>
                </a:moveTo>
                <a:lnTo>
                  <a:pt x="2048383" y="765985"/>
                </a:lnTo>
                <a:moveTo>
                  <a:pt x="2028710" y="987990"/>
                </a:moveTo>
                <a:lnTo>
                  <a:pt x="2080753" y="1122503"/>
                </a:lnTo>
                <a:moveTo>
                  <a:pt x="527396" y="964079"/>
                </a:moveTo>
                <a:lnTo>
                  <a:pt x="516784" y="1076373"/>
                </a:lnTo>
                <a:moveTo>
                  <a:pt x="2101236" y="560503"/>
                </a:moveTo>
                <a:lnTo>
                  <a:pt x="2149594" y="524453"/>
                </a:lnTo>
                <a:moveTo>
                  <a:pt x="2149594" y="524453"/>
                </a:moveTo>
                <a:lnTo>
                  <a:pt x="2263999" y="492168"/>
                </a:lnTo>
                <a:moveTo>
                  <a:pt x="383129" y="444415"/>
                </a:moveTo>
                <a:lnTo>
                  <a:pt x="439446" y="501410"/>
                </a:lnTo>
                <a:moveTo>
                  <a:pt x="292045" y="525850"/>
                </a:moveTo>
                <a:lnTo>
                  <a:pt x="350235" y="495799"/>
                </a:lnTo>
                <a:moveTo>
                  <a:pt x="292045" y="525850"/>
                </a:moveTo>
                <a:lnTo>
                  <a:pt x="331051" y="462040"/>
                </a:lnTo>
                <a:moveTo>
                  <a:pt x="350235" y="495799"/>
                </a:moveTo>
                <a:lnTo>
                  <a:pt x="439446" y="501410"/>
                </a:lnTo>
                <a:moveTo>
                  <a:pt x="2023133" y="1197355"/>
                </a:moveTo>
                <a:lnTo>
                  <a:pt x="2123850" y="1194396"/>
                </a:lnTo>
                <a:moveTo>
                  <a:pt x="1970342" y="851289"/>
                </a:moveTo>
                <a:lnTo>
                  <a:pt x="2087224" y="832111"/>
                </a:lnTo>
                <a:moveTo>
                  <a:pt x="1969656" y="849986"/>
                </a:moveTo>
                <a:lnTo>
                  <a:pt x="2087224" y="832111"/>
                </a:lnTo>
                <a:moveTo>
                  <a:pt x="2130183" y="1333500"/>
                </a:moveTo>
                <a:lnTo>
                  <a:pt x="2181198" y="1281119"/>
                </a:lnTo>
                <a:moveTo>
                  <a:pt x="1477882" y="182311"/>
                </a:moveTo>
                <a:lnTo>
                  <a:pt x="1505384" y="184400"/>
                </a:lnTo>
                <a:moveTo>
                  <a:pt x="2023133" y="1197355"/>
                </a:moveTo>
                <a:lnTo>
                  <a:pt x="2080753" y="1122503"/>
                </a:lnTo>
                <a:moveTo>
                  <a:pt x="1969656" y="849986"/>
                </a:moveTo>
                <a:lnTo>
                  <a:pt x="2048383" y="765985"/>
                </a:lnTo>
                <a:moveTo>
                  <a:pt x="2263999" y="492168"/>
                </a:moveTo>
                <a:lnTo>
                  <a:pt x="2317667" y="436480"/>
                </a:lnTo>
                <a:moveTo>
                  <a:pt x="1974468" y="511983"/>
                </a:moveTo>
                <a:lnTo>
                  <a:pt x="2101236" y="560503"/>
                </a:lnTo>
                <a:moveTo>
                  <a:pt x="1661754" y="309765"/>
                </a:moveTo>
                <a:lnTo>
                  <a:pt x="1784112" y="342604"/>
                </a:lnTo>
                <a:moveTo>
                  <a:pt x="1883936" y="698702"/>
                </a:moveTo>
                <a:lnTo>
                  <a:pt x="2048383" y="765985"/>
                </a:lnTo>
                <a:moveTo>
                  <a:pt x="201622" y="831596"/>
                </a:moveTo>
                <a:lnTo>
                  <a:pt x="259667" y="928467"/>
                </a:lnTo>
                <a:moveTo>
                  <a:pt x="1625123" y="198974"/>
                </a:moveTo>
                <a:lnTo>
                  <a:pt x="1661754" y="309765"/>
                </a:lnTo>
                <a:moveTo>
                  <a:pt x="2123850" y="1194396"/>
                </a:moveTo>
                <a:lnTo>
                  <a:pt x="2026606" y="1218744"/>
                </a:lnTo>
                <a:moveTo>
                  <a:pt x="2026606" y="1218744"/>
                </a:moveTo>
                <a:lnTo>
                  <a:pt x="2181198" y="1281119"/>
                </a:lnTo>
                <a:moveTo>
                  <a:pt x="259667" y="928467"/>
                </a:moveTo>
                <a:lnTo>
                  <a:pt x="333918" y="992575"/>
                </a:lnTo>
                <a:moveTo>
                  <a:pt x="2091487" y="502152"/>
                </a:moveTo>
                <a:lnTo>
                  <a:pt x="2101236" y="560503"/>
                </a:lnTo>
                <a:moveTo>
                  <a:pt x="419102" y="1028704"/>
                </a:moveTo>
                <a:lnTo>
                  <a:pt x="516784" y="1076373"/>
                </a:lnTo>
                <a:moveTo>
                  <a:pt x="333918" y="992575"/>
                </a:moveTo>
                <a:lnTo>
                  <a:pt x="419102" y="1028704"/>
                </a:lnTo>
                <a:moveTo>
                  <a:pt x="2317667" y="436480"/>
                </a:moveTo>
                <a:lnTo>
                  <a:pt x="2406611" y="357567"/>
                </a:lnTo>
                <a:moveTo>
                  <a:pt x="1940284" y="1067161"/>
                </a:moveTo>
                <a:lnTo>
                  <a:pt x="2080753" y="1122503"/>
                </a:lnTo>
                <a:moveTo>
                  <a:pt x="1970342" y="851289"/>
                </a:moveTo>
                <a:lnTo>
                  <a:pt x="2028710" y="987990"/>
                </a:lnTo>
                <a:moveTo>
                  <a:pt x="1340337" y="159344"/>
                </a:moveTo>
                <a:lnTo>
                  <a:pt x="1364435" y="121450"/>
                </a:lnTo>
                <a:moveTo>
                  <a:pt x="1505384" y="184400"/>
                </a:moveTo>
                <a:lnTo>
                  <a:pt x="1625123" y="198974"/>
                </a:lnTo>
                <a:moveTo>
                  <a:pt x="1883936" y="698702"/>
                </a:moveTo>
                <a:lnTo>
                  <a:pt x="1998955" y="632774"/>
                </a:lnTo>
                <a:moveTo>
                  <a:pt x="1109523" y="62401"/>
                </a:moveTo>
                <a:lnTo>
                  <a:pt x="1174741" y="132380"/>
                </a:lnTo>
                <a:moveTo>
                  <a:pt x="123498" y="635405"/>
                </a:moveTo>
                <a:lnTo>
                  <a:pt x="201622" y="831596"/>
                </a:lnTo>
                <a:moveTo>
                  <a:pt x="1974468" y="511983"/>
                </a:moveTo>
                <a:lnTo>
                  <a:pt x="1998955" y="632774"/>
                </a:lnTo>
                <a:moveTo>
                  <a:pt x="1109523" y="62401"/>
                </a:moveTo>
                <a:lnTo>
                  <a:pt x="1178148" y="0"/>
                </a:lnTo>
                <a:moveTo>
                  <a:pt x="1969656" y="849986"/>
                </a:moveTo>
                <a:lnTo>
                  <a:pt x="1970342" y="851289"/>
                </a:lnTo>
                <a:moveTo>
                  <a:pt x="1940284" y="1067161"/>
                </a:moveTo>
                <a:lnTo>
                  <a:pt x="2028710" y="987990"/>
                </a:lnTo>
                <a:moveTo>
                  <a:pt x="2149594" y="524453"/>
                </a:moveTo>
                <a:lnTo>
                  <a:pt x="2317667" y="436480"/>
                </a:lnTo>
                <a:moveTo>
                  <a:pt x="1625123" y="198974"/>
                </a:moveTo>
                <a:lnTo>
                  <a:pt x="1784112" y="342604"/>
                </a:lnTo>
                <a:moveTo>
                  <a:pt x="2003296" y="1194134"/>
                </a:moveTo>
                <a:lnTo>
                  <a:pt x="2023133" y="1197355"/>
                </a:lnTo>
                <a:moveTo>
                  <a:pt x="1784112" y="342604"/>
                </a:moveTo>
                <a:lnTo>
                  <a:pt x="1898554" y="515187"/>
                </a:lnTo>
                <a:moveTo>
                  <a:pt x="1883936" y="698702"/>
                </a:moveTo>
                <a:lnTo>
                  <a:pt x="1969656" y="849986"/>
                </a:lnTo>
                <a:moveTo>
                  <a:pt x="1174741" y="132380"/>
                </a:moveTo>
                <a:lnTo>
                  <a:pt x="1265890" y="107356"/>
                </a:lnTo>
                <a:moveTo>
                  <a:pt x="1109523" y="62401"/>
                </a:moveTo>
                <a:lnTo>
                  <a:pt x="1181422" y="0"/>
                </a:lnTo>
                <a:moveTo>
                  <a:pt x="1505384" y="184400"/>
                </a:moveTo>
                <a:lnTo>
                  <a:pt x="1576118" y="172839"/>
                </a:lnTo>
                <a:moveTo>
                  <a:pt x="2023133" y="1197355"/>
                </a:moveTo>
                <a:lnTo>
                  <a:pt x="2026606" y="1218744"/>
                </a:lnTo>
                <a:moveTo>
                  <a:pt x="2026606" y="1218744"/>
                </a:moveTo>
                <a:lnTo>
                  <a:pt x="2084866" y="1333500"/>
                </a:lnTo>
                <a:moveTo>
                  <a:pt x="1863022" y="920089"/>
                </a:moveTo>
                <a:lnTo>
                  <a:pt x="2028710" y="987990"/>
                </a:lnTo>
                <a:moveTo>
                  <a:pt x="1364435" y="121450"/>
                </a:moveTo>
                <a:lnTo>
                  <a:pt x="1477882" y="182311"/>
                </a:lnTo>
                <a:moveTo>
                  <a:pt x="201622" y="831596"/>
                </a:moveTo>
                <a:lnTo>
                  <a:pt x="333918" y="992575"/>
                </a:lnTo>
                <a:moveTo>
                  <a:pt x="1265890" y="107356"/>
                </a:moveTo>
                <a:lnTo>
                  <a:pt x="1332194" y="112763"/>
                </a:lnTo>
                <a:moveTo>
                  <a:pt x="2091487" y="502152"/>
                </a:moveTo>
                <a:lnTo>
                  <a:pt x="2149594" y="524453"/>
                </a:lnTo>
                <a:moveTo>
                  <a:pt x="1898554" y="515187"/>
                </a:moveTo>
                <a:lnTo>
                  <a:pt x="1883936" y="698702"/>
                </a:lnTo>
                <a:moveTo>
                  <a:pt x="1839793" y="629683"/>
                </a:moveTo>
                <a:lnTo>
                  <a:pt x="1898554" y="515187"/>
                </a:lnTo>
                <a:moveTo>
                  <a:pt x="1839793" y="629683"/>
                </a:moveTo>
                <a:lnTo>
                  <a:pt x="1883936" y="698702"/>
                </a:lnTo>
                <a:moveTo>
                  <a:pt x="419102" y="1028704"/>
                </a:moveTo>
                <a:lnTo>
                  <a:pt x="424259" y="1046223"/>
                </a:lnTo>
                <a:moveTo>
                  <a:pt x="1940284" y="1067161"/>
                </a:moveTo>
                <a:lnTo>
                  <a:pt x="2023133" y="1197355"/>
                </a:lnTo>
                <a:moveTo>
                  <a:pt x="2003296" y="1194134"/>
                </a:moveTo>
                <a:lnTo>
                  <a:pt x="2026606" y="1218744"/>
                </a:lnTo>
                <a:moveTo>
                  <a:pt x="1901764" y="894672"/>
                </a:moveTo>
                <a:lnTo>
                  <a:pt x="1970342" y="851289"/>
                </a:lnTo>
                <a:moveTo>
                  <a:pt x="1901764" y="894672"/>
                </a:moveTo>
                <a:lnTo>
                  <a:pt x="1969656" y="849986"/>
                </a:lnTo>
                <a:moveTo>
                  <a:pt x="123498" y="635405"/>
                </a:moveTo>
                <a:lnTo>
                  <a:pt x="192835" y="702706"/>
                </a:lnTo>
                <a:moveTo>
                  <a:pt x="1898554" y="515187"/>
                </a:moveTo>
                <a:lnTo>
                  <a:pt x="1974468" y="511983"/>
                </a:lnTo>
                <a:moveTo>
                  <a:pt x="1883936" y="698702"/>
                </a:moveTo>
                <a:lnTo>
                  <a:pt x="1974468" y="511983"/>
                </a:lnTo>
                <a:moveTo>
                  <a:pt x="350235" y="495799"/>
                </a:moveTo>
                <a:lnTo>
                  <a:pt x="383129" y="444415"/>
                </a:lnTo>
                <a:moveTo>
                  <a:pt x="1265890" y="107356"/>
                </a:moveTo>
                <a:lnTo>
                  <a:pt x="1364435" y="121450"/>
                </a:lnTo>
                <a:moveTo>
                  <a:pt x="331051" y="462040"/>
                </a:moveTo>
                <a:lnTo>
                  <a:pt x="383129" y="444415"/>
                </a:lnTo>
                <a:moveTo>
                  <a:pt x="2026606" y="1218744"/>
                </a:moveTo>
                <a:lnTo>
                  <a:pt x="2082993" y="1333500"/>
                </a:lnTo>
                <a:moveTo>
                  <a:pt x="1940284" y="1067161"/>
                </a:moveTo>
                <a:lnTo>
                  <a:pt x="2003296" y="1194134"/>
                </a:lnTo>
                <a:moveTo>
                  <a:pt x="2149594" y="524453"/>
                </a:moveTo>
                <a:lnTo>
                  <a:pt x="2198835" y="500509"/>
                </a:lnTo>
                <a:moveTo>
                  <a:pt x="331051" y="462040"/>
                </a:moveTo>
                <a:lnTo>
                  <a:pt x="350235" y="495799"/>
                </a:lnTo>
                <a:moveTo>
                  <a:pt x="383129" y="444415"/>
                </a:moveTo>
                <a:lnTo>
                  <a:pt x="520385" y="433120"/>
                </a:lnTo>
                <a:moveTo>
                  <a:pt x="1970342" y="851289"/>
                </a:moveTo>
                <a:lnTo>
                  <a:pt x="1863022" y="920089"/>
                </a:lnTo>
                <a:moveTo>
                  <a:pt x="1576118" y="172839"/>
                </a:moveTo>
                <a:lnTo>
                  <a:pt x="1625123" y="198974"/>
                </a:lnTo>
                <a:moveTo>
                  <a:pt x="343273" y="458955"/>
                </a:moveTo>
                <a:lnTo>
                  <a:pt x="383129" y="444415"/>
                </a:lnTo>
                <a:moveTo>
                  <a:pt x="1784112" y="342604"/>
                </a:moveTo>
                <a:lnTo>
                  <a:pt x="1897796" y="381080"/>
                </a:lnTo>
                <a:moveTo>
                  <a:pt x="1770093" y="765215"/>
                </a:moveTo>
                <a:lnTo>
                  <a:pt x="1969656" y="849986"/>
                </a:lnTo>
                <a:moveTo>
                  <a:pt x="1974468" y="511983"/>
                </a:moveTo>
                <a:lnTo>
                  <a:pt x="2091487" y="502152"/>
                </a:lnTo>
                <a:moveTo>
                  <a:pt x="1747080" y="232073"/>
                </a:moveTo>
                <a:lnTo>
                  <a:pt x="1784112" y="342604"/>
                </a:lnTo>
                <a:moveTo>
                  <a:pt x="331051" y="462040"/>
                </a:moveTo>
                <a:lnTo>
                  <a:pt x="343273" y="458955"/>
                </a:lnTo>
                <a:moveTo>
                  <a:pt x="383129" y="444415"/>
                </a:moveTo>
                <a:lnTo>
                  <a:pt x="552369" y="458513"/>
                </a:lnTo>
                <a:moveTo>
                  <a:pt x="192835" y="702706"/>
                </a:moveTo>
                <a:lnTo>
                  <a:pt x="201622" y="831596"/>
                </a:lnTo>
                <a:moveTo>
                  <a:pt x="1625123" y="198974"/>
                </a:moveTo>
                <a:lnTo>
                  <a:pt x="1747080" y="232073"/>
                </a:lnTo>
                <a:moveTo>
                  <a:pt x="184544" y="512287"/>
                </a:moveTo>
                <a:lnTo>
                  <a:pt x="350235" y="495799"/>
                </a:lnTo>
                <a:moveTo>
                  <a:pt x="350235" y="495799"/>
                </a:moveTo>
                <a:lnTo>
                  <a:pt x="552369" y="458513"/>
                </a:lnTo>
                <a:moveTo>
                  <a:pt x="2198835" y="500509"/>
                </a:moveTo>
                <a:lnTo>
                  <a:pt x="2317667" y="436480"/>
                </a:lnTo>
                <a:moveTo>
                  <a:pt x="343273" y="458955"/>
                </a:moveTo>
                <a:lnTo>
                  <a:pt x="520385" y="433120"/>
                </a:lnTo>
                <a:moveTo>
                  <a:pt x="251565" y="611355"/>
                </a:moveTo>
                <a:lnTo>
                  <a:pt x="350235" y="495799"/>
                </a:lnTo>
                <a:moveTo>
                  <a:pt x="184544" y="512287"/>
                </a:moveTo>
                <a:lnTo>
                  <a:pt x="331051" y="462040"/>
                </a:lnTo>
                <a:moveTo>
                  <a:pt x="520385" y="433120"/>
                </a:moveTo>
                <a:lnTo>
                  <a:pt x="575064" y="432028"/>
                </a:lnTo>
                <a:moveTo>
                  <a:pt x="1770093" y="765215"/>
                </a:moveTo>
                <a:lnTo>
                  <a:pt x="1883936" y="698702"/>
                </a:lnTo>
                <a:moveTo>
                  <a:pt x="1897796" y="381080"/>
                </a:moveTo>
                <a:lnTo>
                  <a:pt x="1898554" y="515187"/>
                </a:lnTo>
                <a:moveTo>
                  <a:pt x="1477882" y="182311"/>
                </a:moveTo>
                <a:lnTo>
                  <a:pt x="1495255" y="148788"/>
                </a:lnTo>
                <a:moveTo>
                  <a:pt x="1734599" y="710712"/>
                </a:moveTo>
                <a:lnTo>
                  <a:pt x="1839793" y="629683"/>
                </a:lnTo>
                <a:moveTo>
                  <a:pt x="1839793" y="629683"/>
                </a:moveTo>
                <a:lnTo>
                  <a:pt x="1770093" y="765215"/>
                </a:lnTo>
                <a:moveTo>
                  <a:pt x="1410961" y="574261"/>
                </a:moveTo>
                <a:lnTo>
                  <a:pt x="1574725" y="613305"/>
                </a:lnTo>
                <a:moveTo>
                  <a:pt x="201622" y="831596"/>
                </a:moveTo>
                <a:lnTo>
                  <a:pt x="242789" y="881691"/>
                </a:lnTo>
                <a:moveTo>
                  <a:pt x="2317667" y="436480"/>
                </a:moveTo>
                <a:lnTo>
                  <a:pt x="2331860" y="382023"/>
                </a:lnTo>
                <a:moveTo>
                  <a:pt x="520385" y="433120"/>
                </a:moveTo>
                <a:lnTo>
                  <a:pt x="552369" y="458513"/>
                </a:lnTo>
                <a:moveTo>
                  <a:pt x="1174741" y="132380"/>
                </a:moveTo>
                <a:lnTo>
                  <a:pt x="1332194" y="112763"/>
                </a:lnTo>
                <a:moveTo>
                  <a:pt x="1495255" y="148788"/>
                </a:moveTo>
                <a:lnTo>
                  <a:pt x="1505384" y="184400"/>
                </a:lnTo>
                <a:moveTo>
                  <a:pt x="242789" y="881691"/>
                </a:moveTo>
                <a:lnTo>
                  <a:pt x="333918" y="992575"/>
                </a:lnTo>
                <a:moveTo>
                  <a:pt x="1863022" y="920089"/>
                </a:moveTo>
                <a:lnTo>
                  <a:pt x="1940284" y="1067161"/>
                </a:lnTo>
                <a:moveTo>
                  <a:pt x="1901764" y="894672"/>
                </a:moveTo>
                <a:lnTo>
                  <a:pt x="1863022" y="920089"/>
                </a:lnTo>
                <a:moveTo>
                  <a:pt x="1862751" y="919633"/>
                </a:moveTo>
                <a:lnTo>
                  <a:pt x="1901764" y="894672"/>
                </a:lnTo>
                <a:moveTo>
                  <a:pt x="1897796" y="381080"/>
                </a:moveTo>
                <a:lnTo>
                  <a:pt x="1974468" y="511983"/>
                </a:lnTo>
                <a:moveTo>
                  <a:pt x="552369" y="458513"/>
                </a:moveTo>
                <a:lnTo>
                  <a:pt x="575064" y="432028"/>
                </a:lnTo>
                <a:moveTo>
                  <a:pt x="279227" y="926199"/>
                </a:moveTo>
                <a:lnTo>
                  <a:pt x="333918" y="992575"/>
                </a:lnTo>
                <a:moveTo>
                  <a:pt x="1770093" y="765215"/>
                </a:moveTo>
                <a:lnTo>
                  <a:pt x="1901764" y="894672"/>
                </a:lnTo>
                <a:moveTo>
                  <a:pt x="2091487" y="502152"/>
                </a:moveTo>
                <a:lnTo>
                  <a:pt x="2198835" y="500509"/>
                </a:lnTo>
                <a:moveTo>
                  <a:pt x="520385" y="433120"/>
                </a:moveTo>
                <a:lnTo>
                  <a:pt x="545051" y="419783"/>
                </a:lnTo>
                <a:moveTo>
                  <a:pt x="184544" y="512287"/>
                </a:moveTo>
                <a:lnTo>
                  <a:pt x="251565" y="611355"/>
                </a:lnTo>
                <a:moveTo>
                  <a:pt x="424259" y="1046223"/>
                </a:moveTo>
                <a:lnTo>
                  <a:pt x="516784" y="1076373"/>
                </a:lnTo>
                <a:moveTo>
                  <a:pt x="1205470" y="0"/>
                </a:moveTo>
                <a:lnTo>
                  <a:pt x="1174741" y="132380"/>
                </a:lnTo>
                <a:moveTo>
                  <a:pt x="1063657" y="312572"/>
                </a:moveTo>
                <a:lnTo>
                  <a:pt x="1140998" y="154313"/>
                </a:lnTo>
                <a:moveTo>
                  <a:pt x="575064" y="432028"/>
                </a:moveTo>
                <a:lnTo>
                  <a:pt x="560343" y="453018"/>
                </a:lnTo>
                <a:moveTo>
                  <a:pt x="1174741" y="132380"/>
                </a:moveTo>
                <a:lnTo>
                  <a:pt x="1357029" y="120397"/>
                </a:lnTo>
                <a:moveTo>
                  <a:pt x="333918" y="992575"/>
                </a:moveTo>
                <a:lnTo>
                  <a:pt x="424259" y="1046223"/>
                </a:lnTo>
                <a:moveTo>
                  <a:pt x="2003296" y="1194134"/>
                </a:moveTo>
                <a:lnTo>
                  <a:pt x="2068636" y="1280148"/>
                </a:lnTo>
                <a:moveTo>
                  <a:pt x="1862751" y="919633"/>
                </a:moveTo>
                <a:lnTo>
                  <a:pt x="1863022" y="920089"/>
                </a:lnTo>
                <a:moveTo>
                  <a:pt x="343273" y="458955"/>
                </a:moveTo>
                <a:lnTo>
                  <a:pt x="545051" y="419783"/>
                </a:lnTo>
                <a:moveTo>
                  <a:pt x="1332194" y="112763"/>
                </a:moveTo>
                <a:lnTo>
                  <a:pt x="1364435" y="121450"/>
                </a:lnTo>
                <a:moveTo>
                  <a:pt x="545051" y="419783"/>
                </a:moveTo>
                <a:lnTo>
                  <a:pt x="575064" y="432028"/>
                </a:lnTo>
                <a:moveTo>
                  <a:pt x="552369" y="458513"/>
                </a:moveTo>
                <a:lnTo>
                  <a:pt x="560343" y="453018"/>
                </a:lnTo>
                <a:moveTo>
                  <a:pt x="251565" y="611355"/>
                </a:moveTo>
                <a:lnTo>
                  <a:pt x="192835" y="702706"/>
                </a:lnTo>
                <a:moveTo>
                  <a:pt x="2068636" y="1280148"/>
                </a:moveTo>
                <a:lnTo>
                  <a:pt x="2026606" y="1218744"/>
                </a:lnTo>
                <a:moveTo>
                  <a:pt x="1357029" y="120397"/>
                </a:moveTo>
                <a:lnTo>
                  <a:pt x="1332194" y="112763"/>
                </a:lnTo>
                <a:moveTo>
                  <a:pt x="1770093" y="765215"/>
                </a:moveTo>
                <a:lnTo>
                  <a:pt x="1862751" y="919633"/>
                </a:lnTo>
                <a:moveTo>
                  <a:pt x="1576118" y="172839"/>
                </a:moveTo>
                <a:lnTo>
                  <a:pt x="1747080" y="232073"/>
                </a:lnTo>
                <a:moveTo>
                  <a:pt x="2230593" y="483833"/>
                </a:moveTo>
                <a:lnTo>
                  <a:pt x="2317667" y="436480"/>
                </a:lnTo>
                <a:moveTo>
                  <a:pt x="350235" y="495799"/>
                </a:moveTo>
                <a:lnTo>
                  <a:pt x="447292" y="540161"/>
                </a:lnTo>
                <a:moveTo>
                  <a:pt x="2068636" y="1280148"/>
                </a:moveTo>
                <a:lnTo>
                  <a:pt x="2088986" y="1333500"/>
                </a:lnTo>
                <a:moveTo>
                  <a:pt x="1879187" y="1175064"/>
                </a:moveTo>
                <a:lnTo>
                  <a:pt x="2003296" y="1194134"/>
                </a:lnTo>
                <a:moveTo>
                  <a:pt x="1734599" y="710712"/>
                </a:moveTo>
                <a:lnTo>
                  <a:pt x="1770093" y="765215"/>
                </a:lnTo>
                <a:moveTo>
                  <a:pt x="1295314" y="599976"/>
                </a:moveTo>
                <a:lnTo>
                  <a:pt x="1410961" y="574261"/>
                </a:lnTo>
                <a:moveTo>
                  <a:pt x="1972680" y="402497"/>
                </a:moveTo>
                <a:lnTo>
                  <a:pt x="1974468" y="511983"/>
                </a:lnTo>
                <a:moveTo>
                  <a:pt x="201622" y="831596"/>
                </a:moveTo>
                <a:lnTo>
                  <a:pt x="202913" y="753236"/>
                </a:lnTo>
                <a:moveTo>
                  <a:pt x="1747080" y="232073"/>
                </a:moveTo>
                <a:lnTo>
                  <a:pt x="1897796" y="381080"/>
                </a:lnTo>
                <a:moveTo>
                  <a:pt x="1410961" y="574261"/>
                </a:moveTo>
                <a:lnTo>
                  <a:pt x="1506527" y="610734"/>
                </a:lnTo>
                <a:moveTo>
                  <a:pt x="1816865" y="949857"/>
                </a:moveTo>
                <a:lnTo>
                  <a:pt x="1863022" y="920089"/>
                </a:lnTo>
                <a:moveTo>
                  <a:pt x="1862751" y="919633"/>
                </a:moveTo>
                <a:lnTo>
                  <a:pt x="1816865" y="949857"/>
                </a:lnTo>
                <a:moveTo>
                  <a:pt x="545051" y="419783"/>
                </a:moveTo>
                <a:lnTo>
                  <a:pt x="560343" y="453018"/>
                </a:lnTo>
                <a:moveTo>
                  <a:pt x="2068636" y="1280148"/>
                </a:moveTo>
                <a:lnTo>
                  <a:pt x="2109482" y="1333500"/>
                </a:lnTo>
                <a:moveTo>
                  <a:pt x="1357029" y="120397"/>
                </a:moveTo>
                <a:lnTo>
                  <a:pt x="1364435" y="121450"/>
                </a:lnTo>
                <a:moveTo>
                  <a:pt x="840402" y="237475"/>
                </a:moveTo>
                <a:lnTo>
                  <a:pt x="1063657" y="312572"/>
                </a:lnTo>
                <a:moveTo>
                  <a:pt x="1860460" y="1150615"/>
                </a:moveTo>
                <a:lnTo>
                  <a:pt x="1940284" y="1067161"/>
                </a:lnTo>
                <a:moveTo>
                  <a:pt x="2091487" y="502152"/>
                </a:moveTo>
                <a:lnTo>
                  <a:pt x="2230593" y="483833"/>
                </a:lnTo>
                <a:moveTo>
                  <a:pt x="1879187" y="1175064"/>
                </a:moveTo>
                <a:lnTo>
                  <a:pt x="1940284" y="1067161"/>
                </a:lnTo>
                <a:moveTo>
                  <a:pt x="2146128" y="1278264"/>
                </a:moveTo>
                <a:lnTo>
                  <a:pt x="2149481" y="1333500"/>
                </a:lnTo>
                <a:moveTo>
                  <a:pt x="1974468" y="511983"/>
                </a:moveTo>
                <a:lnTo>
                  <a:pt x="2024973" y="410785"/>
                </a:lnTo>
                <a:moveTo>
                  <a:pt x="447292" y="540161"/>
                </a:moveTo>
                <a:lnTo>
                  <a:pt x="552369" y="458513"/>
                </a:lnTo>
                <a:moveTo>
                  <a:pt x="242789" y="881691"/>
                </a:moveTo>
                <a:lnTo>
                  <a:pt x="279227" y="926199"/>
                </a:lnTo>
                <a:moveTo>
                  <a:pt x="223165" y="461058"/>
                </a:moveTo>
                <a:lnTo>
                  <a:pt x="331051" y="462040"/>
                </a:lnTo>
                <a:moveTo>
                  <a:pt x="2003296" y="1194134"/>
                </a:moveTo>
                <a:lnTo>
                  <a:pt x="1909989" y="1175279"/>
                </a:lnTo>
                <a:moveTo>
                  <a:pt x="1506527" y="610734"/>
                </a:moveTo>
                <a:lnTo>
                  <a:pt x="1574725" y="613305"/>
                </a:lnTo>
                <a:moveTo>
                  <a:pt x="2024973" y="410785"/>
                </a:moveTo>
                <a:lnTo>
                  <a:pt x="2091487" y="502152"/>
                </a:lnTo>
                <a:moveTo>
                  <a:pt x="447292" y="540161"/>
                </a:moveTo>
                <a:lnTo>
                  <a:pt x="560343" y="453018"/>
                </a:lnTo>
                <a:moveTo>
                  <a:pt x="1754581" y="989292"/>
                </a:moveTo>
                <a:lnTo>
                  <a:pt x="1862751" y="919633"/>
                </a:lnTo>
                <a:moveTo>
                  <a:pt x="350235" y="495799"/>
                </a:moveTo>
                <a:lnTo>
                  <a:pt x="344347" y="633093"/>
                </a:lnTo>
                <a:moveTo>
                  <a:pt x="1860460" y="1150615"/>
                </a:moveTo>
                <a:lnTo>
                  <a:pt x="1863022" y="920089"/>
                </a:lnTo>
                <a:moveTo>
                  <a:pt x="840228" y="237165"/>
                </a:moveTo>
                <a:lnTo>
                  <a:pt x="840402" y="237475"/>
                </a:lnTo>
                <a:moveTo>
                  <a:pt x="2230593" y="483833"/>
                </a:moveTo>
                <a:lnTo>
                  <a:pt x="2198835" y="500509"/>
                </a:lnTo>
                <a:moveTo>
                  <a:pt x="1897796" y="381080"/>
                </a:moveTo>
                <a:lnTo>
                  <a:pt x="1972680" y="402497"/>
                </a:lnTo>
                <a:moveTo>
                  <a:pt x="1754581" y="989292"/>
                </a:moveTo>
                <a:lnTo>
                  <a:pt x="1770093" y="765215"/>
                </a:lnTo>
                <a:moveTo>
                  <a:pt x="2197535" y="1333500"/>
                </a:moveTo>
                <a:lnTo>
                  <a:pt x="2237348" y="1282856"/>
                </a:lnTo>
                <a:moveTo>
                  <a:pt x="223165" y="461058"/>
                </a:moveTo>
                <a:lnTo>
                  <a:pt x="343273" y="458955"/>
                </a:lnTo>
                <a:moveTo>
                  <a:pt x="1495255" y="148788"/>
                </a:moveTo>
                <a:lnTo>
                  <a:pt x="1576118" y="172839"/>
                </a:lnTo>
                <a:moveTo>
                  <a:pt x="279227" y="926199"/>
                </a:moveTo>
                <a:lnTo>
                  <a:pt x="424259" y="1046223"/>
                </a:lnTo>
                <a:moveTo>
                  <a:pt x="516784" y="1076373"/>
                </a:moveTo>
                <a:lnTo>
                  <a:pt x="530243" y="1089705"/>
                </a:lnTo>
                <a:moveTo>
                  <a:pt x="343273" y="458955"/>
                </a:moveTo>
                <a:lnTo>
                  <a:pt x="434489" y="472406"/>
                </a:lnTo>
                <a:moveTo>
                  <a:pt x="2230593" y="483833"/>
                </a:moveTo>
                <a:lnTo>
                  <a:pt x="2331860" y="382023"/>
                </a:lnTo>
                <a:moveTo>
                  <a:pt x="1174741" y="132380"/>
                </a:moveTo>
                <a:lnTo>
                  <a:pt x="1170749" y="46975"/>
                </a:lnTo>
                <a:moveTo>
                  <a:pt x="623349" y="196422"/>
                </a:moveTo>
                <a:lnTo>
                  <a:pt x="840228" y="237165"/>
                </a:lnTo>
                <a:moveTo>
                  <a:pt x="253341" y="910349"/>
                </a:moveTo>
                <a:lnTo>
                  <a:pt x="242789" y="881691"/>
                </a:lnTo>
                <a:moveTo>
                  <a:pt x="184544" y="512287"/>
                </a:moveTo>
                <a:lnTo>
                  <a:pt x="223165" y="461058"/>
                </a:lnTo>
                <a:moveTo>
                  <a:pt x="948086" y="338682"/>
                </a:moveTo>
                <a:lnTo>
                  <a:pt x="1063657" y="312572"/>
                </a:lnTo>
                <a:moveTo>
                  <a:pt x="192835" y="702706"/>
                </a:moveTo>
                <a:lnTo>
                  <a:pt x="202913" y="753236"/>
                </a:lnTo>
                <a:moveTo>
                  <a:pt x="1756154" y="993236"/>
                </a:moveTo>
                <a:lnTo>
                  <a:pt x="1816865" y="949857"/>
                </a:lnTo>
                <a:moveTo>
                  <a:pt x="1364435" y="121450"/>
                </a:moveTo>
                <a:lnTo>
                  <a:pt x="1495255" y="148788"/>
                </a:lnTo>
                <a:moveTo>
                  <a:pt x="1754581" y="989292"/>
                </a:moveTo>
                <a:lnTo>
                  <a:pt x="1816865" y="949857"/>
                </a:lnTo>
                <a:moveTo>
                  <a:pt x="253341" y="910349"/>
                </a:moveTo>
                <a:lnTo>
                  <a:pt x="279227" y="926199"/>
                </a:lnTo>
                <a:moveTo>
                  <a:pt x="1816865" y="949857"/>
                </a:moveTo>
                <a:lnTo>
                  <a:pt x="1860460" y="1150615"/>
                </a:lnTo>
                <a:moveTo>
                  <a:pt x="1576118" y="172839"/>
                </a:moveTo>
                <a:lnTo>
                  <a:pt x="1669385" y="197138"/>
                </a:lnTo>
                <a:moveTo>
                  <a:pt x="1357029" y="120397"/>
                </a:moveTo>
                <a:lnTo>
                  <a:pt x="1495255" y="148788"/>
                </a:lnTo>
                <a:moveTo>
                  <a:pt x="202913" y="753236"/>
                </a:moveTo>
                <a:lnTo>
                  <a:pt x="242789" y="881691"/>
                </a:lnTo>
                <a:moveTo>
                  <a:pt x="469226" y="530848"/>
                </a:moveTo>
                <a:lnTo>
                  <a:pt x="560343" y="453018"/>
                </a:lnTo>
                <a:moveTo>
                  <a:pt x="638830" y="121380"/>
                </a:moveTo>
                <a:lnTo>
                  <a:pt x="840228" y="237165"/>
                </a:lnTo>
                <a:moveTo>
                  <a:pt x="251565" y="611355"/>
                </a:moveTo>
                <a:lnTo>
                  <a:pt x="344347" y="633093"/>
                </a:lnTo>
                <a:moveTo>
                  <a:pt x="1862086" y="269690"/>
                </a:moveTo>
                <a:lnTo>
                  <a:pt x="1897796" y="381080"/>
                </a:lnTo>
                <a:moveTo>
                  <a:pt x="1747080" y="232073"/>
                </a:moveTo>
                <a:lnTo>
                  <a:pt x="1862086" y="269690"/>
                </a:lnTo>
                <a:moveTo>
                  <a:pt x="545051" y="419783"/>
                </a:moveTo>
                <a:lnTo>
                  <a:pt x="469226" y="530848"/>
                </a:lnTo>
                <a:moveTo>
                  <a:pt x="1689474" y="848274"/>
                </a:moveTo>
                <a:lnTo>
                  <a:pt x="1770093" y="765215"/>
                </a:lnTo>
                <a:moveTo>
                  <a:pt x="1574725" y="613305"/>
                </a:moveTo>
                <a:lnTo>
                  <a:pt x="1633458" y="687499"/>
                </a:lnTo>
                <a:moveTo>
                  <a:pt x="1242146" y="717110"/>
                </a:moveTo>
                <a:lnTo>
                  <a:pt x="1295314" y="599976"/>
                </a:lnTo>
                <a:moveTo>
                  <a:pt x="434489" y="472406"/>
                </a:moveTo>
                <a:lnTo>
                  <a:pt x="545051" y="419783"/>
                </a:lnTo>
                <a:moveTo>
                  <a:pt x="1669385" y="197138"/>
                </a:moveTo>
                <a:lnTo>
                  <a:pt x="1747080" y="232073"/>
                </a:lnTo>
                <a:moveTo>
                  <a:pt x="2331860" y="382023"/>
                </a:moveTo>
                <a:lnTo>
                  <a:pt x="2432160" y="443542"/>
                </a:lnTo>
                <a:moveTo>
                  <a:pt x="594081" y="129420"/>
                </a:moveTo>
                <a:lnTo>
                  <a:pt x="623349" y="196422"/>
                </a:lnTo>
                <a:moveTo>
                  <a:pt x="623349" y="196422"/>
                </a:moveTo>
                <a:lnTo>
                  <a:pt x="638830" y="121380"/>
                </a:lnTo>
                <a:moveTo>
                  <a:pt x="2068636" y="1280148"/>
                </a:moveTo>
                <a:lnTo>
                  <a:pt x="2146128" y="1278264"/>
                </a:lnTo>
                <a:moveTo>
                  <a:pt x="2237348" y="1282856"/>
                </a:moveTo>
                <a:lnTo>
                  <a:pt x="2247084" y="1333500"/>
                </a:lnTo>
                <a:moveTo>
                  <a:pt x="792184" y="104867"/>
                </a:moveTo>
                <a:lnTo>
                  <a:pt x="840228" y="237165"/>
                </a:lnTo>
                <a:moveTo>
                  <a:pt x="1196956" y="0"/>
                </a:moveTo>
                <a:lnTo>
                  <a:pt x="1170749" y="46975"/>
                </a:lnTo>
                <a:moveTo>
                  <a:pt x="1170749" y="46975"/>
                </a:moveTo>
                <a:lnTo>
                  <a:pt x="1357029" y="120397"/>
                </a:lnTo>
                <a:moveTo>
                  <a:pt x="1633458" y="687499"/>
                </a:moveTo>
                <a:lnTo>
                  <a:pt x="1734599" y="710712"/>
                </a:lnTo>
                <a:moveTo>
                  <a:pt x="840402" y="237475"/>
                </a:moveTo>
                <a:lnTo>
                  <a:pt x="948086" y="338682"/>
                </a:lnTo>
                <a:moveTo>
                  <a:pt x="2091487" y="502152"/>
                </a:moveTo>
                <a:lnTo>
                  <a:pt x="2067497" y="449713"/>
                </a:lnTo>
                <a:moveTo>
                  <a:pt x="1410961" y="574261"/>
                </a:moveTo>
                <a:lnTo>
                  <a:pt x="1388894" y="625932"/>
                </a:lnTo>
                <a:moveTo>
                  <a:pt x="1063657" y="312572"/>
                </a:moveTo>
                <a:lnTo>
                  <a:pt x="1148621" y="292933"/>
                </a:lnTo>
                <a:moveTo>
                  <a:pt x="1754581" y="989292"/>
                </a:moveTo>
                <a:lnTo>
                  <a:pt x="1756154" y="993236"/>
                </a:lnTo>
                <a:moveTo>
                  <a:pt x="1140998" y="154313"/>
                </a:moveTo>
                <a:lnTo>
                  <a:pt x="1148621" y="292933"/>
                </a:lnTo>
                <a:moveTo>
                  <a:pt x="1756154" y="993236"/>
                </a:moveTo>
                <a:lnTo>
                  <a:pt x="1860460" y="1150615"/>
                </a:lnTo>
                <a:moveTo>
                  <a:pt x="838359" y="104057"/>
                </a:moveTo>
                <a:lnTo>
                  <a:pt x="840402" y="237475"/>
                </a:lnTo>
                <a:moveTo>
                  <a:pt x="1754004" y="990716"/>
                </a:moveTo>
                <a:lnTo>
                  <a:pt x="1756154" y="993236"/>
                </a:lnTo>
                <a:moveTo>
                  <a:pt x="840228" y="237165"/>
                </a:moveTo>
                <a:lnTo>
                  <a:pt x="838359" y="104057"/>
                </a:lnTo>
                <a:moveTo>
                  <a:pt x="1140998" y="154313"/>
                </a:moveTo>
                <a:lnTo>
                  <a:pt x="1169363" y="248247"/>
                </a:lnTo>
                <a:moveTo>
                  <a:pt x="1754004" y="990716"/>
                </a:moveTo>
                <a:lnTo>
                  <a:pt x="1754581" y="989292"/>
                </a:lnTo>
                <a:moveTo>
                  <a:pt x="279227" y="926199"/>
                </a:moveTo>
                <a:lnTo>
                  <a:pt x="382715" y="1004594"/>
                </a:lnTo>
                <a:moveTo>
                  <a:pt x="179730" y="442024"/>
                </a:moveTo>
                <a:lnTo>
                  <a:pt x="184544" y="512287"/>
                </a:lnTo>
                <a:moveTo>
                  <a:pt x="1860460" y="1150615"/>
                </a:moveTo>
                <a:lnTo>
                  <a:pt x="1879187" y="1175064"/>
                </a:lnTo>
                <a:moveTo>
                  <a:pt x="594081" y="129420"/>
                </a:moveTo>
                <a:lnTo>
                  <a:pt x="638830" y="121380"/>
                </a:lnTo>
                <a:moveTo>
                  <a:pt x="731245" y="298143"/>
                </a:moveTo>
                <a:lnTo>
                  <a:pt x="840228" y="237165"/>
                </a:lnTo>
                <a:moveTo>
                  <a:pt x="1238518" y="130948"/>
                </a:moveTo>
                <a:lnTo>
                  <a:pt x="1357029" y="120397"/>
                </a:lnTo>
                <a:moveTo>
                  <a:pt x="1972680" y="402497"/>
                </a:moveTo>
                <a:lnTo>
                  <a:pt x="2024973" y="410785"/>
                </a:lnTo>
                <a:moveTo>
                  <a:pt x="1357029" y="120397"/>
                </a:moveTo>
                <a:lnTo>
                  <a:pt x="1449590" y="140965"/>
                </a:lnTo>
                <a:moveTo>
                  <a:pt x="447292" y="540161"/>
                </a:moveTo>
                <a:lnTo>
                  <a:pt x="469226" y="530848"/>
                </a:lnTo>
                <a:moveTo>
                  <a:pt x="591648" y="152048"/>
                </a:moveTo>
                <a:lnTo>
                  <a:pt x="623349" y="196422"/>
                </a:lnTo>
                <a:moveTo>
                  <a:pt x="251565" y="611355"/>
                </a:moveTo>
                <a:lnTo>
                  <a:pt x="243795" y="738687"/>
                </a:lnTo>
                <a:moveTo>
                  <a:pt x="382715" y="1004594"/>
                </a:moveTo>
                <a:lnTo>
                  <a:pt x="424259" y="1046223"/>
                </a:lnTo>
                <a:moveTo>
                  <a:pt x="1734599" y="710712"/>
                </a:moveTo>
                <a:lnTo>
                  <a:pt x="1628625" y="709375"/>
                </a:lnTo>
                <a:moveTo>
                  <a:pt x="1628625" y="709375"/>
                </a:moveTo>
                <a:lnTo>
                  <a:pt x="1770093" y="765215"/>
                </a:lnTo>
                <a:moveTo>
                  <a:pt x="638830" y="121380"/>
                </a:moveTo>
                <a:lnTo>
                  <a:pt x="792184" y="104867"/>
                </a:lnTo>
                <a:moveTo>
                  <a:pt x="623349" y="196422"/>
                </a:moveTo>
                <a:lnTo>
                  <a:pt x="731245" y="298143"/>
                </a:lnTo>
                <a:moveTo>
                  <a:pt x="1576118" y="172839"/>
                </a:moveTo>
                <a:lnTo>
                  <a:pt x="1608034" y="187852"/>
                </a:lnTo>
                <a:moveTo>
                  <a:pt x="344347" y="633093"/>
                </a:moveTo>
                <a:lnTo>
                  <a:pt x="447292" y="540161"/>
                </a:lnTo>
                <a:moveTo>
                  <a:pt x="2230593" y="483833"/>
                </a:moveTo>
                <a:lnTo>
                  <a:pt x="2296470" y="549129"/>
                </a:lnTo>
                <a:moveTo>
                  <a:pt x="192835" y="702706"/>
                </a:moveTo>
                <a:lnTo>
                  <a:pt x="243795" y="738687"/>
                </a:lnTo>
                <a:moveTo>
                  <a:pt x="1909989" y="1175279"/>
                </a:moveTo>
                <a:lnTo>
                  <a:pt x="2068636" y="1280148"/>
                </a:lnTo>
                <a:moveTo>
                  <a:pt x="2230593" y="483833"/>
                </a:moveTo>
                <a:lnTo>
                  <a:pt x="2432160" y="443542"/>
                </a:lnTo>
                <a:moveTo>
                  <a:pt x="2146128" y="1278264"/>
                </a:moveTo>
                <a:lnTo>
                  <a:pt x="2237348" y="1282856"/>
                </a:lnTo>
                <a:moveTo>
                  <a:pt x="1689474" y="848274"/>
                </a:moveTo>
                <a:lnTo>
                  <a:pt x="1754581" y="989292"/>
                </a:lnTo>
                <a:moveTo>
                  <a:pt x="594081" y="129420"/>
                </a:moveTo>
                <a:lnTo>
                  <a:pt x="591648" y="152048"/>
                </a:lnTo>
                <a:moveTo>
                  <a:pt x="1689474" y="848274"/>
                </a:moveTo>
                <a:lnTo>
                  <a:pt x="1754004" y="990716"/>
                </a:lnTo>
                <a:moveTo>
                  <a:pt x="1063657" y="312572"/>
                </a:moveTo>
                <a:lnTo>
                  <a:pt x="1048422" y="400399"/>
                </a:lnTo>
                <a:moveTo>
                  <a:pt x="1506527" y="610734"/>
                </a:moveTo>
                <a:lnTo>
                  <a:pt x="1633458" y="687499"/>
                </a:lnTo>
                <a:moveTo>
                  <a:pt x="424259" y="1046223"/>
                </a:moveTo>
                <a:lnTo>
                  <a:pt x="530243" y="1089705"/>
                </a:lnTo>
                <a:moveTo>
                  <a:pt x="792184" y="104867"/>
                </a:moveTo>
                <a:lnTo>
                  <a:pt x="838359" y="104057"/>
                </a:lnTo>
                <a:moveTo>
                  <a:pt x="1879187" y="1175064"/>
                </a:moveTo>
                <a:lnTo>
                  <a:pt x="1909989" y="1175279"/>
                </a:lnTo>
                <a:moveTo>
                  <a:pt x="434489" y="472406"/>
                </a:moveTo>
                <a:lnTo>
                  <a:pt x="469226" y="530848"/>
                </a:lnTo>
                <a:moveTo>
                  <a:pt x="223165" y="461058"/>
                </a:moveTo>
                <a:lnTo>
                  <a:pt x="434489" y="472406"/>
                </a:lnTo>
                <a:moveTo>
                  <a:pt x="1972680" y="402497"/>
                </a:moveTo>
                <a:lnTo>
                  <a:pt x="1998185" y="360906"/>
                </a:lnTo>
                <a:moveTo>
                  <a:pt x="1744159" y="1215904"/>
                </a:moveTo>
                <a:lnTo>
                  <a:pt x="1860460" y="1150615"/>
                </a:lnTo>
                <a:moveTo>
                  <a:pt x="882034" y="322639"/>
                </a:moveTo>
                <a:lnTo>
                  <a:pt x="840402" y="237475"/>
                </a:lnTo>
                <a:moveTo>
                  <a:pt x="840228" y="237165"/>
                </a:moveTo>
                <a:lnTo>
                  <a:pt x="882034" y="322639"/>
                </a:lnTo>
                <a:moveTo>
                  <a:pt x="1744159" y="1215904"/>
                </a:moveTo>
                <a:lnTo>
                  <a:pt x="1879187" y="1175064"/>
                </a:lnTo>
                <a:moveTo>
                  <a:pt x="2296470" y="549129"/>
                </a:moveTo>
                <a:lnTo>
                  <a:pt x="2432160" y="443542"/>
                </a:lnTo>
                <a:moveTo>
                  <a:pt x="2296470" y="549129"/>
                </a:moveTo>
                <a:lnTo>
                  <a:pt x="2385983" y="535471"/>
                </a:lnTo>
                <a:moveTo>
                  <a:pt x="1669385" y="197138"/>
                </a:moveTo>
                <a:lnTo>
                  <a:pt x="1862086" y="269690"/>
                </a:lnTo>
                <a:moveTo>
                  <a:pt x="344347" y="633093"/>
                </a:moveTo>
                <a:lnTo>
                  <a:pt x="469226" y="530848"/>
                </a:lnTo>
                <a:moveTo>
                  <a:pt x="279227" y="926199"/>
                </a:moveTo>
                <a:lnTo>
                  <a:pt x="327064" y="974800"/>
                </a:lnTo>
                <a:moveTo>
                  <a:pt x="2432160" y="443542"/>
                </a:moveTo>
                <a:lnTo>
                  <a:pt x="2385983" y="535471"/>
                </a:lnTo>
                <a:moveTo>
                  <a:pt x="1506527" y="610734"/>
                </a:moveTo>
                <a:lnTo>
                  <a:pt x="1608672" y="682021"/>
                </a:lnTo>
                <a:moveTo>
                  <a:pt x="1449590" y="140965"/>
                </a:moveTo>
                <a:lnTo>
                  <a:pt x="1495255" y="148788"/>
                </a:lnTo>
                <a:moveTo>
                  <a:pt x="2237348" y="1282856"/>
                </a:moveTo>
                <a:lnTo>
                  <a:pt x="2371822" y="1267450"/>
                </a:lnTo>
                <a:moveTo>
                  <a:pt x="2067497" y="449713"/>
                </a:moveTo>
                <a:lnTo>
                  <a:pt x="2230593" y="483833"/>
                </a:lnTo>
                <a:moveTo>
                  <a:pt x="1998185" y="360906"/>
                </a:moveTo>
                <a:lnTo>
                  <a:pt x="2024973" y="410785"/>
                </a:lnTo>
                <a:moveTo>
                  <a:pt x="1242146" y="717110"/>
                </a:moveTo>
                <a:lnTo>
                  <a:pt x="1388894" y="625932"/>
                </a:lnTo>
                <a:moveTo>
                  <a:pt x="1981852" y="1201957"/>
                </a:moveTo>
                <a:lnTo>
                  <a:pt x="2068636" y="1280148"/>
                </a:lnTo>
                <a:moveTo>
                  <a:pt x="2296470" y="549129"/>
                </a:moveTo>
                <a:lnTo>
                  <a:pt x="2338109" y="583541"/>
                </a:lnTo>
                <a:moveTo>
                  <a:pt x="1295314" y="599976"/>
                </a:moveTo>
                <a:lnTo>
                  <a:pt x="1388894" y="625932"/>
                </a:lnTo>
                <a:moveTo>
                  <a:pt x="2338109" y="583541"/>
                </a:moveTo>
                <a:lnTo>
                  <a:pt x="2385983" y="535471"/>
                </a:lnTo>
                <a:moveTo>
                  <a:pt x="1388894" y="625932"/>
                </a:moveTo>
                <a:lnTo>
                  <a:pt x="1506527" y="610734"/>
                </a:lnTo>
                <a:moveTo>
                  <a:pt x="1170749" y="46975"/>
                </a:moveTo>
                <a:lnTo>
                  <a:pt x="1238518" y="130948"/>
                </a:lnTo>
                <a:moveTo>
                  <a:pt x="2024973" y="410785"/>
                </a:moveTo>
                <a:lnTo>
                  <a:pt x="2067497" y="449713"/>
                </a:lnTo>
                <a:moveTo>
                  <a:pt x="253341" y="910349"/>
                </a:moveTo>
                <a:lnTo>
                  <a:pt x="327064" y="974800"/>
                </a:lnTo>
                <a:moveTo>
                  <a:pt x="202913" y="753236"/>
                </a:moveTo>
                <a:lnTo>
                  <a:pt x="243795" y="738687"/>
                </a:lnTo>
                <a:moveTo>
                  <a:pt x="1756154" y="993236"/>
                </a:moveTo>
                <a:lnTo>
                  <a:pt x="1688536" y="1079608"/>
                </a:lnTo>
                <a:moveTo>
                  <a:pt x="179730" y="442024"/>
                </a:moveTo>
                <a:lnTo>
                  <a:pt x="223165" y="461058"/>
                </a:lnTo>
                <a:moveTo>
                  <a:pt x="382715" y="1004594"/>
                </a:moveTo>
                <a:lnTo>
                  <a:pt x="530243" y="1089705"/>
                </a:lnTo>
                <a:moveTo>
                  <a:pt x="1981852" y="1201957"/>
                </a:moveTo>
                <a:lnTo>
                  <a:pt x="2146128" y="1278264"/>
                </a:lnTo>
                <a:moveTo>
                  <a:pt x="1688536" y="1079608"/>
                </a:moveTo>
                <a:lnTo>
                  <a:pt x="1860460" y="1150615"/>
                </a:lnTo>
                <a:moveTo>
                  <a:pt x="149007" y="874788"/>
                </a:moveTo>
                <a:lnTo>
                  <a:pt x="253341" y="910349"/>
                </a:lnTo>
                <a:moveTo>
                  <a:pt x="1754004" y="990716"/>
                </a:moveTo>
                <a:lnTo>
                  <a:pt x="1688536" y="1079608"/>
                </a:lnTo>
                <a:moveTo>
                  <a:pt x="2109795" y="482282"/>
                </a:moveTo>
                <a:lnTo>
                  <a:pt x="2230593" y="483833"/>
                </a:lnTo>
                <a:moveTo>
                  <a:pt x="2230593" y="483833"/>
                </a:moveTo>
                <a:lnTo>
                  <a:pt x="2204045" y="626308"/>
                </a:lnTo>
                <a:moveTo>
                  <a:pt x="2154038" y="1173606"/>
                </a:moveTo>
                <a:lnTo>
                  <a:pt x="2146128" y="1278264"/>
                </a:lnTo>
                <a:moveTo>
                  <a:pt x="2146128" y="1278264"/>
                </a:moveTo>
                <a:lnTo>
                  <a:pt x="2214134" y="1163345"/>
                </a:lnTo>
                <a:moveTo>
                  <a:pt x="1628625" y="709375"/>
                </a:moveTo>
                <a:lnTo>
                  <a:pt x="1689474" y="848274"/>
                </a:lnTo>
                <a:moveTo>
                  <a:pt x="623349" y="196422"/>
                </a:moveTo>
                <a:lnTo>
                  <a:pt x="680643" y="206572"/>
                </a:lnTo>
                <a:moveTo>
                  <a:pt x="1495255" y="148788"/>
                </a:moveTo>
                <a:lnTo>
                  <a:pt x="1608034" y="187852"/>
                </a:lnTo>
                <a:moveTo>
                  <a:pt x="1357029" y="120397"/>
                </a:moveTo>
                <a:lnTo>
                  <a:pt x="1332396" y="158489"/>
                </a:lnTo>
                <a:moveTo>
                  <a:pt x="223165" y="461058"/>
                </a:moveTo>
                <a:lnTo>
                  <a:pt x="253186" y="437873"/>
                </a:lnTo>
                <a:moveTo>
                  <a:pt x="882034" y="322639"/>
                </a:moveTo>
                <a:lnTo>
                  <a:pt x="948086" y="338682"/>
                </a:lnTo>
                <a:moveTo>
                  <a:pt x="1608672" y="682021"/>
                </a:moveTo>
                <a:lnTo>
                  <a:pt x="1633458" y="687499"/>
                </a:lnTo>
                <a:moveTo>
                  <a:pt x="1238518" y="130948"/>
                </a:moveTo>
                <a:lnTo>
                  <a:pt x="1169363" y="248247"/>
                </a:lnTo>
                <a:moveTo>
                  <a:pt x="1633458" y="687499"/>
                </a:moveTo>
                <a:lnTo>
                  <a:pt x="1628625" y="709375"/>
                </a:lnTo>
                <a:moveTo>
                  <a:pt x="243795" y="738687"/>
                </a:moveTo>
                <a:lnTo>
                  <a:pt x="344347" y="633093"/>
                </a:lnTo>
                <a:moveTo>
                  <a:pt x="1646263" y="926147"/>
                </a:moveTo>
                <a:lnTo>
                  <a:pt x="1754004" y="990716"/>
                </a:lnTo>
                <a:moveTo>
                  <a:pt x="1148621" y="292933"/>
                </a:moveTo>
                <a:lnTo>
                  <a:pt x="1169363" y="248247"/>
                </a:lnTo>
                <a:moveTo>
                  <a:pt x="1608034" y="187852"/>
                </a:moveTo>
                <a:lnTo>
                  <a:pt x="1669385" y="197138"/>
                </a:lnTo>
                <a:moveTo>
                  <a:pt x="948086" y="338682"/>
                </a:moveTo>
                <a:lnTo>
                  <a:pt x="1048422" y="400399"/>
                </a:lnTo>
                <a:moveTo>
                  <a:pt x="327064" y="974800"/>
                </a:moveTo>
                <a:lnTo>
                  <a:pt x="382715" y="1004594"/>
                </a:lnTo>
                <a:moveTo>
                  <a:pt x="2214134" y="1163345"/>
                </a:moveTo>
                <a:lnTo>
                  <a:pt x="2237348" y="1282856"/>
                </a:lnTo>
                <a:moveTo>
                  <a:pt x="2204045" y="626308"/>
                </a:moveTo>
                <a:lnTo>
                  <a:pt x="2296470" y="549129"/>
                </a:lnTo>
                <a:moveTo>
                  <a:pt x="223165" y="461058"/>
                </a:moveTo>
                <a:lnTo>
                  <a:pt x="361997" y="435921"/>
                </a:lnTo>
                <a:moveTo>
                  <a:pt x="361997" y="435921"/>
                </a:moveTo>
                <a:lnTo>
                  <a:pt x="434489" y="472406"/>
                </a:lnTo>
                <a:moveTo>
                  <a:pt x="1998185" y="360906"/>
                </a:moveTo>
                <a:lnTo>
                  <a:pt x="2067497" y="449713"/>
                </a:lnTo>
                <a:moveTo>
                  <a:pt x="1909989" y="1175279"/>
                </a:moveTo>
                <a:lnTo>
                  <a:pt x="1981852" y="1201957"/>
                </a:lnTo>
                <a:moveTo>
                  <a:pt x="840228" y="237165"/>
                </a:moveTo>
                <a:lnTo>
                  <a:pt x="784934" y="224462"/>
                </a:lnTo>
                <a:moveTo>
                  <a:pt x="1608672" y="682021"/>
                </a:moveTo>
                <a:lnTo>
                  <a:pt x="1628625" y="709375"/>
                </a:lnTo>
                <a:moveTo>
                  <a:pt x="395175" y="617178"/>
                </a:moveTo>
                <a:lnTo>
                  <a:pt x="469226" y="530848"/>
                </a:lnTo>
                <a:moveTo>
                  <a:pt x="2214134" y="1163345"/>
                </a:moveTo>
                <a:lnTo>
                  <a:pt x="2371822" y="1267450"/>
                </a:lnTo>
                <a:moveTo>
                  <a:pt x="1909989" y="1175279"/>
                </a:moveTo>
                <a:lnTo>
                  <a:pt x="1972544" y="1199843"/>
                </a:lnTo>
                <a:moveTo>
                  <a:pt x="1449590" y="140965"/>
                </a:moveTo>
                <a:lnTo>
                  <a:pt x="1608034" y="187852"/>
                </a:lnTo>
                <a:moveTo>
                  <a:pt x="1754004" y="990716"/>
                </a:moveTo>
                <a:lnTo>
                  <a:pt x="1641823" y="947749"/>
                </a:lnTo>
                <a:moveTo>
                  <a:pt x="591648" y="152048"/>
                </a:moveTo>
                <a:lnTo>
                  <a:pt x="680643" y="206572"/>
                </a:lnTo>
                <a:moveTo>
                  <a:pt x="1688536" y="1079608"/>
                </a:moveTo>
                <a:lnTo>
                  <a:pt x="1744159" y="1215904"/>
                </a:lnTo>
                <a:moveTo>
                  <a:pt x="344347" y="633093"/>
                </a:moveTo>
                <a:lnTo>
                  <a:pt x="395175" y="617178"/>
                </a:lnTo>
                <a:moveTo>
                  <a:pt x="179730" y="442024"/>
                </a:moveTo>
                <a:lnTo>
                  <a:pt x="253186" y="437873"/>
                </a:lnTo>
                <a:moveTo>
                  <a:pt x="1764634" y="231931"/>
                </a:moveTo>
                <a:lnTo>
                  <a:pt x="1862086" y="269690"/>
                </a:lnTo>
                <a:moveTo>
                  <a:pt x="1646263" y="926147"/>
                </a:moveTo>
                <a:lnTo>
                  <a:pt x="1689474" y="848274"/>
                </a:lnTo>
                <a:moveTo>
                  <a:pt x="2204045" y="626308"/>
                </a:moveTo>
                <a:lnTo>
                  <a:pt x="2338109" y="583541"/>
                </a:lnTo>
                <a:moveTo>
                  <a:pt x="2352183" y="1149073"/>
                </a:moveTo>
                <a:lnTo>
                  <a:pt x="2371822" y="1267450"/>
                </a:lnTo>
                <a:moveTo>
                  <a:pt x="680643" y="206572"/>
                </a:moveTo>
                <a:lnTo>
                  <a:pt x="731245" y="298143"/>
                </a:lnTo>
                <a:moveTo>
                  <a:pt x="1148621" y="292933"/>
                </a:moveTo>
                <a:lnTo>
                  <a:pt x="1166887" y="276853"/>
                </a:lnTo>
                <a:moveTo>
                  <a:pt x="1169363" y="248247"/>
                </a:moveTo>
                <a:lnTo>
                  <a:pt x="1166887" y="276853"/>
                </a:lnTo>
                <a:moveTo>
                  <a:pt x="1669385" y="197138"/>
                </a:moveTo>
                <a:lnTo>
                  <a:pt x="1764634" y="231931"/>
                </a:lnTo>
                <a:moveTo>
                  <a:pt x="192995" y="680373"/>
                </a:moveTo>
                <a:lnTo>
                  <a:pt x="202913" y="753236"/>
                </a:lnTo>
                <a:moveTo>
                  <a:pt x="1048422" y="400399"/>
                </a:moveTo>
                <a:lnTo>
                  <a:pt x="1148621" y="292933"/>
                </a:lnTo>
                <a:moveTo>
                  <a:pt x="2232366" y="661667"/>
                </a:moveTo>
                <a:lnTo>
                  <a:pt x="2338109" y="583541"/>
                </a:lnTo>
                <a:moveTo>
                  <a:pt x="2338109" y="583541"/>
                </a:moveTo>
                <a:lnTo>
                  <a:pt x="2316432" y="790871"/>
                </a:lnTo>
                <a:moveTo>
                  <a:pt x="382715" y="1004594"/>
                </a:moveTo>
                <a:lnTo>
                  <a:pt x="475432" y="1025989"/>
                </a:lnTo>
                <a:moveTo>
                  <a:pt x="1506527" y="610734"/>
                </a:moveTo>
                <a:lnTo>
                  <a:pt x="1486053" y="670834"/>
                </a:lnTo>
                <a:moveTo>
                  <a:pt x="1998185" y="360906"/>
                </a:moveTo>
                <a:lnTo>
                  <a:pt x="2098682" y="475245"/>
                </a:lnTo>
                <a:moveTo>
                  <a:pt x="2067497" y="449713"/>
                </a:moveTo>
                <a:lnTo>
                  <a:pt x="2109795" y="482282"/>
                </a:lnTo>
                <a:moveTo>
                  <a:pt x="1909989" y="1175279"/>
                </a:moveTo>
                <a:lnTo>
                  <a:pt x="1908341" y="1249739"/>
                </a:lnTo>
                <a:moveTo>
                  <a:pt x="253341" y="910349"/>
                </a:moveTo>
                <a:lnTo>
                  <a:pt x="265850" y="879988"/>
                </a:lnTo>
                <a:moveTo>
                  <a:pt x="253186" y="437873"/>
                </a:moveTo>
                <a:lnTo>
                  <a:pt x="361997" y="435921"/>
                </a:lnTo>
                <a:moveTo>
                  <a:pt x="2067497" y="449713"/>
                </a:moveTo>
                <a:lnTo>
                  <a:pt x="2098682" y="475245"/>
                </a:lnTo>
                <a:moveTo>
                  <a:pt x="1628625" y="709375"/>
                </a:moveTo>
                <a:lnTo>
                  <a:pt x="1646263" y="926147"/>
                </a:lnTo>
                <a:moveTo>
                  <a:pt x="1981852" y="1201957"/>
                </a:moveTo>
                <a:lnTo>
                  <a:pt x="2154038" y="1173606"/>
                </a:lnTo>
                <a:moveTo>
                  <a:pt x="1972544" y="1199843"/>
                </a:moveTo>
                <a:lnTo>
                  <a:pt x="1981852" y="1201957"/>
                </a:lnTo>
                <a:moveTo>
                  <a:pt x="475432" y="1025989"/>
                </a:moveTo>
                <a:lnTo>
                  <a:pt x="530243" y="1089705"/>
                </a:lnTo>
                <a:moveTo>
                  <a:pt x="2154038" y="1173606"/>
                </a:moveTo>
                <a:lnTo>
                  <a:pt x="2214134" y="1163345"/>
                </a:lnTo>
                <a:moveTo>
                  <a:pt x="382715" y="1004594"/>
                </a:moveTo>
                <a:lnTo>
                  <a:pt x="449034" y="1007890"/>
                </a:lnTo>
                <a:moveTo>
                  <a:pt x="361779" y="491950"/>
                </a:moveTo>
                <a:lnTo>
                  <a:pt x="469226" y="530848"/>
                </a:lnTo>
                <a:moveTo>
                  <a:pt x="1669385" y="197138"/>
                </a:moveTo>
                <a:lnTo>
                  <a:pt x="1716339" y="229825"/>
                </a:lnTo>
                <a:moveTo>
                  <a:pt x="1238518" y="130948"/>
                </a:moveTo>
                <a:lnTo>
                  <a:pt x="1332396" y="158489"/>
                </a:lnTo>
                <a:moveTo>
                  <a:pt x="434489" y="472406"/>
                </a:moveTo>
                <a:lnTo>
                  <a:pt x="361779" y="491950"/>
                </a:lnTo>
                <a:moveTo>
                  <a:pt x="731245" y="298143"/>
                </a:moveTo>
                <a:lnTo>
                  <a:pt x="784934" y="224462"/>
                </a:lnTo>
                <a:moveTo>
                  <a:pt x="2109795" y="482282"/>
                </a:moveTo>
                <a:lnTo>
                  <a:pt x="2204045" y="626308"/>
                </a:lnTo>
                <a:moveTo>
                  <a:pt x="1332396" y="158489"/>
                </a:moveTo>
                <a:lnTo>
                  <a:pt x="1449590" y="140965"/>
                </a:lnTo>
                <a:moveTo>
                  <a:pt x="1449590" y="140965"/>
                </a:moveTo>
                <a:lnTo>
                  <a:pt x="1544164" y="172185"/>
                </a:lnTo>
                <a:moveTo>
                  <a:pt x="2204045" y="626308"/>
                </a:moveTo>
                <a:lnTo>
                  <a:pt x="2232366" y="661667"/>
                </a:lnTo>
                <a:moveTo>
                  <a:pt x="948086" y="338682"/>
                </a:moveTo>
                <a:lnTo>
                  <a:pt x="947678" y="392341"/>
                </a:lnTo>
                <a:moveTo>
                  <a:pt x="2214134" y="1163345"/>
                </a:moveTo>
                <a:lnTo>
                  <a:pt x="2352183" y="1149073"/>
                </a:lnTo>
                <a:moveTo>
                  <a:pt x="2098682" y="475245"/>
                </a:moveTo>
                <a:lnTo>
                  <a:pt x="2109795" y="482282"/>
                </a:lnTo>
                <a:moveTo>
                  <a:pt x="2232366" y="661667"/>
                </a:moveTo>
                <a:lnTo>
                  <a:pt x="2316432" y="790871"/>
                </a:lnTo>
                <a:moveTo>
                  <a:pt x="192995" y="680373"/>
                </a:moveTo>
                <a:lnTo>
                  <a:pt x="243795" y="738687"/>
                </a:lnTo>
                <a:moveTo>
                  <a:pt x="344347" y="633093"/>
                </a:moveTo>
                <a:lnTo>
                  <a:pt x="329720" y="724140"/>
                </a:lnTo>
                <a:moveTo>
                  <a:pt x="253186" y="437873"/>
                </a:moveTo>
                <a:lnTo>
                  <a:pt x="306270" y="431586"/>
                </a:lnTo>
                <a:moveTo>
                  <a:pt x="1908341" y="1249739"/>
                </a:moveTo>
                <a:lnTo>
                  <a:pt x="1972544" y="1199843"/>
                </a:lnTo>
                <a:moveTo>
                  <a:pt x="1544164" y="172185"/>
                </a:moveTo>
                <a:lnTo>
                  <a:pt x="1608034" y="187852"/>
                </a:lnTo>
                <a:moveTo>
                  <a:pt x="1641823" y="947749"/>
                </a:moveTo>
                <a:lnTo>
                  <a:pt x="1688536" y="1079608"/>
                </a:lnTo>
                <a:moveTo>
                  <a:pt x="1238518" y="130948"/>
                </a:moveTo>
                <a:lnTo>
                  <a:pt x="1231461" y="262057"/>
                </a:lnTo>
                <a:moveTo>
                  <a:pt x="1486053" y="670834"/>
                </a:moveTo>
                <a:lnTo>
                  <a:pt x="1608672" y="682021"/>
                </a:lnTo>
                <a:moveTo>
                  <a:pt x="1169363" y="248247"/>
                </a:moveTo>
                <a:lnTo>
                  <a:pt x="1231461" y="262057"/>
                </a:lnTo>
                <a:moveTo>
                  <a:pt x="784934" y="224462"/>
                </a:moveTo>
                <a:lnTo>
                  <a:pt x="882034" y="322639"/>
                </a:lnTo>
                <a:moveTo>
                  <a:pt x="1608034" y="187852"/>
                </a:moveTo>
                <a:lnTo>
                  <a:pt x="1716339" y="229825"/>
                </a:lnTo>
                <a:moveTo>
                  <a:pt x="327064" y="974800"/>
                </a:moveTo>
                <a:lnTo>
                  <a:pt x="449034" y="1007890"/>
                </a:lnTo>
                <a:moveTo>
                  <a:pt x="306270" y="431586"/>
                </a:moveTo>
                <a:lnTo>
                  <a:pt x="361997" y="435921"/>
                </a:lnTo>
                <a:moveTo>
                  <a:pt x="829699" y="222056"/>
                </a:moveTo>
                <a:lnTo>
                  <a:pt x="882034" y="322639"/>
                </a:lnTo>
                <a:moveTo>
                  <a:pt x="2109795" y="482282"/>
                </a:moveTo>
                <a:lnTo>
                  <a:pt x="2162157" y="680957"/>
                </a:lnTo>
                <a:moveTo>
                  <a:pt x="2204045" y="626308"/>
                </a:moveTo>
                <a:lnTo>
                  <a:pt x="2162157" y="680957"/>
                </a:lnTo>
                <a:moveTo>
                  <a:pt x="1646263" y="926147"/>
                </a:moveTo>
                <a:lnTo>
                  <a:pt x="1641823" y="947749"/>
                </a:lnTo>
                <a:moveTo>
                  <a:pt x="1148621" y="292933"/>
                </a:moveTo>
                <a:lnTo>
                  <a:pt x="1139146" y="411242"/>
                </a:lnTo>
                <a:moveTo>
                  <a:pt x="1388894" y="625932"/>
                </a:moveTo>
                <a:lnTo>
                  <a:pt x="1486053" y="670834"/>
                </a:lnTo>
                <a:moveTo>
                  <a:pt x="1608672" y="682021"/>
                </a:moveTo>
                <a:lnTo>
                  <a:pt x="1607089" y="817010"/>
                </a:lnTo>
                <a:moveTo>
                  <a:pt x="2162157" y="680957"/>
                </a:moveTo>
                <a:lnTo>
                  <a:pt x="2232366" y="661667"/>
                </a:lnTo>
                <a:moveTo>
                  <a:pt x="1607089" y="817010"/>
                </a:moveTo>
                <a:lnTo>
                  <a:pt x="1628625" y="709375"/>
                </a:lnTo>
                <a:moveTo>
                  <a:pt x="149007" y="874788"/>
                </a:moveTo>
                <a:lnTo>
                  <a:pt x="204978" y="877470"/>
                </a:lnTo>
                <a:moveTo>
                  <a:pt x="2154038" y="1173606"/>
                </a:moveTo>
                <a:lnTo>
                  <a:pt x="2161132" y="1090868"/>
                </a:lnTo>
                <a:moveTo>
                  <a:pt x="2098682" y="475245"/>
                </a:moveTo>
                <a:lnTo>
                  <a:pt x="2162157" y="680957"/>
                </a:lnTo>
                <a:moveTo>
                  <a:pt x="2161132" y="1090868"/>
                </a:moveTo>
                <a:lnTo>
                  <a:pt x="2214134" y="1163345"/>
                </a:lnTo>
                <a:moveTo>
                  <a:pt x="882034" y="322639"/>
                </a:moveTo>
                <a:lnTo>
                  <a:pt x="947678" y="392341"/>
                </a:lnTo>
                <a:moveTo>
                  <a:pt x="243795" y="738687"/>
                </a:moveTo>
                <a:lnTo>
                  <a:pt x="329720" y="724140"/>
                </a:lnTo>
                <a:moveTo>
                  <a:pt x="1608672" y="682021"/>
                </a:moveTo>
                <a:lnTo>
                  <a:pt x="1599873" y="803908"/>
                </a:lnTo>
                <a:moveTo>
                  <a:pt x="361997" y="435921"/>
                </a:moveTo>
                <a:lnTo>
                  <a:pt x="361779" y="491950"/>
                </a:lnTo>
                <a:moveTo>
                  <a:pt x="265850" y="879988"/>
                </a:moveTo>
                <a:lnTo>
                  <a:pt x="327064" y="974800"/>
                </a:lnTo>
                <a:moveTo>
                  <a:pt x="680643" y="206572"/>
                </a:moveTo>
                <a:lnTo>
                  <a:pt x="784934" y="224462"/>
                </a:lnTo>
                <a:moveTo>
                  <a:pt x="1166887" y="276853"/>
                </a:moveTo>
                <a:lnTo>
                  <a:pt x="1231461" y="262057"/>
                </a:lnTo>
                <a:moveTo>
                  <a:pt x="149007" y="874788"/>
                </a:moveTo>
                <a:lnTo>
                  <a:pt x="265850" y="879988"/>
                </a:lnTo>
                <a:moveTo>
                  <a:pt x="947678" y="392341"/>
                </a:moveTo>
                <a:lnTo>
                  <a:pt x="1048422" y="400399"/>
                </a:lnTo>
                <a:moveTo>
                  <a:pt x="361779" y="491950"/>
                </a:moveTo>
                <a:lnTo>
                  <a:pt x="395175" y="617178"/>
                </a:lnTo>
                <a:moveTo>
                  <a:pt x="1716339" y="229825"/>
                </a:moveTo>
                <a:lnTo>
                  <a:pt x="1764634" y="231931"/>
                </a:lnTo>
                <a:moveTo>
                  <a:pt x="1641917" y="1194864"/>
                </a:moveTo>
                <a:lnTo>
                  <a:pt x="1688536" y="1079608"/>
                </a:lnTo>
                <a:moveTo>
                  <a:pt x="1166887" y="276853"/>
                </a:moveTo>
                <a:lnTo>
                  <a:pt x="1174208" y="357468"/>
                </a:lnTo>
                <a:moveTo>
                  <a:pt x="449034" y="1007890"/>
                </a:moveTo>
                <a:lnTo>
                  <a:pt x="475432" y="1025989"/>
                </a:lnTo>
                <a:moveTo>
                  <a:pt x="1449590" y="140965"/>
                </a:moveTo>
                <a:lnTo>
                  <a:pt x="1426764" y="188619"/>
                </a:lnTo>
                <a:moveTo>
                  <a:pt x="1981852" y="1201957"/>
                </a:moveTo>
                <a:lnTo>
                  <a:pt x="2123739" y="1087501"/>
                </a:lnTo>
                <a:moveTo>
                  <a:pt x="1139146" y="411242"/>
                </a:moveTo>
                <a:lnTo>
                  <a:pt x="1166887" y="276853"/>
                </a:lnTo>
                <a:moveTo>
                  <a:pt x="1640399" y="1176930"/>
                </a:moveTo>
                <a:lnTo>
                  <a:pt x="1688536" y="1079608"/>
                </a:lnTo>
                <a:moveTo>
                  <a:pt x="1048422" y="400399"/>
                </a:moveTo>
                <a:lnTo>
                  <a:pt x="1139146" y="411242"/>
                </a:lnTo>
                <a:moveTo>
                  <a:pt x="2123739" y="1087501"/>
                </a:moveTo>
                <a:lnTo>
                  <a:pt x="2154038" y="1173606"/>
                </a:lnTo>
                <a:moveTo>
                  <a:pt x="243795" y="738687"/>
                </a:moveTo>
                <a:lnTo>
                  <a:pt x="290217" y="729549"/>
                </a:lnTo>
                <a:moveTo>
                  <a:pt x="329720" y="724140"/>
                </a:moveTo>
                <a:lnTo>
                  <a:pt x="395175" y="617178"/>
                </a:lnTo>
                <a:moveTo>
                  <a:pt x="343124" y="695160"/>
                </a:moveTo>
                <a:lnTo>
                  <a:pt x="395175" y="617178"/>
                </a:lnTo>
                <a:moveTo>
                  <a:pt x="2232366" y="661667"/>
                </a:moveTo>
                <a:lnTo>
                  <a:pt x="2148858" y="722031"/>
                </a:lnTo>
                <a:moveTo>
                  <a:pt x="2148858" y="722031"/>
                </a:moveTo>
                <a:lnTo>
                  <a:pt x="2316432" y="790871"/>
                </a:lnTo>
                <a:moveTo>
                  <a:pt x="1544164" y="172185"/>
                </a:moveTo>
                <a:lnTo>
                  <a:pt x="1716339" y="229825"/>
                </a:lnTo>
                <a:moveTo>
                  <a:pt x="1607089" y="817010"/>
                </a:moveTo>
                <a:lnTo>
                  <a:pt x="1646263" y="926147"/>
                </a:lnTo>
                <a:moveTo>
                  <a:pt x="2098682" y="475245"/>
                </a:moveTo>
                <a:lnTo>
                  <a:pt x="2112749" y="666367"/>
                </a:lnTo>
                <a:moveTo>
                  <a:pt x="1048422" y="400399"/>
                </a:moveTo>
                <a:lnTo>
                  <a:pt x="961603" y="421036"/>
                </a:lnTo>
                <a:moveTo>
                  <a:pt x="306270" y="431586"/>
                </a:moveTo>
                <a:lnTo>
                  <a:pt x="361779" y="491950"/>
                </a:lnTo>
                <a:moveTo>
                  <a:pt x="1646263" y="926147"/>
                </a:moveTo>
                <a:lnTo>
                  <a:pt x="1614867" y="825729"/>
                </a:lnTo>
                <a:moveTo>
                  <a:pt x="1231461" y="262057"/>
                </a:moveTo>
                <a:lnTo>
                  <a:pt x="1332396" y="158489"/>
                </a:lnTo>
                <a:moveTo>
                  <a:pt x="784934" y="224462"/>
                </a:moveTo>
                <a:lnTo>
                  <a:pt x="829699" y="222056"/>
                </a:lnTo>
                <a:moveTo>
                  <a:pt x="1764634" y="231931"/>
                </a:moveTo>
                <a:lnTo>
                  <a:pt x="1860789" y="271520"/>
                </a:lnTo>
                <a:moveTo>
                  <a:pt x="2098682" y="475245"/>
                </a:moveTo>
                <a:lnTo>
                  <a:pt x="2076179" y="577242"/>
                </a:lnTo>
                <a:moveTo>
                  <a:pt x="1399526" y="850652"/>
                </a:moveTo>
                <a:lnTo>
                  <a:pt x="1402677" y="837506"/>
                </a:lnTo>
                <a:moveTo>
                  <a:pt x="265850" y="879988"/>
                </a:moveTo>
                <a:lnTo>
                  <a:pt x="449034" y="1007890"/>
                </a:lnTo>
                <a:moveTo>
                  <a:pt x="1402677" y="837506"/>
                </a:moveTo>
                <a:lnTo>
                  <a:pt x="1486053" y="670834"/>
                </a:lnTo>
                <a:moveTo>
                  <a:pt x="204978" y="877470"/>
                </a:moveTo>
                <a:lnTo>
                  <a:pt x="265850" y="879988"/>
                </a:lnTo>
                <a:moveTo>
                  <a:pt x="1614867" y="825729"/>
                </a:moveTo>
                <a:lnTo>
                  <a:pt x="1641823" y="947749"/>
                </a:lnTo>
                <a:moveTo>
                  <a:pt x="829699" y="222056"/>
                </a:moveTo>
                <a:lnTo>
                  <a:pt x="947678" y="392341"/>
                </a:lnTo>
                <a:moveTo>
                  <a:pt x="2162157" y="680957"/>
                </a:moveTo>
                <a:lnTo>
                  <a:pt x="2148858" y="722031"/>
                </a:lnTo>
                <a:moveTo>
                  <a:pt x="2112749" y="666367"/>
                </a:moveTo>
                <a:lnTo>
                  <a:pt x="2162157" y="680957"/>
                </a:lnTo>
                <a:moveTo>
                  <a:pt x="1048422" y="400399"/>
                </a:moveTo>
                <a:lnTo>
                  <a:pt x="1031155" y="477473"/>
                </a:lnTo>
                <a:moveTo>
                  <a:pt x="1611759" y="1055983"/>
                </a:moveTo>
                <a:lnTo>
                  <a:pt x="1688536" y="1079608"/>
                </a:lnTo>
                <a:moveTo>
                  <a:pt x="1764634" y="231931"/>
                </a:moveTo>
                <a:lnTo>
                  <a:pt x="1818725" y="275645"/>
                </a:lnTo>
                <a:moveTo>
                  <a:pt x="361779" y="491950"/>
                </a:moveTo>
                <a:lnTo>
                  <a:pt x="343124" y="695160"/>
                </a:lnTo>
                <a:moveTo>
                  <a:pt x="192995" y="680373"/>
                </a:moveTo>
                <a:lnTo>
                  <a:pt x="290217" y="729549"/>
                </a:lnTo>
                <a:moveTo>
                  <a:pt x="2123739" y="1087501"/>
                </a:moveTo>
                <a:lnTo>
                  <a:pt x="2161132" y="1090868"/>
                </a:lnTo>
                <a:moveTo>
                  <a:pt x="1486053" y="670834"/>
                </a:moveTo>
                <a:lnTo>
                  <a:pt x="1599873" y="803908"/>
                </a:lnTo>
                <a:moveTo>
                  <a:pt x="1402677" y="837506"/>
                </a:moveTo>
                <a:lnTo>
                  <a:pt x="1599873" y="803908"/>
                </a:lnTo>
                <a:moveTo>
                  <a:pt x="1231461" y="262057"/>
                </a:moveTo>
                <a:lnTo>
                  <a:pt x="1174208" y="357468"/>
                </a:lnTo>
                <a:moveTo>
                  <a:pt x="1544164" y="172185"/>
                </a:moveTo>
                <a:lnTo>
                  <a:pt x="1640278" y="211554"/>
                </a:lnTo>
                <a:moveTo>
                  <a:pt x="1332396" y="158489"/>
                </a:moveTo>
                <a:lnTo>
                  <a:pt x="1426764" y="188619"/>
                </a:lnTo>
                <a:moveTo>
                  <a:pt x="1426764" y="188619"/>
                </a:moveTo>
                <a:lnTo>
                  <a:pt x="1544164" y="172185"/>
                </a:lnTo>
                <a:moveTo>
                  <a:pt x="306270" y="431586"/>
                </a:moveTo>
                <a:lnTo>
                  <a:pt x="370421" y="542816"/>
                </a:lnTo>
                <a:moveTo>
                  <a:pt x="109600" y="599978"/>
                </a:moveTo>
                <a:lnTo>
                  <a:pt x="192995" y="680373"/>
                </a:lnTo>
                <a:moveTo>
                  <a:pt x="329720" y="724140"/>
                </a:moveTo>
                <a:lnTo>
                  <a:pt x="343124" y="695160"/>
                </a:lnTo>
                <a:moveTo>
                  <a:pt x="1402677" y="837506"/>
                </a:moveTo>
                <a:lnTo>
                  <a:pt x="1565390" y="844114"/>
                </a:lnTo>
                <a:moveTo>
                  <a:pt x="204978" y="877470"/>
                </a:moveTo>
                <a:lnTo>
                  <a:pt x="231346" y="841259"/>
                </a:lnTo>
                <a:moveTo>
                  <a:pt x="1641917" y="1194864"/>
                </a:moveTo>
                <a:lnTo>
                  <a:pt x="1640399" y="1176930"/>
                </a:lnTo>
                <a:moveTo>
                  <a:pt x="1139146" y="411242"/>
                </a:moveTo>
                <a:lnTo>
                  <a:pt x="1174208" y="357468"/>
                </a:lnTo>
                <a:moveTo>
                  <a:pt x="416584" y="894382"/>
                </a:moveTo>
                <a:lnTo>
                  <a:pt x="449034" y="1007890"/>
                </a:lnTo>
                <a:moveTo>
                  <a:pt x="1605193" y="1003603"/>
                </a:moveTo>
                <a:lnTo>
                  <a:pt x="1641823" y="947749"/>
                </a:lnTo>
                <a:moveTo>
                  <a:pt x="1640278" y="211554"/>
                </a:moveTo>
                <a:lnTo>
                  <a:pt x="1716339" y="229825"/>
                </a:lnTo>
                <a:moveTo>
                  <a:pt x="1599873" y="803908"/>
                </a:moveTo>
                <a:lnTo>
                  <a:pt x="1607089" y="817010"/>
                </a:lnTo>
                <a:moveTo>
                  <a:pt x="1607089" y="817010"/>
                </a:moveTo>
                <a:lnTo>
                  <a:pt x="1614867" y="825729"/>
                </a:lnTo>
                <a:moveTo>
                  <a:pt x="1399526" y="850652"/>
                </a:moveTo>
                <a:lnTo>
                  <a:pt x="1502700" y="927383"/>
                </a:lnTo>
                <a:moveTo>
                  <a:pt x="370421" y="542816"/>
                </a:moveTo>
                <a:lnTo>
                  <a:pt x="361779" y="491950"/>
                </a:lnTo>
                <a:moveTo>
                  <a:pt x="1716339" y="229825"/>
                </a:moveTo>
                <a:lnTo>
                  <a:pt x="1818725" y="275645"/>
                </a:lnTo>
                <a:moveTo>
                  <a:pt x="947678" y="392341"/>
                </a:moveTo>
                <a:lnTo>
                  <a:pt x="961603" y="421036"/>
                </a:lnTo>
                <a:moveTo>
                  <a:pt x="2112749" y="666367"/>
                </a:moveTo>
                <a:lnTo>
                  <a:pt x="2148858" y="722031"/>
                </a:lnTo>
                <a:moveTo>
                  <a:pt x="1402677" y="837506"/>
                </a:moveTo>
                <a:lnTo>
                  <a:pt x="1502700" y="927383"/>
                </a:lnTo>
                <a:moveTo>
                  <a:pt x="231346" y="841259"/>
                </a:moveTo>
                <a:lnTo>
                  <a:pt x="265850" y="879988"/>
                </a:lnTo>
                <a:moveTo>
                  <a:pt x="1611759" y="1055983"/>
                </a:moveTo>
                <a:lnTo>
                  <a:pt x="1641823" y="947749"/>
                </a:lnTo>
                <a:moveTo>
                  <a:pt x="329720" y="724140"/>
                </a:moveTo>
                <a:lnTo>
                  <a:pt x="341038" y="713423"/>
                </a:lnTo>
                <a:moveTo>
                  <a:pt x="343124" y="695160"/>
                </a:moveTo>
                <a:lnTo>
                  <a:pt x="341038" y="713423"/>
                </a:lnTo>
                <a:moveTo>
                  <a:pt x="1599873" y="803908"/>
                </a:moveTo>
                <a:lnTo>
                  <a:pt x="1614867" y="825729"/>
                </a:lnTo>
                <a:moveTo>
                  <a:pt x="265850" y="879988"/>
                </a:moveTo>
                <a:lnTo>
                  <a:pt x="416584" y="894382"/>
                </a:lnTo>
                <a:moveTo>
                  <a:pt x="290217" y="729549"/>
                </a:moveTo>
                <a:lnTo>
                  <a:pt x="329720" y="724140"/>
                </a:lnTo>
                <a:moveTo>
                  <a:pt x="1565390" y="844114"/>
                </a:moveTo>
                <a:lnTo>
                  <a:pt x="1599873" y="803908"/>
                </a:lnTo>
                <a:moveTo>
                  <a:pt x="1565390" y="844114"/>
                </a:moveTo>
                <a:lnTo>
                  <a:pt x="1614867" y="825729"/>
                </a:lnTo>
                <a:moveTo>
                  <a:pt x="370421" y="542816"/>
                </a:moveTo>
                <a:lnTo>
                  <a:pt x="343124" y="695160"/>
                </a:lnTo>
                <a:moveTo>
                  <a:pt x="1332396" y="158489"/>
                </a:moveTo>
                <a:lnTo>
                  <a:pt x="1323820" y="281554"/>
                </a:lnTo>
                <a:moveTo>
                  <a:pt x="2076179" y="577242"/>
                </a:moveTo>
                <a:lnTo>
                  <a:pt x="2112749" y="666367"/>
                </a:lnTo>
                <a:moveTo>
                  <a:pt x="1628186" y="1122198"/>
                </a:moveTo>
                <a:lnTo>
                  <a:pt x="1640399" y="1176930"/>
                </a:lnTo>
                <a:moveTo>
                  <a:pt x="1489636" y="1027954"/>
                </a:moveTo>
                <a:lnTo>
                  <a:pt x="1628186" y="1122198"/>
                </a:lnTo>
                <a:moveTo>
                  <a:pt x="290217" y="729549"/>
                </a:moveTo>
                <a:lnTo>
                  <a:pt x="341038" y="713423"/>
                </a:lnTo>
                <a:moveTo>
                  <a:pt x="1818725" y="275645"/>
                </a:moveTo>
                <a:lnTo>
                  <a:pt x="1860789" y="271520"/>
                </a:lnTo>
                <a:moveTo>
                  <a:pt x="1502700" y="927383"/>
                </a:moveTo>
                <a:lnTo>
                  <a:pt x="1565390" y="844114"/>
                </a:lnTo>
                <a:moveTo>
                  <a:pt x="1174208" y="357468"/>
                </a:moveTo>
                <a:lnTo>
                  <a:pt x="1186480" y="409816"/>
                </a:lnTo>
                <a:moveTo>
                  <a:pt x="1614867" y="825729"/>
                </a:moveTo>
                <a:lnTo>
                  <a:pt x="1605193" y="1003603"/>
                </a:lnTo>
                <a:moveTo>
                  <a:pt x="1139146" y="411242"/>
                </a:moveTo>
                <a:lnTo>
                  <a:pt x="1186480" y="409816"/>
                </a:lnTo>
                <a:moveTo>
                  <a:pt x="1031155" y="477473"/>
                </a:moveTo>
                <a:lnTo>
                  <a:pt x="1139146" y="411242"/>
                </a:lnTo>
                <a:moveTo>
                  <a:pt x="109600" y="599978"/>
                </a:moveTo>
                <a:lnTo>
                  <a:pt x="290217" y="729549"/>
                </a:lnTo>
                <a:moveTo>
                  <a:pt x="1611759" y="1055983"/>
                </a:moveTo>
                <a:lnTo>
                  <a:pt x="1640399" y="1176930"/>
                </a:lnTo>
                <a:moveTo>
                  <a:pt x="1231461" y="262057"/>
                </a:moveTo>
                <a:lnTo>
                  <a:pt x="1323820" y="281554"/>
                </a:lnTo>
                <a:moveTo>
                  <a:pt x="1565390" y="844114"/>
                </a:moveTo>
                <a:lnTo>
                  <a:pt x="1605193" y="1003603"/>
                </a:lnTo>
                <a:moveTo>
                  <a:pt x="1544164" y="172185"/>
                </a:moveTo>
                <a:lnTo>
                  <a:pt x="1522777" y="227452"/>
                </a:lnTo>
                <a:moveTo>
                  <a:pt x="265850" y="879988"/>
                </a:moveTo>
                <a:lnTo>
                  <a:pt x="249607" y="791098"/>
                </a:lnTo>
                <a:moveTo>
                  <a:pt x="1489636" y="1027954"/>
                </a:moveTo>
                <a:lnTo>
                  <a:pt x="1611759" y="1055983"/>
                </a:lnTo>
                <a:moveTo>
                  <a:pt x="1640278" y="211554"/>
                </a:moveTo>
                <a:lnTo>
                  <a:pt x="1818725" y="275645"/>
                </a:lnTo>
                <a:moveTo>
                  <a:pt x="1640399" y="1176930"/>
                </a:moveTo>
                <a:lnTo>
                  <a:pt x="1751142" y="1217318"/>
                </a:lnTo>
                <a:moveTo>
                  <a:pt x="1860789" y="271520"/>
                </a:moveTo>
                <a:lnTo>
                  <a:pt x="1965063" y="354074"/>
                </a:lnTo>
                <a:moveTo>
                  <a:pt x="961603" y="421036"/>
                </a:moveTo>
                <a:lnTo>
                  <a:pt x="1031155" y="477473"/>
                </a:lnTo>
                <a:moveTo>
                  <a:pt x="1502700" y="927383"/>
                </a:moveTo>
                <a:lnTo>
                  <a:pt x="1605193" y="1003603"/>
                </a:lnTo>
                <a:moveTo>
                  <a:pt x="117956" y="616941"/>
                </a:moveTo>
                <a:lnTo>
                  <a:pt x="290217" y="729549"/>
                </a:lnTo>
                <a:moveTo>
                  <a:pt x="1231461" y="262057"/>
                </a:moveTo>
                <a:lnTo>
                  <a:pt x="1226689" y="405254"/>
                </a:lnTo>
                <a:moveTo>
                  <a:pt x="1994452" y="678055"/>
                </a:moveTo>
                <a:lnTo>
                  <a:pt x="2148858" y="722031"/>
                </a:lnTo>
                <a:moveTo>
                  <a:pt x="96566" y="597263"/>
                </a:moveTo>
                <a:lnTo>
                  <a:pt x="109600" y="599978"/>
                </a:lnTo>
                <a:moveTo>
                  <a:pt x="1994452" y="678055"/>
                </a:moveTo>
                <a:lnTo>
                  <a:pt x="2112749" y="666367"/>
                </a:lnTo>
                <a:moveTo>
                  <a:pt x="1611759" y="1055983"/>
                </a:moveTo>
                <a:lnTo>
                  <a:pt x="1628186" y="1122198"/>
                </a:lnTo>
                <a:moveTo>
                  <a:pt x="265850" y="879988"/>
                </a:moveTo>
                <a:lnTo>
                  <a:pt x="363485" y="794295"/>
                </a:lnTo>
                <a:moveTo>
                  <a:pt x="213839" y="748609"/>
                </a:moveTo>
                <a:lnTo>
                  <a:pt x="290217" y="729549"/>
                </a:lnTo>
                <a:moveTo>
                  <a:pt x="1628186" y="1122198"/>
                </a:moveTo>
                <a:lnTo>
                  <a:pt x="1617488" y="1058836"/>
                </a:lnTo>
                <a:moveTo>
                  <a:pt x="1984237" y="654661"/>
                </a:moveTo>
                <a:lnTo>
                  <a:pt x="2112749" y="666367"/>
                </a:lnTo>
                <a:moveTo>
                  <a:pt x="1640399" y="1176930"/>
                </a:moveTo>
                <a:lnTo>
                  <a:pt x="1797041" y="1052883"/>
                </a:lnTo>
                <a:moveTo>
                  <a:pt x="1174208" y="357468"/>
                </a:moveTo>
                <a:lnTo>
                  <a:pt x="1226689" y="405254"/>
                </a:lnTo>
                <a:moveTo>
                  <a:pt x="109600" y="599978"/>
                </a:moveTo>
                <a:lnTo>
                  <a:pt x="117956" y="616941"/>
                </a:lnTo>
                <a:moveTo>
                  <a:pt x="1502700" y="927383"/>
                </a:moveTo>
                <a:lnTo>
                  <a:pt x="1517960" y="900677"/>
                </a:lnTo>
                <a:moveTo>
                  <a:pt x="231346" y="841259"/>
                </a:moveTo>
                <a:lnTo>
                  <a:pt x="249607" y="791098"/>
                </a:lnTo>
                <a:moveTo>
                  <a:pt x="343124" y="695160"/>
                </a:moveTo>
                <a:lnTo>
                  <a:pt x="364793" y="616657"/>
                </a:lnTo>
                <a:moveTo>
                  <a:pt x="961603" y="421036"/>
                </a:moveTo>
                <a:lnTo>
                  <a:pt x="991521" y="476214"/>
                </a:lnTo>
                <a:moveTo>
                  <a:pt x="1611759" y="1055983"/>
                </a:moveTo>
                <a:lnTo>
                  <a:pt x="1605193" y="1003603"/>
                </a:lnTo>
                <a:moveTo>
                  <a:pt x="947678" y="392341"/>
                </a:moveTo>
                <a:lnTo>
                  <a:pt x="1006577" y="347401"/>
                </a:lnTo>
                <a:moveTo>
                  <a:pt x="1323820" y="281554"/>
                </a:moveTo>
                <a:lnTo>
                  <a:pt x="1426764" y="188619"/>
                </a:lnTo>
                <a:moveTo>
                  <a:pt x="96566" y="597263"/>
                </a:moveTo>
                <a:lnTo>
                  <a:pt x="117956" y="616941"/>
                </a:lnTo>
                <a:moveTo>
                  <a:pt x="1615428" y="1054676"/>
                </a:moveTo>
                <a:lnTo>
                  <a:pt x="1605193" y="1003603"/>
                </a:lnTo>
                <a:moveTo>
                  <a:pt x="947678" y="392341"/>
                </a:moveTo>
                <a:lnTo>
                  <a:pt x="1008002" y="330901"/>
                </a:lnTo>
                <a:moveTo>
                  <a:pt x="1517960" y="900677"/>
                </a:moveTo>
                <a:lnTo>
                  <a:pt x="1605193" y="1003603"/>
                </a:lnTo>
                <a:moveTo>
                  <a:pt x="1984237" y="654661"/>
                </a:moveTo>
                <a:lnTo>
                  <a:pt x="2076179" y="577242"/>
                </a:lnTo>
                <a:moveTo>
                  <a:pt x="1751142" y="1217318"/>
                </a:moveTo>
                <a:lnTo>
                  <a:pt x="1889165" y="1179517"/>
                </a:lnTo>
                <a:moveTo>
                  <a:pt x="364793" y="616657"/>
                </a:moveTo>
                <a:lnTo>
                  <a:pt x="341038" y="713423"/>
                </a:lnTo>
                <a:moveTo>
                  <a:pt x="1611759" y="1055983"/>
                </a:moveTo>
                <a:lnTo>
                  <a:pt x="1615428" y="1054676"/>
                </a:lnTo>
                <a:moveTo>
                  <a:pt x="1628186" y="1122198"/>
                </a:moveTo>
                <a:lnTo>
                  <a:pt x="1797041" y="1052883"/>
                </a:lnTo>
                <a:moveTo>
                  <a:pt x="1640278" y="211554"/>
                </a:moveTo>
                <a:lnTo>
                  <a:pt x="1739982" y="269922"/>
                </a:lnTo>
                <a:moveTo>
                  <a:pt x="1615428" y="1054676"/>
                </a:moveTo>
                <a:lnTo>
                  <a:pt x="1617488" y="1058836"/>
                </a:lnTo>
                <a:moveTo>
                  <a:pt x="117956" y="616941"/>
                </a:moveTo>
                <a:lnTo>
                  <a:pt x="213839" y="748609"/>
                </a:lnTo>
                <a:moveTo>
                  <a:pt x="290217" y="729549"/>
                </a:moveTo>
                <a:lnTo>
                  <a:pt x="364793" y="616657"/>
                </a:lnTo>
                <a:moveTo>
                  <a:pt x="1860789" y="271520"/>
                </a:moveTo>
                <a:lnTo>
                  <a:pt x="1819013" y="355190"/>
                </a:lnTo>
                <a:moveTo>
                  <a:pt x="1739982" y="269922"/>
                </a:moveTo>
                <a:lnTo>
                  <a:pt x="1818725" y="275645"/>
                </a:lnTo>
                <a:moveTo>
                  <a:pt x="1139146" y="411242"/>
                </a:moveTo>
                <a:lnTo>
                  <a:pt x="1126356" y="512011"/>
                </a:lnTo>
                <a:moveTo>
                  <a:pt x="363485" y="794295"/>
                </a:moveTo>
                <a:lnTo>
                  <a:pt x="416584" y="894382"/>
                </a:lnTo>
                <a:moveTo>
                  <a:pt x="370421" y="542816"/>
                </a:moveTo>
                <a:lnTo>
                  <a:pt x="364793" y="616657"/>
                </a:lnTo>
                <a:moveTo>
                  <a:pt x="1522777" y="227452"/>
                </a:moveTo>
                <a:lnTo>
                  <a:pt x="1640278" y="211554"/>
                </a:lnTo>
                <a:moveTo>
                  <a:pt x="991521" y="476214"/>
                </a:moveTo>
                <a:lnTo>
                  <a:pt x="1031155" y="477473"/>
                </a:lnTo>
                <a:moveTo>
                  <a:pt x="961603" y="421036"/>
                </a:moveTo>
                <a:lnTo>
                  <a:pt x="1006577" y="347401"/>
                </a:lnTo>
                <a:moveTo>
                  <a:pt x="1860789" y="271520"/>
                </a:moveTo>
                <a:lnTo>
                  <a:pt x="1851198" y="389216"/>
                </a:lnTo>
                <a:moveTo>
                  <a:pt x="1426764" y="188619"/>
                </a:moveTo>
                <a:lnTo>
                  <a:pt x="1522777" y="227452"/>
                </a:lnTo>
                <a:moveTo>
                  <a:pt x="1643563" y="905671"/>
                </a:moveTo>
                <a:lnTo>
                  <a:pt x="1605193" y="1003603"/>
                </a:lnTo>
                <a:moveTo>
                  <a:pt x="1797041" y="1052883"/>
                </a:moveTo>
                <a:lnTo>
                  <a:pt x="1889165" y="1179517"/>
                </a:lnTo>
                <a:moveTo>
                  <a:pt x="213839" y="748609"/>
                </a:moveTo>
                <a:lnTo>
                  <a:pt x="249607" y="791098"/>
                </a:lnTo>
                <a:moveTo>
                  <a:pt x="1186480" y="409816"/>
                </a:moveTo>
                <a:lnTo>
                  <a:pt x="1226689" y="405254"/>
                </a:lnTo>
                <a:moveTo>
                  <a:pt x="1617488" y="1058836"/>
                </a:moveTo>
                <a:lnTo>
                  <a:pt x="1797041" y="1052883"/>
                </a:lnTo>
                <a:moveTo>
                  <a:pt x="1615428" y="1054676"/>
                </a:moveTo>
                <a:lnTo>
                  <a:pt x="1797041" y="1052883"/>
                </a:lnTo>
                <a:moveTo>
                  <a:pt x="1797041" y="1052883"/>
                </a:moveTo>
                <a:lnTo>
                  <a:pt x="1751142" y="1217318"/>
                </a:lnTo>
                <a:moveTo>
                  <a:pt x="1818725" y="275645"/>
                </a:moveTo>
                <a:lnTo>
                  <a:pt x="1819013" y="355190"/>
                </a:lnTo>
                <a:moveTo>
                  <a:pt x="1615428" y="1054676"/>
                </a:moveTo>
                <a:lnTo>
                  <a:pt x="1643563" y="905671"/>
                </a:lnTo>
                <a:moveTo>
                  <a:pt x="1615428" y="1054676"/>
                </a:moveTo>
                <a:lnTo>
                  <a:pt x="1815095" y="1004337"/>
                </a:lnTo>
                <a:moveTo>
                  <a:pt x="1857638" y="1055221"/>
                </a:moveTo>
                <a:lnTo>
                  <a:pt x="1889165" y="1179517"/>
                </a:lnTo>
                <a:moveTo>
                  <a:pt x="1517960" y="900677"/>
                </a:moveTo>
                <a:lnTo>
                  <a:pt x="1643563" y="905671"/>
                </a:lnTo>
                <a:moveTo>
                  <a:pt x="1163246" y="476963"/>
                </a:moveTo>
                <a:lnTo>
                  <a:pt x="1186480" y="409816"/>
                </a:lnTo>
                <a:moveTo>
                  <a:pt x="1226689" y="405254"/>
                </a:moveTo>
                <a:lnTo>
                  <a:pt x="1323820" y="281554"/>
                </a:lnTo>
                <a:moveTo>
                  <a:pt x="1984237" y="654661"/>
                </a:moveTo>
                <a:lnTo>
                  <a:pt x="1994452" y="678055"/>
                </a:lnTo>
                <a:moveTo>
                  <a:pt x="213839" y="748609"/>
                </a:moveTo>
                <a:lnTo>
                  <a:pt x="364793" y="616657"/>
                </a:lnTo>
                <a:moveTo>
                  <a:pt x="1426764" y="188619"/>
                </a:moveTo>
                <a:lnTo>
                  <a:pt x="1421483" y="329121"/>
                </a:lnTo>
                <a:moveTo>
                  <a:pt x="1517960" y="900677"/>
                </a:moveTo>
                <a:lnTo>
                  <a:pt x="1660280" y="739748"/>
                </a:lnTo>
                <a:moveTo>
                  <a:pt x="249607" y="791098"/>
                </a:moveTo>
                <a:lnTo>
                  <a:pt x="363485" y="794295"/>
                </a:lnTo>
                <a:moveTo>
                  <a:pt x="1517960" y="900677"/>
                </a:moveTo>
                <a:lnTo>
                  <a:pt x="1681942" y="768948"/>
                </a:lnTo>
                <a:moveTo>
                  <a:pt x="1126356" y="512011"/>
                </a:moveTo>
                <a:lnTo>
                  <a:pt x="1186480" y="409816"/>
                </a:lnTo>
                <a:moveTo>
                  <a:pt x="1031155" y="477473"/>
                </a:moveTo>
                <a:lnTo>
                  <a:pt x="1126356" y="512011"/>
                </a:lnTo>
                <a:moveTo>
                  <a:pt x="1815095" y="1004337"/>
                </a:moveTo>
                <a:lnTo>
                  <a:pt x="1797041" y="1052883"/>
                </a:lnTo>
                <a:moveTo>
                  <a:pt x="1643563" y="905671"/>
                </a:moveTo>
                <a:lnTo>
                  <a:pt x="1815095" y="1004337"/>
                </a:lnTo>
                <a:moveTo>
                  <a:pt x="1643563" y="905671"/>
                </a:moveTo>
                <a:lnTo>
                  <a:pt x="1741785" y="888932"/>
                </a:lnTo>
                <a:moveTo>
                  <a:pt x="1851198" y="389216"/>
                </a:moveTo>
                <a:lnTo>
                  <a:pt x="1965063" y="354074"/>
                </a:lnTo>
                <a:moveTo>
                  <a:pt x="1741785" y="888932"/>
                </a:moveTo>
                <a:lnTo>
                  <a:pt x="1815095" y="1004337"/>
                </a:lnTo>
                <a:moveTo>
                  <a:pt x="1896956" y="799822"/>
                </a:moveTo>
                <a:lnTo>
                  <a:pt x="1994452" y="678055"/>
                </a:lnTo>
                <a:moveTo>
                  <a:pt x="1640278" y="211554"/>
                </a:moveTo>
                <a:lnTo>
                  <a:pt x="1624711" y="297623"/>
                </a:lnTo>
                <a:moveTo>
                  <a:pt x="1797041" y="1052883"/>
                </a:moveTo>
                <a:lnTo>
                  <a:pt x="1857638" y="1055221"/>
                </a:lnTo>
                <a:moveTo>
                  <a:pt x="1815095" y="1004337"/>
                </a:moveTo>
                <a:lnTo>
                  <a:pt x="1857638" y="1055221"/>
                </a:lnTo>
                <a:moveTo>
                  <a:pt x="991521" y="476214"/>
                </a:moveTo>
                <a:lnTo>
                  <a:pt x="1006577" y="347401"/>
                </a:lnTo>
                <a:moveTo>
                  <a:pt x="1815095" y="1004337"/>
                </a:moveTo>
                <a:lnTo>
                  <a:pt x="1863712" y="874946"/>
                </a:lnTo>
                <a:moveTo>
                  <a:pt x="1741785" y="888932"/>
                </a:moveTo>
                <a:lnTo>
                  <a:pt x="1863712" y="874946"/>
                </a:lnTo>
                <a:moveTo>
                  <a:pt x="1851177" y="711605"/>
                </a:moveTo>
                <a:lnTo>
                  <a:pt x="1994452" y="678055"/>
                </a:lnTo>
                <a:moveTo>
                  <a:pt x="1524126" y="795150"/>
                </a:moveTo>
                <a:lnTo>
                  <a:pt x="1517960" y="900677"/>
                </a:lnTo>
                <a:moveTo>
                  <a:pt x="1851177" y="711605"/>
                </a:moveTo>
                <a:lnTo>
                  <a:pt x="1984237" y="654661"/>
                </a:lnTo>
                <a:moveTo>
                  <a:pt x="1681942" y="768948"/>
                </a:moveTo>
                <a:lnTo>
                  <a:pt x="1643563" y="905671"/>
                </a:lnTo>
                <a:moveTo>
                  <a:pt x="1863712" y="874946"/>
                </a:moveTo>
                <a:lnTo>
                  <a:pt x="1857638" y="1055221"/>
                </a:lnTo>
                <a:moveTo>
                  <a:pt x="1681942" y="768948"/>
                </a:moveTo>
                <a:lnTo>
                  <a:pt x="1741785" y="888932"/>
                </a:lnTo>
                <a:moveTo>
                  <a:pt x="1739982" y="269922"/>
                </a:moveTo>
                <a:lnTo>
                  <a:pt x="1819013" y="355190"/>
                </a:lnTo>
                <a:moveTo>
                  <a:pt x="1163246" y="476963"/>
                </a:moveTo>
                <a:lnTo>
                  <a:pt x="1226689" y="405254"/>
                </a:lnTo>
                <a:moveTo>
                  <a:pt x="1323820" y="281554"/>
                </a:moveTo>
                <a:lnTo>
                  <a:pt x="1421483" y="329121"/>
                </a:lnTo>
                <a:moveTo>
                  <a:pt x="1896956" y="799822"/>
                </a:moveTo>
                <a:lnTo>
                  <a:pt x="1863712" y="874946"/>
                </a:lnTo>
                <a:moveTo>
                  <a:pt x="1681942" y="768948"/>
                </a:moveTo>
                <a:lnTo>
                  <a:pt x="1863712" y="874946"/>
                </a:lnTo>
                <a:moveTo>
                  <a:pt x="1681942" y="768948"/>
                </a:moveTo>
                <a:lnTo>
                  <a:pt x="1896956" y="799822"/>
                </a:lnTo>
                <a:moveTo>
                  <a:pt x="1660280" y="739748"/>
                </a:moveTo>
                <a:lnTo>
                  <a:pt x="1681942" y="768948"/>
                </a:lnTo>
                <a:moveTo>
                  <a:pt x="1851177" y="711605"/>
                </a:moveTo>
                <a:lnTo>
                  <a:pt x="1896956" y="799822"/>
                </a:lnTo>
                <a:moveTo>
                  <a:pt x="1685421" y="743864"/>
                </a:moveTo>
                <a:lnTo>
                  <a:pt x="1896956" y="799822"/>
                </a:lnTo>
                <a:moveTo>
                  <a:pt x="1660280" y="739748"/>
                </a:moveTo>
                <a:lnTo>
                  <a:pt x="1685421" y="743864"/>
                </a:lnTo>
                <a:moveTo>
                  <a:pt x="213839" y="748609"/>
                </a:moveTo>
                <a:lnTo>
                  <a:pt x="326871" y="683494"/>
                </a:lnTo>
                <a:moveTo>
                  <a:pt x="1681942" y="768948"/>
                </a:moveTo>
                <a:lnTo>
                  <a:pt x="1685421" y="743864"/>
                </a:lnTo>
                <a:moveTo>
                  <a:pt x="1006577" y="347401"/>
                </a:moveTo>
                <a:lnTo>
                  <a:pt x="1008002" y="330901"/>
                </a:lnTo>
                <a:moveTo>
                  <a:pt x="1031155" y="477473"/>
                </a:moveTo>
                <a:lnTo>
                  <a:pt x="1015904" y="571282"/>
                </a:lnTo>
                <a:moveTo>
                  <a:pt x="1031155" y="477473"/>
                </a:moveTo>
                <a:lnTo>
                  <a:pt x="1017325" y="572732"/>
                </a:lnTo>
                <a:moveTo>
                  <a:pt x="1685421" y="743864"/>
                </a:moveTo>
                <a:lnTo>
                  <a:pt x="1851177" y="711605"/>
                </a:lnTo>
                <a:moveTo>
                  <a:pt x="1323820" y="281554"/>
                </a:moveTo>
                <a:lnTo>
                  <a:pt x="1322975" y="445534"/>
                </a:lnTo>
                <a:moveTo>
                  <a:pt x="249607" y="791098"/>
                </a:moveTo>
                <a:lnTo>
                  <a:pt x="326871" y="683494"/>
                </a:lnTo>
                <a:moveTo>
                  <a:pt x="1006577" y="347401"/>
                </a:moveTo>
                <a:lnTo>
                  <a:pt x="1012209" y="337640"/>
                </a:lnTo>
                <a:moveTo>
                  <a:pt x="1008002" y="330901"/>
                </a:moveTo>
                <a:lnTo>
                  <a:pt x="1090776" y="155262"/>
                </a:lnTo>
                <a:moveTo>
                  <a:pt x="1126356" y="512011"/>
                </a:moveTo>
                <a:lnTo>
                  <a:pt x="1163246" y="476963"/>
                </a:lnTo>
                <a:moveTo>
                  <a:pt x="1819013" y="355190"/>
                </a:moveTo>
                <a:lnTo>
                  <a:pt x="1851198" y="389216"/>
                </a:lnTo>
                <a:moveTo>
                  <a:pt x="1421483" y="329121"/>
                </a:moveTo>
                <a:lnTo>
                  <a:pt x="1522777" y="227452"/>
                </a:lnTo>
                <a:moveTo>
                  <a:pt x="1008002" y="330901"/>
                </a:moveTo>
                <a:lnTo>
                  <a:pt x="1012209" y="337640"/>
                </a:lnTo>
                <a:moveTo>
                  <a:pt x="1090776" y="155262"/>
                </a:moveTo>
                <a:lnTo>
                  <a:pt x="1012209" y="337640"/>
                </a:lnTo>
                <a:moveTo>
                  <a:pt x="1524126" y="795150"/>
                </a:moveTo>
                <a:lnTo>
                  <a:pt x="1660280" y="739748"/>
                </a:lnTo>
                <a:moveTo>
                  <a:pt x="1624711" y="297623"/>
                </a:moveTo>
                <a:lnTo>
                  <a:pt x="1739982" y="269922"/>
                </a:lnTo>
                <a:moveTo>
                  <a:pt x="1090776" y="155262"/>
                </a:moveTo>
                <a:lnTo>
                  <a:pt x="1101426" y="150267"/>
                </a:lnTo>
                <a:moveTo>
                  <a:pt x="1739982" y="269922"/>
                </a:moveTo>
                <a:lnTo>
                  <a:pt x="1713851" y="426026"/>
                </a:lnTo>
                <a:moveTo>
                  <a:pt x="991521" y="476214"/>
                </a:moveTo>
                <a:lnTo>
                  <a:pt x="1015904" y="571282"/>
                </a:lnTo>
                <a:moveTo>
                  <a:pt x="1226689" y="405254"/>
                </a:moveTo>
                <a:lnTo>
                  <a:pt x="1322975" y="445534"/>
                </a:lnTo>
                <a:moveTo>
                  <a:pt x="326871" y="683494"/>
                </a:moveTo>
                <a:lnTo>
                  <a:pt x="363485" y="794295"/>
                </a:lnTo>
                <a:moveTo>
                  <a:pt x="1012209" y="337640"/>
                </a:moveTo>
                <a:lnTo>
                  <a:pt x="1101426" y="150267"/>
                </a:lnTo>
                <a:moveTo>
                  <a:pt x="364793" y="616657"/>
                </a:moveTo>
                <a:lnTo>
                  <a:pt x="326871" y="683494"/>
                </a:lnTo>
                <a:moveTo>
                  <a:pt x="1522777" y="227452"/>
                </a:moveTo>
                <a:lnTo>
                  <a:pt x="1624711" y="297623"/>
                </a:lnTo>
                <a:moveTo>
                  <a:pt x="1713851" y="426026"/>
                </a:moveTo>
                <a:lnTo>
                  <a:pt x="1819013" y="355190"/>
                </a:lnTo>
                <a:moveTo>
                  <a:pt x="1163246" y="476963"/>
                </a:moveTo>
                <a:lnTo>
                  <a:pt x="1179599" y="529594"/>
                </a:lnTo>
                <a:moveTo>
                  <a:pt x="1660280" y="739748"/>
                </a:moveTo>
                <a:lnTo>
                  <a:pt x="1656567" y="628018"/>
                </a:lnTo>
                <a:moveTo>
                  <a:pt x="1654748" y="628396"/>
                </a:moveTo>
                <a:lnTo>
                  <a:pt x="1660280" y="739748"/>
                </a:lnTo>
                <a:moveTo>
                  <a:pt x="1747801" y="479757"/>
                </a:moveTo>
                <a:lnTo>
                  <a:pt x="1851198" y="389216"/>
                </a:lnTo>
                <a:moveTo>
                  <a:pt x="1713851" y="426026"/>
                </a:moveTo>
                <a:lnTo>
                  <a:pt x="1851198" y="389216"/>
                </a:lnTo>
                <a:moveTo>
                  <a:pt x="1522777" y="227452"/>
                </a:moveTo>
                <a:lnTo>
                  <a:pt x="1525544" y="410550"/>
                </a:lnTo>
                <a:moveTo>
                  <a:pt x="1006577" y="347401"/>
                </a:moveTo>
                <a:lnTo>
                  <a:pt x="1015904" y="571282"/>
                </a:lnTo>
                <a:moveTo>
                  <a:pt x="1656567" y="628018"/>
                </a:moveTo>
                <a:lnTo>
                  <a:pt x="1851177" y="711605"/>
                </a:lnTo>
                <a:moveTo>
                  <a:pt x="1656567" y="628018"/>
                </a:moveTo>
                <a:lnTo>
                  <a:pt x="1685421" y="743864"/>
                </a:lnTo>
                <a:moveTo>
                  <a:pt x="1126356" y="512011"/>
                </a:moveTo>
                <a:lnTo>
                  <a:pt x="1179599" y="529594"/>
                </a:lnTo>
                <a:moveTo>
                  <a:pt x="1322975" y="445534"/>
                </a:moveTo>
                <a:lnTo>
                  <a:pt x="1421483" y="329121"/>
                </a:lnTo>
                <a:moveTo>
                  <a:pt x="1226689" y="405254"/>
                </a:moveTo>
                <a:lnTo>
                  <a:pt x="1217407" y="524584"/>
                </a:lnTo>
                <a:moveTo>
                  <a:pt x="1015904" y="571282"/>
                </a:moveTo>
                <a:lnTo>
                  <a:pt x="1012209" y="337640"/>
                </a:lnTo>
                <a:moveTo>
                  <a:pt x="1017325" y="572732"/>
                </a:moveTo>
                <a:lnTo>
                  <a:pt x="1126356" y="512011"/>
                </a:lnTo>
                <a:moveTo>
                  <a:pt x="1016850" y="570220"/>
                </a:moveTo>
                <a:lnTo>
                  <a:pt x="1012209" y="337640"/>
                </a:lnTo>
                <a:moveTo>
                  <a:pt x="1524126" y="795150"/>
                </a:moveTo>
                <a:lnTo>
                  <a:pt x="1654748" y="628396"/>
                </a:lnTo>
                <a:moveTo>
                  <a:pt x="1163246" y="476963"/>
                </a:moveTo>
                <a:lnTo>
                  <a:pt x="1217407" y="524584"/>
                </a:lnTo>
                <a:moveTo>
                  <a:pt x="1624711" y="297623"/>
                </a:moveTo>
                <a:lnTo>
                  <a:pt x="1713851" y="426026"/>
                </a:lnTo>
                <a:moveTo>
                  <a:pt x="1421483" y="329121"/>
                </a:moveTo>
                <a:lnTo>
                  <a:pt x="1525544" y="410550"/>
                </a:lnTo>
                <a:moveTo>
                  <a:pt x="1012209" y="337640"/>
                </a:moveTo>
                <a:lnTo>
                  <a:pt x="1095692" y="349732"/>
                </a:lnTo>
                <a:moveTo>
                  <a:pt x="1713851" y="426026"/>
                </a:moveTo>
                <a:lnTo>
                  <a:pt x="1747801" y="479757"/>
                </a:lnTo>
                <a:moveTo>
                  <a:pt x="1012209" y="337640"/>
                </a:moveTo>
                <a:lnTo>
                  <a:pt x="1055679" y="412281"/>
                </a:lnTo>
                <a:moveTo>
                  <a:pt x="1095692" y="349732"/>
                </a:moveTo>
                <a:lnTo>
                  <a:pt x="1101426" y="150267"/>
                </a:lnTo>
                <a:moveTo>
                  <a:pt x="1747801" y="479757"/>
                </a:moveTo>
                <a:lnTo>
                  <a:pt x="1656567" y="628018"/>
                </a:lnTo>
                <a:moveTo>
                  <a:pt x="1654748" y="628396"/>
                </a:moveTo>
                <a:lnTo>
                  <a:pt x="1747801" y="479757"/>
                </a:lnTo>
                <a:moveTo>
                  <a:pt x="1654748" y="628396"/>
                </a:moveTo>
                <a:lnTo>
                  <a:pt x="1713851" y="426026"/>
                </a:lnTo>
                <a:moveTo>
                  <a:pt x="1101426" y="150267"/>
                </a:moveTo>
                <a:lnTo>
                  <a:pt x="1145851" y="219069"/>
                </a:lnTo>
                <a:moveTo>
                  <a:pt x="1017325" y="572732"/>
                </a:moveTo>
                <a:lnTo>
                  <a:pt x="1179599" y="529594"/>
                </a:lnTo>
                <a:moveTo>
                  <a:pt x="1016850" y="570220"/>
                </a:moveTo>
                <a:lnTo>
                  <a:pt x="1179599" y="529594"/>
                </a:lnTo>
                <a:moveTo>
                  <a:pt x="1525544" y="410550"/>
                </a:moveTo>
                <a:lnTo>
                  <a:pt x="1624711" y="297623"/>
                </a:lnTo>
                <a:moveTo>
                  <a:pt x="1021141" y="573890"/>
                </a:moveTo>
                <a:lnTo>
                  <a:pt x="1179599" y="529594"/>
                </a:lnTo>
                <a:moveTo>
                  <a:pt x="1654748" y="628396"/>
                </a:moveTo>
                <a:lnTo>
                  <a:pt x="1656567" y="628018"/>
                </a:lnTo>
                <a:moveTo>
                  <a:pt x="1654748" y="628396"/>
                </a:moveTo>
                <a:lnTo>
                  <a:pt x="1652426" y="630710"/>
                </a:lnTo>
                <a:moveTo>
                  <a:pt x="1015904" y="571282"/>
                </a:moveTo>
                <a:lnTo>
                  <a:pt x="1017325" y="572732"/>
                </a:lnTo>
                <a:moveTo>
                  <a:pt x="1015904" y="571282"/>
                </a:moveTo>
                <a:lnTo>
                  <a:pt x="1016066" y="572630"/>
                </a:lnTo>
                <a:moveTo>
                  <a:pt x="1015904" y="571282"/>
                </a:moveTo>
                <a:lnTo>
                  <a:pt x="1016850" y="570220"/>
                </a:lnTo>
                <a:moveTo>
                  <a:pt x="1016066" y="572630"/>
                </a:moveTo>
                <a:lnTo>
                  <a:pt x="1017325" y="572732"/>
                </a:lnTo>
                <a:moveTo>
                  <a:pt x="1016066" y="572630"/>
                </a:moveTo>
                <a:lnTo>
                  <a:pt x="1016850" y="570220"/>
                </a:lnTo>
                <a:moveTo>
                  <a:pt x="1017325" y="572732"/>
                </a:moveTo>
                <a:lnTo>
                  <a:pt x="1021141" y="573890"/>
                </a:lnTo>
                <a:moveTo>
                  <a:pt x="1016066" y="572630"/>
                </a:moveTo>
                <a:lnTo>
                  <a:pt x="1021141" y="573890"/>
                </a:lnTo>
                <a:moveTo>
                  <a:pt x="1016850" y="570220"/>
                </a:moveTo>
                <a:lnTo>
                  <a:pt x="1021141" y="573890"/>
                </a:lnTo>
                <a:moveTo>
                  <a:pt x="1421483" y="329121"/>
                </a:moveTo>
                <a:lnTo>
                  <a:pt x="1422346" y="502142"/>
                </a:lnTo>
                <a:moveTo>
                  <a:pt x="1624711" y="297623"/>
                </a:moveTo>
                <a:lnTo>
                  <a:pt x="1594459" y="489776"/>
                </a:lnTo>
                <a:moveTo>
                  <a:pt x="1594459" y="489776"/>
                </a:moveTo>
                <a:lnTo>
                  <a:pt x="1713851" y="426026"/>
                </a:lnTo>
                <a:moveTo>
                  <a:pt x="1217407" y="524584"/>
                </a:moveTo>
                <a:lnTo>
                  <a:pt x="1322975" y="445534"/>
                </a:lnTo>
                <a:moveTo>
                  <a:pt x="1179599" y="529594"/>
                </a:moveTo>
                <a:lnTo>
                  <a:pt x="1217407" y="524584"/>
                </a:lnTo>
                <a:moveTo>
                  <a:pt x="1594459" y="489776"/>
                </a:moveTo>
                <a:lnTo>
                  <a:pt x="1654748" y="628396"/>
                </a:lnTo>
                <a:moveTo>
                  <a:pt x="1594459" y="489776"/>
                </a:moveTo>
                <a:lnTo>
                  <a:pt x="1652426" y="630710"/>
                </a:lnTo>
                <a:moveTo>
                  <a:pt x="1016850" y="570220"/>
                </a:moveTo>
                <a:lnTo>
                  <a:pt x="1055679" y="412281"/>
                </a:lnTo>
                <a:moveTo>
                  <a:pt x="1322975" y="445534"/>
                </a:moveTo>
                <a:lnTo>
                  <a:pt x="1422346" y="502142"/>
                </a:lnTo>
                <a:moveTo>
                  <a:pt x="1525544" y="410550"/>
                </a:moveTo>
                <a:lnTo>
                  <a:pt x="1594459" y="489776"/>
                </a:lnTo>
                <a:moveTo>
                  <a:pt x="1055679" y="412281"/>
                </a:moveTo>
                <a:lnTo>
                  <a:pt x="1095692" y="349732"/>
                </a:lnTo>
                <a:moveTo>
                  <a:pt x="1095692" y="349732"/>
                </a:moveTo>
                <a:lnTo>
                  <a:pt x="1145851" y="219069"/>
                </a:lnTo>
                <a:moveTo>
                  <a:pt x="1422346" y="502142"/>
                </a:moveTo>
                <a:lnTo>
                  <a:pt x="1525544" y="410550"/>
                </a:lnTo>
                <a:moveTo>
                  <a:pt x="1593927" y="534133"/>
                </a:moveTo>
                <a:lnTo>
                  <a:pt x="1652426" y="630710"/>
                </a:lnTo>
                <a:moveTo>
                  <a:pt x="1525544" y="410550"/>
                </a:moveTo>
                <a:lnTo>
                  <a:pt x="1593927" y="534133"/>
                </a:lnTo>
                <a:moveTo>
                  <a:pt x="1593927" y="534133"/>
                </a:moveTo>
                <a:lnTo>
                  <a:pt x="1594459" y="489776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8031BC0D-34AB-4446-B2FE-4AD5EB96F34B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2692" y="686462"/>
                </a:moveTo>
                <a:lnTo>
                  <a:pt x="2362361" y="5865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FEC8671B-68A8-4B91-993F-542441786D4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9178" y="572033"/>
                </a:moveTo>
                <a:lnTo>
                  <a:pt x="883237" y="6377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3C5E9366-0F3C-4A74-908C-B97BF3FC89C2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780" y="892505"/>
                </a:moveTo>
                <a:lnTo>
                  <a:pt x="2222692" y="6864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CDF41FA0-03A4-42ED-A78F-315DD67D9EE4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116" y="731932"/>
                </a:moveTo>
                <a:lnTo>
                  <a:pt x="403516" y="5746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54963E39-CEF2-4D45-BCBF-767C6BA8C26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2692" y="686462"/>
                </a:moveTo>
                <a:lnTo>
                  <a:pt x="2079954" y="5810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E0989B12-0AF5-4B3E-A4CD-A6D972985E8F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145" y="1010051"/>
                </a:moveTo>
                <a:lnTo>
                  <a:pt x="2238780" y="892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A3B9D5CD-FA7B-41D8-AECC-4EC5B1FEED69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116" y="731932"/>
                </a:moveTo>
                <a:lnTo>
                  <a:pt x="383960" y="939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EFF3FD29-F3E1-402A-99B7-3070D882456D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9178" y="572033"/>
                </a:moveTo>
                <a:lnTo>
                  <a:pt x="758303" y="36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05D814F4-1B20-4E99-A80E-CF3F2A0DD26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145" y="1010051"/>
                </a:moveTo>
                <a:lnTo>
                  <a:pt x="2123096" y="11885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7C16962C-B291-4BC1-98A4-2194CB8623A7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9544" y="201531"/>
                </a:moveTo>
                <a:lnTo>
                  <a:pt x="1412280" y="3485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3F880CA0-7BA1-45D5-BC71-869A7AF4BE37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9178" y="572033"/>
                </a:moveTo>
                <a:lnTo>
                  <a:pt x="657155" y="7309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E1B96FF4-0B5E-4668-9691-221A863162AE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9954" y="581075"/>
                </a:moveTo>
                <a:lnTo>
                  <a:pt x="1941208" y="6973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5DDB93E7-B398-4637-8D01-2E0056496401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7155" y="730906"/>
                </a:moveTo>
                <a:lnTo>
                  <a:pt x="420116" y="7319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7CAF8AE6-F9A1-4B6A-A9C2-564A69FFB63E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6547" y="901776"/>
                </a:moveTo>
                <a:lnTo>
                  <a:pt x="2105145" y="1010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B3C034FA-18A6-47C7-B030-54E0992E4E1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280" y="348519"/>
                </a:moveTo>
                <a:lnTo>
                  <a:pt x="1632484" y="3383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E2AFA1D0-D3B1-4C64-A8BA-D11977401107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566" y="602233"/>
                </a:moveTo>
                <a:lnTo>
                  <a:pt x="809178" y="5720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834FFC9C-83D1-4EA9-918B-B3325CBB6A0C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208" y="697319"/>
                </a:moveTo>
                <a:lnTo>
                  <a:pt x="1946547" y="9017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72A47F49-09C3-4186-8DBE-2A184160D3B9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116" y="731932"/>
                </a:moveTo>
                <a:lnTo>
                  <a:pt x="319987" y="6733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5F03A261-3393-49FA-BAB2-3241C81F3057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2484" y="338356"/>
                </a:moveTo>
                <a:lnTo>
                  <a:pt x="1718275" y="4343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06EA7052-908F-4F97-B984-DC8A5FD2485E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208" y="697319"/>
                </a:moveTo>
                <a:lnTo>
                  <a:pt x="1775995" y="642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8D6E4201-45A5-421F-889D-BBB26ECAA4B9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7494" y="977261"/>
                </a:moveTo>
                <a:lnTo>
                  <a:pt x="1946547" y="9017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642445EB-6FCE-4231-91DE-34590DBD53A8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495" y="320352"/>
                </a:moveTo>
                <a:lnTo>
                  <a:pt x="1412280" y="3485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61681778-42A7-419A-BF2D-1387C3CCFBC9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8275" y="434312"/>
                </a:moveTo>
                <a:lnTo>
                  <a:pt x="1775995" y="642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AE557D5B-5FE0-428E-8877-13113682CA01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389" y="731838"/>
                </a:moveTo>
                <a:lnTo>
                  <a:pt x="1012566" y="6022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6E2BA213-59A4-40E4-B003-321E44ED7F41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95" y="642496"/>
                </a:moveTo>
                <a:lnTo>
                  <a:pt x="1685235" y="8171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762B0B0A-1047-4352-9E82-B0E0DAB8F7A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5235" y="817127"/>
                </a:moveTo>
                <a:lnTo>
                  <a:pt x="1787494" y="97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18C57EB8-AD58-4726-8C6D-2831D43B35D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8275" y="434312"/>
                </a:moveTo>
                <a:lnTo>
                  <a:pt x="1583470" y="4188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47F81406-829B-4807-9C74-87EB8E60EE3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389" y="731838"/>
                </a:moveTo>
                <a:lnTo>
                  <a:pt x="1078310" y="9406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5373F987-18FC-45EE-A285-155FFF503BF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3470" y="418817"/>
                </a:moveTo>
                <a:lnTo>
                  <a:pt x="1412495" y="3203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DEBA917B-66C7-4B4C-B4BD-61CBDCE996C3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495" y="320352"/>
                </a:moveTo>
                <a:lnTo>
                  <a:pt x="1227323" y="4070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08B1EC17-77DD-450C-9760-767510D89F0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732" y="618170"/>
                </a:moveTo>
                <a:lnTo>
                  <a:pt x="1051389" y="731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AD76878D-CB61-4286-B5AE-B5DDC4E7131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323" y="407022"/>
                </a:moveTo>
                <a:lnTo>
                  <a:pt x="1240732" y="6181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2E501A80-924C-4547-B81C-14D503C00E38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389" y="731838"/>
                </a:moveTo>
                <a:lnTo>
                  <a:pt x="891364" y="697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D1F61596-790B-4CFA-8959-AD54F2E43312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9177" y="111709"/>
                </a:moveTo>
                <a:lnTo>
                  <a:pt x="1170858" y="2785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D8368DD9-6283-4FC4-BF2A-3B9073EB23CF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58" y="278541"/>
                </a:moveTo>
                <a:lnTo>
                  <a:pt x="1341794" y="2166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3B09A82C-2FAB-4B1A-9ABC-FB8533546C6D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4543" y="347361"/>
                </a:moveTo>
                <a:lnTo>
                  <a:pt x="1170858" y="2785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99F98F8B-05A6-4EF5-A185-549C4C72F5D8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4543" y="347361"/>
                </a:moveTo>
                <a:lnTo>
                  <a:pt x="1060705" y="560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B7F67E15-1727-4F44-881F-E6289AC6F3D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4356" y="756636"/>
                </a:moveTo>
                <a:lnTo>
                  <a:pt x="324670" y="6070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B4D23290-CB32-4D91-A4F0-817B8D742B4B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1794" y="216677"/>
                </a:moveTo>
                <a:lnTo>
                  <a:pt x="1255880" y="1695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A9409F74-54E4-4204-813F-244FD393435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8207" y="224148"/>
                </a:moveTo>
                <a:lnTo>
                  <a:pt x="1024543" y="347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5C062B5D-F7F2-4A3A-88AD-7D36FB97B9B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4356" y="756636"/>
                </a:moveTo>
                <a:lnTo>
                  <a:pt x="324297" y="958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538CA0B2-B20B-45F6-B59A-2C8785F1FFB2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0705" y="560725"/>
                </a:moveTo>
                <a:lnTo>
                  <a:pt x="917291" y="6410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55834EF9-3C6D-4115-AE4A-D748B418BB33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5880" y="169563"/>
                </a:moveTo>
                <a:lnTo>
                  <a:pt x="1058207" y="2241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E1510D99-E0E8-4500-88C5-2B09F486D40B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0447" y="727940"/>
                </a:moveTo>
                <a:lnTo>
                  <a:pt x="334356" y="756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6BB06240-6363-4855-B651-CDF7CAE8D37B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4356" y="756636"/>
                </a:moveTo>
                <a:lnTo>
                  <a:pt x="163821" y="7250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5D12D2C1-5BFF-4335-B96A-2E53B7B689CC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5880" y="169563"/>
                </a:moveTo>
                <a:lnTo>
                  <a:pt x="1342368" y="2163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09503512-CF9F-4D02-91AA-176BFE328D38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898" y="411729"/>
                </a:moveTo>
                <a:lnTo>
                  <a:pt x="1984783" y="46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DBF58AD9-6A9D-46C4-8BC8-ED510330DEE9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7291" y="641066"/>
                </a:moveTo>
                <a:lnTo>
                  <a:pt x="955521" y="8074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681CBC61-212F-48AA-A7B5-9C266BA5A613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898" y="411729"/>
                </a:moveTo>
                <a:lnTo>
                  <a:pt x="1667059" y="3465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EE4927CF-0281-48A7-8C84-444B4E0DA2C0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5521" y="807450"/>
                </a:moveTo>
                <a:lnTo>
                  <a:pt x="927707" y="1008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4514175C-EE1F-4FD4-A131-FC38630F8E68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7059" y="346517"/>
                </a:moveTo>
                <a:lnTo>
                  <a:pt x="1526653" y="2919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EC3D3FEB-7270-4C9D-B995-1B4F7F1C4BCC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8024" y="805574"/>
                </a:moveTo>
                <a:lnTo>
                  <a:pt x="530447" y="7279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D83B01A2-2B51-48F9-BB31-303A4D854DC9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653" y="291991"/>
                </a:moveTo>
                <a:lnTo>
                  <a:pt x="1342368" y="2163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6B88D176-5F5E-43C7-B09B-1C21C50601CD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5521" y="807450"/>
                </a:moveTo>
                <a:lnTo>
                  <a:pt x="1154691" y="7879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1F30821D-7A60-4CF2-A588-58E967CB62E2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4198" y="426406"/>
                </a:moveTo>
                <a:lnTo>
                  <a:pt x="1836898" y="411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9D3D6E62-A1F1-4632-B44C-158F44E62B53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5521" y="807450"/>
                </a:moveTo>
                <a:lnTo>
                  <a:pt x="795155" y="7961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50FBBF30-7486-4FD5-AD68-6E4D40EB2340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368" y="216302"/>
                </a:moveTo>
                <a:lnTo>
                  <a:pt x="1262171" y="19002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5B87EFE4-C95C-48B7-897B-6F480C1E5A13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8024" y="805574"/>
                </a:moveTo>
                <a:lnTo>
                  <a:pt x="493406" y="1010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38E1F012-79E5-4B1C-A4C0-63E767A30C3D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653" y="291991"/>
                </a:moveTo>
                <a:lnTo>
                  <a:pt x="1555052" y="3052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C448C2AA-C774-4096-B166-AD71ABC7FA63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5155" y="796184"/>
                </a:moveTo>
                <a:lnTo>
                  <a:pt x="568024" y="805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BF16F99D-6F29-4CB3-9925-DC941169F6B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8024" y="805574"/>
                </a:moveTo>
                <a:lnTo>
                  <a:pt x="458176" y="674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2079D997-4DA4-4E91-8605-D52F6177BAA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54" y="370994"/>
                </a:moveTo>
                <a:lnTo>
                  <a:pt x="1874198" y="426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205544B2-4248-48F2-BC0B-B584B6FCC362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2171" y="190022"/>
                </a:moveTo>
                <a:lnTo>
                  <a:pt x="1386962" y="2438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6E92F299-8298-4D30-8968-FCC6A7061B90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5052" y="305246"/>
                </a:moveTo>
                <a:lnTo>
                  <a:pt x="1732654" y="3709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731BA848-8D49-45BE-9F0C-828BD63BD34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6962" y="243856"/>
                </a:moveTo>
                <a:lnTo>
                  <a:pt x="1555052" y="3052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11E631D6-01FD-4A4D-92A9-9CDFCF777018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54" y="370994"/>
                </a:moveTo>
                <a:lnTo>
                  <a:pt x="1773696" y="3815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DF8BFC40-B8F0-4CAB-8784-9C2A19BE3EE9}"/>
              </a:ext>
            </a:extLst>
          </p:cNvPr>
          <p:cNvSpPr>
            <a:spLocks/>
          </p:cNvSpPr>
          <p:nvPr/>
        </p:nvSpPr>
        <p:spPr>
          <a:xfrm>
            <a:off x="1311584" y="886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9B3A0387-7286-4D4B-8CE6-C02B5CAB1C22}"/>
              </a:ext>
            </a:extLst>
          </p:cNvPr>
          <p:cNvSpPr>
            <a:spLocks/>
          </p:cNvSpPr>
          <p:nvPr/>
        </p:nvSpPr>
        <p:spPr>
          <a:xfrm>
            <a:off x="1383265" y="10529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BB35B9ED-5919-4AC6-B6C1-48BFC2552740}"/>
              </a:ext>
            </a:extLst>
          </p:cNvPr>
          <p:cNvSpPr>
            <a:spLocks/>
          </p:cNvSpPr>
          <p:nvPr/>
        </p:nvSpPr>
        <p:spPr>
          <a:xfrm>
            <a:off x="1554201" y="9910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A011FB4C-EC56-4796-B9F2-66FAF2233DC3}"/>
              </a:ext>
            </a:extLst>
          </p:cNvPr>
          <p:cNvSpPr>
            <a:spLocks/>
          </p:cNvSpPr>
          <p:nvPr/>
        </p:nvSpPr>
        <p:spPr>
          <a:xfrm>
            <a:off x="1468288" y="9439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A1EC5034-FADB-4D83-B07E-D881F3D9C688}"/>
              </a:ext>
            </a:extLst>
          </p:cNvPr>
          <p:cNvSpPr>
            <a:spLocks/>
          </p:cNvSpPr>
          <p:nvPr/>
        </p:nvSpPr>
        <p:spPr>
          <a:xfrm>
            <a:off x="1554775" y="9906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3536DC3A-5E66-48C3-B390-A56CBA037F22}"/>
              </a:ext>
            </a:extLst>
          </p:cNvPr>
          <p:cNvSpPr>
            <a:spLocks/>
          </p:cNvSpPr>
          <p:nvPr/>
        </p:nvSpPr>
        <p:spPr>
          <a:xfrm>
            <a:off x="1474579" y="964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41E671A1-B2C8-4AE9-91A0-3EEC1BDA64AF}"/>
              </a:ext>
            </a:extLst>
          </p:cNvPr>
          <p:cNvSpPr>
            <a:spLocks/>
          </p:cNvSpPr>
          <p:nvPr/>
        </p:nvSpPr>
        <p:spPr>
          <a:xfrm>
            <a:off x="1599370" y="101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79E8C3EF-6216-4782-BB90-80D5FFA5163A}"/>
              </a:ext>
            </a:extLst>
          </p:cNvPr>
          <p:cNvSpPr>
            <a:spLocks/>
          </p:cNvSpPr>
          <p:nvPr/>
        </p:nvSpPr>
        <p:spPr>
          <a:xfrm>
            <a:off x="1767460" y="107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5305D32B-58AD-4007-8BF4-25AF5CECD7C5}"/>
              </a:ext>
            </a:extLst>
          </p:cNvPr>
          <p:cNvSpPr>
            <a:spLocks/>
          </p:cNvSpPr>
          <p:nvPr/>
        </p:nvSpPr>
        <p:spPr>
          <a:xfrm>
            <a:off x="1945062" y="114537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869BBD2C-1ABF-481F-88B2-9F2326CDE3F1}"/>
              </a:ext>
            </a:extLst>
          </p:cNvPr>
          <p:cNvSpPr>
            <a:spLocks/>
          </p:cNvSpPr>
          <p:nvPr/>
        </p:nvSpPr>
        <p:spPr>
          <a:xfrm>
            <a:off x="1986104" y="1155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8937FB6A-2B5E-4E7A-9355-4DC3B4589941}"/>
              </a:ext>
            </a:extLst>
          </p:cNvPr>
          <p:cNvSpPr>
            <a:spLocks/>
          </p:cNvSpPr>
          <p:nvPr/>
        </p:nvSpPr>
        <p:spPr>
          <a:xfrm>
            <a:off x="2086605" y="12007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13B70E9A-BC1A-4301-8E43-C99CB13DDBEC}"/>
              </a:ext>
            </a:extLst>
          </p:cNvPr>
          <p:cNvSpPr>
            <a:spLocks/>
          </p:cNvSpPr>
          <p:nvPr/>
        </p:nvSpPr>
        <p:spPr>
          <a:xfrm>
            <a:off x="2049305" y="1186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E2ADE5CE-8D26-4C68-B401-4CFCC7630024}"/>
              </a:ext>
            </a:extLst>
          </p:cNvPr>
          <p:cNvSpPr>
            <a:spLocks/>
          </p:cNvSpPr>
          <p:nvPr/>
        </p:nvSpPr>
        <p:spPr>
          <a:xfrm>
            <a:off x="2197191" y="12419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F2054088-48AF-42F2-AFF4-4495806467EE}"/>
              </a:ext>
            </a:extLst>
          </p:cNvPr>
          <p:cNvSpPr>
            <a:spLocks/>
          </p:cNvSpPr>
          <p:nvPr/>
        </p:nvSpPr>
        <p:spPr>
          <a:xfrm>
            <a:off x="1879467" y="11209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B5EFCD9C-A6A7-45C4-BC6D-B0990FAFC13C}"/>
              </a:ext>
            </a:extLst>
          </p:cNvPr>
          <p:cNvSpPr>
            <a:spLocks/>
          </p:cNvSpPr>
          <p:nvPr/>
        </p:nvSpPr>
        <p:spPr>
          <a:xfrm>
            <a:off x="1739060" y="10663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20414065-4ED0-4B8C-86AE-E72B199D9BC9}"/>
              </a:ext>
            </a:extLst>
          </p:cNvPr>
          <p:cNvSpPr>
            <a:spLocks/>
          </p:cNvSpPr>
          <p:nvPr/>
        </p:nvSpPr>
        <p:spPr>
          <a:xfrm>
            <a:off x="1270614" y="9985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BEB7ECDF-8772-4532-9539-58F00C5F1C22}"/>
              </a:ext>
            </a:extLst>
          </p:cNvPr>
          <p:cNvSpPr>
            <a:spLocks/>
          </p:cNvSpPr>
          <p:nvPr/>
        </p:nvSpPr>
        <p:spPr>
          <a:xfrm>
            <a:off x="1236951" y="11217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EFDBA92D-B773-41E8-ACAD-1915B409E5F0}"/>
              </a:ext>
            </a:extLst>
          </p:cNvPr>
          <p:cNvSpPr>
            <a:spLocks/>
          </p:cNvSpPr>
          <p:nvPr/>
        </p:nvSpPr>
        <p:spPr>
          <a:xfrm>
            <a:off x="1273113" y="13351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7FB0883F-1B0F-46E3-8325-7F0A15B8952C}"/>
              </a:ext>
            </a:extLst>
          </p:cNvPr>
          <p:cNvSpPr>
            <a:spLocks/>
          </p:cNvSpPr>
          <p:nvPr/>
        </p:nvSpPr>
        <p:spPr>
          <a:xfrm>
            <a:off x="1129699" y="14154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888ABC9C-DF2F-4C6B-8B7D-849184375604}"/>
              </a:ext>
            </a:extLst>
          </p:cNvPr>
          <p:cNvSpPr>
            <a:spLocks/>
          </p:cNvSpPr>
          <p:nvPr/>
        </p:nvSpPr>
        <p:spPr>
          <a:xfrm>
            <a:off x="1167929" y="15818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E3BB077C-F39D-4313-929F-C512403E6174}"/>
              </a:ext>
            </a:extLst>
          </p:cNvPr>
          <p:cNvSpPr>
            <a:spLocks/>
          </p:cNvSpPr>
          <p:nvPr/>
        </p:nvSpPr>
        <p:spPr>
          <a:xfrm>
            <a:off x="1367098" y="15623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B89A0FE8-959E-4F2C-BC6F-49B9890C4836}"/>
              </a:ext>
            </a:extLst>
          </p:cNvPr>
          <p:cNvSpPr>
            <a:spLocks/>
          </p:cNvSpPr>
          <p:nvPr/>
        </p:nvSpPr>
        <p:spPr>
          <a:xfrm>
            <a:off x="1140115" y="17831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A224A40F-1DCE-4E9D-BC8B-3CF5DC4B0F4B}"/>
              </a:ext>
            </a:extLst>
          </p:cNvPr>
          <p:cNvSpPr>
            <a:spLocks/>
          </p:cNvSpPr>
          <p:nvPr/>
        </p:nvSpPr>
        <p:spPr>
          <a:xfrm>
            <a:off x="1007563" y="15705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AFB2CBA2-F10C-464E-8CB3-1A58F87640EC}"/>
              </a:ext>
            </a:extLst>
          </p:cNvPr>
          <p:cNvSpPr>
            <a:spLocks/>
          </p:cNvSpPr>
          <p:nvPr/>
        </p:nvSpPr>
        <p:spPr>
          <a:xfrm>
            <a:off x="780432" y="15799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5E8B940C-2053-454A-B1F3-96027155A74D}"/>
              </a:ext>
            </a:extLst>
          </p:cNvPr>
          <p:cNvSpPr>
            <a:spLocks/>
          </p:cNvSpPr>
          <p:nvPr/>
        </p:nvSpPr>
        <p:spPr>
          <a:xfrm>
            <a:off x="705813" y="17849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58A914CE-843C-4F5D-BBAF-F6A260708F27}"/>
              </a:ext>
            </a:extLst>
          </p:cNvPr>
          <p:cNvSpPr>
            <a:spLocks/>
          </p:cNvSpPr>
          <p:nvPr/>
        </p:nvSpPr>
        <p:spPr>
          <a:xfrm>
            <a:off x="670583" y="1448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F72337F7-B0D9-4156-BFEF-E4FDC1420114}"/>
              </a:ext>
            </a:extLst>
          </p:cNvPr>
          <p:cNvSpPr>
            <a:spLocks/>
          </p:cNvSpPr>
          <p:nvPr/>
        </p:nvSpPr>
        <p:spPr>
          <a:xfrm>
            <a:off x="742855" y="15023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7096F8C8-BFAA-4FD4-B8C2-16AF036A6997}"/>
              </a:ext>
            </a:extLst>
          </p:cNvPr>
          <p:cNvSpPr>
            <a:spLocks/>
          </p:cNvSpPr>
          <p:nvPr/>
        </p:nvSpPr>
        <p:spPr>
          <a:xfrm>
            <a:off x="546763" y="15310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949994F6-B289-470F-8B4F-09D2CFA33BAD}"/>
              </a:ext>
            </a:extLst>
          </p:cNvPr>
          <p:cNvSpPr>
            <a:spLocks/>
          </p:cNvSpPr>
          <p:nvPr/>
        </p:nvSpPr>
        <p:spPr>
          <a:xfrm>
            <a:off x="536705" y="1732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A4D69B09-DB3E-4FFF-A192-EA202419F291}"/>
              </a:ext>
            </a:extLst>
          </p:cNvPr>
          <p:cNvSpPr>
            <a:spLocks/>
          </p:cNvSpPr>
          <p:nvPr/>
        </p:nvSpPr>
        <p:spPr>
          <a:xfrm>
            <a:off x="376229" y="14994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E51F4CD4-E54C-4C44-BA23-42AA66AAB075}"/>
              </a:ext>
            </a:extLst>
          </p:cNvPr>
          <p:cNvSpPr>
            <a:spLocks/>
          </p:cNvSpPr>
          <p:nvPr/>
        </p:nvSpPr>
        <p:spPr>
          <a:xfrm>
            <a:off x="537077" y="13814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density_7">
            <a:extLst>
              <a:ext uri="{FF2B5EF4-FFF2-40B4-BE49-F238E27FC236}">
                <a16:creationId xmlns:a16="http://schemas.microsoft.com/office/drawing/2014/main" id="{F852978A-BCA2-47C2-A34B-2D9FD07032FE}"/>
              </a:ext>
            </a:extLst>
          </p:cNvPr>
          <p:cNvSpPr>
            <a:spLocks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61050DF9-AB04-481C-B090-B691477D19E2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89450" y="1029500"/>
                </a:moveTo>
                <a:lnTo>
                  <a:pt x="2622725" y="1219743"/>
                </a:lnTo>
                <a:moveTo>
                  <a:pt x="2622725" y="1219743"/>
                </a:moveTo>
                <a:lnTo>
                  <a:pt x="2494785" y="1319916"/>
                </a:lnTo>
                <a:moveTo>
                  <a:pt x="406733" y="145788"/>
                </a:moveTo>
                <a:lnTo>
                  <a:pt x="525019" y="43794"/>
                </a:lnTo>
                <a:moveTo>
                  <a:pt x="242486" y="66408"/>
                </a:moveTo>
                <a:lnTo>
                  <a:pt x="406733" y="145788"/>
                </a:lnTo>
                <a:moveTo>
                  <a:pt x="123414" y="192923"/>
                </a:moveTo>
                <a:lnTo>
                  <a:pt x="242486" y="66408"/>
                </a:lnTo>
                <a:moveTo>
                  <a:pt x="79734" y="82391"/>
                </a:moveTo>
                <a:lnTo>
                  <a:pt x="123414" y="192923"/>
                </a:lnTo>
                <a:moveTo>
                  <a:pt x="192472" y="92820"/>
                </a:moveTo>
                <a:lnTo>
                  <a:pt x="79734" y="82391"/>
                </a:lnTo>
                <a:moveTo>
                  <a:pt x="192472" y="92820"/>
                </a:moveTo>
                <a:lnTo>
                  <a:pt x="341689" y="196262"/>
                </a:lnTo>
                <a:moveTo>
                  <a:pt x="2151152" y="982477"/>
                </a:moveTo>
                <a:lnTo>
                  <a:pt x="2230918" y="1130836"/>
                </a:lnTo>
                <a:moveTo>
                  <a:pt x="2151152" y="982477"/>
                </a:moveTo>
                <a:lnTo>
                  <a:pt x="2226098" y="797424"/>
                </a:lnTo>
                <a:moveTo>
                  <a:pt x="2226098" y="797424"/>
                </a:moveTo>
                <a:lnTo>
                  <a:pt x="2149361" y="623688"/>
                </a:lnTo>
                <a:moveTo>
                  <a:pt x="2149361" y="623688"/>
                </a:moveTo>
                <a:lnTo>
                  <a:pt x="2241341" y="459632"/>
                </a:lnTo>
                <a:moveTo>
                  <a:pt x="1984246" y="971372"/>
                </a:moveTo>
                <a:lnTo>
                  <a:pt x="2151152" y="982477"/>
                </a:lnTo>
                <a:moveTo>
                  <a:pt x="2149361" y="623688"/>
                </a:moveTo>
                <a:lnTo>
                  <a:pt x="1993198" y="611166"/>
                </a:lnTo>
                <a:moveTo>
                  <a:pt x="1984246" y="971372"/>
                </a:moveTo>
                <a:lnTo>
                  <a:pt x="1918518" y="790212"/>
                </a:lnTo>
                <a:moveTo>
                  <a:pt x="1993198" y="611166"/>
                </a:moveTo>
                <a:lnTo>
                  <a:pt x="1918518" y="790212"/>
                </a:lnTo>
                <a:moveTo>
                  <a:pt x="1867153" y="1119615"/>
                </a:moveTo>
                <a:lnTo>
                  <a:pt x="1984246" y="971372"/>
                </a:lnTo>
                <a:moveTo>
                  <a:pt x="1757700" y="826276"/>
                </a:moveTo>
                <a:lnTo>
                  <a:pt x="1918518" y="790212"/>
                </a:lnTo>
                <a:moveTo>
                  <a:pt x="1734975" y="1026555"/>
                </a:moveTo>
                <a:lnTo>
                  <a:pt x="1867153" y="1119615"/>
                </a:lnTo>
                <a:moveTo>
                  <a:pt x="1757700" y="826276"/>
                </a:moveTo>
                <a:lnTo>
                  <a:pt x="1734975" y="1026555"/>
                </a:lnTo>
                <a:moveTo>
                  <a:pt x="1286279" y="707306"/>
                </a:moveTo>
                <a:lnTo>
                  <a:pt x="1465207" y="606696"/>
                </a:lnTo>
                <a:moveTo>
                  <a:pt x="1465207" y="606696"/>
                </a:moveTo>
                <a:lnTo>
                  <a:pt x="1634593" y="679986"/>
                </a:lnTo>
                <a:moveTo>
                  <a:pt x="1286279" y="707306"/>
                </a:moveTo>
                <a:lnTo>
                  <a:pt x="1114114" y="592424"/>
                </a:lnTo>
                <a:moveTo>
                  <a:pt x="1634593" y="679986"/>
                </a:moveTo>
                <a:lnTo>
                  <a:pt x="1757700" y="826276"/>
                </a:lnTo>
                <a:moveTo>
                  <a:pt x="1343475" y="716148"/>
                </a:moveTo>
                <a:lnTo>
                  <a:pt x="1286279" y="707306"/>
                </a:lnTo>
                <a:moveTo>
                  <a:pt x="1549701" y="763997"/>
                </a:moveTo>
                <a:lnTo>
                  <a:pt x="1634593" y="679986"/>
                </a:lnTo>
                <a:moveTo>
                  <a:pt x="1343475" y="716148"/>
                </a:moveTo>
                <a:lnTo>
                  <a:pt x="1549701" y="763997"/>
                </a:lnTo>
                <a:moveTo>
                  <a:pt x="1233432" y="867527"/>
                </a:moveTo>
                <a:lnTo>
                  <a:pt x="1343475" y="716148"/>
                </a:lnTo>
                <a:moveTo>
                  <a:pt x="1240525" y="1054643"/>
                </a:moveTo>
                <a:lnTo>
                  <a:pt x="1233432" y="867527"/>
                </a:lnTo>
                <a:moveTo>
                  <a:pt x="1190322" y="1247269"/>
                </a:moveTo>
                <a:lnTo>
                  <a:pt x="1240525" y="1054643"/>
                </a:lnTo>
                <a:moveTo>
                  <a:pt x="1190322" y="1247269"/>
                </a:moveTo>
                <a:lnTo>
                  <a:pt x="985822" y="123471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E0F257AC-2A59-45C1-AA4B-38DDABBB11E1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5109" y="502162"/>
                </a:moveTo>
                <a:lnTo>
                  <a:pt x="1014570" y="635389"/>
                </a:lnTo>
                <a:moveTo>
                  <a:pt x="903612" y="703339"/>
                </a:moveTo>
                <a:lnTo>
                  <a:pt x="1014570" y="635389"/>
                </a:lnTo>
                <a:moveTo>
                  <a:pt x="2431695" y="587252"/>
                </a:moveTo>
                <a:lnTo>
                  <a:pt x="2516887" y="723477"/>
                </a:lnTo>
                <a:moveTo>
                  <a:pt x="833028" y="533553"/>
                </a:moveTo>
                <a:lnTo>
                  <a:pt x="965109" y="502162"/>
                </a:lnTo>
                <a:moveTo>
                  <a:pt x="2333982" y="613732"/>
                </a:moveTo>
                <a:lnTo>
                  <a:pt x="2516887" y="723477"/>
                </a:lnTo>
                <a:moveTo>
                  <a:pt x="903612" y="703339"/>
                </a:moveTo>
                <a:lnTo>
                  <a:pt x="965109" y="502162"/>
                </a:lnTo>
                <a:moveTo>
                  <a:pt x="2250483" y="620217"/>
                </a:moveTo>
                <a:lnTo>
                  <a:pt x="2333982" y="613732"/>
                </a:lnTo>
                <a:moveTo>
                  <a:pt x="2333982" y="613732"/>
                </a:moveTo>
                <a:lnTo>
                  <a:pt x="2431695" y="587252"/>
                </a:lnTo>
                <a:moveTo>
                  <a:pt x="795200" y="540756"/>
                </a:moveTo>
                <a:lnTo>
                  <a:pt x="833028" y="533553"/>
                </a:lnTo>
                <a:moveTo>
                  <a:pt x="814053" y="567916"/>
                </a:moveTo>
                <a:lnTo>
                  <a:pt x="833028" y="533553"/>
                </a:lnTo>
                <a:moveTo>
                  <a:pt x="795200" y="540756"/>
                </a:moveTo>
                <a:lnTo>
                  <a:pt x="814053" y="567916"/>
                </a:lnTo>
                <a:moveTo>
                  <a:pt x="2296795" y="665727"/>
                </a:moveTo>
                <a:lnTo>
                  <a:pt x="2516887" y="723477"/>
                </a:lnTo>
                <a:moveTo>
                  <a:pt x="833028" y="533553"/>
                </a:moveTo>
                <a:lnTo>
                  <a:pt x="903612" y="703339"/>
                </a:lnTo>
                <a:moveTo>
                  <a:pt x="814053" y="567916"/>
                </a:moveTo>
                <a:lnTo>
                  <a:pt x="903612" y="703339"/>
                </a:lnTo>
                <a:moveTo>
                  <a:pt x="2250483" y="620217"/>
                </a:moveTo>
                <a:lnTo>
                  <a:pt x="2296795" y="665727"/>
                </a:lnTo>
                <a:moveTo>
                  <a:pt x="446582" y="613560"/>
                </a:moveTo>
                <a:lnTo>
                  <a:pt x="514136" y="725456"/>
                </a:lnTo>
                <a:moveTo>
                  <a:pt x="329875" y="635861"/>
                </a:moveTo>
                <a:lnTo>
                  <a:pt x="514136" y="725456"/>
                </a:lnTo>
                <a:moveTo>
                  <a:pt x="903612" y="703339"/>
                </a:moveTo>
                <a:lnTo>
                  <a:pt x="935671" y="742257"/>
                </a:lnTo>
                <a:moveTo>
                  <a:pt x="265618" y="646649"/>
                </a:moveTo>
                <a:lnTo>
                  <a:pt x="329875" y="635861"/>
                </a:lnTo>
                <a:moveTo>
                  <a:pt x="514136" y="725456"/>
                </a:moveTo>
                <a:lnTo>
                  <a:pt x="562534" y="597004"/>
                </a:lnTo>
                <a:moveTo>
                  <a:pt x="2296795" y="665727"/>
                </a:moveTo>
                <a:lnTo>
                  <a:pt x="2333982" y="613732"/>
                </a:lnTo>
                <a:moveTo>
                  <a:pt x="329875" y="635861"/>
                </a:moveTo>
                <a:lnTo>
                  <a:pt x="446582" y="613560"/>
                </a:lnTo>
                <a:moveTo>
                  <a:pt x="2296795" y="665727"/>
                </a:moveTo>
                <a:lnTo>
                  <a:pt x="2373222" y="789935"/>
                </a:lnTo>
                <a:moveTo>
                  <a:pt x="446582" y="613560"/>
                </a:moveTo>
                <a:lnTo>
                  <a:pt x="562534" y="597004"/>
                </a:lnTo>
                <a:moveTo>
                  <a:pt x="2377761" y="456484"/>
                </a:moveTo>
                <a:lnTo>
                  <a:pt x="2431695" y="587252"/>
                </a:lnTo>
                <a:moveTo>
                  <a:pt x="2122041" y="679460"/>
                </a:moveTo>
                <a:lnTo>
                  <a:pt x="2250483" y="620217"/>
                </a:lnTo>
                <a:moveTo>
                  <a:pt x="864523" y="378481"/>
                </a:moveTo>
                <a:lnTo>
                  <a:pt x="965109" y="502162"/>
                </a:lnTo>
                <a:moveTo>
                  <a:pt x="716929" y="691657"/>
                </a:moveTo>
                <a:lnTo>
                  <a:pt x="814053" y="567916"/>
                </a:lnTo>
                <a:moveTo>
                  <a:pt x="514136" y="725456"/>
                </a:moveTo>
                <a:lnTo>
                  <a:pt x="716929" y="691657"/>
                </a:lnTo>
                <a:moveTo>
                  <a:pt x="2215692" y="443649"/>
                </a:moveTo>
                <a:lnTo>
                  <a:pt x="2208877" y="490901"/>
                </a:lnTo>
                <a:moveTo>
                  <a:pt x="921747" y="371972"/>
                </a:moveTo>
                <a:lnTo>
                  <a:pt x="965109" y="502162"/>
                </a:lnTo>
                <a:moveTo>
                  <a:pt x="2333982" y="613732"/>
                </a:moveTo>
                <a:lnTo>
                  <a:pt x="2377761" y="456484"/>
                </a:lnTo>
                <a:moveTo>
                  <a:pt x="2208877" y="490901"/>
                </a:moveTo>
                <a:lnTo>
                  <a:pt x="2250483" y="620217"/>
                </a:lnTo>
                <a:moveTo>
                  <a:pt x="864523" y="378481"/>
                </a:moveTo>
                <a:lnTo>
                  <a:pt x="833028" y="533553"/>
                </a:lnTo>
                <a:moveTo>
                  <a:pt x="795200" y="540756"/>
                </a:moveTo>
                <a:lnTo>
                  <a:pt x="864523" y="378481"/>
                </a:lnTo>
                <a:moveTo>
                  <a:pt x="514136" y="725456"/>
                </a:moveTo>
                <a:lnTo>
                  <a:pt x="656232" y="783071"/>
                </a:lnTo>
                <a:moveTo>
                  <a:pt x="562534" y="597004"/>
                </a:moveTo>
                <a:lnTo>
                  <a:pt x="716929" y="691657"/>
                </a:lnTo>
                <a:moveTo>
                  <a:pt x="2230989" y="842311"/>
                </a:moveTo>
                <a:lnTo>
                  <a:pt x="2373222" y="789935"/>
                </a:lnTo>
                <a:moveTo>
                  <a:pt x="2122041" y="679460"/>
                </a:moveTo>
                <a:lnTo>
                  <a:pt x="2296795" y="665727"/>
                </a:lnTo>
                <a:moveTo>
                  <a:pt x="2208877" y="490901"/>
                </a:moveTo>
                <a:lnTo>
                  <a:pt x="2333982" y="613732"/>
                </a:lnTo>
                <a:moveTo>
                  <a:pt x="2296795" y="665727"/>
                </a:moveTo>
                <a:lnTo>
                  <a:pt x="2230989" y="842311"/>
                </a:lnTo>
                <a:moveTo>
                  <a:pt x="446582" y="613560"/>
                </a:moveTo>
                <a:lnTo>
                  <a:pt x="564890" y="440674"/>
                </a:lnTo>
                <a:moveTo>
                  <a:pt x="814053" y="567916"/>
                </a:moveTo>
                <a:lnTo>
                  <a:pt x="785533" y="767743"/>
                </a:lnTo>
                <a:moveTo>
                  <a:pt x="785533" y="767743"/>
                </a:moveTo>
                <a:lnTo>
                  <a:pt x="903612" y="703339"/>
                </a:lnTo>
                <a:moveTo>
                  <a:pt x="446582" y="613560"/>
                </a:moveTo>
                <a:lnTo>
                  <a:pt x="585403" y="464881"/>
                </a:lnTo>
                <a:moveTo>
                  <a:pt x="2198275" y="782077"/>
                </a:moveTo>
                <a:lnTo>
                  <a:pt x="2296795" y="665727"/>
                </a:lnTo>
                <a:moveTo>
                  <a:pt x="585403" y="464881"/>
                </a:moveTo>
                <a:lnTo>
                  <a:pt x="562534" y="597004"/>
                </a:lnTo>
                <a:moveTo>
                  <a:pt x="785533" y="767743"/>
                </a:moveTo>
                <a:lnTo>
                  <a:pt x="935671" y="742257"/>
                </a:lnTo>
                <a:moveTo>
                  <a:pt x="716929" y="691657"/>
                </a:moveTo>
                <a:lnTo>
                  <a:pt x="656232" y="783071"/>
                </a:lnTo>
                <a:moveTo>
                  <a:pt x="864523" y="378481"/>
                </a:moveTo>
                <a:lnTo>
                  <a:pt x="921747" y="371972"/>
                </a:lnTo>
                <a:moveTo>
                  <a:pt x="2122041" y="679460"/>
                </a:moveTo>
                <a:lnTo>
                  <a:pt x="2198275" y="782077"/>
                </a:lnTo>
                <a:moveTo>
                  <a:pt x="935671" y="742257"/>
                </a:moveTo>
                <a:lnTo>
                  <a:pt x="1041034" y="830578"/>
                </a:lnTo>
                <a:moveTo>
                  <a:pt x="2230989" y="842311"/>
                </a:moveTo>
                <a:lnTo>
                  <a:pt x="2323801" y="977100"/>
                </a:lnTo>
                <a:moveTo>
                  <a:pt x="716929" y="691657"/>
                </a:moveTo>
                <a:lnTo>
                  <a:pt x="785533" y="767743"/>
                </a:lnTo>
                <a:moveTo>
                  <a:pt x="2198275" y="782077"/>
                </a:moveTo>
                <a:lnTo>
                  <a:pt x="2230989" y="842311"/>
                </a:lnTo>
                <a:moveTo>
                  <a:pt x="827513" y="807603"/>
                </a:moveTo>
                <a:lnTo>
                  <a:pt x="935671" y="742257"/>
                </a:lnTo>
                <a:moveTo>
                  <a:pt x="250871" y="530708"/>
                </a:moveTo>
                <a:lnTo>
                  <a:pt x="265618" y="646649"/>
                </a:lnTo>
                <a:moveTo>
                  <a:pt x="265618" y="646649"/>
                </a:moveTo>
                <a:lnTo>
                  <a:pt x="292045" y="525850"/>
                </a:lnTo>
                <a:moveTo>
                  <a:pt x="292045" y="525850"/>
                </a:moveTo>
                <a:lnTo>
                  <a:pt x="446582" y="613560"/>
                </a:lnTo>
                <a:moveTo>
                  <a:pt x="292045" y="525850"/>
                </a:moveTo>
                <a:lnTo>
                  <a:pt x="329875" y="635861"/>
                </a:lnTo>
                <a:moveTo>
                  <a:pt x="564890" y="440674"/>
                </a:moveTo>
                <a:lnTo>
                  <a:pt x="585403" y="464881"/>
                </a:lnTo>
                <a:moveTo>
                  <a:pt x="2101236" y="560503"/>
                </a:moveTo>
                <a:lnTo>
                  <a:pt x="2250483" y="620217"/>
                </a:lnTo>
                <a:moveTo>
                  <a:pt x="656232" y="783071"/>
                </a:moveTo>
                <a:lnTo>
                  <a:pt x="785533" y="767743"/>
                </a:lnTo>
                <a:moveTo>
                  <a:pt x="439446" y="501410"/>
                </a:moveTo>
                <a:lnTo>
                  <a:pt x="446582" y="613560"/>
                </a:lnTo>
                <a:moveTo>
                  <a:pt x="2215692" y="443649"/>
                </a:moveTo>
                <a:lnTo>
                  <a:pt x="2263999" y="492168"/>
                </a:lnTo>
                <a:moveTo>
                  <a:pt x="2323801" y="977100"/>
                </a:moveTo>
                <a:lnTo>
                  <a:pt x="2361660" y="1015979"/>
                </a:lnTo>
                <a:moveTo>
                  <a:pt x="2323801" y="977100"/>
                </a:moveTo>
                <a:lnTo>
                  <a:pt x="2268526" y="1037850"/>
                </a:lnTo>
                <a:moveTo>
                  <a:pt x="2202393" y="1059872"/>
                </a:moveTo>
                <a:lnTo>
                  <a:pt x="2230989" y="842311"/>
                </a:lnTo>
                <a:moveTo>
                  <a:pt x="656232" y="783071"/>
                </a:moveTo>
                <a:lnTo>
                  <a:pt x="827513" y="807603"/>
                </a:lnTo>
                <a:moveTo>
                  <a:pt x="2202393" y="1059872"/>
                </a:moveTo>
                <a:lnTo>
                  <a:pt x="2323801" y="977100"/>
                </a:lnTo>
                <a:moveTo>
                  <a:pt x="2268526" y="1037850"/>
                </a:moveTo>
                <a:lnTo>
                  <a:pt x="2361660" y="1015979"/>
                </a:lnTo>
                <a:moveTo>
                  <a:pt x="785533" y="767743"/>
                </a:moveTo>
                <a:lnTo>
                  <a:pt x="827513" y="807603"/>
                </a:lnTo>
                <a:moveTo>
                  <a:pt x="439446" y="501410"/>
                </a:moveTo>
                <a:lnTo>
                  <a:pt x="564890" y="440674"/>
                </a:lnTo>
                <a:moveTo>
                  <a:pt x="250871" y="530708"/>
                </a:moveTo>
                <a:lnTo>
                  <a:pt x="372338" y="444320"/>
                </a:lnTo>
                <a:moveTo>
                  <a:pt x="2122846" y="911662"/>
                </a:moveTo>
                <a:lnTo>
                  <a:pt x="2230989" y="842311"/>
                </a:lnTo>
                <a:moveTo>
                  <a:pt x="292045" y="525850"/>
                </a:moveTo>
                <a:lnTo>
                  <a:pt x="372338" y="444320"/>
                </a:lnTo>
                <a:moveTo>
                  <a:pt x="2101236" y="560503"/>
                </a:moveTo>
                <a:lnTo>
                  <a:pt x="2122041" y="679460"/>
                </a:lnTo>
                <a:moveTo>
                  <a:pt x="372338" y="444320"/>
                </a:moveTo>
                <a:lnTo>
                  <a:pt x="439446" y="501410"/>
                </a:lnTo>
                <a:moveTo>
                  <a:pt x="2225729" y="1095821"/>
                </a:moveTo>
                <a:lnTo>
                  <a:pt x="2268526" y="1037850"/>
                </a:lnTo>
                <a:moveTo>
                  <a:pt x="2202393" y="1059872"/>
                </a:moveTo>
                <a:lnTo>
                  <a:pt x="2268526" y="1037850"/>
                </a:lnTo>
                <a:moveTo>
                  <a:pt x="2198275" y="782077"/>
                </a:moveTo>
                <a:lnTo>
                  <a:pt x="2122846" y="911662"/>
                </a:lnTo>
                <a:moveTo>
                  <a:pt x="2263999" y="492168"/>
                </a:moveTo>
                <a:lnTo>
                  <a:pt x="2376177" y="448098"/>
                </a:lnTo>
                <a:moveTo>
                  <a:pt x="2101236" y="560503"/>
                </a:moveTo>
                <a:lnTo>
                  <a:pt x="2208877" y="490901"/>
                </a:lnTo>
                <a:moveTo>
                  <a:pt x="2202393" y="1059872"/>
                </a:moveTo>
                <a:lnTo>
                  <a:pt x="2225729" y="1095821"/>
                </a:lnTo>
                <a:moveTo>
                  <a:pt x="2208877" y="490901"/>
                </a:moveTo>
                <a:lnTo>
                  <a:pt x="2263999" y="492168"/>
                </a:lnTo>
                <a:moveTo>
                  <a:pt x="935671" y="742257"/>
                </a:moveTo>
                <a:lnTo>
                  <a:pt x="928629" y="873444"/>
                </a:lnTo>
                <a:moveTo>
                  <a:pt x="2048383" y="765985"/>
                </a:moveTo>
                <a:lnTo>
                  <a:pt x="2122041" y="679460"/>
                </a:lnTo>
                <a:moveTo>
                  <a:pt x="2087224" y="832111"/>
                </a:moveTo>
                <a:lnTo>
                  <a:pt x="2198275" y="782077"/>
                </a:lnTo>
                <a:moveTo>
                  <a:pt x="250871" y="530708"/>
                </a:moveTo>
                <a:lnTo>
                  <a:pt x="292045" y="525850"/>
                </a:lnTo>
                <a:moveTo>
                  <a:pt x="2048383" y="765985"/>
                </a:moveTo>
                <a:lnTo>
                  <a:pt x="2198275" y="782077"/>
                </a:lnTo>
                <a:moveTo>
                  <a:pt x="292045" y="525850"/>
                </a:moveTo>
                <a:lnTo>
                  <a:pt x="439446" y="501410"/>
                </a:lnTo>
                <a:moveTo>
                  <a:pt x="2122846" y="911662"/>
                </a:moveTo>
                <a:lnTo>
                  <a:pt x="2202393" y="1059872"/>
                </a:lnTo>
                <a:moveTo>
                  <a:pt x="259667" y="928467"/>
                </a:moveTo>
                <a:lnTo>
                  <a:pt x="324042" y="994915"/>
                </a:lnTo>
                <a:moveTo>
                  <a:pt x="2376177" y="448098"/>
                </a:moveTo>
                <a:lnTo>
                  <a:pt x="2406611" y="357567"/>
                </a:lnTo>
                <a:moveTo>
                  <a:pt x="324042" y="994915"/>
                </a:moveTo>
                <a:lnTo>
                  <a:pt x="419102" y="1028704"/>
                </a:lnTo>
                <a:moveTo>
                  <a:pt x="2123850" y="1194396"/>
                </a:moveTo>
                <a:lnTo>
                  <a:pt x="2225729" y="1095821"/>
                </a:lnTo>
                <a:moveTo>
                  <a:pt x="2225729" y="1095821"/>
                </a:moveTo>
                <a:lnTo>
                  <a:pt x="2181198" y="1281119"/>
                </a:lnTo>
                <a:moveTo>
                  <a:pt x="2080753" y="1122503"/>
                </a:moveTo>
                <a:lnTo>
                  <a:pt x="2225729" y="1095821"/>
                </a:lnTo>
                <a:moveTo>
                  <a:pt x="2080753" y="1122503"/>
                </a:moveTo>
                <a:lnTo>
                  <a:pt x="2202393" y="1059872"/>
                </a:lnTo>
                <a:moveTo>
                  <a:pt x="1998955" y="632774"/>
                </a:moveTo>
                <a:lnTo>
                  <a:pt x="2122041" y="679460"/>
                </a:lnTo>
                <a:moveTo>
                  <a:pt x="419102" y="1028704"/>
                </a:moveTo>
                <a:lnTo>
                  <a:pt x="527396" y="964079"/>
                </a:lnTo>
                <a:moveTo>
                  <a:pt x="2087224" y="832111"/>
                </a:moveTo>
                <a:lnTo>
                  <a:pt x="2122846" y="911662"/>
                </a:lnTo>
                <a:moveTo>
                  <a:pt x="928629" y="873444"/>
                </a:moveTo>
                <a:lnTo>
                  <a:pt x="1041034" y="830578"/>
                </a:lnTo>
                <a:moveTo>
                  <a:pt x="827513" y="807603"/>
                </a:moveTo>
                <a:lnTo>
                  <a:pt x="928629" y="873444"/>
                </a:lnTo>
                <a:moveTo>
                  <a:pt x="2149594" y="524453"/>
                </a:moveTo>
                <a:lnTo>
                  <a:pt x="2208877" y="490901"/>
                </a:lnTo>
                <a:moveTo>
                  <a:pt x="2048383" y="765985"/>
                </a:moveTo>
                <a:lnTo>
                  <a:pt x="2087224" y="832111"/>
                </a:lnTo>
                <a:moveTo>
                  <a:pt x="2123850" y="1194396"/>
                </a:moveTo>
                <a:lnTo>
                  <a:pt x="2181198" y="1281119"/>
                </a:lnTo>
                <a:moveTo>
                  <a:pt x="2028710" y="987990"/>
                </a:moveTo>
                <a:lnTo>
                  <a:pt x="2202393" y="1059872"/>
                </a:lnTo>
                <a:moveTo>
                  <a:pt x="2080753" y="1122503"/>
                </a:moveTo>
                <a:lnTo>
                  <a:pt x="2123850" y="1194396"/>
                </a:lnTo>
                <a:moveTo>
                  <a:pt x="1340337" y="159344"/>
                </a:moveTo>
                <a:lnTo>
                  <a:pt x="1477882" y="182311"/>
                </a:lnTo>
                <a:moveTo>
                  <a:pt x="2263999" y="492168"/>
                </a:moveTo>
                <a:lnTo>
                  <a:pt x="2406611" y="357567"/>
                </a:lnTo>
                <a:moveTo>
                  <a:pt x="2028710" y="987990"/>
                </a:moveTo>
                <a:lnTo>
                  <a:pt x="2122846" y="911662"/>
                </a:lnTo>
                <a:moveTo>
                  <a:pt x="324042" y="994915"/>
                </a:moveTo>
                <a:lnTo>
                  <a:pt x="333918" y="992575"/>
                </a:lnTo>
                <a:moveTo>
                  <a:pt x="1998955" y="632774"/>
                </a:moveTo>
                <a:lnTo>
                  <a:pt x="2101236" y="560503"/>
                </a:lnTo>
                <a:moveTo>
                  <a:pt x="372338" y="444320"/>
                </a:moveTo>
                <a:lnTo>
                  <a:pt x="383129" y="444415"/>
                </a:lnTo>
                <a:moveTo>
                  <a:pt x="1265890" y="107356"/>
                </a:moveTo>
                <a:lnTo>
                  <a:pt x="1340337" y="159344"/>
                </a:lnTo>
                <a:moveTo>
                  <a:pt x="2087224" y="832111"/>
                </a:moveTo>
                <a:lnTo>
                  <a:pt x="2028710" y="987990"/>
                </a:lnTo>
                <a:moveTo>
                  <a:pt x="372338" y="444320"/>
                </a:moveTo>
                <a:lnTo>
                  <a:pt x="331051" y="462040"/>
                </a:lnTo>
                <a:moveTo>
                  <a:pt x="1998955" y="632774"/>
                </a:moveTo>
                <a:lnTo>
                  <a:pt x="2048383" y="765985"/>
                </a:lnTo>
                <a:moveTo>
                  <a:pt x="2028710" y="987990"/>
                </a:moveTo>
                <a:lnTo>
                  <a:pt x="2080753" y="1122503"/>
                </a:lnTo>
                <a:moveTo>
                  <a:pt x="527396" y="964079"/>
                </a:moveTo>
                <a:lnTo>
                  <a:pt x="516784" y="1076373"/>
                </a:lnTo>
                <a:moveTo>
                  <a:pt x="2101236" y="560503"/>
                </a:moveTo>
                <a:lnTo>
                  <a:pt x="2149594" y="524453"/>
                </a:lnTo>
                <a:moveTo>
                  <a:pt x="2149594" y="524453"/>
                </a:moveTo>
                <a:lnTo>
                  <a:pt x="2263999" y="492168"/>
                </a:lnTo>
                <a:moveTo>
                  <a:pt x="383129" y="444415"/>
                </a:moveTo>
                <a:lnTo>
                  <a:pt x="439446" y="501410"/>
                </a:lnTo>
                <a:moveTo>
                  <a:pt x="292045" y="525850"/>
                </a:moveTo>
                <a:lnTo>
                  <a:pt x="350235" y="495799"/>
                </a:lnTo>
                <a:moveTo>
                  <a:pt x="292045" y="525850"/>
                </a:moveTo>
                <a:lnTo>
                  <a:pt x="331051" y="462040"/>
                </a:lnTo>
                <a:moveTo>
                  <a:pt x="350235" y="495799"/>
                </a:moveTo>
                <a:lnTo>
                  <a:pt x="439446" y="501410"/>
                </a:lnTo>
                <a:moveTo>
                  <a:pt x="2023133" y="1197355"/>
                </a:moveTo>
                <a:lnTo>
                  <a:pt x="2123850" y="1194396"/>
                </a:lnTo>
                <a:moveTo>
                  <a:pt x="1970342" y="851289"/>
                </a:moveTo>
                <a:lnTo>
                  <a:pt x="2087224" y="832111"/>
                </a:lnTo>
                <a:moveTo>
                  <a:pt x="1969656" y="849986"/>
                </a:moveTo>
                <a:lnTo>
                  <a:pt x="2087224" y="832111"/>
                </a:lnTo>
                <a:moveTo>
                  <a:pt x="2130183" y="1333500"/>
                </a:moveTo>
                <a:lnTo>
                  <a:pt x="2181198" y="1281119"/>
                </a:lnTo>
                <a:moveTo>
                  <a:pt x="1477882" y="182311"/>
                </a:moveTo>
                <a:lnTo>
                  <a:pt x="1505384" y="184400"/>
                </a:lnTo>
                <a:moveTo>
                  <a:pt x="2023133" y="1197355"/>
                </a:moveTo>
                <a:lnTo>
                  <a:pt x="2080753" y="1122503"/>
                </a:lnTo>
                <a:moveTo>
                  <a:pt x="1969656" y="849986"/>
                </a:moveTo>
                <a:lnTo>
                  <a:pt x="2048383" y="765985"/>
                </a:lnTo>
                <a:moveTo>
                  <a:pt x="2263999" y="492168"/>
                </a:moveTo>
                <a:lnTo>
                  <a:pt x="2317667" y="436480"/>
                </a:lnTo>
                <a:moveTo>
                  <a:pt x="1974468" y="511983"/>
                </a:moveTo>
                <a:lnTo>
                  <a:pt x="2101236" y="560503"/>
                </a:lnTo>
                <a:moveTo>
                  <a:pt x="1661754" y="309765"/>
                </a:moveTo>
                <a:lnTo>
                  <a:pt x="1784112" y="342604"/>
                </a:lnTo>
                <a:moveTo>
                  <a:pt x="1883936" y="698702"/>
                </a:moveTo>
                <a:lnTo>
                  <a:pt x="2048383" y="765985"/>
                </a:lnTo>
                <a:moveTo>
                  <a:pt x="201622" y="831596"/>
                </a:moveTo>
                <a:lnTo>
                  <a:pt x="259667" y="928467"/>
                </a:lnTo>
                <a:moveTo>
                  <a:pt x="1625123" y="198974"/>
                </a:moveTo>
                <a:lnTo>
                  <a:pt x="1661754" y="309765"/>
                </a:lnTo>
                <a:moveTo>
                  <a:pt x="2123850" y="1194396"/>
                </a:moveTo>
                <a:lnTo>
                  <a:pt x="2026606" y="1218744"/>
                </a:lnTo>
                <a:moveTo>
                  <a:pt x="2026606" y="1218744"/>
                </a:moveTo>
                <a:lnTo>
                  <a:pt x="2181198" y="1281119"/>
                </a:lnTo>
                <a:moveTo>
                  <a:pt x="259667" y="928467"/>
                </a:moveTo>
                <a:lnTo>
                  <a:pt x="333918" y="992575"/>
                </a:lnTo>
                <a:moveTo>
                  <a:pt x="2091487" y="502152"/>
                </a:moveTo>
                <a:lnTo>
                  <a:pt x="2101236" y="560503"/>
                </a:lnTo>
                <a:moveTo>
                  <a:pt x="419102" y="1028704"/>
                </a:moveTo>
                <a:lnTo>
                  <a:pt x="516784" y="1076373"/>
                </a:lnTo>
                <a:moveTo>
                  <a:pt x="333918" y="992575"/>
                </a:moveTo>
                <a:lnTo>
                  <a:pt x="419102" y="1028704"/>
                </a:lnTo>
                <a:moveTo>
                  <a:pt x="2317667" y="436480"/>
                </a:moveTo>
                <a:lnTo>
                  <a:pt x="2406611" y="357567"/>
                </a:lnTo>
                <a:moveTo>
                  <a:pt x="1940284" y="1067161"/>
                </a:moveTo>
                <a:lnTo>
                  <a:pt x="2080753" y="1122503"/>
                </a:lnTo>
                <a:moveTo>
                  <a:pt x="1970342" y="851289"/>
                </a:moveTo>
                <a:lnTo>
                  <a:pt x="2028710" y="987990"/>
                </a:lnTo>
                <a:moveTo>
                  <a:pt x="1340337" y="159344"/>
                </a:moveTo>
                <a:lnTo>
                  <a:pt x="1364435" y="121450"/>
                </a:lnTo>
                <a:moveTo>
                  <a:pt x="1505384" y="184400"/>
                </a:moveTo>
                <a:lnTo>
                  <a:pt x="1625123" y="198974"/>
                </a:lnTo>
                <a:moveTo>
                  <a:pt x="1883936" y="698702"/>
                </a:moveTo>
                <a:lnTo>
                  <a:pt x="1998955" y="632774"/>
                </a:lnTo>
                <a:moveTo>
                  <a:pt x="1109523" y="62401"/>
                </a:moveTo>
                <a:lnTo>
                  <a:pt x="1174741" y="132380"/>
                </a:lnTo>
                <a:moveTo>
                  <a:pt x="123498" y="635405"/>
                </a:moveTo>
                <a:lnTo>
                  <a:pt x="201622" y="831596"/>
                </a:lnTo>
                <a:moveTo>
                  <a:pt x="1974468" y="511983"/>
                </a:moveTo>
                <a:lnTo>
                  <a:pt x="1998955" y="632774"/>
                </a:lnTo>
                <a:moveTo>
                  <a:pt x="1109523" y="62401"/>
                </a:moveTo>
                <a:lnTo>
                  <a:pt x="1178148" y="0"/>
                </a:lnTo>
                <a:moveTo>
                  <a:pt x="1969656" y="849986"/>
                </a:moveTo>
                <a:lnTo>
                  <a:pt x="1970342" y="851289"/>
                </a:lnTo>
                <a:moveTo>
                  <a:pt x="1940284" y="1067161"/>
                </a:moveTo>
                <a:lnTo>
                  <a:pt x="2028710" y="987990"/>
                </a:lnTo>
                <a:moveTo>
                  <a:pt x="2149594" y="524453"/>
                </a:moveTo>
                <a:lnTo>
                  <a:pt x="2317667" y="436480"/>
                </a:lnTo>
                <a:moveTo>
                  <a:pt x="1625123" y="198974"/>
                </a:moveTo>
                <a:lnTo>
                  <a:pt x="1784112" y="342604"/>
                </a:lnTo>
                <a:moveTo>
                  <a:pt x="2003296" y="1194134"/>
                </a:moveTo>
                <a:lnTo>
                  <a:pt x="2023133" y="1197355"/>
                </a:lnTo>
                <a:moveTo>
                  <a:pt x="1784112" y="342604"/>
                </a:moveTo>
                <a:lnTo>
                  <a:pt x="1898554" y="515187"/>
                </a:lnTo>
                <a:moveTo>
                  <a:pt x="1883936" y="698702"/>
                </a:moveTo>
                <a:lnTo>
                  <a:pt x="1969656" y="849986"/>
                </a:lnTo>
                <a:moveTo>
                  <a:pt x="1174741" y="132380"/>
                </a:moveTo>
                <a:lnTo>
                  <a:pt x="1265890" y="107356"/>
                </a:lnTo>
                <a:moveTo>
                  <a:pt x="1109523" y="62401"/>
                </a:moveTo>
                <a:lnTo>
                  <a:pt x="1181422" y="0"/>
                </a:lnTo>
                <a:moveTo>
                  <a:pt x="1505384" y="184400"/>
                </a:moveTo>
                <a:lnTo>
                  <a:pt x="1576118" y="172839"/>
                </a:lnTo>
                <a:moveTo>
                  <a:pt x="2023133" y="1197355"/>
                </a:moveTo>
                <a:lnTo>
                  <a:pt x="2026606" y="1218744"/>
                </a:lnTo>
                <a:moveTo>
                  <a:pt x="2026606" y="1218744"/>
                </a:moveTo>
                <a:lnTo>
                  <a:pt x="2084866" y="1333500"/>
                </a:lnTo>
                <a:moveTo>
                  <a:pt x="1863022" y="920089"/>
                </a:moveTo>
                <a:lnTo>
                  <a:pt x="2028710" y="987990"/>
                </a:lnTo>
                <a:moveTo>
                  <a:pt x="1364435" y="121450"/>
                </a:moveTo>
                <a:lnTo>
                  <a:pt x="1477882" y="182311"/>
                </a:lnTo>
                <a:moveTo>
                  <a:pt x="201622" y="831596"/>
                </a:moveTo>
                <a:lnTo>
                  <a:pt x="333918" y="992575"/>
                </a:lnTo>
                <a:moveTo>
                  <a:pt x="1265890" y="107356"/>
                </a:moveTo>
                <a:lnTo>
                  <a:pt x="1332194" y="112763"/>
                </a:lnTo>
                <a:moveTo>
                  <a:pt x="2091487" y="502152"/>
                </a:moveTo>
                <a:lnTo>
                  <a:pt x="2149594" y="524453"/>
                </a:lnTo>
                <a:moveTo>
                  <a:pt x="1898554" y="515187"/>
                </a:moveTo>
                <a:lnTo>
                  <a:pt x="1883936" y="698702"/>
                </a:lnTo>
                <a:moveTo>
                  <a:pt x="1839793" y="629683"/>
                </a:moveTo>
                <a:lnTo>
                  <a:pt x="1898554" y="515187"/>
                </a:lnTo>
                <a:moveTo>
                  <a:pt x="1839793" y="629683"/>
                </a:moveTo>
                <a:lnTo>
                  <a:pt x="1883936" y="698702"/>
                </a:lnTo>
                <a:moveTo>
                  <a:pt x="419102" y="1028704"/>
                </a:moveTo>
                <a:lnTo>
                  <a:pt x="424259" y="1046223"/>
                </a:lnTo>
                <a:moveTo>
                  <a:pt x="1940284" y="1067161"/>
                </a:moveTo>
                <a:lnTo>
                  <a:pt x="2023133" y="1197355"/>
                </a:lnTo>
                <a:moveTo>
                  <a:pt x="2003296" y="1194134"/>
                </a:moveTo>
                <a:lnTo>
                  <a:pt x="2026606" y="1218744"/>
                </a:lnTo>
                <a:moveTo>
                  <a:pt x="1901764" y="894672"/>
                </a:moveTo>
                <a:lnTo>
                  <a:pt x="1970342" y="851289"/>
                </a:lnTo>
                <a:moveTo>
                  <a:pt x="1901764" y="894672"/>
                </a:moveTo>
                <a:lnTo>
                  <a:pt x="1969656" y="849986"/>
                </a:lnTo>
                <a:moveTo>
                  <a:pt x="123498" y="635405"/>
                </a:moveTo>
                <a:lnTo>
                  <a:pt x="192835" y="702706"/>
                </a:lnTo>
                <a:moveTo>
                  <a:pt x="1898554" y="515187"/>
                </a:moveTo>
                <a:lnTo>
                  <a:pt x="1974468" y="511983"/>
                </a:lnTo>
                <a:moveTo>
                  <a:pt x="1883936" y="698702"/>
                </a:moveTo>
                <a:lnTo>
                  <a:pt x="1974468" y="511983"/>
                </a:lnTo>
                <a:moveTo>
                  <a:pt x="350235" y="495799"/>
                </a:moveTo>
                <a:lnTo>
                  <a:pt x="383129" y="444415"/>
                </a:lnTo>
                <a:moveTo>
                  <a:pt x="1265890" y="107356"/>
                </a:moveTo>
                <a:lnTo>
                  <a:pt x="1364435" y="121450"/>
                </a:lnTo>
                <a:moveTo>
                  <a:pt x="331051" y="462040"/>
                </a:moveTo>
                <a:lnTo>
                  <a:pt x="383129" y="444415"/>
                </a:lnTo>
                <a:moveTo>
                  <a:pt x="2026606" y="1218744"/>
                </a:moveTo>
                <a:lnTo>
                  <a:pt x="2082993" y="1333500"/>
                </a:lnTo>
                <a:moveTo>
                  <a:pt x="1940284" y="1067161"/>
                </a:moveTo>
                <a:lnTo>
                  <a:pt x="2003296" y="1194134"/>
                </a:lnTo>
                <a:moveTo>
                  <a:pt x="2149594" y="524453"/>
                </a:moveTo>
                <a:lnTo>
                  <a:pt x="2198835" y="500509"/>
                </a:lnTo>
                <a:moveTo>
                  <a:pt x="331051" y="462040"/>
                </a:moveTo>
                <a:lnTo>
                  <a:pt x="350235" y="495799"/>
                </a:lnTo>
                <a:moveTo>
                  <a:pt x="383129" y="444415"/>
                </a:moveTo>
                <a:lnTo>
                  <a:pt x="520385" y="433120"/>
                </a:lnTo>
                <a:moveTo>
                  <a:pt x="1970342" y="851289"/>
                </a:moveTo>
                <a:lnTo>
                  <a:pt x="1863022" y="920089"/>
                </a:lnTo>
                <a:moveTo>
                  <a:pt x="1576118" y="172839"/>
                </a:moveTo>
                <a:lnTo>
                  <a:pt x="1625123" y="198974"/>
                </a:lnTo>
                <a:moveTo>
                  <a:pt x="343273" y="458955"/>
                </a:moveTo>
                <a:lnTo>
                  <a:pt x="383129" y="444415"/>
                </a:lnTo>
                <a:moveTo>
                  <a:pt x="1784112" y="342604"/>
                </a:moveTo>
                <a:lnTo>
                  <a:pt x="1897796" y="381080"/>
                </a:lnTo>
                <a:moveTo>
                  <a:pt x="1770093" y="765215"/>
                </a:moveTo>
                <a:lnTo>
                  <a:pt x="1969656" y="849986"/>
                </a:lnTo>
                <a:moveTo>
                  <a:pt x="1974468" y="511983"/>
                </a:moveTo>
                <a:lnTo>
                  <a:pt x="2091487" y="502152"/>
                </a:lnTo>
                <a:moveTo>
                  <a:pt x="1747080" y="232073"/>
                </a:moveTo>
                <a:lnTo>
                  <a:pt x="1784112" y="342604"/>
                </a:lnTo>
                <a:moveTo>
                  <a:pt x="331051" y="462040"/>
                </a:moveTo>
                <a:lnTo>
                  <a:pt x="343273" y="458955"/>
                </a:lnTo>
                <a:moveTo>
                  <a:pt x="383129" y="444415"/>
                </a:moveTo>
                <a:lnTo>
                  <a:pt x="552369" y="458513"/>
                </a:lnTo>
                <a:moveTo>
                  <a:pt x="192835" y="702706"/>
                </a:moveTo>
                <a:lnTo>
                  <a:pt x="201622" y="831596"/>
                </a:lnTo>
                <a:moveTo>
                  <a:pt x="1625123" y="198974"/>
                </a:moveTo>
                <a:lnTo>
                  <a:pt x="1747080" y="232073"/>
                </a:lnTo>
                <a:moveTo>
                  <a:pt x="184544" y="512287"/>
                </a:moveTo>
                <a:lnTo>
                  <a:pt x="350235" y="495799"/>
                </a:lnTo>
                <a:moveTo>
                  <a:pt x="350235" y="495799"/>
                </a:moveTo>
                <a:lnTo>
                  <a:pt x="552369" y="458513"/>
                </a:lnTo>
                <a:moveTo>
                  <a:pt x="2198835" y="500509"/>
                </a:moveTo>
                <a:lnTo>
                  <a:pt x="2317667" y="436480"/>
                </a:lnTo>
                <a:moveTo>
                  <a:pt x="343273" y="458955"/>
                </a:moveTo>
                <a:lnTo>
                  <a:pt x="520385" y="433120"/>
                </a:lnTo>
                <a:moveTo>
                  <a:pt x="251565" y="611355"/>
                </a:moveTo>
                <a:lnTo>
                  <a:pt x="350235" y="495799"/>
                </a:lnTo>
                <a:moveTo>
                  <a:pt x="184544" y="512287"/>
                </a:moveTo>
                <a:lnTo>
                  <a:pt x="331051" y="462040"/>
                </a:lnTo>
                <a:moveTo>
                  <a:pt x="520385" y="433120"/>
                </a:moveTo>
                <a:lnTo>
                  <a:pt x="575064" y="432028"/>
                </a:lnTo>
                <a:moveTo>
                  <a:pt x="1770093" y="765215"/>
                </a:moveTo>
                <a:lnTo>
                  <a:pt x="1883936" y="698702"/>
                </a:lnTo>
                <a:moveTo>
                  <a:pt x="1897796" y="381080"/>
                </a:moveTo>
                <a:lnTo>
                  <a:pt x="1898554" y="515187"/>
                </a:lnTo>
                <a:moveTo>
                  <a:pt x="1477882" y="182311"/>
                </a:moveTo>
                <a:lnTo>
                  <a:pt x="1495255" y="148788"/>
                </a:lnTo>
                <a:moveTo>
                  <a:pt x="1734599" y="710712"/>
                </a:moveTo>
                <a:lnTo>
                  <a:pt x="1839793" y="629683"/>
                </a:lnTo>
                <a:moveTo>
                  <a:pt x="1839793" y="629683"/>
                </a:moveTo>
                <a:lnTo>
                  <a:pt x="1770093" y="765215"/>
                </a:lnTo>
                <a:moveTo>
                  <a:pt x="1410961" y="574261"/>
                </a:moveTo>
                <a:lnTo>
                  <a:pt x="1574725" y="613305"/>
                </a:lnTo>
                <a:moveTo>
                  <a:pt x="201622" y="831596"/>
                </a:moveTo>
                <a:lnTo>
                  <a:pt x="242789" y="881691"/>
                </a:lnTo>
                <a:moveTo>
                  <a:pt x="2317667" y="436480"/>
                </a:moveTo>
                <a:lnTo>
                  <a:pt x="2331860" y="382023"/>
                </a:lnTo>
                <a:moveTo>
                  <a:pt x="520385" y="433120"/>
                </a:moveTo>
                <a:lnTo>
                  <a:pt x="552369" y="458513"/>
                </a:lnTo>
                <a:moveTo>
                  <a:pt x="1174741" y="132380"/>
                </a:moveTo>
                <a:lnTo>
                  <a:pt x="1332194" y="112763"/>
                </a:lnTo>
                <a:moveTo>
                  <a:pt x="1495255" y="148788"/>
                </a:moveTo>
                <a:lnTo>
                  <a:pt x="1505384" y="184400"/>
                </a:lnTo>
                <a:moveTo>
                  <a:pt x="242789" y="881691"/>
                </a:moveTo>
                <a:lnTo>
                  <a:pt x="333918" y="992575"/>
                </a:lnTo>
                <a:moveTo>
                  <a:pt x="1863022" y="920089"/>
                </a:moveTo>
                <a:lnTo>
                  <a:pt x="1940284" y="1067161"/>
                </a:lnTo>
                <a:moveTo>
                  <a:pt x="1901764" y="894672"/>
                </a:moveTo>
                <a:lnTo>
                  <a:pt x="1863022" y="920089"/>
                </a:lnTo>
                <a:moveTo>
                  <a:pt x="1862751" y="919633"/>
                </a:moveTo>
                <a:lnTo>
                  <a:pt x="1901764" y="894672"/>
                </a:lnTo>
                <a:moveTo>
                  <a:pt x="1897796" y="381080"/>
                </a:moveTo>
                <a:lnTo>
                  <a:pt x="1974468" y="511983"/>
                </a:lnTo>
                <a:moveTo>
                  <a:pt x="552369" y="458513"/>
                </a:moveTo>
                <a:lnTo>
                  <a:pt x="575064" y="432028"/>
                </a:lnTo>
                <a:moveTo>
                  <a:pt x="279227" y="926199"/>
                </a:moveTo>
                <a:lnTo>
                  <a:pt x="333918" y="992575"/>
                </a:lnTo>
                <a:moveTo>
                  <a:pt x="1770093" y="765215"/>
                </a:moveTo>
                <a:lnTo>
                  <a:pt x="1901764" y="894672"/>
                </a:lnTo>
                <a:moveTo>
                  <a:pt x="2091487" y="502152"/>
                </a:moveTo>
                <a:lnTo>
                  <a:pt x="2198835" y="500509"/>
                </a:lnTo>
                <a:moveTo>
                  <a:pt x="520385" y="433120"/>
                </a:moveTo>
                <a:lnTo>
                  <a:pt x="545051" y="419783"/>
                </a:lnTo>
                <a:moveTo>
                  <a:pt x="184544" y="512287"/>
                </a:moveTo>
                <a:lnTo>
                  <a:pt x="251565" y="611355"/>
                </a:lnTo>
                <a:moveTo>
                  <a:pt x="424259" y="1046223"/>
                </a:moveTo>
                <a:lnTo>
                  <a:pt x="516784" y="1076373"/>
                </a:lnTo>
                <a:moveTo>
                  <a:pt x="1205470" y="0"/>
                </a:moveTo>
                <a:lnTo>
                  <a:pt x="1174741" y="132380"/>
                </a:lnTo>
                <a:moveTo>
                  <a:pt x="1063657" y="312572"/>
                </a:moveTo>
                <a:lnTo>
                  <a:pt x="1140998" y="154313"/>
                </a:lnTo>
                <a:moveTo>
                  <a:pt x="575064" y="432028"/>
                </a:moveTo>
                <a:lnTo>
                  <a:pt x="560343" y="453018"/>
                </a:lnTo>
                <a:moveTo>
                  <a:pt x="1174741" y="132380"/>
                </a:moveTo>
                <a:lnTo>
                  <a:pt x="1357029" y="120397"/>
                </a:lnTo>
                <a:moveTo>
                  <a:pt x="333918" y="992575"/>
                </a:moveTo>
                <a:lnTo>
                  <a:pt x="424259" y="1046223"/>
                </a:lnTo>
                <a:moveTo>
                  <a:pt x="2003296" y="1194134"/>
                </a:moveTo>
                <a:lnTo>
                  <a:pt x="2068636" y="1280148"/>
                </a:lnTo>
                <a:moveTo>
                  <a:pt x="1862751" y="919633"/>
                </a:moveTo>
                <a:lnTo>
                  <a:pt x="1863022" y="920089"/>
                </a:lnTo>
                <a:moveTo>
                  <a:pt x="343273" y="458955"/>
                </a:moveTo>
                <a:lnTo>
                  <a:pt x="545051" y="419783"/>
                </a:lnTo>
                <a:moveTo>
                  <a:pt x="1332194" y="112763"/>
                </a:moveTo>
                <a:lnTo>
                  <a:pt x="1364435" y="121450"/>
                </a:lnTo>
                <a:moveTo>
                  <a:pt x="545051" y="419783"/>
                </a:moveTo>
                <a:lnTo>
                  <a:pt x="575064" y="432028"/>
                </a:lnTo>
                <a:moveTo>
                  <a:pt x="552369" y="458513"/>
                </a:moveTo>
                <a:lnTo>
                  <a:pt x="560343" y="453018"/>
                </a:lnTo>
                <a:moveTo>
                  <a:pt x="251565" y="611355"/>
                </a:moveTo>
                <a:lnTo>
                  <a:pt x="192835" y="702706"/>
                </a:lnTo>
                <a:moveTo>
                  <a:pt x="2068636" y="1280148"/>
                </a:moveTo>
                <a:lnTo>
                  <a:pt x="2026606" y="1218744"/>
                </a:lnTo>
                <a:moveTo>
                  <a:pt x="1357029" y="120397"/>
                </a:moveTo>
                <a:lnTo>
                  <a:pt x="1332194" y="112763"/>
                </a:lnTo>
                <a:moveTo>
                  <a:pt x="1770093" y="765215"/>
                </a:moveTo>
                <a:lnTo>
                  <a:pt x="1862751" y="919633"/>
                </a:lnTo>
                <a:moveTo>
                  <a:pt x="1576118" y="172839"/>
                </a:moveTo>
                <a:lnTo>
                  <a:pt x="1747080" y="232073"/>
                </a:lnTo>
                <a:moveTo>
                  <a:pt x="2230593" y="483833"/>
                </a:moveTo>
                <a:lnTo>
                  <a:pt x="2317667" y="436480"/>
                </a:lnTo>
                <a:moveTo>
                  <a:pt x="350235" y="495799"/>
                </a:moveTo>
                <a:lnTo>
                  <a:pt x="447292" y="540161"/>
                </a:lnTo>
                <a:moveTo>
                  <a:pt x="2068636" y="1280148"/>
                </a:moveTo>
                <a:lnTo>
                  <a:pt x="2088986" y="1333500"/>
                </a:lnTo>
                <a:moveTo>
                  <a:pt x="1879187" y="1175064"/>
                </a:moveTo>
                <a:lnTo>
                  <a:pt x="2003296" y="1194134"/>
                </a:lnTo>
                <a:moveTo>
                  <a:pt x="1734599" y="710712"/>
                </a:moveTo>
                <a:lnTo>
                  <a:pt x="1770093" y="765215"/>
                </a:lnTo>
                <a:moveTo>
                  <a:pt x="1295314" y="599976"/>
                </a:moveTo>
                <a:lnTo>
                  <a:pt x="1410961" y="574261"/>
                </a:lnTo>
                <a:moveTo>
                  <a:pt x="1972680" y="402497"/>
                </a:moveTo>
                <a:lnTo>
                  <a:pt x="1974468" y="511983"/>
                </a:lnTo>
                <a:moveTo>
                  <a:pt x="201622" y="831596"/>
                </a:moveTo>
                <a:lnTo>
                  <a:pt x="202913" y="753236"/>
                </a:lnTo>
                <a:moveTo>
                  <a:pt x="1747080" y="232073"/>
                </a:moveTo>
                <a:lnTo>
                  <a:pt x="1897796" y="381080"/>
                </a:lnTo>
                <a:moveTo>
                  <a:pt x="1410961" y="574261"/>
                </a:moveTo>
                <a:lnTo>
                  <a:pt x="1506527" y="610734"/>
                </a:lnTo>
                <a:moveTo>
                  <a:pt x="1816865" y="949857"/>
                </a:moveTo>
                <a:lnTo>
                  <a:pt x="1863022" y="920089"/>
                </a:lnTo>
                <a:moveTo>
                  <a:pt x="1862751" y="919633"/>
                </a:moveTo>
                <a:lnTo>
                  <a:pt x="1816865" y="949857"/>
                </a:lnTo>
                <a:moveTo>
                  <a:pt x="545051" y="419783"/>
                </a:moveTo>
                <a:lnTo>
                  <a:pt x="560343" y="453018"/>
                </a:lnTo>
                <a:moveTo>
                  <a:pt x="2068636" y="1280148"/>
                </a:moveTo>
                <a:lnTo>
                  <a:pt x="2109482" y="1333500"/>
                </a:lnTo>
                <a:moveTo>
                  <a:pt x="1357029" y="120397"/>
                </a:moveTo>
                <a:lnTo>
                  <a:pt x="1364435" y="121450"/>
                </a:lnTo>
                <a:moveTo>
                  <a:pt x="840402" y="237475"/>
                </a:moveTo>
                <a:lnTo>
                  <a:pt x="1063657" y="312572"/>
                </a:lnTo>
                <a:moveTo>
                  <a:pt x="1860460" y="1150615"/>
                </a:moveTo>
                <a:lnTo>
                  <a:pt x="1940284" y="1067161"/>
                </a:lnTo>
                <a:moveTo>
                  <a:pt x="2091487" y="502152"/>
                </a:moveTo>
                <a:lnTo>
                  <a:pt x="2230593" y="483833"/>
                </a:lnTo>
                <a:moveTo>
                  <a:pt x="1879187" y="1175064"/>
                </a:moveTo>
                <a:lnTo>
                  <a:pt x="1940284" y="1067161"/>
                </a:lnTo>
                <a:moveTo>
                  <a:pt x="2146128" y="1278264"/>
                </a:moveTo>
                <a:lnTo>
                  <a:pt x="2149481" y="1333500"/>
                </a:lnTo>
                <a:moveTo>
                  <a:pt x="1974468" y="511983"/>
                </a:moveTo>
                <a:lnTo>
                  <a:pt x="2024973" y="410785"/>
                </a:lnTo>
                <a:moveTo>
                  <a:pt x="447292" y="540161"/>
                </a:moveTo>
                <a:lnTo>
                  <a:pt x="552369" y="458513"/>
                </a:lnTo>
                <a:moveTo>
                  <a:pt x="242789" y="881691"/>
                </a:moveTo>
                <a:lnTo>
                  <a:pt x="279227" y="926199"/>
                </a:lnTo>
                <a:moveTo>
                  <a:pt x="223165" y="461058"/>
                </a:moveTo>
                <a:lnTo>
                  <a:pt x="331051" y="462040"/>
                </a:lnTo>
                <a:moveTo>
                  <a:pt x="2003296" y="1194134"/>
                </a:moveTo>
                <a:lnTo>
                  <a:pt x="1909989" y="1175279"/>
                </a:lnTo>
                <a:moveTo>
                  <a:pt x="1506527" y="610734"/>
                </a:moveTo>
                <a:lnTo>
                  <a:pt x="1574725" y="613305"/>
                </a:lnTo>
                <a:moveTo>
                  <a:pt x="2024973" y="410785"/>
                </a:moveTo>
                <a:lnTo>
                  <a:pt x="2091487" y="502152"/>
                </a:lnTo>
                <a:moveTo>
                  <a:pt x="447292" y="540161"/>
                </a:moveTo>
                <a:lnTo>
                  <a:pt x="560343" y="453018"/>
                </a:lnTo>
                <a:moveTo>
                  <a:pt x="1754581" y="989292"/>
                </a:moveTo>
                <a:lnTo>
                  <a:pt x="1862751" y="919633"/>
                </a:lnTo>
                <a:moveTo>
                  <a:pt x="350235" y="495799"/>
                </a:moveTo>
                <a:lnTo>
                  <a:pt x="344347" y="633093"/>
                </a:lnTo>
                <a:moveTo>
                  <a:pt x="1860460" y="1150615"/>
                </a:moveTo>
                <a:lnTo>
                  <a:pt x="1863022" y="920089"/>
                </a:lnTo>
                <a:moveTo>
                  <a:pt x="840228" y="237165"/>
                </a:moveTo>
                <a:lnTo>
                  <a:pt x="840402" y="237475"/>
                </a:lnTo>
                <a:moveTo>
                  <a:pt x="2230593" y="483833"/>
                </a:moveTo>
                <a:lnTo>
                  <a:pt x="2198835" y="500509"/>
                </a:lnTo>
                <a:moveTo>
                  <a:pt x="1897796" y="381080"/>
                </a:moveTo>
                <a:lnTo>
                  <a:pt x="1972680" y="402497"/>
                </a:lnTo>
                <a:moveTo>
                  <a:pt x="1754581" y="989292"/>
                </a:moveTo>
                <a:lnTo>
                  <a:pt x="1770093" y="765215"/>
                </a:lnTo>
                <a:moveTo>
                  <a:pt x="2197535" y="1333500"/>
                </a:moveTo>
                <a:lnTo>
                  <a:pt x="2237348" y="1282856"/>
                </a:lnTo>
                <a:moveTo>
                  <a:pt x="223165" y="461058"/>
                </a:moveTo>
                <a:lnTo>
                  <a:pt x="343273" y="458955"/>
                </a:lnTo>
                <a:moveTo>
                  <a:pt x="1495255" y="148788"/>
                </a:moveTo>
                <a:lnTo>
                  <a:pt x="1576118" y="172839"/>
                </a:lnTo>
                <a:moveTo>
                  <a:pt x="279227" y="926199"/>
                </a:moveTo>
                <a:lnTo>
                  <a:pt x="424259" y="1046223"/>
                </a:lnTo>
                <a:moveTo>
                  <a:pt x="516784" y="1076373"/>
                </a:moveTo>
                <a:lnTo>
                  <a:pt x="530243" y="1089705"/>
                </a:lnTo>
                <a:moveTo>
                  <a:pt x="343273" y="458955"/>
                </a:moveTo>
                <a:lnTo>
                  <a:pt x="434489" y="472406"/>
                </a:lnTo>
                <a:moveTo>
                  <a:pt x="2230593" y="483833"/>
                </a:moveTo>
                <a:lnTo>
                  <a:pt x="2331860" y="382023"/>
                </a:lnTo>
                <a:moveTo>
                  <a:pt x="1174741" y="132380"/>
                </a:moveTo>
                <a:lnTo>
                  <a:pt x="1170749" y="46975"/>
                </a:lnTo>
                <a:moveTo>
                  <a:pt x="623349" y="196422"/>
                </a:moveTo>
                <a:lnTo>
                  <a:pt x="840228" y="237165"/>
                </a:lnTo>
                <a:moveTo>
                  <a:pt x="253341" y="910349"/>
                </a:moveTo>
                <a:lnTo>
                  <a:pt x="242789" y="881691"/>
                </a:lnTo>
                <a:moveTo>
                  <a:pt x="184544" y="512287"/>
                </a:moveTo>
                <a:lnTo>
                  <a:pt x="223165" y="461058"/>
                </a:lnTo>
                <a:moveTo>
                  <a:pt x="948086" y="338682"/>
                </a:moveTo>
                <a:lnTo>
                  <a:pt x="1063657" y="312572"/>
                </a:lnTo>
                <a:moveTo>
                  <a:pt x="192835" y="702706"/>
                </a:moveTo>
                <a:lnTo>
                  <a:pt x="202913" y="753236"/>
                </a:lnTo>
                <a:moveTo>
                  <a:pt x="1756154" y="993236"/>
                </a:moveTo>
                <a:lnTo>
                  <a:pt x="1816865" y="949857"/>
                </a:lnTo>
                <a:moveTo>
                  <a:pt x="1364435" y="121450"/>
                </a:moveTo>
                <a:lnTo>
                  <a:pt x="1495255" y="148788"/>
                </a:lnTo>
                <a:moveTo>
                  <a:pt x="1754581" y="989292"/>
                </a:moveTo>
                <a:lnTo>
                  <a:pt x="1816865" y="949857"/>
                </a:lnTo>
                <a:moveTo>
                  <a:pt x="253341" y="910349"/>
                </a:moveTo>
                <a:lnTo>
                  <a:pt x="279227" y="926199"/>
                </a:lnTo>
                <a:moveTo>
                  <a:pt x="1816865" y="949857"/>
                </a:moveTo>
                <a:lnTo>
                  <a:pt x="1860460" y="1150615"/>
                </a:lnTo>
                <a:moveTo>
                  <a:pt x="1576118" y="172839"/>
                </a:moveTo>
                <a:lnTo>
                  <a:pt x="1669385" y="197138"/>
                </a:lnTo>
                <a:moveTo>
                  <a:pt x="1357029" y="120397"/>
                </a:moveTo>
                <a:lnTo>
                  <a:pt x="1495255" y="148788"/>
                </a:lnTo>
                <a:moveTo>
                  <a:pt x="202913" y="753236"/>
                </a:moveTo>
                <a:lnTo>
                  <a:pt x="242789" y="881691"/>
                </a:lnTo>
                <a:moveTo>
                  <a:pt x="469226" y="530848"/>
                </a:moveTo>
                <a:lnTo>
                  <a:pt x="560343" y="453018"/>
                </a:lnTo>
                <a:moveTo>
                  <a:pt x="638830" y="121380"/>
                </a:moveTo>
                <a:lnTo>
                  <a:pt x="840228" y="237165"/>
                </a:lnTo>
                <a:moveTo>
                  <a:pt x="251565" y="611355"/>
                </a:moveTo>
                <a:lnTo>
                  <a:pt x="344347" y="633093"/>
                </a:lnTo>
                <a:moveTo>
                  <a:pt x="1862086" y="269690"/>
                </a:moveTo>
                <a:lnTo>
                  <a:pt x="1897796" y="381080"/>
                </a:lnTo>
                <a:moveTo>
                  <a:pt x="1747080" y="232073"/>
                </a:moveTo>
                <a:lnTo>
                  <a:pt x="1862086" y="269690"/>
                </a:lnTo>
                <a:moveTo>
                  <a:pt x="545051" y="419783"/>
                </a:moveTo>
                <a:lnTo>
                  <a:pt x="469226" y="530848"/>
                </a:lnTo>
                <a:moveTo>
                  <a:pt x="1689474" y="848274"/>
                </a:moveTo>
                <a:lnTo>
                  <a:pt x="1770093" y="765215"/>
                </a:lnTo>
                <a:moveTo>
                  <a:pt x="1574725" y="613305"/>
                </a:moveTo>
                <a:lnTo>
                  <a:pt x="1633458" y="687499"/>
                </a:lnTo>
                <a:moveTo>
                  <a:pt x="1242146" y="717110"/>
                </a:moveTo>
                <a:lnTo>
                  <a:pt x="1295314" y="599976"/>
                </a:lnTo>
                <a:moveTo>
                  <a:pt x="434489" y="472406"/>
                </a:moveTo>
                <a:lnTo>
                  <a:pt x="545051" y="419783"/>
                </a:lnTo>
                <a:moveTo>
                  <a:pt x="1669385" y="197138"/>
                </a:moveTo>
                <a:lnTo>
                  <a:pt x="1747080" y="232073"/>
                </a:lnTo>
                <a:moveTo>
                  <a:pt x="2331860" y="382023"/>
                </a:moveTo>
                <a:lnTo>
                  <a:pt x="2432160" y="443542"/>
                </a:lnTo>
                <a:moveTo>
                  <a:pt x="594081" y="129420"/>
                </a:moveTo>
                <a:lnTo>
                  <a:pt x="623349" y="196422"/>
                </a:lnTo>
                <a:moveTo>
                  <a:pt x="623349" y="196422"/>
                </a:moveTo>
                <a:lnTo>
                  <a:pt x="638830" y="121380"/>
                </a:lnTo>
                <a:moveTo>
                  <a:pt x="2068636" y="1280148"/>
                </a:moveTo>
                <a:lnTo>
                  <a:pt x="2146128" y="1278264"/>
                </a:lnTo>
                <a:moveTo>
                  <a:pt x="2237348" y="1282856"/>
                </a:moveTo>
                <a:lnTo>
                  <a:pt x="2247084" y="1333500"/>
                </a:lnTo>
                <a:moveTo>
                  <a:pt x="792184" y="104867"/>
                </a:moveTo>
                <a:lnTo>
                  <a:pt x="840228" y="237165"/>
                </a:lnTo>
                <a:moveTo>
                  <a:pt x="1196956" y="0"/>
                </a:moveTo>
                <a:lnTo>
                  <a:pt x="1170749" y="46975"/>
                </a:lnTo>
                <a:moveTo>
                  <a:pt x="1170749" y="46975"/>
                </a:moveTo>
                <a:lnTo>
                  <a:pt x="1357029" y="120397"/>
                </a:lnTo>
                <a:moveTo>
                  <a:pt x="1633458" y="687499"/>
                </a:moveTo>
                <a:lnTo>
                  <a:pt x="1734599" y="710712"/>
                </a:lnTo>
                <a:moveTo>
                  <a:pt x="840402" y="237475"/>
                </a:moveTo>
                <a:lnTo>
                  <a:pt x="948086" y="338682"/>
                </a:lnTo>
                <a:moveTo>
                  <a:pt x="2091487" y="502152"/>
                </a:moveTo>
                <a:lnTo>
                  <a:pt x="2067497" y="449713"/>
                </a:lnTo>
                <a:moveTo>
                  <a:pt x="1410961" y="574261"/>
                </a:moveTo>
                <a:lnTo>
                  <a:pt x="1388894" y="625932"/>
                </a:lnTo>
                <a:moveTo>
                  <a:pt x="1063657" y="312572"/>
                </a:moveTo>
                <a:lnTo>
                  <a:pt x="1148621" y="292933"/>
                </a:lnTo>
                <a:moveTo>
                  <a:pt x="1754581" y="989292"/>
                </a:moveTo>
                <a:lnTo>
                  <a:pt x="1756154" y="993236"/>
                </a:lnTo>
                <a:moveTo>
                  <a:pt x="1140998" y="154313"/>
                </a:moveTo>
                <a:lnTo>
                  <a:pt x="1148621" y="292933"/>
                </a:lnTo>
                <a:moveTo>
                  <a:pt x="1756154" y="993236"/>
                </a:moveTo>
                <a:lnTo>
                  <a:pt x="1860460" y="1150615"/>
                </a:lnTo>
                <a:moveTo>
                  <a:pt x="838359" y="104057"/>
                </a:moveTo>
                <a:lnTo>
                  <a:pt x="840402" y="237475"/>
                </a:lnTo>
                <a:moveTo>
                  <a:pt x="1754004" y="990716"/>
                </a:moveTo>
                <a:lnTo>
                  <a:pt x="1756154" y="993236"/>
                </a:lnTo>
                <a:moveTo>
                  <a:pt x="840228" y="237165"/>
                </a:moveTo>
                <a:lnTo>
                  <a:pt x="838359" y="104057"/>
                </a:lnTo>
                <a:moveTo>
                  <a:pt x="1140998" y="154313"/>
                </a:moveTo>
                <a:lnTo>
                  <a:pt x="1169363" y="248247"/>
                </a:lnTo>
                <a:moveTo>
                  <a:pt x="1754004" y="990716"/>
                </a:moveTo>
                <a:lnTo>
                  <a:pt x="1754581" y="989292"/>
                </a:lnTo>
                <a:moveTo>
                  <a:pt x="279227" y="926199"/>
                </a:moveTo>
                <a:lnTo>
                  <a:pt x="382715" y="1004594"/>
                </a:lnTo>
                <a:moveTo>
                  <a:pt x="179730" y="442024"/>
                </a:moveTo>
                <a:lnTo>
                  <a:pt x="184544" y="512287"/>
                </a:lnTo>
                <a:moveTo>
                  <a:pt x="1860460" y="1150615"/>
                </a:moveTo>
                <a:lnTo>
                  <a:pt x="1879187" y="1175064"/>
                </a:lnTo>
                <a:moveTo>
                  <a:pt x="594081" y="129420"/>
                </a:moveTo>
                <a:lnTo>
                  <a:pt x="638830" y="121380"/>
                </a:lnTo>
                <a:moveTo>
                  <a:pt x="731245" y="298143"/>
                </a:moveTo>
                <a:lnTo>
                  <a:pt x="840228" y="237165"/>
                </a:lnTo>
                <a:moveTo>
                  <a:pt x="1238518" y="130948"/>
                </a:moveTo>
                <a:lnTo>
                  <a:pt x="1357029" y="120397"/>
                </a:lnTo>
                <a:moveTo>
                  <a:pt x="1972680" y="402497"/>
                </a:moveTo>
                <a:lnTo>
                  <a:pt x="2024973" y="410785"/>
                </a:lnTo>
                <a:moveTo>
                  <a:pt x="1357029" y="120397"/>
                </a:moveTo>
                <a:lnTo>
                  <a:pt x="1449590" y="140965"/>
                </a:lnTo>
                <a:moveTo>
                  <a:pt x="447292" y="540161"/>
                </a:moveTo>
                <a:lnTo>
                  <a:pt x="469226" y="530848"/>
                </a:lnTo>
                <a:moveTo>
                  <a:pt x="591648" y="152048"/>
                </a:moveTo>
                <a:lnTo>
                  <a:pt x="623349" y="196422"/>
                </a:lnTo>
                <a:moveTo>
                  <a:pt x="251565" y="611355"/>
                </a:moveTo>
                <a:lnTo>
                  <a:pt x="243795" y="738687"/>
                </a:lnTo>
                <a:moveTo>
                  <a:pt x="382715" y="1004594"/>
                </a:moveTo>
                <a:lnTo>
                  <a:pt x="424259" y="1046223"/>
                </a:lnTo>
                <a:moveTo>
                  <a:pt x="1734599" y="710712"/>
                </a:moveTo>
                <a:lnTo>
                  <a:pt x="1628625" y="709375"/>
                </a:lnTo>
                <a:moveTo>
                  <a:pt x="1628625" y="709375"/>
                </a:moveTo>
                <a:lnTo>
                  <a:pt x="1770093" y="765215"/>
                </a:lnTo>
                <a:moveTo>
                  <a:pt x="638830" y="121380"/>
                </a:moveTo>
                <a:lnTo>
                  <a:pt x="792184" y="104867"/>
                </a:lnTo>
                <a:moveTo>
                  <a:pt x="623349" y="196422"/>
                </a:moveTo>
                <a:lnTo>
                  <a:pt x="731245" y="298143"/>
                </a:lnTo>
                <a:moveTo>
                  <a:pt x="1576118" y="172839"/>
                </a:moveTo>
                <a:lnTo>
                  <a:pt x="1608034" y="187852"/>
                </a:lnTo>
                <a:moveTo>
                  <a:pt x="344347" y="633093"/>
                </a:moveTo>
                <a:lnTo>
                  <a:pt x="447292" y="540161"/>
                </a:lnTo>
                <a:moveTo>
                  <a:pt x="2230593" y="483833"/>
                </a:moveTo>
                <a:lnTo>
                  <a:pt x="2296470" y="549129"/>
                </a:lnTo>
                <a:moveTo>
                  <a:pt x="192835" y="702706"/>
                </a:moveTo>
                <a:lnTo>
                  <a:pt x="243795" y="738687"/>
                </a:lnTo>
                <a:moveTo>
                  <a:pt x="1909989" y="1175279"/>
                </a:moveTo>
                <a:lnTo>
                  <a:pt x="2068636" y="1280148"/>
                </a:lnTo>
                <a:moveTo>
                  <a:pt x="2230593" y="483833"/>
                </a:moveTo>
                <a:lnTo>
                  <a:pt x="2432160" y="443542"/>
                </a:lnTo>
                <a:moveTo>
                  <a:pt x="2146128" y="1278264"/>
                </a:moveTo>
                <a:lnTo>
                  <a:pt x="2237348" y="1282856"/>
                </a:lnTo>
                <a:moveTo>
                  <a:pt x="1689474" y="848274"/>
                </a:moveTo>
                <a:lnTo>
                  <a:pt x="1754581" y="989292"/>
                </a:lnTo>
                <a:moveTo>
                  <a:pt x="594081" y="129420"/>
                </a:moveTo>
                <a:lnTo>
                  <a:pt x="591648" y="152048"/>
                </a:lnTo>
                <a:moveTo>
                  <a:pt x="1689474" y="848274"/>
                </a:moveTo>
                <a:lnTo>
                  <a:pt x="1754004" y="990716"/>
                </a:lnTo>
                <a:moveTo>
                  <a:pt x="1063657" y="312572"/>
                </a:moveTo>
                <a:lnTo>
                  <a:pt x="1048422" y="400399"/>
                </a:lnTo>
                <a:moveTo>
                  <a:pt x="1506527" y="610734"/>
                </a:moveTo>
                <a:lnTo>
                  <a:pt x="1633458" y="687499"/>
                </a:lnTo>
                <a:moveTo>
                  <a:pt x="424259" y="1046223"/>
                </a:moveTo>
                <a:lnTo>
                  <a:pt x="530243" y="1089705"/>
                </a:lnTo>
                <a:moveTo>
                  <a:pt x="792184" y="104867"/>
                </a:moveTo>
                <a:lnTo>
                  <a:pt x="838359" y="104057"/>
                </a:lnTo>
                <a:moveTo>
                  <a:pt x="1879187" y="1175064"/>
                </a:moveTo>
                <a:lnTo>
                  <a:pt x="1909989" y="1175279"/>
                </a:lnTo>
                <a:moveTo>
                  <a:pt x="434489" y="472406"/>
                </a:moveTo>
                <a:lnTo>
                  <a:pt x="469226" y="530848"/>
                </a:lnTo>
                <a:moveTo>
                  <a:pt x="223165" y="461058"/>
                </a:moveTo>
                <a:lnTo>
                  <a:pt x="434489" y="472406"/>
                </a:lnTo>
                <a:moveTo>
                  <a:pt x="1972680" y="402497"/>
                </a:moveTo>
                <a:lnTo>
                  <a:pt x="1998185" y="360906"/>
                </a:lnTo>
                <a:moveTo>
                  <a:pt x="1744159" y="1215904"/>
                </a:moveTo>
                <a:lnTo>
                  <a:pt x="1860460" y="1150615"/>
                </a:lnTo>
                <a:moveTo>
                  <a:pt x="882034" y="322639"/>
                </a:moveTo>
                <a:lnTo>
                  <a:pt x="840402" y="237475"/>
                </a:lnTo>
                <a:moveTo>
                  <a:pt x="840228" y="237165"/>
                </a:moveTo>
                <a:lnTo>
                  <a:pt x="882034" y="322639"/>
                </a:lnTo>
                <a:moveTo>
                  <a:pt x="1744159" y="1215904"/>
                </a:moveTo>
                <a:lnTo>
                  <a:pt x="1879187" y="1175064"/>
                </a:lnTo>
                <a:moveTo>
                  <a:pt x="2296470" y="549129"/>
                </a:moveTo>
                <a:lnTo>
                  <a:pt x="2432160" y="443542"/>
                </a:lnTo>
                <a:moveTo>
                  <a:pt x="2296470" y="549129"/>
                </a:moveTo>
                <a:lnTo>
                  <a:pt x="2385983" y="535471"/>
                </a:lnTo>
                <a:moveTo>
                  <a:pt x="1669385" y="197138"/>
                </a:moveTo>
                <a:lnTo>
                  <a:pt x="1862086" y="269690"/>
                </a:lnTo>
                <a:moveTo>
                  <a:pt x="344347" y="633093"/>
                </a:moveTo>
                <a:lnTo>
                  <a:pt x="469226" y="530848"/>
                </a:lnTo>
                <a:moveTo>
                  <a:pt x="279227" y="926199"/>
                </a:moveTo>
                <a:lnTo>
                  <a:pt x="327064" y="974800"/>
                </a:lnTo>
                <a:moveTo>
                  <a:pt x="2432160" y="443542"/>
                </a:moveTo>
                <a:lnTo>
                  <a:pt x="2385983" y="535471"/>
                </a:lnTo>
                <a:moveTo>
                  <a:pt x="1506527" y="610734"/>
                </a:moveTo>
                <a:lnTo>
                  <a:pt x="1608672" y="682021"/>
                </a:lnTo>
                <a:moveTo>
                  <a:pt x="1449590" y="140965"/>
                </a:moveTo>
                <a:lnTo>
                  <a:pt x="1495255" y="148788"/>
                </a:lnTo>
                <a:moveTo>
                  <a:pt x="2237348" y="1282856"/>
                </a:moveTo>
                <a:lnTo>
                  <a:pt x="2371822" y="1267450"/>
                </a:lnTo>
                <a:moveTo>
                  <a:pt x="2067497" y="449713"/>
                </a:moveTo>
                <a:lnTo>
                  <a:pt x="2230593" y="483833"/>
                </a:lnTo>
                <a:moveTo>
                  <a:pt x="1998185" y="360906"/>
                </a:moveTo>
                <a:lnTo>
                  <a:pt x="2024973" y="410785"/>
                </a:lnTo>
                <a:moveTo>
                  <a:pt x="1242146" y="717110"/>
                </a:moveTo>
                <a:lnTo>
                  <a:pt x="1388894" y="625932"/>
                </a:lnTo>
                <a:moveTo>
                  <a:pt x="1981852" y="1201957"/>
                </a:moveTo>
                <a:lnTo>
                  <a:pt x="2068636" y="1280148"/>
                </a:lnTo>
                <a:moveTo>
                  <a:pt x="2296470" y="549129"/>
                </a:moveTo>
                <a:lnTo>
                  <a:pt x="2338109" y="583541"/>
                </a:lnTo>
                <a:moveTo>
                  <a:pt x="1295314" y="599976"/>
                </a:moveTo>
                <a:lnTo>
                  <a:pt x="1388894" y="625932"/>
                </a:lnTo>
                <a:moveTo>
                  <a:pt x="2338109" y="583541"/>
                </a:moveTo>
                <a:lnTo>
                  <a:pt x="2385983" y="535471"/>
                </a:lnTo>
                <a:moveTo>
                  <a:pt x="1388894" y="625932"/>
                </a:moveTo>
                <a:lnTo>
                  <a:pt x="1506527" y="610734"/>
                </a:lnTo>
                <a:moveTo>
                  <a:pt x="1170749" y="46975"/>
                </a:moveTo>
                <a:lnTo>
                  <a:pt x="1238518" y="130948"/>
                </a:lnTo>
                <a:moveTo>
                  <a:pt x="2024973" y="410785"/>
                </a:moveTo>
                <a:lnTo>
                  <a:pt x="2067497" y="449713"/>
                </a:lnTo>
                <a:moveTo>
                  <a:pt x="253341" y="910349"/>
                </a:moveTo>
                <a:lnTo>
                  <a:pt x="327064" y="974800"/>
                </a:lnTo>
                <a:moveTo>
                  <a:pt x="202913" y="753236"/>
                </a:moveTo>
                <a:lnTo>
                  <a:pt x="243795" y="738687"/>
                </a:lnTo>
                <a:moveTo>
                  <a:pt x="1756154" y="993236"/>
                </a:moveTo>
                <a:lnTo>
                  <a:pt x="1688536" y="1079608"/>
                </a:lnTo>
                <a:moveTo>
                  <a:pt x="179730" y="442024"/>
                </a:moveTo>
                <a:lnTo>
                  <a:pt x="223165" y="461058"/>
                </a:lnTo>
                <a:moveTo>
                  <a:pt x="382715" y="1004594"/>
                </a:moveTo>
                <a:lnTo>
                  <a:pt x="530243" y="1089705"/>
                </a:lnTo>
                <a:moveTo>
                  <a:pt x="1981852" y="1201957"/>
                </a:moveTo>
                <a:lnTo>
                  <a:pt x="2146128" y="1278264"/>
                </a:lnTo>
                <a:moveTo>
                  <a:pt x="1688536" y="1079608"/>
                </a:moveTo>
                <a:lnTo>
                  <a:pt x="1860460" y="1150615"/>
                </a:lnTo>
                <a:moveTo>
                  <a:pt x="149007" y="874788"/>
                </a:moveTo>
                <a:lnTo>
                  <a:pt x="253341" y="910349"/>
                </a:lnTo>
                <a:moveTo>
                  <a:pt x="1754004" y="990716"/>
                </a:moveTo>
                <a:lnTo>
                  <a:pt x="1688536" y="1079608"/>
                </a:lnTo>
                <a:moveTo>
                  <a:pt x="2109795" y="482282"/>
                </a:moveTo>
                <a:lnTo>
                  <a:pt x="2230593" y="483833"/>
                </a:lnTo>
                <a:moveTo>
                  <a:pt x="2230593" y="483833"/>
                </a:moveTo>
                <a:lnTo>
                  <a:pt x="2204045" y="626308"/>
                </a:lnTo>
                <a:moveTo>
                  <a:pt x="2154038" y="1173606"/>
                </a:moveTo>
                <a:lnTo>
                  <a:pt x="2146128" y="1278264"/>
                </a:lnTo>
                <a:moveTo>
                  <a:pt x="2146128" y="1278264"/>
                </a:moveTo>
                <a:lnTo>
                  <a:pt x="2214134" y="1163345"/>
                </a:lnTo>
                <a:moveTo>
                  <a:pt x="1628625" y="709375"/>
                </a:moveTo>
                <a:lnTo>
                  <a:pt x="1689474" y="848274"/>
                </a:lnTo>
                <a:moveTo>
                  <a:pt x="623349" y="196422"/>
                </a:moveTo>
                <a:lnTo>
                  <a:pt x="680643" y="206572"/>
                </a:lnTo>
                <a:moveTo>
                  <a:pt x="1495255" y="148788"/>
                </a:moveTo>
                <a:lnTo>
                  <a:pt x="1608034" y="187852"/>
                </a:lnTo>
                <a:moveTo>
                  <a:pt x="1357029" y="120397"/>
                </a:moveTo>
                <a:lnTo>
                  <a:pt x="1332396" y="158489"/>
                </a:lnTo>
                <a:moveTo>
                  <a:pt x="223165" y="461058"/>
                </a:moveTo>
                <a:lnTo>
                  <a:pt x="253186" y="437873"/>
                </a:lnTo>
                <a:moveTo>
                  <a:pt x="882034" y="322639"/>
                </a:moveTo>
                <a:lnTo>
                  <a:pt x="948086" y="338682"/>
                </a:lnTo>
                <a:moveTo>
                  <a:pt x="1608672" y="682021"/>
                </a:moveTo>
                <a:lnTo>
                  <a:pt x="1633458" y="687499"/>
                </a:lnTo>
                <a:moveTo>
                  <a:pt x="1238518" y="130948"/>
                </a:moveTo>
                <a:lnTo>
                  <a:pt x="1169363" y="248247"/>
                </a:lnTo>
                <a:moveTo>
                  <a:pt x="1633458" y="687499"/>
                </a:moveTo>
                <a:lnTo>
                  <a:pt x="1628625" y="709375"/>
                </a:lnTo>
                <a:moveTo>
                  <a:pt x="243795" y="738687"/>
                </a:moveTo>
                <a:lnTo>
                  <a:pt x="344347" y="633093"/>
                </a:lnTo>
                <a:moveTo>
                  <a:pt x="1646263" y="926147"/>
                </a:moveTo>
                <a:lnTo>
                  <a:pt x="1754004" y="990716"/>
                </a:lnTo>
                <a:moveTo>
                  <a:pt x="1148621" y="292933"/>
                </a:moveTo>
                <a:lnTo>
                  <a:pt x="1169363" y="248247"/>
                </a:lnTo>
                <a:moveTo>
                  <a:pt x="1608034" y="187852"/>
                </a:moveTo>
                <a:lnTo>
                  <a:pt x="1669385" y="197138"/>
                </a:lnTo>
                <a:moveTo>
                  <a:pt x="948086" y="338682"/>
                </a:moveTo>
                <a:lnTo>
                  <a:pt x="1048422" y="400399"/>
                </a:lnTo>
                <a:moveTo>
                  <a:pt x="327064" y="974800"/>
                </a:moveTo>
                <a:lnTo>
                  <a:pt x="382715" y="1004594"/>
                </a:lnTo>
                <a:moveTo>
                  <a:pt x="2214134" y="1163345"/>
                </a:moveTo>
                <a:lnTo>
                  <a:pt x="2237348" y="1282856"/>
                </a:lnTo>
                <a:moveTo>
                  <a:pt x="2204045" y="626308"/>
                </a:moveTo>
                <a:lnTo>
                  <a:pt x="2296470" y="549129"/>
                </a:lnTo>
                <a:moveTo>
                  <a:pt x="223165" y="461058"/>
                </a:moveTo>
                <a:lnTo>
                  <a:pt x="361997" y="435921"/>
                </a:lnTo>
                <a:moveTo>
                  <a:pt x="361997" y="435921"/>
                </a:moveTo>
                <a:lnTo>
                  <a:pt x="434489" y="472406"/>
                </a:lnTo>
                <a:moveTo>
                  <a:pt x="1998185" y="360906"/>
                </a:moveTo>
                <a:lnTo>
                  <a:pt x="2067497" y="449713"/>
                </a:lnTo>
                <a:moveTo>
                  <a:pt x="1909989" y="1175279"/>
                </a:moveTo>
                <a:lnTo>
                  <a:pt x="1981852" y="1201957"/>
                </a:lnTo>
                <a:moveTo>
                  <a:pt x="840228" y="237165"/>
                </a:moveTo>
                <a:lnTo>
                  <a:pt x="784934" y="224462"/>
                </a:lnTo>
                <a:moveTo>
                  <a:pt x="1608672" y="682021"/>
                </a:moveTo>
                <a:lnTo>
                  <a:pt x="1628625" y="709375"/>
                </a:lnTo>
                <a:moveTo>
                  <a:pt x="395175" y="617178"/>
                </a:moveTo>
                <a:lnTo>
                  <a:pt x="469226" y="530848"/>
                </a:lnTo>
                <a:moveTo>
                  <a:pt x="2214134" y="1163345"/>
                </a:moveTo>
                <a:lnTo>
                  <a:pt x="2371822" y="1267450"/>
                </a:lnTo>
                <a:moveTo>
                  <a:pt x="1909989" y="1175279"/>
                </a:moveTo>
                <a:lnTo>
                  <a:pt x="1972544" y="1199843"/>
                </a:lnTo>
                <a:moveTo>
                  <a:pt x="1449590" y="140965"/>
                </a:moveTo>
                <a:lnTo>
                  <a:pt x="1608034" y="187852"/>
                </a:lnTo>
                <a:moveTo>
                  <a:pt x="1754004" y="990716"/>
                </a:moveTo>
                <a:lnTo>
                  <a:pt x="1641823" y="947749"/>
                </a:lnTo>
                <a:moveTo>
                  <a:pt x="591648" y="152048"/>
                </a:moveTo>
                <a:lnTo>
                  <a:pt x="680643" y="206572"/>
                </a:lnTo>
                <a:moveTo>
                  <a:pt x="1688536" y="1079608"/>
                </a:moveTo>
                <a:lnTo>
                  <a:pt x="1744159" y="1215904"/>
                </a:lnTo>
                <a:moveTo>
                  <a:pt x="344347" y="633093"/>
                </a:moveTo>
                <a:lnTo>
                  <a:pt x="395175" y="617178"/>
                </a:lnTo>
                <a:moveTo>
                  <a:pt x="179730" y="442024"/>
                </a:moveTo>
                <a:lnTo>
                  <a:pt x="253186" y="437873"/>
                </a:lnTo>
                <a:moveTo>
                  <a:pt x="1764634" y="231931"/>
                </a:moveTo>
                <a:lnTo>
                  <a:pt x="1862086" y="269690"/>
                </a:lnTo>
                <a:moveTo>
                  <a:pt x="1646263" y="926147"/>
                </a:moveTo>
                <a:lnTo>
                  <a:pt x="1689474" y="848274"/>
                </a:lnTo>
                <a:moveTo>
                  <a:pt x="2204045" y="626308"/>
                </a:moveTo>
                <a:lnTo>
                  <a:pt x="2338109" y="583541"/>
                </a:lnTo>
                <a:moveTo>
                  <a:pt x="2352183" y="1149073"/>
                </a:moveTo>
                <a:lnTo>
                  <a:pt x="2371822" y="1267450"/>
                </a:lnTo>
                <a:moveTo>
                  <a:pt x="680643" y="206572"/>
                </a:moveTo>
                <a:lnTo>
                  <a:pt x="731245" y="298143"/>
                </a:lnTo>
                <a:moveTo>
                  <a:pt x="1148621" y="292933"/>
                </a:moveTo>
                <a:lnTo>
                  <a:pt x="1166887" y="276853"/>
                </a:lnTo>
                <a:moveTo>
                  <a:pt x="1169363" y="248247"/>
                </a:moveTo>
                <a:lnTo>
                  <a:pt x="1166887" y="276853"/>
                </a:lnTo>
                <a:moveTo>
                  <a:pt x="1669385" y="197138"/>
                </a:moveTo>
                <a:lnTo>
                  <a:pt x="1764634" y="231931"/>
                </a:lnTo>
                <a:moveTo>
                  <a:pt x="192995" y="680373"/>
                </a:moveTo>
                <a:lnTo>
                  <a:pt x="202913" y="753236"/>
                </a:lnTo>
                <a:moveTo>
                  <a:pt x="1048422" y="400399"/>
                </a:moveTo>
                <a:lnTo>
                  <a:pt x="1148621" y="292933"/>
                </a:lnTo>
                <a:moveTo>
                  <a:pt x="2232366" y="661667"/>
                </a:moveTo>
                <a:lnTo>
                  <a:pt x="2338109" y="583541"/>
                </a:lnTo>
                <a:moveTo>
                  <a:pt x="2338109" y="583541"/>
                </a:moveTo>
                <a:lnTo>
                  <a:pt x="2316432" y="790871"/>
                </a:lnTo>
                <a:moveTo>
                  <a:pt x="382715" y="1004594"/>
                </a:moveTo>
                <a:lnTo>
                  <a:pt x="475432" y="1025989"/>
                </a:lnTo>
                <a:moveTo>
                  <a:pt x="1506527" y="610734"/>
                </a:moveTo>
                <a:lnTo>
                  <a:pt x="1486053" y="670834"/>
                </a:lnTo>
                <a:moveTo>
                  <a:pt x="1998185" y="360906"/>
                </a:moveTo>
                <a:lnTo>
                  <a:pt x="2098682" y="475245"/>
                </a:lnTo>
                <a:moveTo>
                  <a:pt x="2067497" y="449713"/>
                </a:moveTo>
                <a:lnTo>
                  <a:pt x="2109795" y="482282"/>
                </a:lnTo>
                <a:moveTo>
                  <a:pt x="1909989" y="1175279"/>
                </a:moveTo>
                <a:lnTo>
                  <a:pt x="1908341" y="1249739"/>
                </a:lnTo>
                <a:moveTo>
                  <a:pt x="253341" y="910349"/>
                </a:moveTo>
                <a:lnTo>
                  <a:pt x="265850" y="879988"/>
                </a:lnTo>
                <a:moveTo>
                  <a:pt x="253186" y="437873"/>
                </a:moveTo>
                <a:lnTo>
                  <a:pt x="361997" y="435921"/>
                </a:lnTo>
                <a:moveTo>
                  <a:pt x="2067497" y="449713"/>
                </a:moveTo>
                <a:lnTo>
                  <a:pt x="2098682" y="475245"/>
                </a:lnTo>
                <a:moveTo>
                  <a:pt x="1628625" y="709375"/>
                </a:moveTo>
                <a:lnTo>
                  <a:pt x="1646263" y="926147"/>
                </a:lnTo>
                <a:moveTo>
                  <a:pt x="1981852" y="1201957"/>
                </a:moveTo>
                <a:lnTo>
                  <a:pt x="2154038" y="1173606"/>
                </a:lnTo>
                <a:moveTo>
                  <a:pt x="1972544" y="1199843"/>
                </a:moveTo>
                <a:lnTo>
                  <a:pt x="1981852" y="1201957"/>
                </a:lnTo>
                <a:moveTo>
                  <a:pt x="475432" y="1025989"/>
                </a:moveTo>
                <a:lnTo>
                  <a:pt x="530243" y="1089705"/>
                </a:lnTo>
                <a:moveTo>
                  <a:pt x="2154038" y="1173606"/>
                </a:moveTo>
                <a:lnTo>
                  <a:pt x="2214134" y="1163345"/>
                </a:lnTo>
                <a:moveTo>
                  <a:pt x="382715" y="1004594"/>
                </a:moveTo>
                <a:lnTo>
                  <a:pt x="449034" y="1007890"/>
                </a:lnTo>
                <a:moveTo>
                  <a:pt x="361779" y="491950"/>
                </a:moveTo>
                <a:lnTo>
                  <a:pt x="469226" y="530848"/>
                </a:lnTo>
                <a:moveTo>
                  <a:pt x="1669385" y="197138"/>
                </a:moveTo>
                <a:lnTo>
                  <a:pt x="1716339" y="229825"/>
                </a:lnTo>
                <a:moveTo>
                  <a:pt x="1238518" y="130948"/>
                </a:moveTo>
                <a:lnTo>
                  <a:pt x="1332396" y="158489"/>
                </a:lnTo>
                <a:moveTo>
                  <a:pt x="434489" y="472406"/>
                </a:moveTo>
                <a:lnTo>
                  <a:pt x="361779" y="491950"/>
                </a:lnTo>
                <a:moveTo>
                  <a:pt x="731245" y="298143"/>
                </a:moveTo>
                <a:lnTo>
                  <a:pt x="784934" y="224462"/>
                </a:lnTo>
                <a:moveTo>
                  <a:pt x="2109795" y="482282"/>
                </a:moveTo>
                <a:lnTo>
                  <a:pt x="2204045" y="626308"/>
                </a:lnTo>
                <a:moveTo>
                  <a:pt x="1332396" y="158489"/>
                </a:moveTo>
                <a:lnTo>
                  <a:pt x="1449590" y="140965"/>
                </a:lnTo>
                <a:moveTo>
                  <a:pt x="1449590" y="140965"/>
                </a:moveTo>
                <a:lnTo>
                  <a:pt x="1544164" y="172185"/>
                </a:lnTo>
                <a:moveTo>
                  <a:pt x="2204045" y="626308"/>
                </a:moveTo>
                <a:lnTo>
                  <a:pt x="2232366" y="661667"/>
                </a:lnTo>
                <a:moveTo>
                  <a:pt x="948086" y="338682"/>
                </a:moveTo>
                <a:lnTo>
                  <a:pt x="947678" y="392341"/>
                </a:lnTo>
                <a:moveTo>
                  <a:pt x="2214134" y="1163345"/>
                </a:moveTo>
                <a:lnTo>
                  <a:pt x="2352183" y="1149073"/>
                </a:lnTo>
                <a:moveTo>
                  <a:pt x="2098682" y="475245"/>
                </a:moveTo>
                <a:lnTo>
                  <a:pt x="2109795" y="482282"/>
                </a:lnTo>
                <a:moveTo>
                  <a:pt x="2232366" y="661667"/>
                </a:moveTo>
                <a:lnTo>
                  <a:pt x="2316432" y="790871"/>
                </a:lnTo>
                <a:moveTo>
                  <a:pt x="192995" y="680373"/>
                </a:moveTo>
                <a:lnTo>
                  <a:pt x="243795" y="738687"/>
                </a:lnTo>
                <a:moveTo>
                  <a:pt x="344347" y="633093"/>
                </a:moveTo>
                <a:lnTo>
                  <a:pt x="329720" y="724140"/>
                </a:lnTo>
                <a:moveTo>
                  <a:pt x="253186" y="437873"/>
                </a:moveTo>
                <a:lnTo>
                  <a:pt x="306270" y="431586"/>
                </a:lnTo>
                <a:moveTo>
                  <a:pt x="1908341" y="1249739"/>
                </a:moveTo>
                <a:lnTo>
                  <a:pt x="1972544" y="1199843"/>
                </a:lnTo>
                <a:moveTo>
                  <a:pt x="1544164" y="172185"/>
                </a:moveTo>
                <a:lnTo>
                  <a:pt x="1608034" y="187852"/>
                </a:lnTo>
                <a:moveTo>
                  <a:pt x="1641823" y="947749"/>
                </a:moveTo>
                <a:lnTo>
                  <a:pt x="1688536" y="1079608"/>
                </a:lnTo>
                <a:moveTo>
                  <a:pt x="1238518" y="130948"/>
                </a:moveTo>
                <a:lnTo>
                  <a:pt x="1231461" y="262057"/>
                </a:lnTo>
                <a:moveTo>
                  <a:pt x="1486053" y="670834"/>
                </a:moveTo>
                <a:lnTo>
                  <a:pt x="1608672" y="682021"/>
                </a:lnTo>
                <a:moveTo>
                  <a:pt x="1169363" y="248247"/>
                </a:moveTo>
                <a:lnTo>
                  <a:pt x="1231461" y="262057"/>
                </a:lnTo>
                <a:moveTo>
                  <a:pt x="784934" y="224462"/>
                </a:moveTo>
                <a:lnTo>
                  <a:pt x="882034" y="322639"/>
                </a:lnTo>
                <a:moveTo>
                  <a:pt x="1608034" y="187852"/>
                </a:moveTo>
                <a:lnTo>
                  <a:pt x="1716339" y="229825"/>
                </a:lnTo>
                <a:moveTo>
                  <a:pt x="327064" y="974800"/>
                </a:moveTo>
                <a:lnTo>
                  <a:pt x="449034" y="1007890"/>
                </a:lnTo>
                <a:moveTo>
                  <a:pt x="306270" y="431586"/>
                </a:moveTo>
                <a:lnTo>
                  <a:pt x="361997" y="435921"/>
                </a:lnTo>
                <a:moveTo>
                  <a:pt x="829699" y="222056"/>
                </a:moveTo>
                <a:lnTo>
                  <a:pt x="882034" y="322639"/>
                </a:lnTo>
                <a:moveTo>
                  <a:pt x="2109795" y="482282"/>
                </a:moveTo>
                <a:lnTo>
                  <a:pt x="2162157" y="680957"/>
                </a:lnTo>
                <a:moveTo>
                  <a:pt x="2204045" y="626308"/>
                </a:moveTo>
                <a:lnTo>
                  <a:pt x="2162157" y="680957"/>
                </a:lnTo>
                <a:moveTo>
                  <a:pt x="1646263" y="926147"/>
                </a:moveTo>
                <a:lnTo>
                  <a:pt x="1641823" y="947749"/>
                </a:lnTo>
                <a:moveTo>
                  <a:pt x="1148621" y="292933"/>
                </a:moveTo>
                <a:lnTo>
                  <a:pt x="1139146" y="411242"/>
                </a:lnTo>
                <a:moveTo>
                  <a:pt x="1388894" y="625932"/>
                </a:moveTo>
                <a:lnTo>
                  <a:pt x="1486053" y="670834"/>
                </a:lnTo>
                <a:moveTo>
                  <a:pt x="1608672" y="682021"/>
                </a:moveTo>
                <a:lnTo>
                  <a:pt x="1607089" y="817010"/>
                </a:lnTo>
                <a:moveTo>
                  <a:pt x="2162157" y="680957"/>
                </a:moveTo>
                <a:lnTo>
                  <a:pt x="2232366" y="661667"/>
                </a:lnTo>
                <a:moveTo>
                  <a:pt x="1607089" y="817010"/>
                </a:moveTo>
                <a:lnTo>
                  <a:pt x="1628625" y="709375"/>
                </a:lnTo>
                <a:moveTo>
                  <a:pt x="149007" y="874788"/>
                </a:moveTo>
                <a:lnTo>
                  <a:pt x="204978" y="877470"/>
                </a:lnTo>
                <a:moveTo>
                  <a:pt x="2154038" y="1173606"/>
                </a:moveTo>
                <a:lnTo>
                  <a:pt x="2161132" y="1090868"/>
                </a:lnTo>
                <a:moveTo>
                  <a:pt x="2098682" y="475245"/>
                </a:moveTo>
                <a:lnTo>
                  <a:pt x="2162157" y="680957"/>
                </a:lnTo>
                <a:moveTo>
                  <a:pt x="2161132" y="1090868"/>
                </a:moveTo>
                <a:lnTo>
                  <a:pt x="2214134" y="1163345"/>
                </a:lnTo>
                <a:moveTo>
                  <a:pt x="882034" y="322639"/>
                </a:moveTo>
                <a:lnTo>
                  <a:pt x="947678" y="392341"/>
                </a:lnTo>
                <a:moveTo>
                  <a:pt x="243795" y="738687"/>
                </a:moveTo>
                <a:lnTo>
                  <a:pt x="329720" y="724140"/>
                </a:lnTo>
                <a:moveTo>
                  <a:pt x="1608672" y="682021"/>
                </a:moveTo>
                <a:lnTo>
                  <a:pt x="1599873" y="803908"/>
                </a:lnTo>
                <a:moveTo>
                  <a:pt x="361997" y="435921"/>
                </a:moveTo>
                <a:lnTo>
                  <a:pt x="361779" y="491950"/>
                </a:lnTo>
                <a:moveTo>
                  <a:pt x="265850" y="879988"/>
                </a:moveTo>
                <a:lnTo>
                  <a:pt x="327064" y="974800"/>
                </a:lnTo>
                <a:moveTo>
                  <a:pt x="680643" y="206572"/>
                </a:moveTo>
                <a:lnTo>
                  <a:pt x="784934" y="224462"/>
                </a:lnTo>
                <a:moveTo>
                  <a:pt x="1166887" y="276853"/>
                </a:moveTo>
                <a:lnTo>
                  <a:pt x="1231461" y="262057"/>
                </a:lnTo>
                <a:moveTo>
                  <a:pt x="149007" y="874788"/>
                </a:moveTo>
                <a:lnTo>
                  <a:pt x="265850" y="879988"/>
                </a:lnTo>
                <a:moveTo>
                  <a:pt x="947678" y="392341"/>
                </a:moveTo>
                <a:lnTo>
                  <a:pt x="1048422" y="400399"/>
                </a:lnTo>
                <a:moveTo>
                  <a:pt x="361779" y="491950"/>
                </a:moveTo>
                <a:lnTo>
                  <a:pt x="395175" y="617178"/>
                </a:lnTo>
                <a:moveTo>
                  <a:pt x="1716339" y="229825"/>
                </a:moveTo>
                <a:lnTo>
                  <a:pt x="1764634" y="231931"/>
                </a:lnTo>
                <a:moveTo>
                  <a:pt x="1641917" y="1194864"/>
                </a:moveTo>
                <a:lnTo>
                  <a:pt x="1688536" y="1079608"/>
                </a:lnTo>
                <a:moveTo>
                  <a:pt x="1166887" y="276853"/>
                </a:moveTo>
                <a:lnTo>
                  <a:pt x="1174208" y="357468"/>
                </a:lnTo>
                <a:moveTo>
                  <a:pt x="449034" y="1007890"/>
                </a:moveTo>
                <a:lnTo>
                  <a:pt x="475432" y="1025989"/>
                </a:lnTo>
                <a:moveTo>
                  <a:pt x="1449590" y="140965"/>
                </a:moveTo>
                <a:lnTo>
                  <a:pt x="1426764" y="188619"/>
                </a:lnTo>
                <a:moveTo>
                  <a:pt x="1981852" y="1201957"/>
                </a:moveTo>
                <a:lnTo>
                  <a:pt x="2123739" y="1087501"/>
                </a:lnTo>
                <a:moveTo>
                  <a:pt x="1139146" y="411242"/>
                </a:moveTo>
                <a:lnTo>
                  <a:pt x="1166887" y="276853"/>
                </a:lnTo>
                <a:moveTo>
                  <a:pt x="1640399" y="1176930"/>
                </a:moveTo>
                <a:lnTo>
                  <a:pt x="1688536" y="1079608"/>
                </a:lnTo>
                <a:moveTo>
                  <a:pt x="1048422" y="400399"/>
                </a:moveTo>
                <a:lnTo>
                  <a:pt x="1139146" y="411242"/>
                </a:lnTo>
                <a:moveTo>
                  <a:pt x="2123739" y="1087501"/>
                </a:moveTo>
                <a:lnTo>
                  <a:pt x="2154038" y="1173606"/>
                </a:lnTo>
                <a:moveTo>
                  <a:pt x="243795" y="738687"/>
                </a:moveTo>
                <a:lnTo>
                  <a:pt x="290217" y="729549"/>
                </a:lnTo>
                <a:moveTo>
                  <a:pt x="329720" y="724140"/>
                </a:moveTo>
                <a:lnTo>
                  <a:pt x="395175" y="617178"/>
                </a:lnTo>
                <a:moveTo>
                  <a:pt x="343124" y="695160"/>
                </a:moveTo>
                <a:lnTo>
                  <a:pt x="395175" y="617178"/>
                </a:lnTo>
                <a:moveTo>
                  <a:pt x="2232366" y="661667"/>
                </a:moveTo>
                <a:lnTo>
                  <a:pt x="2148858" y="722031"/>
                </a:lnTo>
                <a:moveTo>
                  <a:pt x="2148858" y="722031"/>
                </a:moveTo>
                <a:lnTo>
                  <a:pt x="2316432" y="790871"/>
                </a:lnTo>
                <a:moveTo>
                  <a:pt x="1544164" y="172185"/>
                </a:moveTo>
                <a:lnTo>
                  <a:pt x="1716339" y="229825"/>
                </a:lnTo>
                <a:moveTo>
                  <a:pt x="1607089" y="817010"/>
                </a:moveTo>
                <a:lnTo>
                  <a:pt x="1646263" y="926147"/>
                </a:lnTo>
                <a:moveTo>
                  <a:pt x="2098682" y="475245"/>
                </a:moveTo>
                <a:lnTo>
                  <a:pt x="2112749" y="666367"/>
                </a:lnTo>
                <a:moveTo>
                  <a:pt x="1048422" y="400399"/>
                </a:moveTo>
                <a:lnTo>
                  <a:pt x="961603" y="421036"/>
                </a:lnTo>
                <a:moveTo>
                  <a:pt x="306270" y="431586"/>
                </a:moveTo>
                <a:lnTo>
                  <a:pt x="361779" y="491950"/>
                </a:lnTo>
                <a:moveTo>
                  <a:pt x="1646263" y="926147"/>
                </a:moveTo>
                <a:lnTo>
                  <a:pt x="1614867" y="825729"/>
                </a:lnTo>
                <a:moveTo>
                  <a:pt x="1231461" y="262057"/>
                </a:moveTo>
                <a:lnTo>
                  <a:pt x="1332396" y="158489"/>
                </a:lnTo>
                <a:moveTo>
                  <a:pt x="784934" y="224462"/>
                </a:moveTo>
                <a:lnTo>
                  <a:pt x="829699" y="222056"/>
                </a:lnTo>
                <a:moveTo>
                  <a:pt x="1764634" y="231931"/>
                </a:moveTo>
                <a:lnTo>
                  <a:pt x="1860789" y="271520"/>
                </a:lnTo>
                <a:moveTo>
                  <a:pt x="2098682" y="475245"/>
                </a:moveTo>
                <a:lnTo>
                  <a:pt x="2076179" y="577242"/>
                </a:lnTo>
                <a:moveTo>
                  <a:pt x="1399526" y="850652"/>
                </a:moveTo>
                <a:lnTo>
                  <a:pt x="1402677" y="837506"/>
                </a:lnTo>
                <a:moveTo>
                  <a:pt x="265850" y="879988"/>
                </a:moveTo>
                <a:lnTo>
                  <a:pt x="449034" y="1007890"/>
                </a:lnTo>
                <a:moveTo>
                  <a:pt x="1402677" y="837506"/>
                </a:moveTo>
                <a:lnTo>
                  <a:pt x="1486053" y="670834"/>
                </a:lnTo>
                <a:moveTo>
                  <a:pt x="204978" y="877470"/>
                </a:moveTo>
                <a:lnTo>
                  <a:pt x="265850" y="879988"/>
                </a:lnTo>
                <a:moveTo>
                  <a:pt x="1614867" y="825729"/>
                </a:moveTo>
                <a:lnTo>
                  <a:pt x="1641823" y="947749"/>
                </a:lnTo>
                <a:moveTo>
                  <a:pt x="829699" y="222056"/>
                </a:moveTo>
                <a:lnTo>
                  <a:pt x="947678" y="392341"/>
                </a:lnTo>
                <a:moveTo>
                  <a:pt x="2162157" y="680957"/>
                </a:moveTo>
                <a:lnTo>
                  <a:pt x="2148858" y="722031"/>
                </a:lnTo>
                <a:moveTo>
                  <a:pt x="2112749" y="666367"/>
                </a:moveTo>
                <a:lnTo>
                  <a:pt x="2162157" y="680957"/>
                </a:lnTo>
                <a:moveTo>
                  <a:pt x="1048422" y="400399"/>
                </a:moveTo>
                <a:lnTo>
                  <a:pt x="1031155" y="477473"/>
                </a:lnTo>
                <a:moveTo>
                  <a:pt x="1611759" y="1055983"/>
                </a:moveTo>
                <a:lnTo>
                  <a:pt x="1688536" y="1079608"/>
                </a:lnTo>
                <a:moveTo>
                  <a:pt x="1764634" y="231931"/>
                </a:moveTo>
                <a:lnTo>
                  <a:pt x="1818725" y="275645"/>
                </a:lnTo>
                <a:moveTo>
                  <a:pt x="361779" y="491950"/>
                </a:moveTo>
                <a:lnTo>
                  <a:pt x="343124" y="695160"/>
                </a:lnTo>
                <a:moveTo>
                  <a:pt x="192995" y="680373"/>
                </a:moveTo>
                <a:lnTo>
                  <a:pt x="290217" y="729549"/>
                </a:lnTo>
                <a:moveTo>
                  <a:pt x="2123739" y="1087501"/>
                </a:moveTo>
                <a:lnTo>
                  <a:pt x="2161132" y="1090868"/>
                </a:lnTo>
                <a:moveTo>
                  <a:pt x="1486053" y="670834"/>
                </a:moveTo>
                <a:lnTo>
                  <a:pt x="1599873" y="803908"/>
                </a:lnTo>
                <a:moveTo>
                  <a:pt x="1402677" y="837506"/>
                </a:moveTo>
                <a:lnTo>
                  <a:pt x="1599873" y="803908"/>
                </a:lnTo>
                <a:moveTo>
                  <a:pt x="1231461" y="262057"/>
                </a:moveTo>
                <a:lnTo>
                  <a:pt x="1174208" y="357468"/>
                </a:lnTo>
                <a:moveTo>
                  <a:pt x="1544164" y="172185"/>
                </a:moveTo>
                <a:lnTo>
                  <a:pt x="1640278" y="211554"/>
                </a:lnTo>
                <a:moveTo>
                  <a:pt x="1332396" y="158489"/>
                </a:moveTo>
                <a:lnTo>
                  <a:pt x="1426764" y="188619"/>
                </a:lnTo>
                <a:moveTo>
                  <a:pt x="1426764" y="188619"/>
                </a:moveTo>
                <a:lnTo>
                  <a:pt x="1544164" y="172185"/>
                </a:lnTo>
                <a:moveTo>
                  <a:pt x="306270" y="431586"/>
                </a:moveTo>
                <a:lnTo>
                  <a:pt x="370421" y="542816"/>
                </a:lnTo>
                <a:moveTo>
                  <a:pt x="109600" y="599978"/>
                </a:moveTo>
                <a:lnTo>
                  <a:pt x="192995" y="680373"/>
                </a:lnTo>
                <a:moveTo>
                  <a:pt x="329720" y="724140"/>
                </a:moveTo>
                <a:lnTo>
                  <a:pt x="343124" y="695160"/>
                </a:lnTo>
                <a:moveTo>
                  <a:pt x="1402677" y="837506"/>
                </a:moveTo>
                <a:lnTo>
                  <a:pt x="1565390" y="844114"/>
                </a:lnTo>
                <a:moveTo>
                  <a:pt x="204978" y="877470"/>
                </a:moveTo>
                <a:lnTo>
                  <a:pt x="231346" y="841259"/>
                </a:lnTo>
                <a:moveTo>
                  <a:pt x="1641917" y="1194864"/>
                </a:moveTo>
                <a:lnTo>
                  <a:pt x="1640399" y="1176930"/>
                </a:lnTo>
                <a:moveTo>
                  <a:pt x="1139146" y="411242"/>
                </a:moveTo>
                <a:lnTo>
                  <a:pt x="1174208" y="357468"/>
                </a:lnTo>
                <a:moveTo>
                  <a:pt x="416584" y="894382"/>
                </a:moveTo>
                <a:lnTo>
                  <a:pt x="449034" y="1007890"/>
                </a:lnTo>
                <a:moveTo>
                  <a:pt x="1605193" y="1003603"/>
                </a:moveTo>
                <a:lnTo>
                  <a:pt x="1641823" y="947749"/>
                </a:lnTo>
                <a:moveTo>
                  <a:pt x="1640278" y="211554"/>
                </a:moveTo>
                <a:lnTo>
                  <a:pt x="1716339" y="229825"/>
                </a:lnTo>
                <a:moveTo>
                  <a:pt x="1599873" y="803908"/>
                </a:moveTo>
                <a:lnTo>
                  <a:pt x="1607089" y="817010"/>
                </a:lnTo>
                <a:moveTo>
                  <a:pt x="1607089" y="817010"/>
                </a:moveTo>
                <a:lnTo>
                  <a:pt x="1614867" y="825729"/>
                </a:lnTo>
                <a:moveTo>
                  <a:pt x="1399526" y="850652"/>
                </a:moveTo>
                <a:lnTo>
                  <a:pt x="1502700" y="927383"/>
                </a:lnTo>
                <a:moveTo>
                  <a:pt x="370421" y="542816"/>
                </a:moveTo>
                <a:lnTo>
                  <a:pt x="361779" y="491950"/>
                </a:lnTo>
                <a:moveTo>
                  <a:pt x="1716339" y="229825"/>
                </a:moveTo>
                <a:lnTo>
                  <a:pt x="1818725" y="275645"/>
                </a:lnTo>
                <a:moveTo>
                  <a:pt x="947678" y="392341"/>
                </a:moveTo>
                <a:lnTo>
                  <a:pt x="961603" y="421036"/>
                </a:lnTo>
                <a:moveTo>
                  <a:pt x="2112749" y="666367"/>
                </a:moveTo>
                <a:lnTo>
                  <a:pt x="2148858" y="722031"/>
                </a:lnTo>
                <a:moveTo>
                  <a:pt x="1402677" y="837506"/>
                </a:moveTo>
                <a:lnTo>
                  <a:pt x="1502700" y="927383"/>
                </a:lnTo>
                <a:moveTo>
                  <a:pt x="231346" y="841259"/>
                </a:moveTo>
                <a:lnTo>
                  <a:pt x="265850" y="879988"/>
                </a:lnTo>
                <a:moveTo>
                  <a:pt x="1611759" y="1055983"/>
                </a:moveTo>
                <a:lnTo>
                  <a:pt x="1641823" y="947749"/>
                </a:lnTo>
                <a:moveTo>
                  <a:pt x="329720" y="724140"/>
                </a:moveTo>
                <a:lnTo>
                  <a:pt x="341038" y="713423"/>
                </a:lnTo>
                <a:moveTo>
                  <a:pt x="343124" y="695160"/>
                </a:moveTo>
                <a:lnTo>
                  <a:pt x="341038" y="713423"/>
                </a:lnTo>
                <a:moveTo>
                  <a:pt x="1599873" y="803908"/>
                </a:moveTo>
                <a:lnTo>
                  <a:pt x="1614867" y="825729"/>
                </a:lnTo>
                <a:moveTo>
                  <a:pt x="265850" y="879988"/>
                </a:moveTo>
                <a:lnTo>
                  <a:pt x="416584" y="894382"/>
                </a:lnTo>
                <a:moveTo>
                  <a:pt x="290217" y="729549"/>
                </a:moveTo>
                <a:lnTo>
                  <a:pt x="329720" y="724140"/>
                </a:lnTo>
                <a:moveTo>
                  <a:pt x="1565390" y="844114"/>
                </a:moveTo>
                <a:lnTo>
                  <a:pt x="1599873" y="803908"/>
                </a:lnTo>
                <a:moveTo>
                  <a:pt x="1565390" y="844114"/>
                </a:moveTo>
                <a:lnTo>
                  <a:pt x="1614867" y="825729"/>
                </a:lnTo>
                <a:moveTo>
                  <a:pt x="370421" y="542816"/>
                </a:moveTo>
                <a:lnTo>
                  <a:pt x="343124" y="695160"/>
                </a:lnTo>
                <a:moveTo>
                  <a:pt x="1332396" y="158489"/>
                </a:moveTo>
                <a:lnTo>
                  <a:pt x="1323820" y="281554"/>
                </a:lnTo>
                <a:moveTo>
                  <a:pt x="2076179" y="577242"/>
                </a:moveTo>
                <a:lnTo>
                  <a:pt x="2112749" y="666367"/>
                </a:lnTo>
                <a:moveTo>
                  <a:pt x="1628186" y="1122198"/>
                </a:moveTo>
                <a:lnTo>
                  <a:pt x="1640399" y="1176930"/>
                </a:lnTo>
                <a:moveTo>
                  <a:pt x="1489636" y="1027954"/>
                </a:moveTo>
                <a:lnTo>
                  <a:pt x="1628186" y="1122198"/>
                </a:lnTo>
                <a:moveTo>
                  <a:pt x="290217" y="729549"/>
                </a:moveTo>
                <a:lnTo>
                  <a:pt x="341038" y="713423"/>
                </a:lnTo>
                <a:moveTo>
                  <a:pt x="1818725" y="275645"/>
                </a:moveTo>
                <a:lnTo>
                  <a:pt x="1860789" y="271520"/>
                </a:lnTo>
                <a:moveTo>
                  <a:pt x="1502700" y="927383"/>
                </a:moveTo>
                <a:lnTo>
                  <a:pt x="1565390" y="844114"/>
                </a:lnTo>
                <a:moveTo>
                  <a:pt x="1174208" y="357468"/>
                </a:moveTo>
                <a:lnTo>
                  <a:pt x="1186480" y="409816"/>
                </a:lnTo>
                <a:moveTo>
                  <a:pt x="1614867" y="825729"/>
                </a:moveTo>
                <a:lnTo>
                  <a:pt x="1605193" y="1003603"/>
                </a:lnTo>
                <a:moveTo>
                  <a:pt x="1139146" y="411242"/>
                </a:moveTo>
                <a:lnTo>
                  <a:pt x="1186480" y="409816"/>
                </a:lnTo>
                <a:moveTo>
                  <a:pt x="1031155" y="477473"/>
                </a:moveTo>
                <a:lnTo>
                  <a:pt x="1139146" y="411242"/>
                </a:lnTo>
                <a:moveTo>
                  <a:pt x="109600" y="599978"/>
                </a:moveTo>
                <a:lnTo>
                  <a:pt x="290217" y="729549"/>
                </a:lnTo>
                <a:moveTo>
                  <a:pt x="1611759" y="1055983"/>
                </a:moveTo>
                <a:lnTo>
                  <a:pt x="1640399" y="1176930"/>
                </a:lnTo>
                <a:moveTo>
                  <a:pt x="1231461" y="262057"/>
                </a:moveTo>
                <a:lnTo>
                  <a:pt x="1323820" y="281554"/>
                </a:lnTo>
                <a:moveTo>
                  <a:pt x="1565390" y="844114"/>
                </a:moveTo>
                <a:lnTo>
                  <a:pt x="1605193" y="1003603"/>
                </a:lnTo>
                <a:moveTo>
                  <a:pt x="1544164" y="172185"/>
                </a:moveTo>
                <a:lnTo>
                  <a:pt x="1522777" y="227452"/>
                </a:lnTo>
                <a:moveTo>
                  <a:pt x="265850" y="879988"/>
                </a:moveTo>
                <a:lnTo>
                  <a:pt x="249607" y="791098"/>
                </a:lnTo>
                <a:moveTo>
                  <a:pt x="1489636" y="1027954"/>
                </a:moveTo>
                <a:lnTo>
                  <a:pt x="1611759" y="1055983"/>
                </a:lnTo>
                <a:moveTo>
                  <a:pt x="1640278" y="211554"/>
                </a:moveTo>
                <a:lnTo>
                  <a:pt x="1818725" y="275645"/>
                </a:lnTo>
                <a:moveTo>
                  <a:pt x="1640399" y="1176930"/>
                </a:moveTo>
                <a:lnTo>
                  <a:pt x="1751142" y="1217318"/>
                </a:lnTo>
                <a:moveTo>
                  <a:pt x="1860789" y="271520"/>
                </a:moveTo>
                <a:lnTo>
                  <a:pt x="1965063" y="354074"/>
                </a:lnTo>
                <a:moveTo>
                  <a:pt x="961603" y="421036"/>
                </a:moveTo>
                <a:lnTo>
                  <a:pt x="1031155" y="477473"/>
                </a:lnTo>
                <a:moveTo>
                  <a:pt x="1502700" y="927383"/>
                </a:moveTo>
                <a:lnTo>
                  <a:pt x="1605193" y="1003603"/>
                </a:lnTo>
                <a:moveTo>
                  <a:pt x="117956" y="616941"/>
                </a:moveTo>
                <a:lnTo>
                  <a:pt x="290217" y="729549"/>
                </a:lnTo>
                <a:moveTo>
                  <a:pt x="1231461" y="262057"/>
                </a:moveTo>
                <a:lnTo>
                  <a:pt x="1226689" y="405254"/>
                </a:lnTo>
                <a:moveTo>
                  <a:pt x="1994452" y="678055"/>
                </a:moveTo>
                <a:lnTo>
                  <a:pt x="2148858" y="722031"/>
                </a:lnTo>
                <a:moveTo>
                  <a:pt x="96566" y="597263"/>
                </a:moveTo>
                <a:lnTo>
                  <a:pt x="109600" y="599978"/>
                </a:lnTo>
                <a:moveTo>
                  <a:pt x="1994452" y="678055"/>
                </a:moveTo>
                <a:lnTo>
                  <a:pt x="2112749" y="666367"/>
                </a:lnTo>
                <a:moveTo>
                  <a:pt x="1611759" y="1055983"/>
                </a:moveTo>
                <a:lnTo>
                  <a:pt x="1628186" y="1122198"/>
                </a:lnTo>
                <a:moveTo>
                  <a:pt x="265850" y="879988"/>
                </a:moveTo>
                <a:lnTo>
                  <a:pt x="363485" y="794295"/>
                </a:lnTo>
                <a:moveTo>
                  <a:pt x="213839" y="748609"/>
                </a:moveTo>
                <a:lnTo>
                  <a:pt x="290217" y="729549"/>
                </a:lnTo>
                <a:moveTo>
                  <a:pt x="1628186" y="1122198"/>
                </a:moveTo>
                <a:lnTo>
                  <a:pt x="1617488" y="1058836"/>
                </a:lnTo>
                <a:moveTo>
                  <a:pt x="1984237" y="654661"/>
                </a:moveTo>
                <a:lnTo>
                  <a:pt x="2112749" y="666367"/>
                </a:lnTo>
                <a:moveTo>
                  <a:pt x="1640399" y="1176930"/>
                </a:moveTo>
                <a:lnTo>
                  <a:pt x="1797041" y="1052883"/>
                </a:lnTo>
                <a:moveTo>
                  <a:pt x="1174208" y="357468"/>
                </a:moveTo>
                <a:lnTo>
                  <a:pt x="1226689" y="405254"/>
                </a:lnTo>
                <a:moveTo>
                  <a:pt x="109600" y="599978"/>
                </a:moveTo>
                <a:lnTo>
                  <a:pt x="117956" y="616941"/>
                </a:lnTo>
                <a:moveTo>
                  <a:pt x="1502700" y="927383"/>
                </a:moveTo>
                <a:lnTo>
                  <a:pt x="1517960" y="900677"/>
                </a:lnTo>
                <a:moveTo>
                  <a:pt x="231346" y="841259"/>
                </a:moveTo>
                <a:lnTo>
                  <a:pt x="249607" y="791098"/>
                </a:lnTo>
                <a:moveTo>
                  <a:pt x="343124" y="695160"/>
                </a:moveTo>
                <a:lnTo>
                  <a:pt x="364793" y="616657"/>
                </a:lnTo>
                <a:moveTo>
                  <a:pt x="961603" y="421036"/>
                </a:moveTo>
                <a:lnTo>
                  <a:pt x="991521" y="476214"/>
                </a:lnTo>
                <a:moveTo>
                  <a:pt x="1611759" y="1055983"/>
                </a:moveTo>
                <a:lnTo>
                  <a:pt x="1605193" y="1003603"/>
                </a:lnTo>
                <a:moveTo>
                  <a:pt x="947678" y="392341"/>
                </a:moveTo>
                <a:lnTo>
                  <a:pt x="1006577" y="347401"/>
                </a:lnTo>
                <a:moveTo>
                  <a:pt x="1323820" y="281554"/>
                </a:moveTo>
                <a:lnTo>
                  <a:pt x="1426764" y="188619"/>
                </a:lnTo>
                <a:moveTo>
                  <a:pt x="96566" y="597263"/>
                </a:moveTo>
                <a:lnTo>
                  <a:pt x="117956" y="616941"/>
                </a:lnTo>
                <a:moveTo>
                  <a:pt x="1615428" y="1054676"/>
                </a:moveTo>
                <a:lnTo>
                  <a:pt x="1605193" y="1003603"/>
                </a:lnTo>
                <a:moveTo>
                  <a:pt x="947678" y="392341"/>
                </a:moveTo>
                <a:lnTo>
                  <a:pt x="1008002" y="330901"/>
                </a:lnTo>
                <a:moveTo>
                  <a:pt x="1517960" y="900677"/>
                </a:moveTo>
                <a:lnTo>
                  <a:pt x="1605193" y="1003603"/>
                </a:lnTo>
                <a:moveTo>
                  <a:pt x="1984237" y="654661"/>
                </a:moveTo>
                <a:lnTo>
                  <a:pt x="2076179" y="577242"/>
                </a:lnTo>
                <a:moveTo>
                  <a:pt x="1751142" y="1217318"/>
                </a:moveTo>
                <a:lnTo>
                  <a:pt x="1889165" y="1179517"/>
                </a:lnTo>
                <a:moveTo>
                  <a:pt x="364793" y="616657"/>
                </a:moveTo>
                <a:lnTo>
                  <a:pt x="341038" y="713423"/>
                </a:lnTo>
                <a:moveTo>
                  <a:pt x="1611759" y="1055983"/>
                </a:moveTo>
                <a:lnTo>
                  <a:pt x="1615428" y="1054676"/>
                </a:lnTo>
                <a:moveTo>
                  <a:pt x="1628186" y="1122198"/>
                </a:moveTo>
                <a:lnTo>
                  <a:pt x="1797041" y="1052883"/>
                </a:lnTo>
                <a:moveTo>
                  <a:pt x="1640278" y="211554"/>
                </a:moveTo>
                <a:lnTo>
                  <a:pt x="1739982" y="269922"/>
                </a:lnTo>
                <a:moveTo>
                  <a:pt x="1615428" y="1054676"/>
                </a:moveTo>
                <a:lnTo>
                  <a:pt x="1617488" y="1058836"/>
                </a:lnTo>
                <a:moveTo>
                  <a:pt x="117956" y="616941"/>
                </a:moveTo>
                <a:lnTo>
                  <a:pt x="213839" y="748609"/>
                </a:lnTo>
                <a:moveTo>
                  <a:pt x="290217" y="729549"/>
                </a:moveTo>
                <a:lnTo>
                  <a:pt x="364793" y="616657"/>
                </a:lnTo>
                <a:moveTo>
                  <a:pt x="1860789" y="271520"/>
                </a:moveTo>
                <a:lnTo>
                  <a:pt x="1819013" y="355190"/>
                </a:lnTo>
                <a:moveTo>
                  <a:pt x="1739982" y="269922"/>
                </a:moveTo>
                <a:lnTo>
                  <a:pt x="1818725" y="275645"/>
                </a:lnTo>
                <a:moveTo>
                  <a:pt x="1139146" y="411242"/>
                </a:moveTo>
                <a:lnTo>
                  <a:pt x="1126356" y="512011"/>
                </a:lnTo>
                <a:moveTo>
                  <a:pt x="363485" y="794295"/>
                </a:moveTo>
                <a:lnTo>
                  <a:pt x="416584" y="894382"/>
                </a:lnTo>
                <a:moveTo>
                  <a:pt x="370421" y="542816"/>
                </a:moveTo>
                <a:lnTo>
                  <a:pt x="364793" y="616657"/>
                </a:lnTo>
                <a:moveTo>
                  <a:pt x="1522777" y="227452"/>
                </a:moveTo>
                <a:lnTo>
                  <a:pt x="1640278" y="211554"/>
                </a:lnTo>
                <a:moveTo>
                  <a:pt x="991521" y="476214"/>
                </a:moveTo>
                <a:lnTo>
                  <a:pt x="1031155" y="477473"/>
                </a:lnTo>
                <a:moveTo>
                  <a:pt x="961603" y="421036"/>
                </a:moveTo>
                <a:lnTo>
                  <a:pt x="1006577" y="347401"/>
                </a:lnTo>
                <a:moveTo>
                  <a:pt x="1860789" y="271520"/>
                </a:moveTo>
                <a:lnTo>
                  <a:pt x="1851198" y="389216"/>
                </a:lnTo>
                <a:moveTo>
                  <a:pt x="1426764" y="188619"/>
                </a:moveTo>
                <a:lnTo>
                  <a:pt x="1522777" y="227452"/>
                </a:lnTo>
                <a:moveTo>
                  <a:pt x="1643563" y="905671"/>
                </a:moveTo>
                <a:lnTo>
                  <a:pt x="1605193" y="1003603"/>
                </a:lnTo>
                <a:moveTo>
                  <a:pt x="1797041" y="1052883"/>
                </a:moveTo>
                <a:lnTo>
                  <a:pt x="1889165" y="1179517"/>
                </a:lnTo>
                <a:moveTo>
                  <a:pt x="213839" y="748609"/>
                </a:moveTo>
                <a:lnTo>
                  <a:pt x="249607" y="791098"/>
                </a:lnTo>
                <a:moveTo>
                  <a:pt x="1186480" y="409816"/>
                </a:moveTo>
                <a:lnTo>
                  <a:pt x="1226689" y="405254"/>
                </a:lnTo>
                <a:moveTo>
                  <a:pt x="1617488" y="1058836"/>
                </a:moveTo>
                <a:lnTo>
                  <a:pt x="1797041" y="1052883"/>
                </a:lnTo>
                <a:moveTo>
                  <a:pt x="1615428" y="1054676"/>
                </a:moveTo>
                <a:lnTo>
                  <a:pt x="1797041" y="1052883"/>
                </a:lnTo>
                <a:moveTo>
                  <a:pt x="1797041" y="1052883"/>
                </a:moveTo>
                <a:lnTo>
                  <a:pt x="1751142" y="1217318"/>
                </a:lnTo>
                <a:moveTo>
                  <a:pt x="1818725" y="275645"/>
                </a:moveTo>
                <a:lnTo>
                  <a:pt x="1819013" y="355190"/>
                </a:lnTo>
                <a:moveTo>
                  <a:pt x="1615428" y="1054676"/>
                </a:moveTo>
                <a:lnTo>
                  <a:pt x="1643563" y="905671"/>
                </a:lnTo>
                <a:moveTo>
                  <a:pt x="1615428" y="1054676"/>
                </a:moveTo>
                <a:lnTo>
                  <a:pt x="1815095" y="1004337"/>
                </a:lnTo>
                <a:moveTo>
                  <a:pt x="1857638" y="1055221"/>
                </a:moveTo>
                <a:lnTo>
                  <a:pt x="1889165" y="1179517"/>
                </a:lnTo>
                <a:moveTo>
                  <a:pt x="1517960" y="900677"/>
                </a:moveTo>
                <a:lnTo>
                  <a:pt x="1643563" y="905671"/>
                </a:lnTo>
                <a:moveTo>
                  <a:pt x="1163246" y="476963"/>
                </a:moveTo>
                <a:lnTo>
                  <a:pt x="1186480" y="409816"/>
                </a:lnTo>
                <a:moveTo>
                  <a:pt x="1226689" y="405254"/>
                </a:moveTo>
                <a:lnTo>
                  <a:pt x="1323820" y="281554"/>
                </a:lnTo>
                <a:moveTo>
                  <a:pt x="1984237" y="654661"/>
                </a:moveTo>
                <a:lnTo>
                  <a:pt x="1994452" y="678055"/>
                </a:lnTo>
                <a:moveTo>
                  <a:pt x="213839" y="748609"/>
                </a:moveTo>
                <a:lnTo>
                  <a:pt x="364793" y="616657"/>
                </a:lnTo>
                <a:moveTo>
                  <a:pt x="1426764" y="188619"/>
                </a:moveTo>
                <a:lnTo>
                  <a:pt x="1421483" y="329121"/>
                </a:lnTo>
                <a:moveTo>
                  <a:pt x="1517960" y="900677"/>
                </a:moveTo>
                <a:lnTo>
                  <a:pt x="1660280" y="739748"/>
                </a:lnTo>
                <a:moveTo>
                  <a:pt x="249607" y="791098"/>
                </a:moveTo>
                <a:lnTo>
                  <a:pt x="363485" y="794295"/>
                </a:lnTo>
                <a:moveTo>
                  <a:pt x="1517960" y="900677"/>
                </a:moveTo>
                <a:lnTo>
                  <a:pt x="1681942" y="768948"/>
                </a:lnTo>
                <a:moveTo>
                  <a:pt x="1126356" y="512011"/>
                </a:moveTo>
                <a:lnTo>
                  <a:pt x="1186480" y="409816"/>
                </a:lnTo>
                <a:moveTo>
                  <a:pt x="1031155" y="477473"/>
                </a:moveTo>
                <a:lnTo>
                  <a:pt x="1126356" y="512011"/>
                </a:lnTo>
                <a:moveTo>
                  <a:pt x="1815095" y="1004337"/>
                </a:moveTo>
                <a:lnTo>
                  <a:pt x="1797041" y="1052883"/>
                </a:lnTo>
                <a:moveTo>
                  <a:pt x="1643563" y="905671"/>
                </a:moveTo>
                <a:lnTo>
                  <a:pt x="1815095" y="1004337"/>
                </a:lnTo>
                <a:moveTo>
                  <a:pt x="1643563" y="905671"/>
                </a:moveTo>
                <a:lnTo>
                  <a:pt x="1741785" y="888932"/>
                </a:lnTo>
                <a:moveTo>
                  <a:pt x="1851198" y="389216"/>
                </a:moveTo>
                <a:lnTo>
                  <a:pt x="1965063" y="354074"/>
                </a:lnTo>
                <a:moveTo>
                  <a:pt x="1741785" y="888932"/>
                </a:moveTo>
                <a:lnTo>
                  <a:pt x="1815095" y="1004337"/>
                </a:lnTo>
                <a:moveTo>
                  <a:pt x="1896956" y="799822"/>
                </a:moveTo>
                <a:lnTo>
                  <a:pt x="1994452" y="678055"/>
                </a:lnTo>
                <a:moveTo>
                  <a:pt x="1640278" y="211554"/>
                </a:moveTo>
                <a:lnTo>
                  <a:pt x="1624711" y="297623"/>
                </a:lnTo>
                <a:moveTo>
                  <a:pt x="1797041" y="1052883"/>
                </a:moveTo>
                <a:lnTo>
                  <a:pt x="1857638" y="1055221"/>
                </a:lnTo>
                <a:moveTo>
                  <a:pt x="1815095" y="1004337"/>
                </a:moveTo>
                <a:lnTo>
                  <a:pt x="1857638" y="1055221"/>
                </a:lnTo>
                <a:moveTo>
                  <a:pt x="991521" y="476214"/>
                </a:moveTo>
                <a:lnTo>
                  <a:pt x="1006577" y="347401"/>
                </a:lnTo>
                <a:moveTo>
                  <a:pt x="1815095" y="1004337"/>
                </a:moveTo>
                <a:lnTo>
                  <a:pt x="1863712" y="874946"/>
                </a:lnTo>
                <a:moveTo>
                  <a:pt x="1741785" y="888932"/>
                </a:moveTo>
                <a:lnTo>
                  <a:pt x="1863712" y="874946"/>
                </a:lnTo>
                <a:moveTo>
                  <a:pt x="1851177" y="711605"/>
                </a:moveTo>
                <a:lnTo>
                  <a:pt x="1994452" y="678055"/>
                </a:lnTo>
                <a:moveTo>
                  <a:pt x="1524126" y="795150"/>
                </a:moveTo>
                <a:lnTo>
                  <a:pt x="1517960" y="900677"/>
                </a:lnTo>
                <a:moveTo>
                  <a:pt x="1851177" y="711605"/>
                </a:moveTo>
                <a:lnTo>
                  <a:pt x="1984237" y="654661"/>
                </a:lnTo>
                <a:moveTo>
                  <a:pt x="1681942" y="768948"/>
                </a:moveTo>
                <a:lnTo>
                  <a:pt x="1643563" y="905671"/>
                </a:lnTo>
                <a:moveTo>
                  <a:pt x="1863712" y="874946"/>
                </a:moveTo>
                <a:lnTo>
                  <a:pt x="1857638" y="1055221"/>
                </a:lnTo>
                <a:moveTo>
                  <a:pt x="1681942" y="768948"/>
                </a:moveTo>
                <a:lnTo>
                  <a:pt x="1741785" y="888932"/>
                </a:lnTo>
                <a:moveTo>
                  <a:pt x="1739982" y="269922"/>
                </a:moveTo>
                <a:lnTo>
                  <a:pt x="1819013" y="355190"/>
                </a:lnTo>
                <a:moveTo>
                  <a:pt x="1163246" y="476963"/>
                </a:moveTo>
                <a:lnTo>
                  <a:pt x="1226689" y="405254"/>
                </a:lnTo>
                <a:moveTo>
                  <a:pt x="1323820" y="281554"/>
                </a:moveTo>
                <a:lnTo>
                  <a:pt x="1421483" y="329121"/>
                </a:lnTo>
                <a:moveTo>
                  <a:pt x="1896956" y="799822"/>
                </a:moveTo>
                <a:lnTo>
                  <a:pt x="1863712" y="874946"/>
                </a:lnTo>
                <a:moveTo>
                  <a:pt x="1681942" y="768948"/>
                </a:moveTo>
                <a:lnTo>
                  <a:pt x="1863712" y="874946"/>
                </a:lnTo>
                <a:moveTo>
                  <a:pt x="1681942" y="768948"/>
                </a:moveTo>
                <a:lnTo>
                  <a:pt x="1896956" y="799822"/>
                </a:lnTo>
                <a:moveTo>
                  <a:pt x="1660280" y="739748"/>
                </a:moveTo>
                <a:lnTo>
                  <a:pt x="1681942" y="768948"/>
                </a:lnTo>
                <a:moveTo>
                  <a:pt x="1851177" y="711605"/>
                </a:moveTo>
                <a:lnTo>
                  <a:pt x="1896956" y="799822"/>
                </a:lnTo>
                <a:moveTo>
                  <a:pt x="1685421" y="743864"/>
                </a:moveTo>
                <a:lnTo>
                  <a:pt x="1896956" y="799822"/>
                </a:lnTo>
                <a:moveTo>
                  <a:pt x="1660280" y="739748"/>
                </a:moveTo>
                <a:lnTo>
                  <a:pt x="1685421" y="743864"/>
                </a:lnTo>
                <a:moveTo>
                  <a:pt x="213839" y="748609"/>
                </a:moveTo>
                <a:lnTo>
                  <a:pt x="326871" y="683494"/>
                </a:lnTo>
                <a:moveTo>
                  <a:pt x="1681942" y="768948"/>
                </a:moveTo>
                <a:lnTo>
                  <a:pt x="1685421" y="743864"/>
                </a:lnTo>
                <a:moveTo>
                  <a:pt x="1006577" y="347401"/>
                </a:moveTo>
                <a:lnTo>
                  <a:pt x="1008002" y="330901"/>
                </a:lnTo>
                <a:moveTo>
                  <a:pt x="1031155" y="477473"/>
                </a:moveTo>
                <a:lnTo>
                  <a:pt x="1015904" y="571282"/>
                </a:lnTo>
                <a:moveTo>
                  <a:pt x="1031155" y="477473"/>
                </a:moveTo>
                <a:lnTo>
                  <a:pt x="1017325" y="572732"/>
                </a:lnTo>
                <a:moveTo>
                  <a:pt x="1685421" y="743864"/>
                </a:moveTo>
                <a:lnTo>
                  <a:pt x="1851177" y="711605"/>
                </a:lnTo>
                <a:moveTo>
                  <a:pt x="1323820" y="281554"/>
                </a:moveTo>
                <a:lnTo>
                  <a:pt x="1322975" y="445534"/>
                </a:lnTo>
                <a:moveTo>
                  <a:pt x="249607" y="791098"/>
                </a:moveTo>
                <a:lnTo>
                  <a:pt x="326871" y="683494"/>
                </a:lnTo>
                <a:moveTo>
                  <a:pt x="1006577" y="347401"/>
                </a:moveTo>
                <a:lnTo>
                  <a:pt x="1012209" y="337640"/>
                </a:lnTo>
                <a:moveTo>
                  <a:pt x="1008002" y="330901"/>
                </a:moveTo>
                <a:lnTo>
                  <a:pt x="1090776" y="155262"/>
                </a:lnTo>
                <a:moveTo>
                  <a:pt x="1126356" y="512011"/>
                </a:moveTo>
                <a:lnTo>
                  <a:pt x="1163246" y="476963"/>
                </a:lnTo>
                <a:moveTo>
                  <a:pt x="1819013" y="355190"/>
                </a:moveTo>
                <a:lnTo>
                  <a:pt x="1851198" y="389216"/>
                </a:lnTo>
                <a:moveTo>
                  <a:pt x="1421483" y="329121"/>
                </a:moveTo>
                <a:lnTo>
                  <a:pt x="1522777" y="227452"/>
                </a:lnTo>
                <a:moveTo>
                  <a:pt x="1008002" y="330901"/>
                </a:moveTo>
                <a:lnTo>
                  <a:pt x="1012209" y="337640"/>
                </a:lnTo>
                <a:moveTo>
                  <a:pt x="1090776" y="155262"/>
                </a:moveTo>
                <a:lnTo>
                  <a:pt x="1012209" y="337640"/>
                </a:lnTo>
                <a:moveTo>
                  <a:pt x="1524126" y="795150"/>
                </a:moveTo>
                <a:lnTo>
                  <a:pt x="1660280" y="739748"/>
                </a:lnTo>
                <a:moveTo>
                  <a:pt x="1624711" y="297623"/>
                </a:moveTo>
                <a:lnTo>
                  <a:pt x="1739982" y="269922"/>
                </a:lnTo>
                <a:moveTo>
                  <a:pt x="1090776" y="155262"/>
                </a:moveTo>
                <a:lnTo>
                  <a:pt x="1101426" y="150267"/>
                </a:lnTo>
                <a:moveTo>
                  <a:pt x="1739982" y="269922"/>
                </a:moveTo>
                <a:lnTo>
                  <a:pt x="1713851" y="426026"/>
                </a:lnTo>
                <a:moveTo>
                  <a:pt x="991521" y="476214"/>
                </a:moveTo>
                <a:lnTo>
                  <a:pt x="1015904" y="571282"/>
                </a:lnTo>
                <a:moveTo>
                  <a:pt x="1226689" y="405254"/>
                </a:moveTo>
                <a:lnTo>
                  <a:pt x="1322975" y="445534"/>
                </a:lnTo>
                <a:moveTo>
                  <a:pt x="326871" y="683494"/>
                </a:moveTo>
                <a:lnTo>
                  <a:pt x="363485" y="794295"/>
                </a:lnTo>
                <a:moveTo>
                  <a:pt x="1012209" y="337640"/>
                </a:moveTo>
                <a:lnTo>
                  <a:pt x="1101426" y="150267"/>
                </a:lnTo>
                <a:moveTo>
                  <a:pt x="364793" y="616657"/>
                </a:moveTo>
                <a:lnTo>
                  <a:pt x="326871" y="683494"/>
                </a:lnTo>
                <a:moveTo>
                  <a:pt x="1522777" y="227452"/>
                </a:moveTo>
                <a:lnTo>
                  <a:pt x="1624711" y="297623"/>
                </a:lnTo>
                <a:moveTo>
                  <a:pt x="1713851" y="426026"/>
                </a:moveTo>
                <a:lnTo>
                  <a:pt x="1819013" y="355190"/>
                </a:lnTo>
                <a:moveTo>
                  <a:pt x="1163246" y="476963"/>
                </a:moveTo>
                <a:lnTo>
                  <a:pt x="1179599" y="529594"/>
                </a:lnTo>
                <a:moveTo>
                  <a:pt x="1660280" y="739748"/>
                </a:moveTo>
                <a:lnTo>
                  <a:pt x="1656567" y="628018"/>
                </a:lnTo>
                <a:moveTo>
                  <a:pt x="1654748" y="628396"/>
                </a:moveTo>
                <a:lnTo>
                  <a:pt x="1660280" y="739748"/>
                </a:lnTo>
                <a:moveTo>
                  <a:pt x="1747801" y="479757"/>
                </a:moveTo>
                <a:lnTo>
                  <a:pt x="1851198" y="389216"/>
                </a:lnTo>
                <a:moveTo>
                  <a:pt x="1713851" y="426026"/>
                </a:moveTo>
                <a:lnTo>
                  <a:pt x="1851198" y="389216"/>
                </a:lnTo>
                <a:moveTo>
                  <a:pt x="1522777" y="227452"/>
                </a:moveTo>
                <a:lnTo>
                  <a:pt x="1525544" y="410550"/>
                </a:lnTo>
                <a:moveTo>
                  <a:pt x="1006577" y="347401"/>
                </a:moveTo>
                <a:lnTo>
                  <a:pt x="1015904" y="571282"/>
                </a:lnTo>
                <a:moveTo>
                  <a:pt x="1656567" y="628018"/>
                </a:moveTo>
                <a:lnTo>
                  <a:pt x="1851177" y="711605"/>
                </a:lnTo>
                <a:moveTo>
                  <a:pt x="1656567" y="628018"/>
                </a:moveTo>
                <a:lnTo>
                  <a:pt x="1685421" y="743864"/>
                </a:lnTo>
                <a:moveTo>
                  <a:pt x="1126356" y="512011"/>
                </a:moveTo>
                <a:lnTo>
                  <a:pt x="1179599" y="529594"/>
                </a:lnTo>
                <a:moveTo>
                  <a:pt x="1322975" y="445534"/>
                </a:moveTo>
                <a:lnTo>
                  <a:pt x="1421483" y="329121"/>
                </a:lnTo>
                <a:moveTo>
                  <a:pt x="1226689" y="405254"/>
                </a:moveTo>
                <a:lnTo>
                  <a:pt x="1217407" y="524584"/>
                </a:lnTo>
                <a:moveTo>
                  <a:pt x="1015904" y="571282"/>
                </a:moveTo>
                <a:lnTo>
                  <a:pt x="1012209" y="337640"/>
                </a:lnTo>
                <a:moveTo>
                  <a:pt x="1017325" y="572732"/>
                </a:moveTo>
                <a:lnTo>
                  <a:pt x="1126356" y="512011"/>
                </a:lnTo>
                <a:moveTo>
                  <a:pt x="1016850" y="570220"/>
                </a:moveTo>
                <a:lnTo>
                  <a:pt x="1012209" y="337640"/>
                </a:lnTo>
                <a:moveTo>
                  <a:pt x="1524126" y="795150"/>
                </a:moveTo>
                <a:lnTo>
                  <a:pt x="1654748" y="628396"/>
                </a:lnTo>
                <a:moveTo>
                  <a:pt x="1163246" y="476963"/>
                </a:moveTo>
                <a:lnTo>
                  <a:pt x="1217407" y="524584"/>
                </a:lnTo>
                <a:moveTo>
                  <a:pt x="1624711" y="297623"/>
                </a:moveTo>
                <a:lnTo>
                  <a:pt x="1713851" y="426026"/>
                </a:lnTo>
                <a:moveTo>
                  <a:pt x="1421483" y="329121"/>
                </a:moveTo>
                <a:lnTo>
                  <a:pt x="1525544" y="410550"/>
                </a:lnTo>
                <a:moveTo>
                  <a:pt x="1012209" y="337640"/>
                </a:moveTo>
                <a:lnTo>
                  <a:pt x="1095692" y="349732"/>
                </a:lnTo>
                <a:moveTo>
                  <a:pt x="1713851" y="426026"/>
                </a:moveTo>
                <a:lnTo>
                  <a:pt x="1747801" y="479757"/>
                </a:lnTo>
                <a:moveTo>
                  <a:pt x="1012209" y="337640"/>
                </a:moveTo>
                <a:lnTo>
                  <a:pt x="1055679" y="412281"/>
                </a:lnTo>
                <a:moveTo>
                  <a:pt x="1095692" y="349732"/>
                </a:moveTo>
                <a:lnTo>
                  <a:pt x="1101426" y="150267"/>
                </a:lnTo>
                <a:moveTo>
                  <a:pt x="1747801" y="479757"/>
                </a:moveTo>
                <a:lnTo>
                  <a:pt x="1656567" y="628018"/>
                </a:lnTo>
                <a:moveTo>
                  <a:pt x="1654748" y="628396"/>
                </a:moveTo>
                <a:lnTo>
                  <a:pt x="1747801" y="479757"/>
                </a:lnTo>
                <a:moveTo>
                  <a:pt x="1654748" y="628396"/>
                </a:moveTo>
                <a:lnTo>
                  <a:pt x="1713851" y="426026"/>
                </a:lnTo>
                <a:moveTo>
                  <a:pt x="1101426" y="150267"/>
                </a:moveTo>
                <a:lnTo>
                  <a:pt x="1145851" y="219069"/>
                </a:lnTo>
                <a:moveTo>
                  <a:pt x="1017325" y="572732"/>
                </a:moveTo>
                <a:lnTo>
                  <a:pt x="1179599" y="529594"/>
                </a:lnTo>
                <a:moveTo>
                  <a:pt x="1016850" y="570220"/>
                </a:moveTo>
                <a:lnTo>
                  <a:pt x="1179599" y="529594"/>
                </a:lnTo>
                <a:moveTo>
                  <a:pt x="1525544" y="410550"/>
                </a:moveTo>
                <a:lnTo>
                  <a:pt x="1624711" y="297623"/>
                </a:lnTo>
                <a:moveTo>
                  <a:pt x="1021141" y="573890"/>
                </a:moveTo>
                <a:lnTo>
                  <a:pt x="1179599" y="529594"/>
                </a:lnTo>
                <a:moveTo>
                  <a:pt x="1654748" y="628396"/>
                </a:moveTo>
                <a:lnTo>
                  <a:pt x="1656567" y="628018"/>
                </a:lnTo>
                <a:moveTo>
                  <a:pt x="1654748" y="628396"/>
                </a:moveTo>
                <a:lnTo>
                  <a:pt x="1652426" y="630710"/>
                </a:lnTo>
                <a:moveTo>
                  <a:pt x="1015904" y="571282"/>
                </a:moveTo>
                <a:lnTo>
                  <a:pt x="1017325" y="572732"/>
                </a:lnTo>
                <a:moveTo>
                  <a:pt x="1015904" y="571282"/>
                </a:moveTo>
                <a:lnTo>
                  <a:pt x="1016066" y="572630"/>
                </a:lnTo>
                <a:moveTo>
                  <a:pt x="1015904" y="571282"/>
                </a:moveTo>
                <a:lnTo>
                  <a:pt x="1016850" y="570220"/>
                </a:lnTo>
                <a:moveTo>
                  <a:pt x="1016066" y="572630"/>
                </a:moveTo>
                <a:lnTo>
                  <a:pt x="1017325" y="572732"/>
                </a:lnTo>
                <a:moveTo>
                  <a:pt x="1016066" y="572630"/>
                </a:moveTo>
                <a:lnTo>
                  <a:pt x="1016850" y="570220"/>
                </a:lnTo>
                <a:moveTo>
                  <a:pt x="1017325" y="572732"/>
                </a:moveTo>
                <a:lnTo>
                  <a:pt x="1021141" y="573890"/>
                </a:lnTo>
                <a:moveTo>
                  <a:pt x="1016066" y="572630"/>
                </a:moveTo>
                <a:lnTo>
                  <a:pt x="1021141" y="573890"/>
                </a:lnTo>
                <a:moveTo>
                  <a:pt x="1016850" y="570220"/>
                </a:moveTo>
                <a:lnTo>
                  <a:pt x="1021141" y="573890"/>
                </a:lnTo>
                <a:moveTo>
                  <a:pt x="1421483" y="329121"/>
                </a:moveTo>
                <a:lnTo>
                  <a:pt x="1422346" y="502142"/>
                </a:lnTo>
                <a:moveTo>
                  <a:pt x="1624711" y="297623"/>
                </a:moveTo>
                <a:lnTo>
                  <a:pt x="1594459" y="489776"/>
                </a:lnTo>
                <a:moveTo>
                  <a:pt x="1594459" y="489776"/>
                </a:moveTo>
                <a:lnTo>
                  <a:pt x="1713851" y="426026"/>
                </a:lnTo>
                <a:moveTo>
                  <a:pt x="1217407" y="524584"/>
                </a:moveTo>
                <a:lnTo>
                  <a:pt x="1322975" y="445534"/>
                </a:lnTo>
                <a:moveTo>
                  <a:pt x="1179599" y="529594"/>
                </a:moveTo>
                <a:lnTo>
                  <a:pt x="1217407" y="524584"/>
                </a:lnTo>
                <a:moveTo>
                  <a:pt x="1594459" y="489776"/>
                </a:moveTo>
                <a:lnTo>
                  <a:pt x="1654748" y="628396"/>
                </a:lnTo>
                <a:moveTo>
                  <a:pt x="1594459" y="489776"/>
                </a:moveTo>
                <a:lnTo>
                  <a:pt x="1652426" y="630710"/>
                </a:lnTo>
                <a:moveTo>
                  <a:pt x="1016850" y="570220"/>
                </a:moveTo>
                <a:lnTo>
                  <a:pt x="1055679" y="412281"/>
                </a:lnTo>
                <a:moveTo>
                  <a:pt x="1322975" y="445534"/>
                </a:moveTo>
                <a:lnTo>
                  <a:pt x="1422346" y="502142"/>
                </a:lnTo>
                <a:moveTo>
                  <a:pt x="1525544" y="410550"/>
                </a:moveTo>
                <a:lnTo>
                  <a:pt x="1594459" y="489776"/>
                </a:lnTo>
                <a:moveTo>
                  <a:pt x="1055679" y="412281"/>
                </a:moveTo>
                <a:lnTo>
                  <a:pt x="1095692" y="349732"/>
                </a:lnTo>
                <a:moveTo>
                  <a:pt x="1095692" y="349732"/>
                </a:moveTo>
                <a:lnTo>
                  <a:pt x="1145851" y="219069"/>
                </a:lnTo>
                <a:moveTo>
                  <a:pt x="1422346" y="502142"/>
                </a:moveTo>
                <a:lnTo>
                  <a:pt x="1525544" y="410550"/>
                </a:lnTo>
                <a:moveTo>
                  <a:pt x="1593927" y="534133"/>
                </a:moveTo>
                <a:lnTo>
                  <a:pt x="1652426" y="630710"/>
                </a:lnTo>
                <a:moveTo>
                  <a:pt x="1525544" y="410550"/>
                </a:moveTo>
                <a:lnTo>
                  <a:pt x="1593927" y="534133"/>
                </a:lnTo>
                <a:moveTo>
                  <a:pt x="1593927" y="534133"/>
                </a:moveTo>
                <a:lnTo>
                  <a:pt x="1594459" y="489776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611A4B75-81C3-4CEB-9506-B55C246A67C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2692" y="686462"/>
                </a:moveTo>
                <a:lnTo>
                  <a:pt x="2362361" y="5865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7FF5E988-380C-453D-A803-B9162FC1760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9178" y="572033"/>
                </a:moveTo>
                <a:lnTo>
                  <a:pt x="883237" y="6377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FF9DA8CC-95FC-4240-90BE-FFD9E6F40D61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780" y="892505"/>
                </a:moveTo>
                <a:lnTo>
                  <a:pt x="2222692" y="6864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F25AA2B5-4F7E-4477-BCEC-F822DD33BBF2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116" y="731932"/>
                </a:moveTo>
                <a:lnTo>
                  <a:pt x="403516" y="5746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032FC212-009F-435E-8BCA-4032C5DA6D6F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2692" y="686462"/>
                </a:moveTo>
                <a:lnTo>
                  <a:pt x="2079954" y="5810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5D614EB0-BBA1-40EB-B3C4-4BAAACE926E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145" y="1010051"/>
                </a:moveTo>
                <a:lnTo>
                  <a:pt x="2238780" y="892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87D298EB-03C0-4DEA-9D52-7318F3C9358E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116" y="731932"/>
                </a:moveTo>
                <a:lnTo>
                  <a:pt x="383960" y="939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901BAF39-2450-423F-81CF-6A80752D7FF7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9178" y="572033"/>
                </a:moveTo>
                <a:lnTo>
                  <a:pt x="758303" y="36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FD535C4E-9D5C-4F9F-A351-2A1527D3195B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145" y="1010051"/>
                </a:moveTo>
                <a:lnTo>
                  <a:pt x="2123096" y="11885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836C8E16-57F9-4401-87BB-C604D493464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9544" y="201531"/>
                </a:moveTo>
                <a:lnTo>
                  <a:pt x="1412280" y="3485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E1188ABF-9685-4409-B46B-2C13FD12E48C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9178" y="572033"/>
                </a:moveTo>
                <a:lnTo>
                  <a:pt x="657155" y="7309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3C0C8EA1-75EF-4582-BE48-7E9ADE182D9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9954" y="581075"/>
                </a:moveTo>
                <a:lnTo>
                  <a:pt x="1941208" y="6973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9A64EC24-8646-4AE9-A34B-55E5521B10D1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7155" y="730906"/>
                </a:moveTo>
                <a:lnTo>
                  <a:pt x="420116" y="7319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E6D1FBBB-6B5C-4841-A81C-6CB2A6DFA3C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6547" y="901776"/>
                </a:moveTo>
                <a:lnTo>
                  <a:pt x="2105145" y="1010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9881B7EE-33BB-4011-B709-8A506571761D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280" y="348519"/>
                </a:moveTo>
                <a:lnTo>
                  <a:pt x="1632484" y="3383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B48F5BB6-774F-4B50-BF1B-CAF1B23DE32F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566" y="602233"/>
                </a:moveTo>
                <a:lnTo>
                  <a:pt x="809178" y="5720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DFD02972-1F9C-4CDC-B24B-5FCDBDC3543C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208" y="697319"/>
                </a:moveTo>
                <a:lnTo>
                  <a:pt x="1946547" y="9017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2230E164-B284-4996-8696-4CEFAA890E3C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116" y="731932"/>
                </a:moveTo>
                <a:lnTo>
                  <a:pt x="319987" y="6733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ABC24A82-6526-41F9-BD96-97775ED85CB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2484" y="338356"/>
                </a:moveTo>
                <a:lnTo>
                  <a:pt x="1718275" y="4343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CE9B72B7-78FF-423B-AC27-83E7615E951D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208" y="697319"/>
                </a:moveTo>
                <a:lnTo>
                  <a:pt x="1775995" y="642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3437DA38-0DEE-4C6A-832E-8B7E01CE7B74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7494" y="977261"/>
                </a:moveTo>
                <a:lnTo>
                  <a:pt x="1946547" y="9017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6D04ABC0-389D-428E-A759-0FE569D1EC9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495" y="320352"/>
                </a:moveTo>
                <a:lnTo>
                  <a:pt x="1412280" y="3485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03B6EE24-2495-4B54-9666-0670E065DE8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8275" y="434312"/>
                </a:moveTo>
                <a:lnTo>
                  <a:pt x="1775995" y="642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33755E66-3B6F-417B-8C03-88505DF18321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389" y="731838"/>
                </a:moveTo>
                <a:lnTo>
                  <a:pt x="1012566" y="6022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49F6F50A-619D-4FB6-B822-C45984546CFC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95" y="642496"/>
                </a:moveTo>
                <a:lnTo>
                  <a:pt x="1685235" y="8171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B177EF63-5CD0-4DD0-B355-8A7D6917516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5235" y="817127"/>
                </a:moveTo>
                <a:lnTo>
                  <a:pt x="1787494" y="97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152B54A3-F731-4062-9DE2-DC59E37E423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8275" y="434312"/>
                </a:moveTo>
                <a:lnTo>
                  <a:pt x="1583470" y="4188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28AEFA95-8A1E-489A-AB07-F1BDC146406C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389" y="731838"/>
                </a:moveTo>
                <a:lnTo>
                  <a:pt x="1078310" y="9406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5EEABFF5-668C-4734-A7A8-C2A6E40052E1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3470" y="418817"/>
                </a:moveTo>
                <a:lnTo>
                  <a:pt x="1412495" y="3203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F17AAF78-E55D-4543-91DA-F17710102F5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495" y="320352"/>
                </a:moveTo>
                <a:lnTo>
                  <a:pt x="1227323" y="4070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82DA321C-CD79-4E80-8974-D2CFCAC79080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732" y="618170"/>
                </a:moveTo>
                <a:lnTo>
                  <a:pt x="1051389" y="731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8B98CB16-C3D6-48A3-A071-1E6E1EB51FA2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323" y="407022"/>
                </a:moveTo>
                <a:lnTo>
                  <a:pt x="1240732" y="6181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1D3964C9-0DD2-4FF0-8A77-CBC576E3515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389" y="731838"/>
                </a:moveTo>
                <a:lnTo>
                  <a:pt x="891364" y="697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BC2EFB58-E02B-4EB9-8C3C-D005E4F1FBC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340" y="736258"/>
                </a:moveTo>
                <a:lnTo>
                  <a:pt x="410275" y="5641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A3B719FA-358F-4DDC-9E18-DEAD34231219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340" y="736258"/>
                </a:moveTo>
                <a:lnTo>
                  <a:pt x="355969" y="9261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EE595644-B569-49E3-935F-A4B980EC331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2112" y="598851"/>
                </a:moveTo>
                <a:lnTo>
                  <a:pt x="2417717" y="4764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B0F082C5-EA9F-4AA6-9813-AEFEAFA141AB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891" y="591760"/>
                </a:moveTo>
                <a:lnTo>
                  <a:pt x="816102" y="5084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54723568-ED77-4FCF-BED0-30B9792619DF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199" y="797836"/>
                </a:moveTo>
                <a:lnTo>
                  <a:pt x="2282112" y="5988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2165A4F0-90B7-45CB-A717-F9C4A13AF342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6021" y="943359"/>
                </a:moveTo>
                <a:lnTo>
                  <a:pt x="2306199" y="7978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176B4D78-F02E-487F-8669-0663F7FCC523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6021" y="943359"/>
                </a:moveTo>
                <a:lnTo>
                  <a:pt x="2212056" y="11218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E8559ED3-C773-487B-94C7-A81234B6581B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9159" y="758542"/>
                </a:moveTo>
                <a:lnTo>
                  <a:pt x="404340" y="7362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A62A6856-C6EB-404B-8809-D1383BF52870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2112" y="598851"/>
                </a:moveTo>
                <a:lnTo>
                  <a:pt x="2128212" y="53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4DA7A44E-A09D-4444-BB81-4C1B29C672C2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340" y="736258"/>
                </a:moveTo>
                <a:lnTo>
                  <a:pt x="253348" y="7075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1F59084A-8562-422D-BFA1-D6D44A462609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891" y="591760"/>
                </a:moveTo>
                <a:lnTo>
                  <a:pt x="619159" y="7585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60A1396F-A209-4C22-814B-AFCDB5796580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7473" y="873349"/>
                </a:moveTo>
                <a:lnTo>
                  <a:pt x="2186021" y="943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83B28DDA-C42B-44BC-89E4-AD54C0889C1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095" y="683712"/>
                </a:moveTo>
                <a:lnTo>
                  <a:pt x="784891" y="5917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4D1883F8-B249-42B6-8A17-7D727F8D7CE4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212" y="536737"/>
                </a:moveTo>
                <a:lnTo>
                  <a:pt x="2000649" y="6742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DDDF15D6-A749-4CC4-B63C-D1ABCE6D950F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636" y="163111"/>
                </a:moveTo>
                <a:lnTo>
                  <a:pt x="1423953" y="34375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079D062F-D041-4121-9159-32FFE08F16F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891" y="591760"/>
                </a:moveTo>
                <a:lnTo>
                  <a:pt x="712090" y="4347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350A5567-5812-4F4C-902D-29B752FB1E7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953" y="343752"/>
                </a:moveTo>
                <a:lnTo>
                  <a:pt x="1640824" y="3747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8DEA85E0-2A80-401F-9E37-BDDEB223747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649" y="674260"/>
                </a:moveTo>
                <a:lnTo>
                  <a:pt x="2027473" y="8733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753091F9-AE26-407B-99FE-B0147B93FB84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9713" y="967821"/>
                </a:moveTo>
                <a:lnTo>
                  <a:pt x="2027473" y="8733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AFD891D9-6B7E-4A4F-A639-E1F824C9B79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649" y="674260"/>
                </a:moveTo>
                <a:lnTo>
                  <a:pt x="1833399" y="6472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09DE1685-6FB8-4E14-A574-2DD6B4BDEB8D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824" y="374765"/>
                </a:moveTo>
                <a:lnTo>
                  <a:pt x="1720295" y="4672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42463623-4C31-4839-AB28-EAD10072D95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0" y="796199"/>
                </a:moveTo>
                <a:lnTo>
                  <a:pt x="986095" y="6837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4FD04A7D-A80F-47EC-BB48-AC45157FA6BC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7137" y="373867"/>
                </a:moveTo>
                <a:lnTo>
                  <a:pt x="1423953" y="34375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2EEA20BC-9EDD-4AAC-8AA7-2CAB7E43359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295" y="467224"/>
                </a:moveTo>
                <a:lnTo>
                  <a:pt x="1833399" y="6472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44CB1A91-1B3C-44BE-B88C-2492B85C4053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2100" y="827897"/>
                </a:moveTo>
                <a:lnTo>
                  <a:pt x="1879713" y="9678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0E0E77CF-2780-47B5-878E-99AEE88AAD80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3399" y="647293"/>
                </a:moveTo>
                <a:lnTo>
                  <a:pt x="1762100" y="8278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383E30E8-EB07-4B9F-93BA-E745FE198D8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0" y="796199"/>
                </a:moveTo>
                <a:lnTo>
                  <a:pt x="1102223" y="10012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3A89CC5C-0F85-4B1A-8754-D74B2BED5BD3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295" y="467224"/>
                </a:moveTo>
                <a:lnTo>
                  <a:pt x="1561249" y="4939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6F5B737D-33CC-4838-9226-7BAF45209F6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966" y="674359"/>
                </a:moveTo>
                <a:lnTo>
                  <a:pt x="1055040" y="7961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EBB547BE-3181-4873-B12F-4A5D2AE8EF8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7137" y="373867"/>
                </a:moveTo>
                <a:lnTo>
                  <a:pt x="1197672" y="458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CA8C46EE-17DA-4160-B096-28C0B0046E5E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1249" y="493951"/>
                </a:moveTo>
                <a:lnTo>
                  <a:pt x="1397137" y="3738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6110A1EF-2E35-40F5-8046-E5AE0FF399F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0" y="796199"/>
                </a:moveTo>
                <a:lnTo>
                  <a:pt x="885941" y="7733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6737F9AC-77F2-4FD5-A1D2-CEDC5245FE59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7672" y="458510"/>
                </a:moveTo>
                <a:lnTo>
                  <a:pt x="1227966" y="674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A2B89DC1-C7A0-4BEA-883A-0E6523B56EB9}"/>
              </a:ext>
            </a:extLst>
          </p:cNvPr>
          <p:cNvSpPr>
            <a:spLocks/>
          </p:cNvSpPr>
          <p:nvPr/>
        </p:nvSpPr>
        <p:spPr>
          <a:xfrm>
            <a:off x="4527843" y="937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F340AC48-36B2-447E-9EF5-D4DFC8BABEBA}"/>
              </a:ext>
            </a:extLst>
          </p:cNvPr>
          <p:cNvSpPr>
            <a:spLocks/>
          </p:cNvSpPr>
          <p:nvPr/>
        </p:nvSpPr>
        <p:spPr>
          <a:xfrm>
            <a:off x="4608161" y="11181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21ECB2BA-CD7D-4B96-81EF-9D6627D07114}"/>
              </a:ext>
            </a:extLst>
          </p:cNvPr>
          <p:cNvSpPr>
            <a:spLocks/>
          </p:cNvSpPr>
          <p:nvPr/>
        </p:nvSpPr>
        <p:spPr>
          <a:xfrm>
            <a:off x="4825032" y="1149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49A6F825-BEAF-4233-B593-6FAD7C13CB1A}"/>
              </a:ext>
            </a:extLst>
          </p:cNvPr>
          <p:cNvSpPr>
            <a:spLocks/>
          </p:cNvSpPr>
          <p:nvPr/>
        </p:nvSpPr>
        <p:spPr>
          <a:xfrm>
            <a:off x="4904503" y="12416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5F82DA94-E3DB-4D24-A430-A7B63C409EA8}"/>
              </a:ext>
            </a:extLst>
          </p:cNvPr>
          <p:cNvSpPr>
            <a:spLocks/>
          </p:cNvSpPr>
          <p:nvPr/>
        </p:nvSpPr>
        <p:spPr>
          <a:xfrm>
            <a:off x="5017607" y="14216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D8AA91B7-9620-4CB0-A40A-37B63C84FDE4}"/>
              </a:ext>
            </a:extLst>
          </p:cNvPr>
          <p:cNvSpPr>
            <a:spLocks/>
          </p:cNvSpPr>
          <p:nvPr/>
        </p:nvSpPr>
        <p:spPr>
          <a:xfrm>
            <a:off x="4946307" y="160227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A2347496-8C8B-4050-A0A7-32E09CD754B8}"/>
              </a:ext>
            </a:extLst>
          </p:cNvPr>
          <p:cNvSpPr>
            <a:spLocks/>
          </p:cNvSpPr>
          <p:nvPr/>
        </p:nvSpPr>
        <p:spPr>
          <a:xfrm>
            <a:off x="5063921" y="17422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77EC116A-122D-4EAA-9FD4-307956DB937C}"/>
              </a:ext>
            </a:extLst>
          </p:cNvPr>
          <p:cNvSpPr>
            <a:spLocks/>
          </p:cNvSpPr>
          <p:nvPr/>
        </p:nvSpPr>
        <p:spPr>
          <a:xfrm>
            <a:off x="5211681" y="16477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481C50C5-B5D2-41F4-BCA7-BC86DB7C23BE}"/>
              </a:ext>
            </a:extLst>
          </p:cNvPr>
          <p:cNvSpPr>
            <a:spLocks/>
          </p:cNvSpPr>
          <p:nvPr/>
        </p:nvSpPr>
        <p:spPr>
          <a:xfrm>
            <a:off x="5370228" y="17177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24785270-EF71-4718-853A-2B668E329133}"/>
              </a:ext>
            </a:extLst>
          </p:cNvPr>
          <p:cNvSpPr>
            <a:spLocks/>
          </p:cNvSpPr>
          <p:nvPr/>
        </p:nvSpPr>
        <p:spPr>
          <a:xfrm>
            <a:off x="5396263" y="18962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327DBFE7-B64E-4E22-9A82-075717DA8BDD}"/>
              </a:ext>
            </a:extLst>
          </p:cNvPr>
          <p:cNvSpPr>
            <a:spLocks/>
          </p:cNvSpPr>
          <p:nvPr/>
        </p:nvSpPr>
        <p:spPr>
          <a:xfrm>
            <a:off x="5490407" y="15722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6D4EA7DF-8A5F-43BD-AC6A-3C8A118BE3B7}"/>
              </a:ext>
            </a:extLst>
          </p:cNvPr>
          <p:cNvSpPr>
            <a:spLocks/>
          </p:cNvSpPr>
          <p:nvPr/>
        </p:nvSpPr>
        <p:spPr>
          <a:xfrm>
            <a:off x="5466320" y="13732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B9E503B0-EB02-4E8C-852D-09870229A68A}"/>
              </a:ext>
            </a:extLst>
          </p:cNvPr>
          <p:cNvSpPr>
            <a:spLocks/>
          </p:cNvSpPr>
          <p:nvPr/>
        </p:nvSpPr>
        <p:spPr>
          <a:xfrm>
            <a:off x="5601924" y="12507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8C26049D-1FF8-43E1-A25F-7C3D8F0FE92E}"/>
              </a:ext>
            </a:extLst>
          </p:cNvPr>
          <p:cNvSpPr>
            <a:spLocks/>
          </p:cNvSpPr>
          <p:nvPr/>
        </p:nvSpPr>
        <p:spPr>
          <a:xfrm>
            <a:off x="5312419" y="131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B14184E6-095F-4ACF-8B39-BC1B56D2E7FA}"/>
              </a:ext>
            </a:extLst>
          </p:cNvPr>
          <p:cNvSpPr>
            <a:spLocks/>
          </p:cNvSpPr>
          <p:nvPr/>
        </p:nvSpPr>
        <p:spPr>
          <a:xfrm>
            <a:off x="5184857" y="14486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303C39B7-4E35-46E1-B281-35831CE33C0E}"/>
              </a:ext>
            </a:extLst>
          </p:cNvPr>
          <p:cNvSpPr>
            <a:spLocks/>
          </p:cNvSpPr>
          <p:nvPr/>
        </p:nvSpPr>
        <p:spPr>
          <a:xfrm>
            <a:off x="4745457" y="12683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83D13A8E-5022-4C7D-ACC7-4D6BD174C372}"/>
              </a:ext>
            </a:extLst>
          </p:cNvPr>
          <p:cNvSpPr>
            <a:spLocks/>
          </p:cNvSpPr>
          <p:nvPr/>
        </p:nvSpPr>
        <p:spPr>
          <a:xfrm>
            <a:off x="4581344" y="1148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E91BA92F-F1F9-404D-AE0A-0EB8B294AB8E}"/>
              </a:ext>
            </a:extLst>
          </p:cNvPr>
          <p:cNvSpPr>
            <a:spLocks/>
          </p:cNvSpPr>
          <p:nvPr/>
        </p:nvSpPr>
        <p:spPr>
          <a:xfrm>
            <a:off x="4381880" y="12328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48910D4F-564F-4979-82D7-3833D0B9A686}"/>
              </a:ext>
            </a:extLst>
          </p:cNvPr>
          <p:cNvSpPr>
            <a:spLocks/>
          </p:cNvSpPr>
          <p:nvPr/>
        </p:nvSpPr>
        <p:spPr>
          <a:xfrm>
            <a:off x="4412173" y="14487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9A7A1D67-9EDA-4806-8494-4065DC2BBE5B}"/>
              </a:ext>
            </a:extLst>
          </p:cNvPr>
          <p:cNvSpPr>
            <a:spLocks/>
          </p:cNvSpPr>
          <p:nvPr/>
        </p:nvSpPr>
        <p:spPr>
          <a:xfrm>
            <a:off x="4239247" y="15705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27B8EECD-0A00-4872-9C44-BEC76A4A1697}"/>
              </a:ext>
            </a:extLst>
          </p:cNvPr>
          <p:cNvSpPr>
            <a:spLocks/>
          </p:cNvSpPr>
          <p:nvPr/>
        </p:nvSpPr>
        <p:spPr>
          <a:xfrm>
            <a:off x="4286430" y="17756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52FB7137-5907-4A9F-A343-851BE52026E1}"/>
              </a:ext>
            </a:extLst>
          </p:cNvPr>
          <p:cNvSpPr>
            <a:spLocks/>
          </p:cNvSpPr>
          <p:nvPr/>
        </p:nvSpPr>
        <p:spPr>
          <a:xfrm>
            <a:off x="4070148" y="15476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432C441C-B3D4-40FC-A03F-935C8FAAA05D}"/>
              </a:ext>
            </a:extLst>
          </p:cNvPr>
          <p:cNvSpPr>
            <a:spLocks/>
          </p:cNvSpPr>
          <p:nvPr/>
        </p:nvSpPr>
        <p:spPr>
          <a:xfrm>
            <a:off x="4170303" y="14580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2E0EC0F1-35CB-429F-83F3-D23F3821C6E6}"/>
              </a:ext>
            </a:extLst>
          </p:cNvPr>
          <p:cNvSpPr>
            <a:spLocks/>
          </p:cNvSpPr>
          <p:nvPr/>
        </p:nvSpPr>
        <p:spPr>
          <a:xfrm>
            <a:off x="3969099" y="13661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027FF2ED-6C08-4335-8EB6-5ED25B07B7EC}"/>
              </a:ext>
            </a:extLst>
          </p:cNvPr>
          <p:cNvSpPr>
            <a:spLocks/>
          </p:cNvSpPr>
          <p:nvPr/>
        </p:nvSpPr>
        <p:spPr>
          <a:xfrm>
            <a:off x="4000309" y="12828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92957F83-613A-4728-9152-EABC5B8BD65B}"/>
              </a:ext>
            </a:extLst>
          </p:cNvPr>
          <p:cNvSpPr>
            <a:spLocks/>
          </p:cNvSpPr>
          <p:nvPr/>
        </p:nvSpPr>
        <p:spPr>
          <a:xfrm>
            <a:off x="3896298" y="12091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51F1D6B8-BF01-47E1-BB9D-B73FAF5226F2}"/>
              </a:ext>
            </a:extLst>
          </p:cNvPr>
          <p:cNvSpPr>
            <a:spLocks/>
          </p:cNvSpPr>
          <p:nvPr/>
        </p:nvSpPr>
        <p:spPr>
          <a:xfrm>
            <a:off x="3803367" y="15329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EE86E4D8-DE0B-48F5-A8B0-BB4BBEBA30A2}"/>
              </a:ext>
            </a:extLst>
          </p:cNvPr>
          <p:cNvSpPr>
            <a:spLocks/>
          </p:cNvSpPr>
          <p:nvPr/>
        </p:nvSpPr>
        <p:spPr>
          <a:xfrm>
            <a:off x="3588547" y="1510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D73A7A85-BE0E-4406-B1B5-9E6643E34B7B}"/>
              </a:ext>
            </a:extLst>
          </p:cNvPr>
          <p:cNvSpPr>
            <a:spLocks/>
          </p:cNvSpPr>
          <p:nvPr/>
        </p:nvSpPr>
        <p:spPr>
          <a:xfrm>
            <a:off x="3594482" y="1338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64D60553-04F5-48B3-B0AD-56BAB1C678CC}"/>
              </a:ext>
            </a:extLst>
          </p:cNvPr>
          <p:cNvSpPr>
            <a:spLocks/>
          </p:cNvSpPr>
          <p:nvPr/>
        </p:nvSpPr>
        <p:spPr>
          <a:xfrm>
            <a:off x="3437555" y="14819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FC7144FD-C736-42D6-A722-14E34FAD436C}"/>
              </a:ext>
            </a:extLst>
          </p:cNvPr>
          <p:cNvSpPr>
            <a:spLocks/>
          </p:cNvSpPr>
          <p:nvPr/>
        </p:nvSpPr>
        <p:spPr>
          <a:xfrm>
            <a:off x="3540176" y="1700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density_9">
            <a:extLst>
              <a:ext uri="{FF2B5EF4-FFF2-40B4-BE49-F238E27FC236}">
                <a16:creationId xmlns:a16="http://schemas.microsoft.com/office/drawing/2014/main" id="{800D9026-CCA2-4B07-8AB8-2D5F6A399A82}"/>
              </a:ext>
            </a:extLst>
          </p:cNvPr>
          <p:cNvSpPr>
            <a:spLocks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B9C766FA-C826-43E8-962E-20F6ED20487B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89450" y="1029500"/>
                </a:moveTo>
                <a:lnTo>
                  <a:pt x="2622725" y="1219743"/>
                </a:lnTo>
                <a:moveTo>
                  <a:pt x="2622725" y="1219743"/>
                </a:moveTo>
                <a:lnTo>
                  <a:pt x="2494785" y="1319916"/>
                </a:lnTo>
                <a:moveTo>
                  <a:pt x="406733" y="145788"/>
                </a:moveTo>
                <a:lnTo>
                  <a:pt x="525019" y="43794"/>
                </a:lnTo>
                <a:moveTo>
                  <a:pt x="242486" y="66408"/>
                </a:moveTo>
                <a:lnTo>
                  <a:pt x="406733" y="145788"/>
                </a:lnTo>
                <a:moveTo>
                  <a:pt x="123414" y="192923"/>
                </a:moveTo>
                <a:lnTo>
                  <a:pt x="242486" y="66408"/>
                </a:lnTo>
                <a:moveTo>
                  <a:pt x="79734" y="82391"/>
                </a:moveTo>
                <a:lnTo>
                  <a:pt x="123414" y="192923"/>
                </a:lnTo>
                <a:moveTo>
                  <a:pt x="192472" y="92820"/>
                </a:moveTo>
                <a:lnTo>
                  <a:pt x="79734" y="82391"/>
                </a:lnTo>
                <a:moveTo>
                  <a:pt x="192472" y="92820"/>
                </a:moveTo>
                <a:lnTo>
                  <a:pt x="341689" y="196262"/>
                </a:lnTo>
                <a:moveTo>
                  <a:pt x="2151152" y="982477"/>
                </a:moveTo>
                <a:lnTo>
                  <a:pt x="2230918" y="1130836"/>
                </a:lnTo>
                <a:moveTo>
                  <a:pt x="2151152" y="982477"/>
                </a:moveTo>
                <a:lnTo>
                  <a:pt x="2226098" y="797424"/>
                </a:lnTo>
                <a:moveTo>
                  <a:pt x="2226098" y="797424"/>
                </a:moveTo>
                <a:lnTo>
                  <a:pt x="2149361" y="623688"/>
                </a:lnTo>
                <a:moveTo>
                  <a:pt x="2149361" y="623688"/>
                </a:moveTo>
                <a:lnTo>
                  <a:pt x="2241341" y="459632"/>
                </a:lnTo>
                <a:moveTo>
                  <a:pt x="1984246" y="971372"/>
                </a:moveTo>
                <a:lnTo>
                  <a:pt x="2151152" y="982477"/>
                </a:lnTo>
                <a:moveTo>
                  <a:pt x="2149361" y="623688"/>
                </a:moveTo>
                <a:lnTo>
                  <a:pt x="1993198" y="611166"/>
                </a:lnTo>
                <a:moveTo>
                  <a:pt x="1984246" y="971372"/>
                </a:moveTo>
                <a:lnTo>
                  <a:pt x="1918518" y="790212"/>
                </a:lnTo>
                <a:moveTo>
                  <a:pt x="1993198" y="611166"/>
                </a:moveTo>
                <a:lnTo>
                  <a:pt x="1918518" y="790212"/>
                </a:lnTo>
                <a:moveTo>
                  <a:pt x="1867153" y="1119615"/>
                </a:moveTo>
                <a:lnTo>
                  <a:pt x="1984246" y="971372"/>
                </a:lnTo>
                <a:moveTo>
                  <a:pt x="1757700" y="826276"/>
                </a:moveTo>
                <a:lnTo>
                  <a:pt x="1918518" y="790212"/>
                </a:lnTo>
                <a:moveTo>
                  <a:pt x="1734975" y="1026555"/>
                </a:moveTo>
                <a:lnTo>
                  <a:pt x="1867153" y="1119615"/>
                </a:lnTo>
                <a:moveTo>
                  <a:pt x="1757700" y="826276"/>
                </a:moveTo>
                <a:lnTo>
                  <a:pt x="1734975" y="1026555"/>
                </a:lnTo>
                <a:moveTo>
                  <a:pt x="1286279" y="707306"/>
                </a:moveTo>
                <a:lnTo>
                  <a:pt x="1465207" y="606696"/>
                </a:lnTo>
                <a:moveTo>
                  <a:pt x="1465207" y="606696"/>
                </a:moveTo>
                <a:lnTo>
                  <a:pt x="1634593" y="679986"/>
                </a:lnTo>
                <a:moveTo>
                  <a:pt x="1286279" y="707306"/>
                </a:moveTo>
                <a:lnTo>
                  <a:pt x="1114114" y="592424"/>
                </a:lnTo>
                <a:moveTo>
                  <a:pt x="1634593" y="679986"/>
                </a:moveTo>
                <a:lnTo>
                  <a:pt x="1757700" y="826276"/>
                </a:lnTo>
                <a:moveTo>
                  <a:pt x="1343475" y="716148"/>
                </a:moveTo>
                <a:lnTo>
                  <a:pt x="1286279" y="707306"/>
                </a:lnTo>
                <a:moveTo>
                  <a:pt x="1549701" y="763997"/>
                </a:moveTo>
                <a:lnTo>
                  <a:pt x="1634593" y="679986"/>
                </a:lnTo>
                <a:moveTo>
                  <a:pt x="1343475" y="716148"/>
                </a:moveTo>
                <a:lnTo>
                  <a:pt x="1549701" y="763997"/>
                </a:lnTo>
                <a:moveTo>
                  <a:pt x="1233432" y="867527"/>
                </a:moveTo>
                <a:lnTo>
                  <a:pt x="1343475" y="716148"/>
                </a:lnTo>
                <a:moveTo>
                  <a:pt x="1240525" y="1054643"/>
                </a:moveTo>
                <a:lnTo>
                  <a:pt x="1233432" y="867527"/>
                </a:lnTo>
                <a:moveTo>
                  <a:pt x="1190322" y="1247269"/>
                </a:moveTo>
                <a:lnTo>
                  <a:pt x="1240525" y="1054643"/>
                </a:lnTo>
                <a:moveTo>
                  <a:pt x="1190322" y="1247269"/>
                </a:moveTo>
                <a:lnTo>
                  <a:pt x="985822" y="123471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B20E9357-BBC2-4301-A776-4ACD69D2FEA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5109" y="502162"/>
                </a:moveTo>
                <a:lnTo>
                  <a:pt x="1014570" y="635389"/>
                </a:lnTo>
                <a:moveTo>
                  <a:pt x="903612" y="703339"/>
                </a:moveTo>
                <a:lnTo>
                  <a:pt x="1014570" y="635389"/>
                </a:lnTo>
                <a:moveTo>
                  <a:pt x="2431695" y="587252"/>
                </a:moveTo>
                <a:lnTo>
                  <a:pt x="2516887" y="723477"/>
                </a:lnTo>
                <a:moveTo>
                  <a:pt x="833028" y="533553"/>
                </a:moveTo>
                <a:lnTo>
                  <a:pt x="965109" y="502162"/>
                </a:lnTo>
                <a:moveTo>
                  <a:pt x="2333982" y="613732"/>
                </a:moveTo>
                <a:lnTo>
                  <a:pt x="2516887" y="723477"/>
                </a:lnTo>
                <a:moveTo>
                  <a:pt x="903612" y="703339"/>
                </a:moveTo>
                <a:lnTo>
                  <a:pt x="965109" y="502162"/>
                </a:lnTo>
                <a:moveTo>
                  <a:pt x="2250483" y="620217"/>
                </a:moveTo>
                <a:lnTo>
                  <a:pt x="2333982" y="613732"/>
                </a:lnTo>
                <a:moveTo>
                  <a:pt x="2333982" y="613732"/>
                </a:moveTo>
                <a:lnTo>
                  <a:pt x="2431695" y="587252"/>
                </a:lnTo>
                <a:moveTo>
                  <a:pt x="795200" y="540756"/>
                </a:moveTo>
                <a:lnTo>
                  <a:pt x="833028" y="533553"/>
                </a:lnTo>
                <a:moveTo>
                  <a:pt x="814053" y="567916"/>
                </a:moveTo>
                <a:lnTo>
                  <a:pt x="833028" y="533553"/>
                </a:lnTo>
                <a:moveTo>
                  <a:pt x="795200" y="540756"/>
                </a:moveTo>
                <a:lnTo>
                  <a:pt x="814053" y="567916"/>
                </a:lnTo>
                <a:moveTo>
                  <a:pt x="2296795" y="665727"/>
                </a:moveTo>
                <a:lnTo>
                  <a:pt x="2516887" y="723477"/>
                </a:lnTo>
                <a:moveTo>
                  <a:pt x="833028" y="533553"/>
                </a:moveTo>
                <a:lnTo>
                  <a:pt x="903612" y="703339"/>
                </a:lnTo>
                <a:moveTo>
                  <a:pt x="814053" y="567916"/>
                </a:moveTo>
                <a:lnTo>
                  <a:pt x="903612" y="703339"/>
                </a:lnTo>
                <a:moveTo>
                  <a:pt x="2250483" y="620217"/>
                </a:moveTo>
                <a:lnTo>
                  <a:pt x="2296795" y="665727"/>
                </a:lnTo>
                <a:moveTo>
                  <a:pt x="446582" y="613560"/>
                </a:moveTo>
                <a:lnTo>
                  <a:pt x="514136" y="725456"/>
                </a:lnTo>
                <a:moveTo>
                  <a:pt x="329875" y="635861"/>
                </a:moveTo>
                <a:lnTo>
                  <a:pt x="514136" y="725456"/>
                </a:lnTo>
                <a:moveTo>
                  <a:pt x="903612" y="703339"/>
                </a:moveTo>
                <a:lnTo>
                  <a:pt x="935671" y="742257"/>
                </a:lnTo>
                <a:moveTo>
                  <a:pt x="265618" y="646649"/>
                </a:moveTo>
                <a:lnTo>
                  <a:pt x="329875" y="635861"/>
                </a:lnTo>
                <a:moveTo>
                  <a:pt x="514136" y="725456"/>
                </a:moveTo>
                <a:lnTo>
                  <a:pt x="562534" y="597004"/>
                </a:lnTo>
                <a:moveTo>
                  <a:pt x="2296795" y="665727"/>
                </a:moveTo>
                <a:lnTo>
                  <a:pt x="2333982" y="613732"/>
                </a:lnTo>
                <a:moveTo>
                  <a:pt x="329875" y="635861"/>
                </a:moveTo>
                <a:lnTo>
                  <a:pt x="446582" y="613560"/>
                </a:lnTo>
                <a:moveTo>
                  <a:pt x="2296795" y="665727"/>
                </a:moveTo>
                <a:lnTo>
                  <a:pt x="2373222" y="789935"/>
                </a:lnTo>
                <a:moveTo>
                  <a:pt x="446582" y="613560"/>
                </a:moveTo>
                <a:lnTo>
                  <a:pt x="562534" y="597004"/>
                </a:lnTo>
                <a:moveTo>
                  <a:pt x="2377761" y="456484"/>
                </a:moveTo>
                <a:lnTo>
                  <a:pt x="2431695" y="587252"/>
                </a:lnTo>
                <a:moveTo>
                  <a:pt x="2122041" y="679460"/>
                </a:moveTo>
                <a:lnTo>
                  <a:pt x="2250483" y="620217"/>
                </a:lnTo>
                <a:moveTo>
                  <a:pt x="864523" y="378481"/>
                </a:moveTo>
                <a:lnTo>
                  <a:pt x="965109" y="502162"/>
                </a:lnTo>
                <a:moveTo>
                  <a:pt x="716929" y="691657"/>
                </a:moveTo>
                <a:lnTo>
                  <a:pt x="814053" y="567916"/>
                </a:lnTo>
                <a:moveTo>
                  <a:pt x="514136" y="725456"/>
                </a:moveTo>
                <a:lnTo>
                  <a:pt x="716929" y="691657"/>
                </a:lnTo>
                <a:moveTo>
                  <a:pt x="2215692" y="443649"/>
                </a:moveTo>
                <a:lnTo>
                  <a:pt x="2208877" y="490901"/>
                </a:lnTo>
                <a:moveTo>
                  <a:pt x="921747" y="371972"/>
                </a:moveTo>
                <a:lnTo>
                  <a:pt x="965109" y="502162"/>
                </a:lnTo>
                <a:moveTo>
                  <a:pt x="2333982" y="613732"/>
                </a:moveTo>
                <a:lnTo>
                  <a:pt x="2377761" y="456484"/>
                </a:lnTo>
                <a:moveTo>
                  <a:pt x="2208877" y="490901"/>
                </a:moveTo>
                <a:lnTo>
                  <a:pt x="2250483" y="620217"/>
                </a:lnTo>
                <a:moveTo>
                  <a:pt x="864523" y="378481"/>
                </a:moveTo>
                <a:lnTo>
                  <a:pt x="833028" y="533553"/>
                </a:lnTo>
                <a:moveTo>
                  <a:pt x="795200" y="540756"/>
                </a:moveTo>
                <a:lnTo>
                  <a:pt x="864523" y="378481"/>
                </a:lnTo>
                <a:moveTo>
                  <a:pt x="514136" y="725456"/>
                </a:moveTo>
                <a:lnTo>
                  <a:pt x="656232" y="783071"/>
                </a:lnTo>
                <a:moveTo>
                  <a:pt x="562534" y="597004"/>
                </a:moveTo>
                <a:lnTo>
                  <a:pt x="716929" y="691657"/>
                </a:lnTo>
                <a:moveTo>
                  <a:pt x="2230989" y="842311"/>
                </a:moveTo>
                <a:lnTo>
                  <a:pt x="2373222" y="789935"/>
                </a:lnTo>
                <a:moveTo>
                  <a:pt x="2122041" y="679460"/>
                </a:moveTo>
                <a:lnTo>
                  <a:pt x="2296795" y="665727"/>
                </a:lnTo>
                <a:moveTo>
                  <a:pt x="2208877" y="490901"/>
                </a:moveTo>
                <a:lnTo>
                  <a:pt x="2333982" y="613732"/>
                </a:lnTo>
                <a:moveTo>
                  <a:pt x="2296795" y="665727"/>
                </a:moveTo>
                <a:lnTo>
                  <a:pt x="2230989" y="842311"/>
                </a:lnTo>
                <a:moveTo>
                  <a:pt x="446582" y="613560"/>
                </a:moveTo>
                <a:lnTo>
                  <a:pt x="564890" y="440674"/>
                </a:lnTo>
                <a:moveTo>
                  <a:pt x="814053" y="567916"/>
                </a:moveTo>
                <a:lnTo>
                  <a:pt x="785533" y="767743"/>
                </a:lnTo>
                <a:moveTo>
                  <a:pt x="785533" y="767743"/>
                </a:moveTo>
                <a:lnTo>
                  <a:pt x="903612" y="703339"/>
                </a:lnTo>
                <a:moveTo>
                  <a:pt x="446582" y="613560"/>
                </a:moveTo>
                <a:lnTo>
                  <a:pt x="585403" y="464881"/>
                </a:lnTo>
                <a:moveTo>
                  <a:pt x="2198275" y="782077"/>
                </a:moveTo>
                <a:lnTo>
                  <a:pt x="2296795" y="665727"/>
                </a:lnTo>
                <a:moveTo>
                  <a:pt x="585403" y="464881"/>
                </a:moveTo>
                <a:lnTo>
                  <a:pt x="562534" y="597004"/>
                </a:lnTo>
                <a:moveTo>
                  <a:pt x="785533" y="767743"/>
                </a:moveTo>
                <a:lnTo>
                  <a:pt x="935671" y="742257"/>
                </a:lnTo>
                <a:moveTo>
                  <a:pt x="716929" y="691657"/>
                </a:moveTo>
                <a:lnTo>
                  <a:pt x="656232" y="783071"/>
                </a:lnTo>
                <a:moveTo>
                  <a:pt x="864523" y="378481"/>
                </a:moveTo>
                <a:lnTo>
                  <a:pt x="921747" y="371972"/>
                </a:lnTo>
                <a:moveTo>
                  <a:pt x="2122041" y="679460"/>
                </a:moveTo>
                <a:lnTo>
                  <a:pt x="2198275" y="782077"/>
                </a:lnTo>
                <a:moveTo>
                  <a:pt x="935671" y="742257"/>
                </a:moveTo>
                <a:lnTo>
                  <a:pt x="1041034" y="830578"/>
                </a:lnTo>
                <a:moveTo>
                  <a:pt x="2230989" y="842311"/>
                </a:moveTo>
                <a:lnTo>
                  <a:pt x="2323801" y="977100"/>
                </a:lnTo>
                <a:moveTo>
                  <a:pt x="716929" y="691657"/>
                </a:moveTo>
                <a:lnTo>
                  <a:pt x="785533" y="767743"/>
                </a:lnTo>
                <a:moveTo>
                  <a:pt x="2198275" y="782077"/>
                </a:moveTo>
                <a:lnTo>
                  <a:pt x="2230989" y="842311"/>
                </a:lnTo>
                <a:moveTo>
                  <a:pt x="827513" y="807603"/>
                </a:moveTo>
                <a:lnTo>
                  <a:pt x="935671" y="742257"/>
                </a:lnTo>
                <a:moveTo>
                  <a:pt x="250871" y="530708"/>
                </a:moveTo>
                <a:lnTo>
                  <a:pt x="265618" y="646649"/>
                </a:lnTo>
                <a:moveTo>
                  <a:pt x="265618" y="646649"/>
                </a:moveTo>
                <a:lnTo>
                  <a:pt x="292045" y="525850"/>
                </a:lnTo>
                <a:moveTo>
                  <a:pt x="292045" y="525850"/>
                </a:moveTo>
                <a:lnTo>
                  <a:pt x="446582" y="613560"/>
                </a:lnTo>
                <a:moveTo>
                  <a:pt x="292045" y="525850"/>
                </a:moveTo>
                <a:lnTo>
                  <a:pt x="329875" y="635861"/>
                </a:lnTo>
                <a:moveTo>
                  <a:pt x="564890" y="440674"/>
                </a:moveTo>
                <a:lnTo>
                  <a:pt x="585403" y="464881"/>
                </a:lnTo>
                <a:moveTo>
                  <a:pt x="2101236" y="560503"/>
                </a:moveTo>
                <a:lnTo>
                  <a:pt x="2250483" y="620217"/>
                </a:lnTo>
                <a:moveTo>
                  <a:pt x="656232" y="783071"/>
                </a:moveTo>
                <a:lnTo>
                  <a:pt x="785533" y="767743"/>
                </a:lnTo>
                <a:moveTo>
                  <a:pt x="439446" y="501410"/>
                </a:moveTo>
                <a:lnTo>
                  <a:pt x="446582" y="613560"/>
                </a:lnTo>
                <a:moveTo>
                  <a:pt x="2215692" y="443649"/>
                </a:moveTo>
                <a:lnTo>
                  <a:pt x="2263999" y="492168"/>
                </a:lnTo>
                <a:moveTo>
                  <a:pt x="2323801" y="977100"/>
                </a:moveTo>
                <a:lnTo>
                  <a:pt x="2361660" y="1015979"/>
                </a:lnTo>
                <a:moveTo>
                  <a:pt x="2323801" y="977100"/>
                </a:moveTo>
                <a:lnTo>
                  <a:pt x="2268526" y="1037850"/>
                </a:lnTo>
                <a:moveTo>
                  <a:pt x="2202393" y="1059872"/>
                </a:moveTo>
                <a:lnTo>
                  <a:pt x="2230989" y="842311"/>
                </a:lnTo>
                <a:moveTo>
                  <a:pt x="656232" y="783071"/>
                </a:moveTo>
                <a:lnTo>
                  <a:pt x="827513" y="807603"/>
                </a:lnTo>
                <a:moveTo>
                  <a:pt x="2202393" y="1059872"/>
                </a:moveTo>
                <a:lnTo>
                  <a:pt x="2323801" y="977100"/>
                </a:lnTo>
                <a:moveTo>
                  <a:pt x="2268526" y="1037850"/>
                </a:moveTo>
                <a:lnTo>
                  <a:pt x="2361660" y="1015979"/>
                </a:lnTo>
                <a:moveTo>
                  <a:pt x="785533" y="767743"/>
                </a:moveTo>
                <a:lnTo>
                  <a:pt x="827513" y="807603"/>
                </a:lnTo>
                <a:moveTo>
                  <a:pt x="439446" y="501410"/>
                </a:moveTo>
                <a:lnTo>
                  <a:pt x="564890" y="440674"/>
                </a:lnTo>
                <a:moveTo>
                  <a:pt x="250871" y="530708"/>
                </a:moveTo>
                <a:lnTo>
                  <a:pt x="372338" y="444320"/>
                </a:lnTo>
                <a:moveTo>
                  <a:pt x="2122846" y="911662"/>
                </a:moveTo>
                <a:lnTo>
                  <a:pt x="2230989" y="842311"/>
                </a:lnTo>
                <a:moveTo>
                  <a:pt x="292045" y="525850"/>
                </a:moveTo>
                <a:lnTo>
                  <a:pt x="372338" y="444320"/>
                </a:lnTo>
                <a:moveTo>
                  <a:pt x="2101236" y="560503"/>
                </a:moveTo>
                <a:lnTo>
                  <a:pt x="2122041" y="679460"/>
                </a:lnTo>
                <a:moveTo>
                  <a:pt x="372338" y="444320"/>
                </a:moveTo>
                <a:lnTo>
                  <a:pt x="439446" y="501410"/>
                </a:lnTo>
                <a:moveTo>
                  <a:pt x="2225729" y="1095821"/>
                </a:moveTo>
                <a:lnTo>
                  <a:pt x="2268526" y="1037850"/>
                </a:lnTo>
                <a:moveTo>
                  <a:pt x="2202393" y="1059872"/>
                </a:moveTo>
                <a:lnTo>
                  <a:pt x="2268526" y="1037850"/>
                </a:lnTo>
                <a:moveTo>
                  <a:pt x="2198275" y="782077"/>
                </a:moveTo>
                <a:lnTo>
                  <a:pt x="2122846" y="911662"/>
                </a:lnTo>
                <a:moveTo>
                  <a:pt x="2263999" y="492168"/>
                </a:moveTo>
                <a:lnTo>
                  <a:pt x="2376177" y="448098"/>
                </a:lnTo>
                <a:moveTo>
                  <a:pt x="2101236" y="560503"/>
                </a:moveTo>
                <a:lnTo>
                  <a:pt x="2208877" y="490901"/>
                </a:lnTo>
                <a:moveTo>
                  <a:pt x="2202393" y="1059872"/>
                </a:moveTo>
                <a:lnTo>
                  <a:pt x="2225729" y="1095821"/>
                </a:lnTo>
                <a:moveTo>
                  <a:pt x="2208877" y="490901"/>
                </a:moveTo>
                <a:lnTo>
                  <a:pt x="2263999" y="492168"/>
                </a:lnTo>
                <a:moveTo>
                  <a:pt x="935671" y="742257"/>
                </a:moveTo>
                <a:lnTo>
                  <a:pt x="928629" y="873444"/>
                </a:lnTo>
                <a:moveTo>
                  <a:pt x="2048383" y="765985"/>
                </a:moveTo>
                <a:lnTo>
                  <a:pt x="2122041" y="679460"/>
                </a:lnTo>
                <a:moveTo>
                  <a:pt x="2087224" y="832111"/>
                </a:moveTo>
                <a:lnTo>
                  <a:pt x="2198275" y="782077"/>
                </a:lnTo>
                <a:moveTo>
                  <a:pt x="250871" y="530708"/>
                </a:moveTo>
                <a:lnTo>
                  <a:pt x="292045" y="525850"/>
                </a:lnTo>
                <a:moveTo>
                  <a:pt x="2048383" y="765985"/>
                </a:moveTo>
                <a:lnTo>
                  <a:pt x="2198275" y="782077"/>
                </a:lnTo>
                <a:moveTo>
                  <a:pt x="292045" y="525850"/>
                </a:moveTo>
                <a:lnTo>
                  <a:pt x="439446" y="501410"/>
                </a:lnTo>
                <a:moveTo>
                  <a:pt x="2122846" y="911662"/>
                </a:moveTo>
                <a:lnTo>
                  <a:pt x="2202393" y="1059872"/>
                </a:lnTo>
                <a:moveTo>
                  <a:pt x="259667" y="928467"/>
                </a:moveTo>
                <a:lnTo>
                  <a:pt x="324042" y="994915"/>
                </a:lnTo>
                <a:moveTo>
                  <a:pt x="2376177" y="448098"/>
                </a:moveTo>
                <a:lnTo>
                  <a:pt x="2406611" y="357567"/>
                </a:lnTo>
                <a:moveTo>
                  <a:pt x="324042" y="994915"/>
                </a:moveTo>
                <a:lnTo>
                  <a:pt x="419102" y="1028704"/>
                </a:lnTo>
                <a:moveTo>
                  <a:pt x="2123850" y="1194396"/>
                </a:moveTo>
                <a:lnTo>
                  <a:pt x="2225729" y="1095821"/>
                </a:lnTo>
                <a:moveTo>
                  <a:pt x="2225729" y="1095821"/>
                </a:moveTo>
                <a:lnTo>
                  <a:pt x="2181198" y="1281119"/>
                </a:lnTo>
                <a:moveTo>
                  <a:pt x="2080753" y="1122503"/>
                </a:moveTo>
                <a:lnTo>
                  <a:pt x="2225729" y="1095821"/>
                </a:lnTo>
                <a:moveTo>
                  <a:pt x="2080753" y="1122503"/>
                </a:moveTo>
                <a:lnTo>
                  <a:pt x="2202393" y="1059872"/>
                </a:lnTo>
                <a:moveTo>
                  <a:pt x="1998955" y="632774"/>
                </a:moveTo>
                <a:lnTo>
                  <a:pt x="2122041" y="679460"/>
                </a:lnTo>
                <a:moveTo>
                  <a:pt x="419102" y="1028704"/>
                </a:moveTo>
                <a:lnTo>
                  <a:pt x="527396" y="964079"/>
                </a:lnTo>
                <a:moveTo>
                  <a:pt x="2087224" y="832111"/>
                </a:moveTo>
                <a:lnTo>
                  <a:pt x="2122846" y="911662"/>
                </a:lnTo>
                <a:moveTo>
                  <a:pt x="928629" y="873444"/>
                </a:moveTo>
                <a:lnTo>
                  <a:pt x="1041034" y="830578"/>
                </a:lnTo>
                <a:moveTo>
                  <a:pt x="827513" y="807603"/>
                </a:moveTo>
                <a:lnTo>
                  <a:pt x="928629" y="873444"/>
                </a:lnTo>
                <a:moveTo>
                  <a:pt x="2149594" y="524453"/>
                </a:moveTo>
                <a:lnTo>
                  <a:pt x="2208877" y="490901"/>
                </a:lnTo>
                <a:moveTo>
                  <a:pt x="2048383" y="765985"/>
                </a:moveTo>
                <a:lnTo>
                  <a:pt x="2087224" y="832111"/>
                </a:lnTo>
                <a:moveTo>
                  <a:pt x="2123850" y="1194396"/>
                </a:moveTo>
                <a:lnTo>
                  <a:pt x="2181198" y="1281119"/>
                </a:lnTo>
                <a:moveTo>
                  <a:pt x="2028710" y="987990"/>
                </a:moveTo>
                <a:lnTo>
                  <a:pt x="2202393" y="1059872"/>
                </a:lnTo>
                <a:moveTo>
                  <a:pt x="2080753" y="1122503"/>
                </a:moveTo>
                <a:lnTo>
                  <a:pt x="2123850" y="1194396"/>
                </a:lnTo>
                <a:moveTo>
                  <a:pt x="1340337" y="159344"/>
                </a:moveTo>
                <a:lnTo>
                  <a:pt x="1477882" y="182311"/>
                </a:lnTo>
                <a:moveTo>
                  <a:pt x="2263999" y="492168"/>
                </a:moveTo>
                <a:lnTo>
                  <a:pt x="2406611" y="357567"/>
                </a:lnTo>
                <a:moveTo>
                  <a:pt x="2028710" y="987990"/>
                </a:moveTo>
                <a:lnTo>
                  <a:pt x="2122846" y="911662"/>
                </a:lnTo>
                <a:moveTo>
                  <a:pt x="324042" y="994915"/>
                </a:moveTo>
                <a:lnTo>
                  <a:pt x="333918" y="992575"/>
                </a:lnTo>
                <a:moveTo>
                  <a:pt x="1998955" y="632774"/>
                </a:moveTo>
                <a:lnTo>
                  <a:pt x="2101236" y="560503"/>
                </a:lnTo>
                <a:moveTo>
                  <a:pt x="372338" y="444320"/>
                </a:moveTo>
                <a:lnTo>
                  <a:pt x="383129" y="444415"/>
                </a:lnTo>
                <a:moveTo>
                  <a:pt x="1265890" y="107356"/>
                </a:moveTo>
                <a:lnTo>
                  <a:pt x="1340337" y="159344"/>
                </a:lnTo>
                <a:moveTo>
                  <a:pt x="2087224" y="832111"/>
                </a:moveTo>
                <a:lnTo>
                  <a:pt x="2028710" y="987990"/>
                </a:lnTo>
                <a:moveTo>
                  <a:pt x="372338" y="444320"/>
                </a:moveTo>
                <a:lnTo>
                  <a:pt x="331051" y="462040"/>
                </a:lnTo>
                <a:moveTo>
                  <a:pt x="1998955" y="632774"/>
                </a:moveTo>
                <a:lnTo>
                  <a:pt x="2048383" y="765985"/>
                </a:lnTo>
                <a:moveTo>
                  <a:pt x="2028710" y="987990"/>
                </a:moveTo>
                <a:lnTo>
                  <a:pt x="2080753" y="1122503"/>
                </a:lnTo>
                <a:moveTo>
                  <a:pt x="527396" y="964079"/>
                </a:moveTo>
                <a:lnTo>
                  <a:pt x="516784" y="1076373"/>
                </a:lnTo>
                <a:moveTo>
                  <a:pt x="2101236" y="560503"/>
                </a:moveTo>
                <a:lnTo>
                  <a:pt x="2149594" y="524453"/>
                </a:lnTo>
                <a:moveTo>
                  <a:pt x="2149594" y="524453"/>
                </a:moveTo>
                <a:lnTo>
                  <a:pt x="2263999" y="492168"/>
                </a:lnTo>
                <a:moveTo>
                  <a:pt x="383129" y="444415"/>
                </a:moveTo>
                <a:lnTo>
                  <a:pt x="439446" y="501410"/>
                </a:lnTo>
                <a:moveTo>
                  <a:pt x="292045" y="525850"/>
                </a:moveTo>
                <a:lnTo>
                  <a:pt x="350235" y="495799"/>
                </a:lnTo>
                <a:moveTo>
                  <a:pt x="292045" y="525850"/>
                </a:moveTo>
                <a:lnTo>
                  <a:pt x="331051" y="462040"/>
                </a:lnTo>
                <a:moveTo>
                  <a:pt x="350235" y="495799"/>
                </a:moveTo>
                <a:lnTo>
                  <a:pt x="439446" y="501410"/>
                </a:lnTo>
                <a:moveTo>
                  <a:pt x="2023133" y="1197355"/>
                </a:moveTo>
                <a:lnTo>
                  <a:pt x="2123850" y="1194396"/>
                </a:lnTo>
                <a:moveTo>
                  <a:pt x="1970342" y="851289"/>
                </a:moveTo>
                <a:lnTo>
                  <a:pt x="2087224" y="832111"/>
                </a:lnTo>
                <a:moveTo>
                  <a:pt x="1969656" y="849986"/>
                </a:moveTo>
                <a:lnTo>
                  <a:pt x="2087224" y="832111"/>
                </a:lnTo>
                <a:moveTo>
                  <a:pt x="2130183" y="1333500"/>
                </a:moveTo>
                <a:lnTo>
                  <a:pt x="2181198" y="1281119"/>
                </a:lnTo>
                <a:moveTo>
                  <a:pt x="1477882" y="182311"/>
                </a:moveTo>
                <a:lnTo>
                  <a:pt x="1505384" y="184400"/>
                </a:lnTo>
                <a:moveTo>
                  <a:pt x="2023133" y="1197355"/>
                </a:moveTo>
                <a:lnTo>
                  <a:pt x="2080753" y="1122503"/>
                </a:lnTo>
                <a:moveTo>
                  <a:pt x="1969656" y="849986"/>
                </a:moveTo>
                <a:lnTo>
                  <a:pt x="2048383" y="765985"/>
                </a:lnTo>
                <a:moveTo>
                  <a:pt x="2263999" y="492168"/>
                </a:moveTo>
                <a:lnTo>
                  <a:pt x="2317667" y="436480"/>
                </a:lnTo>
                <a:moveTo>
                  <a:pt x="1974468" y="511983"/>
                </a:moveTo>
                <a:lnTo>
                  <a:pt x="2101236" y="560503"/>
                </a:lnTo>
                <a:moveTo>
                  <a:pt x="1661754" y="309765"/>
                </a:moveTo>
                <a:lnTo>
                  <a:pt x="1784112" y="342604"/>
                </a:lnTo>
                <a:moveTo>
                  <a:pt x="1883936" y="698702"/>
                </a:moveTo>
                <a:lnTo>
                  <a:pt x="2048383" y="765985"/>
                </a:lnTo>
                <a:moveTo>
                  <a:pt x="201622" y="831596"/>
                </a:moveTo>
                <a:lnTo>
                  <a:pt x="259667" y="928467"/>
                </a:lnTo>
                <a:moveTo>
                  <a:pt x="1625123" y="198974"/>
                </a:moveTo>
                <a:lnTo>
                  <a:pt x="1661754" y="309765"/>
                </a:lnTo>
                <a:moveTo>
                  <a:pt x="2123850" y="1194396"/>
                </a:moveTo>
                <a:lnTo>
                  <a:pt x="2026606" y="1218744"/>
                </a:lnTo>
                <a:moveTo>
                  <a:pt x="2026606" y="1218744"/>
                </a:moveTo>
                <a:lnTo>
                  <a:pt x="2181198" y="1281119"/>
                </a:lnTo>
                <a:moveTo>
                  <a:pt x="259667" y="928467"/>
                </a:moveTo>
                <a:lnTo>
                  <a:pt x="333918" y="992575"/>
                </a:lnTo>
                <a:moveTo>
                  <a:pt x="2091487" y="502152"/>
                </a:moveTo>
                <a:lnTo>
                  <a:pt x="2101236" y="560503"/>
                </a:lnTo>
                <a:moveTo>
                  <a:pt x="419102" y="1028704"/>
                </a:moveTo>
                <a:lnTo>
                  <a:pt x="516784" y="1076373"/>
                </a:lnTo>
                <a:moveTo>
                  <a:pt x="333918" y="992575"/>
                </a:moveTo>
                <a:lnTo>
                  <a:pt x="419102" y="1028704"/>
                </a:lnTo>
                <a:moveTo>
                  <a:pt x="2317667" y="436480"/>
                </a:moveTo>
                <a:lnTo>
                  <a:pt x="2406611" y="357567"/>
                </a:lnTo>
                <a:moveTo>
                  <a:pt x="1940284" y="1067161"/>
                </a:moveTo>
                <a:lnTo>
                  <a:pt x="2080753" y="1122503"/>
                </a:lnTo>
                <a:moveTo>
                  <a:pt x="1970342" y="851289"/>
                </a:moveTo>
                <a:lnTo>
                  <a:pt x="2028710" y="987990"/>
                </a:lnTo>
                <a:moveTo>
                  <a:pt x="1340337" y="159344"/>
                </a:moveTo>
                <a:lnTo>
                  <a:pt x="1364435" y="121450"/>
                </a:lnTo>
                <a:moveTo>
                  <a:pt x="1505384" y="184400"/>
                </a:moveTo>
                <a:lnTo>
                  <a:pt x="1625123" y="198974"/>
                </a:lnTo>
                <a:moveTo>
                  <a:pt x="1883936" y="698702"/>
                </a:moveTo>
                <a:lnTo>
                  <a:pt x="1998955" y="632774"/>
                </a:lnTo>
                <a:moveTo>
                  <a:pt x="1109523" y="62401"/>
                </a:moveTo>
                <a:lnTo>
                  <a:pt x="1174741" y="132380"/>
                </a:lnTo>
                <a:moveTo>
                  <a:pt x="123498" y="635405"/>
                </a:moveTo>
                <a:lnTo>
                  <a:pt x="201622" y="831596"/>
                </a:lnTo>
                <a:moveTo>
                  <a:pt x="1974468" y="511983"/>
                </a:moveTo>
                <a:lnTo>
                  <a:pt x="1998955" y="632774"/>
                </a:lnTo>
                <a:moveTo>
                  <a:pt x="1109523" y="62401"/>
                </a:moveTo>
                <a:lnTo>
                  <a:pt x="1178148" y="0"/>
                </a:lnTo>
                <a:moveTo>
                  <a:pt x="1969656" y="849986"/>
                </a:moveTo>
                <a:lnTo>
                  <a:pt x="1970342" y="851289"/>
                </a:lnTo>
                <a:moveTo>
                  <a:pt x="1940284" y="1067161"/>
                </a:moveTo>
                <a:lnTo>
                  <a:pt x="2028710" y="987990"/>
                </a:lnTo>
                <a:moveTo>
                  <a:pt x="2149594" y="524453"/>
                </a:moveTo>
                <a:lnTo>
                  <a:pt x="2317667" y="436480"/>
                </a:lnTo>
                <a:moveTo>
                  <a:pt x="1625123" y="198974"/>
                </a:moveTo>
                <a:lnTo>
                  <a:pt x="1784112" y="342604"/>
                </a:lnTo>
                <a:moveTo>
                  <a:pt x="2003296" y="1194134"/>
                </a:moveTo>
                <a:lnTo>
                  <a:pt x="2023133" y="1197355"/>
                </a:lnTo>
                <a:moveTo>
                  <a:pt x="1784112" y="342604"/>
                </a:moveTo>
                <a:lnTo>
                  <a:pt x="1898554" y="515187"/>
                </a:lnTo>
                <a:moveTo>
                  <a:pt x="1883936" y="698702"/>
                </a:moveTo>
                <a:lnTo>
                  <a:pt x="1969656" y="849986"/>
                </a:lnTo>
                <a:moveTo>
                  <a:pt x="1174741" y="132380"/>
                </a:moveTo>
                <a:lnTo>
                  <a:pt x="1265890" y="107356"/>
                </a:lnTo>
                <a:moveTo>
                  <a:pt x="1109523" y="62401"/>
                </a:moveTo>
                <a:lnTo>
                  <a:pt x="1181422" y="0"/>
                </a:lnTo>
                <a:moveTo>
                  <a:pt x="1505384" y="184400"/>
                </a:moveTo>
                <a:lnTo>
                  <a:pt x="1576118" y="172839"/>
                </a:lnTo>
                <a:moveTo>
                  <a:pt x="2023133" y="1197355"/>
                </a:moveTo>
                <a:lnTo>
                  <a:pt x="2026606" y="1218744"/>
                </a:lnTo>
                <a:moveTo>
                  <a:pt x="2026606" y="1218744"/>
                </a:moveTo>
                <a:lnTo>
                  <a:pt x="2084866" y="1333500"/>
                </a:lnTo>
                <a:moveTo>
                  <a:pt x="1863022" y="920089"/>
                </a:moveTo>
                <a:lnTo>
                  <a:pt x="2028710" y="987990"/>
                </a:lnTo>
                <a:moveTo>
                  <a:pt x="1364435" y="121450"/>
                </a:moveTo>
                <a:lnTo>
                  <a:pt x="1477882" y="182311"/>
                </a:lnTo>
                <a:moveTo>
                  <a:pt x="201622" y="831596"/>
                </a:moveTo>
                <a:lnTo>
                  <a:pt x="333918" y="992575"/>
                </a:lnTo>
                <a:moveTo>
                  <a:pt x="1265890" y="107356"/>
                </a:moveTo>
                <a:lnTo>
                  <a:pt x="1332194" y="112763"/>
                </a:lnTo>
                <a:moveTo>
                  <a:pt x="2091487" y="502152"/>
                </a:moveTo>
                <a:lnTo>
                  <a:pt x="2149594" y="524453"/>
                </a:lnTo>
                <a:moveTo>
                  <a:pt x="1898554" y="515187"/>
                </a:moveTo>
                <a:lnTo>
                  <a:pt x="1883936" y="698702"/>
                </a:lnTo>
                <a:moveTo>
                  <a:pt x="1839793" y="629683"/>
                </a:moveTo>
                <a:lnTo>
                  <a:pt x="1898554" y="515187"/>
                </a:lnTo>
                <a:moveTo>
                  <a:pt x="1839793" y="629683"/>
                </a:moveTo>
                <a:lnTo>
                  <a:pt x="1883936" y="698702"/>
                </a:lnTo>
                <a:moveTo>
                  <a:pt x="419102" y="1028704"/>
                </a:moveTo>
                <a:lnTo>
                  <a:pt x="424259" y="1046223"/>
                </a:lnTo>
                <a:moveTo>
                  <a:pt x="1940284" y="1067161"/>
                </a:moveTo>
                <a:lnTo>
                  <a:pt x="2023133" y="1197355"/>
                </a:lnTo>
                <a:moveTo>
                  <a:pt x="2003296" y="1194134"/>
                </a:moveTo>
                <a:lnTo>
                  <a:pt x="2026606" y="1218744"/>
                </a:lnTo>
                <a:moveTo>
                  <a:pt x="1901764" y="894672"/>
                </a:moveTo>
                <a:lnTo>
                  <a:pt x="1970342" y="851289"/>
                </a:lnTo>
                <a:moveTo>
                  <a:pt x="1901764" y="894672"/>
                </a:moveTo>
                <a:lnTo>
                  <a:pt x="1969656" y="849986"/>
                </a:lnTo>
                <a:moveTo>
                  <a:pt x="123498" y="635405"/>
                </a:moveTo>
                <a:lnTo>
                  <a:pt x="192835" y="702706"/>
                </a:lnTo>
                <a:moveTo>
                  <a:pt x="1898554" y="515187"/>
                </a:moveTo>
                <a:lnTo>
                  <a:pt x="1974468" y="511983"/>
                </a:lnTo>
                <a:moveTo>
                  <a:pt x="1883936" y="698702"/>
                </a:moveTo>
                <a:lnTo>
                  <a:pt x="1974468" y="511983"/>
                </a:lnTo>
                <a:moveTo>
                  <a:pt x="350235" y="495799"/>
                </a:moveTo>
                <a:lnTo>
                  <a:pt x="383129" y="444415"/>
                </a:lnTo>
                <a:moveTo>
                  <a:pt x="1265890" y="107356"/>
                </a:moveTo>
                <a:lnTo>
                  <a:pt x="1364435" y="121450"/>
                </a:lnTo>
                <a:moveTo>
                  <a:pt x="331051" y="462040"/>
                </a:moveTo>
                <a:lnTo>
                  <a:pt x="383129" y="444415"/>
                </a:lnTo>
                <a:moveTo>
                  <a:pt x="2026606" y="1218744"/>
                </a:moveTo>
                <a:lnTo>
                  <a:pt x="2082993" y="1333500"/>
                </a:lnTo>
                <a:moveTo>
                  <a:pt x="1940284" y="1067161"/>
                </a:moveTo>
                <a:lnTo>
                  <a:pt x="2003296" y="1194134"/>
                </a:lnTo>
                <a:moveTo>
                  <a:pt x="2149594" y="524453"/>
                </a:moveTo>
                <a:lnTo>
                  <a:pt x="2198835" y="500509"/>
                </a:lnTo>
                <a:moveTo>
                  <a:pt x="331051" y="462040"/>
                </a:moveTo>
                <a:lnTo>
                  <a:pt x="350235" y="495799"/>
                </a:lnTo>
                <a:moveTo>
                  <a:pt x="383129" y="444415"/>
                </a:moveTo>
                <a:lnTo>
                  <a:pt x="520385" y="433120"/>
                </a:lnTo>
                <a:moveTo>
                  <a:pt x="1970342" y="851289"/>
                </a:moveTo>
                <a:lnTo>
                  <a:pt x="1863022" y="920089"/>
                </a:lnTo>
                <a:moveTo>
                  <a:pt x="1576118" y="172839"/>
                </a:moveTo>
                <a:lnTo>
                  <a:pt x="1625123" y="198974"/>
                </a:lnTo>
                <a:moveTo>
                  <a:pt x="343273" y="458955"/>
                </a:moveTo>
                <a:lnTo>
                  <a:pt x="383129" y="444415"/>
                </a:lnTo>
                <a:moveTo>
                  <a:pt x="1784112" y="342604"/>
                </a:moveTo>
                <a:lnTo>
                  <a:pt x="1897796" y="381080"/>
                </a:lnTo>
                <a:moveTo>
                  <a:pt x="1770093" y="765215"/>
                </a:moveTo>
                <a:lnTo>
                  <a:pt x="1969656" y="849986"/>
                </a:lnTo>
                <a:moveTo>
                  <a:pt x="1974468" y="511983"/>
                </a:moveTo>
                <a:lnTo>
                  <a:pt x="2091487" y="502152"/>
                </a:lnTo>
                <a:moveTo>
                  <a:pt x="1747080" y="232073"/>
                </a:moveTo>
                <a:lnTo>
                  <a:pt x="1784112" y="342604"/>
                </a:lnTo>
                <a:moveTo>
                  <a:pt x="331051" y="462040"/>
                </a:moveTo>
                <a:lnTo>
                  <a:pt x="343273" y="458955"/>
                </a:lnTo>
                <a:moveTo>
                  <a:pt x="383129" y="444415"/>
                </a:moveTo>
                <a:lnTo>
                  <a:pt x="552369" y="458513"/>
                </a:lnTo>
                <a:moveTo>
                  <a:pt x="192835" y="702706"/>
                </a:moveTo>
                <a:lnTo>
                  <a:pt x="201622" y="831596"/>
                </a:lnTo>
                <a:moveTo>
                  <a:pt x="1625123" y="198974"/>
                </a:moveTo>
                <a:lnTo>
                  <a:pt x="1747080" y="232073"/>
                </a:lnTo>
                <a:moveTo>
                  <a:pt x="184544" y="512287"/>
                </a:moveTo>
                <a:lnTo>
                  <a:pt x="350235" y="495799"/>
                </a:lnTo>
                <a:moveTo>
                  <a:pt x="350235" y="495799"/>
                </a:moveTo>
                <a:lnTo>
                  <a:pt x="552369" y="458513"/>
                </a:lnTo>
                <a:moveTo>
                  <a:pt x="2198835" y="500509"/>
                </a:moveTo>
                <a:lnTo>
                  <a:pt x="2317667" y="436480"/>
                </a:lnTo>
                <a:moveTo>
                  <a:pt x="343273" y="458955"/>
                </a:moveTo>
                <a:lnTo>
                  <a:pt x="520385" y="433120"/>
                </a:lnTo>
                <a:moveTo>
                  <a:pt x="251565" y="611355"/>
                </a:moveTo>
                <a:lnTo>
                  <a:pt x="350235" y="495799"/>
                </a:lnTo>
                <a:moveTo>
                  <a:pt x="184544" y="512287"/>
                </a:moveTo>
                <a:lnTo>
                  <a:pt x="331051" y="462040"/>
                </a:lnTo>
                <a:moveTo>
                  <a:pt x="520385" y="433120"/>
                </a:moveTo>
                <a:lnTo>
                  <a:pt x="575064" y="432028"/>
                </a:lnTo>
                <a:moveTo>
                  <a:pt x="1770093" y="765215"/>
                </a:moveTo>
                <a:lnTo>
                  <a:pt x="1883936" y="698702"/>
                </a:lnTo>
                <a:moveTo>
                  <a:pt x="1897796" y="381080"/>
                </a:moveTo>
                <a:lnTo>
                  <a:pt x="1898554" y="515187"/>
                </a:lnTo>
                <a:moveTo>
                  <a:pt x="1477882" y="182311"/>
                </a:moveTo>
                <a:lnTo>
                  <a:pt x="1495255" y="148788"/>
                </a:lnTo>
                <a:moveTo>
                  <a:pt x="1734599" y="710712"/>
                </a:moveTo>
                <a:lnTo>
                  <a:pt x="1839793" y="629683"/>
                </a:lnTo>
                <a:moveTo>
                  <a:pt x="1839793" y="629683"/>
                </a:moveTo>
                <a:lnTo>
                  <a:pt x="1770093" y="765215"/>
                </a:lnTo>
                <a:moveTo>
                  <a:pt x="1410961" y="574261"/>
                </a:moveTo>
                <a:lnTo>
                  <a:pt x="1574725" y="613305"/>
                </a:lnTo>
                <a:moveTo>
                  <a:pt x="201622" y="831596"/>
                </a:moveTo>
                <a:lnTo>
                  <a:pt x="242789" y="881691"/>
                </a:lnTo>
                <a:moveTo>
                  <a:pt x="2317667" y="436480"/>
                </a:moveTo>
                <a:lnTo>
                  <a:pt x="2331860" y="382023"/>
                </a:lnTo>
                <a:moveTo>
                  <a:pt x="520385" y="433120"/>
                </a:moveTo>
                <a:lnTo>
                  <a:pt x="552369" y="458513"/>
                </a:lnTo>
                <a:moveTo>
                  <a:pt x="1174741" y="132380"/>
                </a:moveTo>
                <a:lnTo>
                  <a:pt x="1332194" y="112763"/>
                </a:lnTo>
                <a:moveTo>
                  <a:pt x="1495255" y="148788"/>
                </a:moveTo>
                <a:lnTo>
                  <a:pt x="1505384" y="184400"/>
                </a:lnTo>
                <a:moveTo>
                  <a:pt x="242789" y="881691"/>
                </a:moveTo>
                <a:lnTo>
                  <a:pt x="333918" y="992575"/>
                </a:lnTo>
                <a:moveTo>
                  <a:pt x="1863022" y="920089"/>
                </a:moveTo>
                <a:lnTo>
                  <a:pt x="1940284" y="1067161"/>
                </a:lnTo>
                <a:moveTo>
                  <a:pt x="1901764" y="894672"/>
                </a:moveTo>
                <a:lnTo>
                  <a:pt x="1863022" y="920089"/>
                </a:lnTo>
                <a:moveTo>
                  <a:pt x="1862751" y="919633"/>
                </a:moveTo>
                <a:lnTo>
                  <a:pt x="1901764" y="894672"/>
                </a:lnTo>
                <a:moveTo>
                  <a:pt x="1897796" y="381080"/>
                </a:moveTo>
                <a:lnTo>
                  <a:pt x="1974468" y="511983"/>
                </a:lnTo>
                <a:moveTo>
                  <a:pt x="552369" y="458513"/>
                </a:moveTo>
                <a:lnTo>
                  <a:pt x="575064" y="432028"/>
                </a:lnTo>
                <a:moveTo>
                  <a:pt x="279227" y="926199"/>
                </a:moveTo>
                <a:lnTo>
                  <a:pt x="333918" y="992575"/>
                </a:lnTo>
                <a:moveTo>
                  <a:pt x="1770093" y="765215"/>
                </a:moveTo>
                <a:lnTo>
                  <a:pt x="1901764" y="894672"/>
                </a:lnTo>
                <a:moveTo>
                  <a:pt x="2091487" y="502152"/>
                </a:moveTo>
                <a:lnTo>
                  <a:pt x="2198835" y="500509"/>
                </a:lnTo>
                <a:moveTo>
                  <a:pt x="520385" y="433120"/>
                </a:moveTo>
                <a:lnTo>
                  <a:pt x="545051" y="419783"/>
                </a:lnTo>
                <a:moveTo>
                  <a:pt x="184544" y="512287"/>
                </a:moveTo>
                <a:lnTo>
                  <a:pt x="251565" y="611355"/>
                </a:lnTo>
                <a:moveTo>
                  <a:pt x="424259" y="1046223"/>
                </a:moveTo>
                <a:lnTo>
                  <a:pt x="516784" y="1076373"/>
                </a:lnTo>
                <a:moveTo>
                  <a:pt x="1205470" y="0"/>
                </a:moveTo>
                <a:lnTo>
                  <a:pt x="1174741" y="132380"/>
                </a:lnTo>
                <a:moveTo>
                  <a:pt x="1063657" y="312572"/>
                </a:moveTo>
                <a:lnTo>
                  <a:pt x="1140998" y="154313"/>
                </a:lnTo>
                <a:moveTo>
                  <a:pt x="575064" y="432028"/>
                </a:moveTo>
                <a:lnTo>
                  <a:pt x="560343" y="453018"/>
                </a:lnTo>
                <a:moveTo>
                  <a:pt x="1174741" y="132380"/>
                </a:moveTo>
                <a:lnTo>
                  <a:pt x="1357029" y="120397"/>
                </a:lnTo>
                <a:moveTo>
                  <a:pt x="333918" y="992575"/>
                </a:moveTo>
                <a:lnTo>
                  <a:pt x="424259" y="1046223"/>
                </a:lnTo>
                <a:moveTo>
                  <a:pt x="2003296" y="1194134"/>
                </a:moveTo>
                <a:lnTo>
                  <a:pt x="2068636" y="1280148"/>
                </a:lnTo>
                <a:moveTo>
                  <a:pt x="1862751" y="919633"/>
                </a:moveTo>
                <a:lnTo>
                  <a:pt x="1863022" y="920089"/>
                </a:lnTo>
                <a:moveTo>
                  <a:pt x="343273" y="458955"/>
                </a:moveTo>
                <a:lnTo>
                  <a:pt x="545051" y="419783"/>
                </a:lnTo>
                <a:moveTo>
                  <a:pt x="1332194" y="112763"/>
                </a:moveTo>
                <a:lnTo>
                  <a:pt x="1364435" y="121450"/>
                </a:lnTo>
                <a:moveTo>
                  <a:pt x="545051" y="419783"/>
                </a:moveTo>
                <a:lnTo>
                  <a:pt x="575064" y="432028"/>
                </a:lnTo>
                <a:moveTo>
                  <a:pt x="552369" y="458513"/>
                </a:moveTo>
                <a:lnTo>
                  <a:pt x="560343" y="453018"/>
                </a:lnTo>
                <a:moveTo>
                  <a:pt x="251565" y="611355"/>
                </a:moveTo>
                <a:lnTo>
                  <a:pt x="192835" y="702706"/>
                </a:lnTo>
                <a:moveTo>
                  <a:pt x="2068636" y="1280148"/>
                </a:moveTo>
                <a:lnTo>
                  <a:pt x="2026606" y="1218744"/>
                </a:lnTo>
                <a:moveTo>
                  <a:pt x="1357029" y="120397"/>
                </a:moveTo>
                <a:lnTo>
                  <a:pt x="1332194" y="112763"/>
                </a:lnTo>
                <a:moveTo>
                  <a:pt x="1770093" y="765215"/>
                </a:moveTo>
                <a:lnTo>
                  <a:pt x="1862751" y="919633"/>
                </a:lnTo>
                <a:moveTo>
                  <a:pt x="1576118" y="172839"/>
                </a:moveTo>
                <a:lnTo>
                  <a:pt x="1747080" y="232073"/>
                </a:lnTo>
                <a:moveTo>
                  <a:pt x="2230593" y="483833"/>
                </a:moveTo>
                <a:lnTo>
                  <a:pt x="2317667" y="436480"/>
                </a:lnTo>
                <a:moveTo>
                  <a:pt x="350235" y="495799"/>
                </a:moveTo>
                <a:lnTo>
                  <a:pt x="447292" y="540161"/>
                </a:lnTo>
                <a:moveTo>
                  <a:pt x="2068636" y="1280148"/>
                </a:moveTo>
                <a:lnTo>
                  <a:pt x="2088986" y="1333500"/>
                </a:lnTo>
                <a:moveTo>
                  <a:pt x="1879187" y="1175064"/>
                </a:moveTo>
                <a:lnTo>
                  <a:pt x="2003296" y="1194134"/>
                </a:lnTo>
                <a:moveTo>
                  <a:pt x="1734599" y="710712"/>
                </a:moveTo>
                <a:lnTo>
                  <a:pt x="1770093" y="765215"/>
                </a:lnTo>
                <a:moveTo>
                  <a:pt x="1295314" y="599976"/>
                </a:moveTo>
                <a:lnTo>
                  <a:pt x="1410961" y="574261"/>
                </a:lnTo>
                <a:moveTo>
                  <a:pt x="1972680" y="402497"/>
                </a:moveTo>
                <a:lnTo>
                  <a:pt x="1974468" y="511983"/>
                </a:lnTo>
                <a:moveTo>
                  <a:pt x="201622" y="831596"/>
                </a:moveTo>
                <a:lnTo>
                  <a:pt x="202913" y="753236"/>
                </a:lnTo>
                <a:moveTo>
                  <a:pt x="1747080" y="232073"/>
                </a:moveTo>
                <a:lnTo>
                  <a:pt x="1897796" y="381080"/>
                </a:lnTo>
                <a:moveTo>
                  <a:pt x="1410961" y="574261"/>
                </a:moveTo>
                <a:lnTo>
                  <a:pt x="1506527" y="610734"/>
                </a:lnTo>
                <a:moveTo>
                  <a:pt x="1816865" y="949857"/>
                </a:moveTo>
                <a:lnTo>
                  <a:pt x="1863022" y="920089"/>
                </a:lnTo>
                <a:moveTo>
                  <a:pt x="1862751" y="919633"/>
                </a:moveTo>
                <a:lnTo>
                  <a:pt x="1816865" y="949857"/>
                </a:lnTo>
                <a:moveTo>
                  <a:pt x="545051" y="419783"/>
                </a:moveTo>
                <a:lnTo>
                  <a:pt x="560343" y="453018"/>
                </a:lnTo>
                <a:moveTo>
                  <a:pt x="2068636" y="1280148"/>
                </a:moveTo>
                <a:lnTo>
                  <a:pt x="2109482" y="1333500"/>
                </a:lnTo>
                <a:moveTo>
                  <a:pt x="1357029" y="120397"/>
                </a:moveTo>
                <a:lnTo>
                  <a:pt x="1364435" y="121450"/>
                </a:lnTo>
                <a:moveTo>
                  <a:pt x="840402" y="237475"/>
                </a:moveTo>
                <a:lnTo>
                  <a:pt x="1063657" y="312572"/>
                </a:lnTo>
                <a:moveTo>
                  <a:pt x="1860460" y="1150615"/>
                </a:moveTo>
                <a:lnTo>
                  <a:pt x="1940284" y="1067161"/>
                </a:lnTo>
                <a:moveTo>
                  <a:pt x="2091487" y="502152"/>
                </a:moveTo>
                <a:lnTo>
                  <a:pt x="2230593" y="483833"/>
                </a:lnTo>
                <a:moveTo>
                  <a:pt x="1879187" y="1175064"/>
                </a:moveTo>
                <a:lnTo>
                  <a:pt x="1940284" y="1067161"/>
                </a:lnTo>
                <a:moveTo>
                  <a:pt x="2146128" y="1278264"/>
                </a:moveTo>
                <a:lnTo>
                  <a:pt x="2149481" y="1333500"/>
                </a:lnTo>
                <a:moveTo>
                  <a:pt x="1974468" y="511983"/>
                </a:moveTo>
                <a:lnTo>
                  <a:pt x="2024973" y="410785"/>
                </a:lnTo>
                <a:moveTo>
                  <a:pt x="447292" y="540161"/>
                </a:moveTo>
                <a:lnTo>
                  <a:pt x="552369" y="458513"/>
                </a:lnTo>
                <a:moveTo>
                  <a:pt x="242789" y="881691"/>
                </a:moveTo>
                <a:lnTo>
                  <a:pt x="279227" y="926199"/>
                </a:lnTo>
                <a:moveTo>
                  <a:pt x="223165" y="461058"/>
                </a:moveTo>
                <a:lnTo>
                  <a:pt x="331051" y="462040"/>
                </a:lnTo>
                <a:moveTo>
                  <a:pt x="2003296" y="1194134"/>
                </a:moveTo>
                <a:lnTo>
                  <a:pt x="1909989" y="1175279"/>
                </a:lnTo>
                <a:moveTo>
                  <a:pt x="1506527" y="610734"/>
                </a:moveTo>
                <a:lnTo>
                  <a:pt x="1574725" y="613305"/>
                </a:lnTo>
                <a:moveTo>
                  <a:pt x="2024973" y="410785"/>
                </a:moveTo>
                <a:lnTo>
                  <a:pt x="2091487" y="502152"/>
                </a:lnTo>
                <a:moveTo>
                  <a:pt x="447292" y="540161"/>
                </a:moveTo>
                <a:lnTo>
                  <a:pt x="560343" y="453018"/>
                </a:lnTo>
                <a:moveTo>
                  <a:pt x="1754581" y="989292"/>
                </a:moveTo>
                <a:lnTo>
                  <a:pt x="1862751" y="919633"/>
                </a:lnTo>
                <a:moveTo>
                  <a:pt x="350235" y="495799"/>
                </a:moveTo>
                <a:lnTo>
                  <a:pt x="344347" y="633093"/>
                </a:lnTo>
                <a:moveTo>
                  <a:pt x="1860460" y="1150615"/>
                </a:moveTo>
                <a:lnTo>
                  <a:pt x="1863022" y="920089"/>
                </a:lnTo>
                <a:moveTo>
                  <a:pt x="840228" y="237165"/>
                </a:moveTo>
                <a:lnTo>
                  <a:pt x="840402" y="237475"/>
                </a:lnTo>
                <a:moveTo>
                  <a:pt x="2230593" y="483833"/>
                </a:moveTo>
                <a:lnTo>
                  <a:pt x="2198835" y="500509"/>
                </a:lnTo>
                <a:moveTo>
                  <a:pt x="1897796" y="381080"/>
                </a:moveTo>
                <a:lnTo>
                  <a:pt x="1972680" y="402497"/>
                </a:lnTo>
                <a:moveTo>
                  <a:pt x="1754581" y="989292"/>
                </a:moveTo>
                <a:lnTo>
                  <a:pt x="1770093" y="765215"/>
                </a:lnTo>
                <a:moveTo>
                  <a:pt x="2197535" y="1333500"/>
                </a:moveTo>
                <a:lnTo>
                  <a:pt x="2237348" y="1282856"/>
                </a:lnTo>
                <a:moveTo>
                  <a:pt x="223165" y="461058"/>
                </a:moveTo>
                <a:lnTo>
                  <a:pt x="343273" y="458955"/>
                </a:lnTo>
                <a:moveTo>
                  <a:pt x="1495255" y="148788"/>
                </a:moveTo>
                <a:lnTo>
                  <a:pt x="1576118" y="172839"/>
                </a:lnTo>
                <a:moveTo>
                  <a:pt x="279227" y="926199"/>
                </a:moveTo>
                <a:lnTo>
                  <a:pt x="424259" y="1046223"/>
                </a:lnTo>
                <a:moveTo>
                  <a:pt x="516784" y="1076373"/>
                </a:moveTo>
                <a:lnTo>
                  <a:pt x="530243" y="1089705"/>
                </a:lnTo>
                <a:moveTo>
                  <a:pt x="343273" y="458955"/>
                </a:moveTo>
                <a:lnTo>
                  <a:pt x="434489" y="472406"/>
                </a:lnTo>
                <a:moveTo>
                  <a:pt x="2230593" y="483833"/>
                </a:moveTo>
                <a:lnTo>
                  <a:pt x="2331860" y="382023"/>
                </a:lnTo>
                <a:moveTo>
                  <a:pt x="1174741" y="132380"/>
                </a:moveTo>
                <a:lnTo>
                  <a:pt x="1170749" y="46975"/>
                </a:lnTo>
                <a:moveTo>
                  <a:pt x="623349" y="196422"/>
                </a:moveTo>
                <a:lnTo>
                  <a:pt x="840228" y="237165"/>
                </a:lnTo>
                <a:moveTo>
                  <a:pt x="253341" y="910349"/>
                </a:moveTo>
                <a:lnTo>
                  <a:pt x="242789" y="881691"/>
                </a:lnTo>
                <a:moveTo>
                  <a:pt x="184544" y="512287"/>
                </a:moveTo>
                <a:lnTo>
                  <a:pt x="223165" y="461058"/>
                </a:lnTo>
                <a:moveTo>
                  <a:pt x="948086" y="338682"/>
                </a:moveTo>
                <a:lnTo>
                  <a:pt x="1063657" y="312572"/>
                </a:lnTo>
                <a:moveTo>
                  <a:pt x="192835" y="702706"/>
                </a:moveTo>
                <a:lnTo>
                  <a:pt x="202913" y="753236"/>
                </a:lnTo>
                <a:moveTo>
                  <a:pt x="1756154" y="993236"/>
                </a:moveTo>
                <a:lnTo>
                  <a:pt x="1816865" y="949857"/>
                </a:lnTo>
                <a:moveTo>
                  <a:pt x="1364435" y="121450"/>
                </a:moveTo>
                <a:lnTo>
                  <a:pt x="1495255" y="148788"/>
                </a:lnTo>
                <a:moveTo>
                  <a:pt x="1754581" y="989292"/>
                </a:moveTo>
                <a:lnTo>
                  <a:pt x="1816865" y="949857"/>
                </a:lnTo>
                <a:moveTo>
                  <a:pt x="253341" y="910349"/>
                </a:moveTo>
                <a:lnTo>
                  <a:pt x="279227" y="926199"/>
                </a:lnTo>
                <a:moveTo>
                  <a:pt x="1816865" y="949857"/>
                </a:moveTo>
                <a:lnTo>
                  <a:pt x="1860460" y="1150615"/>
                </a:lnTo>
                <a:moveTo>
                  <a:pt x="1576118" y="172839"/>
                </a:moveTo>
                <a:lnTo>
                  <a:pt x="1669385" y="197138"/>
                </a:lnTo>
                <a:moveTo>
                  <a:pt x="1357029" y="120397"/>
                </a:moveTo>
                <a:lnTo>
                  <a:pt x="1495255" y="148788"/>
                </a:lnTo>
                <a:moveTo>
                  <a:pt x="202913" y="753236"/>
                </a:moveTo>
                <a:lnTo>
                  <a:pt x="242789" y="881691"/>
                </a:lnTo>
                <a:moveTo>
                  <a:pt x="469226" y="530848"/>
                </a:moveTo>
                <a:lnTo>
                  <a:pt x="560343" y="453018"/>
                </a:lnTo>
                <a:moveTo>
                  <a:pt x="638830" y="121380"/>
                </a:moveTo>
                <a:lnTo>
                  <a:pt x="840228" y="237165"/>
                </a:lnTo>
                <a:moveTo>
                  <a:pt x="251565" y="611355"/>
                </a:moveTo>
                <a:lnTo>
                  <a:pt x="344347" y="633093"/>
                </a:lnTo>
                <a:moveTo>
                  <a:pt x="1862086" y="269690"/>
                </a:moveTo>
                <a:lnTo>
                  <a:pt x="1897796" y="381080"/>
                </a:lnTo>
                <a:moveTo>
                  <a:pt x="1747080" y="232073"/>
                </a:moveTo>
                <a:lnTo>
                  <a:pt x="1862086" y="269690"/>
                </a:lnTo>
                <a:moveTo>
                  <a:pt x="545051" y="419783"/>
                </a:moveTo>
                <a:lnTo>
                  <a:pt x="469226" y="530848"/>
                </a:lnTo>
                <a:moveTo>
                  <a:pt x="1689474" y="848274"/>
                </a:moveTo>
                <a:lnTo>
                  <a:pt x="1770093" y="765215"/>
                </a:lnTo>
                <a:moveTo>
                  <a:pt x="1574725" y="613305"/>
                </a:moveTo>
                <a:lnTo>
                  <a:pt x="1633458" y="687499"/>
                </a:lnTo>
                <a:moveTo>
                  <a:pt x="1242146" y="717110"/>
                </a:moveTo>
                <a:lnTo>
                  <a:pt x="1295314" y="599976"/>
                </a:lnTo>
                <a:moveTo>
                  <a:pt x="434489" y="472406"/>
                </a:moveTo>
                <a:lnTo>
                  <a:pt x="545051" y="419783"/>
                </a:lnTo>
                <a:moveTo>
                  <a:pt x="1669385" y="197138"/>
                </a:moveTo>
                <a:lnTo>
                  <a:pt x="1747080" y="232073"/>
                </a:lnTo>
                <a:moveTo>
                  <a:pt x="2331860" y="382023"/>
                </a:moveTo>
                <a:lnTo>
                  <a:pt x="2432160" y="443542"/>
                </a:lnTo>
                <a:moveTo>
                  <a:pt x="594081" y="129420"/>
                </a:moveTo>
                <a:lnTo>
                  <a:pt x="623349" y="196422"/>
                </a:lnTo>
                <a:moveTo>
                  <a:pt x="623349" y="196422"/>
                </a:moveTo>
                <a:lnTo>
                  <a:pt x="638830" y="121380"/>
                </a:lnTo>
                <a:moveTo>
                  <a:pt x="2068636" y="1280148"/>
                </a:moveTo>
                <a:lnTo>
                  <a:pt x="2146128" y="1278264"/>
                </a:lnTo>
                <a:moveTo>
                  <a:pt x="2237348" y="1282856"/>
                </a:moveTo>
                <a:lnTo>
                  <a:pt x="2247084" y="1333500"/>
                </a:lnTo>
                <a:moveTo>
                  <a:pt x="792184" y="104867"/>
                </a:moveTo>
                <a:lnTo>
                  <a:pt x="840228" y="237165"/>
                </a:lnTo>
                <a:moveTo>
                  <a:pt x="1196956" y="0"/>
                </a:moveTo>
                <a:lnTo>
                  <a:pt x="1170749" y="46975"/>
                </a:lnTo>
                <a:moveTo>
                  <a:pt x="1170749" y="46975"/>
                </a:moveTo>
                <a:lnTo>
                  <a:pt x="1357029" y="120397"/>
                </a:lnTo>
                <a:moveTo>
                  <a:pt x="1633458" y="687499"/>
                </a:moveTo>
                <a:lnTo>
                  <a:pt x="1734599" y="710712"/>
                </a:lnTo>
                <a:moveTo>
                  <a:pt x="840402" y="237475"/>
                </a:moveTo>
                <a:lnTo>
                  <a:pt x="948086" y="338682"/>
                </a:lnTo>
                <a:moveTo>
                  <a:pt x="2091487" y="502152"/>
                </a:moveTo>
                <a:lnTo>
                  <a:pt x="2067497" y="449713"/>
                </a:lnTo>
                <a:moveTo>
                  <a:pt x="1410961" y="574261"/>
                </a:moveTo>
                <a:lnTo>
                  <a:pt x="1388894" y="625932"/>
                </a:lnTo>
                <a:moveTo>
                  <a:pt x="1063657" y="312572"/>
                </a:moveTo>
                <a:lnTo>
                  <a:pt x="1148621" y="292933"/>
                </a:lnTo>
                <a:moveTo>
                  <a:pt x="1754581" y="989292"/>
                </a:moveTo>
                <a:lnTo>
                  <a:pt x="1756154" y="993236"/>
                </a:lnTo>
                <a:moveTo>
                  <a:pt x="1140998" y="154313"/>
                </a:moveTo>
                <a:lnTo>
                  <a:pt x="1148621" y="292933"/>
                </a:lnTo>
                <a:moveTo>
                  <a:pt x="1756154" y="993236"/>
                </a:moveTo>
                <a:lnTo>
                  <a:pt x="1860460" y="1150615"/>
                </a:lnTo>
                <a:moveTo>
                  <a:pt x="838359" y="104057"/>
                </a:moveTo>
                <a:lnTo>
                  <a:pt x="840402" y="237475"/>
                </a:lnTo>
                <a:moveTo>
                  <a:pt x="1754004" y="990716"/>
                </a:moveTo>
                <a:lnTo>
                  <a:pt x="1756154" y="993236"/>
                </a:lnTo>
                <a:moveTo>
                  <a:pt x="840228" y="237165"/>
                </a:moveTo>
                <a:lnTo>
                  <a:pt x="838359" y="104057"/>
                </a:lnTo>
                <a:moveTo>
                  <a:pt x="1140998" y="154313"/>
                </a:moveTo>
                <a:lnTo>
                  <a:pt x="1169363" y="248247"/>
                </a:lnTo>
                <a:moveTo>
                  <a:pt x="1754004" y="990716"/>
                </a:moveTo>
                <a:lnTo>
                  <a:pt x="1754581" y="989292"/>
                </a:lnTo>
                <a:moveTo>
                  <a:pt x="279227" y="926199"/>
                </a:moveTo>
                <a:lnTo>
                  <a:pt x="382715" y="1004594"/>
                </a:lnTo>
                <a:moveTo>
                  <a:pt x="179730" y="442024"/>
                </a:moveTo>
                <a:lnTo>
                  <a:pt x="184544" y="512287"/>
                </a:lnTo>
                <a:moveTo>
                  <a:pt x="1860460" y="1150615"/>
                </a:moveTo>
                <a:lnTo>
                  <a:pt x="1879187" y="1175064"/>
                </a:lnTo>
                <a:moveTo>
                  <a:pt x="594081" y="129420"/>
                </a:moveTo>
                <a:lnTo>
                  <a:pt x="638830" y="121380"/>
                </a:lnTo>
                <a:moveTo>
                  <a:pt x="731245" y="298143"/>
                </a:moveTo>
                <a:lnTo>
                  <a:pt x="840228" y="237165"/>
                </a:lnTo>
                <a:moveTo>
                  <a:pt x="1238518" y="130948"/>
                </a:moveTo>
                <a:lnTo>
                  <a:pt x="1357029" y="120397"/>
                </a:lnTo>
                <a:moveTo>
                  <a:pt x="1972680" y="402497"/>
                </a:moveTo>
                <a:lnTo>
                  <a:pt x="2024973" y="410785"/>
                </a:lnTo>
                <a:moveTo>
                  <a:pt x="1357029" y="120397"/>
                </a:moveTo>
                <a:lnTo>
                  <a:pt x="1449590" y="140965"/>
                </a:lnTo>
                <a:moveTo>
                  <a:pt x="447292" y="540161"/>
                </a:moveTo>
                <a:lnTo>
                  <a:pt x="469226" y="530848"/>
                </a:lnTo>
                <a:moveTo>
                  <a:pt x="591648" y="152048"/>
                </a:moveTo>
                <a:lnTo>
                  <a:pt x="623349" y="196422"/>
                </a:lnTo>
                <a:moveTo>
                  <a:pt x="251565" y="611355"/>
                </a:moveTo>
                <a:lnTo>
                  <a:pt x="243795" y="738687"/>
                </a:lnTo>
                <a:moveTo>
                  <a:pt x="382715" y="1004594"/>
                </a:moveTo>
                <a:lnTo>
                  <a:pt x="424259" y="1046223"/>
                </a:lnTo>
                <a:moveTo>
                  <a:pt x="1734599" y="710712"/>
                </a:moveTo>
                <a:lnTo>
                  <a:pt x="1628625" y="709375"/>
                </a:lnTo>
                <a:moveTo>
                  <a:pt x="1628625" y="709375"/>
                </a:moveTo>
                <a:lnTo>
                  <a:pt x="1770093" y="765215"/>
                </a:lnTo>
                <a:moveTo>
                  <a:pt x="638830" y="121380"/>
                </a:moveTo>
                <a:lnTo>
                  <a:pt x="792184" y="104867"/>
                </a:lnTo>
                <a:moveTo>
                  <a:pt x="623349" y="196422"/>
                </a:moveTo>
                <a:lnTo>
                  <a:pt x="731245" y="298143"/>
                </a:lnTo>
                <a:moveTo>
                  <a:pt x="1576118" y="172839"/>
                </a:moveTo>
                <a:lnTo>
                  <a:pt x="1608034" y="187852"/>
                </a:lnTo>
                <a:moveTo>
                  <a:pt x="344347" y="633093"/>
                </a:moveTo>
                <a:lnTo>
                  <a:pt x="447292" y="540161"/>
                </a:lnTo>
                <a:moveTo>
                  <a:pt x="2230593" y="483833"/>
                </a:moveTo>
                <a:lnTo>
                  <a:pt x="2296470" y="549129"/>
                </a:lnTo>
                <a:moveTo>
                  <a:pt x="192835" y="702706"/>
                </a:moveTo>
                <a:lnTo>
                  <a:pt x="243795" y="738687"/>
                </a:lnTo>
                <a:moveTo>
                  <a:pt x="1909989" y="1175279"/>
                </a:moveTo>
                <a:lnTo>
                  <a:pt x="2068636" y="1280148"/>
                </a:lnTo>
                <a:moveTo>
                  <a:pt x="2230593" y="483833"/>
                </a:moveTo>
                <a:lnTo>
                  <a:pt x="2432160" y="443542"/>
                </a:lnTo>
                <a:moveTo>
                  <a:pt x="2146128" y="1278264"/>
                </a:moveTo>
                <a:lnTo>
                  <a:pt x="2237348" y="1282856"/>
                </a:lnTo>
                <a:moveTo>
                  <a:pt x="1689474" y="848274"/>
                </a:moveTo>
                <a:lnTo>
                  <a:pt x="1754581" y="989292"/>
                </a:lnTo>
                <a:moveTo>
                  <a:pt x="594081" y="129420"/>
                </a:moveTo>
                <a:lnTo>
                  <a:pt x="591648" y="152048"/>
                </a:lnTo>
                <a:moveTo>
                  <a:pt x="1689474" y="848274"/>
                </a:moveTo>
                <a:lnTo>
                  <a:pt x="1754004" y="990716"/>
                </a:lnTo>
                <a:moveTo>
                  <a:pt x="1063657" y="312572"/>
                </a:moveTo>
                <a:lnTo>
                  <a:pt x="1048422" y="400399"/>
                </a:lnTo>
                <a:moveTo>
                  <a:pt x="1506527" y="610734"/>
                </a:moveTo>
                <a:lnTo>
                  <a:pt x="1633458" y="687499"/>
                </a:lnTo>
                <a:moveTo>
                  <a:pt x="424259" y="1046223"/>
                </a:moveTo>
                <a:lnTo>
                  <a:pt x="530243" y="1089705"/>
                </a:lnTo>
                <a:moveTo>
                  <a:pt x="792184" y="104867"/>
                </a:moveTo>
                <a:lnTo>
                  <a:pt x="838359" y="104057"/>
                </a:lnTo>
                <a:moveTo>
                  <a:pt x="1879187" y="1175064"/>
                </a:moveTo>
                <a:lnTo>
                  <a:pt x="1909989" y="1175279"/>
                </a:lnTo>
                <a:moveTo>
                  <a:pt x="434489" y="472406"/>
                </a:moveTo>
                <a:lnTo>
                  <a:pt x="469226" y="530848"/>
                </a:lnTo>
                <a:moveTo>
                  <a:pt x="223165" y="461058"/>
                </a:moveTo>
                <a:lnTo>
                  <a:pt x="434489" y="472406"/>
                </a:lnTo>
                <a:moveTo>
                  <a:pt x="1972680" y="402497"/>
                </a:moveTo>
                <a:lnTo>
                  <a:pt x="1998185" y="360906"/>
                </a:lnTo>
                <a:moveTo>
                  <a:pt x="1744159" y="1215904"/>
                </a:moveTo>
                <a:lnTo>
                  <a:pt x="1860460" y="1150615"/>
                </a:lnTo>
                <a:moveTo>
                  <a:pt x="882034" y="322639"/>
                </a:moveTo>
                <a:lnTo>
                  <a:pt x="840402" y="237475"/>
                </a:lnTo>
                <a:moveTo>
                  <a:pt x="840228" y="237165"/>
                </a:moveTo>
                <a:lnTo>
                  <a:pt x="882034" y="322639"/>
                </a:lnTo>
                <a:moveTo>
                  <a:pt x="1744159" y="1215904"/>
                </a:moveTo>
                <a:lnTo>
                  <a:pt x="1879187" y="1175064"/>
                </a:lnTo>
                <a:moveTo>
                  <a:pt x="2296470" y="549129"/>
                </a:moveTo>
                <a:lnTo>
                  <a:pt x="2432160" y="443542"/>
                </a:lnTo>
                <a:moveTo>
                  <a:pt x="2296470" y="549129"/>
                </a:moveTo>
                <a:lnTo>
                  <a:pt x="2385983" y="535471"/>
                </a:lnTo>
                <a:moveTo>
                  <a:pt x="1669385" y="197138"/>
                </a:moveTo>
                <a:lnTo>
                  <a:pt x="1862086" y="269690"/>
                </a:lnTo>
                <a:moveTo>
                  <a:pt x="344347" y="633093"/>
                </a:moveTo>
                <a:lnTo>
                  <a:pt x="469226" y="530848"/>
                </a:lnTo>
                <a:moveTo>
                  <a:pt x="279227" y="926199"/>
                </a:moveTo>
                <a:lnTo>
                  <a:pt x="327064" y="974800"/>
                </a:lnTo>
                <a:moveTo>
                  <a:pt x="2432160" y="443542"/>
                </a:moveTo>
                <a:lnTo>
                  <a:pt x="2385983" y="535471"/>
                </a:lnTo>
                <a:moveTo>
                  <a:pt x="1506527" y="610734"/>
                </a:moveTo>
                <a:lnTo>
                  <a:pt x="1608672" y="682021"/>
                </a:lnTo>
                <a:moveTo>
                  <a:pt x="1449590" y="140965"/>
                </a:moveTo>
                <a:lnTo>
                  <a:pt x="1495255" y="148788"/>
                </a:lnTo>
                <a:moveTo>
                  <a:pt x="2237348" y="1282856"/>
                </a:moveTo>
                <a:lnTo>
                  <a:pt x="2371822" y="1267450"/>
                </a:lnTo>
                <a:moveTo>
                  <a:pt x="2067497" y="449713"/>
                </a:moveTo>
                <a:lnTo>
                  <a:pt x="2230593" y="483833"/>
                </a:lnTo>
                <a:moveTo>
                  <a:pt x="1998185" y="360906"/>
                </a:moveTo>
                <a:lnTo>
                  <a:pt x="2024973" y="410785"/>
                </a:lnTo>
                <a:moveTo>
                  <a:pt x="1242146" y="717110"/>
                </a:moveTo>
                <a:lnTo>
                  <a:pt x="1388894" y="625932"/>
                </a:lnTo>
                <a:moveTo>
                  <a:pt x="1981852" y="1201957"/>
                </a:moveTo>
                <a:lnTo>
                  <a:pt x="2068636" y="1280148"/>
                </a:lnTo>
                <a:moveTo>
                  <a:pt x="2296470" y="549129"/>
                </a:moveTo>
                <a:lnTo>
                  <a:pt x="2338109" y="583541"/>
                </a:lnTo>
                <a:moveTo>
                  <a:pt x="1295314" y="599976"/>
                </a:moveTo>
                <a:lnTo>
                  <a:pt x="1388894" y="625932"/>
                </a:lnTo>
                <a:moveTo>
                  <a:pt x="2338109" y="583541"/>
                </a:moveTo>
                <a:lnTo>
                  <a:pt x="2385983" y="535471"/>
                </a:lnTo>
                <a:moveTo>
                  <a:pt x="1388894" y="625932"/>
                </a:moveTo>
                <a:lnTo>
                  <a:pt x="1506527" y="610734"/>
                </a:lnTo>
                <a:moveTo>
                  <a:pt x="1170749" y="46975"/>
                </a:moveTo>
                <a:lnTo>
                  <a:pt x="1238518" y="130948"/>
                </a:lnTo>
                <a:moveTo>
                  <a:pt x="2024973" y="410785"/>
                </a:moveTo>
                <a:lnTo>
                  <a:pt x="2067497" y="449713"/>
                </a:lnTo>
                <a:moveTo>
                  <a:pt x="253341" y="910349"/>
                </a:moveTo>
                <a:lnTo>
                  <a:pt x="327064" y="974800"/>
                </a:lnTo>
                <a:moveTo>
                  <a:pt x="202913" y="753236"/>
                </a:moveTo>
                <a:lnTo>
                  <a:pt x="243795" y="738687"/>
                </a:lnTo>
                <a:moveTo>
                  <a:pt x="1756154" y="993236"/>
                </a:moveTo>
                <a:lnTo>
                  <a:pt x="1688536" y="1079608"/>
                </a:lnTo>
                <a:moveTo>
                  <a:pt x="179730" y="442024"/>
                </a:moveTo>
                <a:lnTo>
                  <a:pt x="223165" y="461058"/>
                </a:lnTo>
                <a:moveTo>
                  <a:pt x="382715" y="1004594"/>
                </a:moveTo>
                <a:lnTo>
                  <a:pt x="530243" y="1089705"/>
                </a:lnTo>
                <a:moveTo>
                  <a:pt x="1981852" y="1201957"/>
                </a:moveTo>
                <a:lnTo>
                  <a:pt x="2146128" y="1278264"/>
                </a:lnTo>
                <a:moveTo>
                  <a:pt x="1688536" y="1079608"/>
                </a:moveTo>
                <a:lnTo>
                  <a:pt x="1860460" y="1150615"/>
                </a:lnTo>
                <a:moveTo>
                  <a:pt x="149007" y="874788"/>
                </a:moveTo>
                <a:lnTo>
                  <a:pt x="253341" y="910349"/>
                </a:lnTo>
                <a:moveTo>
                  <a:pt x="1754004" y="990716"/>
                </a:moveTo>
                <a:lnTo>
                  <a:pt x="1688536" y="1079608"/>
                </a:lnTo>
                <a:moveTo>
                  <a:pt x="2109795" y="482282"/>
                </a:moveTo>
                <a:lnTo>
                  <a:pt x="2230593" y="483833"/>
                </a:lnTo>
                <a:moveTo>
                  <a:pt x="2230593" y="483833"/>
                </a:moveTo>
                <a:lnTo>
                  <a:pt x="2204045" y="626308"/>
                </a:lnTo>
                <a:moveTo>
                  <a:pt x="2154038" y="1173606"/>
                </a:moveTo>
                <a:lnTo>
                  <a:pt x="2146128" y="1278264"/>
                </a:lnTo>
                <a:moveTo>
                  <a:pt x="2146128" y="1278264"/>
                </a:moveTo>
                <a:lnTo>
                  <a:pt x="2214134" y="1163345"/>
                </a:lnTo>
                <a:moveTo>
                  <a:pt x="1628625" y="709375"/>
                </a:moveTo>
                <a:lnTo>
                  <a:pt x="1689474" y="848274"/>
                </a:lnTo>
                <a:moveTo>
                  <a:pt x="623349" y="196422"/>
                </a:moveTo>
                <a:lnTo>
                  <a:pt x="680643" y="206572"/>
                </a:lnTo>
                <a:moveTo>
                  <a:pt x="1495255" y="148788"/>
                </a:moveTo>
                <a:lnTo>
                  <a:pt x="1608034" y="187852"/>
                </a:lnTo>
                <a:moveTo>
                  <a:pt x="1357029" y="120397"/>
                </a:moveTo>
                <a:lnTo>
                  <a:pt x="1332396" y="158489"/>
                </a:lnTo>
                <a:moveTo>
                  <a:pt x="223165" y="461058"/>
                </a:moveTo>
                <a:lnTo>
                  <a:pt x="253186" y="437873"/>
                </a:lnTo>
                <a:moveTo>
                  <a:pt x="882034" y="322639"/>
                </a:moveTo>
                <a:lnTo>
                  <a:pt x="948086" y="338682"/>
                </a:lnTo>
                <a:moveTo>
                  <a:pt x="1608672" y="682021"/>
                </a:moveTo>
                <a:lnTo>
                  <a:pt x="1633458" y="687499"/>
                </a:lnTo>
                <a:moveTo>
                  <a:pt x="1238518" y="130948"/>
                </a:moveTo>
                <a:lnTo>
                  <a:pt x="1169363" y="248247"/>
                </a:lnTo>
                <a:moveTo>
                  <a:pt x="1633458" y="687499"/>
                </a:moveTo>
                <a:lnTo>
                  <a:pt x="1628625" y="709375"/>
                </a:lnTo>
                <a:moveTo>
                  <a:pt x="243795" y="738687"/>
                </a:moveTo>
                <a:lnTo>
                  <a:pt x="344347" y="633093"/>
                </a:lnTo>
                <a:moveTo>
                  <a:pt x="1646263" y="926147"/>
                </a:moveTo>
                <a:lnTo>
                  <a:pt x="1754004" y="990716"/>
                </a:lnTo>
                <a:moveTo>
                  <a:pt x="1148621" y="292933"/>
                </a:moveTo>
                <a:lnTo>
                  <a:pt x="1169363" y="248247"/>
                </a:lnTo>
                <a:moveTo>
                  <a:pt x="1608034" y="187852"/>
                </a:moveTo>
                <a:lnTo>
                  <a:pt x="1669385" y="197138"/>
                </a:lnTo>
                <a:moveTo>
                  <a:pt x="948086" y="338682"/>
                </a:moveTo>
                <a:lnTo>
                  <a:pt x="1048422" y="400399"/>
                </a:lnTo>
                <a:moveTo>
                  <a:pt x="327064" y="974800"/>
                </a:moveTo>
                <a:lnTo>
                  <a:pt x="382715" y="1004594"/>
                </a:lnTo>
                <a:moveTo>
                  <a:pt x="2214134" y="1163345"/>
                </a:moveTo>
                <a:lnTo>
                  <a:pt x="2237348" y="1282856"/>
                </a:lnTo>
                <a:moveTo>
                  <a:pt x="2204045" y="626308"/>
                </a:moveTo>
                <a:lnTo>
                  <a:pt x="2296470" y="549129"/>
                </a:lnTo>
                <a:moveTo>
                  <a:pt x="223165" y="461058"/>
                </a:moveTo>
                <a:lnTo>
                  <a:pt x="361997" y="435921"/>
                </a:lnTo>
                <a:moveTo>
                  <a:pt x="361997" y="435921"/>
                </a:moveTo>
                <a:lnTo>
                  <a:pt x="434489" y="472406"/>
                </a:lnTo>
                <a:moveTo>
                  <a:pt x="1998185" y="360906"/>
                </a:moveTo>
                <a:lnTo>
                  <a:pt x="2067497" y="449713"/>
                </a:lnTo>
                <a:moveTo>
                  <a:pt x="1909989" y="1175279"/>
                </a:moveTo>
                <a:lnTo>
                  <a:pt x="1981852" y="1201957"/>
                </a:lnTo>
                <a:moveTo>
                  <a:pt x="840228" y="237165"/>
                </a:moveTo>
                <a:lnTo>
                  <a:pt x="784934" y="224462"/>
                </a:lnTo>
                <a:moveTo>
                  <a:pt x="1608672" y="682021"/>
                </a:moveTo>
                <a:lnTo>
                  <a:pt x="1628625" y="709375"/>
                </a:lnTo>
                <a:moveTo>
                  <a:pt x="395175" y="617178"/>
                </a:moveTo>
                <a:lnTo>
                  <a:pt x="469226" y="530848"/>
                </a:lnTo>
                <a:moveTo>
                  <a:pt x="2214134" y="1163345"/>
                </a:moveTo>
                <a:lnTo>
                  <a:pt x="2371822" y="1267450"/>
                </a:lnTo>
                <a:moveTo>
                  <a:pt x="1909989" y="1175279"/>
                </a:moveTo>
                <a:lnTo>
                  <a:pt x="1972544" y="1199843"/>
                </a:lnTo>
                <a:moveTo>
                  <a:pt x="1449590" y="140965"/>
                </a:moveTo>
                <a:lnTo>
                  <a:pt x="1608034" y="187852"/>
                </a:lnTo>
                <a:moveTo>
                  <a:pt x="1754004" y="990716"/>
                </a:moveTo>
                <a:lnTo>
                  <a:pt x="1641823" y="947749"/>
                </a:lnTo>
                <a:moveTo>
                  <a:pt x="591648" y="152048"/>
                </a:moveTo>
                <a:lnTo>
                  <a:pt x="680643" y="206572"/>
                </a:lnTo>
                <a:moveTo>
                  <a:pt x="1688536" y="1079608"/>
                </a:moveTo>
                <a:lnTo>
                  <a:pt x="1744159" y="1215904"/>
                </a:lnTo>
                <a:moveTo>
                  <a:pt x="344347" y="633093"/>
                </a:moveTo>
                <a:lnTo>
                  <a:pt x="395175" y="617178"/>
                </a:lnTo>
                <a:moveTo>
                  <a:pt x="179730" y="442024"/>
                </a:moveTo>
                <a:lnTo>
                  <a:pt x="253186" y="437873"/>
                </a:lnTo>
                <a:moveTo>
                  <a:pt x="1764634" y="231931"/>
                </a:moveTo>
                <a:lnTo>
                  <a:pt x="1862086" y="269690"/>
                </a:lnTo>
                <a:moveTo>
                  <a:pt x="1646263" y="926147"/>
                </a:moveTo>
                <a:lnTo>
                  <a:pt x="1689474" y="848274"/>
                </a:lnTo>
                <a:moveTo>
                  <a:pt x="2204045" y="626308"/>
                </a:moveTo>
                <a:lnTo>
                  <a:pt x="2338109" y="583541"/>
                </a:lnTo>
                <a:moveTo>
                  <a:pt x="2352183" y="1149073"/>
                </a:moveTo>
                <a:lnTo>
                  <a:pt x="2371822" y="1267450"/>
                </a:lnTo>
                <a:moveTo>
                  <a:pt x="680643" y="206572"/>
                </a:moveTo>
                <a:lnTo>
                  <a:pt x="731245" y="298143"/>
                </a:lnTo>
                <a:moveTo>
                  <a:pt x="1148621" y="292933"/>
                </a:moveTo>
                <a:lnTo>
                  <a:pt x="1166887" y="276853"/>
                </a:lnTo>
                <a:moveTo>
                  <a:pt x="1169363" y="248247"/>
                </a:moveTo>
                <a:lnTo>
                  <a:pt x="1166887" y="276853"/>
                </a:lnTo>
                <a:moveTo>
                  <a:pt x="1669385" y="197138"/>
                </a:moveTo>
                <a:lnTo>
                  <a:pt x="1764634" y="231931"/>
                </a:lnTo>
                <a:moveTo>
                  <a:pt x="192995" y="680373"/>
                </a:moveTo>
                <a:lnTo>
                  <a:pt x="202913" y="753236"/>
                </a:lnTo>
                <a:moveTo>
                  <a:pt x="1048422" y="400399"/>
                </a:moveTo>
                <a:lnTo>
                  <a:pt x="1148621" y="292933"/>
                </a:lnTo>
                <a:moveTo>
                  <a:pt x="2232366" y="661667"/>
                </a:moveTo>
                <a:lnTo>
                  <a:pt x="2338109" y="583541"/>
                </a:lnTo>
                <a:moveTo>
                  <a:pt x="2338109" y="583541"/>
                </a:moveTo>
                <a:lnTo>
                  <a:pt x="2316432" y="790871"/>
                </a:lnTo>
                <a:moveTo>
                  <a:pt x="382715" y="1004594"/>
                </a:moveTo>
                <a:lnTo>
                  <a:pt x="475432" y="1025989"/>
                </a:lnTo>
                <a:moveTo>
                  <a:pt x="1506527" y="610734"/>
                </a:moveTo>
                <a:lnTo>
                  <a:pt x="1486053" y="670834"/>
                </a:lnTo>
                <a:moveTo>
                  <a:pt x="1998185" y="360906"/>
                </a:moveTo>
                <a:lnTo>
                  <a:pt x="2098682" y="475245"/>
                </a:lnTo>
                <a:moveTo>
                  <a:pt x="2067497" y="449713"/>
                </a:moveTo>
                <a:lnTo>
                  <a:pt x="2109795" y="482282"/>
                </a:lnTo>
                <a:moveTo>
                  <a:pt x="1909989" y="1175279"/>
                </a:moveTo>
                <a:lnTo>
                  <a:pt x="1908341" y="1249739"/>
                </a:lnTo>
                <a:moveTo>
                  <a:pt x="253341" y="910349"/>
                </a:moveTo>
                <a:lnTo>
                  <a:pt x="265850" y="879988"/>
                </a:lnTo>
                <a:moveTo>
                  <a:pt x="253186" y="437873"/>
                </a:moveTo>
                <a:lnTo>
                  <a:pt x="361997" y="435921"/>
                </a:lnTo>
                <a:moveTo>
                  <a:pt x="2067497" y="449713"/>
                </a:moveTo>
                <a:lnTo>
                  <a:pt x="2098682" y="475245"/>
                </a:lnTo>
                <a:moveTo>
                  <a:pt x="1628625" y="709375"/>
                </a:moveTo>
                <a:lnTo>
                  <a:pt x="1646263" y="926147"/>
                </a:lnTo>
                <a:moveTo>
                  <a:pt x="1981852" y="1201957"/>
                </a:moveTo>
                <a:lnTo>
                  <a:pt x="2154038" y="1173606"/>
                </a:lnTo>
                <a:moveTo>
                  <a:pt x="1972544" y="1199843"/>
                </a:moveTo>
                <a:lnTo>
                  <a:pt x="1981852" y="1201957"/>
                </a:lnTo>
                <a:moveTo>
                  <a:pt x="475432" y="1025989"/>
                </a:moveTo>
                <a:lnTo>
                  <a:pt x="530243" y="1089705"/>
                </a:lnTo>
                <a:moveTo>
                  <a:pt x="2154038" y="1173606"/>
                </a:moveTo>
                <a:lnTo>
                  <a:pt x="2214134" y="1163345"/>
                </a:lnTo>
                <a:moveTo>
                  <a:pt x="382715" y="1004594"/>
                </a:moveTo>
                <a:lnTo>
                  <a:pt x="449034" y="1007890"/>
                </a:lnTo>
                <a:moveTo>
                  <a:pt x="361779" y="491950"/>
                </a:moveTo>
                <a:lnTo>
                  <a:pt x="469226" y="530848"/>
                </a:lnTo>
                <a:moveTo>
                  <a:pt x="1669385" y="197138"/>
                </a:moveTo>
                <a:lnTo>
                  <a:pt x="1716339" y="229825"/>
                </a:lnTo>
                <a:moveTo>
                  <a:pt x="1238518" y="130948"/>
                </a:moveTo>
                <a:lnTo>
                  <a:pt x="1332396" y="158489"/>
                </a:lnTo>
                <a:moveTo>
                  <a:pt x="434489" y="472406"/>
                </a:moveTo>
                <a:lnTo>
                  <a:pt x="361779" y="491950"/>
                </a:lnTo>
                <a:moveTo>
                  <a:pt x="731245" y="298143"/>
                </a:moveTo>
                <a:lnTo>
                  <a:pt x="784934" y="224462"/>
                </a:lnTo>
                <a:moveTo>
                  <a:pt x="2109795" y="482282"/>
                </a:moveTo>
                <a:lnTo>
                  <a:pt x="2204045" y="626308"/>
                </a:lnTo>
                <a:moveTo>
                  <a:pt x="1332396" y="158489"/>
                </a:moveTo>
                <a:lnTo>
                  <a:pt x="1449590" y="140965"/>
                </a:lnTo>
                <a:moveTo>
                  <a:pt x="1449590" y="140965"/>
                </a:moveTo>
                <a:lnTo>
                  <a:pt x="1544164" y="172185"/>
                </a:lnTo>
                <a:moveTo>
                  <a:pt x="2204045" y="626308"/>
                </a:moveTo>
                <a:lnTo>
                  <a:pt x="2232366" y="661667"/>
                </a:lnTo>
                <a:moveTo>
                  <a:pt x="948086" y="338682"/>
                </a:moveTo>
                <a:lnTo>
                  <a:pt x="947678" y="392341"/>
                </a:lnTo>
                <a:moveTo>
                  <a:pt x="2214134" y="1163345"/>
                </a:moveTo>
                <a:lnTo>
                  <a:pt x="2352183" y="1149073"/>
                </a:lnTo>
                <a:moveTo>
                  <a:pt x="2098682" y="475245"/>
                </a:moveTo>
                <a:lnTo>
                  <a:pt x="2109795" y="482282"/>
                </a:lnTo>
                <a:moveTo>
                  <a:pt x="2232366" y="661667"/>
                </a:moveTo>
                <a:lnTo>
                  <a:pt x="2316432" y="790871"/>
                </a:lnTo>
                <a:moveTo>
                  <a:pt x="192995" y="680373"/>
                </a:moveTo>
                <a:lnTo>
                  <a:pt x="243795" y="738687"/>
                </a:lnTo>
                <a:moveTo>
                  <a:pt x="344347" y="633093"/>
                </a:moveTo>
                <a:lnTo>
                  <a:pt x="329720" y="724140"/>
                </a:lnTo>
                <a:moveTo>
                  <a:pt x="253186" y="437873"/>
                </a:moveTo>
                <a:lnTo>
                  <a:pt x="306270" y="431586"/>
                </a:lnTo>
                <a:moveTo>
                  <a:pt x="1908341" y="1249739"/>
                </a:moveTo>
                <a:lnTo>
                  <a:pt x="1972544" y="1199843"/>
                </a:lnTo>
                <a:moveTo>
                  <a:pt x="1544164" y="172185"/>
                </a:moveTo>
                <a:lnTo>
                  <a:pt x="1608034" y="187852"/>
                </a:lnTo>
                <a:moveTo>
                  <a:pt x="1641823" y="947749"/>
                </a:moveTo>
                <a:lnTo>
                  <a:pt x="1688536" y="1079608"/>
                </a:lnTo>
                <a:moveTo>
                  <a:pt x="1238518" y="130948"/>
                </a:moveTo>
                <a:lnTo>
                  <a:pt x="1231461" y="262057"/>
                </a:lnTo>
                <a:moveTo>
                  <a:pt x="1486053" y="670834"/>
                </a:moveTo>
                <a:lnTo>
                  <a:pt x="1608672" y="682021"/>
                </a:lnTo>
                <a:moveTo>
                  <a:pt x="1169363" y="248247"/>
                </a:moveTo>
                <a:lnTo>
                  <a:pt x="1231461" y="262057"/>
                </a:lnTo>
                <a:moveTo>
                  <a:pt x="784934" y="224462"/>
                </a:moveTo>
                <a:lnTo>
                  <a:pt x="882034" y="322639"/>
                </a:lnTo>
                <a:moveTo>
                  <a:pt x="1608034" y="187852"/>
                </a:moveTo>
                <a:lnTo>
                  <a:pt x="1716339" y="229825"/>
                </a:lnTo>
                <a:moveTo>
                  <a:pt x="327064" y="974800"/>
                </a:moveTo>
                <a:lnTo>
                  <a:pt x="449034" y="1007890"/>
                </a:lnTo>
                <a:moveTo>
                  <a:pt x="306270" y="431586"/>
                </a:moveTo>
                <a:lnTo>
                  <a:pt x="361997" y="435921"/>
                </a:lnTo>
                <a:moveTo>
                  <a:pt x="829699" y="222056"/>
                </a:moveTo>
                <a:lnTo>
                  <a:pt x="882034" y="322639"/>
                </a:lnTo>
                <a:moveTo>
                  <a:pt x="2109795" y="482282"/>
                </a:moveTo>
                <a:lnTo>
                  <a:pt x="2162157" y="680957"/>
                </a:lnTo>
                <a:moveTo>
                  <a:pt x="2204045" y="626308"/>
                </a:moveTo>
                <a:lnTo>
                  <a:pt x="2162157" y="680957"/>
                </a:lnTo>
                <a:moveTo>
                  <a:pt x="1646263" y="926147"/>
                </a:moveTo>
                <a:lnTo>
                  <a:pt x="1641823" y="947749"/>
                </a:lnTo>
                <a:moveTo>
                  <a:pt x="1148621" y="292933"/>
                </a:moveTo>
                <a:lnTo>
                  <a:pt x="1139146" y="411242"/>
                </a:lnTo>
                <a:moveTo>
                  <a:pt x="1388894" y="625932"/>
                </a:moveTo>
                <a:lnTo>
                  <a:pt x="1486053" y="670834"/>
                </a:lnTo>
                <a:moveTo>
                  <a:pt x="1608672" y="682021"/>
                </a:moveTo>
                <a:lnTo>
                  <a:pt x="1607089" y="817010"/>
                </a:lnTo>
                <a:moveTo>
                  <a:pt x="2162157" y="680957"/>
                </a:moveTo>
                <a:lnTo>
                  <a:pt x="2232366" y="661667"/>
                </a:lnTo>
                <a:moveTo>
                  <a:pt x="1607089" y="817010"/>
                </a:moveTo>
                <a:lnTo>
                  <a:pt x="1628625" y="709375"/>
                </a:lnTo>
                <a:moveTo>
                  <a:pt x="149007" y="874788"/>
                </a:moveTo>
                <a:lnTo>
                  <a:pt x="204978" y="877470"/>
                </a:lnTo>
                <a:moveTo>
                  <a:pt x="2154038" y="1173606"/>
                </a:moveTo>
                <a:lnTo>
                  <a:pt x="2161132" y="1090868"/>
                </a:lnTo>
                <a:moveTo>
                  <a:pt x="2098682" y="475245"/>
                </a:moveTo>
                <a:lnTo>
                  <a:pt x="2162157" y="680957"/>
                </a:lnTo>
                <a:moveTo>
                  <a:pt x="2161132" y="1090868"/>
                </a:moveTo>
                <a:lnTo>
                  <a:pt x="2214134" y="1163345"/>
                </a:lnTo>
                <a:moveTo>
                  <a:pt x="882034" y="322639"/>
                </a:moveTo>
                <a:lnTo>
                  <a:pt x="947678" y="392341"/>
                </a:lnTo>
                <a:moveTo>
                  <a:pt x="243795" y="738687"/>
                </a:moveTo>
                <a:lnTo>
                  <a:pt x="329720" y="724140"/>
                </a:lnTo>
                <a:moveTo>
                  <a:pt x="1608672" y="682021"/>
                </a:moveTo>
                <a:lnTo>
                  <a:pt x="1599873" y="803908"/>
                </a:lnTo>
                <a:moveTo>
                  <a:pt x="361997" y="435921"/>
                </a:moveTo>
                <a:lnTo>
                  <a:pt x="361779" y="491950"/>
                </a:lnTo>
                <a:moveTo>
                  <a:pt x="265850" y="879988"/>
                </a:moveTo>
                <a:lnTo>
                  <a:pt x="327064" y="974800"/>
                </a:lnTo>
                <a:moveTo>
                  <a:pt x="680643" y="206572"/>
                </a:moveTo>
                <a:lnTo>
                  <a:pt x="784934" y="224462"/>
                </a:lnTo>
                <a:moveTo>
                  <a:pt x="1166887" y="276853"/>
                </a:moveTo>
                <a:lnTo>
                  <a:pt x="1231461" y="262057"/>
                </a:lnTo>
                <a:moveTo>
                  <a:pt x="149007" y="874788"/>
                </a:moveTo>
                <a:lnTo>
                  <a:pt x="265850" y="879988"/>
                </a:lnTo>
                <a:moveTo>
                  <a:pt x="947678" y="392341"/>
                </a:moveTo>
                <a:lnTo>
                  <a:pt x="1048422" y="400399"/>
                </a:lnTo>
                <a:moveTo>
                  <a:pt x="361779" y="491950"/>
                </a:moveTo>
                <a:lnTo>
                  <a:pt x="395175" y="617178"/>
                </a:lnTo>
                <a:moveTo>
                  <a:pt x="1716339" y="229825"/>
                </a:moveTo>
                <a:lnTo>
                  <a:pt x="1764634" y="231931"/>
                </a:lnTo>
                <a:moveTo>
                  <a:pt x="1641917" y="1194864"/>
                </a:moveTo>
                <a:lnTo>
                  <a:pt x="1688536" y="1079608"/>
                </a:lnTo>
                <a:moveTo>
                  <a:pt x="1166887" y="276853"/>
                </a:moveTo>
                <a:lnTo>
                  <a:pt x="1174208" y="357468"/>
                </a:lnTo>
                <a:moveTo>
                  <a:pt x="449034" y="1007890"/>
                </a:moveTo>
                <a:lnTo>
                  <a:pt x="475432" y="1025989"/>
                </a:lnTo>
                <a:moveTo>
                  <a:pt x="1449590" y="140965"/>
                </a:moveTo>
                <a:lnTo>
                  <a:pt x="1426764" y="188619"/>
                </a:lnTo>
                <a:moveTo>
                  <a:pt x="1981852" y="1201957"/>
                </a:moveTo>
                <a:lnTo>
                  <a:pt x="2123739" y="1087501"/>
                </a:lnTo>
                <a:moveTo>
                  <a:pt x="1139146" y="411242"/>
                </a:moveTo>
                <a:lnTo>
                  <a:pt x="1166887" y="276853"/>
                </a:lnTo>
                <a:moveTo>
                  <a:pt x="1640399" y="1176930"/>
                </a:moveTo>
                <a:lnTo>
                  <a:pt x="1688536" y="1079608"/>
                </a:lnTo>
                <a:moveTo>
                  <a:pt x="1048422" y="400399"/>
                </a:moveTo>
                <a:lnTo>
                  <a:pt x="1139146" y="411242"/>
                </a:lnTo>
                <a:moveTo>
                  <a:pt x="2123739" y="1087501"/>
                </a:moveTo>
                <a:lnTo>
                  <a:pt x="2154038" y="1173606"/>
                </a:lnTo>
                <a:moveTo>
                  <a:pt x="243795" y="738687"/>
                </a:moveTo>
                <a:lnTo>
                  <a:pt x="290217" y="729549"/>
                </a:lnTo>
                <a:moveTo>
                  <a:pt x="329720" y="724140"/>
                </a:moveTo>
                <a:lnTo>
                  <a:pt x="395175" y="617178"/>
                </a:lnTo>
                <a:moveTo>
                  <a:pt x="343124" y="695160"/>
                </a:moveTo>
                <a:lnTo>
                  <a:pt x="395175" y="617178"/>
                </a:lnTo>
                <a:moveTo>
                  <a:pt x="2232366" y="661667"/>
                </a:moveTo>
                <a:lnTo>
                  <a:pt x="2148858" y="722031"/>
                </a:lnTo>
                <a:moveTo>
                  <a:pt x="2148858" y="722031"/>
                </a:moveTo>
                <a:lnTo>
                  <a:pt x="2316432" y="790871"/>
                </a:lnTo>
                <a:moveTo>
                  <a:pt x="1544164" y="172185"/>
                </a:moveTo>
                <a:lnTo>
                  <a:pt x="1716339" y="229825"/>
                </a:lnTo>
                <a:moveTo>
                  <a:pt x="1607089" y="817010"/>
                </a:moveTo>
                <a:lnTo>
                  <a:pt x="1646263" y="926147"/>
                </a:lnTo>
                <a:moveTo>
                  <a:pt x="2098682" y="475245"/>
                </a:moveTo>
                <a:lnTo>
                  <a:pt x="2112749" y="666367"/>
                </a:lnTo>
                <a:moveTo>
                  <a:pt x="1048422" y="400399"/>
                </a:moveTo>
                <a:lnTo>
                  <a:pt x="961603" y="421036"/>
                </a:lnTo>
                <a:moveTo>
                  <a:pt x="306270" y="431586"/>
                </a:moveTo>
                <a:lnTo>
                  <a:pt x="361779" y="491950"/>
                </a:lnTo>
                <a:moveTo>
                  <a:pt x="1646263" y="926147"/>
                </a:moveTo>
                <a:lnTo>
                  <a:pt x="1614867" y="825729"/>
                </a:lnTo>
                <a:moveTo>
                  <a:pt x="1231461" y="262057"/>
                </a:moveTo>
                <a:lnTo>
                  <a:pt x="1332396" y="158489"/>
                </a:lnTo>
                <a:moveTo>
                  <a:pt x="784934" y="224462"/>
                </a:moveTo>
                <a:lnTo>
                  <a:pt x="829699" y="222056"/>
                </a:lnTo>
                <a:moveTo>
                  <a:pt x="1764634" y="231931"/>
                </a:moveTo>
                <a:lnTo>
                  <a:pt x="1860789" y="271520"/>
                </a:lnTo>
                <a:moveTo>
                  <a:pt x="2098682" y="475245"/>
                </a:moveTo>
                <a:lnTo>
                  <a:pt x="2076179" y="577242"/>
                </a:lnTo>
                <a:moveTo>
                  <a:pt x="1399526" y="850652"/>
                </a:moveTo>
                <a:lnTo>
                  <a:pt x="1402677" y="837506"/>
                </a:lnTo>
                <a:moveTo>
                  <a:pt x="265850" y="879988"/>
                </a:moveTo>
                <a:lnTo>
                  <a:pt x="449034" y="1007890"/>
                </a:lnTo>
                <a:moveTo>
                  <a:pt x="1402677" y="837506"/>
                </a:moveTo>
                <a:lnTo>
                  <a:pt x="1486053" y="670834"/>
                </a:lnTo>
                <a:moveTo>
                  <a:pt x="204978" y="877470"/>
                </a:moveTo>
                <a:lnTo>
                  <a:pt x="265850" y="879988"/>
                </a:lnTo>
                <a:moveTo>
                  <a:pt x="1614867" y="825729"/>
                </a:moveTo>
                <a:lnTo>
                  <a:pt x="1641823" y="947749"/>
                </a:lnTo>
                <a:moveTo>
                  <a:pt x="829699" y="222056"/>
                </a:moveTo>
                <a:lnTo>
                  <a:pt x="947678" y="392341"/>
                </a:lnTo>
                <a:moveTo>
                  <a:pt x="2162157" y="680957"/>
                </a:moveTo>
                <a:lnTo>
                  <a:pt x="2148858" y="722031"/>
                </a:lnTo>
                <a:moveTo>
                  <a:pt x="2112749" y="666367"/>
                </a:moveTo>
                <a:lnTo>
                  <a:pt x="2162157" y="680957"/>
                </a:lnTo>
                <a:moveTo>
                  <a:pt x="1048422" y="400399"/>
                </a:moveTo>
                <a:lnTo>
                  <a:pt x="1031155" y="477473"/>
                </a:lnTo>
                <a:moveTo>
                  <a:pt x="1611759" y="1055983"/>
                </a:moveTo>
                <a:lnTo>
                  <a:pt x="1688536" y="1079608"/>
                </a:lnTo>
                <a:moveTo>
                  <a:pt x="1764634" y="231931"/>
                </a:moveTo>
                <a:lnTo>
                  <a:pt x="1818725" y="275645"/>
                </a:lnTo>
                <a:moveTo>
                  <a:pt x="361779" y="491950"/>
                </a:moveTo>
                <a:lnTo>
                  <a:pt x="343124" y="695160"/>
                </a:lnTo>
                <a:moveTo>
                  <a:pt x="192995" y="680373"/>
                </a:moveTo>
                <a:lnTo>
                  <a:pt x="290217" y="729549"/>
                </a:lnTo>
                <a:moveTo>
                  <a:pt x="2123739" y="1087501"/>
                </a:moveTo>
                <a:lnTo>
                  <a:pt x="2161132" y="1090868"/>
                </a:lnTo>
                <a:moveTo>
                  <a:pt x="1486053" y="670834"/>
                </a:moveTo>
                <a:lnTo>
                  <a:pt x="1599873" y="803908"/>
                </a:lnTo>
                <a:moveTo>
                  <a:pt x="1402677" y="837506"/>
                </a:moveTo>
                <a:lnTo>
                  <a:pt x="1599873" y="803908"/>
                </a:lnTo>
                <a:moveTo>
                  <a:pt x="1231461" y="262057"/>
                </a:moveTo>
                <a:lnTo>
                  <a:pt x="1174208" y="357468"/>
                </a:lnTo>
                <a:moveTo>
                  <a:pt x="1544164" y="172185"/>
                </a:moveTo>
                <a:lnTo>
                  <a:pt x="1640278" y="211554"/>
                </a:lnTo>
                <a:moveTo>
                  <a:pt x="1332396" y="158489"/>
                </a:moveTo>
                <a:lnTo>
                  <a:pt x="1426764" y="188619"/>
                </a:lnTo>
                <a:moveTo>
                  <a:pt x="1426764" y="188619"/>
                </a:moveTo>
                <a:lnTo>
                  <a:pt x="1544164" y="172185"/>
                </a:lnTo>
                <a:moveTo>
                  <a:pt x="306270" y="431586"/>
                </a:moveTo>
                <a:lnTo>
                  <a:pt x="370421" y="542816"/>
                </a:lnTo>
                <a:moveTo>
                  <a:pt x="109600" y="599978"/>
                </a:moveTo>
                <a:lnTo>
                  <a:pt x="192995" y="680373"/>
                </a:lnTo>
                <a:moveTo>
                  <a:pt x="329720" y="724140"/>
                </a:moveTo>
                <a:lnTo>
                  <a:pt x="343124" y="695160"/>
                </a:lnTo>
                <a:moveTo>
                  <a:pt x="1402677" y="837506"/>
                </a:moveTo>
                <a:lnTo>
                  <a:pt x="1565390" y="844114"/>
                </a:lnTo>
                <a:moveTo>
                  <a:pt x="204978" y="877470"/>
                </a:moveTo>
                <a:lnTo>
                  <a:pt x="231346" y="841259"/>
                </a:lnTo>
                <a:moveTo>
                  <a:pt x="1641917" y="1194864"/>
                </a:moveTo>
                <a:lnTo>
                  <a:pt x="1640399" y="1176930"/>
                </a:lnTo>
                <a:moveTo>
                  <a:pt x="1139146" y="411242"/>
                </a:moveTo>
                <a:lnTo>
                  <a:pt x="1174208" y="357468"/>
                </a:lnTo>
                <a:moveTo>
                  <a:pt x="416584" y="894382"/>
                </a:moveTo>
                <a:lnTo>
                  <a:pt x="449034" y="1007890"/>
                </a:lnTo>
                <a:moveTo>
                  <a:pt x="1605193" y="1003603"/>
                </a:moveTo>
                <a:lnTo>
                  <a:pt x="1641823" y="947749"/>
                </a:lnTo>
                <a:moveTo>
                  <a:pt x="1640278" y="211554"/>
                </a:moveTo>
                <a:lnTo>
                  <a:pt x="1716339" y="229825"/>
                </a:lnTo>
                <a:moveTo>
                  <a:pt x="1599873" y="803908"/>
                </a:moveTo>
                <a:lnTo>
                  <a:pt x="1607089" y="817010"/>
                </a:lnTo>
                <a:moveTo>
                  <a:pt x="1607089" y="817010"/>
                </a:moveTo>
                <a:lnTo>
                  <a:pt x="1614867" y="825729"/>
                </a:lnTo>
                <a:moveTo>
                  <a:pt x="1399526" y="850652"/>
                </a:moveTo>
                <a:lnTo>
                  <a:pt x="1502700" y="927383"/>
                </a:lnTo>
                <a:moveTo>
                  <a:pt x="370421" y="542816"/>
                </a:moveTo>
                <a:lnTo>
                  <a:pt x="361779" y="491950"/>
                </a:lnTo>
                <a:moveTo>
                  <a:pt x="1716339" y="229825"/>
                </a:moveTo>
                <a:lnTo>
                  <a:pt x="1818725" y="275645"/>
                </a:lnTo>
                <a:moveTo>
                  <a:pt x="947678" y="392341"/>
                </a:moveTo>
                <a:lnTo>
                  <a:pt x="961603" y="421036"/>
                </a:lnTo>
                <a:moveTo>
                  <a:pt x="2112749" y="666367"/>
                </a:moveTo>
                <a:lnTo>
                  <a:pt x="2148858" y="722031"/>
                </a:lnTo>
                <a:moveTo>
                  <a:pt x="1402677" y="837506"/>
                </a:moveTo>
                <a:lnTo>
                  <a:pt x="1502700" y="927383"/>
                </a:lnTo>
                <a:moveTo>
                  <a:pt x="231346" y="841259"/>
                </a:moveTo>
                <a:lnTo>
                  <a:pt x="265850" y="879988"/>
                </a:lnTo>
                <a:moveTo>
                  <a:pt x="1611759" y="1055983"/>
                </a:moveTo>
                <a:lnTo>
                  <a:pt x="1641823" y="947749"/>
                </a:lnTo>
                <a:moveTo>
                  <a:pt x="329720" y="724140"/>
                </a:moveTo>
                <a:lnTo>
                  <a:pt x="341038" y="713423"/>
                </a:lnTo>
                <a:moveTo>
                  <a:pt x="343124" y="695160"/>
                </a:moveTo>
                <a:lnTo>
                  <a:pt x="341038" y="713423"/>
                </a:lnTo>
                <a:moveTo>
                  <a:pt x="1599873" y="803908"/>
                </a:moveTo>
                <a:lnTo>
                  <a:pt x="1614867" y="825729"/>
                </a:lnTo>
                <a:moveTo>
                  <a:pt x="265850" y="879988"/>
                </a:moveTo>
                <a:lnTo>
                  <a:pt x="416584" y="894382"/>
                </a:lnTo>
                <a:moveTo>
                  <a:pt x="290217" y="729549"/>
                </a:moveTo>
                <a:lnTo>
                  <a:pt x="329720" y="724140"/>
                </a:lnTo>
                <a:moveTo>
                  <a:pt x="1565390" y="844114"/>
                </a:moveTo>
                <a:lnTo>
                  <a:pt x="1599873" y="803908"/>
                </a:lnTo>
                <a:moveTo>
                  <a:pt x="1565390" y="844114"/>
                </a:moveTo>
                <a:lnTo>
                  <a:pt x="1614867" y="825729"/>
                </a:lnTo>
                <a:moveTo>
                  <a:pt x="370421" y="542816"/>
                </a:moveTo>
                <a:lnTo>
                  <a:pt x="343124" y="695160"/>
                </a:lnTo>
                <a:moveTo>
                  <a:pt x="1332396" y="158489"/>
                </a:moveTo>
                <a:lnTo>
                  <a:pt x="1323820" y="281554"/>
                </a:lnTo>
                <a:moveTo>
                  <a:pt x="2076179" y="577242"/>
                </a:moveTo>
                <a:lnTo>
                  <a:pt x="2112749" y="666367"/>
                </a:lnTo>
                <a:moveTo>
                  <a:pt x="1628186" y="1122198"/>
                </a:moveTo>
                <a:lnTo>
                  <a:pt x="1640399" y="1176930"/>
                </a:lnTo>
                <a:moveTo>
                  <a:pt x="1489636" y="1027954"/>
                </a:moveTo>
                <a:lnTo>
                  <a:pt x="1628186" y="1122198"/>
                </a:lnTo>
                <a:moveTo>
                  <a:pt x="290217" y="729549"/>
                </a:moveTo>
                <a:lnTo>
                  <a:pt x="341038" y="713423"/>
                </a:lnTo>
                <a:moveTo>
                  <a:pt x="1818725" y="275645"/>
                </a:moveTo>
                <a:lnTo>
                  <a:pt x="1860789" y="271520"/>
                </a:lnTo>
                <a:moveTo>
                  <a:pt x="1502700" y="927383"/>
                </a:moveTo>
                <a:lnTo>
                  <a:pt x="1565390" y="844114"/>
                </a:lnTo>
                <a:moveTo>
                  <a:pt x="1174208" y="357468"/>
                </a:moveTo>
                <a:lnTo>
                  <a:pt x="1186480" y="409816"/>
                </a:lnTo>
                <a:moveTo>
                  <a:pt x="1614867" y="825729"/>
                </a:moveTo>
                <a:lnTo>
                  <a:pt x="1605193" y="1003603"/>
                </a:lnTo>
                <a:moveTo>
                  <a:pt x="1139146" y="411242"/>
                </a:moveTo>
                <a:lnTo>
                  <a:pt x="1186480" y="409816"/>
                </a:lnTo>
                <a:moveTo>
                  <a:pt x="1031155" y="477473"/>
                </a:moveTo>
                <a:lnTo>
                  <a:pt x="1139146" y="411242"/>
                </a:lnTo>
                <a:moveTo>
                  <a:pt x="109600" y="599978"/>
                </a:moveTo>
                <a:lnTo>
                  <a:pt x="290217" y="729549"/>
                </a:lnTo>
                <a:moveTo>
                  <a:pt x="1611759" y="1055983"/>
                </a:moveTo>
                <a:lnTo>
                  <a:pt x="1640399" y="1176930"/>
                </a:lnTo>
                <a:moveTo>
                  <a:pt x="1231461" y="262057"/>
                </a:moveTo>
                <a:lnTo>
                  <a:pt x="1323820" y="281554"/>
                </a:lnTo>
                <a:moveTo>
                  <a:pt x="1565390" y="844114"/>
                </a:moveTo>
                <a:lnTo>
                  <a:pt x="1605193" y="1003603"/>
                </a:lnTo>
                <a:moveTo>
                  <a:pt x="1544164" y="172185"/>
                </a:moveTo>
                <a:lnTo>
                  <a:pt x="1522777" y="227452"/>
                </a:lnTo>
                <a:moveTo>
                  <a:pt x="265850" y="879988"/>
                </a:moveTo>
                <a:lnTo>
                  <a:pt x="249607" y="791098"/>
                </a:lnTo>
                <a:moveTo>
                  <a:pt x="1489636" y="1027954"/>
                </a:moveTo>
                <a:lnTo>
                  <a:pt x="1611759" y="1055983"/>
                </a:lnTo>
                <a:moveTo>
                  <a:pt x="1640278" y="211554"/>
                </a:moveTo>
                <a:lnTo>
                  <a:pt x="1818725" y="275645"/>
                </a:lnTo>
                <a:moveTo>
                  <a:pt x="1640399" y="1176930"/>
                </a:moveTo>
                <a:lnTo>
                  <a:pt x="1751142" y="1217318"/>
                </a:lnTo>
                <a:moveTo>
                  <a:pt x="1860789" y="271520"/>
                </a:moveTo>
                <a:lnTo>
                  <a:pt x="1965063" y="354074"/>
                </a:lnTo>
                <a:moveTo>
                  <a:pt x="961603" y="421036"/>
                </a:moveTo>
                <a:lnTo>
                  <a:pt x="1031155" y="477473"/>
                </a:lnTo>
                <a:moveTo>
                  <a:pt x="1502700" y="927383"/>
                </a:moveTo>
                <a:lnTo>
                  <a:pt x="1605193" y="1003603"/>
                </a:lnTo>
                <a:moveTo>
                  <a:pt x="117956" y="616941"/>
                </a:moveTo>
                <a:lnTo>
                  <a:pt x="290217" y="729549"/>
                </a:lnTo>
                <a:moveTo>
                  <a:pt x="1231461" y="262057"/>
                </a:moveTo>
                <a:lnTo>
                  <a:pt x="1226689" y="405254"/>
                </a:lnTo>
                <a:moveTo>
                  <a:pt x="1994452" y="678055"/>
                </a:moveTo>
                <a:lnTo>
                  <a:pt x="2148858" y="722031"/>
                </a:lnTo>
                <a:moveTo>
                  <a:pt x="96566" y="597263"/>
                </a:moveTo>
                <a:lnTo>
                  <a:pt x="109600" y="599978"/>
                </a:lnTo>
                <a:moveTo>
                  <a:pt x="1994452" y="678055"/>
                </a:moveTo>
                <a:lnTo>
                  <a:pt x="2112749" y="666367"/>
                </a:lnTo>
                <a:moveTo>
                  <a:pt x="1611759" y="1055983"/>
                </a:moveTo>
                <a:lnTo>
                  <a:pt x="1628186" y="1122198"/>
                </a:lnTo>
                <a:moveTo>
                  <a:pt x="265850" y="879988"/>
                </a:moveTo>
                <a:lnTo>
                  <a:pt x="363485" y="794295"/>
                </a:lnTo>
                <a:moveTo>
                  <a:pt x="213839" y="748609"/>
                </a:moveTo>
                <a:lnTo>
                  <a:pt x="290217" y="729549"/>
                </a:lnTo>
                <a:moveTo>
                  <a:pt x="1628186" y="1122198"/>
                </a:moveTo>
                <a:lnTo>
                  <a:pt x="1617488" y="1058836"/>
                </a:lnTo>
                <a:moveTo>
                  <a:pt x="1984237" y="654661"/>
                </a:moveTo>
                <a:lnTo>
                  <a:pt x="2112749" y="666367"/>
                </a:lnTo>
                <a:moveTo>
                  <a:pt x="1640399" y="1176930"/>
                </a:moveTo>
                <a:lnTo>
                  <a:pt x="1797041" y="1052883"/>
                </a:lnTo>
                <a:moveTo>
                  <a:pt x="1174208" y="357468"/>
                </a:moveTo>
                <a:lnTo>
                  <a:pt x="1226689" y="405254"/>
                </a:lnTo>
                <a:moveTo>
                  <a:pt x="109600" y="599978"/>
                </a:moveTo>
                <a:lnTo>
                  <a:pt x="117956" y="616941"/>
                </a:lnTo>
                <a:moveTo>
                  <a:pt x="1502700" y="927383"/>
                </a:moveTo>
                <a:lnTo>
                  <a:pt x="1517960" y="900677"/>
                </a:lnTo>
                <a:moveTo>
                  <a:pt x="231346" y="841259"/>
                </a:moveTo>
                <a:lnTo>
                  <a:pt x="249607" y="791098"/>
                </a:lnTo>
                <a:moveTo>
                  <a:pt x="343124" y="695160"/>
                </a:moveTo>
                <a:lnTo>
                  <a:pt x="364793" y="616657"/>
                </a:lnTo>
                <a:moveTo>
                  <a:pt x="961603" y="421036"/>
                </a:moveTo>
                <a:lnTo>
                  <a:pt x="991521" y="476214"/>
                </a:lnTo>
                <a:moveTo>
                  <a:pt x="1611759" y="1055983"/>
                </a:moveTo>
                <a:lnTo>
                  <a:pt x="1605193" y="1003603"/>
                </a:lnTo>
                <a:moveTo>
                  <a:pt x="947678" y="392341"/>
                </a:moveTo>
                <a:lnTo>
                  <a:pt x="1006577" y="347401"/>
                </a:lnTo>
                <a:moveTo>
                  <a:pt x="1323820" y="281554"/>
                </a:moveTo>
                <a:lnTo>
                  <a:pt x="1426764" y="188619"/>
                </a:lnTo>
                <a:moveTo>
                  <a:pt x="96566" y="597263"/>
                </a:moveTo>
                <a:lnTo>
                  <a:pt x="117956" y="616941"/>
                </a:lnTo>
                <a:moveTo>
                  <a:pt x="1615428" y="1054676"/>
                </a:moveTo>
                <a:lnTo>
                  <a:pt x="1605193" y="1003603"/>
                </a:lnTo>
                <a:moveTo>
                  <a:pt x="947678" y="392341"/>
                </a:moveTo>
                <a:lnTo>
                  <a:pt x="1008002" y="330901"/>
                </a:lnTo>
                <a:moveTo>
                  <a:pt x="1517960" y="900677"/>
                </a:moveTo>
                <a:lnTo>
                  <a:pt x="1605193" y="1003603"/>
                </a:lnTo>
                <a:moveTo>
                  <a:pt x="1984237" y="654661"/>
                </a:moveTo>
                <a:lnTo>
                  <a:pt x="2076179" y="577242"/>
                </a:lnTo>
                <a:moveTo>
                  <a:pt x="1751142" y="1217318"/>
                </a:moveTo>
                <a:lnTo>
                  <a:pt x="1889165" y="1179517"/>
                </a:lnTo>
                <a:moveTo>
                  <a:pt x="364793" y="616657"/>
                </a:moveTo>
                <a:lnTo>
                  <a:pt x="341038" y="713423"/>
                </a:lnTo>
                <a:moveTo>
                  <a:pt x="1611759" y="1055983"/>
                </a:moveTo>
                <a:lnTo>
                  <a:pt x="1615428" y="1054676"/>
                </a:lnTo>
                <a:moveTo>
                  <a:pt x="1628186" y="1122198"/>
                </a:moveTo>
                <a:lnTo>
                  <a:pt x="1797041" y="1052883"/>
                </a:lnTo>
                <a:moveTo>
                  <a:pt x="1640278" y="211554"/>
                </a:moveTo>
                <a:lnTo>
                  <a:pt x="1739982" y="269922"/>
                </a:lnTo>
                <a:moveTo>
                  <a:pt x="1615428" y="1054676"/>
                </a:moveTo>
                <a:lnTo>
                  <a:pt x="1617488" y="1058836"/>
                </a:lnTo>
                <a:moveTo>
                  <a:pt x="117956" y="616941"/>
                </a:moveTo>
                <a:lnTo>
                  <a:pt x="213839" y="748609"/>
                </a:lnTo>
                <a:moveTo>
                  <a:pt x="290217" y="729549"/>
                </a:moveTo>
                <a:lnTo>
                  <a:pt x="364793" y="616657"/>
                </a:lnTo>
                <a:moveTo>
                  <a:pt x="1860789" y="271520"/>
                </a:moveTo>
                <a:lnTo>
                  <a:pt x="1819013" y="355190"/>
                </a:lnTo>
                <a:moveTo>
                  <a:pt x="1739982" y="269922"/>
                </a:moveTo>
                <a:lnTo>
                  <a:pt x="1818725" y="275645"/>
                </a:lnTo>
                <a:moveTo>
                  <a:pt x="1139146" y="411242"/>
                </a:moveTo>
                <a:lnTo>
                  <a:pt x="1126356" y="512011"/>
                </a:lnTo>
                <a:moveTo>
                  <a:pt x="363485" y="794295"/>
                </a:moveTo>
                <a:lnTo>
                  <a:pt x="416584" y="894382"/>
                </a:lnTo>
                <a:moveTo>
                  <a:pt x="370421" y="542816"/>
                </a:moveTo>
                <a:lnTo>
                  <a:pt x="364793" y="616657"/>
                </a:lnTo>
                <a:moveTo>
                  <a:pt x="1522777" y="227452"/>
                </a:moveTo>
                <a:lnTo>
                  <a:pt x="1640278" y="211554"/>
                </a:lnTo>
                <a:moveTo>
                  <a:pt x="991521" y="476214"/>
                </a:moveTo>
                <a:lnTo>
                  <a:pt x="1031155" y="477473"/>
                </a:lnTo>
                <a:moveTo>
                  <a:pt x="961603" y="421036"/>
                </a:moveTo>
                <a:lnTo>
                  <a:pt x="1006577" y="347401"/>
                </a:lnTo>
                <a:moveTo>
                  <a:pt x="1860789" y="271520"/>
                </a:moveTo>
                <a:lnTo>
                  <a:pt x="1851198" y="389216"/>
                </a:lnTo>
                <a:moveTo>
                  <a:pt x="1426764" y="188619"/>
                </a:moveTo>
                <a:lnTo>
                  <a:pt x="1522777" y="227452"/>
                </a:lnTo>
                <a:moveTo>
                  <a:pt x="1643563" y="905671"/>
                </a:moveTo>
                <a:lnTo>
                  <a:pt x="1605193" y="1003603"/>
                </a:lnTo>
                <a:moveTo>
                  <a:pt x="1797041" y="1052883"/>
                </a:moveTo>
                <a:lnTo>
                  <a:pt x="1889165" y="1179517"/>
                </a:lnTo>
                <a:moveTo>
                  <a:pt x="213839" y="748609"/>
                </a:moveTo>
                <a:lnTo>
                  <a:pt x="249607" y="791098"/>
                </a:lnTo>
                <a:moveTo>
                  <a:pt x="1186480" y="409816"/>
                </a:moveTo>
                <a:lnTo>
                  <a:pt x="1226689" y="405254"/>
                </a:lnTo>
                <a:moveTo>
                  <a:pt x="1617488" y="1058836"/>
                </a:moveTo>
                <a:lnTo>
                  <a:pt x="1797041" y="1052883"/>
                </a:lnTo>
                <a:moveTo>
                  <a:pt x="1615428" y="1054676"/>
                </a:moveTo>
                <a:lnTo>
                  <a:pt x="1797041" y="1052883"/>
                </a:lnTo>
                <a:moveTo>
                  <a:pt x="1797041" y="1052883"/>
                </a:moveTo>
                <a:lnTo>
                  <a:pt x="1751142" y="1217318"/>
                </a:lnTo>
                <a:moveTo>
                  <a:pt x="1818725" y="275645"/>
                </a:moveTo>
                <a:lnTo>
                  <a:pt x="1819013" y="355190"/>
                </a:lnTo>
                <a:moveTo>
                  <a:pt x="1615428" y="1054676"/>
                </a:moveTo>
                <a:lnTo>
                  <a:pt x="1643563" y="905671"/>
                </a:lnTo>
                <a:moveTo>
                  <a:pt x="1615428" y="1054676"/>
                </a:moveTo>
                <a:lnTo>
                  <a:pt x="1815095" y="1004337"/>
                </a:lnTo>
                <a:moveTo>
                  <a:pt x="1857638" y="1055221"/>
                </a:moveTo>
                <a:lnTo>
                  <a:pt x="1889165" y="1179517"/>
                </a:lnTo>
                <a:moveTo>
                  <a:pt x="1517960" y="900677"/>
                </a:moveTo>
                <a:lnTo>
                  <a:pt x="1643563" y="905671"/>
                </a:lnTo>
                <a:moveTo>
                  <a:pt x="1163246" y="476963"/>
                </a:moveTo>
                <a:lnTo>
                  <a:pt x="1186480" y="409816"/>
                </a:lnTo>
                <a:moveTo>
                  <a:pt x="1226689" y="405254"/>
                </a:moveTo>
                <a:lnTo>
                  <a:pt x="1323820" y="281554"/>
                </a:lnTo>
                <a:moveTo>
                  <a:pt x="1984237" y="654661"/>
                </a:moveTo>
                <a:lnTo>
                  <a:pt x="1994452" y="678055"/>
                </a:lnTo>
                <a:moveTo>
                  <a:pt x="213839" y="748609"/>
                </a:moveTo>
                <a:lnTo>
                  <a:pt x="364793" y="616657"/>
                </a:lnTo>
                <a:moveTo>
                  <a:pt x="1426764" y="188619"/>
                </a:moveTo>
                <a:lnTo>
                  <a:pt x="1421483" y="329121"/>
                </a:lnTo>
                <a:moveTo>
                  <a:pt x="1517960" y="900677"/>
                </a:moveTo>
                <a:lnTo>
                  <a:pt x="1660280" y="739748"/>
                </a:lnTo>
                <a:moveTo>
                  <a:pt x="249607" y="791098"/>
                </a:moveTo>
                <a:lnTo>
                  <a:pt x="363485" y="794295"/>
                </a:lnTo>
                <a:moveTo>
                  <a:pt x="1517960" y="900677"/>
                </a:moveTo>
                <a:lnTo>
                  <a:pt x="1681942" y="768948"/>
                </a:lnTo>
                <a:moveTo>
                  <a:pt x="1126356" y="512011"/>
                </a:moveTo>
                <a:lnTo>
                  <a:pt x="1186480" y="409816"/>
                </a:lnTo>
                <a:moveTo>
                  <a:pt x="1031155" y="477473"/>
                </a:moveTo>
                <a:lnTo>
                  <a:pt x="1126356" y="512011"/>
                </a:lnTo>
                <a:moveTo>
                  <a:pt x="1815095" y="1004337"/>
                </a:moveTo>
                <a:lnTo>
                  <a:pt x="1797041" y="1052883"/>
                </a:lnTo>
                <a:moveTo>
                  <a:pt x="1643563" y="905671"/>
                </a:moveTo>
                <a:lnTo>
                  <a:pt x="1815095" y="1004337"/>
                </a:lnTo>
                <a:moveTo>
                  <a:pt x="1643563" y="905671"/>
                </a:moveTo>
                <a:lnTo>
                  <a:pt x="1741785" y="888932"/>
                </a:lnTo>
                <a:moveTo>
                  <a:pt x="1851198" y="389216"/>
                </a:moveTo>
                <a:lnTo>
                  <a:pt x="1965063" y="354074"/>
                </a:lnTo>
                <a:moveTo>
                  <a:pt x="1741785" y="888932"/>
                </a:moveTo>
                <a:lnTo>
                  <a:pt x="1815095" y="1004337"/>
                </a:lnTo>
                <a:moveTo>
                  <a:pt x="1896956" y="799822"/>
                </a:moveTo>
                <a:lnTo>
                  <a:pt x="1994452" y="678055"/>
                </a:lnTo>
                <a:moveTo>
                  <a:pt x="1640278" y="211554"/>
                </a:moveTo>
                <a:lnTo>
                  <a:pt x="1624711" y="297623"/>
                </a:lnTo>
                <a:moveTo>
                  <a:pt x="1797041" y="1052883"/>
                </a:moveTo>
                <a:lnTo>
                  <a:pt x="1857638" y="1055221"/>
                </a:lnTo>
                <a:moveTo>
                  <a:pt x="1815095" y="1004337"/>
                </a:moveTo>
                <a:lnTo>
                  <a:pt x="1857638" y="1055221"/>
                </a:lnTo>
                <a:moveTo>
                  <a:pt x="991521" y="476214"/>
                </a:moveTo>
                <a:lnTo>
                  <a:pt x="1006577" y="347401"/>
                </a:lnTo>
                <a:moveTo>
                  <a:pt x="1815095" y="1004337"/>
                </a:moveTo>
                <a:lnTo>
                  <a:pt x="1863712" y="874946"/>
                </a:lnTo>
                <a:moveTo>
                  <a:pt x="1741785" y="888932"/>
                </a:moveTo>
                <a:lnTo>
                  <a:pt x="1863712" y="874946"/>
                </a:lnTo>
                <a:moveTo>
                  <a:pt x="1851177" y="711605"/>
                </a:moveTo>
                <a:lnTo>
                  <a:pt x="1994452" y="678055"/>
                </a:lnTo>
                <a:moveTo>
                  <a:pt x="1524126" y="795150"/>
                </a:moveTo>
                <a:lnTo>
                  <a:pt x="1517960" y="900677"/>
                </a:lnTo>
                <a:moveTo>
                  <a:pt x="1851177" y="711605"/>
                </a:moveTo>
                <a:lnTo>
                  <a:pt x="1984237" y="654661"/>
                </a:lnTo>
                <a:moveTo>
                  <a:pt x="1681942" y="768948"/>
                </a:moveTo>
                <a:lnTo>
                  <a:pt x="1643563" y="905671"/>
                </a:lnTo>
                <a:moveTo>
                  <a:pt x="1863712" y="874946"/>
                </a:moveTo>
                <a:lnTo>
                  <a:pt x="1857638" y="1055221"/>
                </a:lnTo>
                <a:moveTo>
                  <a:pt x="1681942" y="768948"/>
                </a:moveTo>
                <a:lnTo>
                  <a:pt x="1741785" y="888932"/>
                </a:lnTo>
                <a:moveTo>
                  <a:pt x="1739982" y="269922"/>
                </a:moveTo>
                <a:lnTo>
                  <a:pt x="1819013" y="355190"/>
                </a:lnTo>
                <a:moveTo>
                  <a:pt x="1163246" y="476963"/>
                </a:moveTo>
                <a:lnTo>
                  <a:pt x="1226689" y="405254"/>
                </a:lnTo>
                <a:moveTo>
                  <a:pt x="1323820" y="281554"/>
                </a:moveTo>
                <a:lnTo>
                  <a:pt x="1421483" y="329121"/>
                </a:lnTo>
                <a:moveTo>
                  <a:pt x="1896956" y="799822"/>
                </a:moveTo>
                <a:lnTo>
                  <a:pt x="1863712" y="874946"/>
                </a:lnTo>
                <a:moveTo>
                  <a:pt x="1681942" y="768948"/>
                </a:moveTo>
                <a:lnTo>
                  <a:pt x="1863712" y="874946"/>
                </a:lnTo>
                <a:moveTo>
                  <a:pt x="1681942" y="768948"/>
                </a:moveTo>
                <a:lnTo>
                  <a:pt x="1896956" y="799822"/>
                </a:lnTo>
                <a:moveTo>
                  <a:pt x="1660280" y="739748"/>
                </a:moveTo>
                <a:lnTo>
                  <a:pt x="1681942" y="768948"/>
                </a:lnTo>
                <a:moveTo>
                  <a:pt x="1851177" y="711605"/>
                </a:moveTo>
                <a:lnTo>
                  <a:pt x="1896956" y="799822"/>
                </a:lnTo>
                <a:moveTo>
                  <a:pt x="1685421" y="743864"/>
                </a:moveTo>
                <a:lnTo>
                  <a:pt x="1896956" y="799822"/>
                </a:lnTo>
                <a:moveTo>
                  <a:pt x="1660280" y="739748"/>
                </a:moveTo>
                <a:lnTo>
                  <a:pt x="1685421" y="743864"/>
                </a:lnTo>
                <a:moveTo>
                  <a:pt x="213839" y="748609"/>
                </a:moveTo>
                <a:lnTo>
                  <a:pt x="326871" y="683494"/>
                </a:lnTo>
                <a:moveTo>
                  <a:pt x="1681942" y="768948"/>
                </a:moveTo>
                <a:lnTo>
                  <a:pt x="1685421" y="743864"/>
                </a:lnTo>
                <a:moveTo>
                  <a:pt x="1006577" y="347401"/>
                </a:moveTo>
                <a:lnTo>
                  <a:pt x="1008002" y="330901"/>
                </a:lnTo>
                <a:moveTo>
                  <a:pt x="1031155" y="477473"/>
                </a:moveTo>
                <a:lnTo>
                  <a:pt x="1015904" y="571282"/>
                </a:lnTo>
                <a:moveTo>
                  <a:pt x="1031155" y="477473"/>
                </a:moveTo>
                <a:lnTo>
                  <a:pt x="1017325" y="572732"/>
                </a:lnTo>
                <a:moveTo>
                  <a:pt x="1685421" y="743864"/>
                </a:moveTo>
                <a:lnTo>
                  <a:pt x="1851177" y="711605"/>
                </a:lnTo>
                <a:moveTo>
                  <a:pt x="1323820" y="281554"/>
                </a:moveTo>
                <a:lnTo>
                  <a:pt x="1322975" y="445534"/>
                </a:lnTo>
                <a:moveTo>
                  <a:pt x="249607" y="791098"/>
                </a:moveTo>
                <a:lnTo>
                  <a:pt x="326871" y="683494"/>
                </a:lnTo>
                <a:moveTo>
                  <a:pt x="1006577" y="347401"/>
                </a:moveTo>
                <a:lnTo>
                  <a:pt x="1012209" y="337640"/>
                </a:lnTo>
                <a:moveTo>
                  <a:pt x="1008002" y="330901"/>
                </a:moveTo>
                <a:lnTo>
                  <a:pt x="1090776" y="155262"/>
                </a:lnTo>
                <a:moveTo>
                  <a:pt x="1126356" y="512011"/>
                </a:moveTo>
                <a:lnTo>
                  <a:pt x="1163246" y="476963"/>
                </a:lnTo>
                <a:moveTo>
                  <a:pt x="1819013" y="355190"/>
                </a:moveTo>
                <a:lnTo>
                  <a:pt x="1851198" y="389216"/>
                </a:lnTo>
                <a:moveTo>
                  <a:pt x="1421483" y="329121"/>
                </a:moveTo>
                <a:lnTo>
                  <a:pt x="1522777" y="227452"/>
                </a:lnTo>
                <a:moveTo>
                  <a:pt x="1008002" y="330901"/>
                </a:moveTo>
                <a:lnTo>
                  <a:pt x="1012209" y="337640"/>
                </a:lnTo>
                <a:moveTo>
                  <a:pt x="1090776" y="155262"/>
                </a:moveTo>
                <a:lnTo>
                  <a:pt x="1012209" y="337640"/>
                </a:lnTo>
                <a:moveTo>
                  <a:pt x="1524126" y="795150"/>
                </a:moveTo>
                <a:lnTo>
                  <a:pt x="1660280" y="739748"/>
                </a:lnTo>
                <a:moveTo>
                  <a:pt x="1624711" y="297623"/>
                </a:moveTo>
                <a:lnTo>
                  <a:pt x="1739982" y="269922"/>
                </a:lnTo>
                <a:moveTo>
                  <a:pt x="1090776" y="155262"/>
                </a:moveTo>
                <a:lnTo>
                  <a:pt x="1101426" y="150267"/>
                </a:lnTo>
                <a:moveTo>
                  <a:pt x="1739982" y="269922"/>
                </a:moveTo>
                <a:lnTo>
                  <a:pt x="1713851" y="426026"/>
                </a:lnTo>
                <a:moveTo>
                  <a:pt x="991521" y="476214"/>
                </a:moveTo>
                <a:lnTo>
                  <a:pt x="1015904" y="571282"/>
                </a:lnTo>
                <a:moveTo>
                  <a:pt x="1226689" y="405254"/>
                </a:moveTo>
                <a:lnTo>
                  <a:pt x="1322975" y="445534"/>
                </a:lnTo>
                <a:moveTo>
                  <a:pt x="326871" y="683494"/>
                </a:moveTo>
                <a:lnTo>
                  <a:pt x="363485" y="794295"/>
                </a:lnTo>
                <a:moveTo>
                  <a:pt x="1012209" y="337640"/>
                </a:moveTo>
                <a:lnTo>
                  <a:pt x="1101426" y="150267"/>
                </a:lnTo>
                <a:moveTo>
                  <a:pt x="364793" y="616657"/>
                </a:moveTo>
                <a:lnTo>
                  <a:pt x="326871" y="683494"/>
                </a:lnTo>
                <a:moveTo>
                  <a:pt x="1522777" y="227452"/>
                </a:moveTo>
                <a:lnTo>
                  <a:pt x="1624711" y="297623"/>
                </a:lnTo>
                <a:moveTo>
                  <a:pt x="1713851" y="426026"/>
                </a:moveTo>
                <a:lnTo>
                  <a:pt x="1819013" y="355190"/>
                </a:lnTo>
                <a:moveTo>
                  <a:pt x="1163246" y="476963"/>
                </a:moveTo>
                <a:lnTo>
                  <a:pt x="1179599" y="529594"/>
                </a:lnTo>
                <a:moveTo>
                  <a:pt x="1660280" y="739748"/>
                </a:moveTo>
                <a:lnTo>
                  <a:pt x="1656567" y="628018"/>
                </a:lnTo>
                <a:moveTo>
                  <a:pt x="1654748" y="628396"/>
                </a:moveTo>
                <a:lnTo>
                  <a:pt x="1660280" y="739748"/>
                </a:lnTo>
                <a:moveTo>
                  <a:pt x="1747801" y="479757"/>
                </a:moveTo>
                <a:lnTo>
                  <a:pt x="1851198" y="389216"/>
                </a:lnTo>
                <a:moveTo>
                  <a:pt x="1713851" y="426026"/>
                </a:moveTo>
                <a:lnTo>
                  <a:pt x="1851198" y="389216"/>
                </a:lnTo>
                <a:moveTo>
                  <a:pt x="1522777" y="227452"/>
                </a:moveTo>
                <a:lnTo>
                  <a:pt x="1525544" y="410550"/>
                </a:lnTo>
                <a:moveTo>
                  <a:pt x="1006577" y="347401"/>
                </a:moveTo>
                <a:lnTo>
                  <a:pt x="1015904" y="571282"/>
                </a:lnTo>
                <a:moveTo>
                  <a:pt x="1656567" y="628018"/>
                </a:moveTo>
                <a:lnTo>
                  <a:pt x="1851177" y="711605"/>
                </a:lnTo>
                <a:moveTo>
                  <a:pt x="1656567" y="628018"/>
                </a:moveTo>
                <a:lnTo>
                  <a:pt x="1685421" y="743864"/>
                </a:lnTo>
                <a:moveTo>
                  <a:pt x="1126356" y="512011"/>
                </a:moveTo>
                <a:lnTo>
                  <a:pt x="1179599" y="529594"/>
                </a:lnTo>
                <a:moveTo>
                  <a:pt x="1322975" y="445534"/>
                </a:moveTo>
                <a:lnTo>
                  <a:pt x="1421483" y="329121"/>
                </a:lnTo>
                <a:moveTo>
                  <a:pt x="1226689" y="405254"/>
                </a:moveTo>
                <a:lnTo>
                  <a:pt x="1217407" y="524584"/>
                </a:lnTo>
                <a:moveTo>
                  <a:pt x="1015904" y="571282"/>
                </a:moveTo>
                <a:lnTo>
                  <a:pt x="1012209" y="337640"/>
                </a:lnTo>
                <a:moveTo>
                  <a:pt x="1017325" y="572732"/>
                </a:moveTo>
                <a:lnTo>
                  <a:pt x="1126356" y="512011"/>
                </a:lnTo>
                <a:moveTo>
                  <a:pt x="1016850" y="570220"/>
                </a:moveTo>
                <a:lnTo>
                  <a:pt x="1012209" y="337640"/>
                </a:lnTo>
                <a:moveTo>
                  <a:pt x="1524126" y="795150"/>
                </a:moveTo>
                <a:lnTo>
                  <a:pt x="1654748" y="628396"/>
                </a:lnTo>
                <a:moveTo>
                  <a:pt x="1163246" y="476963"/>
                </a:moveTo>
                <a:lnTo>
                  <a:pt x="1217407" y="524584"/>
                </a:lnTo>
                <a:moveTo>
                  <a:pt x="1624711" y="297623"/>
                </a:moveTo>
                <a:lnTo>
                  <a:pt x="1713851" y="426026"/>
                </a:lnTo>
                <a:moveTo>
                  <a:pt x="1421483" y="329121"/>
                </a:moveTo>
                <a:lnTo>
                  <a:pt x="1525544" y="410550"/>
                </a:lnTo>
                <a:moveTo>
                  <a:pt x="1012209" y="337640"/>
                </a:moveTo>
                <a:lnTo>
                  <a:pt x="1095692" y="349732"/>
                </a:lnTo>
                <a:moveTo>
                  <a:pt x="1713851" y="426026"/>
                </a:moveTo>
                <a:lnTo>
                  <a:pt x="1747801" y="479757"/>
                </a:lnTo>
                <a:moveTo>
                  <a:pt x="1012209" y="337640"/>
                </a:moveTo>
                <a:lnTo>
                  <a:pt x="1055679" y="412281"/>
                </a:lnTo>
                <a:moveTo>
                  <a:pt x="1095692" y="349732"/>
                </a:moveTo>
                <a:lnTo>
                  <a:pt x="1101426" y="150267"/>
                </a:lnTo>
                <a:moveTo>
                  <a:pt x="1747801" y="479757"/>
                </a:moveTo>
                <a:lnTo>
                  <a:pt x="1656567" y="628018"/>
                </a:lnTo>
                <a:moveTo>
                  <a:pt x="1654748" y="628396"/>
                </a:moveTo>
                <a:lnTo>
                  <a:pt x="1747801" y="479757"/>
                </a:lnTo>
                <a:moveTo>
                  <a:pt x="1654748" y="628396"/>
                </a:moveTo>
                <a:lnTo>
                  <a:pt x="1713851" y="426026"/>
                </a:lnTo>
                <a:moveTo>
                  <a:pt x="1101426" y="150267"/>
                </a:moveTo>
                <a:lnTo>
                  <a:pt x="1145851" y="219069"/>
                </a:lnTo>
                <a:moveTo>
                  <a:pt x="1017325" y="572732"/>
                </a:moveTo>
                <a:lnTo>
                  <a:pt x="1179599" y="529594"/>
                </a:lnTo>
                <a:moveTo>
                  <a:pt x="1016850" y="570220"/>
                </a:moveTo>
                <a:lnTo>
                  <a:pt x="1179599" y="529594"/>
                </a:lnTo>
                <a:moveTo>
                  <a:pt x="1525544" y="410550"/>
                </a:moveTo>
                <a:lnTo>
                  <a:pt x="1624711" y="297623"/>
                </a:lnTo>
                <a:moveTo>
                  <a:pt x="1021141" y="573890"/>
                </a:moveTo>
                <a:lnTo>
                  <a:pt x="1179599" y="529594"/>
                </a:lnTo>
                <a:moveTo>
                  <a:pt x="1654748" y="628396"/>
                </a:moveTo>
                <a:lnTo>
                  <a:pt x="1656567" y="628018"/>
                </a:lnTo>
                <a:moveTo>
                  <a:pt x="1654748" y="628396"/>
                </a:moveTo>
                <a:lnTo>
                  <a:pt x="1652426" y="630710"/>
                </a:lnTo>
                <a:moveTo>
                  <a:pt x="1015904" y="571282"/>
                </a:moveTo>
                <a:lnTo>
                  <a:pt x="1017325" y="572732"/>
                </a:lnTo>
                <a:moveTo>
                  <a:pt x="1015904" y="571282"/>
                </a:moveTo>
                <a:lnTo>
                  <a:pt x="1016066" y="572630"/>
                </a:lnTo>
                <a:moveTo>
                  <a:pt x="1015904" y="571282"/>
                </a:moveTo>
                <a:lnTo>
                  <a:pt x="1016850" y="570220"/>
                </a:lnTo>
                <a:moveTo>
                  <a:pt x="1016066" y="572630"/>
                </a:moveTo>
                <a:lnTo>
                  <a:pt x="1017325" y="572732"/>
                </a:lnTo>
                <a:moveTo>
                  <a:pt x="1016066" y="572630"/>
                </a:moveTo>
                <a:lnTo>
                  <a:pt x="1016850" y="570220"/>
                </a:lnTo>
                <a:moveTo>
                  <a:pt x="1017325" y="572732"/>
                </a:moveTo>
                <a:lnTo>
                  <a:pt x="1021141" y="573890"/>
                </a:lnTo>
                <a:moveTo>
                  <a:pt x="1016066" y="572630"/>
                </a:moveTo>
                <a:lnTo>
                  <a:pt x="1021141" y="573890"/>
                </a:lnTo>
                <a:moveTo>
                  <a:pt x="1016850" y="570220"/>
                </a:moveTo>
                <a:lnTo>
                  <a:pt x="1021141" y="573890"/>
                </a:lnTo>
                <a:moveTo>
                  <a:pt x="1421483" y="329121"/>
                </a:moveTo>
                <a:lnTo>
                  <a:pt x="1422346" y="502142"/>
                </a:lnTo>
                <a:moveTo>
                  <a:pt x="1624711" y="297623"/>
                </a:moveTo>
                <a:lnTo>
                  <a:pt x="1594459" y="489776"/>
                </a:lnTo>
                <a:moveTo>
                  <a:pt x="1594459" y="489776"/>
                </a:moveTo>
                <a:lnTo>
                  <a:pt x="1713851" y="426026"/>
                </a:lnTo>
                <a:moveTo>
                  <a:pt x="1217407" y="524584"/>
                </a:moveTo>
                <a:lnTo>
                  <a:pt x="1322975" y="445534"/>
                </a:lnTo>
                <a:moveTo>
                  <a:pt x="1179599" y="529594"/>
                </a:moveTo>
                <a:lnTo>
                  <a:pt x="1217407" y="524584"/>
                </a:lnTo>
                <a:moveTo>
                  <a:pt x="1594459" y="489776"/>
                </a:moveTo>
                <a:lnTo>
                  <a:pt x="1654748" y="628396"/>
                </a:lnTo>
                <a:moveTo>
                  <a:pt x="1594459" y="489776"/>
                </a:moveTo>
                <a:lnTo>
                  <a:pt x="1652426" y="630710"/>
                </a:lnTo>
                <a:moveTo>
                  <a:pt x="1016850" y="570220"/>
                </a:moveTo>
                <a:lnTo>
                  <a:pt x="1055679" y="412281"/>
                </a:lnTo>
                <a:moveTo>
                  <a:pt x="1322975" y="445534"/>
                </a:moveTo>
                <a:lnTo>
                  <a:pt x="1422346" y="502142"/>
                </a:lnTo>
                <a:moveTo>
                  <a:pt x="1525544" y="410550"/>
                </a:moveTo>
                <a:lnTo>
                  <a:pt x="1594459" y="489776"/>
                </a:lnTo>
                <a:moveTo>
                  <a:pt x="1055679" y="412281"/>
                </a:moveTo>
                <a:lnTo>
                  <a:pt x="1095692" y="349732"/>
                </a:lnTo>
                <a:moveTo>
                  <a:pt x="1095692" y="349732"/>
                </a:moveTo>
                <a:lnTo>
                  <a:pt x="1145851" y="219069"/>
                </a:lnTo>
                <a:moveTo>
                  <a:pt x="1422346" y="502142"/>
                </a:moveTo>
                <a:lnTo>
                  <a:pt x="1525544" y="410550"/>
                </a:lnTo>
                <a:moveTo>
                  <a:pt x="1593927" y="534133"/>
                </a:moveTo>
                <a:lnTo>
                  <a:pt x="1652426" y="630710"/>
                </a:lnTo>
                <a:moveTo>
                  <a:pt x="1525544" y="410550"/>
                </a:moveTo>
                <a:lnTo>
                  <a:pt x="1593927" y="534133"/>
                </a:lnTo>
                <a:moveTo>
                  <a:pt x="1593927" y="534133"/>
                </a:moveTo>
                <a:lnTo>
                  <a:pt x="1594459" y="489776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6EB27654-A760-458E-8BF6-8CC46E0CC67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2692" y="686462"/>
                </a:moveTo>
                <a:lnTo>
                  <a:pt x="2362361" y="5865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4A9167DB-9B68-46E1-81AE-55E904DBB823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9178" y="572033"/>
                </a:moveTo>
                <a:lnTo>
                  <a:pt x="883237" y="6377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B041C038-C980-4944-AD39-668A3177477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780" y="892505"/>
                </a:moveTo>
                <a:lnTo>
                  <a:pt x="2222692" y="6864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14603A80-2573-498D-AC04-1830E7D42A8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116" y="731932"/>
                </a:moveTo>
                <a:lnTo>
                  <a:pt x="403516" y="5746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D677C044-F1A4-4E92-8BF5-147F35CEA62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2692" y="686462"/>
                </a:moveTo>
                <a:lnTo>
                  <a:pt x="2079954" y="5810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EEF57DC6-6607-4BAE-9460-5C744DAD59D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145" y="1010051"/>
                </a:moveTo>
                <a:lnTo>
                  <a:pt x="2238780" y="892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C589D04B-F395-47AE-B1D5-19C1687F640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116" y="731932"/>
                </a:moveTo>
                <a:lnTo>
                  <a:pt x="383960" y="939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1664C53B-7B1D-4521-874B-1E14E2954A5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9178" y="572033"/>
                </a:moveTo>
                <a:lnTo>
                  <a:pt x="758303" y="36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A8E5F711-F325-46FE-BC87-2A6F99973BC8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145" y="1010051"/>
                </a:moveTo>
                <a:lnTo>
                  <a:pt x="2123096" y="11885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709EBFAB-F0BB-4526-AB06-598D54544FBC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9544" y="201531"/>
                </a:moveTo>
                <a:lnTo>
                  <a:pt x="1412280" y="3485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0B1BA366-E82C-4DFC-ABE1-8120603E8BE9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9178" y="572033"/>
                </a:moveTo>
                <a:lnTo>
                  <a:pt x="657155" y="7309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8ECBEA44-AA66-445A-A6D8-5C4F41CBD2BC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9954" y="581075"/>
                </a:moveTo>
                <a:lnTo>
                  <a:pt x="1941208" y="6973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E93D9C8C-9A2B-482A-B655-39FEEF813199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7155" y="730906"/>
                </a:moveTo>
                <a:lnTo>
                  <a:pt x="420116" y="7319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66FC1631-1DE6-4BD5-B09F-ABC4C9859C4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6547" y="901776"/>
                </a:moveTo>
                <a:lnTo>
                  <a:pt x="2105145" y="1010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0F79CA75-1A69-4248-955C-E1932E354748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280" y="348519"/>
                </a:moveTo>
                <a:lnTo>
                  <a:pt x="1632484" y="3383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1E0E4416-BE74-44E1-B09B-86F64FD4B081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566" y="602233"/>
                </a:moveTo>
                <a:lnTo>
                  <a:pt x="809178" y="5720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2610CD62-6E7F-421F-BD02-62DEC61174B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208" y="697319"/>
                </a:moveTo>
                <a:lnTo>
                  <a:pt x="1946547" y="9017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C8E4ECEB-0C33-434B-A4AF-ADDF0D1865F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116" y="731932"/>
                </a:moveTo>
                <a:lnTo>
                  <a:pt x="319987" y="6733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9092623C-86DC-46B9-AAC2-ABF549959304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2484" y="338356"/>
                </a:moveTo>
                <a:lnTo>
                  <a:pt x="1718275" y="4343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61FD65B5-AD8D-4DD0-B1D1-50EDC1B8DC98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208" y="697319"/>
                </a:moveTo>
                <a:lnTo>
                  <a:pt x="1775995" y="642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D4A2D8A0-C247-4881-AB38-E2FA3958FB6C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7494" y="977261"/>
                </a:moveTo>
                <a:lnTo>
                  <a:pt x="1946547" y="9017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3010E34C-3059-48F5-A9FD-E1558A7FEC3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495" y="320352"/>
                </a:moveTo>
                <a:lnTo>
                  <a:pt x="1412280" y="3485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9026416E-577B-4844-B8DB-4BD27D83067E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8275" y="434312"/>
                </a:moveTo>
                <a:lnTo>
                  <a:pt x="1775995" y="642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AC632903-4D7A-4D2C-A68E-F81FD7B566CB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389" y="731838"/>
                </a:moveTo>
                <a:lnTo>
                  <a:pt x="1012566" y="6022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E6285C03-C2FC-49B4-A863-77B883530EE9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95" y="642496"/>
                </a:moveTo>
                <a:lnTo>
                  <a:pt x="1685235" y="8171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FEF641A2-A4B4-40D0-88C1-19C4987A9D9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5235" y="817127"/>
                </a:moveTo>
                <a:lnTo>
                  <a:pt x="1787494" y="97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ECC45720-3052-4650-8D60-95E78BA1B719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8275" y="434312"/>
                </a:moveTo>
                <a:lnTo>
                  <a:pt x="1583470" y="4188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FC54CDB6-7002-4D1F-868C-5C713F799458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389" y="731838"/>
                </a:moveTo>
                <a:lnTo>
                  <a:pt x="1078310" y="9406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A8C7F8F9-8E76-42E7-B941-8832EB176C2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3470" y="418817"/>
                </a:moveTo>
                <a:lnTo>
                  <a:pt x="1412495" y="3203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2BBD1708-BD9F-48D4-B813-CFE6E45FEA1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495" y="320352"/>
                </a:moveTo>
                <a:lnTo>
                  <a:pt x="1227323" y="4070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58397D6A-EC96-470B-B9FB-53B142023AE9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732" y="618170"/>
                </a:moveTo>
                <a:lnTo>
                  <a:pt x="1051389" y="731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B0B340B7-1DAD-4F07-B734-DA429A912B9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323" y="407022"/>
                </a:moveTo>
                <a:lnTo>
                  <a:pt x="1240732" y="6181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BB2CB9DC-0029-435F-881C-683A4216B874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389" y="731838"/>
                </a:moveTo>
                <a:lnTo>
                  <a:pt x="891364" y="697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FF65165B-0266-4E4B-B4A4-7CB799FB6F11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2235" y="440935"/>
                </a:moveTo>
                <a:lnTo>
                  <a:pt x="2302706" y="438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E5E81946-61B4-401F-AC45-C2D55352C13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5501" y="835716"/>
                </a:moveTo>
                <a:lnTo>
                  <a:pt x="2162235" y="4409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9DAC889F-1EDE-438E-93B7-64FF003210D4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5043" y="763512"/>
                </a:moveTo>
                <a:lnTo>
                  <a:pt x="478685" y="8426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1A539B9B-FE7A-4441-AF0C-31FC0BBCC2AC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2235" y="440935"/>
                </a:moveTo>
                <a:lnTo>
                  <a:pt x="2022742" y="6120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CFC0EDED-5956-45BB-A1BF-9D3B1ACF772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5043" y="763512"/>
                </a:moveTo>
                <a:lnTo>
                  <a:pt x="205207" y="6301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F6500570-64C1-493B-93D9-F39F073825F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2959" y="1215061"/>
                </a:moveTo>
                <a:lnTo>
                  <a:pt x="2275501" y="835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06E97822-C833-40BC-B139-B63B583311F7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2959" y="1215061"/>
                </a:moveTo>
                <a:lnTo>
                  <a:pt x="2292326" y="1235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FA280152-8A95-4B49-977D-918EF6DAF37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780" y="944442"/>
                </a:moveTo>
                <a:lnTo>
                  <a:pt x="1953210" y="986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41A821E5-0FFE-42E3-AD9A-1748C66E6C2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3210" y="986440"/>
                </a:moveTo>
                <a:lnTo>
                  <a:pt x="2202959" y="12150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658EDD4A-0081-4AA1-A91B-054110C2AB1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991" y="775463"/>
                </a:moveTo>
                <a:lnTo>
                  <a:pt x="1953210" y="986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8D05C227-F5B8-4872-80D7-B37872339197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742" y="612015"/>
                </a:moveTo>
                <a:lnTo>
                  <a:pt x="1958991" y="7754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119A4ACF-E12C-4471-A27A-CD375C92AF9B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5043" y="763512"/>
                </a:moveTo>
                <a:lnTo>
                  <a:pt x="276191" y="930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4CAF17E4-9D39-42BD-B11E-F542773D439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7142" y="646710"/>
                </a:moveTo>
                <a:lnTo>
                  <a:pt x="345043" y="763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393BF2A4-E284-466E-9797-BF550239A816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3033" y="254335"/>
                </a:moveTo>
                <a:lnTo>
                  <a:pt x="1491287" y="4079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33CCC3F2-9DF4-4839-9620-95B160677B2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70" y="550020"/>
                </a:moveTo>
                <a:lnTo>
                  <a:pt x="722934" y="531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E343608B-B6CB-4641-A93F-B3194EC3B983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9414" y="879934"/>
                </a:moveTo>
                <a:lnTo>
                  <a:pt x="1811780" y="9444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E736F961-8649-4357-8A46-15EC7D0024C9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287" y="407900"/>
                </a:moveTo>
                <a:lnTo>
                  <a:pt x="1711181" y="3764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4F8F5A92-00DF-4801-9EB9-CFF7DF398B4B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70" y="550020"/>
                </a:moveTo>
                <a:lnTo>
                  <a:pt x="427142" y="6467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C1C132A0-3C70-4097-A551-89A2006C46C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991" y="775463"/>
                </a:moveTo>
                <a:lnTo>
                  <a:pt x="1898722" y="6740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27772C12-85FE-4525-8435-E2FE360F6EE8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596" y="498042"/>
                </a:moveTo>
                <a:lnTo>
                  <a:pt x="1491287" y="4079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3BF7C6CC-1CF1-4B2B-A669-FE31312FBF6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1181" y="376493"/>
                </a:moveTo>
                <a:lnTo>
                  <a:pt x="1789893" y="5094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C2AEF0FB-D675-4B84-9D83-FEEA85D42DD4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70" y="550020"/>
                </a:moveTo>
                <a:lnTo>
                  <a:pt x="592683" y="36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D8C3DA9C-CC67-467C-AFDA-4551906FEFF8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4024" y="726614"/>
                </a:moveTo>
                <a:lnTo>
                  <a:pt x="638170" y="5500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5AC4FFE5-6610-4B74-965C-F0675B20E50B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8722" y="674034"/>
                </a:moveTo>
                <a:lnTo>
                  <a:pt x="1809414" y="879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D656F336-C1AB-446B-8DDE-C9C27841DCF7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596" y="498042"/>
                </a:moveTo>
                <a:lnTo>
                  <a:pt x="1285335" y="6398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0F3580A5-F296-4F83-8289-C20829AE33BE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893" y="509498"/>
                </a:moveTo>
                <a:lnTo>
                  <a:pt x="1898722" y="6740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5D1998F6-E6D1-4468-95BB-67B5EE9A839B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893" y="509498"/>
                </a:moveTo>
                <a:lnTo>
                  <a:pt x="1608139" y="5781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7B6AA0AD-A3E4-4202-BCE8-CE35ABA22F8C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139" y="578172"/>
                </a:moveTo>
                <a:lnTo>
                  <a:pt x="1440596" y="4980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B8803131-7C05-4BAD-9EA5-AD5357F63857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335" y="639802"/>
                </a:moveTo>
                <a:lnTo>
                  <a:pt x="1148586" y="6280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6381AE34-B4D3-42EE-8D9F-397B0778E666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043" y="777137"/>
                </a:moveTo>
                <a:lnTo>
                  <a:pt x="744024" y="72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F42C55DB-34B5-4FAD-8E1A-07B6484B7D13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043" y="777137"/>
                </a:moveTo>
                <a:lnTo>
                  <a:pt x="1012041" y="9537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7A8007A4-A01A-48B5-BF7F-4C09D924BBD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8586" y="628015"/>
                </a:moveTo>
                <a:lnTo>
                  <a:pt x="961043" y="7771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8A59B796-BCCD-46FB-B922-8A5965204F94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043" y="777137"/>
                </a:moveTo>
                <a:lnTo>
                  <a:pt x="892119" y="7674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16EE47ED-394A-45EE-9F3B-88709D182B5B}"/>
              </a:ext>
            </a:extLst>
          </p:cNvPr>
          <p:cNvSpPr>
            <a:spLocks/>
          </p:cNvSpPr>
          <p:nvPr/>
        </p:nvSpPr>
        <p:spPr>
          <a:xfrm>
            <a:off x="7529041" y="10287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BB22EE11-850E-43EE-AFDD-174E481B8604}"/>
              </a:ext>
            </a:extLst>
          </p:cNvPr>
          <p:cNvSpPr>
            <a:spLocks/>
          </p:cNvSpPr>
          <p:nvPr/>
        </p:nvSpPr>
        <p:spPr>
          <a:xfrm>
            <a:off x="7647295" y="11822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5A94E47B-ACA1-4D5F-A714-579F988DCA86}"/>
              </a:ext>
            </a:extLst>
          </p:cNvPr>
          <p:cNvSpPr>
            <a:spLocks/>
          </p:cNvSpPr>
          <p:nvPr/>
        </p:nvSpPr>
        <p:spPr>
          <a:xfrm>
            <a:off x="7867189" y="11508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F49C86CD-166C-4316-981D-4FA100731C54}"/>
              </a:ext>
            </a:extLst>
          </p:cNvPr>
          <p:cNvSpPr>
            <a:spLocks/>
          </p:cNvSpPr>
          <p:nvPr/>
        </p:nvSpPr>
        <p:spPr>
          <a:xfrm>
            <a:off x="7945900" y="12838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248B9A99-5740-488B-B324-7B0AF6381B1A}"/>
              </a:ext>
            </a:extLst>
          </p:cNvPr>
          <p:cNvSpPr>
            <a:spLocks/>
          </p:cNvSpPr>
          <p:nvPr/>
        </p:nvSpPr>
        <p:spPr>
          <a:xfrm>
            <a:off x="8054729" y="14484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22045C76-9E61-4B8C-B456-2A67F3734F7F}"/>
              </a:ext>
            </a:extLst>
          </p:cNvPr>
          <p:cNvSpPr>
            <a:spLocks/>
          </p:cNvSpPr>
          <p:nvPr/>
        </p:nvSpPr>
        <p:spPr>
          <a:xfrm>
            <a:off x="7965422" y="16543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ABBC96D6-195C-47BD-A1AB-AD3AAB2ED5B5}"/>
              </a:ext>
            </a:extLst>
          </p:cNvPr>
          <p:cNvSpPr>
            <a:spLocks/>
          </p:cNvSpPr>
          <p:nvPr/>
        </p:nvSpPr>
        <p:spPr>
          <a:xfrm>
            <a:off x="7967788" y="17188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10BB6D3A-E11A-4BFE-B662-8D7753EC97BA}"/>
              </a:ext>
            </a:extLst>
          </p:cNvPr>
          <p:cNvSpPr>
            <a:spLocks/>
          </p:cNvSpPr>
          <p:nvPr/>
        </p:nvSpPr>
        <p:spPr>
          <a:xfrm>
            <a:off x="8109217" y="17608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D54CEC46-1476-424C-8D9E-2A7D40B687EE}"/>
              </a:ext>
            </a:extLst>
          </p:cNvPr>
          <p:cNvSpPr>
            <a:spLocks/>
          </p:cNvSpPr>
          <p:nvPr/>
        </p:nvSpPr>
        <p:spPr>
          <a:xfrm>
            <a:off x="8358967" y="19894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E79A8F78-B446-4D79-BC7E-62A36520405B}"/>
              </a:ext>
            </a:extLst>
          </p:cNvPr>
          <p:cNvSpPr>
            <a:spLocks/>
          </p:cNvSpPr>
          <p:nvPr/>
        </p:nvSpPr>
        <p:spPr>
          <a:xfrm>
            <a:off x="8448333" y="20100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C4A689EF-D06E-4FB9-AB4A-C6DD236C94EB}"/>
              </a:ext>
            </a:extLst>
          </p:cNvPr>
          <p:cNvSpPr>
            <a:spLocks/>
          </p:cNvSpPr>
          <p:nvPr/>
        </p:nvSpPr>
        <p:spPr>
          <a:xfrm>
            <a:off x="8431508" y="16100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49846479-463B-40AA-B28C-B1EF800CA89D}"/>
              </a:ext>
            </a:extLst>
          </p:cNvPr>
          <p:cNvSpPr>
            <a:spLocks/>
          </p:cNvSpPr>
          <p:nvPr/>
        </p:nvSpPr>
        <p:spPr>
          <a:xfrm>
            <a:off x="8318242" y="12153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83886243-E550-4A50-A3CB-2EB95BD3C776}"/>
              </a:ext>
            </a:extLst>
          </p:cNvPr>
          <p:cNvSpPr>
            <a:spLocks/>
          </p:cNvSpPr>
          <p:nvPr/>
        </p:nvSpPr>
        <p:spPr>
          <a:xfrm>
            <a:off x="8458714" y="1213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9C82B90D-4ECA-4BA5-9056-4F84951A2D8D}"/>
              </a:ext>
            </a:extLst>
          </p:cNvPr>
          <p:cNvSpPr>
            <a:spLocks/>
          </p:cNvSpPr>
          <p:nvPr/>
        </p:nvSpPr>
        <p:spPr>
          <a:xfrm>
            <a:off x="8178750" y="13863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7D6DD4FC-F776-408D-A024-7C6D0A993891}"/>
              </a:ext>
            </a:extLst>
          </p:cNvPr>
          <p:cNvSpPr>
            <a:spLocks/>
          </p:cNvSpPr>
          <p:nvPr/>
        </p:nvSpPr>
        <p:spPr>
          <a:xfrm>
            <a:off x="8114999" y="15498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3FD2AE46-79BA-4E74-8B02-D9C3A24A347F}"/>
              </a:ext>
            </a:extLst>
          </p:cNvPr>
          <p:cNvSpPr>
            <a:spLocks/>
          </p:cNvSpPr>
          <p:nvPr/>
        </p:nvSpPr>
        <p:spPr>
          <a:xfrm>
            <a:off x="7764146" y="13525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D35B3CF5-5E95-4AF1-8AD1-6C1FB46ACD35}"/>
              </a:ext>
            </a:extLst>
          </p:cNvPr>
          <p:cNvSpPr>
            <a:spLocks/>
          </p:cNvSpPr>
          <p:nvPr/>
        </p:nvSpPr>
        <p:spPr>
          <a:xfrm>
            <a:off x="7596604" y="12724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4CE5AE7F-2726-4515-9C95-C22CB03CAEC1}"/>
              </a:ext>
            </a:extLst>
          </p:cNvPr>
          <p:cNvSpPr>
            <a:spLocks/>
          </p:cNvSpPr>
          <p:nvPr/>
        </p:nvSpPr>
        <p:spPr>
          <a:xfrm>
            <a:off x="7441343" y="14141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885F7EF4-D6C4-42BF-A03E-CC133A4B5DD9}"/>
              </a:ext>
            </a:extLst>
          </p:cNvPr>
          <p:cNvSpPr>
            <a:spLocks/>
          </p:cNvSpPr>
          <p:nvPr/>
        </p:nvSpPr>
        <p:spPr>
          <a:xfrm>
            <a:off x="7304593" y="14023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798A35F4-326E-4CB6-8F73-38878CA0B8D6}"/>
              </a:ext>
            </a:extLst>
          </p:cNvPr>
          <p:cNvSpPr>
            <a:spLocks/>
          </p:cNvSpPr>
          <p:nvPr/>
        </p:nvSpPr>
        <p:spPr>
          <a:xfrm>
            <a:off x="7117051" y="15515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9F1C4AE6-20FA-41A1-804E-5DE6600F7A86}"/>
              </a:ext>
            </a:extLst>
          </p:cNvPr>
          <p:cNvSpPr>
            <a:spLocks/>
          </p:cNvSpPr>
          <p:nvPr/>
        </p:nvSpPr>
        <p:spPr>
          <a:xfrm>
            <a:off x="7048127" y="15418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D616F53F-49B0-4D31-8479-2B515342A63F}"/>
              </a:ext>
            </a:extLst>
          </p:cNvPr>
          <p:cNvSpPr>
            <a:spLocks/>
          </p:cNvSpPr>
          <p:nvPr/>
        </p:nvSpPr>
        <p:spPr>
          <a:xfrm>
            <a:off x="7168049" y="1728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B97711E0-9664-411F-BA88-EC175BE9CB7A}"/>
              </a:ext>
            </a:extLst>
          </p:cNvPr>
          <p:cNvSpPr>
            <a:spLocks/>
          </p:cNvSpPr>
          <p:nvPr/>
        </p:nvSpPr>
        <p:spPr>
          <a:xfrm>
            <a:off x="6900031" y="15009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FF7CA655-B882-4AF3-A922-E0A5B37B9FF5}"/>
              </a:ext>
            </a:extLst>
          </p:cNvPr>
          <p:cNvSpPr>
            <a:spLocks/>
          </p:cNvSpPr>
          <p:nvPr/>
        </p:nvSpPr>
        <p:spPr>
          <a:xfrm>
            <a:off x="6794177" y="13244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EE2C9078-54F6-4696-8985-E214E8957719}"/>
              </a:ext>
            </a:extLst>
          </p:cNvPr>
          <p:cNvSpPr>
            <a:spLocks/>
          </p:cNvSpPr>
          <p:nvPr/>
        </p:nvSpPr>
        <p:spPr>
          <a:xfrm>
            <a:off x="6748691" y="1143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A6EC7B78-24AF-4044-940A-D6A2A5654A7B}"/>
              </a:ext>
            </a:extLst>
          </p:cNvPr>
          <p:cNvSpPr>
            <a:spLocks/>
          </p:cNvSpPr>
          <p:nvPr/>
        </p:nvSpPr>
        <p:spPr>
          <a:xfrm>
            <a:off x="6878942" y="1306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C3723FA4-50ED-4D78-8700-CCC4E37E5D68}"/>
              </a:ext>
            </a:extLst>
          </p:cNvPr>
          <p:cNvSpPr>
            <a:spLocks/>
          </p:cNvSpPr>
          <p:nvPr/>
        </p:nvSpPr>
        <p:spPr>
          <a:xfrm>
            <a:off x="6583150" y="1421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43DC4813-F0DA-4B7A-99C6-966BC9092F06}"/>
              </a:ext>
            </a:extLst>
          </p:cNvPr>
          <p:cNvSpPr>
            <a:spLocks/>
          </p:cNvSpPr>
          <p:nvPr/>
        </p:nvSpPr>
        <p:spPr>
          <a:xfrm>
            <a:off x="6501050" y="15378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208451B8-8E71-4354-9CE7-54288A23BFFE}"/>
              </a:ext>
            </a:extLst>
          </p:cNvPr>
          <p:cNvSpPr>
            <a:spLocks/>
          </p:cNvSpPr>
          <p:nvPr/>
        </p:nvSpPr>
        <p:spPr>
          <a:xfrm>
            <a:off x="6432198" y="17049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277947D9-AB25-4E2E-BC63-AF70CB7DCCFE}"/>
              </a:ext>
            </a:extLst>
          </p:cNvPr>
          <p:cNvSpPr>
            <a:spLocks/>
          </p:cNvSpPr>
          <p:nvPr/>
        </p:nvSpPr>
        <p:spPr>
          <a:xfrm>
            <a:off x="6361214" y="14045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70A855D5-0DFA-48CE-A378-998FAC59A18A}"/>
              </a:ext>
            </a:extLst>
          </p:cNvPr>
          <p:cNvSpPr>
            <a:spLocks/>
          </p:cNvSpPr>
          <p:nvPr/>
        </p:nvSpPr>
        <p:spPr>
          <a:xfrm>
            <a:off x="6634693" y="16170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0514AF1F-565C-4ACA-9927-AE6B4578F364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2959" y="1215061"/>
                </a:moveTo>
                <a:lnTo>
                  <a:pt x="2494785" y="13199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CCEDFF01-9EB1-460C-8406-5A7493F62CE8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326" y="1235659"/>
                </a:moveTo>
                <a:lnTo>
                  <a:pt x="2494785" y="13199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es_2">
            <a:extLst>
              <a:ext uri="{FF2B5EF4-FFF2-40B4-BE49-F238E27FC236}">
                <a16:creationId xmlns:a16="http://schemas.microsoft.com/office/drawing/2014/main" id="{B10BDE29-642E-4CDF-B9FA-BB59B8F53EF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2683" y="368756"/>
                </a:moveTo>
                <a:lnTo>
                  <a:pt x="341689" y="19626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9" name="9q16_0_build_ClashingReceptorAtoms_0">
            <a:extLst>
              <a:ext uri="{FF2B5EF4-FFF2-40B4-BE49-F238E27FC236}">
                <a16:creationId xmlns:a16="http://schemas.microsoft.com/office/drawing/2014/main" id="{AEE76897-ACCF-447A-A508-FB620A571A94}"/>
              </a:ext>
            </a:extLst>
          </p:cNvPr>
          <p:cNvSpPr>
            <a:spLocks/>
          </p:cNvSpPr>
          <p:nvPr/>
        </p:nvSpPr>
        <p:spPr>
          <a:xfrm>
            <a:off x="6490077" y="9630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density_11">
            <a:extLst>
              <a:ext uri="{FF2B5EF4-FFF2-40B4-BE49-F238E27FC236}">
                <a16:creationId xmlns:a16="http://schemas.microsoft.com/office/drawing/2014/main" id="{8409147F-D348-4A7D-9C53-500204206719}"/>
              </a:ext>
            </a:extLst>
          </p:cNvPr>
          <p:cNvSpPr>
            <a:spLocks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1.34 Å   D 90%   Clash 3</a:t>
            </a:r>
          </a:p>
        </p:txBody>
      </p:sp>
      <p:sp>
        <p:nvSpPr>
          <p:cNvPr id="311" name="stage3-cases-density_12">
            <a:extLst>
              <a:ext uri="{FF2B5EF4-FFF2-40B4-BE49-F238E27FC236}">
                <a16:creationId xmlns:a16="http://schemas.microsoft.com/office/drawing/2014/main" id="{6166165C-AB9C-42EA-AC89-54C6C74EADBE}"/>
              </a:ext>
            </a:extLst>
          </p:cNvPr>
          <p:cNvSpPr>
            <a:spLocks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density_13">
            <a:extLst>
              <a:ext uri="{FF2B5EF4-FFF2-40B4-BE49-F238E27FC236}">
                <a16:creationId xmlns:a16="http://schemas.microsoft.com/office/drawing/2014/main" id="{50E968A8-C743-42BB-81C0-BBE917E24DD3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4623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density_14">
            <a:extLst>
              <a:ext uri="{FF2B5EF4-FFF2-40B4-BE49-F238E27FC236}">
                <a16:creationId xmlns:a16="http://schemas.microsoft.com/office/drawing/2014/main" id="{2440425B-7FF0-4258-B576-F19AAF0FDC66}"/>
              </a:ext>
            </a:extLst>
          </p:cNvPr>
          <p:cNvSpPr>
            <a:spLocks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E64A6B90-DFF3-419F-9910-BC4EAC336E6E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5751" y="933497"/>
                </a:moveTo>
                <a:lnTo>
                  <a:pt x="1033142" y="797960"/>
                </a:lnTo>
                <a:moveTo>
                  <a:pt x="943533" y="710364"/>
                </a:moveTo>
                <a:lnTo>
                  <a:pt x="1033142" y="797960"/>
                </a:lnTo>
                <a:moveTo>
                  <a:pt x="908345" y="981255"/>
                </a:moveTo>
                <a:lnTo>
                  <a:pt x="1015751" y="933497"/>
                </a:lnTo>
                <a:moveTo>
                  <a:pt x="836505" y="758577"/>
                </a:moveTo>
                <a:lnTo>
                  <a:pt x="943533" y="710364"/>
                </a:lnTo>
                <a:moveTo>
                  <a:pt x="817014" y="894450"/>
                </a:moveTo>
                <a:lnTo>
                  <a:pt x="908345" y="981255"/>
                </a:lnTo>
                <a:moveTo>
                  <a:pt x="817014" y="894450"/>
                </a:moveTo>
                <a:lnTo>
                  <a:pt x="836505" y="758577"/>
                </a:lnTo>
                <a:moveTo>
                  <a:pt x="625039" y="1124587"/>
                </a:moveTo>
                <a:lnTo>
                  <a:pt x="674516" y="1094922"/>
                </a:lnTo>
                <a:moveTo>
                  <a:pt x="701198" y="945615"/>
                </a:moveTo>
                <a:lnTo>
                  <a:pt x="817014" y="894450"/>
                </a:lnTo>
                <a:moveTo>
                  <a:pt x="674516" y="1094922"/>
                </a:moveTo>
                <a:lnTo>
                  <a:pt x="701198" y="945615"/>
                </a:lnTo>
                <a:moveTo>
                  <a:pt x="674516" y="1094922"/>
                </a:moveTo>
                <a:lnTo>
                  <a:pt x="580293" y="1140741"/>
                </a:lnTo>
                <a:moveTo>
                  <a:pt x="580293" y="1140741"/>
                </a:moveTo>
                <a:lnTo>
                  <a:pt x="624253" y="1157490"/>
                </a:lnTo>
                <a:moveTo>
                  <a:pt x="922074" y="506850"/>
                </a:moveTo>
                <a:lnTo>
                  <a:pt x="1027915" y="607685"/>
                </a:lnTo>
                <a:moveTo>
                  <a:pt x="1027915" y="607685"/>
                </a:moveTo>
                <a:lnTo>
                  <a:pt x="995977" y="741490"/>
                </a:lnTo>
                <a:moveTo>
                  <a:pt x="1027915" y="607685"/>
                </a:moveTo>
                <a:lnTo>
                  <a:pt x="1159549" y="569049"/>
                </a:lnTo>
                <a:moveTo>
                  <a:pt x="785926" y="308119"/>
                </a:moveTo>
                <a:lnTo>
                  <a:pt x="683930" y="345547"/>
                </a:lnTo>
                <a:moveTo>
                  <a:pt x="894637" y="407721"/>
                </a:moveTo>
                <a:lnTo>
                  <a:pt x="922074" y="506850"/>
                </a:lnTo>
                <a:moveTo>
                  <a:pt x="995977" y="741490"/>
                </a:moveTo>
                <a:lnTo>
                  <a:pt x="1092977" y="834680"/>
                </a:lnTo>
                <a:moveTo>
                  <a:pt x="1159549" y="569049"/>
                </a:moveTo>
                <a:lnTo>
                  <a:pt x="1257082" y="661863"/>
                </a:lnTo>
                <a:moveTo>
                  <a:pt x="1092977" y="834680"/>
                </a:moveTo>
                <a:lnTo>
                  <a:pt x="1223699" y="794851"/>
                </a:lnTo>
                <a:moveTo>
                  <a:pt x="1257082" y="661863"/>
                </a:moveTo>
                <a:lnTo>
                  <a:pt x="1223699" y="794851"/>
                </a:lnTo>
                <a:moveTo>
                  <a:pt x="894637" y="407721"/>
                </a:moveTo>
                <a:lnTo>
                  <a:pt x="785926" y="308119"/>
                </a:lnTo>
                <a:moveTo>
                  <a:pt x="850743" y="477462"/>
                </a:moveTo>
                <a:lnTo>
                  <a:pt x="894637" y="40772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0B1E6AF0-FC64-4A1A-8477-338607675959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4106" y="676688"/>
                </a:moveTo>
                <a:lnTo>
                  <a:pt x="1412150" y="681455"/>
                </a:lnTo>
                <a:moveTo>
                  <a:pt x="1343270" y="757724"/>
                </a:moveTo>
                <a:lnTo>
                  <a:pt x="1412150" y="681455"/>
                </a:lnTo>
                <a:moveTo>
                  <a:pt x="1413313" y="671908"/>
                </a:moveTo>
                <a:lnTo>
                  <a:pt x="1412150" y="681455"/>
                </a:lnTo>
                <a:moveTo>
                  <a:pt x="1343270" y="757724"/>
                </a:moveTo>
                <a:lnTo>
                  <a:pt x="1404106" y="676688"/>
                </a:lnTo>
                <a:moveTo>
                  <a:pt x="1412150" y="681455"/>
                </a:moveTo>
                <a:lnTo>
                  <a:pt x="1513907" y="738542"/>
                </a:lnTo>
                <a:moveTo>
                  <a:pt x="1404106" y="676688"/>
                </a:moveTo>
                <a:lnTo>
                  <a:pt x="1413313" y="671908"/>
                </a:lnTo>
                <a:moveTo>
                  <a:pt x="1413313" y="671908"/>
                </a:moveTo>
                <a:lnTo>
                  <a:pt x="1513907" y="738542"/>
                </a:lnTo>
                <a:moveTo>
                  <a:pt x="1325380" y="826986"/>
                </a:moveTo>
                <a:lnTo>
                  <a:pt x="1343270" y="757724"/>
                </a:lnTo>
                <a:moveTo>
                  <a:pt x="1246482" y="699510"/>
                </a:moveTo>
                <a:lnTo>
                  <a:pt x="1343270" y="757724"/>
                </a:lnTo>
                <a:moveTo>
                  <a:pt x="1264250" y="653333"/>
                </a:moveTo>
                <a:lnTo>
                  <a:pt x="1343270" y="757724"/>
                </a:lnTo>
                <a:moveTo>
                  <a:pt x="1308924" y="617510"/>
                </a:moveTo>
                <a:lnTo>
                  <a:pt x="1404106" y="676688"/>
                </a:lnTo>
                <a:moveTo>
                  <a:pt x="1308924" y="617510"/>
                </a:moveTo>
                <a:lnTo>
                  <a:pt x="1343270" y="757724"/>
                </a:lnTo>
                <a:moveTo>
                  <a:pt x="1517041" y="854880"/>
                </a:moveTo>
                <a:lnTo>
                  <a:pt x="1557565" y="875316"/>
                </a:lnTo>
                <a:moveTo>
                  <a:pt x="1513907" y="738542"/>
                </a:moveTo>
                <a:lnTo>
                  <a:pt x="1596185" y="780401"/>
                </a:lnTo>
                <a:moveTo>
                  <a:pt x="1246482" y="699510"/>
                </a:moveTo>
                <a:lnTo>
                  <a:pt x="1325380" y="826986"/>
                </a:lnTo>
                <a:moveTo>
                  <a:pt x="1306969" y="849440"/>
                </a:moveTo>
                <a:lnTo>
                  <a:pt x="1325380" y="826986"/>
                </a:lnTo>
                <a:moveTo>
                  <a:pt x="1517041" y="854880"/>
                </a:moveTo>
                <a:lnTo>
                  <a:pt x="1565965" y="853222"/>
                </a:lnTo>
                <a:moveTo>
                  <a:pt x="1325380" y="826986"/>
                </a:moveTo>
                <a:lnTo>
                  <a:pt x="1322655" y="858195"/>
                </a:lnTo>
                <a:moveTo>
                  <a:pt x="1413313" y="671908"/>
                </a:moveTo>
                <a:lnTo>
                  <a:pt x="1518309" y="655807"/>
                </a:lnTo>
                <a:moveTo>
                  <a:pt x="1518309" y="655807"/>
                </a:moveTo>
                <a:lnTo>
                  <a:pt x="1513907" y="738542"/>
                </a:lnTo>
                <a:moveTo>
                  <a:pt x="1544908" y="890359"/>
                </a:moveTo>
                <a:lnTo>
                  <a:pt x="1517041" y="854880"/>
                </a:lnTo>
                <a:moveTo>
                  <a:pt x="1517041" y="854880"/>
                </a:moveTo>
                <a:lnTo>
                  <a:pt x="1596185" y="780401"/>
                </a:lnTo>
                <a:moveTo>
                  <a:pt x="1322655" y="858195"/>
                </a:moveTo>
                <a:lnTo>
                  <a:pt x="1412876" y="909772"/>
                </a:lnTo>
                <a:moveTo>
                  <a:pt x="1246482" y="699510"/>
                </a:moveTo>
                <a:lnTo>
                  <a:pt x="1306969" y="849440"/>
                </a:lnTo>
                <a:moveTo>
                  <a:pt x="1306969" y="849440"/>
                </a:moveTo>
                <a:lnTo>
                  <a:pt x="1322655" y="858195"/>
                </a:lnTo>
                <a:moveTo>
                  <a:pt x="1231091" y="690332"/>
                </a:moveTo>
                <a:lnTo>
                  <a:pt x="1246482" y="699510"/>
                </a:lnTo>
                <a:moveTo>
                  <a:pt x="1264250" y="653333"/>
                </a:moveTo>
                <a:lnTo>
                  <a:pt x="1246482" y="699510"/>
                </a:lnTo>
                <a:moveTo>
                  <a:pt x="1198387" y="787017"/>
                </a:moveTo>
                <a:lnTo>
                  <a:pt x="1246482" y="699510"/>
                </a:lnTo>
                <a:moveTo>
                  <a:pt x="1198387" y="787017"/>
                </a:moveTo>
                <a:lnTo>
                  <a:pt x="1306969" y="849440"/>
                </a:lnTo>
                <a:moveTo>
                  <a:pt x="1231091" y="690332"/>
                </a:moveTo>
                <a:lnTo>
                  <a:pt x="1264250" y="653333"/>
                </a:lnTo>
                <a:moveTo>
                  <a:pt x="1178142" y="775178"/>
                </a:moveTo>
                <a:lnTo>
                  <a:pt x="1246482" y="699510"/>
                </a:lnTo>
                <a:moveTo>
                  <a:pt x="1565965" y="853222"/>
                </a:moveTo>
                <a:lnTo>
                  <a:pt x="1557565" y="875316"/>
                </a:lnTo>
                <a:moveTo>
                  <a:pt x="1178142" y="775178"/>
                </a:moveTo>
                <a:lnTo>
                  <a:pt x="1231091" y="690332"/>
                </a:lnTo>
                <a:moveTo>
                  <a:pt x="1544908" y="890359"/>
                </a:moveTo>
                <a:lnTo>
                  <a:pt x="1557565" y="875316"/>
                </a:lnTo>
                <a:moveTo>
                  <a:pt x="1178142" y="775178"/>
                </a:moveTo>
                <a:lnTo>
                  <a:pt x="1198387" y="787017"/>
                </a:lnTo>
                <a:moveTo>
                  <a:pt x="1388430" y="603399"/>
                </a:moveTo>
                <a:lnTo>
                  <a:pt x="1404106" y="676688"/>
                </a:lnTo>
                <a:moveTo>
                  <a:pt x="1264250" y="653333"/>
                </a:moveTo>
                <a:lnTo>
                  <a:pt x="1308924" y="617510"/>
                </a:lnTo>
                <a:moveTo>
                  <a:pt x="1565965" y="853222"/>
                </a:moveTo>
                <a:lnTo>
                  <a:pt x="1596185" y="780401"/>
                </a:lnTo>
                <a:moveTo>
                  <a:pt x="1388430" y="603399"/>
                </a:moveTo>
                <a:lnTo>
                  <a:pt x="1413313" y="671908"/>
                </a:lnTo>
                <a:moveTo>
                  <a:pt x="1165204" y="828012"/>
                </a:moveTo>
                <a:lnTo>
                  <a:pt x="1198387" y="787017"/>
                </a:lnTo>
                <a:moveTo>
                  <a:pt x="1085340" y="721103"/>
                </a:moveTo>
                <a:lnTo>
                  <a:pt x="1178142" y="775178"/>
                </a:lnTo>
                <a:moveTo>
                  <a:pt x="1165204" y="828012"/>
                </a:moveTo>
                <a:lnTo>
                  <a:pt x="1178142" y="775178"/>
                </a:lnTo>
                <a:moveTo>
                  <a:pt x="1513907" y="738542"/>
                </a:moveTo>
                <a:lnTo>
                  <a:pt x="1612674" y="668185"/>
                </a:lnTo>
                <a:moveTo>
                  <a:pt x="1412876" y="909772"/>
                </a:moveTo>
                <a:lnTo>
                  <a:pt x="1492335" y="949427"/>
                </a:lnTo>
                <a:moveTo>
                  <a:pt x="1124471" y="625626"/>
                </a:moveTo>
                <a:lnTo>
                  <a:pt x="1231091" y="690332"/>
                </a:lnTo>
                <a:moveTo>
                  <a:pt x="1085340" y="721103"/>
                </a:moveTo>
                <a:lnTo>
                  <a:pt x="1165204" y="828012"/>
                </a:lnTo>
                <a:moveTo>
                  <a:pt x="1116298" y="632799"/>
                </a:moveTo>
                <a:lnTo>
                  <a:pt x="1178142" y="775178"/>
                </a:lnTo>
                <a:moveTo>
                  <a:pt x="1359604" y="935701"/>
                </a:moveTo>
                <a:lnTo>
                  <a:pt x="1412876" y="909772"/>
                </a:lnTo>
                <a:moveTo>
                  <a:pt x="1124471" y="625626"/>
                </a:moveTo>
                <a:lnTo>
                  <a:pt x="1178142" y="775178"/>
                </a:lnTo>
                <a:moveTo>
                  <a:pt x="1045111" y="697709"/>
                </a:moveTo>
                <a:lnTo>
                  <a:pt x="1085340" y="721103"/>
                </a:lnTo>
                <a:moveTo>
                  <a:pt x="1606288" y="898007"/>
                </a:moveTo>
                <a:lnTo>
                  <a:pt x="1557565" y="875316"/>
                </a:lnTo>
                <a:moveTo>
                  <a:pt x="1322655" y="858195"/>
                </a:moveTo>
                <a:lnTo>
                  <a:pt x="1359604" y="935701"/>
                </a:lnTo>
                <a:moveTo>
                  <a:pt x="1565965" y="853222"/>
                </a:moveTo>
                <a:lnTo>
                  <a:pt x="1606288" y="898007"/>
                </a:lnTo>
                <a:moveTo>
                  <a:pt x="1492335" y="949427"/>
                </a:moveTo>
                <a:lnTo>
                  <a:pt x="1544908" y="890359"/>
                </a:lnTo>
                <a:moveTo>
                  <a:pt x="1231091" y="690332"/>
                </a:moveTo>
                <a:lnTo>
                  <a:pt x="1261593" y="586216"/>
                </a:lnTo>
                <a:moveTo>
                  <a:pt x="1261593" y="586216"/>
                </a:moveTo>
                <a:lnTo>
                  <a:pt x="1264250" y="653333"/>
                </a:lnTo>
                <a:moveTo>
                  <a:pt x="1034537" y="806494"/>
                </a:moveTo>
                <a:lnTo>
                  <a:pt x="1085340" y="721103"/>
                </a:lnTo>
                <a:moveTo>
                  <a:pt x="1544908" y="890359"/>
                </a:moveTo>
                <a:lnTo>
                  <a:pt x="1606288" y="898007"/>
                </a:lnTo>
                <a:moveTo>
                  <a:pt x="1174001" y="883610"/>
                </a:moveTo>
                <a:lnTo>
                  <a:pt x="1198387" y="787017"/>
                </a:lnTo>
                <a:moveTo>
                  <a:pt x="1116298" y="632799"/>
                </a:moveTo>
                <a:lnTo>
                  <a:pt x="1085340" y="721103"/>
                </a:lnTo>
                <a:moveTo>
                  <a:pt x="1085340" y="721103"/>
                </a:moveTo>
                <a:lnTo>
                  <a:pt x="1137038" y="864162"/>
                </a:lnTo>
                <a:moveTo>
                  <a:pt x="999559" y="786131"/>
                </a:moveTo>
                <a:lnTo>
                  <a:pt x="1085340" y="721103"/>
                </a:lnTo>
                <a:moveTo>
                  <a:pt x="1596185" y="780401"/>
                </a:moveTo>
                <a:lnTo>
                  <a:pt x="1671716" y="819191"/>
                </a:lnTo>
                <a:moveTo>
                  <a:pt x="1228212" y="912976"/>
                </a:moveTo>
                <a:lnTo>
                  <a:pt x="1306969" y="849440"/>
                </a:lnTo>
                <a:moveTo>
                  <a:pt x="1308924" y="617510"/>
                </a:moveTo>
                <a:lnTo>
                  <a:pt x="1388430" y="603399"/>
                </a:lnTo>
                <a:moveTo>
                  <a:pt x="1137038" y="864162"/>
                </a:moveTo>
                <a:lnTo>
                  <a:pt x="1165204" y="828012"/>
                </a:lnTo>
                <a:moveTo>
                  <a:pt x="1228212" y="912976"/>
                </a:moveTo>
                <a:lnTo>
                  <a:pt x="1322655" y="858195"/>
                </a:lnTo>
                <a:moveTo>
                  <a:pt x="1045111" y="697709"/>
                </a:moveTo>
                <a:lnTo>
                  <a:pt x="1116298" y="632799"/>
                </a:lnTo>
                <a:moveTo>
                  <a:pt x="1261593" y="586216"/>
                </a:moveTo>
                <a:lnTo>
                  <a:pt x="1308924" y="617510"/>
                </a:lnTo>
                <a:moveTo>
                  <a:pt x="999559" y="786131"/>
                </a:moveTo>
                <a:lnTo>
                  <a:pt x="1045111" y="697709"/>
                </a:lnTo>
                <a:moveTo>
                  <a:pt x="1198387" y="787017"/>
                </a:moveTo>
                <a:lnTo>
                  <a:pt x="1228212" y="912976"/>
                </a:lnTo>
                <a:moveTo>
                  <a:pt x="1483300" y="605155"/>
                </a:moveTo>
                <a:lnTo>
                  <a:pt x="1413313" y="671908"/>
                </a:lnTo>
                <a:moveTo>
                  <a:pt x="1565965" y="853222"/>
                </a:moveTo>
                <a:lnTo>
                  <a:pt x="1628620" y="908401"/>
                </a:lnTo>
                <a:moveTo>
                  <a:pt x="1231337" y="566834"/>
                </a:moveTo>
                <a:lnTo>
                  <a:pt x="1231091" y="690332"/>
                </a:lnTo>
                <a:moveTo>
                  <a:pt x="1034537" y="806494"/>
                </a:moveTo>
                <a:lnTo>
                  <a:pt x="1137038" y="864162"/>
                </a:lnTo>
                <a:moveTo>
                  <a:pt x="999559" y="786131"/>
                </a:moveTo>
                <a:lnTo>
                  <a:pt x="1034537" y="806494"/>
                </a:lnTo>
                <a:moveTo>
                  <a:pt x="1165204" y="828012"/>
                </a:moveTo>
                <a:lnTo>
                  <a:pt x="1174001" y="883610"/>
                </a:lnTo>
                <a:moveTo>
                  <a:pt x="570419" y="658619"/>
                </a:moveTo>
                <a:lnTo>
                  <a:pt x="620723" y="687130"/>
                </a:lnTo>
                <a:moveTo>
                  <a:pt x="1116298" y="632799"/>
                </a:moveTo>
                <a:lnTo>
                  <a:pt x="1124471" y="625626"/>
                </a:lnTo>
                <a:moveTo>
                  <a:pt x="1596185" y="780401"/>
                </a:moveTo>
                <a:lnTo>
                  <a:pt x="1612674" y="668185"/>
                </a:lnTo>
                <a:moveTo>
                  <a:pt x="1596185" y="780401"/>
                </a:moveTo>
                <a:lnTo>
                  <a:pt x="1628620" y="908401"/>
                </a:lnTo>
                <a:moveTo>
                  <a:pt x="1518309" y="655807"/>
                </a:moveTo>
                <a:lnTo>
                  <a:pt x="1594442" y="658233"/>
                </a:lnTo>
                <a:moveTo>
                  <a:pt x="1518309" y="655807"/>
                </a:moveTo>
                <a:lnTo>
                  <a:pt x="1612674" y="668185"/>
                </a:lnTo>
                <a:moveTo>
                  <a:pt x="479382" y="605646"/>
                </a:moveTo>
                <a:lnTo>
                  <a:pt x="570419" y="658619"/>
                </a:lnTo>
                <a:moveTo>
                  <a:pt x="1492335" y="949427"/>
                </a:moveTo>
                <a:lnTo>
                  <a:pt x="1606288" y="898007"/>
                </a:lnTo>
                <a:moveTo>
                  <a:pt x="2232462" y="674797"/>
                </a:moveTo>
                <a:lnTo>
                  <a:pt x="2321538" y="609612"/>
                </a:lnTo>
                <a:moveTo>
                  <a:pt x="1137038" y="864162"/>
                </a:moveTo>
                <a:lnTo>
                  <a:pt x="1174001" y="883610"/>
                </a:lnTo>
                <a:moveTo>
                  <a:pt x="1596185" y="780401"/>
                </a:moveTo>
                <a:lnTo>
                  <a:pt x="1709681" y="721559"/>
                </a:lnTo>
                <a:moveTo>
                  <a:pt x="620723" y="687130"/>
                </a:moveTo>
                <a:lnTo>
                  <a:pt x="666836" y="711531"/>
                </a:lnTo>
                <a:moveTo>
                  <a:pt x="1252469" y="561718"/>
                </a:moveTo>
                <a:lnTo>
                  <a:pt x="1308924" y="617510"/>
                </a:lnTo>
                <a:moveTo>
                  <a:pt x="1004683" y="829645"/>
                </a:moveTo>
                <a:lnTo>
                  <a:pt x="1034537" y="806494"/>
                </a:lnTo>
                <a:moveTo>
                  <a:pt x="2232462" y="674797"/>
                </a:moveTo>
                <a:lnTo>
                  <a:pt x="2302449" y="598184"/>
                </a:lnTo>
                <a:moveTo>
                  <a:pt x="2302449" y="598184"/>
                </a:moveTo>
                <a:lnTo>
                  <a:pt x="2321538" y="609612"/>
                </a:lnTo>
                <a:moveTo>
                  <a:pt x="917794" y="737690"/>
                </a:moveTo>
                <a:lnTo>
                  <a:pt x="999559" y="786131"/>
                </a:lnTo>
                <a:moveTo>
                  <a:pt x="620723" y="687130"/>
                </a:moveTo>
                <a:lnTo>
                  <a:pt x="696299" y="641517"/>
                </a:lnTo>
                <a:moveTo>
                  <a:pt x="430051" y="692241"/>
                </a:moveTo>
                <a:lnTo>
                  <a:pt x="570419" y="658619"/>
                </a:lnTo>
                <a:moveTo>
                  <a:pt x="514449" y="739969"/>
                </a:moveTo>
                <a:lnTo>
                  <a:pt x="570419" y="658619"/>
                </a:lnTo>
                <a:moveTo>
                  <a:pt x="1004683" y="829645"/>
                </a:moveTo>
                <a:lnTo>
                  <a:pt x="999559" y="786131"/>
                </a:lnTo>
                <a:moveTo>
                  <a:pt x="1671716" y="819191"/>
                </a:moveTo>
                <a:lnTo>
                  <a:pt x="1680211" y="823627"/>
                </a:lnTo>
                <a:moveTo>
                  <a:pt x="2331418" y="573401"/>
                </a:moveTo>
                <a:lnTo>
                  <a:pt x="2321538" y="609612"/>
                </a:lnTo>
                <a:moveTo>
                  <a:pt x="1671716" y="819191"/>
                </a:moveTo>
                <a:lnTo>
                  <a:pt x="1682394" y="816958"/>
                </a:lnTo>
                <a:moveTo>
                  <a:pt x="1045111" y="697709"/>
                </a:moveTo>
                <a:lnTo>
                  <a:pt x="1100701" y="608005"/>
                </a:lnTo>
                <a:moveTo>
                  <a:pt x="953950" y="640474"/>
                </a:moveTo>
                <a:lnTo>
                  <a:pt x="1045111" y="697709"/>
                </a:lnTo>
                <a:moveTo>
                  <a:pt x="1433295" y="974807"/>
                </a:moveTo>
                <a:lnTo>
                  <a:pt x="1412876" y="909772"/>
                </a:lnTo>
                <a:moveTo>
                  <a:pt x="1682394" y="816958"/>
                </a:moveTo>
                <a:lnTo>
                  <a:pt x="1680211" y="823627"/>
                </a:lnTo>
                <a:moveTo>
                  <a:pt x="2302449" y="598184"/>
                </a:moveTo>
                <a:lnTo>
                  <a:pt x="2331418" y="573401"/>
                </a:lnTo>
                <a:moveTo>
                  <a:pt x="1657282" y="861246"/>
                </a:moveTo>
                <a:lnTo>
                  <a:pt x="1671716" y="819191"/>
                </a:lnTo>
                <a:moveTo>
                  <a:pt x="1837975" y="912716"/>
                </a:moveTo>
                <a:lnTo>
                  <a:pt x="1897681" y="831135"/>
                </a:lnTo>
                <a:moveTo>
                  <a:pt x="1680211" y="823627"/>
                </a:moveTo>
                <a:lnTo>
                  <a:pt x="1782177" y="880878"/>
                </a:lnTo>
                <a:moveTo>
                  <a:pt x="570419" y="658619"/>
                </a:moveTo>
                <a:lnTo>
                  <a:pt x="639811" y="741140"/>
                </a:lnTo>
                <a:moveTo>
                  <a:pt x="639811" y="741140"/>
                </a:moveTo>
                <a:lnTo>
                  <a:pt x="620723" y="687130"/>
                </a:lnTo>
                <a:moveTo>
                  <a:pt x="1492335" y="949427"/>
                </a:moveTo>
                <a:lnTo>
                  <a:pt x="1628620" y="908401"/>
                </a:lnTo>
                <a:moveTo>
                  <a:pt x="1657282" y="861246"/>
                </a:moveTo>
                <a:lnTo>
                  <a:pt x="1680211" y="823627"/>
                </a:lnTo>
                <a:moveTo>
                  <a:pt x="430051" y="692241"/>
                </a:moveTo>
                <a:lnTo>
                  <a:pt x="479382" y="605646"/>
                </a:lnTo>
                <a:moveTo>
                  <a:pt x="1680211" y="823627"/>
                </a:moveTo>
                <a:lnTo>
                  <a:pt x="1824965" y="789221"/>
                </a:lnTo>
                <a:moveTo>
                  <a:pt x="1124471" y="625626"/>
                </a:moveTo>
                <a:lnTo>
                  <a:pt x="1231337" y="566834"/>
                </a:lnTo>
                <a:moveTo>
                  <a:pt x="1824965" y="789221"/>
                </a:moveTo>
                <a:lnTo>
                  <a:pt x="1897681" y="831135"/>
                </a:lnTo>
                <a:moveTo>
                  <a:pt x="1782177" y="880878"/>
                </a:moveTo>
                <a:lnTo>
                  <a:pt x="1837975" y="912716"/>
                </a:lnTo>
                <a:moveTo>
                  <a:pt x="1897681" y="831135"/>
                </a:moveTo>
                <a:lnTo>
                  <a:pt x="1929399" y="848401"/>
                </a:lnTo>
                <a:moveTo>
                  <a:pt x="1682394" y="816958"/>
                </a:moveTo>
                <a:lnTo>
                  <a:pt x="1824965" y="789221"/>
                </a:lnTo>
                <a:moveTo>
                  <a:pt x="1606288" y="898007"/>
                </a:moveTo>
                <a:lnTo>
                  <a:pt x="1628620" y="908401"/>
                </a:lnTo>
                <a:moveTo>
                  <a:pt x="1100701" y="608005"/>
                </a:moveTo>
                <a:lnTo>
                  <a:pt x="1116298" y="632799"/>
                </a:lnTo>
                <a:moveTo>
                  <a:pt x="696299" y="641517"/>
                </a:moveTo>
                <a:lnTo>
                  <a:pt x="666836" y="711531"/>
                </a:lnTo>
                <a:moveTo>
                  <a:pt x="1824965" y="789221"/>
                </a:moveTo>
                <a:lnTo>
                  <a:pt x="1837975" y="912716"/>
                </a:lnTo>
                <a:moveTo>
                  <a:pt x="1837975" y="912716"/>
                </a:moveTo>
                <a:lnTo>
                  <a:pt x="1929399" y="848401"/>
                </a:lnTo>
                <a:moveTo>
                  <a:pt x="950152" y="644353"/>
                </a:moveTo>
                <a:lnTo>
                  <a:pt x="999559" y="786131"/>
                </a:lnTo>
                <a:moveTo>
                  <a:pt x="1628620" y="908401"/>
                </a:moveTo>
                <a:lnTo>
                  <a:pt x="1671716" y="819191"/>
                </a:lnTo>
                <a:moveTo>
                  <a:pt x="1100701" y="608005"/>
                </a:moveTo>
                <a:lnTo>
                  <a:pt x="1124471" y="625626"/>
                </a:lnTo>
                <a:moveTo>
                  <a:pt x="866290" y="708547"/>
                </a:moveTo>
                <a:lnTo>
                  <a:pt x="917794" y="737690"/>
                </a:lnTo>
                <a:moveTo>
                  <a:pt x="953950" y="640474"/>
                </a:moveTo>
                <a:lnTo>
                  <a:pt x="999559" y="786131"/>
                </a:lnTo>
                <a:moveTo>
                  <a:pt x="1782177" y="880878"/>
                </a:moveTo>
                <a:lnTo>
                  <a:pt x="1824965" y="789221"/>
                </a:lnTo>
                <a:moveTo>
                  <a:pt x="1174001" y="883610"/>
                </a:moveTo>
                <a:lnTo>
                  <a:pt x="1228212" y="912976"/>
                </a:lnTo>
                <a:moveTo>
                  <a:pt x="620723" y="687130"/>
                </a:moveTo>
                <a:lnTo>
                  <a:pt x="697606" y="610479"/>
                </a:lnTo>
                <a:moveTo>
                  <a:pt x="1837975" y="912716"/>
                </a:moveTo>
                <a:lnTo>
                  <a:pt x="1883908" y="937944"/>
                </a:lnTo>
                <a:moveTo>
                  <a:pt x="2208598" y="773698"/>
                </a:moveTo>
                <a:lnTo>
                  <a:pt x="2232462" y="674797"/>
                </a:lnTo>
                <a:moveTo>
                  <a:pt x="1897681" y="831135"/>
                </a:moveTo>
                <a:lnTo>
                  <a:pt x="1947555" y="799851"/>
                </a:lnTo>
                <a:moveTo>
                  <a:pt x="1483300" y="605155"/>
                </a:moveTo>
                <a:lnTo>
                  <a:pt x="1518309" y="655807"/>
                </a:lnTo>
                <a:moveTo>
                  <a:pt x="430051" y="692241"/>
                </a:moveTo>
                <a:lnTo>
                  <a:pt x="514449" y="739969"/>
                </a:lnTo>
                <a:moveTo>
                  <a:pt x="1883908" y="937944"/>
                </a:moveTo>
                <a:lnTo>
                  <a:pt x="1929399" y="848401"/>
                </a:lnTo>
                <a:moveTo>
                  <a:pt x="1231337" y="566834"/>
                </a:moveTo>
                <a:lnTo>
                  <a:pt x="1261593" y="586216"/>
                </a:lnTo>
                <a:moveTo>
                  <a:pt x="1628620" y="908401"/>
                </a:moveTo>
                <a:lnTo>
                  <a:pt x="1657282" y="861246"/>
                </a:lnTo>
                <a:moveTo>
                  <a:pt x="639811" y="741140"/>
                </a:moveTo>
                <a:lnTo>
                  <a:pt x="666836" y="711531"/>
                </a:lnTo>
                <a:moveTo>
                  <a:pt x="696299" y="641517"/>
                </a:moveTo>
                <a:lnTo>
                  <a:pt x="720235" y="624785"/>
                </a:lnTo>
                <a:moveTo>
                  <a:pt x="1947555" y="799851"/>
                </a:moveTo>
                <a:lnTo>
                  <a:pt x="1929399" y="848401"/>
                </a:lnTo>
                <a:moveTo>
                  <a:pt x="1594442" y="658233"/>
                </a:moveTo>
                <a:lnTo>
                  <a:pt x="1612674" y="668185"/>
                </a:lnTo>
                <a:moveTo>
                  <a:pt x="1682394" y="816958"/>
                </a:moveTo>
                <a:lnTo>
                  <a:pt x="1767670" y="755126"/>
                </a:lnTo>
                <a:moveTo>
                  <a:pt x="1671716" y="819191"/>
                </a:moveTo>
                <a:lnTo>
                  <a:pt x="1709681" y="721559"/>
                </a:lnTo>
                <a:moveTo>
                  <a:pt x="567206" y="587724"/>
                </a:moveTo>
                <a:lnTo>
                  <a:pt x="570419" y="658619"/>
                </a:lnTo>
                <a:moveTo>
                  <a:pt x="666836" y="711531"/>
                </a:moveTo>
                <a:lnTo>
                  <a:pt x="804120" y="671286"/>
                </a:lnTo>
                <a:moveTo>
                  <a:pt x="2348732" y="620550"/>
                </a:moveTo>
                <a:lnTo>
                  <a:pt x="2321538" y="609612"/>
                </a:lnTo>
                <a:moveTo>
                  <a:pt x="1252469" y="561718"/>
                </a:moveTo>
                <a:lnTo>
                  <a:pt x="1388430" y="603399"/>
                </a:lnTo>
                <a:moveTo>
                  <a:pt x="868516" y="788327"/>
                </a:moveTo>
                <a:lnTo>
                  <a:pt x="999559" y="786131"/>
                </a:lnTo>
                <a:moveTo>
                  <a:pt x="1767670" y="755126"/>
                </a:moveTo>
                <a:lnTo>
                  <a:pt x="1824965" y="789221"/>
                </a:lnTo>
                <a:moveTo>
                  <a:pt x="804120" y="671286"/>
                </a:moveTo>
                <a:lnTo>
                  <a:pt x="866290" y="708547"/>
                </a:lnTo>
                <a:moveTo>
                  <a:pt x="1682394" y="816958"/>
                </a:moveTo>
                <a:lnTo>
                  <a:pt x="1709681" y="721559"/>
                </a:lnTo>
                <a:moveTo>
                  <a:pt x="1594442" y="658233"/>
                </a:moveTo>
                <a:lnTo>
                  <a:pt x="1613304" y="657342"/>
                </a:lnTo>
                <a:moveTo>
                  <a:pt x="866290" y="708547"/>
                </a:moveTo>
                <a:lnTo>
                  <a:pt x="950152" y="644353"/>
                </a:lnTo>
                <a:moveTo>
                  <a:pt x="950152" y="644353"/>
                </a:moveTo>
                <a:lnTo>
                  <a:pt x="917794" y="737690"/>
                </a:lnTo>
                <a:moveTo>
                  <a:pt x="1252469" y="561718"/>
                </a:moveTo>
                <a:lnTo>
                  <a:pt x="1261593" y="586216"/>
                </a:lnTo>
                <a:moveTo>
                  <a:pt x="696299" y="641517"/>
                </a:moveTo>
                <a:lnTo>
                  <a:pt x="804120" y="671286"/>
                </a:lnTo>
                <a:moveTo>
                  <a:pt x="2208598" y="773698"/>
                </a:moveTo>
                <a:lnTo>
                  <a:pt x="2225337" y="784618"/>
                </a:lnTo>
                <a:moveTo>
                  <a:pt x="1656159" y="922107"/>
                </a:moveTo>
                <a:lnTo>
                  <a:pt x="1680211" y="823627"/>
                </a:lnTo>
                <a:moveTo>
                  <a:pt x="1613304" y="657342"/>
                </a:moveTo>
                <a:lnTo>
                  <a:pt x="1612674" y="668185"/>
                </a:lnTo>
                <a:moveTo>
                  <a:pt x="697606" y="610479"/>
                </a:moveTo>
                <a:lnTo>
                  <a:pt x="696299" y="641517"/>
                </a:lnTo>
                <a:moveTo>
                  <a:pt x="570419" y="658619"/>
                </a:moveTo>
                <a:lnTo>
                  <a:pt x="598299" y="783057"/>
                </a:lnTo>
                <a:moveTo>
                  <a:pt x="1174001" y="883610"/>
                </a:moveTo>
                <a:lnTo>
                  <a:pt x="1205583" y="925870"/>
                </a:lnTo>
                <a:moveTo>
                  <a:pt x="1292991" y="940786"/>
                </a:moveTo>
                <a:lnTo>
                  <a:pt x="1322655" y="858195"/>
                </a:lnTo>
                <a:moveTo>
                  <a:pt x="2146963" y="620704"/>
                </a:moveTo>
                <a:lnTo>
                  <a:pt x="2232462" y="674797"/>
                </a:lnTo>
                <a:moveTo>
                  <a:pt x="479382" y="605646"/>
                </a:moveTo>
                <a:lnTo>
                  <a:pt x="567206" y="587724"/>
                </a:lnTo>
                <a:moveTo>
                  <a:pt x="1897681" y="831135"/>
                </a:moveTo>
                <a:lnTo>
                  <a:pt x="1958399" y="745966"/>
                </a:lnTo>
                <a:moveTo>
                  <a:pt x="2331418" y="573401"/>
                </a:moveTo>
                <a:lnTo>
                  <a:pt x="2348732" y="620550"/>
                </a:lnTo>
                <a:moveTo>
                  <a:pt x="720235" y="624785"/>
                </a:moveTo>
                <a:lnTo>
                  <a:pt x="804120" y="671286"/>
                </a:lnTo>
                <a:moveTo>
                  <a:pt x="2211728" y="784487"/>
                </a:moveTo>
                <a:lnTo>
                  <a:pt x="2225337" y="784618"/>
                </a:lnTo>
                <a:moveTo>
                  <a:pt x="1657282" y="861246"/>
                </a:moveTo>
                <a:lnTo>
                  <a:pt x="1656159" y="922107"/>
                </a:lnTo>
                <a:moveTo>
                  <a:pt x="2148023" y="615375"/>
                </a:moveTo>
                <a:lnTo>
                  <a:pt x="2232462" y="674797"/>
                </a:lnTo>
                <a:moveTo>
                  <a:pt x="1846801" y="977542"/>
                </a:moveTo>
                <a:lnTo>
                  <a:pt x="1837975" y="912716"/>
                </a:lnTo>
                <a:moveTo>
                  <a:pt x="666836" y="711531"/>
                </a:moveTo>
                <a:lnTo>
                  <a:pt x="753050" y="756467"/>
                </a:lnTo>
                <a:moveTo>
                  <a:pt x="1071542" y="586866"/>
                </a:moveTo>
                <a:lnTo>
                  <a:pt x="1045111" y="697709"/>
                </a:lnTo>
                <a:moveTo>
                  <a:pt x="1782177" y="880878"/>
                </a:moveTo>
                <a:lnTo>
                  <a:pt x="1846801" y="977542"/>
                </a:lnTo>
                <a:moveTo>
                  <a:pt x="1612674" y="668185"/>
                </a:moveTo>
                <a:lnTo>
                  <a:pt x="1709681" y="721559"/>
                </a:lnTo>
                <a:moveTo>
                  <a:pt x="697606" y="610479"/>
                </a:moveTo>
                <a:lnTo>
                  <a:pt x="720235" y="624785"/>
                </a:lnTo>
                <a:moveTo>
                  <a:pt x="2225295" y="781767"/>
                </a:moveTo>
                <a:lnTo>
                  <a:pt x="2225337" y="784618"/>
                </a:lnTo>
                <a:moveTo>
                  <a:pt x="1100701" y="608005"/>
                </a:moveTo>
                <a:lnTo>
                  <a:pt x="1231337" y="566834"/>
                </a:lnTo>
                <a:moveTo>
                  <a:pt x="1846801" y="977542"/>
                </a:moveTo>
                <a:lnTo>
                  <a:pt x="1883908" y="937944"/>
                </a:lnTo>
                <a:moveTo>
                  <a:pt x="1947555" y="799851"/>
                </a:moveTo>
                <a:lnTo>
                  <a:pt x="2000770" y="770518"/>
                </a:lnTo>
                <a:moveTo>
                  <a:pt x="868516" y="788327"/>
                </a:moveTo>
                <a:lnTo>
                  <a:pt x="866290" y="708547"/>
                </a:lnTo>
                <a:moveTo>
                  <a:pt x="1628620" y="908401"/>
                </a:moveTo>
                <a:lnTo>
                  <a:pt x="1656159" y="922107"/>
                </a:lnTo>
                <a:moveTo>
                  <a:pt x="868516" y="788327"/>
                </a:moveTo>
                <a:lnTo>
                  <a:pt x="917794" y="737690"/>
                </a:lnTo>
                <a:moveTo>
                  <a:pt x="1613304" y="657342"/>
                </a:moveTo>
                <a:lnTo>
                  <a:pt x="1709681" y="721559"/>
                </a:lnTo>
                <a:moveTo>
                  <a:pt x="1388430" y="603399"/>
                </a:moveTo>
                <a:lnTo>
                  <a:pt x="1483300" y="605155"/>
                </a:lnTo>
                <a:moveTo>
                  <a:pt x="1433295" y="974807"/>
                </a:moveTo>
                <a:lnTo>
                  <a:pt x="1492335" y="949427"/>
                </a:lnTo>
                <a:moveTo>
                  <a:pt x="1205583" y="925870"/>
                </a:moveTo>
                <a:lnTo>
                  <a:pt x="1228212" y="912976"/>
                </a:lnTo>
                <a:moveTo>
                  <a:pt x="950152" y="644353"/>
                </a:moveTo>
                <a:lnTo>
                  <a:pt x="953950" y="640474"/>
                </a:lnTo>
                <a:moveTo>
                  <a:pt x="1837193" y="713024"/>
                </a:moveTo>
                <a:lnTo>
                  <a:pt x="1824965" y="789221"/>
                </a:lnTo>
                <a:moveTo>
                  <a:pt x="1041834" y="916993"/>
                </a:moveTo>
                <a:lnTo>
                  <a:pt x="1034537" y="806494"/>
                </a:lnTo>
                <a:moveTo>
                  <a:pt x="1034537" y="806494"/>
                </a:moveTo>
                <a:lnTo>
                  <a:pt x="1051819" y="922646"/>
                </a:lnTo>
                <a:moveTo>
                  <a:pt x="2221506" y="545886"/>
                </a:moveTo>
                <a:lnTo>
                  <a:pt x="2232462" y="674797"/>
                </a:lnTo>
                <a:moveTo>
                  <a:pt x="1709681" y="721559"/>
                </a:moveTo>
                <a:lnTo>
                  <a:pt x="1767670" y="755126"/>
                </a:lnTo>
                <a:moveTo>
                  <a:pt x="868516" y="788327"/>
                </a:moveTo>
                <a:lnTo>
                  <a:pt x="1004683" y="829645"/>
                </a:lnTo>
                <a:moveTo>
                  <a:pt x="1231337" y="566834"/>
                </a:moveTo>
                <a:lnTo>
                  <a:pt x="1252469" y="561718"/>
                </a:lnTo>
                <a:moveTo>
                  <a:pt x="2211728" y="784487"/>
                </a:moveTo>
                <a:lnTo>
                  <a:pt x="2208598" y="773698"/>
                </a:lnTo>
                <a:moveTo>
                  <a:pt x="1958399" y="745966"/>
                </a:moveTo>
                <a:lnTo>
                  <a:pt x="1947555" y="799851"/>
                </a:lnTo>
                <a:moveTo>
                  <a:pt x="1051819" y="922646"/>
                </a:moveTo>
                <a:lnTo>
                  <a:pt x="1137038" y="864162"/>
                </a:lnTo>
                <a:moveTo>
                  <a:pt x="1929399" y="848401"/>
                </a:moveTo>
                <a:lnTo>
                  <a:pt x="2057873" y="801269"/>
                </a:lnTo>
                <a:moveTo>
                  <a:pt x="2302449" y="598184"/>
                </a:moveTo>
                <a:lnTo>
                  <a:pt x="2333329" y="493722"/>
                </a:lnTo>
                <a:moveTo>
                  <a:pt x="2221506" y="545886"/>
                </a:moveTo>
                <a:lnTo>
                  <a:pt x="2302449" y="598184"/>
                </a:lnTo>
                <a:moveTo>
                  <a:pt x="1873677" y="695919"/>
                </a:moveTo>
                <a:lnTo>
                  <a:pt x="1897681" y="831135"/>
                </a:lnTo>
                <a:moveTo>
                  <a:pt x="636240" y="571013"/>
                </a:moveTo>
                <a:lnTo>
                  <a:pt x="570419" y="658619"/>
                </a:lnTo>
                <a:moveTo>
                  <a:pt x="636240" y="571013"/>
                </a:moveTo>
                <a:lnTo>
                  <a:pt x="620723" y="687130"/>
                </a:lnTo>
                <a:moveTo>
                  <a:pt x="1359604" y="935701"/>
                </a:moveTo>
                <a:lnTo>
                  <a:pt x="1433295" y="974807"/>
                </a:lnTo>
                <a:moveTo>
                  <a:pt x="2107724" y="715134"/>
                </a:moveTo>
                <a:lnTo>
                  <a:pt x="2208598" y="773698"/>
                </a:lnTo>
                <a:moveTo>
                  <a:pt x="2333329" y="493722"/>
                </a:moveTo>
                <a:lnTo>
                  <a:pt x="2331418" y="573401"/>
                </a:lnTo>
                <a:moveTo>
                  <a:pt x="514449" y="739969"/>
                </a:moveTo>
                <a:lnTo>
                  <a:pt x="598299" y="783057"/>
                </a:lnTo>
                <a:moveTo>
                  <a:pt x="1483300" y="605155"/>
                </a:moveTo>
                <a:lnTo>
                  <a:pt x="1594442" y="658233"/>
                </a:lnTo>
                <a:moveTo>
                  <a:pt x="1947555" y="799851"/>
                </a:moveTo>
                <a:lnTo>
                  <a:pt x="2057873" y="801269"/>
                </a:lnTo>
                <a:moveTo>
                  <a:pt x="753050" y="756467"/>
                </a:moveTo>
                <a:lnTo>
                  <a:pt x="804120" y="671286"/>
                </a:lnTo>
                <a:moveTo>
                  <a:pt x="1680211" y="823627"/>
                </a:moveTo>
                <a:lnTo>
                  <a:pt x="1709127" y="948875"/>
                </a:lnTo>
                <a:moveTo>
                  <a:pt x="1873677" y="695919"/>
                </a:moveTo>
                <a:lnTo>
                  <a:pt x="1824965" y="789221"/>
                </a:lnTo>
                <a:moveTo>
                  <a:pt x="809991" y="610079"/>
                </a:moveTo>
                <a:lnTo>
                  <a:pt x="866290" y="708547"/>
                </a:lnTo>
                <a:moveTo>
                  <a:pt x="2107724" y="715134"/>
                </a:moveTo>
                <a:lnTo>
                  <a:pt x="2211728" y="784487"/>
                </a:lnTo>
                <a:moveTo>
                  <a:pt x="1767670" y="755126"/>
                </a:moveTo>
                <a:lnTo>
                  <a:pt x="1837193" y="713024"/>
                </a:lnTo>
                <a:moveTo>
                  <a:pt x="1929399" y="848401"/>
                </a:moveTo>
                <a:lnTo>
                  <a:pt x="2008904" y="888093"/>
                </a:lnTo>
                <a:moveTo>
                  <a:pt x="2211728" y="784487"/>
                </a:moveTo>
                <a:lnTo>
                  <a:pt x="2225295" y="781767"/>
                </a:lnTo>
                <a:moveTo>
                  <a:pt x="869805" y="820679"/>
                </a:moveTo>
                <a:lnTo>
                  <a:pt x="1004683" y="829645"/>
                </a:lnTo>
                <a:moveTo>
                  <a:pt x="804120" y="671286"/>
                </a:moveTo>
                <a:lnTo>
                  <a:pt x="868516" y="788327"/>
                </a:lnTo>
                <a:moveTo>
                  <a:pt x="2146963" y="620704"/>
                </a:moveTo>
                <a:lnTo>
                  <a:pt x="2208598" y="773698"/>
                </a:lnTo>
                <a:moveTo>
                  <a:pt x="1492335" y="949427"/>
                </a:moveTo>
                <a:lnTo>
                  <a:pt x="1553793" y="975009"/>
                </a:lnTo>
                <a:moveTo>
                  <a:pt x="2000770" y="770518"/>
                </a:moveTo>
                <a:lnTo>
                  <a:pt x="2107724" y="715134"/>
                </a:lnTo>
                <a:moveTo>
                  <a:pt x="1709127" y="948875"/>
                </a:moveTo>
                <a:lnTo>
                  <a:pt x="1782177" y="880878"/>
                </a:lnTo>
                <a:moveTo>
                  <a:pt x="1883908" y="937944"/>
                </a:moveTo>
                <a:lnTo>
                  <a:pt x="2008904" y="888093"/>
                </a:lnTo>
                <a:moveTo>
                  <a:pt x="1051819" y="922646"/>
                </a:moveTo>
                <a:lnTo>
                  <a:pt x="1174001" y="883610"/>
                </a:lnTo>
                <a:moveTo>
                  <a:pt x="951473" y="866662"/>
                </a:moveTo>
                <a:lnTo>
                  <a:pt x="1004683" y="829645"/>
                </a:lnTo>
                <a:moveTo>
                  <a:pt x="1958399" y="745966"/>
                </a:moveTo>
                <a:lnTo>
                  <a:pt x="2000770" y="770518"/>
                </a:lnTo>
                <a:moveTo>
                  <a:pt x="598299" y="783057"/>
                </a:moveTo>
                <a:lnTo>
                  <a:pt x="639811" y="741140"/>
                </a:lnTo>
                <a:moveTo>
                  <a:pt x="458233" y="779910"/>
                </a:moveTo>
                <a:lnTo>
                  <a:pt x="430051" y="692241"/>
                </a:lnTo>
                <a:moveTo>
                  <a:pt x="1231337" y="566834"/>
                </a:moveTo>
                <a:lnTo>
                  <a:pt x="1236142" y="566319"/>
                </a:lnTo>
                <a:moveTo>
                  <a:pt x="2000770" y="770518"/>
                </a:moveTo>
                <a:lnTo>
                  <a:pt x="2073829" y="695390"/>
                </a:lnTo>
                <a:moveTo>
                  <a:pt x="458233" y="779910"/>
                </a:moveTo>
                <a:lnTo>
                  <a:pt x="514449" y="739969"/>
                </a:lnTo>
                <a:moveTo>
                  <a:pt x="720235" y="624785"/>
                </a:moveTo>
                <a:lnTo>
                  <a:pt x="809991" y="610079"/>
                </a:lnTo>
                <a:moveTo>
                  <a:pt x="1508439" y="603490"/>
                </a:moveTo>
                <a:lnTo>
                  <a:pt x="1594442" y="658233"/>
                </a:lnTo>
                <a:moveTo>
                  <a:pt x="2308802" y="477637"/>
                </a:moveTo>
                <a:lnTo>
                  <a:pt x="2302449" y="598184"/>
                </a:lnTo>
                <a:moveTo>
                  <a:pt x="2073829" y="695390"/>
                </a:moveTo>
                <a:lnTo>
                  <a:pt x="2107724" y="715134"/>
                </a:lnTo>
                <a:moveTo>
                  <a:pt x="1004683" y="829645"/>
                </a:moveTo>
                <a:lnTo>
                  <a:pt x="1041834" y="916993"/>
                </a:lnTo>
                <a:moveTo>
                  <a:pt x="2000770" y="770518"/>
                </a:moveTo>
                <a:lnTo>
                  <a:pt x="2057873" y="801269"/>
                </a:lnTo>
                <a:moveTo>
                  <a:pt x="2107724" y="715134"/>
                </a:moveTo>
                <a:lnTo>
                  <a:pt x="2146963" y="620704"/>
                </a:lnTo>
                <a:moveTo>
                  <a:pt x="1236142" y="566319"/>
                </a:moveTo>
                <a:lnTo>
                  <a:pt x="1252469" y="561718"/>
                </a:lnTo>
                <a:moveTo>
                  <a:pt x="1883908" y="937944"/>
                </a:moveTo>
                <a:lnTo>
                  <a:pt x="1958393" y="973711"/>
                </a:lnTo>
                <a:moveTo>
                  <a:pt x="809991" y="610079"/>
                </a:moveTo>
                <a:lnTo>
                  <a:pt x="804120" y="671286"/>
                </a:lnTo>
                <a:moveTo>
                  <a:pt x="704557" y="796023"/>
                </a:moveTo>
                <a:lnTo>
                  <a:pt x="666836" y="711531"/>
                </a:lnTo>
                <a:moveTo>
                  <a:pt x="2057873" y="801269"/>
                </a:moveTo>
                <a:lnTo>
                  <a:pt x="2107724" y="715134"/>
                </a:lnTo>
                <a:moveTo>
                  <a:pt x="809991" y="610079"/>
                </a:moveTo>
                <a:lnTo>
                  <a:pt x="950152" y="644353"/>
                </a:lnTo>
                <a:moveTo>
                  <a:pt x="2331418" y="573401"/>
                </a:moveTo>
                <a:lnTo>
                  <a:pt x="2382719" y="634978"/>
                </a:lnTo>
                <a:moveTo>
                  <a:pt x="1782177" y="880878"/>
                </a:moveTo>
                <a:lnTo>
                  <a:pt x="1805360" y="1001644"/>
                </a:lnTo>
                <a:moveTo>
                  <a:pt x="2073829" y="695390"/>
                </a:moveTo>
                <a:lnTo>
                  <a:pt x="2146963" y="620704"/>
                </a:lnTo>
                <a:moveTo>
                  <a:pt x="1332996" y="588770"/>
                </a:moveTo>
                <a:lnTo>
                  <a:pt x="1388430" y="603399"/>
                </a:lnTo>
                <a:moveTo>
                  <a:pt x="2339418" y="726482"/>
                </a:moveTo>
                <a:lnTo>
                  <a:pt x="2225337" y="784618"/>
                </a:lnTo>
                <a:moveTo>
                  <a:pt x="804120" y="671286"/>
                </a:moveTo>
                <a:lnTo>
                  <a:pt x="845738" y="806465"/>
                </a:lnTo>
                <a:moveTo>
                  <a:pt x="2073829" y="695390"/>
                </a:moveTo>
                <a:lnTo>
                  <a:pt x="2143839" y="618788"/>
                </a:lnTo>
                <a:moveTo>
                  <a:pt x="379948" y="654846"/>
                </a:moveTo>
                <a:lnTo>
                  <a:pt x="479382" y="605646"/>
                </a:lnTo>
                <a:moveTo>
                  <a:pt x="2143839" y="618788"/>
                </a:moveTo>
                <a:lnTo>
                  <a:pt x="2146963" y="620704"/>
                </a:lnTo>
                <a:moveTo>
                  <a:pt x="2148023" y="615375"/>
                </a:moveTo>
                <a:lnTo>
                  <a:pt x="2146963" y="620704"/>
                </a:lnTo>
                <a:moveTo>
                  <a:pt x="1553793" y="975009"/>
                </a:moveTo>
                <a:lnTo>
                  <a:pt x="1628620" y="908401"/>
                </a:lnTo>
                <a:moveTo>
                  <a:pt x="1292991" y="940786"/>
                </a:moveTo>
                <a:lnTo>
                  <a:pt x="1359604" y="935701"/>
                </a:lnTo>
                <a:moveTo>
                  <a:pt x="1071542" y="586866"/>
                </a:moveTo>
                <a:lnTo>
                  <a:pt x="1100701" y="608005"/>
                </a:lnTo>
                <a:moveTo>
                  <a:pt x="953950" y="640474"/>
                </a:moveTo>
                <a:lnTo>
                  <a:pt x="1071542" y="586866"/>
                </a:lnTo>
                <a:moveTo>
                  <a:pt x="1873677" y="695919"/>
                </a:moveTo>
                <a:lnTo>
                  <a:pt x="1958399" y="745966"/>
                </a:lnTo>
                <a:moveTo>
                  <a:pt x="2143839" y="618788"/>
                </a:moveTo>
                <a:lnTo>
                  <a:pt x="2148023" y="615375"/>
                </a:lnTo>
                <a:moveTo>
                  <a:pt x="1613304" y="657342"/>
                </a:moveTo>
                <a:lnTo>
                  <a:pt x="1712866" y="650825"/>
                </a:lnTo>
                <a:moveTo>
                  <a:pt x="1656159" y="922107"/>
                </a:moveTo>
                <a:lnTo>
                  <a:pt x="1709127" y="948875"/>
                </a:lnTo>
                <a:moveTo>
                  <a:pt x="1080909" y="582819"/>
                </a:moveTo>
                <a:lnTo>
                  <a:pt x="1100701" y="608005"/>
                </a:lnTo>
                <a:moveTo>
                  <a:pt x="1837193" y="713024"/>
                </a:moveTo>
                <a:lnTo>
                  <a:pt x="1873677" y="695919"/>
                </a:lnTo>
                <a:moveTo>
                  <a:pt x="868516" y="788327"/>
                </a:moveTo>
                <a:lnTo>
                  <a:pt x="869805" y="820679"/>
                </a:lnTo>
                <a:moveTo>
                  <a:pt x="636240" y="571013"/>
                </a:moveTo>
                <a:lnTo>
                  <a:pt x="697606" y="610479"/>
                </a:lnTo>
                <a:moveTo>
                  <a:pt x="379948" y="654846"/>
                </a:moveTo>
                <a:lnTo>
                  <a:pt x="430051" y="692241"/>
                </a:lnTo>
                <a:moveTo>
                  <a:pt x="455945" y="581138"/>
                </a:moveTo>
                <a:lnTo>
                  <a:pt x="479382" y="605646"/>
                </a:lnTo>
                <a:moveTo>
                  <a:pt x="753050" y="756467"/>
                </a:moveTo>
                <a:lnTo>
                  <a:pt x="845738" y="806465"/>
                </a:lnTo>
                <a:moveTo>
                  <a:pt x="639811" y="741140"/>
                </a:moveTo>
                <a:lnTo>
                  <a:pt x="704557" y="796023"/>
                </a:lnTo>
                <a:moveTo>
                  <a:pt x="1712866" y="650825"/>
                </a:moveTo>
                <a:lnTo>
                  <a:pt x="1709681" y="721559"/>
                </a:lnTo>
                <a:moveTo>
                  <a:pt x="2143839" y="618788"/>
                </a:moveTo>
                <a:lnTo>
                  <a:pt x="2141060" y="616088"/>
                </a:lnTo>
                <a:moveTo>
                  <a:pt x="687005" y="545515"/>
                </a:moveTo>
                <a:lnTo>
                  <a:pt x="720235" y="624785"/>
                </a:lnTo>
                <a:moveTo>
                  <a:pt x="2141060" y="616088"/>
                </a:moveTo>
                <a:lnTo>
                  <a:pt x="2148023" y="615375"/>
                </a:lnTo>
                <a:moveTo>
                  <a:pt x="845738" y="806465"/>
                </a:moveTo>
                <a:lnTo>
                  <a:pt x="868516" y="788327"/>
                </a:lnTo>
                <a:moveTo>
                  <a:pt x="1291792" y="940532"/>
                </a:moveTo>
                <a:lnTo>
                  <a:pt x="1228212" y="912976"/>
                </a:lnTo>
                <a:moveTo>
                  <a:pt x="2148023" y="615375"/>
                </a:moveTo>
                <a:lnTo>
                  <a:pt x="2221506" y="545886"/>
                </a:lnTo>
                <a:moveTo>
                  <a:pt x="1656159" y="922107"/>
                </a:moveTo>
                <a:lnTo>
                  <a:pt x="1700166" y="954686"/>
                </a:lnTo>
                <a:moveTo>
                  <a:pt x="2008904" y="888093"/>
                </a:moveTo>
                <a:lnTo>
                  <a:pt x="2057873" y="801269"/>
                </a:lnTo>
                <a:moveTo>
                  <a:pt x="1292991" y="940786"/>
                </a:moveTo>
                <a:lnTo>
                  <a:pt x="1228212" y="912976"/>
                </a:lnTo>
                <a:moveTo>
                  <a:pt x="1516028" y="997971"/>
                </a:moveTo>
                <a:lnTo>
                  <a:pt x="1492335" y="949427"/>
                </a:lnTo>
                <a:moveTo>
                  <a:pt x="1917084" y="1022660"/>
                </a:moveTo>
                <a:lnTo>
                  <a:pt x="1883908" y="937944"/>
                </a:lnTo>
                <a:moveTo>
                  <a:pt x="1553793" y="975009"/>
                </a:moveTo>
                <a:lnTo>
                  <a:pt x="1656159" y="922107"/>
                </a:lnTo>
                <a:moveTo>
                  <a:pt x="2339418" y="726482"/>
                </a:moveTo>
                <a:lnTo>
                  <a:pt x="2348732" y="620550"/>
                </a:lnTo>
                <a:moveTo>
                  <a:pt x="567206" y="587724"/>
                </a:moveTo>
                <a:lnTo>
                  <a:pt x="636240" y="571013"/>
                </a:lnTo>
                <a:moveTo>
                  <a:pt x="2340028" y="726709"/>
                </a:moveTo>
                <a:lnTo>
                  <a:pt x="2348732" y="620550"/>
                </a:lnTo>
                <a:moveTo>
                  <a:pt x="2225295" y="781767"/>
                </a:moveTo>
                <a:lnTo>
                  <a:pt x="2339418" y="726482"/>
                </a:lnTo>
                <a:moveTo>
                  <a:pt x="1593447" y="579970"/>
                </a:moveTo>
                <a:lnTo>
                  <a:pt x="1594442" y="658233"/>
                </a:lnTo>
                <a:moveTo>
                  <a:pt x="2382719" y="634978"/>
                </a:moveTo>
                <a:lnTo>
                  <a:pt x="2348732" y="620550"/>
                </a:lnTo>
                <a:moveTo>
                  <a:pt x="2141060" y="616088"/>
                </a:moveTo>
                <a:lnTo>
                  <a:pt x="2221506" y="545886"/>
                </a:lnTo>
                <a:moveTo>
                  <a:pt x="1805360" y="1001644"/>
                </a:moveTo>
                <a:lnTo>
                  <a:pt x="1846801" y="977542"/>
                </a:lnTo>
                <a:moveTo>
                  <a:pt x="687005" y="545515"/>
                </a:moveTo>
                <a:lnTo>
                  <a:pt x="697606" y="610479"/>
                </a:lnTo>
                <a:moveTo>
                  <a:pt x="869805" y="820679"/>
                </a:moveTo>
                <a:lnTo>
                  <a:pt x="951473" y="866662"/>
                </a:lnTo>
                <a:moveTo>
                  <a:pt x="1483300" y="605155"/>
                </a:moveTo>
                <a:lnTo>
                  <a:pt x="1508439" y="603490"/>
                </a:lnTo>
                <a:moveTo>
                  <a:pt x="1252469" y="561718"/>
                </a:moveTo>
                <a:lnTo>
                  <a:pt x="1332996" y="588770"/>
                </a:lnTo>
                <a:moveTo>
                  <a:pt x="845738" y="806465"/>
                </a:moveTo>
                <a:lnTo>
                  <a:pt x="869805" y="820679"/>
                </a:lnTo>
                <a:moveTo>
                  <a:pt x="704557" y="796023"/>
                </a:moveTo>
                <a:lnTo>
                  <a:pt x="753050" y="756467"/>
                </a:lnTo>
                <a:moveTo>
                  <a:pt x="2140906" y="843718"/>
                </a:moveTo>
                <a:lnTo>
                  <a:pt x="2211728" y="784487"/>
                </a:lnTo>
                <a:moveTo>
                  <a:pt x="1593447" y="579970"/>
                </a:moveTo>
                <a:lnTo>
                  <a:pt x="1613304" y="657342"/>
                </a:lnTo>
                <a:moveTo>
                  <a:pt x="346933" y="749326"/>
                </a:moveTo>
                <a:lnTo>
                  <a:pt x="430051" y="692241"/>
                </a:lnTo>
                <a:moveTo>
                  <a:pt x="1959724" y="665998"/>
                </a:moveTo>
                <a:lnTo>
                  <a:pt x="2000770" y="770518"/>
                </a:lnTo>
                <a:moveTo>
                  <a:pt x="2107724" y="715134"/>
                </a:moveTo>
                <a:lnTo>
                  <a:pt x="2140906" y="843718"/>
                </a:lnTo>
                <a:moveTo>
                  <a:pt x="513163" y="570640"/>
                </a:moveTo>
                <a:lnTo>
                  <a:pt x="479382" y="605646"/>
                </a:lnTo>
                <a:moveTo>
                  <a:pt x="1205583" y="925870"/>
                </a:moveTo>
                <a:lnTo>
                  <a:pt x="1291792" y="940532"/>
                </a:lnTo>
                <a:moveTo>
                  <a:pt x="1958393" y="973711"/>
                </a:moveTo>
                <a:lnTo>
                  <a:pt x="2008904" y="888093"/>
                </a:lnTo>
                <a:moveTo>
                  <a:pt x="1959724" y="665998"/>
                </a:moveTo>
                <a:lnTo>
                  <a:pt x="1958399" y="745966"/>
                </a:lnTo>
                <a:moveTo>
                  <a:pt x="951473" y="866662"/>
                </a:moveTo>
                <a:lnTo>
                  <a:pt x="1041834" y="916993"/>
                </a:lnTo>
                <a:moveTo>
                  <a:pt x="529708" y="822925"/>
                </a:moveTo>
                <a:lnTo>
                  <a:pt x="514449" y="739969"/>
                </a:lnTo>
                <a:moveTo>
                  <a:pt x="598299" y="783057"/>
                </a:moveTo>
                <a:lnTo>
                  <a:pt x="704557" y="796023"/>
                </a:lnTo>
                <a:moveTo>
                  <a:pt x="1126721" y="952557"/>
                </a:moveTo>
                <a:lnTo>
                  <a:pt x="1174001" y="883610"/>
                </a:lnTo>
                <a:moveTo>
                  <a:pt x="1767670" y="755126"/>
                </a:moveTo>
                <a:lnTo>
                  <a:pt x="1817042" y="657920"/>
                </a:lnTo>
                <a:moveTo>
                  <a:pt x="1846801" y="977542"/>
                </a:moveTo>
                <a:lnTo>
                  <a:pt x="1917084" y="1022660"/>
                </a:lnTo>
                <a:moveTo>
                  <a:pt x="2308802" y="477637"/>
                </a:moveTo>
                <a:lnTo>
                  <a:pt x="2333329" y="493722"/>
                </a:lnTo>
                <a:moveTo>
                  <a:pt x="951473" y="866662"/>
                </a:moveTo>
                <a:lnTo>
                  <a:pt x="1046683" y="924643"/>
                </a:lnTo>
                <a:moveTo>
                  <a:pt x="2221506" y="545886"/>
                </a:moveTo>
                <a:lnTo>
                  <a:pt x="2308802" y="477637"/>
                </a:lnTo>
                <a:moveTo>
                  <a:pt x="1700166" y="954686"/>
                </a:moveTo>
                <a:lnTo>
                  <a:pt x="1709127" y="948875"/>
                </a:lnTo>
                <a:moveTo>
                  <a:pt x="2333329" y="493722"/>
                </a:moveTo>
                <a:lnTo>
                  <a:pt x="2382719" y="634978"/>
                </a:lnTo>
                <a:moveTo>
                  <a:pt x="1041834" y="916993"/>
                </a:moveTo>
                <a:lnTo>
                  <a:pt x="1051819" y="922646"/>
                </a:lnTo>
                <a:moveTo>
                  <a:pt x="2057873" y="801269"/>
                </a:moveTo>
                <a:lnTo>
                  <a:pt x="2140906" y="843718"/>
                </a:lnTo>
                <a:moveTo>
                  <a:pt x="2332906" y="458383"/>
                </a:moveTo>
                <a:lnTo>
                  <a:pt x="2333329" y="493722"/>
                </a:lnTo>
                <a:moveTo>
                  <a:pt x="1236142" y="566319"/>
                </a:moveTo>
                <a:lnTo>
                  <a:pt x="1332996" y="588770"/>
                </a:lnTo>
                <a:moveTo>
                  <a:pt x="1071542" y="586866"/>
                </a:moveTo>
                <a:lnTo>
                  <a:pt x="1080909" y="582819"/>
                </a:lnTo>
                <a:moveTo>
                  <a:pt x="896037" y="627398"/>
                </a:moveTo>
                <a:lnTo>
                  <a:pt x="950152" y="644353"/>
                </a:lnTo>
                <a:moveTo>
                  <a:pt x="896037" y="627398"/>
                </a:moveTo>
                <a:lnTo>
                  <a:pt x="953950" y="640474"/>
                </a:lnTo>
                <a:moveTo>
                  <a:pt x="2005790" y="649328"/>
                </a:moveTo>
                <a:lnTo>
                  <a:pt x="2000770" y="770518"/>
                </a:lnTo>
                <a:moveTo>
                  <a:pt x="1046683" y="924643"/>
                </a:moveTo>
                <a:lnTo>
                  <a:pt x="1041834" y="916993"/>
                </a:lnTo>
                <a:moveTo>
                  <a:pt x="1046683" y="924643"/>
                </a:moveTo>
                <a:lnTo>
                  <a:pt x="1051819" y="922646"/>
                </a:lnTo>
                <a:moveTo>
                  <a:pt x="1709127" y="948875"/>
                </a:moveTo>
                <a:lnTo>
                  <a:pt x="1805360" y="1001644"/>
                </a:lnTo>
                <a:moveTo>
                  <a:pt x="1186936" y="564899"/>
                </a:moveTo>
                <a:lnTo>
                  <a:pt x="1231337" y="566834"/>
                </a:lnTo>
                <a:moveTo>
                  <a:pt x="1801498" y="647857"/>
                </a:moveTo>
                <a:lnTo>
                  <a:pt x="1767670" y="755126"/>
                </a:lnTo>
                <a:moveTo>
                  <a:pt x="1071542" y="586866"/>
                </a:moveTo>
                <a:lnTo>
                  <a:pt x="1074678" y="587660"/>
                </a:lnTo>
                <a:moveTo>
                  <a:pt x="1405376" y="630191"/>
                </a:moveTo>
                <a:lnTo>
                  <a:pt x="1388430" y="603399"/>
                </a:lnTo>
                <a:moveTo>
                  <a:pt x="1385856" y="946079"/>
                </a:moveTo>
                <a:lnTo>
                  <a:pt x="1359604" y="935701"/>
                </a:lnTo>
                <a:moveTo>
                  <a:pt x="1873677" y="695919"/>
                </a:moveTo>
                <a:lnTo>
                  <a:pt x="1959724" y="665998"/>
                </a:lnTo>
                <a:moveTo>
                  <a:pt x="687005" y="545515"/>
                </a:moveTo>
                <a:lnTo>
                  <a:pt x="809991" y="610079"/>
                </a:lnTo>
                <a:moveTo>
                  <a:pt x="2008904" y="888093"/>
                </a:moveTo>
                <a:lnTo>
                  <a:pt x="2140906" y="843718"/>
                </a:lnTo>
                <a:moveTo>
                  <a:pt x="1074678" y="587660"/>
                </a:moveTo>
                <a:lnTo>
                  <a:pt x="1080909" y="582819"/>
                </a:lnTo>
                <a:moveTo>
                  <a:pt x="1186936" y="564899"/>
                </a:moveTo>
                <a:lnTo>
                  <a:pt x="1100701" y="608005"/>
                </a:lnTo>
                <a:moveTo>
                  <a:pt x="2005790" y="649328"/>
                </a:moveTo>
                <a:lnTo>
                  <a:pt x="2073829" y="695390"/>
                </a:lnTo>
                <a:moveTo>
                  <a:pt x="1801498" y="647857"/>
                </a:moveTo>
                <a:lnTo>
                  <a:pt x="1709681" y="721559"/>
                </a:lnTo>
                <a:moveTo>
                  <a:pt x="2340028" y="726709"/>
                </a:moveTo>
                <a:lnTo>
                  <a:pt x="2339418" y="726482"/>
                </a:lnTo>
                <a:moveTo>
                  <a:pt x="1817042" y="657920"/>
                </a:moveTo>
                <a:lnTo>
                  <a:pt x="1837193" y="713024"/>
                </a:lnTo>
                <a:moveTo>
                  <a:pt x="2005790" y="649328"/>
                </a:moveTo>
                <a:lnTo>
                  <a:pt x="2143839" y="618788"/>
                </a:lnTo>
                <a:moveTo>
                  <a:pt x="2340028" y="726709"/>
                </a:moveTo>
                <a:lnTo>
                  <a:pt x="2382719" y="634978"/>
                </a:lnTo>
                <a:moveTo>
                  <a:pt x="428037" y="797521"/>
                </a:moveTo>
                <a:lnTo>
                  <a:pt x="458233" y="779910"/>
                </a:lnTo>
                <a:moveTo>
                  <a:pt x="2308802" y="477637"/>
                </a:moveTo>
                <a:lnTo>
                  <a:pt x="2332906" y="458383"/>
                </a:lnTo>
                <a:moveTo>
                  <a:pt x="636240" y="571013"/>
                </a:moveTo>
                <a:lnTo>
                  <a:pt x="687005" y="545515"/>
                </a:lnTo>
                <a:moveTo>
                  <a:pt x="2333329" y="493722"/>
                </a:moveTo>
                <a:lnTo>
                  <a:pt x="2414029" y="534348"/>
                </a:lnTo>
                <a:moveTo>
                  <a:pt x="909210" y="885630"/>
                </a:moveTo>
                <a:lnTo>
                  <a:pt x="869805" y="820679"/>
                </a:lnTo>
                <a:moveTo>
                  <a:pt x="2269971" y="797047"/>
                </a:moveTo>
                <a:lnTo>
                  <a:pt x="2225295" y="781767"/>
                </a:lnTo>
                <a:moveTo>
                  <a:pt x="946133" y="623514"/>
                </a:moveTo>
                <a:lnTo>
                  <a:pt x="953950" y="640474"/>
                </a:lnTo>
                <a:moveTo>
                  <a:pt x="1817042" y="657920"/>
                </a:moveTo>
                <a:lnTo>
                  <a:pt x="1873677" y="695919"/>
                </a:lnTo>
                <a:moveTo>
                  <a:pt x="1917084" y="1022660"/>
                </a:moveTo>
                <a:lnTo>
                  <a:pt x="1958393" y="973711"/>
                </a:lnTo>
                <a:moveTo>
                  <a:pt x="598299" y="783057"/>
                </a:moveTo>
                <a:lnTo>
                  <a:pt x="670044" y="816682"/>
                </a:lnTo>
                <a:moveTo>
                  <a:pt x="909210" y="885630"/>
                </a:moveTo>
                <a:lnTo>
                  <a:pt x="951473" y="866662"/>
                </a:lnTo>
                <a:moveTo>
                  <a:pt x="1508439" y="603490"/>
                </a:moveTo>
                <a:lnTo>
                  <a:pt x="1593447" y="579970"/>
                </a:lnTo>
                <a:moveTo>
                  <a:pt x="1126721" y="952557"/>
                </a:moveTo>
                <a:lnTo>
                  <a:pt x="1205583" y="925870"/>
                </a:lnTo>
                <a:moveTo>
                  <a:pt x="1236142" y="566319"/>
                </a:moveTo>
                <a:lnTo>
                  <a:pt x="1306759" y="599061"/>
                </a:lnTo>
                <a:moveTo>
                  <a:pt x="513163" y="570640"/>
                </a:moveTo>
                <a:lnTo>
                  <a:pt x="567206" y="587724"/>
                </a:lnTo>
                <a:moveTo>
                  <a:pt x="845738" y="806465"/>
                </a:moveTo>
                <a:lnTo>
                  <a:pt x="909210" y="885630"/>
                </a:lnTo>
                <a:moveTo>
                  <a:pt x="1085672" y="938177"/>
                </a:moveTo>
                <a:lnTo>
                  <a:pt x="1051819" y="922646"/>
                </a:lnTo>
                <a:moveTo>
                  <a:pt x="809991" y="610079"/>
                </a:moveTo>
                <a:lnTo>
                  <a:pt x="896037" y="627398"/>
                </a:lnTo>
                <a:moveTo>
                  <a:pt x="529708" y="822925"/>
                </a:moveTo>
                <a:lnTo>
                  <a:pt x="598299" y="783057"/>
                </a:lnTo>
                <a:moveTo>
                  <a:pt x="1433295" y="974807"/>
                </a:moveTo>
                <a:lnTo>
                  <a:pt x="1516028" y="997971"/>
                </a:lnTo>
                <a:moveTo>
                  <a:pt x="1186936" y="564899"/>
                </a:moveTo>
                <a:lnTo>
                  <a:pt x="1236142" y="566319"/>
                </a:lnTo>
                <a:moveTo>
                  <a:pt x="1805360" y="1001644"/>
                </a:moveTo>
                <a:lnTo>
                  <a:pt x="1917084" y="1022660"/>
                </a:lnTo>
                <a:moveTo>
                  <a:pt x="1593447" y="579970"/>
                </a:moveTo>
                <a:lnTo>
                  <a:pt x="1712866" y="650825"/>
                </a:lnTo>
                <a:moveTo>
                  <a:pt x="1046683" y="924643"/>
                </a:moveTo>
                <a:lnTo>
                  <a:pt x="1085672" y="938177"/>
                </a:lnTo>
                <a:moveTo>
                  <a:pt x="346933" y="749326"/>
                </a:moveTo>
                <a:lnTo>
                  <a:pt x="458233" y="779910"/>
                </a:lnTo>
                <a:moveTo>
                  <a:pt x="777226" y="836935"/>
                </a:moveTo>
                <a:lnTo>
                  <a:pt x="753050" y="756467"/>
                </a:lnTo>
                <a:moveTo>
                  <a:pt x="2308802" y="477637"/>
                </a:moveTo>
                <a:lnTo>
                  <a:pt x="2309267" y="474911"/>
                </a:lnTo>
                <a:moveTo>
                  <a:pt x="909210" y="885630"/>
                </a:moveTo>
                <a:lnTo>
                  <a:pt x="1046683" y="924643"/>
                </a:lnTo>
                <a:moveTo>
                  <a:pt x="1810897" y="647006"/>
                </a:moveTo>
                <a:lnTo>
                  <a:pt x="1873677" y="695919"/>
                </a:lnTo>
                <a:moveTo>
                  <a:pt x="2382719" y="634978"/>
                </a:moveTo>
                <a:lnTo>
                  <a:pt x="2414029" y="534348"/>
                </a:lnTo>
                <a:moveTo>
                  <a:pt x="1291792" y="940532"/>
                </a:moveTo>
                <a:lnTo>
                  <a:pt x="1292991" y="940786"/>
                </a:lnTo>
                <a:moveTo>
                  <a:pt x="2088638" y="607713"/>
                </a:moveTo>
                <a:lnTo>
                  <a:pt x="2143839" y="618788"/>
                </a:lnTo>
                <a:moveTo>
                  <a:pt x="458233" y="779910"/>
                </a:moveTo>
                <a:lnTo>
                  <a:pt x="529708" y="822925"/>
                </a:lnTo>
                <a:moveTo>
                  <a:pt x="2008904" y="888093"/>
                </a:moveTo>
                <a:lnTo>
                  <a:pt x="2077987" y="919636"/>
                </a:lnTo>
                <a:moveTo>
                  <a:pt x="2332906" y="458383"/>
                </a:moveTo>
                <a:lnTo>
                  <a:pt x="2414029" y="534348"/>
                </a:lnTo>
                <a:moveTo>
                  <a:pt x="2309267" y="474911"/>
                </a:moveTo>
                <a:lnTo>
                  <a:pt x="2332906" y="458383"/>
                </a:lnTo>
                <a:moveTo>
                  <a:pt x="1516028" y="997971"/>
                </a:moveTo>
                <a:lnTo>
                  <a:pt x="1553793" y="975009"/>
                </a:lnTo>
                <a:moveTo>
                  <a:pt x="379948" y="654846"/>
                </a:moveTo>
                <a:lnTo>
                  <a:pt x="455945" y="581138"/>
                </a:lnTo>
                <a:moveTo>
                  <a:pt x="1080909" y="582819"/>
                </a:moveTo>
                <a:lnTo>
                  <a:pt x="1186936" y="564899"/>
                </a:lnTo>
                <a:moveTo>
                  <a:pt x="2088638" y="607713"/>
                </a:moveTo>
                <a:lnTo>
                  <a:pt x="2141060" y="616088"/>
                </a:lnTo>
                <a:moveTo>
                  <a:pt x="1712866" y="650825"/>
                </a:moveTo>
                <a:lnTo>
                  <a:pt x="1801498" y="647857"/>
                </a:lnTo>
                <a:moveTo>
                  <a:pt x="1761803" y="1015052"/>
                </a:moveTo>
                <a:lnTo>
                  <a:pt x="1709127" y="948875"/>
                </a:lnTo>
                <a:moveTo>
                  <a:pt x="670044" y="816682"/>
                </a:moveTo>
                <a:lnTo>
                  <a:pt x="704557" y="796023"/>
                </a:lnTo>
                <a:moveTo>
                  <a:pt x="1996921" y="989526"/>
                </a:moveTo>
                <a:lnTo>
                  <a:pt x="1958393" y="973711"/>
                </a:lnTo>
                <a:moveTo>
                  <a:pt x="1405376" y="630191"/>
                </a:moveTo>
                <a:lnTo>
                  <a:pt x="1483300" y="605155"/>
                </a:lnTo>
                <a:moveTo>
                  <a:pt x="1958393" y="973711"/>
                </a:moveTo>
                <a:lnTo>
                  <a:pt x="2077987" y="919636"/>
                </a:lnTo>
                <a:moveTo>
                  <a:pt x="1074678" y="587660"/>
                </a:moveTo>
                <a:lnTo>
                  <a:pt x="1186936" y="564899"/>
                </a:lnTo>
                <a:moveTo>
                  <a:pt x="1126721" y="952557"/>
                </a:moveTo>
                <a:lnTo>
                  <a:pt x="1051819" y="922646"/>
                </a:lnTo>
                <a:moveTo>
                  <a:pt x="1959724" y="665998"/>
                </a:moveTo>
                <a:lnTo>
                  <a:pt x="2005790" y="649328"/>
                </a:lnTo>
                <a:moveTo>
                  <a:pt x="1612187" y="997452"/>
                </a:moveTo>
                <a:lnTo>
                  <a:pt x="1656159" y="922107"/>
                </a:lnTo>
                <a:moveTo>
                  <a:pt x="777226" y="836935"/>
                </a:moveTo>
                <a:lnTo>
                  <a:pt x="845738" y="806465"/>
                </a:lnTo>
                <a:moveTo>
                  <a:pt x="2116050" y="592177"/>
                </a:moveTo>
                <a:lnTo>
                  <a:pt x="2141060" y="616088"/>
                </a:lnTo>
                <a:moveTo>
                  <a:pt x="2116050" y="592177"/>
                </a:moveTo>
                <a:lnTo>
                  <a:pt x="2221506" y="545886"/>
                </a:lnTo>
                <a:moveTo>
                  <a:pt x="2269971" y="797047"/>
                </a:moveTo>
                <a:lnTo>
                  <a:pt x="2339418" y="726482"/>
                </a:lnTo>
                <a:moveTo>
                  <a:pt x="1700166" y="954686"/>
                </a:moveTo>
                <a:lnTo>
                  <a:pt x="1761803" y="1015052"/>
                </a:lnTo>
                <a:moveTo>
                  <a:pt x="1385856" y="946079"/>
                </a:moveTo>
                <a:lnTo>
                  <a:pt x="1433295" y="974807"/>
                </a:lnTo>
                <a:moveTo>
                  <a:pt x="2269971" y="797047"/>
                </a:moveTo>
                <a:lnTo>
                  <a:pt x="2340028" y="726709"/>
                </a:lnTo>
                <a:moveTo>
                  <a:pt x="759167" y="587320"/>
                </a:moveTo>
                <a:lnTo>
                  <a:pt x="809991" y="610079"/>
                </a:lnTo>
                <a:moveTo>
                  <a:pt x="1306759" y="599061"/>
                </a:moveTo>
                <a:lnTo>
                  <a:pt x="1332996" y="588770"/>
                </a:lnTo>
                <a:moveTo>
                  <a:pt x="346933" y="749326"/>
                </a:moveTo>
                <a:lnTo>
                  <a:pt x="379948" y="654846"/>
                </a:lnTo>
                <a:moveTo>
                  <a:pt x="946133" y="623514"/>
                </a:moveTo>
                <a:lnTo>
                  <a:pt x="1071542" y="586866"/>
                </a:lnTo>
                <a:moveTo>
                  <a:pt x="346933" y="749326"/>
                </a:moveTo>
                <a:lnTo>
                  <a:pt x="428037" y="797521"/>
                </a:lnTo>
                <a:moveTo>
                  <a:pt x="2191172" y="862528"/>
                </a:moveTo>
                <a:lnTo>
                  <a:pt x="2211728" y="784487"/>
                </a:lnTo>
                <a:moveTo>
                  <a:pt x="636240" y="571013"/>
                </a:moveTo>
                <a:lnTo>
                  <a:pt x="642133" y="567111"/>
                </a:lnTo>
                <a:moveTo>
                  <a:pt x="2050584" y="956290"/>
                </a:moveTo>
                <a:lnTo>
                  <a:pt x="1958393" y="973711"/>
                </a:lnTo>
                <a:moveTo>
                  <a:pt x="1761803" y="1015052"/>
                </a:moveTo>
                <a:lnTo>
                  <a:pt x="1805360" y="1001644"/>
                </a:lnTo>
                <a:moveTo>
                  <a:pt x="2191172" y="862528"/>
                </a:moveTo>
                <a:lnTo>
                  <a:pt x="2225295" y="781767"/>
                </a:lnTo>
                <a:moveTo>
                  <a:pt x="428037" y="797521"/>
                </a:moveTo>
                <a:lnTo>
                  <a:pt x="529708" y="822925"/>
                </a:lnTo>
                <a:moveTo>
                  <a:pt x="2332906" y="458383"/>
                </a:moveTo>
                <a:lnTo>
                  <a:pt x="2434579" y="448142"/>
                </a:lnTo>
                <a:moveTo>
                  <a:pt x="1810897" y="647006"/>
                </a:moveTo>
                <a:lnTo>
                  <a:pt x="1959724" y="665998"/>
                </a:lnTo>
                <a:moveTo>
                  <a:pt x="2077987" y="919636"/>
                </a:moveTo>
                <a:lnTo>
                  <a:pt x="2140906" y="843718"/>
                </a:lnTo>
                <a:moveTo>
                  <a:pt x="1694893" y="584890"/>
                </a:moveTo>
                <a:lnTo>
                  <a:pt x="1712866" y="650825"/>
                </a:lnTo>
                <a:moveTo>
                  <a:pt x="2202212" y="857947"/>
                </a:moveTo>
                <a:lnTo>
                  <a:pt x="2225295" y="781767"/>
                </a:lnTo>
                <a:moveTo>
                  <a:pt x="704557" y="796023"/>
                </a:moveTo>
                <a:lnTo>
                  <a:pt x="777226" y="836935"/>
                </a:lnTo>
                <a:moveTo>
                  <a:pt x="1917084" y="1022660"/>
                </a:moveTo>
                <a:lnTo>
                  <a:pt x="1996921" y="989526"/>
                </a:lnTo>
                <a:moveTo>
                  <a:pt x="1126721" y="952557"/>
                </a:moveTo>
                <a:lnTo>
                  <a:pt x="1291792" y="940532"/>
                </a:lnTo>
                <a:moveTo>
                  <a:pt x="606664" y="574813"/>
                </a:moveTo>
                <a:lnTo>
                  <a:pt x="567206" y="587724"/>
                </a:lnTo>
                <a:moveTo>
                  <a:pt x="2207886" y="526122"/>
                </a:moveTo>
                <a:lnTo>
                  <a:pt x="2221506" y="545886"/>
                </a:lnTo>
                <a:moveTo>
                  <a:pt x="642133" y="567111"/>
                </a:moveTo>
                <a:lnTo>
                  <a:pt x="687005" y="545515"/>
                </a:lnTo>
                <a:moveTo>
                  <a:pt x="309206" y="841528"/>
                </a:moveTo>
                <a:lnTo>
                  <a:pt x="428037" y="797521"/>
                </a:lnTo>
                <a:moveTo>
                  <a:pt x="616670" y="838630"/>
                </a:moveTo>
                <a:lnTo>
                  <a:pt x="598299" y="783057"/>
                </a:lnTo>
                <a:moveTo>
                  <a:pt x="455945" y="581138"/>
                </a:moveTo>
                <a:lnTo>
                  <a:pt x="513163" y="570640"/>
                </a:lnTo>
                <a:moveTo>
                  <a:pt x="1801498" y="647857"/>
                </a:moveTo>
                <a:lnTo>
                  <a:pt x="1817042" y="657920"/>
                </a:lnTo>
                <a:moveTo>
                  <a:pt x="1085672" y="938177"/>
                </a:moveTo>
                <a:lnTo>
                  <a:pt x="1126721" y="952557"/>
                </a:lnTo>
                <a:moveTo>
                  <a:pt x="1252720" y="617952"/>
                </a:moveTo>
                <a:lnTo>
                  <a:pt x="1236142" y="566319"/>
                </a:lnTo>
                <a:moveTo>
                  <a:pt x="1332996" y="588770"/>
                </a:moveTo>
                <a:lnTo>
                  <a:pt x="1405376" y="630191"/>
                </a:lnTo>
                <a:moveTo>
                  <a:pt x="992763" y="625881"/>
                </a:moveTo>
                <a:lnTo>
                  <a:pt x="1071542" y="586866"/>
                </a:lnTo>
                <a:moveTo>
                  <a:pt x="687005" y="545515"/>
                </a:moveTo>
                <a:lnTo>
                  <a:pt x="759167" y="587320"/>
                </a:lnTo>
                <a:moveTo>
                  <a:pt x="1810897" y="647006"/>
                </a:moveTo>
                <a:lnTo>
                  <a:pt x="1817042" y="657920"/>
                </a:lnTo>
                <a:moveTo>
                  <a:pt x="1508439" y="603490"/>
                </a:moveTo>
                <a:lnTo>
                  <a:pt x="1532823" y="605758"/>
                </a:lnTo>
                <a:moveTo>
                  <a:pt x="2434579" y="448142"/>
                </a:moveTo>
                <a:lnTo>
                  <a:pt x="2414029" y="534348"/>
                </a:lnTo>
                <a:moveTo>
                  <a:pt x="1292991" y="940786"/>
                </a:moveTo>
                <a:lnTo>
                  <a:pt x="1385856" y="946079"/>
                </a:lnTo>
                <a:moveTo>
                  <a:pt x="1612187" y="997452"/>
                </a:moveTo>
                <a:lnTo>
                  <a:pt x="1700166" y="954686"/>
                </a:lnTo>
                <a:moveTo>
                  <a:pt x="974142" y="940186"/>
                </a:moveTo>
                <a:lnTo>
                  <a:pt x="1046683" y="924643"/>
                </a:lnTo>
                <a:moveTo>
                  <a:pt x="428037" y="797521"/>
                </a:moveTo>
                <a:lnTo>
                  <a:pt x="504478" y="834816"/>
                </a:lnTo>
                <a:moveTo>
                  <a:pt x="992763" y="625881"/>
                </a:moveTo>
                <a:lnTo>
                  <a:pt x="1074678" y="587660"/>
                </a:lnTo>
                <a:moveTo>
                  <a:pt x="1611155" y="997610"/>
                </a:moveTo>
                <a:lnTo>
                  <a:pt x="1553793" y="975009"/>
                </a:lnTo>
                <a:moveTo>
                  <a:pt x="355398" y="865839"/>
                </a:moveTo>
                <a:lnTo>
                  <a:pt x="428037" y="797521"/>
                </a:lnTo>
                <a:moveTo>
                  <a:pt x="1612187" y="997452"/>
                </a:moveTo>
                <a:lnTo>
                  <a:pt x="1553793" y="975009"/>
                </a:lnTo>
                <a:moveTo>
                  <a:pt x="2207886" y="526122"/>
                </a:moveTo>
                <a:lnTo>
                  <a:pt x="2308802" y="477637"/>
                </a:lnTo>
                <a:moveTo>
                  <a:pt x="777226" y="836935"/>
                </a:moveTo>
                <a:lnTo>
                  <a:pt x="909210" y="885630"/>
                </a:lnTo>
                <a:moveTo>
                  <a:pt x="2005790" y="649328"/>
                </a:moveTo>
                <a:lnTo>
                  <a:pt x="2088638" y="607713"/>
                </a:lnTo>
                <a:moveTo>
                  <a:pt x="1593447" y="579970"/>
                </a:moveTo>
                <a:lnTo>
                  <a:pt x="1694893" y="584890"/>
                </a:lnTo>
                <a:moveTo>
                  <a:pt x="1801498" y="647857"/>
                </a:moveTo>
                <a:lnTo>
                  <a:pt x="1810897" y="647006"/>
                </a:lnTo>
                <a:moveTo>
                  <a:pt x="309206" y="841528"/>
                </a:moveTo>
                <a:lnTo>
                  <a:pt x="346933" y="749326"/>
                </a:lnTo>
                <a:moveTo>
                  <a:pt x="1085672" y="938177"/>
                </a:moveTo>
                <a:lnTo>
                  <a:pt x="1116808" y="950989"/>
                </a:lnTo>
                <a:moveTo>
                  <a:pt x="1593447" y="579970"/>
                </a:moveTo>
                <a:lnTo>
                  <a:pt x="1678100" y="575043"/>
                </a:lnTo>
                <a:moveTo>
                  <a:pt x="606664" y="574813"/>
                </a:moveTo>
                <a:lnTo>
                  <a:pt x="636240" y="571013"/>
                </a:lnTo>
                <a:moveTo>
                  <a:pt x="896037" y="627398"/>
                </a:moveTo>
                <a:lnTo>
                  <a:pt x="946133" y="623514"/>
                </a:lnTo>
                <a:moveTo>
                  <a:pt x="670044" y="816682"/>
                </a:moveTo>
                <a:lnTo>
                  <a:pt x="777226" y="836935"/>
                </a:lnTo>
                <a:moveTo>
                  <a:pt x="1483482" y="661513"/>
                </a:moveTo>
                <a:lnTo>
                  <a:pt x="1483300" y="605155"/>
                </a:lnTo>
                <a:moveTo>
                  <a:pt x="2242925" y="504682"/>
                </a:moveTo>
                <a:lnTo>
                  <a:pt x="2308802" y="477637"/>
                </a:lnTo>
                <a:moveTo>
                  <a:pt x="1475664" y="956764"/>
                </a:moveTo>
                <a:lnTo>
                  <a:pt x="1433295" y="974807"/>
                </a:lnTo>
                <a:moveTo>
                  <a:pt x="1074678" y="587660"/>
                </a:moveTo>
                <a:lnTo>
                  <a:pt x="1124961" y="604506"/>
                </a:lnTo>
                <a:moveTo>
                  <a:pt x="759167" y="587320"/>
                </a:moveTo>
                <a:lnTo>
                  <a:pt x="896037" y="627398"/>
                </a:lnTo>
                <a:moveTo>
                  <a:pt x="2449445" y="545602"/>
                </a:moveTo>
                <a:lnTo>
                  <a:pt x="2382719" y="634978"/>
                </a:lnTo>
                <a:moveTo>
                  <a:pt x="1306759" y="599061"/>
                </a:moveTo>
                <a:lnTo>
                  <a:pt x="1405376" y="630191"/>
                </a:lnTo>
                <a:moveTo>
                  <a:pt x="1694893" y="584890"/>
                </a:moveTo>
                <a:lnTo>
                  <a:pt x="1801498" y="647857"/>
                </a:lnTo>
                <a:moveTo>
                  <a:pt x="1996921" y="989526"/>
                </a:moveTo>
                <a:lnTo>
                  <a:pt x="2050584" y="956290"/>
                </a:lnTo>
                <a:moveTo>
                  <a:pt x="1483482" y="661513"/>
                </a:moveTo>
                <a:lnTo>
                  <a:pt x="1508439" y="603490"/>
                </a:lnTo>
                <a:moveTo>
                  <a:pt x="1843830" y="1039460"/>
                </a:moveTo>
                <a:lnTo>
                  <a:pt x="1805360" y="1001644"/>
                </a:lnTo>
                <a:moveTo>
                  <a:pt x="2050584" y="956290"/>
                </a:moveTo>
                <a:lnTo>
                  <a:pt x="2077987" y="919636"/>
                </a:lnTo>
                <a:moveTo>
                  <a:pt x="2191172" y="862528"/>
                </a:moveTo>
                <a:lnTo>
                  <a:pt x="2140906" y="843718"/>
                </a:lnTo>
                <a:moveTo>
                  <a:pt x="1246898" y="905655"/>
                </a:moveTo>
                <a:lnTo>
                  <a:pt x="1291792" y="940532"/>
                </a:lnTo>
                <a:moveTo>
                  <a:pt x="1250695" y="902988"/>
                </a:moveTo>
                <a:lnTo>
                  <a:pt x="1291792" y="940532"/>
                </a:lnTo>
                <a:moveTo>
                  <a:pt x="1250695" y="902988"/>
                </a:moveTo>
                <a:lnTo>
                  <a:pt x="1292991" y="940786"/>
                </a:lnTo>
                <a:moveTo>
                  <a:pt x="504478" y="834816"/>
                </a:moveTo>
                <a:lnTo>
                  <a:pt x="529708" y="822925"/>
                </a:lnTo>
                <a:moveTo>
                  <a:pt x="1902144" y="655152"/>
                </a:moveTo>
                <a:lnTo>
                  <a:pt x="1959724" y="665998"/>
                </a:lnTo>
                <a:moveTo>
                  <a:pt x="1532823" y="605758"/>
                </a:moveTo>
                <a:lnTo>
                  <a:pt x="1593447" y="579970"/>
                </a:lnTo>
                <a:moveTo>
                  <a:pt x="909210" y="885630"/>
                </a:moveTo>
                <a:lnTo>
                  <a:pt x="974142" y="940186"/>
                </a:lnTo>
                <a:moveTo>
                  <a:pt x="1693850" y="571969"/>
                </a:moveTo>
                <a:lnTo>
                  <a:pt x="1801498" y="647857"/>
                </a:lnTo>
                <a:moveTo>
                  <a:pt x="2089181" y="923676"/>
                </a:moveTo>
                <a:lnTo>
                  <a:pt x="2077987" y="919636"/>
                </a:lnTo>
                <a:moveTo>
                  <a:pt x="1306759" y="599061"/>
                </a:moveTo>
                <a:lnTo>
                  <a:pt x="1390760" y="642267"/>
                </a:lnTo>
                <a:moveTo>
                  <a:pt x="1116808" y="950989"/>
                </a:moveTo>
                <a:lnTo>
                  <a:pt x="1126721" y="952557"/>
                </a:lnTo>
                <a:moveTo>
                  <a:pt x="1693850" y="571969"/>
                </a:moveTo>
                <a:lnTo>
                  <a:pt x="1810897" y="647006"/>
                </a:lnTo>
                <a:moveTo>
                  <a:pt x="2412874" y="638363"/>
                </a:moveTo>
                <a:lnTo>
                  <a:pt x="2340028" y="726709"/>
                </a:lnTo>
                <a:moveTo>
                  <a:pt x="1516028" y="997971"/>
                </a:moveTo>
                <a:lnTo>
                  <a:pt x="1611155" y="997610"/>
                </a:lnTo>
                <a:moveTo>
                  <a:pt x="2242925" y="504682"/>
                </a:moveTo>
                <a:lnTo>
                  <a:pt x="2309267" y="474911"/>
                </a:lnTo>
                <a:moveTo>
                  <a:pt x="2088638" y="607713"/>
                </a:moveTo>
                <a:lnTo>
                  <a:pt x="2116050" y="592177"/>
                </a:lnTo>
                <a:moveTo>
                  <a:pt x="2412874" y="638363"/>
                </a:moveTo>
                <a:lnTo>
                  <a:pt x="2382719" y="634978"/>
                </a:lnTo>
                <a:moveTo>
                  <a:pt x="309206" y="841528"/>
                </a:moveTo>
                <a:lnTo>
                  <a:pt x="355398" y="865839"/>
                </a:lnTo>
                <a:moveTo>
                  <a:pt x="2353890" y="720293"/>
                </a:moveTo>
                <a:lnTo>
                  <a:pt x="2340028" y="726709"/>
                </a:lnTo>
                <a:moveTo>
                  <a:pt x="642133" y="567111"/>
                </a:moveTo>
                <a:lnTo>
                  <a:pt x="759167" y="587320"/>
                </a:lnTo>
                <a:moveTo>
                  <a:pt x="455945" y="581138"/>
                </a:moveTo>
                <a:lnTo>
                  <a:pt x="469659" y="579845"/>
                </a:lnTo>
                <a:moveTo>
                  <a:pt x="2449445" y="545602"/>
                </a:moveTo>
                <a:lnTo>
                  <a:pt x="2414029" y="534348"/>
                </a:lnTo>
                <a:moveTo>
                  <a:pt x="360836" y="632428"/>
                </a:moveTo>
                <a:lnTo>
                  <a:pt x="379948" y="654846"/>
                </a:lnTo>
                <a:moveTo>
                  <a:pt x="2050584" y="956290"/>
                </a:moveTo>
                <a:lnTo>
                  <a:pt x="2089181" y="923676"/>
                </a:lnTo>
                <a:moveTo>
                  <a:pt x="1720852" y="974882"/>
                </a:moveTo>
                <a:lnTo>
                  <a:pt x="1700166" y="954686"/>
                </a:lnTo>
                <a:moveTo>
                  <a:pt x="1678100" y="575043"/>
                </a:moveTo>
                <a:lnTo>
                  <a:pt x="1694893" y="584890"/>
                </a:lnTo>
                <a:moveTo>
                  <a:pt x="616670" y="838630"/>
                </a:moveTo>
                <a:lnTo>
                  <a:pt x="670044" y="816682"/>
                </a:lnTo>
                <a:moveTo>
                  <a:pt x="1064089" y="950625"/>
                </a:moveTo>
                <a:lnTo>
                  <a:pt x="1046683" y="924643"/>
                </a:lnTo>
                <a:moveTo>
                  <a:pt x="1086819" y="629073"/>
                </a:moveTo>
                <a:lnTo>
                  <a:pt x="1074678" y="587660"/>
                </a:lnTo>
                <a:moveTo>
                  <a:pt x="310065" y="718327"/>
                </a:moveTo>
                <a:lnTo>
                  <a:pt x="379948" y="654846"/>
                </a:lnTo>
                <a:moveTo>
                  <a:pt x="529708" y="822925"/>
                </a:moveTo>
                <a:lnTo>
                  <a:pt x="616670" y="838630"/>
                </a:lnTo>
                <a:moveTo>
                  <a:pt x="1693850" y="571969"/>
                </a:moveTo>
                <a:lnTo>
                  <a:pt x="1694893" y="584890"/>
                </a:lnTo>
                <a:moveTo>
                  <a:pt x="360836" y="632428"/>
                </a:moveTo>
                <a:lnTo>
                  <a:pt x="455945" y="581138"/>
                </a:lnTo>
                <a:moveTo>
                  <a:pt x="2010665" y="992112"/>
                </a:moveTo>
                <a:lnTo>
                  <a:pt x="1996921" y="989526"/>
                </a:lnTo>
                <a:moveTo>
                  <a:pt x="1252720" y="617952"/>
                </a:moveTo>
                <a:lnTo>
                  <a:pt x="1306759" y="599061"/>
                </a:lnTo>
                <a:moveTo>
                  <a:pt x="355398" y="865839"/>
                </a:moveTo>
                <a:lnTo>
                  <a:pt x="504478" y="834816"/>
                </a:lnTo>
                <a:moveTo>
                  <a:pt x="788327" y="644507"/>
                </a:moveTo>
                <a:lnTo>
                  <a:pt x="896037" y="627398"/>
                </a:lnTo>
                <a:moveTo>
                  <a:pt x="309206" y="841528"/>
                </a:moveTo>
                <a:lnTo>
                  <a:pt x="325503" y="901599"/>
                </a:lnTo>
                <a:moveTo>
                  <a:pt x="1678100" y="575043"/>
                </a:moveTo>
                <a:lnTo>
                  <a:pt x="1693850" y="571969"/>
                </a:lnTo>
                <a:moveTo>
                  <a:pt x="1186936" y="564899"/>
                </a:moveTo>
                <a:lnTo>
                  <a:pt x="1252720" y="617952"/>
                </a:lnTo>
                <a:moveTo>
                  <a:pt x="1390760" y="642267"/>
                </a:moveTo>
                <a:lnTo>
                  <a:pt x="1405376" y="630191"/>
                </a:lnTo>
                <a:moveTo>
                  <a:pt x="849563" y="878429"/>
                </a:moveTo>
                <a:lnTo>
                  <a:pt x="909210" y="885630"/>
                </a:lnTo>
                <a:moveTo>
                  <a:pt x="1124961" y="604506"/>
                </a:moveTo>
                <a:lnTo>
                  <a:pt x="1186936" y="564899"/>
                </a:lnTo>
                <a:moveTo>
                  <a:pt x="2191172" y="862528"/>
                </a:moveTo>
                <a:lnTo>
                  <a:pt x="2077987" y="919636"/>
                </a:lnTo>
                <a:moveTo>
                  <a:pt x="1810897" y="647006"/>
                </a:moveTo>
                <a:lnTo>
                  <a:pt x="1902144" y="655152"/>
                </a:lnTo>
                <a:moveTo>
                  <a:pt x="946133" y="623514"/>
                </a:moveTo>
                <a:lnTo>
                  <a:pt x="992763" y="625881"/>
                </a:lnTo>
                <a:moveTo>
                  <a:pt x="2366459" y="455886"/>
                </a:moveTo>
                <a:lnTo>
                  <a:pt x="2332906" y="458383"/>
                </a:lnTo>
                <a:moveTo>
                  <a:pt x="2005790" y="649328"/>
                </a:moveTo>
                <a:lnTo>
                  <a:pt x="2024662" y="650197"/>
                </a:lnTo>
                <a:moveTo>
                  <a:pt x="1126721" y="952557"/>
                </a:moveTo>
                <a:lnTo>
                  <a:pt x="1246898" y="905655"/>
                </a:lnTo>
                <a:moveTo>
                  <a:pt x="822290" y="663026"/>
                </a:moveTo>
                <a:lnTo>
                  <a:pt x="896037" y="627398"/>
                </a:lnTo>
                <a:moveTo>
                  <a:pt x="2202212" y="857947"/>
                </a:moveTo>
                <a:lnTo>
                  <a:pt x="2269971" y="797047"/>
                </a:lnTo>
                <a:moveTo>
                  <a:pt x="2322240" y="470949"/>
                </a:moveTo>
                <a:lnTo>
                  <a:pt x="2309267" y="474911"/>
                </a:lnTo>
                <a:moveTo>
                  <a:pt x="513163" y="570640"/>
                </a:moveTo>
                <a:lnTo>
                  <a:pt x="606664" y="574813"/>
                </a:lnTo>
                <a:moveTo>
                  <a:pt x="469659" y="579845"/>
                </a:moveTo>
                <a:lnTo>
                  <a:pt x="513163" y="570640"/>
                </a:lnTo>
                <a:moveTo>
                  <a:pt x="2116050" y="592177"/>
                </a:moveTo>
                <a:lnTo>
                  <a:pt x="2207886" y="526122"/>
                </a:lnTo>
                <a:moveTo>
                  <a:pt x="2010665" y="992112"/>
                </a:moveTo>
                <a:lnTo>
                  <a:pt x="2050584" y="956290"/>
                </a:lnTo>
                <a:moveTo>
                  <a:pt x="1475664" y="956764"/>
                </a:moveTo>
                <a:lnTo>
                  <a:pt x="1516028" y="997971"/>
                </a:lnTo>
                <a:moveTo>
                  <a:pt x="2434579" y="448142"/>
                </a:moveTo>
                <a:lnTo>
                  <a:pt x="2449445" y="545602"/>
                </a:lnTo>
                <a:moveTo>
                  <a:pt x="325503" y="901599"/>
                </a:moveTo>
                <a:lnTo>
                  <a:pt x="355398" y="865839"/>
                </a:lnTo>
                <a:moveTo>
                  <a:pt x="245946" y="797776"/>
                </a:moveTo>
                <a:lnTo>
                  <a:pt x="346933" y="749326"/>
                </a:lnTo>
                <a:moveTo>
                  <a:pt x="606664" y="574813"/>
                </a:moveTo>
                <a:lnTo>
                  <a:pt x="642133" y="567111"/>
                </a:lnTo>
                <a:moveTo>
                  <a:pt x="310065" y="718327"/>
                </a:moveTo>
                <a:lnTo>
                  <a:pt x="346933" y="749326"/>
                </a:lnTo>
                <a:moveTo>
                  <a:pt x="1761803" y="1015052"/>
                </a:moveTo>
                <a:lnTo>
                  <a:pt x="1843830" y="1039460"/>
                </a:lnTo>
                <a:moveTo>
                  <a:pt x="670044" y="816682"/>
                </a:moveTo>
                <a:lnTo>
                  <a:pt x="728731" y="840097"/>
                </a:lnTo>
                <a:moveTo>
                  <a:pt x="946133" y="623514"/>
                </a:moveTo>
                <a:lnTo>
                  <a:pt x="977069" y="636458"/>
                </a:lnTo>
                <a:moveTo>
                  <a:pt x="1064089" y="950625"/>
                </a:moveTo>
                <a:lnTo>
                  <a:pt x="1085672" y="938177"/>
                </a:lnTo>
                <a:moveTo>
                  <a:pt x="1116808" y="950989"/>
                </a:moveTo>
                <a:lnTo>
                  <a:pt x="1246898" y="905655"/>
                </a:lnTo>
                <a:moveTo>
                  <a:pt x="642133" y="567111"/>
                </a:moveTo>
                <a:lnTo>
                  <a:pt x="721867" y="606982"/>
                </a:lnTo>
                <a:moveTo>
                  <a:pt x="1250695" y="902988"/>
                </a:moveTo>
                <a:lnTo>
                  <a:pt x="1385856" y="946079"/>
                </a:lnTo>
                <a:moveTo>
                  <a:pt x="433148" y="599364"/>
                </a:moveTo>
                <a:lnTo>
                  <a:pt x="455945" y="581138"/>
                </a:lnTo>
                <a:moveTo>
                  <a:pt x="1306759" y="599061"/>
                </a:moveTo>
                <a:lnTo>
                  <a:pt x="1321652" y="713346"/>
                </a:lnTo>
                <a:moveTo>
                  <a:pt x="504478" y="834816"/>
                </a:moveTo>
                <a:lnTo>
                  <a:pt x="616670" y="838630"/>
                </a:lnTo>
                <a:moveTo>
                  <a:pt x="1989865" y="669517"/>
                </a:moveTo>
                <a:lnTo>
                  <a:pt x="1959724" y="665998"/>
                </a:lnTo>
                <a:moveTo>
                  <a:pt x="2089181" y="923676"/>
                </a:moveTo>
                <a:lnTo>
                  <a:pt x="2191172" y="862528"/>
                </a:lnTo>
                <a:moveTo>
                  <a:pt x="2281739" y="795860"/>
                </a:moveTo>
                <a:lnTo>
                  <a:pt x="2269971" y="797047"/>
                </a:lnTo>
                <a:moveTo>
                  <a:pt x="2366459" y="455886"/>
                </a:moveTo>
                <a:lnTo>
                  <a:pt x="2309267" y="474911"/>
                </a:lnTo>
                <a:moveTo>
                  <a:pt x="1263263" y="679513"/>
                </a:moveTo>
                <a:lnTo>
                  <a:pt x="1306759" y="599061"/>
                </a:lnTo>
                <a:moveTo>
                  <a:pt x="721867" y="606982"/>
                </a:moveTo>
                <a:lnTo>
                  <a:pt x="759167" y="587320"/>
                </a:lnTo>
                <a:moveTo>
                  <a:pt x="1392356" y="871265"/>
                </a:moveTo>
                <a:lnTo>
                  <a:pt x="1385856" y="946079"/>
                </a:lnTo>
                <a:moveTo>
                  <a:pt x="759167" y="587320"/>
                </a:moveTo>
                <a:lnTo>
                  <a:pt x="788327" y="644507"/>
                </a:lnTo>
                <a:moveTo>
                  <a:pt x="822290" y="663026"/>
                </a:moveTo>
                <a:lnTo>
                  <a:pt x="946133" y="623514"/>
                </a:lnTo>
                <a:moveTo>
                  <a:pt x="1611155" y="997610"/>
                </a:moveTo>
                <a:lnTo>
                  <a:pt x="1612187" y="997452"/>
                </a:lnTo>
                <a:moveTo>
                  <a:pt x="2353890" y="720293"/>
                </a:moveTo>
                <a:lnTo>
                  <a:pt x="2269971" y="797047"/>
                </a:lnTo>
                <a:moveTo>
                  <a:pt x="180862" y="875227"/>
                </a:moveTo>
                <a:lnTo>
                  <a:pt x="309206" y="841528"/>
                </a:lnTo>
                <a:moveTo>
                  <a:pt x="777226" y="836935"/>
                </a:moveTo>
                <a:lnTo>
                  <a:pt x="849563" y="878429"/>
                </a:lnTo>
                <a:moveTo>
                  <a:pt x="2024662" y="650197"/>
                </a:moveTo>
                <a:lnTo>
                  <a:pt x="2088638" y="607713"/>
                </a:lnTo>
                <a:moveTo>
                  <a:pt x="1678100" y="575043"/>
                </a:moveTo>
                <a:lnTo>
                  <a:pt x="1671693" y="566752"/>
                </a:lnTo>
                <a:moveTo>
                  <a:pt x="1770652" y="605590"/>
                </a:moveTo>
                <a:lnTo>
                  <a:pt x="1810897" y="647006"/>
                </a:lnTo>
                <a:moveTo>
                  <a:pt x="245946" y="797776"/>
                </a:moveTo>
                <a:lnTo>
                  <a:pt x="309206" y="841528"/>
                </a:lnTo>
                <a:moveTo>
                  <a:pt x="1671693" y="566752"/>
                </a:moveTo>
                <a:lnTo>
                  <a:pt x="1693850" y="571969"/>
                </a:lnTo>
                <a:moveTo>
                  <a:pt x="1989865" y="669517"/>
                </a:moveTo>
                <a:lnTo>
                  <a:pt x="2005790" y="649328"/>
                </a:lnTo>
                <a:moveTo>
                  <a:pt x="2024662" y="650197"/>
                </a:moveTo>
                <a:lnTo>
                  <a:pt x="2116050" y="592177"/>
                </a:lnTo>
                <a:moveTo>
                  <a:pt x="728731" y="840097"/>
                </a:moveTo>
                <a:lnTo>
                  <a:pt x="777226" y="836935"/>
                </a:lnTo>
                <a:moveTo>
                  <a:pt x="2207886" y="526122"/>
                </a:moveTo>
                <a:lnTo>
                  <a:pt x="2242925" y="504682"/>
                </a:lnTo>
                <a:moveTo>
                  <a:pt x="708989" y="844885"/>
                </a:moveTo>
                <a:lnTo>
                  <a:pt x="670044" y="816682"/>
                </a:lnTo>
                <a:moveTo>
                  <a:pt x="1385856" y="946079"/>
                </a:moveTo>
                <a:lnTo>
                  <a:pt x="1475664" y="956764"/>
                </a:lnTo>
                <a:moveTo>
                  <a:pt x="1585546" y="627569"/>
                </a:moveTo>
                <a:lnTo>
                  <a:pt x="1593447" y="579970"/>
                </a:lnTo>
                <a:moveTo>
                  <a:pt x="1405376" y="630191"/>
                </a:moveTo>
                <a:lnTo>
                  <a:pt x="1483482" y="661513"/>
                </a:lnTo>
                <a:moveTo>
                  <a:pt x="977069" y="636458"/>
                </a:moveTo>
                <a:lnTo>
                  <a:pt x="992763" y="625881"/>
                </a:lnTo>
                <a:moveTo>
                  <a:pt x="1720852" y="974882"/>
                </a:moveTo>
                <a:lnTo>
                  <a:pt x="1761803" y="1015052"/>
                </a:lnTo>
                <a:moveTo>
                  <a:pt x="1246898" y="905655"/>
                </a:moveTo>
                <a:lnTo>
                  <a:pt x="1250695" y="902988"/>
                </a:lnTo>
                <a:moveTo>
                  <a:pt x="403433" y="887062"/>
                </a:moveTo>
                <a:lnTo>
                  <a:pt x="355398" y="865839"/>
                </a:lnTo>
                <a:moveTo>
                  <a:pt x="1385856" y="946079"/>
                </a:moveTo>
                <a:lnTo>
                  <a:pt x="1485150" y="921345"/>
                </a:lnTo>
                <a:moveTo>
                  <a:pt x="2434579" y="448142"/>
                </a:moveTo>
                <a:lnTo>
                  <a:pt x="2457492" y="545861"/>
                </a:lnTo>
                <a:moveTo>
                  <a:pt x="2366459" y="455886"/>
                </a:moveTo>
                <a:lnTo>
                  <a:pt x="2434579" y="448142"/>
                </a:lnTo>
                <a:moveTo>
                  <a:pt x="272442" y="926093"/>
                </a:moveTo>
                <a:lnTo>
                  <a:pt x="309206" y="841528"/>
                </a:lnTo>
                <a:moveTo>
                  <a:pt x="930836" y="904168"/>
                </a:moveTo>
                <a:lnTo>
                  <a:pt x="909210" y="885630"/>
                </a:lnTo>
                <a:moveTo>
                  <a:pt x="1390760" y="642267"/>
                </a:moveTo>
                <a:lnTo>
                  <a:pt x="1483482" y="661513"/>
                </a:lnTo>
                <a:moveTo>
                  <a:pt x="2191172" y="862528"/>
                </a:moveTo>
                <a:lnTo>
                  <a:pt x="2202212" y="857947"/>
                </a:lnTo>
                <a:moveTo>
                  <a:pt x="2207886" y="526122"/>
                </a:moveTo>
                <a:lnTo>
                  <a:pt x="2218549" y="529096"/>
                </a:lnTo>
                <a:moveTo>
                  <a:pt x="1124961" y="604506"/>
                </a:moveTo>
                <a:lnTo>
                  <a:pt x="1252720" y="617952"/>
                </a:lnTo>
                <a:moveTo>
                  <a:pt x="1321652" y="713346"/>
                </a:moveTo>
                <a:lnTo>
                  <a:pt x="1390760" y="642267"/>
                </a:lnTo>
                <a:moveTo>
                  <a:pt x="1693850" y="571969"/>
                </a:moveTo>
                <a:lnTo>
                  <a:pt x="1770652" y="605590"/>
                </a:lnTo>
                <a:moveTo>
                  <a:pt x="1250695" y="902988"/>
                </a:moveTo>
                <a:lnTo>
                  <a:pt x="1392356" y="871265"/>
                </a:lnTo>
                <a:moveTo>
                  <a:pt x="469659" y="579845"/>
                </a:moveTo>
                <a:lnTo>
                  <a:pt x="606664" y="574813"/>
                </a:lnTo>
                <a:moveTo>
                  <a:pt x="1390760" y="642267"/>
                </a:moveTo>
                <a:lnTo>
                  <a:pt x="1469311" y="681212"/>
                </a:lnTo>
                <a:moveTo>
                  <a:pt x="1064089" y="950625"/>
                </a:moveTo>
                <a:lnTo>
                  <a:pt x="1116808" y="950989"/>
                </a:lnTo>
                <a:moveTo>
                  <a:pt x="1475664" y="956764"/>
                </a:moveTo>
                <a:lnTo>
                  <a:pt x="1611155" y="997610"/>
                </a:lnTo>
                <a:moveTo>
                  <a:pt x="2194563" y="863201"/>
                </a:moveTo>
                <a:lnTo>
                  <a:pt x="2191172" y="862528"/>
                </a:lnTo>
                <a:moveTo>
                  <a:pt x="428057" y="889805"/>
                </a:moveTo>
                <a:lnTo>
                  <a:pt x="504478" y="834816"/>
                </a:lnTo>
                <a:moveTo>
                  <a:pt x="428057" y="889805"/>
                </a:moveTo>
                <a:lnTo>
                  <a:pt x="355398" y="865839"/>
                </a:lnTo>
                <a:moveTo>
                  <a:pt x="2194563" y="863201"/>
                </a:moveTo>
                <a:lnTo>
                  <a:pt x="2202212" y="857947"/>
                </a:lnTo>
                <a:moveTo>
                  <a:pt x="1483482" y="661513"/>
                </a:moveTo>
                <a:lnTo>
                  <a:pt x="1532823" y="605758"/>
                </a:lnTo>
                <a:moveTo>
                  <a:pt x="325503" y="901599"/>
                </a:moveTo>
                <a:lnTo>
                  <a:pt x="403433" y="887062"/>
                </a:lnTo>
                <a:moveTo>
                  <a:pt x="721867" y="606982"/>
                </a:moveTo>
                <a:lnTo>
                  <a:pt x="788327" y="644507"/>
                </a:lnTo>
                <a:moveTo>
                  <a:pt x="2218549" y="529096"/>
                </a:moveTo>
                <a:lnTo>
                  <a:pt x="2242925" y="504682"/>
                </a:lnTo>
                <a:moveTo>
                  <a:pt x="822290" y="663026"/>
                </a:moveTo>
                <a:lnTo>
                  <a:pt x="977069" y="636458"/>
                </a:lnTo>
                <a:moveTo>
                  <a:pt x="1250695" y="902988"/>
                </a:moveTo>
                <a:lnTo>
                  <a:pt x="1339813" y="840122"/>
                </a:lnTo>
                <a:moveTo>
                  <a:pt x="1101566" y="932675"/>
                </a:moveTo>
                <a:lnTo>
                  <a:pt x="1116808" y="950989"/>
                </a:lnTo>
                <a:moveTo>
                  <a:pt x="663459" y="643719"/>
                </a:moveTo>
                <a:lnTo>
                  <a:pt x="642133" y="567111"/>
                </a:lnTo>
                <a:moveTo>
                  <a:pt x="788327" y="644507"/>
                </a:moveTo>
                <a:lnTo>
                  <a:pt x="822290" y="663026"/>
                </a:lnTo>
                <a:moveTo>
                  <a:pt x="2116050" y="592177"/>
                </a:moveTo>
                <a:lnTo>
                  <a:pt x="2153854" y="603626"/>
                </a:lnTo>
                <a:moveTo>
                  <a:pt x="2202212" y="857947"/>
                </a:moveTo>
                <a:lnTo>
                  <a:pt x="2281739" y="795860"/>
                </a:lnTo>
                <a:moveTo>
                  <a:pt x="2242925" y="504682"/>
                </a:moveTo>
                <a:lnTo>
                  <a:pt x="2322240" y="470949"/>
                </a:lnTo>
                <a:moveTo>
                  <a:pt x="1612187" y="997452"/>
                </a:moveTo>
                <a:lnTo>
                  <a:pt x="1720852" y="974882"/>
                </a:lnTo>
                <a:moveTo>
                  <a:pt x="504478" y="834816"/>
                </a:moveTo>
                <a:lnTo>
                  <a:pt x="564235" y="859068"/>
                </a:lnTo>
                <a:moveTo>
                  <a:pt x="992763" y="625881"/>
                </a:moveTo>
                <a:lnTo>
                  <a:pt x="1086819" y="629073"/>
                </a:lnTo>
                <a:moveTo>
                  <a:pt x="974142" y="940186"/>
                </a:moveTo>
                <a:lnTo>
                  <a:pt x="1064089" y="950625"/>
                </a:lnTo>
                <a:moveTo>
                  <a:pt x="1339813" y="840122"/>
                </a:moveTo>
                <a:lnTo>
                  <a:pt x="1392356" y="871265"/>
                </a:lnTo>
                <a:moveTo>
                  <a:pt x="2412874" y="638363"/>
                </a:moveTo>
                <a:lnTo>
                  <a:pt x="2449445" y="545602"/>
                </a:lnTo>
                <a:moveTo>
                  <a:pt x="1585546" y="627569"/>
                </a:moveTo>
                <a:lnTo>
                  <a:pt x="1678100" y="575043"/>
                </a:lnTo>
                <a:moveTo>
                  <a:pt x="1770652" y="605590"/>
                </a:moveTo>
                <a:lnTo>
                  <a:pt x="1902144" y="655152"/>
                </a:lnTo>
                <a:moveTo>
                  <a:pt x="272442" y="926093"/>
                </a:moveTo>
                <a:lnTo>
                  <a:pt x="325503" y="901599"/>
                </a:lnTo>
                <a:moveTo>
                  <a:pt x="1252720" y="617952"/>
                </a:moveTo>
                <a:lnTo>
                  <a:pt x="1263263" y="679513"/>
                </a:lnTo>
                <a:moveTo>
                  <a:pt x="1607852" y="611243"/>
                </a:moveTo>
                <a:lnTo>
                  <a:pt x="1678100" y="575043"/>
                </a:lnTo>
                <a:moveTo>
                  <a:pt x="1536143" y="948179"/>
                </a:moveTo>
                <a:lnTo>
                  <a:pt x="1611155" y="997610"/>
                </a:lnTo>
                <a:moveTo>
                  <a:pt x="802320" y="680286"/>
                </a:moveTo>
                <a:lnTo>
                  <a:pt x="788327" y="644507"/>
                </a:lnTo>
                <a:moveTo>
                  <a:pt x="2012482" y="983863"/>
                </a:moveTo>
                <a:lnTo>
                  <a:pt x="2050584" y="956290"/>
                </a:lnTo>
                <a:moveTo>
                  <a:pt x="1392356" y="871265"/>
                </a:moveTo>
                <a:lnTo>
                  <a:pt x="1485150" y="921345"/>
                </a:lnTo>
                <a:moveTo>
                  <a:pt x="1671693" y="566752"/>
                </a:moveTo>
                <a:lnTo>
                  <a:pt x="1770652" y="605590"/>
                </a:lnTo>
                <a:moveTo>
                  <a:pt x="1392356" y="871265"/>
                </a:moveTo>
                <a:lnTo>
                  <a:pt x="1423118" y="770206"/>
                </a:lnTo>
                <a:moveTo>
                  <a:pt x="1246898" y="905655"/>
                </a:moveTo>
                <a:lnTo>
                  <a:pt x="1268873" y="797192"/>
                </a:lnTo>
                <a:moveTo>
                  <a:pt x="977069" y="636458"/>
                </a:moveTo>
                <a:lnTo>
                  <a:pt x="1086819" y="629073"/>
                </a:lnTo>
                <a:moveTo>
                  <a:pt x="728731" y="840097"/>
                </a:moveTo>
                <a:lnTo>
                  <a:pt x="849563" y="878429"/>
                </a:lnTo>
                <a:moveTo>
                  <a:pt x="2218549" y="529096"/>
                </a:moveTo>
                <a:lnTo>
                  <a:pt x="2322240" y="470949"/>
                </a:lnTo>
                <a:moveTo>
                  <a:pt x="1268873" y="797192"/>
                </a:moveTo>
                <a:lnTo>
                  <a:pt x="1250695" y="902988"/>
                </a:lnTo>
                <a:moveTo>
                  <a:pt x="179616" y="876156"/>
                </a:moveTo>
                <a:lnTo>
                  <a:pt x="181081" y="877133"/>
                </a:lnTo>
                <a:moveTo>
                  <a:pt x="310065" y="718327"/>
                </a:moveTo>
                <a:lnTo>
                  <a:pt x="360836" y="632428"/>
                </a:lnTo>
                <a:moveTo>
                  <a:pt x="180862" y="875227"/>
                </a:moveTo>
                <a:lnTo>
                  <a:pt x="181081" y="877133"/>
                </a:lnTo>
                <a:moveTo>
                  <a:pt x="1086819" y="629073"/>
                </a:moveTo>
                <a:lnTo>
                  <a:pt x="1124961" y="604506"/>
                </a:lnTo>
                <a:moveTo>
                  <a:pt x="180025" y="876703"/>
                </a:moveTo>
                <a:lnTo>
                  <a:pt x="181081" y="877133"/>
                </a:lnTo>
                <a:moveTo>
                  <a:pt x="2153854" y="603626"/>
                </a:moveTo>
                <a:lnTo>
                  <a:pt x="2207886" y="526122"/>
                </a:lnTo>
                <a:moveTo>
                  <a:pt x="179616" y="876156"/>
                </a:moveTo>
                <a:lnTo>
                  <a:pt x="180862" y="875227"/>
                </a:lnTo>
                <a:moveTo>
                  <a:pt x="180025" y="876703"/>
                </a:moveTo>
                <a:lnTo>
                  <a:pt x="179616" y="876156"/>
                </a:lnTo>
                <a:moveTo>
                  <a:pt x="802320" y="680286"/>
                </a:moveTo>
                <a:lnTo>
                  <a:pt x="822290" y="663026"/>
                </a:lnTo>
                <a:moveTo>
                  <a:pt x="180076" y="876347"/>
                </a:moveTo>
                <a:lnTo>
                  <a:pt x="179616" y="876156"/>
                </a:lnTo>
                <a:moveTo>
                  <a:pt x="180076" y="876347"/>
                </a:moveTo>
                <a:lnTo>
                  <a:pt x="180862" y="875227"/>
                </a:lnTo>
                <a:moveTo>
                  <a:pt x="180076" y="876347"/>
                </a:moveTo>
                <a:lnTo>
                  <a:pt x="180025" y="876703"/>
                </a:lnTo>
                <a:moveTo>
                  <a:pt x="2414435" y="637307"/>
                </a:moveTo>
                <a:lnTo>
                  <a:pt x="2449445" y="545602"/>
                </a:lnTo>
                <a:moveTo>
                  <a:pt x="2012482" y="983863"/>
                </a:moveTo>
                <a:lnTo>
                  <a:pt x="2089181" y="923676"/>
                </a:lnTo>
                <a:moveTo>
                  <a:pt x="1720852" y="974882"/>
                </a:moveTo>
                <a:lnTo>
                  <a:pt x="1843830" y="1039460"/>
                </a:lnTo>
                <a:moveTo>
                  <a:pt x="2281739" y="795860"/>
                </a:moveTo>
                <a:lnTo>
                  <a:pt x="2353890" y="720293"/>
                </a:lnTo>
                <a:moveTo>
                  <a:pt x="616670" y="838630"/>
                </a:moveTo>
                <a:lnTo>
                  <a:pt x="708989" y="844885"/>
                </a:lnTo>
                <a:moveTo>
                  <a:pt x="433148" y="599364"/>
                </a:moveTo>
                <a:lnTo>
                  <a:pt x="469659" y="579845"/>
                </a:lnTo>
                <a:moveTo>
                  <a:pt x="180862" y="875227"/>
                </a:moveTo>
                <a:lnTo>
                  <a:pt x="245946" y="797776"/>
                </a:lnTo>
                <a:moveTo>
                  <a:pt x="2457492" y="545861"/>
                </a:moveTo>
                <a:lnTo>
                  <a:pt x="2449445" y="545602"/>
                </a:lnTo>
                <a:moveTo>
                  <a:pt x="2115144" y="926220"/>
                </a:moveTo>
                <a:lnTo>
                  <a:pt x="2089181" y="923676"/>
                </a:lnTo>
                <a:moveTo>
                  <a:pt x="1321652" y="713346"/>
                </a:moveTo>
                <a:lnTo>
                  <a:pt x="1339813" y="840122"/>
                </a:lnTo>
                <a:moveTo>
                  <a:pt x="180076" y="876347"/>
                </a:moveTo>
                <a:lnTo>
                  <a:pt x="245946" y="797776"/>
                </a:lnTo>
                <a:moveTo>
                  <a:pt x="2470628" y="441245"/>
                </a:moveTo>
                <a:lnTo>
                  <a:pt x="2434579" y="448142"/>
                </a:lnTo>
                <a:moveTo>
                  <a:pt x="2353890" y="720293"/>
                </a:moveTo>
                <a:lnTo>
                  <a:pt x="2412874" y="638363"/>
                </a:lnTo>
                <a:moveTo>
                  <a:pt x="245946" y="797776"/>
                </a:moveTo>
                <a:lnTo>
                  <a:pt x="310065" y="718327"/>
                </a:lnTo>
                <a:moveTo>
                  <a:pt x="1485150" y="921345"/>
                </a:moveTo>
                <a:lnTo>
                  <a:pt x="1475664" y="956764"/>
                </a:lnTo>
                <a:moveTo>
                  <a:pt x="1101566" y="932675"/>
                </a:moveTo>
                <a:lnTo>
                  <a:pt x="1246898" y="905655"/>
                </a:lnTo>
                <a:moveTo>
                  <a:pt x="1469311" y="681212"/>
                </a:moveTo>
                <a:lnTo>
                  <a:pt x="1483482" y="661513"/>
                </a:lnTo>
                <a:moveTo>
                  <a:pt x="1790075" y="629154"/>
                </a:moveTo>
                <a:lnTo>
                  <a:pt x="1902144" y="655152"/>
                </a:lnTo>
                <a:moveTo>
                  <a:pt x="564235" y="859068"/>
                </a:moveTo>
                <a:lnTo>
                  <a:pt x="616670" y="838630"/>
                </a:lnTo>
                <a:moveTo>
                  <a:pt x="1339813" y="840122"/>
                </a:moveTo>
                <a:lnTo>
                  <a:pt x="1419390" y="768143"/>
                </a:lnTo>
                <a:moveTo>
                  <a:pt x="1339813" y="840122"/>
                </a:moveTo>
                <a:lnTo>
                  <a:pt x="1423118" y="770206"/>
                </a:lnTo>
                <a:moveTo>
                  <a:pt x="1902144" y="655152"/>
                </a:moveTo>
                <a:lnTo>
                  <a:pt x="1989865" y="669517"/>
                </a:lnTo>
                <a:moveTo>
                  <a:pt x="1203830" y="643700"/>
                </a:moveTo>
                <a:lnTo>
                  <a:pt x="1252720" y="617952"/>
                </a:lnTo>
                <a:moveTo>
                  <a:pt x="1585546" y="627569"/>
                </a:moveTo>
                <a:lnTo>
                  <a:pt x="1532823" y="605758"/>
                </a:lnTo>
                <a:moveTo>
                  <a:pt x="1596381" y="912936"/>
                </a:moveTo>
                <a:lnTo>
                  <a:pt x="1611155" y="997610"/>
                </a:lnTo>
                <a:moveTo>
                  <a:pt x="1596381" y="912936"/>
                </a:moveTo>
                <a:lnTo>
                  <a:pt x="1612187" y="997452"/>
                </a:lnTo>
                <a:moveTo>
                  <a:pt x="1124961" y="604506"/>
                </a:moveTo>
                <a:lnTo>
                  <a:pt x="1203830" y="643700"/>
                </a:lnTo>
                <a:moveTo>
                  <a:pt x="1321652" y="713346"/>
                </a:moveTo>
                <a:lnTo>
                  <a:pt x="1469311" y="681212"/>
                </a:lnTo>
                <a:moveTo>
                  <a:pt x="547942" y="618581"/>
                </a:moveTo>
                <a:lnTo>
                  <a:pt x="606664" y="574813"/>
                </a:lnTo>
                <a:moveTo>
                  <a:pt x="1237736" y="777611"/>
                </a:moveTo>
                <a:lnTo>
                  <a:pt x="1246898" y="905655"/>
                </a:lnTo>
                <a:moveTo>
                  <a:pt x="360836" y="632428"/>
                </a:moveTo>
                <a:lnTo>
                  <a:pt x="433148" y="599364"/>
                </a:lnTo>
                <a:moveTo>
                  <a:pt x="930836" y="904168"/>
                </a:moveTo>
                <a:lnTo>
                  <a:pt x="974142" y="940186"/>
                </a:lnTo>
                <a:moveTo>
                  <a:pt x="1855142" y="665241"/>
                </a:moveTo>
                <a:lnTo>
                  <a:pt x="1902144" y="655152"/>
                </a:lnTo>
                <a:moveTo>
                  <a:pt x="1832286" y="1000230"/>
                </a:moveTo>
                <a:lnTo>
                  <a:pt x="1843830" y="1039460"/>
                </a:lnTo>
                <a:moveTo>
                  <a:pt x="469659" y="579845"/>
                </a:moveTo>
                <a:lnTo>
                  <a:pt x="547942" y="618581"/>
                </a:lnTo>
                <a:moveTo>
                  <a:pt x="1321652" y="713346"/>
                </a:moveTo>
                <a:lnTo>
                  <a:pt x="1419390" y="768143"/>
                </a:lnTo>
                <a:moveTo>
                  <a:pt x="1469311" y="681212"/>
                </a:moveTo>
                <a:lnTo>
                  <a:pt x="1439823" y="738509"/>
                </a:lnTo>
                <a:moveTo>
                  <a:pt x="1263263" y="679513"/>
                </a:moveTo>
                <a:lnTo>
                  <a:pt x="1321652" y="713346"/>
                </a:lnTo>
                <a:moveTo>
                  <a:pt x="526120" y="885931"/>
                </a:moveTo>
                <a:lnTo>
                  <a:pt x="504478" y="834816"/>
                </a:lnTo>
                <a:moveTo>
                  <a:pt x="1419390" y="768143"/>
                </a:moveTo>
                <a:lnTo>
                  <a:pt x="1469311" y="681212"/>
                </a:lnTo>
                <a:moveTo>
                  <a:pt x="903007" y="703664"/>
                </a:moveTo>
                <a:lnTo>
                  <a:pt x="977069" y="636458"/>
                </a:lnTo>
                <a:moveTo>
                  <a:pt x="1532823" y="605758"/>
                </a:moveTo>
                <a:lnTo>
                  <a:pt x="1551025" y="722630"/>
                </a:lnTo>
                <a:moveTo>
                  <a:pt x="1671693" y="566752"/>
                </a:moveTo>
                <a:lnTo>
                  <a:pt x="1752965" y="607825"/>
                </a:lnTo>
                <a:moveTo>
                  <a:pt x="1419390" y="768143"/>
                </a:moveTo>
                <a:lnTo>
                  <a:pt x="1439823" y="738509"/>
                </a:lnTo>
                <a:moveTo>
                  <a:pt x="403433" y="887062"/>
                </a:moveTo>
                <a:lnTo>
                  <a:pt x="428057" y="889805"/>
                </a:lnTo>
                <a:moveTo>
                  <a:pt x="1182294" y="861253"/>
                </a:moveTo>
                <a:lnTo>
                  <a:pt x="1246898" y="905655"/>
                </a:lnTo>
                <a:moveTo>
                  <a:pt x="1268873" y="797192"/>
                </a:moveTo>
                <a:lnTo>
                  <a:pt x="1339813" y="840122"/>
                </a:lnTo>
                <a:moveTo>
                  <a:pt x="1439823" y="738509"/>
                </a:moveTo>
                <a:lnTo>
                  <a:pt x="1423118" y="770206"/>
                </a:lnTo>
                <a:moveTo>
                  <a:pt x="1483482" y="661513"/>
                </a:moveTo>
                <a:lnTo>
                  <a:pt x="1494979" y="694237"/>
                </a:lnTo>
                <a:moveTo>
                  <a:pt x="2414435" y="637307"/>
                </a:moveTo>
                <a:lnTo>
                  <a:pt x="2412874" y="638363"/>
                </a:lnTo>
                <a:moveTo>
                  <a:pt x="606664" y="574813"/>
                </a:moveTo>
                <a:lnTo>
                  <a:pt x="663459" y="643719"/>
                </a:lnTo>
                <a:moveTo>
                  <a:pt x="1419390" y="768143"/>
                </a:moveTo>
                <a:lnTo>
                  <a:pt x="1423118" y="770206"/>
                </a:lnTo>
                <a:moveTo>
                  <a:pt x="1392356" y="871265"/>
                </a:moveTo>
                <a:lnTo>
                  <a:pt x="1514612" y="819271"/>
                </a:lnTo>
                <a:moveTo>
                  <a:pt x="181081" y="877133"/>
                </a:moveTo>
                <a:lnTo>
                  <a:pt x="272442" y="926093"/>
                </a:lnTo>
                <a:moveTo>
                  <a:pt x="180862" y="875227"/>
                </a:moveTo>
                <a:lnTo>
                  <a:pt x="272442" y="926093"/>
                </a:lnTo>
                <a:moveTo>
                  <a:pt x="663459" y="643719"/>
                </a:moveTo>
                <a:lnTo>
                  <a:pt x="721867" y="606982"/>
                </a:lnTo>
                <a:moveTo>
                  <a:pt x="1475664" y="956764"/>
                </a:moveTo>
                <a:lnTo>
                  <a:pt x="1536143" y="948179"/>
                </a:lnTo>
                <a:moveTo>
                  <a:pt x="2012482" y="983863"/>
                </a:moveTo>
                <a:lnTo>
                  <a:pt x="2010665" y="992112"/>
                </a:lnTo>
                <a:moveTo>
                  <a:pt x="2091789" y="940297"/>
                </a:moveTo>
                <a:lnTo>
                  <a:pt x="2089181" y="923676"/>
                </a:lnTo>
                <a:moveTo>
                  <a:pt x="663459" y="643719"/>
                </a:moveTo>
                <a:lnTo>
                  <a:pt x="788327" y="644507"/>
                </a:lnTo>
                <a:moveTo>
                  <a:pt x="272442" y="926093"/>
                </a:moveTo>
                <a:lnTo>
                  <a:pt x="403433" y="887062"/>
                </a:lnTo>
                <a:moveTo>
                  <a:pt x="1469311" y="681212"/>
                </a:moveTo>
                <a:lnTo>
                  <a:pt x="1494979" y="694237"/>
                </a:lnTo>
                <a:moveTo>
                  <a:pt x="2153854" y="603626"/>
                </a:moveTo>
                <a:lnTo>
                  <a:pt x="2218549" y="529096"/>
                </a:lnTo>
                <a:moveTo>
                  <a:pt x="2322240" y="470949"/>
                </a:moveTo>
                <a:lnTo>
                  <a:pt x="2366459" y="455886"/>
                </a:lnTo>
                <a:moveTo>
                  <a:pt x="1268873" y="797192"/>
                </a:moveTo>
                <a:lnTo>
                  <a:pt x="1321652" y="713346"/>
                </a:lnTo>
                <a:moveTo>
                  <a:pt x="1989865" y="669517"/>
                </a:moveTo>
                <a:lnTo>
                  <a:pt x="2024662" y="650197"/>
                </a:lnTo>
                <a:moveTo>
                  <a:pt x="1439823" y="738509"/>
                </a:moveTo>
                <a:lnTo>
                  <a:pt x="1494979" y="694237"/>
                </a:lnTo>
                <a:moveTo>
                  <a:pt x="822290" y="663026"/>
                </a:moveTo>
                <a:lnTo>
                  <a:pt x="903007" y="703664"/>
                </a:lnTo>
                <a:moveTo>
                  <a:pt x="2024662" y="650197"/>
                </a:moveTo>
                <a:lnTo>
                  <a:pt x="2153854" y="603626"/>
                </a:lnTo>
                <a:moveTo>
                  <a:pt x="708989" y="844885"/>
                </a:moveTo>
                <a:lnTo>
                  <a:pt x="728731" y="840097"/>
                </a:lnTo>
                <a:moveTo>
                  <a:pt x="2115144" y="926220"/>
                </a:moveTo>
                <a:lnTo>
                  <a:pt x="2191172" y="862528"/>
                </a:lnTo>
                <a:moveTo>
                  <a:pt x="403433" y="887062"/>
                </a:moveTo>
                <a:lnTo>
                  <a:pt x="417723" y="892099"/>
                </a:lnTo>
                <a:moveTo>
                  <a:pt x="1607852" y="611243"/>
                </a:moveTo>
                <a:lnTo>
                  <a:pt x="1671693" y="566752"/>
                </a:lnTo>
                <a:moveTo>
                  <a:pt x="2218549" y="529096"/>
                </a:moveTo>
                <a:lnTo>
                  <a:pt x="2341844" y="477914"/>
                </a:lnTo>
                <a:moveTo>
                  <a:pt x="1485150" y="921345"/>
                </a:moveTo>
                <a:lnTo>
                  <a:pt x="1536143" y="948179"/>
                </a:lnTo>
                <a:moveTo>
                  <a:pt x="1770652" y="605590"/>
                </a:moveTo>
                <a:lnTo>
                  <a:pt x="1790075" y="629154"/>
                </a:lnTo>
                <a:moveTo>
                  <a:pt x="2414435" y="637307"/>
                </a:moveTo>
                <a:lnTo>
                  <a:pt x="2457492" y="545861"/>
                </a:lnTo>
                <a:moveTo>
                  <a:pt x="977069" y="636458"/>
                </a:moveTo>
                <a:lnTo>
                  <a:pt x="1040042" y="663224"/>
                </a:lnTo>
                <a:moveTo>
                  <a:pt x="1601979" y="635510"/>
                </a:moveTo>
                <a:lnTo>
                  <a:pt x="1671693" y="566752"/>
                </a:lnTo>
                <a:moveTo>
                  <a:pt x="1752965" y="607825"/>
                </a:moveTo>
                <a:lnTo>
                  <a:pt x="1770652" y="605590"/>
                </a:lnTo>
                <a:moveTo>
                  <a:pt x="1203830" y="643700"/>
                </a:moveTo>
                <a:lnTo>
                  <a:pt x="1263263" y="679513"/>
                </a:lnTo>
                <a:moveTo>
                  <a:pt x="2115144" y="926220"/>
                </a:moveTo>
                <a:lnTo>
                  <a:pt x="2194563" y="863201"/>
                </a:lnTo>
                <a:moveTo>
                  <a:pt x="736480" y="840320"/>
                </a:moveTo>
                <a:lnTo>
                  <a:pt x="728731" y="840097"/>
                </a:lnTo>
                <a:moveTo>
                  <a:pt x="1727731" y="940954"/>
                </a:moveTo>
                <a:lnTo>
                  <a:pt x="1720852" y="974882"/>
                </a:lnTo>
                <a:moveTo>
                  <a:pt x="1720852" y="974882"/>
                </a:moveTo>
                <a:lnTo>
                  <a:pt x="1832286" y="1000230"/>
                </a:lnTo>
                <a:moveTo>
                  <a:pt x="849563" y="878429"/>
                </a:moveTo>
                <a:lnTo>
                  <a:pt x="930836" y="904168"/>
                </a:lnTo>
                <a:moveTo>
                  <a:pt x="1237736" y="777611"/>
                </a:moveTo>
                <a:lnTo>
                  <a:pt x="1321652" y="713346"/>
                </a:lnTo>
                <a:moveTo>
                  <a:pt x="1485150" y="921345"/>
                </a:moveTo>
                <a:lnTo>
                  <a:pt x="1514612" y="819271"/>
                </a:lnTo>
                <a:moveTo>
                  <a:pt x="2322240" y="470949"/>
                </a:moveTo>
                <a:lnTo>
                  <a:pt x="2341844" y="477914"/>
                </a:lnTo>
                <a:moveTo>
                  <a:pt x="1423118" y="770206"/>
                </a:moveTo>
                <a:lnTo>
                  <a:pt x="1514612" y="819271"/>
                </a:lnTo>
                <a:moveTo>
                  <a:pt x="417723" y="892099"/>
                </a:moveTo>
                <a:lnTo>
                  <a:pt x="428057" y="889805"/>
                </a:lnTo>
                <a:moveTo>
                  <a:pt x="663459" y="643719"/>
                </a:moveTo>
                <a:lnTo>
                  <a:pt x="802320" y="680286"/>
                </a:lnTo>
                <a:moveTo>
                  <a:pt x="1064089" y="950625"/>
                </a:moveTo>
                <a:lnTo>
                  <a:pt x="1101566" y="932675"/>
                </a:lnTo>
                <a:moveTo>
                  <a:pt x="823069" y="771730"/>
                </a:moveTo>
                <a:lnTo>
                  <a:pt x="822290" y="663026"/>
                </a:lnTo>
                <a:moveTo>
                  <a:pt x="1483482" y="661513"/>
                </a:moveTo>
                <a:lnTo>
                  <a:pt x="1551025" y="722630"/>
                </a:lnTo>
                <a:moveTo>
                  <a:pt x="1237736" y="777611"/>
                </a:moveTo>
                <a:lnTo>
                  <a:pt x="1263263" y="679513"/>
                </a:lnTo>
                <a:moveTo>
                  <a:pt x="2354658" y="715682"/>
                </a:moveTo>
                <a:lnTo>
                  <a:pt x="2412874" y="638363"/>
                </a:lnTo>
                <a:moveTo>
                  <a:pt x="823069" y="771730"/>
                </a:moveTo>
                <a:lnTo>
                  <a:pt x="849563" y="878429"/>
                </a:lnTo>
                <a:moveTo>
                  <a:pt x="822290" y="663026"/>
                </a:moveTo>
                <a:lnTo>
                  <a:pt x="847044" y="785021"/>
                </a:lnTo>
                <a:moveTo>
                  <a:pt x="1720852" y="974882"/>
                </a:moveTo>
                <a:lnTo>
                  <a:pt x="1770142" y="964005"/>
                </a:lnTo>
                <a:moveTo>
                  <a:pt x="272442" y="926093"/>
                </a:moveTo>
                <a:lnTo>
                  <a:pt x="417723" y="892099"/>
                </a:lnTo>
                <a:moveTo>
                  <a:pt x="2354658" y="715682"/>
                </a:moveTo>
                <a:lnTo>
                  <a:pt x="2353890" y="720293"/>
                </a:lnTo>
                <a:moveTo>
                  <a:pt x="849563" y="878429"/>
                </a:moveTo>
                <a:lnTo>
                  <a:pt x="847044" y="785021"/>
                </a:lnTo>
                <a:moveTo>
                  <a:pt x="1154451" y="678868"/>
                </a:moveTo>
                <a:lnTo>
                  <a:pt x="1124961" y="604506"/>
                </a:lnTo>
                <a:moveTo>
                  <a:pt x="1671693" y="566752"/>
                </a:moveTo>
                <a:lnTo>
                  <a:pt x="1689521" y="683332"/>
                </a:lnTo>
                <a:moveTo>
                  <a:pt x="244649" y="931802"/>
                </a:moveTo>
                <a:lnTo>
                  <a:pt x="181081" y="877133"/>
                </a:lnTo>
                <a:moveTo>
                  <a:pt x="1485150" y="921345"/>
                </a:moveTo>
                <a:lnTo>
                  <a:pt x="1612429" y="873277"/>
                </a:lnTo>
                <a:moveTo>
                  <a:pt x="180025" y="876703"/>
                </a:moveTo>
                <a:lnTo>
                  <a:pt x="244649" y="931802"/>
                </a:lnTo>
                <a:moveTo>
                  <a:pt x="1439823" y="738509"/>
                </a:moveTo>
                <a:lnTo>
                  <a:pt x="1551025" y="722630"/>
                </a:lnTo>
                <a:moveTo>
                  <a:pt x="1596381" y="912936"/>
                </a:moveTo>
                <a:lnTo>
                  <a:pt x="1720852" y="974882"/>
                </a:lnTo>
                <a:moveTo>
                  <a:pt x="495411" y="658626"/>
                </a:moveTo>
                <a:lnTo>
                  <a:pt x="469659" y="579845"/>
                </a:lnTo>
                <a:moveTo>
                  <a:pt x="823069" y="771730"/>
                </a:moveTo>
                <a:lnTo>
                  <a:pt x="728731" y="840097"/>
                </a:lnTo>
                <a:moveTo>
                  <a:pt x="1237736" y="777611"/>
                </a:moveTo>
                <a:lnTo>
                  <a:pt x="1268873" y="797192"/>
                </a:lnTo>
                <a:moveTo>
                  <a:pt x="1423118" y="770206"/>
                </a:moveTo>
                <a:lnTo>
                  <a:pt x="1551025" y="722630"/>
                </a:lnTo>
                <a:moveTo>
                  <a:pt x="1752965" y="607825"/>
                </a:moveTo>
                <a:lnTo>
                  <a:pt x="1790075" y="629154"/>
                </a:lnTo>
                <a:moveTo>
                  <a:pt x="2341844" y="477914"/>
                </a:moveTo>
                <a:lnTo>
                  <a:pt x="2366459" y="455886"/>
                </a:lnTo>
                <a:moveTo>
                  <a:pt x="744400" y="727239"/>
                </a:moveTo>
                <a:lnTo>
                  <a:pt x="802320" y="680286"/>
                </a:lnTo>
                <a:moveTo>
                  <a:pt x="1727731" y="940954"/>
                </a:moveTo>
                <a:lnTo>
                  <a:pt x="1770142" y="964005"/>
                </a:lnTo>
                <a:moveTo>
                  <a:pt x="1770142" y="964005"/>
                </a:moveTo>
                <a:lnTo>
                  <a:pt x="1832286" y="1000230"/>
                </a:lnTo>
                <a:moveTo>
                  <a:pt x="1790075" y="629154"/>
                </a:moveTo>
                <a:lnTo>
                  <a:pt x="1855142" y="665241"/>
                </a:lnTo>
                <a:moveTo>
                  <a:pt x="802320" y="680286"/>
                </a:moveTo>
                <a:lnTo>
                  <a:pt x="823069" y="771730"/>
                </a:lnTo>
                <a:moveTo>
                  <a:pt x="708989" y="844885"/>
                </a:moveTo>
                <a:lnTo>
                  <a:pt x="736480" y="840320"/>
                </a:lnTo>
                <a:moveTo>
                  <a:pt x="930836" y="904168"/>
                </a:moveTo>
                <a:lnTo>
                  <a:pt x="1064089" y="950625"/>
                </a:lnTo>
                <a:moveTo>
                  <a:pt x="2354658" y="715682"/>
                </a:moveTo>
                <a:lnTo>
                  <a:pt x="2414435" y="637307"/>
                </a:lnTo>
                <a:moveTo>
                  <a:pt x="1855142" y="665241"/>
                </a:moveTo>
                <a:lnTo>
                  <a:pt x="1989865" y="669517"/>
                </a:lnTo>
                <a:moveTo>
                  <a:pt x="670395" y="684769"/>
                </a:moveTo>
                <a:lnTo>
                  <a:pt x="802320" y="680286"/>
                </a:lnTo>
                <a:moveTo>
                  <a:pt x="1494979" y="694237"/>
                </a:moveTo>
                <a:lnTo>
                  <a:pt x="1551025" y="722630"/>
                </a:lnTo>
                <a:moveTo>
                  <a:pt x="1536143" y="948179"/>
                </a:moveTo>
                <a:lnTo>
                  <a:pt x="1596381" y="912936"/>
                </a:lnTo>
                <a:moveTo>
                  <a:pt x="547942" y="618581"/>
                </a:moveTo>
                <a:lnTo>
                  <a:pt x="663459" y="643719"/>
                </a:lnTo>
                <a:moveTo>
                  <a:pt x="1596381" y="912936"/>
                </a:moveTo>
                <a:lnTo>
                  <a:pt x="1727731" y="940954"/>
                </a:lnTo>
                <a:moveTo>
                  <a:pt x="1101566" y="932675"/>
                </a:moveTo>
                <a:lnTo>
                  <a:pt x="1182294" y="861253"/>
                </a:lnTo>
                <a:moveTo>
                  <a:pt x="1536143" y="948179"/>
                </a:moveTo>
                <a:lnTo>
                  <a:pt x="1612429" y="873277"/>
                </a:lnTo>
                <a:moveTo>
                  <a:pt x="2024662" y="650197"/>
                </a:moveTo>
                <a:lnTo>
                  <a:pt x="2085546" y="675330"/>
                </a:lnTo>
                <a:moveTo>
                  <a:pt x="360836" y="632428"/>
                </a:moveTo>
                <a:lnTo>
                  <a:pt x="373666" y="629907"/>
                </a:lnTo>
                <a:moveTo>
                  <a:pt x="180025" y="876703"/>
                </a:moveTo>
                <a:lnTo>
                  <a:pt x="244817" y="904496"/>
                </a:lnTo>
                <a:moveTo>
                  <a:pt x="180076" y="876347"/>
                </a:moveTo>
                <a:lnTo>
                  <a:pt x="244817" y="904496"/>
                </a:lnTo>
                <a:moveTo>
                  <a:pt x="1040042" y="663224"/>
                </a:moveTo>
                <a:lnTo>
                  <a:pt x="1086819" y="629073"/>
                </a:lnTo>
                <a:moveTo>
                  <a:pt x="1629434" y="882827"/>
                </a:moveTo>
                <a:lnTo>
                  <a:pt x="1727731" y="940954"/>
                </a:lnTo>
                <a:moveTo>
                  <a:pt x="1727731" y="940954"/>
                </a:moveTo>
                <a:lnTo>
                  <a:pt x="1759308" y="840533"/>
                </a:lnTo>
                <a:moveTo>
                  <a:pt x="2078520" y="682235"/>
                </a:moveTo>
                <a:lnTo>
                  <a:pt x="2024662" y="650197"/>
                </a:lnTo>
                <a:moveTo>
                  <a:pt x="2218549" y="529096"/>
                </a:moveTo>
                <a:lnTo>
                  <a:pt x="2273371" y="549490"/>
                </a:lnTo>
                <a:moveTo>
                  <a:pt x="244649" y="931802"/>
                </a:moveTo>
                <a:lnTo>
                  <a:pt x="272442" y="926093"/>
                </a:lnTo>
                <a:moveTo>
                  <a:pt x="1182294" y="861253"/>
                </a:moveTo>
                <a:lnTo>
                  <a:pt x="1237736" y="777611"/>
                </a:lnTo>
                <a:moveTo>
                  <a:pt x="1514612" y="819271"/>
                </a:moveTo>
                <a:lnTo>
                  <a:pt x="1612429" y="873277"/>
                </a:lnTo>
                <a:moveTo>
                  <a:pt x="428057" y="889805"/>
                </a:moveTo>
                <a:lnTo>
                  <a:pt x="526120" y="885931"/>
                </a:lnTo>
                <a:moveTo>
                  <a:pt x="1514612" y="819271"/>
                </a:moveTo>
                <a:lnTo>
                  <a:pt x="1551025" y="722630"/>
                </a:lnTo>
                <a:moveTo>
                  <a:pt x="849563" y="878429"/>
                </a:moveTo>
                <a:lnTo>
                  <a:pt x="935349" y="831591"/>
                </a:lnTo>
                <a:moveTo>
                  <a:pt x="1585546" y="627569"/>
                </a:moveTo>
                <a:lnTo>
                  <a:pt x="1607852" y="611243"/>
                </a:lnTo>
                <a:moveTo>
                  <a:pt x="2212506" y="859655"/>
                </a:moveTo>
                <a:lnTo>
                  <a:pt x="2202212" y="857947"/>
                </a:lnTo>
                <a:moveTo>
                  <a:pt x="2287514" y="788297"/>
                </a:moveTo>
                <a:lnTo>
                  <a:pt x="2281739" y="795860"/>
                </a:lnTo>
                <a:moveTo>
                  <a:pt x="1585546" y="627569"/>
                </a:moveTo>
                <a:lnTo>
                  <a:pt x="1551025" y="722630"/>
                </a:lnTo>
                <a:moveTo>
                  <a:pt x="1585546" y="627569"/>
                </a:moveTo>
                <a:lnTo>
                  <a:pt x="1586908" y="648180"/>
                </a:lnTo>
                <a:moveTo>
                  <a:pt x="1086819" y="629073"/>
                </a:moveTo>
                <a:lnTo>
                  <a:pt x="1154451" y="678868"/>
                </a:lnTo>
                <a:moveTo>
                  <a:pt x="2470628" y="441245"/>
                </a:moveTo>
                <a:lnTo>
                  <a:pt x="2457492" y="545861"/>
                </a:lnTo>
                <a:moveTo>
                  <a:pt x="1585546" y="627569"/>
                </a:moveTo>
                <a:lnTo>
                  <a:pt x="1594016" y="631133"/>
                </a:lnTo>
                <a:moveTo>
                  <a:pt x="547942" y="618581"/>
                </a:moveTo>
                <a:lnTo>
                  <a:pt x="637869" y="666420"/>
                </a:lnTo>
                <a:moveTo>
                  <a:pt x="1773877" y="731761"/>
                </a:moveTo>
                <a:lnTo>
                  <a:pt x="1790075" y="629154"/>
                </a:lnTo>
                <a:moveTo>
                  <a:pt x="1827962" y="955051"/>
                </a:moveTo>
                <a:lnTo>
                  <a:pt x="1832286" y="1000230"/>
                </a:lnTo>
                <a:moveTo>
                  <a:pt x="1612429" y="873277"/>
                </a:moveTo>
                <a:lnTo>
                  <a:pt x="1596381" y="912936"/>
                </a:lnTo>
                <a:moveTo>
                  <a:pt x="1596381" y="912936"/>
                </a:moveTo>
                <a:lnTo>
                  <a:pt x="1629434" y="882827"/>
                </a:lnTo>
                <a:moveTo>
                  <a:pt x="2366459" y="455886"/>
                </a:moveTo>
                <a:lnTo>
                  <a:pt x="2470628" y="441245"/>
                </a:lnTo>
                <a:moveTo>
                  <a:pt x="1752965" y="607825"/>
                </a:moveTo>
                <a:lnTo>
                  <a:pt x="1773877" y="731761"/>
                </a:lnTo>
                <a:moveTo>
                  <a:pt x="903007" y="703664"/>
                </a:moveTo>
                <a:lnTo>
                  <a:pt x="1040042" y="663224"/>
                </a:lnTo>
                <a:moveTo>
                  <a:pt x="2212506" y="859655"/>
                </a:moveTo>
                <a:lnTo>
                  <a:pt x="2194563" y="863201"/>
                </a:lnTo>
                <a:moveTo>
                  <a:pt x="1514612" y="819271"/>
                </a:moveTo>
                <a:lnTo>
                  <a:pt x="1649630" y="777254"/>
                </a:lnTo>
                <a:moveTo>
                  <a:pt x="1594016" y="631133"/>
                </a:moveTo>
                <a:lnTo>
                  <a:pt x="1607852" y="611243"/>
                </a:lnTo>
                <a:moveTo>
                  <a:pt x="2287514" y="788297"/>
                </a:moveTo>
                <a:lnTo>
                  <a:pt x="2353890" y="720293"/>
                </a:lnTo>
                <a:moveTo>
                  <a:pt x="736480" y="840320"/>
                </a:moveTo>
                <a:lnTo>
                  <a:pt x="823069" y="771730"/>
                </a:lnTo>
                <a:moveTo>
                  <a:pt x="847044" y="785021"/>
                </a:moveTo>
                <a:lnTo>
                  <a:pt x="903007" y="703664"/>
                </a:lnTo>
                <a:moveTo>
                  <a:pt x="417723" y="892099"/>
                </a:moveTo>
                <a:lnTo>
                  <a:pt x="526120" y="885931"/>
                </a:lnTo>
                <a:moveTo>
                  <a:pt x="433148" y="599364"/>
                </a:moveTo>
                <a:lnTo>
                  <a:pt x="495411" y="658626"/>
                </a:lnTo>
                <a:moveTo>
                  <a:pt x="1612429" y="873277"/>
                </a:moveTo>
                <a:lnTo>
                  <a:pt x="1629434" y="882827"/>
                </a:lnTo>
                <a:moveTo>
                  <a:pt x="1607852" y="611243"/>
                </a:moveTo>
                <a:lnTo>
                  <a:pt x="1601979" y="635510"/>
                </a:lnTo>
                <a:moveTo>
                  <a:pt x="1797356" y="745171"/>
                </a:moveTo>
                <a:lnTo>
                  <a:pt x="1855142" y="665241"/>
                </a:lnTo>
                <a:moveTo>
                  <a:pt x="1773877" y="731761"/>
                </a:moveTo>
                <a:lnTo>
                  <a:pt x="1855142" y="665241"/>
                </a:lnTo>
                <a:moveTo>
                  <a:pt x="1586908" y="648180"/>
                </a:moveTo>
                <a:lnTo>
                  <a:pt x="1551025" y="722630"/>
                </a:lnTo>
                <a:moveTo>
                  <a:pt x="637869" y="666420"/>
                </a:moveTo>
                <a:lnTo>
                  <a:pt x="663459" y="643719"/>
                </a:lnTo>
                <a:moveTo>
                  <a:pt x="1689521" y="683332"/>
                </a:moveTo>
                <a:lnTo>
                  <a:pt x="1752965" y="607825"/>
                </a:lnTo>
                <a:moveTo>
                  <a:pt x="373666" y="629907"/>
                </a:moveTo>
                <a:lnTo>
                  <a:pt x="433148" y="599364"/>
                </a:lnTo>
                <a:moveTo>
                  <a:pt x="1629434" y="882827"/>
                </a:moveTo>
                <a:lnTo>
                  <a:pt x="1759308" y="840533"/>
                </a:lnTo>
                <a:moveTo>
                  <a:pt x="663459" y="643719"/>
                </a:moveTo>
                <a:lnTo>
                  <a:pt x="670395" y="684769"/>
                </a:lnTo>
                <a:moveTo>
                  <a:pt x="526120" y="885931"/>
                </a:moveTo>
                <a:lnTo>
                  <a:pt x="564235" y="859068"/>
                </a:lnTo>
                <a:moveTo>
                  <a:pt x="1770142" y="964005"/>
                </a:moveTo>
                <a:lnTo>
                  <a:pt x="1827962" y="955051"/>
                </a:lnTo>
                <a:moveTo>
                  <a:pt x="1594016" y="631133"/>
                </a:moveTo>
                <a:lnTo>
                  <a:pt x="1586908" y="648180"/>
                </a:lnTo>
                <a:moveTo>
                  <a:pt x="1586908" y="648180"/>
                </a:moveTo>
                <a:lnTo>
                  <a:pt x="1601979" y="635510"/>
                </a:lnTo>
                <a:moveTo>
                  <a:pt x="1043128" y="893387"/>
                </a:moveTo>
                <a:lnTo>
                  <a:pt x="1064089" y="950625"/>
                </a:lnTo>
                <a:moveTo>
                  <a:pt x="315234" y="709332"/>
                </a:moveTo>
                <a:lnTo>
                  <a:pt x="360836" y="632428"/>
                </a:lnTo>
                <a:moveTo>
                  <a:pt x="1594016" y="631133"/>
                </a:moveTo>
                <a:lnTo>
                  <a:pt x="1601979" y="635510"/>
                </a:lnTo>
                <a:moveTo>
                  <a:pt x="1154451" y="678868"/>
                </a:moveTo>
                <a:lnTo>
                  <a:pt x="1203830" y="643700"/>
                </a:lnTo>
                <a:moveTo>
                  <a:pt x="2212506" y="859655"/>
                </a:moveTo>
                <a:lnTo>
                  <a:pt x="2281739" y="795860"/>
                </a:lnTo>
                <a:moveTo>
                  <a:pt x="1629434" y="882827"/>
                </a:moveTo>
                <a:lnTo>
                  <a:pt x="1704379" y="808610"/>
                </a:lnTo>
                <a:moveTo>
                  <a:pt x="1158957" y="726359"/>
                </a:moveTo>
                <a:lnTo>
                  <a:pt x="1263263" y="679513"/>
                </a:lnTo>
                <a:moveTo>
                  <a:pt x="180076" y="876347"/>
                </a:moveTo>
                <a:lnTo>
                  <a:pt x="271305" y="800096"/>
                </a:lnTo>
                <a:moveTo>
                  <a:pt x="1937703" y="707321"/>
                </a:moveTo>
                <a:lnTo>
                  <a:pt x="1989865" y="669517"/>
                </a:lnTo>
                <a:moveTo>
                  <a:pt x="1612429" y="873277"/>
                </a:moveTo>
                <a:lnTo>
                  <a:pt x="1649630" y="777254"/>
                </a:lnTo>
                <a:moveTo>
                  <a:pt x="1704379" y="808610"/>
                </a:moveTo>
                <a:lnTo>
                  <a:pt x="1759308" y="840533"/>
                </a:lnTo>
                <a:moveTo>
                  <a:pt x="495411" y="658626"/>
                </a:moveTo>
                <a:lnTo>
                  <a:pt x="547942" y="618581"/>
                </a:lnTo>
                <a:moveTo>
                  <a:pt x="1649630" y="777254"/>
                </a:moveTo>
                <a:lnTo>
                  <a:pt x="1629434" y="882827"/>
                </a:lnTo>
                <a:moveTo>
                  <a:pt x="1551025" y="722630"/>
                </a:moveTo>
                <a:lnTo>
                  <a:pt x="1649630" y="777254"/>
                </a:lnTo>
                <a:moveTo>
                  <a:pt x="245946" y="797776"/>
                </a:moveTo>
                <a:lnTo>
                  <a:pt x="271305" y="800096"/>
                </a:lnTo>
                <a:moveTo>
                  <a:pt x="2085546" y="675330"/>
                </a:moveTo>
                <a:lnTo>
                  <a:pt x="2153854" y="603626"/>
                </a:lnTo>
                <a:moveTo>
                  <a:pt x="310065" y="718327"/>
                </a:moveTo>
                <a:lnTo>
                  <a:pt x="315234" y="709332"/>
                </a:lnTo>
                <a:moveTo>
                  <a:pt x="271305" y="800096"/>
                </a:moveTo>
                <a:lnTo>
                  <a:pt x="310065" y="718327"/>
                </a:lnTo>
                <a:moveTo>
                  <a:pt x="2254561" y="822301"/>
                </a:moveTo>
                <a:lnTo>
                  <a:pt x="2281739" y="795860"/>
                </a:lnTo>
                <a:moveTo>
                  <a:pt x="2341844" y="477914"/>
                </a:moveTo>
                <a:lnTo>
                  <a:pt x="2470628" y="441245"/>
                </a:lnTo>
                <a:moveTo>
                  <a:pt x="1727731" y="940954"/>
                </a:moveTo>
                <a:lnTo>
                  <a:pt x="1846238" y="886029"/>
                </a:lnTo>
                <a:moveTo>
                  <a:pt x="744400" y="727239"/>
                </a:moveTo>
                <a:lnTo>
                  <a:pt x="823069" y="771730"/>
                </a:lnTo>
                <a:moveTo>
                  <a:pt x="1759308" y="840533"/>
                </a:moveTo>
                <a:lnTo>
                  <a:pt x="1797356" y="745171"/>
                </a:lnTo>
                <a:moveTo>
                  <a:pt x="1855142" y="665241"/>
                </a:moveTo>
                <a:lnTo>
                  <a:pt x="1937703" y="707321"/>
                </a:lnTo>
                <a:moveTo>
                  <a:pt x="1989865" y="669517"/>
                </a:moveTo>
                <a:lnTo>
                  <a:pt x="2078520" y="682235"/>
                </a:lnTo>
                <a:moveTo>
                  <a:pt x="1043128" y="893387"/>
                </a:moveTo>
                <a:lnTo>
                  <a:pt x="1101566" y="932675"/>
                </a:lnTo>
                <a:moveTo>
                  <a:pt x="670395" y="684769"/>
                </a:moveTo>
                <a:lnTo>
                  <a:pt x="744400" y="727239"/>
                </a:lnTo>
                <a:moveTo>
                  <a:pt x="823069" y="771730"/>
                </a:moveTo>
                <a:lnTo>
                  <a:pt x="847044" y="785021"/>
                </a:lnTo>
                <a:moveTo>
                  <a:pt x="1551025" y="722630"/>
                </a:moveTo>
                <a:lnTo>
                  <a:pt x="1689521" y="683332"/>
                </a:lnTo>
                <a:moveTo>
                  <a:pt x="1586908" y="648180"/>
                </a:moveTo>
                <a:lnTo>
                  <a:pt x="1689521" y="683332"/>
                </a:lnTo>
                <a:moveTo>
                  <a:pt x="1649630" y="777254"/>
                </a:moveTo>
                <a:lnTo>
                  <a:pt x="1704379" y="808610"/>
                </a:lnTo>
                <a:moveTo>
                  <a:pt x="2153854" y="603626"/>
                </a:moveTo>
                <a:lnTo>
                  <a:pt x="2273371" y="549490"/>
                </a:lnTo>
                <a:moveTo>
                  <a:pt x="1704379" y="808610"/>
                </a:moveTo>
                <a:lnTo>
                  <a:pt x="1797356" y="745171"/>
                </a:lnTo>
                <a:moveTo>
                  <a:pt x="637869" y="666420"/>
                </a:moveTo>
                <a:lnTo>
                  <a:pt x="670395" y="684769"/>
                </a:lnTo>
                <a:moveTo>
                  <a:pt x="1601979" y="635510"/>
                </a:moveTo>
                <a:lnTo>
                  <a:pt x="1689521" y="683332"/>
                </a:lnTo>
                <a:moveTo>
                  <a:pt x="1704379" y="808610"/>
                </a:moveTo>
                <a:lnTo>
                  <a:pt x="1773877" y="731761"/>
                </a:lnTo>
                <a:moveTo>
                  <a:pt x="1770142" y="964005"/>
                </a:moveTo>
                <a:lnTo>
                  <a:pt x="1846238" y="886029"/>
                </a:lnTo>
                <a:moveTo>
                  <a:pt x="1773877" y="731761"/>
                </a:moveTo>
                <a:lnTo>
                  <a:pt x="1797356" y="745171"/>
                </a:lnTo>
                <a:moveTo>
                  <a:pt x="272442" y="926093"/>
                </a:moveTo>
                <a:lnTo>
                  <a:pt x="335255" y="952734"/>
                </a:lnTo>
                <a:moveTo>
                  <a:pt x="1158957" y="726359"/>
                </a:moveTo>
                <a:lnTo>
                  <a:pt x="1203830" y="643700"/>
                </a:lnTo>
                <a:moveTo>
                  <a:pt x="1689521" y="683332"/>
                </a:moveTo>
                <a:lnTo>
                  <a:pt x="1704379" y="808610"/>
                </a:lnTo>
                <a:moveTo>
                  <a:pt x="1041368" y="878302"/>
                </a:moveTo>
                <a:lnTo>
                  <a:pt x="1101566" y="932675"/>
                </a:lnTo>
                <a:moveTo>
                  <a:pt x="2464344" y="539620"/>
                </a:moveTo>
                <a:lnTo>
                  <a:pt x="2414435" y="637307"/>
                </a:lnTo>
                <a:moveTo>
                  <a:pt x="2273371" y="549490"/>
                </a:moveTo>
                <a:lnTo>
                  <a:pt x="2341844" y="477914"/>
                </a:lnTo>
                <a:moveTo>
                  <a:pt x="1649630" y="777254"/>
                </a:moveTo>
                <a:lnTo>
                  <a:pt x="1689521" y="683332"/>
                </a:lnTo>
                <a:moveTo>
                  <a:pt x="2464344" y="539620"/>
                </a:moveTo>
                <a:lnTo>
                  <a:pt x="2457492" y="545861"/>
                </a:lnTo>
                <a:moveTo>
                  <a:pt x="2012482" y="983863"/>
                </a:moveTo>
                <a:lnTo>
                  <a:pt x="2091789" y="940297"/>
                </a:lnTo>
                <a:moveTo>
                  <a:pt x="1689521" y="683332"/>
                </a:moveTo>
                <a:lnTo>
                  <a:pt x="1773877" y="731761"/>
                </a:lnTo>
                <a:moveTo>
                  <a:pt x="335255" y="952734"/>
                </a:moveTo>
                <a:lnTo>
                  <a:pt x="417723" y="892099"/>
                </a:lnTo>
                <a:moveTo>
                  <a:pt x="2091789" y="940297"/>
                </a:moveTo>
                <a:lnTo>
                  <a:pt x="2115144" y="926220"/>
                </a:lnTo>
                <a:moveTo>
                  <a:pt x="1040042" y="663224"/>
                </a:moveTo>
                <a:lnTo>
                  <a:pt x="1154451" y="678868"/>
                </a:lnTo>
                <a:moveTo>
                  <a:pt x="903007" y="703664"/>
                </a:moveTo>
                <a:lnTo>
                  <a:pt x="976513" y="738666"/>
                </a:lnTo>
                <a:moveTo>
                  <a:pt x="244817" y="904496"/>
                </a:moveTo>
                <a:lnTo>
                  <a:pt x="244649" y="931802"/>
                </a:lnTo>
                <a:moveTo>
                  <a:pt x="930836" y="904168"/>
                </a:moveTo>
                <a:lnTo>
                  <a:pt x="1043128" y="893387"/>
                </a:lnTo>
                <a:moveTo>
                  <a:pt x="1158957" y="726359"/>
                </a:moveTo>
                <a:lnTo>
                  <a:pt x="1237736" y="777611"/>
                </a:lnTo>
                <a:moveTo>
                  <a:pt x="1759308" y="840533"/>
                </a:moveTo>
                <a:lnTo>
                  <a:pt x="1846238" y="886029"/>
                </a:lnTo>
                <a:moveTo>
                  <a:pt x="321175" y="965910"/>
                </a:moveTo>
                <a:lnTo>
                  <a:pt x="272442" y="926093"/>
                </a:lnTo>
                <a:moveTo>
                  <a:pt x="2416626" y="626994"/>
                </a:moveTo>
                <a:lnTo>
                  <a:pt x="2414435" y="637307"/>
                </a:lnTo>
                <a:moveTo>
                  <a:pt x="935349" y="831591"/>
                </a:moveTo>
                <a:lnTo>
                  <a:pt x="930836" y="904168"/>
                </a:lnTo>
                <a:moveTo>
                  <a:pt x="1797356" y="745171"/>
                </a:moveTo>
                <a:lnTo>
                  <a:pt x="1937703" y="707321"/>
                </a:lnTo>
                <a:moveTo>
                  <a:pt x="2119928" y="925352"/>
                </a:moveTo>
                <a:lnTo>
                  <a:pt x="2115144" y="926220"/>
                </a:lnTo>
                <a:moveTo>
                  <a:pt x="2287514" y="788297"/>
                </a:moveTo>
                <a:lnTo>
                  <a:pt x="2354658" y="715682"/>
                </a:lnTo>
                <a:moveTo>
                  <a:pt x="930836" y="904168"/>
                </a:moveTo>
                <a:lnTo>
                  <a:pt x="1028884" y="884370"/>
                </a:lnTo>
                <a:moveTo>
                  <a:pt x="1116567" y="816309"/>
                </a:moveTo>
                <a:lnTo>
                  <a:pt x="1101566" y="932675"/>
                </a:lnTo>
                <a:moveTo>
                  <a:pt x="1759308" y="840533"/>
                </a:moveTo>
                <a:lnTo>
                  <a:pt x="1884651" y="790953"/>
                </a:lnTo>
                <a:moveTo>
                  <a:pt x="1846238" y="886029"/>
                </a:moveTo>
                <a:lnTo>
                  <a:pt x="1827962" y="955051"/>
                </a:lnTo>
                <a:moveTo>
                  <a:pt x="526700" y="712580"/>
                </a:moveTo>
                <a:lnTo>
                  <a:pt x="547942" y="618581"/>
                </a:lnTo>
                <a:moveTo>
                  <a:pt x="1116567" y="816309"/>
                </a:moveTo>
                <a:lnTo>
                  <a:pt x="1237736" y="777611"/>
                </a:lnTo>
                <a:moveTo>
                  <a:pt x="847044" y="785021"/>
                </a:moveTo>
                <a:lnTo>
                  <a:pt x="935349" y="831591"/>
                </a:lnTo>
                <a:moveTo>
                  <a:pt x="2153854" y="603626"/>
                </a:moveTo>
                <a:lnTo>
                  <a:pt x="2212027" y="626640"/>
                </a:lnTo>
                <a:moveTo>
                  <a:pt x="976513" y="738666"/>
                </a:moveTo>
                <a:lnTo>
                  <a:pt x="1040042" y="663224"/>
                </a:lnTo>
                <a:moveTo>
                  <a:pt x="547942" y="618581"/>
                </a:moveTo>
                <a:lnTo>
                  <a:pt x="560648" y="731157"/>
                </a:lnTo>
                <a:moveTo>
                  <a:pt x="1116567" y="816309"/>
                </a:moveTo>
                <a:lnTo>
                  <a:pt x="1182294" y="861253"/>
                </a:lnTo>
                <a:moveTo>
                  <a:pt x="847044" y="785021"/>
                </a:moveTo>
                <a:lnTo>
                  <a:pt x="976513" y="738666"/>
                </a:lnTo>
                <a:moveTo>
                  <a:pt x="1797356" y="745171"/>
                </a:moveTo>
                <a:lnTo>
                  <a:pt x="1884651" y="790953"/>
                </a:lnTo>
                <a:moveTo>
                  <a:pt x="373666" y="629907"/>
                </a:moveTo>
                <a:lnTo>
                  <a:pt x="495411" y="658626"/>
                </a:lnTo>
                <a:moveTo>
                  <a:pt x="1937703" y="707321"/>
                </a:moveTo>
                <a:lnTo>
                  <a:pt x="2078520" y="682235"/>
                </a:lnTo>
                <a:moveTo>
                  <a:pt x="2078520" y="682235"/>
                </a:moveTo>
                <a:lnTo>
                  <a:pt x="2085546" y="675330"/>
                </a:lnTo>
                <a:moveTo>
                  <a:pt x="2212506" y="859655"/>
                </a:moveTo>
                <a:lnTo>
                  <a:pt x="2115144" y="926220"/>
                </a:lnTo>
                <a:moveTo>
                  <a:pt x="678605" y="786077"/>
                </a:moveTo>
                <a:lnTo>
                  <a:pt x="744400" y="727239"/>
                </a:lnTo>
                <a:moveTo>
                  <a:pt x="2091789" y="940297"/>
                </a:moveTo>
                <a:lnTo>
                  <a:pt x="2119928" y="925352"/>
                </a:lnTo>
                <a:moveTo>
                  <a:pt x="2341844" y="477914"/>
                </a:moveTo>
                <a:lnTo>
                  <a:pt x="2402776" y="503085"/>
                </a:lnTo>
                <a:moveTo>
                  <a:pt x="637869" y="666420"/>
                </a:moveTo>
                <a:lnTo>
                  <a:pt x="678605" y="786077"/>
                </a:lnTo>
                <a:moveTo>
                  <a:pt x="678605" y="786077"/>
                </a:moveTo>
                <a:lnTo>
                  <a:pt x="670395" y="684769"/>
                </a:lnTo>
                <a:moveTo>
                  <a:pt x="2416626" y="626994"/>
                </a:moveTo>
                <a:lnTo>
                  <a:pt x="2354658" y="715682"/>
                </a:lnTo>
                <a:moveTo>
                  <a:pt x="2355873" y="708069"/>
                </a:moveTo>
                <a:lnTo>
                  <a:pt x="2354658" y="715682"/>
                </a:lnTo>
                <a:moveTo>
                  <a:pt x="1154451" y="678868"/>
                </a:moveTo>
                <a:lnTo>
                  <a:pt x="1158957" y="726359"/>
                </a:lnTo>
                <a:moveTo>
                  <a:pt x="244649" y="931802"/>
                </a:moveTo>
                <a:lnTo>
                  <a:pt x="321175" y="965910"/>
                </a:lnTo>
                <a:moveTo>
                  <a:pt x="1884651" y="790953"/>
                </a:moveTo>
                <a:lnTo>
                  <a:pt x="1937703" y="707321"/>
                </a:lnTo>
                <a:moveTo>
                  <a:pt x="417723" y="892099"/>
                </a:moveTo>
                <a:lnTo>
                  <a:pt x="461701" y="904015"/>
                </a:lnTo>
                <a:moveTo>
                  <a:pt x="2099510" y="681435"/>
                </a:moveTo>
                <a:lnTo>
                  <a:pt x="2085546" y="675330"/>
                </a:lnTo>
                <a:moveTo>
                  <a:pt x="1028884" y="884370"/>
                </a:moveTo>
                <a:lnTo>
                  <a:pt x="1043128" y="893387"/>
                </a:lnTo>
                <a:moveTo>
                  <a:pt x="2078520" y="682235"/>
                </a:moveTo>
                <a:lnTo>
                  <a:pt x="2099510" y="681435"/>
                </a:lnTo>
                <a:moveTo>
                  <a:pt x="1846238" y="886029"/>
                </a:moveTo>
                <a:lnTo>
                  <a:pt x="1884651" y="790953"/>
                </a:lnTo>
                <a:moveTo>
                  <a:pt x="2470628" y="441245"/>
                </a:moveTo>
                <a:lnTo>
                  <a:pt x="2464344" y="539620"/>
                </a:lnTo>
                <a:moveTo>
                  <a:pt x="1041368" y="878302"/>
                </a:moveTo>
                <a:lnTo>
                  <a:pt x="1043128" y="893387"/>
                </a:lnTo>
                <a:moveTo>
                  <a:pt x="1040042" y="663224"/>
                </a:moveTo>
                <a:lnTo>
                  <a:pt x="1110292" y="695680"/>
                </a:lnTo>
                <a:moveTo>
                  <a:pt x="560648" y="731157"/>
                </a:moveTo>
                <a:lnTo>
                  <a:pt x="637869" y="666420"/>
                </a:lnTo>
                <a:moveTo>
                  <a:pt x="465385" y="679146"/>
                </a:moveTo>
                <a:lnTo>
                  <a:pt x="495411" y="658626"/>
                </a:lnTo>
                <a:moveTo>
                  <a:pt x="935349" y="831591"/>
                </a:moveTo>
                <a:lnTo>
                  <a:pt x="1028884" y="884370"/>
                </a:lnTo>
                <a:moveTo>
                  <a:pt x="244817" y="904496"/>
                </a:moveTo>
                <a:lnTo>
                  <a:pt x="271305" y="800096"/>
                </a:lnTo>
                <a:moveTo>
                  <a:pt x="373666" y="629907"/>
                </a:moveTo>
                <a:lnTo>
                  <a:pt x="465385" y="679146"/>
                </a:lnTo>
                <a:moveTo>
                  <a:pt x="935349" y="831591"/>
                </a:moveTo>
                <a:lnTo>
                  <a:pt x="976513" y="738666"/>
                </a:lnTo>
                <a:moveTo>
                  <a:pt x="315234" y="709332"/>
                </a:moveTo>
                <a:lnTo>
                  <a:pt x="373666" y="629907"/>
                </a:lnTo>
                <a:moveTo>
                  <a:pt x="1028884" y="884370"/>
                </a:moveTo>
                <a:lnTo>
                  <a:pt x="1041368" y="878302"/>
                </a:lnTo>
                <a:moveTo>
                  <a:pt x="495411" y="658626"/>
                </a:moveTo>
                <a:lnTo>
                  <a:pt x="526700" y="712580"/>
                </a:lnTo>
                <a:moveTo>
                  <a:pt x="2119928" y="925352"/>
                </a:moveTo>
                <a:lnTo>
                  <a:pt x="2212506" y="859655"/>
                </a:lnTo>
                <a:moveTo>
                  <a:pt x="2402776" y="503085"/>
                </a:moveTo>
                <a:lnTo>
                  <a:pt x="2470628" y="441245"/>
                </a:lnTo>
                <a:moveTo>
                  <a:pt x="1110292" y="695680"/>
                </a:moveTo>
                <a:lnTo>
                  <a:pt x="1154451" y="678868"/>
                </a:lnTo>
                <a:moveTo>
                  <a:pt x="2085546" y="675330"/>
                </a:moveTo>
                <a:lnTo>
                  <a:pt x="2212027" y="626640"/>
                </a:lnTo>
                <a:moveTo>
                  <a:pt x="244649" y="931802"/>
                </a:moveTo>
                <a:lnTo>
                  <a:pt x="313644" y="935839"/>
                </a:lnTo>
                <a:moveTo>
                  <a:pt x="1937703" y="707321"/>
                </a:moveTo>
                <a:lnTo>
                  <a:pt x="2015501" y="745678"/>
                </a:lnTo>
                <a:moveTo>
                  <a:pt x="2254561" y="822301"/>
                </a:moveTo>
                <a:lnTo>
                  <a:pt x="2287514" y="788297"/>
                </a:lnTo>
                <a:moveTo>
                  <a:pt x="1116567" y="816309"/>
                </a:moveTo>
                <a:lnTo>
                  <a:pt x="1158957" y="726359"/>
                </a:lnTo>
                <a:moveTo>
                  <a:pt x="2212027" y="626640"/>
                </a:moveTo>
                <a:lnTo>
                  <a:pt x="2273371" y="549490"/>
                </a:lnTo>
                <a:moveTo>
                  <a:pt x="1041368" y="878302"/>
                </a:moveTo>
                <a:lnTo>
                  <a:pt x="1116567" y="816309"/>
                </a:lnTo>
                <a:moveTo>
                  <a:pt x="2190661" y="653533"/>
                </a:moveTo>
                <a:lnTo>
                  <a:pt x="2085546" y="675330"/>
                </a:lnTo>
                <a:moveTo>
                  <a:pt x="2273371" y="549490"/>
                </a:moveTo>
                <a:lnTo>
                  <a:pt x="2402776" y="503085"/>
                </a:lnTo>
                <a:moveTo>
                  <a:pt x="461701" y="904015"/>
                </a:moveTo>
                <a:lnTo>
                  <a:pt x="526120" y="885931"/>
                </a:lnTo>
                <a:moveTo>
                  <a:pt x="2015501" y="745678"/>
                </a:moveTo>
                <a:lnTo>
                  <a:pt x="2078520" y="682235"/>
                </a:lnTo>
                <a:moveTo>
                  <a:pt x="2290667" y="786993"/>
                </a:moveTo>
                <a:lnTo>
                  <a:pt x="2287514" y="788297"/>
                </a:lnTo>
                <a:moveTo>
                  <a:pt x="315234" y="709332"/>
                </a:moveTo>
                <a:lnTo>
                  <a:pt x="465385" y="679146"/>
                </a:lnTo>
                <a:moveTo>
                  <a:pt x="2355873" y="708069"/>
                </a:moveTo>
                <a:lnTo>
                  <a:pt x="2287514" y="788297"/>
                </a:lnTo>
                <a:moveTo>
                  <a:pt x="2042729" y="914427"/>
                </a:moveTo>
                <a:lnTo>
                  <a:pt x="2012482" y="983863"/>
                </a:lnTo>
                <a:moveTo>
                  <a:pt x="321175" y="965910"/>
                </a:moveTo>
                <a:lnTo>
                  <a:pt x="335255" y="952734"/>
                </a:lnTo>
                <a:moveTo>
                  <a:pt x="271305" y="800096"/>
                </a:moveTo>
                <a:lnTo>
                  <a:pt x="315234" y="709332"/>
                </a:lnTo>
                <a:moveTo>
                  <a:pt x="244817" y="904496"/>
                </a:moveTo>
                <a:lnTo>
                  <a:pt x="313644" y="935839"/>
                </a:lnTo>
                <a:moveTo>
                  <a:pt x="976513" y="738666"/>
                </a:moveTo>
                <a:lnTo>
                  <a:pt x="1110292" y="695680"/>
                </a:lnTo>
                <a:moveTo>
                  <a:pt x="1110292" y="695680"/>
                </a:moveTo>
                <a:lnTo>
                  <a:pt x="1158957" y="726359"/>
                </a:lnTo>
                <a:moveTo>
                  <a:pt x="465385" y="679146"/>
                </a:moveTo>
                <a:lnTo>
                  <a:pt x="526700" y="712580"/>
                </a:lnTo>
                <a:moveTo>
                  <a:pt x="2015501" y="745678"/>
                </a:moveTo>
                <a:lnTo>
                  <a:pt x="2099510" y="681435"/>
                </a:lnTo>
                <a:moveTo>
                  <a:pt x="1884651" y="790953"/>
                </a:moveTo>
                <a:lnTo>
                  <a:pt x="2015501" y="745678"/>
                </a:lnTo>
                <a:moveTo>
                  <a:pt x="2212506" y="859655"/>
                </a:moveTo>
                <a:lnTo>
                  <a:pt x="2254561" y="822301"/>
                </a:lnTo>
                <a:moveTo>
                  <a:pt x="2099510" y="681435"/>
                </a:moveTo>
                <a:lnTo>
                  <a:pt x="2190661" y="653533"/>
                </a:lnTo>
                <a:moveTo>
                  <a:pt x="2416626" y="626994"/>
                </a:moveTo>
                <a:lnTo>
                  <a:pt x="2464344" y="539620"/>
                </a:lnTo>
                <a:moveTo>
                  <a:pt x="1846238" y="886029"/>
                </a:moveTo>
                <a:lnTo>
                  <a:pt x="1961755" y="828767"/>
                </a:lnTo>
                <a:moveTo>
                  <a:pt x="2402776" y="503085"/>
                </a:moveTo>
                <a:lnTo>
                  <a:pt x="2464344" y="539620"/>
                </a:lnTo>
                <a:moveTo>
                  <a:pt x="359272" y="962973"/>
                </a:moveTo>
                <a:lnTo>
                  <a:pt x="335255" y="952734"/>
                </a:lnTo>
                <a:moveTo>
                  <a:pt x="2254561" y="822301"/>
                </a:moveTo>
                <a:lnTo>
                  <a:pt x="2290667" y="786993"/>
                </a:lnTo>
                <a:moveTo>
                  <a:pt x="935349" y="831591"/>
                </a:moveTo>
                <a:lnTo>
                  <a:pt x="1053228" y="776175"/>
                </a:lnTo>
                <a:moveTo>
                  <a:pt x="2042729" y="914427"/>
                </a:moveTo>
                <a:lnTo>
                  <a:pt x="2091789" y="940297"/>
                </a:lnTo>
                <a:moveTo>
                  <a:pt x="526700" y="712580"/>
                </a:moveTo>
                <a:lnTo>
                  <a:pt x="560648" y="731157"/>
                </a:lnTo>
                <a:moveTo>
                  <a:pt x="2290667" y="786993"/>
                </a:moveTo>
                <a:lnTo>
                  <a:pt x="2355873" y="708069"/>
                </a:lnTo>
                <a:moveTo>
                  <a:pt x="1028884" y="884370"/>
                </a:moveTo>
                <a:lnTo>
                  <a:pt x="1053228" y="776175"/>
                </a:lnTo>
                <a:moveTo>
                  <a:pt x="2355873" y="708069"/>
                </a:moveTo>
                <a:lnTo>
                  <a:pt x="2416626" y="626994"/>
                </a:lnTo>
                <a:moveTo>
                  <a:pt x="1884651" y="790953"/>
                </a:moveTo>
                <a:lnTo>
                  <a:pt x="1961755" y="828767"/>
                </a:lnTo>
                <a:moveTo>
                  <a:pt x="976513" y="738666"/>
                </a:moveTo>
                <a:lnTo>
                  <a:pt x="1053228" y="776175"/>
                </a:lnTo>
                <a:moveTo>
                  <a:pt x="1053228" y="776175"/>
                </a:moveTo>
                <a:lnTo>
                  <a:pt x="1158957" y="726359"/>
                </a:lnTo>
                <a:moveTo>
                  <a:pt x="321175" y="965910"/>
                </a:moveTo>
                <a:lnTo>
                  <a:pt x="359272" y="962973"/>
                </a:lnTo>
                <a:moveTo>
                  <a:pt x="465385" y="679146"/>
                </a:moveTo>
                <a:lnTo>
                  <a:pt x="535134" y="757641"/>
                </a:lnTo>
                <a:moveTo>
                  <a:pt x="244817" y="904496"/>
                </a:moveTo>
                <a:lnTo>
                  <a:pt x="343366" y="833968"/>
                </a:lnTo>
                <a:moveTo>
                  <a:pt x="1053228" y="776175"/>
                </a:moveTo>
                <a:lnTo>
                  <a:pt x="1041368" y="878302"/>
                </a:lnTo>
                <a:moveTo>
                  <a:pt x="335255" y="952734"/>
                </a:moveTo>
                <a:lnTo>
                  <a:pt x="461701" y="904015"/>
                </a:lnTo>
                <a:moveTo>
                  <a:pt x="2042729" y="914427"/>
                </a:moveTo>
                <a:lnTo>
                  <a:pt x="2119928" y="925352"/>
                </a:lnTo>
                <a:moveTo>
                  <a:pt x="2099510" y="681435"/>
                </a:moveTo>
                <a:lnTo>
                  <a:pt x="2150674" y="703782"/>
                </a:lnTo>
                <a:moveTo>
                  <a:pt x="2190661" y="653533"/>
                </a:moveTo>
                <a:lnTo>
                  <a:pt x="2212027" y="626640"/>
                </a:lnTo>
                <a:moveTo>
                  <a:pt x="2321214" y="567704"/>
                </a:moveTo>
                <a:lnTo>
                  <a:pt x="2273371" y="549490"/>
                </a:lnTo>
                <a:moveTo>
                  <a:pt x="313644" y="935839"/>
                </a:moveTo>
                <a:lnTo>
                  <a:pt x="321175" y="965910"/>
                </a:lnTo>
                <a:moveTo>
                  <a:pt x="535134" y="757641"/>
                </a:moveTo>
                <a:lnTo>
                  <a:pt x="526700" y="712580"/>
                </a:lnTo>
                <a:moveTo>
                  <a:pt x="396499" y="750399"/>
                </a:moveTo>
                <a:lnTo>
                  <a:pt x="465385" y="679146"/>
                </a:lnTo>
                <a:moveTo>
                  <a:pt x="2340961" y="557533"/>
                </a:moveTo>
                <a:lnTo>
                  <a:pt x="2273371" y="549490"/>
                </a:lnTo>
                <a:moveTo>
                  <a:pt x="1053228" y="776175"/>
                </a:moveTo>
                <a:lnTo>
                  <a:pt x="1116567" y="816309"/>
                </a:lnTo>
                <a:moveTo>
                  <a:pt x="2081612" y="893653"/>
                </a:moveTo>
                <a:lnTo>
                  <a:pt x="2119928" y="925352"/>
                </a:lnTo>
                <a:moveTo>
                  <a:pt x="315234" y="709332"/>
                </a:moveTo>
                <a:lnTo>
                  <a:pt x="396499" y="750399"/>
                </a:lnTo>
                <a:moveTo>
                  <a:pt x="271305" y="800096"/>
                </a:moveTo>
                <a:lnTo>
                  <a:pt x="396499" y="750399"/>
                </a:lnTo>
                <a:moveTo>
                  <a:pt x="535134" y="757641"/>
                </a:moveTo>
                <a:lnTo>
                  <a:pt x="560648" y="731157"/>
                </a:lnTo>
                <a:moveTo>
                  <a:pt x="2230029" y="634074"/>
                </a:moveTo>
                <a:lnTo>
                  <a:pt x="2212027" y="626640"/>
                </a:lnTo>
                <a:moveTo>
                  <a:pt x="1053228" y="776175"/>
                </a:moveTo>
                <a:lnTo>
                  <a:pt x="1110292" y="695680"/>
                </a:lnTo>
                <a:moveTo>
                  <a:pt x="313644" y="935839"/>
                </a:moveTo>
                <a:lnTo>
                  <a:pt x="359272" y="962973"/>
                </a:lnTo>
                <a:moveTo>
                  <a:pt x="1961755" y="828767"/>
                </a:moveTo>
                <a:lnTo>
                  <a:pt x="2015501" y="745678"/>
                </a:lnTo>
                <a:moveTo>
                  <a:pt x="2190661" y="653533"/>
                </a:moveTo>
                <a:lnTo>
                  <a:pt x="2230029" y="634074"/>
                </a:lnTo>
                <a:moveTo>
                  <a:pt x="465385" y="679146"/>
                </a:moveTo>
                <a:lnTo>
                  <a:pt x="490710" y="801587"/>
                </a:lnTo>
                <a:moveTo>
                  <a:pt x="271305" y="800096"/>
                </a:moveTo>
                <a:lnTo>
                  <a:pt x="343366" y="833968"/>
                </a:lnTo>
                <a:moveTo>
                  <a:pt x="2015501" y="745678"/>
                </a:moveTo>
                <a:lnTo>
                  <a:pt x="2150674" y="703782"/>
                </a:lnTo>
                <a:moveTo>
                  <a:pt x="2081612" y="893653"/>
                </a:moveTo>
                <a:lnTo>
                  <a:pt x="2212506" y="859655"/>
                </a:lnTo>
                <a:moveTo>
                  <a:pt x="2150674" y="703782"/>
                </a:moveTo>
                <a:lnTo>
                  <a:pt x="2190661" y="653533"/>
                </a:lnTo>
                <a:moveTo>
                  <a:pt x="2321214" y="567704"/>
                </a:moveTo>
                <a:lnTo>
                  <a:pt x="2212027" y="626640"/>
                </a:lnTo>
                <a:moveTo>
                  <a:pt x="2340961" y="557533"/>
                </a:moveTo>
                <a:lnTo>
                  <a:pt x="2402776" y="503085"/>
                </a:lnTo>
                <a:moveTo>
                  <a:pt x="2349538" y="581392"/>
                </a:moveTo>
                <a:lnTo>
                  <a:pt x="2464344" y="539620"/>
                </a:lnTo>
                <a:moveTo>
                  <a:pt x="2150674" y="703782"/>
                </a:moveTo>
                <a:lnTo>
                  <a:pt x="2230029" y="634074"/>
                </a:lnTo>
                <a:moveTo>
                  <a:pt x="359272" y="962973"/>
                </a:moveTo>
                <a:lnTo>
                  <a:pt x="447321" y="892773"/>
                </a:lnTo>
                <a:moveTo>
                  <a:pt x="2349538" y="581392"/>
                </a:moveTo>
                <a:lnTo>
                  <a:pt x="2416626" y="626994"/>
                </a:lnTo>
                <a:moveTo>
                  <a:pt x="2349538" y="581392"/>
                </a:moveTo>
                <a:lnTo>
                  <a:pt x="2402776" y="503085"/>
                </a:lnTo>
                <a:moveTo>
                  <a:pt x="2015501" y="745678"/>
                </a:moveTo>
                <a:lnTo>
                  <a:pt x="2091543" y="782661"/>
                </a:lnTo>
                <a:moveTo>
                  <a:pt x="2230029" y="634074"/>
                </a:moveTo>
                <a:lnTo>
                  <a:pt x="2321214" y="567704"/>
                </a:lnTo>
                <a:moveTo>
                  <a:pt x="490710" y="801587"/>
                </a:moveTo>
                <a:lnTo>
                  <a:pt x="535134" y="757641"/>
                </a:lnTo>
                <a:moveTo>
                  <a:pt x="313644" y="935839"/>
                </a:moveTo>
                <a:lnTo>
                  <a:pt x="343366" y="833968"/>
                </a:lnTo>
                <a:moveTo>
                  <a:pt x="313644" y="935839"/>
                </a:moveTo>
                <a:lnTo>
                  <a:pt x="447321" y="892773"/>
                </a:lnTo>
                <a:moveTo>
                  <a:pt x="343366" y="833968"/>
                </a:moveTo>
                <a:lnTo>
                  <a:pt x="396499" y="750399"/>
                </a:lnTo>
                <a:moveTo>
                  <a:pt x="396499" y="750399"/>
                </a:moveTo>
                <a:lnTo>
                  <a:pt x="490710" y="801587"/>
                </a:lnTo>
                <a:moveTo>
                  <a:pt x="1961755" y="828767"/>
                </a:moveTo>
                <a:lnTo>
                  <a:pt x="2091543" y="782661"/>
                </a:lnTo>
                <a:moveTo>
                  <a:pt x="2318852" y="676996"/>
                </a:moveTo>
                <a:lnTo>
                  <a:pt x="2416626" y="626994"/>
                </a:lnTo>
                <a:moveTo>
                  <a:pt x="2258564" y="758296"/>
                </a:moveTo>
                <a:lnTo>
                  <a:pt x="2290667" y="786993"/>
                </a:lnTo>
                <a:moveTo>
                  <a:pt x="2318852" y="676996"/>
                </a:moveTo>
                <a:lnTo>
                  <a:pt x="2355873" y="708069"/>
                </a:lnTo>
                <a:moveTo>
                  <a:pt x="2258564" y="758296"/>
                </a:moveTo>
                <a:lnTo>
                  <a:pt x="2355873" y="708069"/>
                </a:lnTo>
                <a:moveTo>
                  <a:pt x="2091543" y="782661"/>
                </a:moveTo>
                <a:lnTo>
                  <a:pt x="2150674" y="703782"/>
                </a:lnTo>
                <a:moveTo>
                  <a:pt x="2042729" y="914427"/>
                </a:moveTo>
                <a:lnTo>
                  <a:pt x="2081612" y="893653"/>
                </a:lnTo>
                <a:moveTo>
                  <a:pt x="1961755" y="828767"/>
                </a:moveTo>
                <a:lnTo>
                  <a:pt x="2044017" y="870613"/>
                </a:lnTo>
                <a:moveTo>
                  <a:pt x="2321214" y="567704"/>
                </a:moveTo>
                <a:lnTo>
                  <a:pt x="2340961" y="557533"/>
                </a:lnTo>
                <a:moveTo>
                  <a:pt x="447321" y="892773"/>
                </a:moveTo>
                <a:lnTo>
                  <a:pt x="471894" y="906963"/>
                </a:lnTo>
                <a:moveTo>
                  <a:pt x="490710" y="801587"/>
                </a:moveTo>
                <a:lnTo>
                  <a:pt x="471894" y="906963"/>
                </a:lnTo>
                <a:moveTo>
                  <a:pt x="343366" y="833968"/>
                </a:moveTo>
                <a:lnTo>
                  <a:pt x="447321" y="892773"/>
                </a:lnTo>
                <a:moveTo>
                  <a:pt x="343366" y="833968"/>
                </a:moveTo>
                <a:lnTo>
                  <a:pt x="490710" y="801587"/>
                </a:lnTo>
                <a:moveTo>
                  <a:pt x="447321" y="892773"/>
                </a:moveTo>
                <a:lnTo>
                  <a:pt x="490710" y="801587"/>
                </a:lnTo>
                <a:moveTo>
                  <a:pt x="2321214" y="567704"/>
                </a:moveTo>
                <a:lnTo>
                  <a:pt x="2329226" y="570692"/>
                </a:lnTo>
                <a:moveTo>
                  <a:pt x="2044017" y="870613"/>
                </a:moveTo>
                <a:lnTo>
                  <a:pt x="2042729" y="914427"/>
                </a:lnTo>
                <a:moveTo>
                  <a:pt x="2329226" y="570692"/>
                </a:moveTo>
                <a:lnTo>
                  <a:pt x="2340961" y="557533"/>
                </a:lnTo>
                <a:moveTo>
                  <a:pt x="2230029" y="634074"/>
                </a:moveTo>
                <a:lnTo>
                  <a:pt x="2270268" y="649707"/>
                </a:lnTo>
                <a:moveTo>
                  <a:pt x="2091543" y="782661"/>
                </a:moveTo>
                <a:lnTo>
                  <a:pt x="2081612" y="893653"/>
                </a:lnTo>
                <a:moveTo>
                  <a:pt x="2340961" y="557533"/>
                </a:moveTo>
                <a:lnTo>
                  <a:pt x="2349538" y="581392"/>
                </a:lnTo>
                <a:moveTo>
                  <a:pt x="2150674" y="703782"/>
                </a:moveTo>
                <a:lnTo>
                  <a:pt x="2270268" y="649707"/>
                </a:lnTo>
                <a:moveTo>
                  <a:pt x="2044017" y="870613"/>
                </a:moveTo>
                <a:lnTo>
                  <a:pt x="2081612" y="893653"/>
                </a:lnTo>
                <a:moveTo>
                  <a:pt x="2329226" y="570692"/>
                </a:moveTo>
                <a:lnTo>
                  <a:pt x="2349538" y="581392"/>
                </a:lnTo>
                <a:moveTo>
                  <a:pt x="2044017" y="870613"/>
                </a:moveTo>
                <a:lnTo>
                  <a:pt x="2091543" y="782661"/>
                </a:lnTo>
                <a:moveTo>
                  <a:pt x="2270268" y="649707"/>
                </a:moveTo>
                <a:lnTo>
                  <a:pt x="2321214" y="567704"/>
                </a:lnTo>
                <a:moveTo>
                  <a:pt x="2150674" y="703782"/>
                </a:moveTo>
                <a:lnTo>
                  <a:pt x="2219357" y="735012"/>
                </a:lnTo>
                <a:moveTo>
                  <a:pt x="2270268" y="649707"/>
                </a:moveTo>
                <a:lnTo>
                  <a:pt x="2329226" y="570692"/>
                </a:lnTo>
                <a:moveTo>
                  <a:pt x="2329226" y="570692"/>
                </a:moveTo>
                <a:lnTo>
                  <a:pt x="2318852" y="676996"/>
                </a:lnTo>
                <a:moveTo>
                  <a:pt x="2318852" y="676996"/>
                </a:moveTo>
                <a:lnTo>
                  <a:pt x="2349538" y="581392"/>
                </a:lnTo>
                <a:moveTo>
                  <a:pt x="2091543" y="782661"/>
                </a:moveTo>
                <a:lnTo>
                  <a:pt x="2219357" y="735012"/>
                </a:lnTo>
                <a:moveTo>
                  <a:pt x="1146399" y="707108"/>
                </a:moveTo>
                <a:lnTo>
                  <a:pt x="1170740" y="720472"/>
                </a:lnTo>
                <a:moveTo>
                  <a:pt x="1146399" y="707108"/>
                </a:moveTo>
                <a:lnTo>
                  <a:pt x="1181016" y="688695"/>
                </a:lnTo>
                <a:moveTo>
                  <a:pt x="2270268" y="649707"/>
                </a:moveTo>
                <a:lnTo>
                  <a:pt x="2318852" y="676996"/>
                </a:lnTo>
                <a:moveTo>
                  <a:pt x="2270268" y="649707"/>
                </a:moveTo>
                <a:lnTo>
                  <a:pt x="2258564" y="758296"/>
                </a:lnTo>
                <a:moveTo>
                  <a:pt x="1181016" y="688695"/>
                </a:moveTo>
                <a:lnTo>
                  <a:pt x="1170740" y="720472"/>
                </a:lnTo>
                <a:moveTo>
                  <a:pt x="2258564" y="758296"/>
                </a:moveTo>
                <a:lnTo>
                  <a:pt x="2318852" y="676996"/>
                </a:lnTo>
                <a:moveTo>
                  <a:pt x="1144974" y="752259"/>
                </a:moveTo>
                <a:lnTo>
                  <a:pt x="1146399" y="707108"/>
                </a:lnTo>
                <a:moveTo>
                  <a:pt x="1144974" y="752259"/>
                </a:moveTo>
                <a:lnTo>
                  <a:pt x="1170740" y="720472"/>
                </a:lnTo>
                <a:moveTo>
                  <a:pt x="2219357" y="735012"/>
                </a:moveTo>
                <a:lnTo>
                  <a:pt x="2270268" y="649707"/>
                </a:lnTo>
                <a:moveTo>
                  <a:pt x="2219357" y="735012"/>
                </a:moveTo>
                <a:lnTo>
                  <a:pt x="2258564" y="758296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E21BAC46-7195-4690-9635-637A8E0E5ABC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6936" y="685416"/>
                </a:moveTo>
                <a:lnTo>
                  <a:pt x="610107" y="6405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B3741761-4991-46D9-AFAC-4CFB003E628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4651" y="646336"/>
                </a:moveTo>
                <a:lnTo>
                  <a:pt x="886978" y="6272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F9250254-E995-4616-BA4B-D9A2386DB2F5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6978" y="627283"/>
                </a:moveTo>
                <a:lnTo>
                  <a:pt x="816632" y="7596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5C9CDF3A-069A-4A74-8F12-9F6DAE2C74B3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764" y="634719"/>
                </a:moveTo>
                <a:lnTo>
                  <a:pt x="1490815" y="6626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63252392-EF8B-49D6-BA3D-EB36CD66AE1F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1442" y="688388"/>
                </a:moveTo>
                <a:lnTo>
                  <a:pt x="586936" y="685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134352C5-5C68-4987-8224-C00997F631D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689" y="729986"/>
                </a:moveTo>
                <a:lnTo>
                  <a:pt x="1034651" y="6463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F10F71E3-1D86-4864-9DA0-20EB89FDBB5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6936" y="685416"/>
                </a:moveTo>
                <a:lnTo>
                  <a:pt x="679184" y="743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82C3DC93-23CD-4AAF-8D6C-8BFB156F9AB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4518" y="759346"/>
                </a:moveTo>
                <a:lnTo>
                  <a:pt x="1343764" y="6347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FA606562-128B-4BA2-A3A5-F3620497938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9184" y="743927"/>
                </a:moveTo>
                <a:lnTo>
                  <a:pt x="816632" y="7596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A0400E1D-9720-4C5D-A25F-A36C1771E0B5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0815" y="662669"/>
                </a:moveTo>
                <a:lnTo>
                  <a:pt x="1547764" y="7704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0D061E90-2EA2-47C1-9EC0-108734D8C0C3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4518" y="759346"/>
                </a:moveTo>
                <a:lnTo>
                  <a:pt x="1109689" y="7299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554F74FF-426C-419A-B40F-8129404D099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4394" y="877283"/>
                </a:moveTo>
                <a:lnTo>
                  <a:pt x="1254518" y="7593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35E64047-283F-447F-8328-0A513FE655A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6632" y="759654"/>
                </a:moveTo>
                <a:lnTo>
                  <a:pt x="885685" y="8446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0AAB712A-2B12-4E87-80C4-A99654007033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077" y="979171"/>
                </a:moveTo>
                <a:lnTo>
                  <a:pt x="1235076" y="10036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D171C4AB-EB1D-45E4-A00A-EF9771C8CCB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64" y="770436"/>
                </a:moveTo>
                <a:lnTo>
                  <a:pt x="1688744" y="8267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E692E49C-85FE-4818-A6F9-C3C75B457AAF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073" y="753521"/>
                </a:moveTo>
                <a:lnTo>
                  <a:pt x="1827598" y="6113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28318DC3-E4BF-43FE-B28B-5CA8F07A2537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689" y="729986"/>
                </a:moveTo>
                <a:lnTo>
                  <a:pt x="1032744" y="859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2875269E-9A44-42BF-8A70-458620DED08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05" y="895532"/>
                </a:moveTo>
                <a:lnTo>
                  <a:pt x="1547764" y="7704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A7B1FC88-4742-4702-8500-D62CA8A88E05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744" y="826752"/>
                </a:moveTo>
                <a:lnTo>
                  <a:pt x="1815073" y="7535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49F08D91-DE6A-4381-B364-083816C7096F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2744" y="859859"/>
                </a:moveTo>
                <a:lnTo>
                  <a:pt x="1088077" y="979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524FCC49-048E-40E5-AFB1-AB1BF573CF07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744" y="826752"/>
                </a:moveTo>
                <a:lnTo>
                  <a:pt x="1684196" y="9737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310C7205-D883-4A94-BA26-DEB751F71EF1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05" y="895532"/>
                </a:moveTo>
                <a:lnTo>
                  <a:pt x="1314394" y="8772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16F076E0-049D-4856-933E-C187DA996D9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076" y="1003698"/>
                </a:moveTo>
                <a:lnTo>
                  <a:pt x="1314394" y="8772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8F621D31-BCF0-4DF9-8EE1-165C4B9D9AB5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073" y="753521"/>
                </a:moveTo>
                <a:lnTo>
                  <a:pt x="1940424" y="8366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6C93AF07-C9D7-461E-960E-8089F3678DD9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5685" y="844651"/>
                </a:moveTo>
                <a:lnTo>
                  <a:pt x="1032744" y="859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CE36A6CD-5CC3-48A2-830C-681D53C50DA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685" y="1004792"/>
                </a:moveTo>
                <a:lnTo>
                  <a:pt x="1461505" y="8955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4981D8F5-7C40-4357-BA77-2A48847F6F19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0424" y="836669"/>
                </a:moveTo>
                <a:lnTo>
                  <a:pt x="2066264" y="8029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44160C9A-BF40-4137-B645-FA146CB758EC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0086" y="764153"/>
                </a:moveTo>
                <a:lnTo>
                  <a:pt x="451442" y="6883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7554F8C3-5BD6-48B9-A2CB-07721DFA488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264" y="802976"/>
                </a:moveTo>
                <a:lnTo>
                  <a:pt x="2151490" y="691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BDA50391-B8D3-47E6-AC19-AA9BBB758AE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196" y="973781"/>
                </a:moveTo>
                <a:lnTo>
                  <a:pt x="1537685" y="1004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2D662905-6E00-4CCF-A0F6-B06FE14487FE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490" y="691594"/>
                </a:moveTo>
                <a:lnTo>
                  <a:pt x="2272755" y="6520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910B04AA-CE6E-413F-974F-3C0B2946E70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2755" y="652054"/>
                </a:moveTo>
                <a:lnTo>
                  <a:pt x="2352987" y="5460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39E6545C-CD5E-44C3-A486-E2602BE9DAE6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689" y="729986"/>
                </a:moveTo>
                <a:lnTo>
                  <a:pt x="1108753" y="655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DA5A31AF-AFB5-4A8C-A7A4-708C8CB44C29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64" y="770436"/>
                </a:moveTo>
                <a:lnTo>
                  <a:pt x="1543975" y="725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E7ED1A56-5FB6-45DF-B168-E8F3B186431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13400" y="780774"/>
                </a:moveTo>
                <a:lnTo>
                  <a:pt x="226167" y="8412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0EC8B942-341A-4713-A2A9-6F98CEE4E573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13400" y="780774"/>
                </a:moveTo>
                <a:lnTo>
                  <a:pt x="450086" y="7641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EAEAEEA6-2518-4CF3-8D98-8B46D406805E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2755" y="652054"/>
                </a:moveTo>
                <a:lnTo>
                  <a:pt x="2235218" y="6046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3AE82602-7CE1-40EA-B848-4F84A0001226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3757" y="733592"/>
                </a:moveTo>
                <a:lnTo>
                  <a:pt x="313400" y="7807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FD71B8AB-CA86-4A26-AFBF-273C9E28D12F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9321" y="749305"/>
                </a:moveTo>
                <a:lnTo>
                  <a:pt x="1385720" y="7055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99F09C1C-15FC-4051-8364-EC931770620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16" y="752861"/>
                </a:moveTo>
                <a:lnTo>
                  <a:pt x="1249321" y="7493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FD6F57C1-7916-4A76-837F-2C2B9F11C54F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3642" y="742531"/>
                </a:moveTo>
                <a:lnTo>
                  <a:pt x="1681557" y="6722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44B319A8-45B0-40D5-9168-EC32BE00B18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720" y="705563"/>
                </a:moveTo>
                <a:lnTo>
                  <a:pt x="1453381" y="7065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0FD8CEAF-8885-41B1-85A0-96F796B2F7C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557" y="672208"/>
                </a:moveTo>
                <a:lnTo>
                  <a:pt x="1593992" y="6780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57D32B68-BDC0-46B4-BEF6-9B613B33643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1633" y="753260"/>
                </a:moveTo>
                <a:lnTo>
                  <a:pt x="1173516" y="7528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B918AB9D-9331-4323-AC63-3CA0C7FA026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301" y="786686"/>
                </a:moveTo>
                <a:lnTo>
                  <a:pt x="1803642" y="7425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52B94B04-E735-4B8C-A6C1-66510EE3DBC1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992" y="678069"/>
                </a:moveTo>
                <a:lnTo>
                  <a:pt x="1453381" y="7065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D98BA6BC-3A3F-4358-8E7D-DA418DC808C5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0274" y="673311"/>
                </a:moveTo>
                <a:lnTo>
                  <a:pt x="732959" y="665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78D2D2A5-0F00-494C-895B-3CF4CEBB3A6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254" y="828163"/>
                </a:moveTo>
                <a:lnTo>
                  <a:pt x="1031633" y="7532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3FB15ABD-1446-41A6-8B7D-41D26AB27D3A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851" y="749145"/>
                </a:moveTo>
                <a:lnTo>
                  <a:pt x="1173516" y="7528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9DA95447-4CB5-4C2D-BE61-15A0A0C6B83A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016" y="1219644"/>
                </a:moveTo>
                <a:lnTo>
                  <a:pt x="1394540" y="11096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78E70619-04A7-4402-8E85-2933F8109136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016" y="1219644"/>
                </a:moveTo>
                <a:lnTo>
                  <a:pt x="1437429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F90889C4-B768-468C-8691-5410C4400949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3381" y="706589"/>
                </a:moveTo>
                <a:lnTo>
                  <a:pt x="1376451" y="7403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23D145C3-05F9-48E2-AC01-918A084CE84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992" y="678069"/>
                </a:moveTo>
                <a:lnTo>
                  <a:pt x="1677679" y="7131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C13983B1-94F6-4E7C-B804-398B31E7D6A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6588" y="1187089"/>
                </a:moveTo>
                <a:lnTo>
                  <a:pt x="1488016" y="12196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C27A44F9-8CDE-4656-BA14-8CF6A1D7023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0274" y="673311"/>
                </a:moveTo>
                <a:lnTo>
                  <a:pt x="852844" y="7613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1BE6EC97-058E-4DD3-BE02-9E2DB975322A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301" y="786686"/>
                </a:moveTo>
                <a:lnTo>
                  <a:pt x="1856535" y="8983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22F131DF-E09C-4FAC-AEC1-298A8F99D72C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2844" y="761317"/>
                </a:moveTo>
                <a:lnTo>
                  <a:pt x="966254" y="8281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946F8F61-08A4-47B5-A098-B4A59D0C626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679" y="713147"/>
                </a:moveTo>
                <a:lnTo>
                  <a:pt x="1791301" y="7866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C036FFE9-82DD-45B0-9678-7E265EF3BF2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6451" y="740378"/>
                </a:moveTo>
                <a:lnTo>
                  <a:pt x="1230851" y="7491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AE1D4499-BC77-4BC9-8B9E-3BF32BF02E2E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6535" y="898306"/>
                </a:moveTo>
                <a:lnTo>
                  <a:pt x="1997486" y="936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0DF5A42E-6239-4A7F-AD1F-E88110D74733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404" y="353608"/>
                </a:moveTo>
                <a:lnTo>
                  <a:pt x="639416" y="4584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9A72824E-3881-471D-8563-281DD5B6EF3E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422" y="586362"/>
                </a:moveTo>
                <a:lnTo>
                  <a:pt x="760274" y="6733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60801370-B95F-4574-8262-FB4134F9EAA5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5764" y="1048735"/>
                </a:moveTo>
                <a:lnTo>
                  <a:pt x="1606588" y="11870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19FA70E6-4D43-4C5F-8807-10DB0A3CEBBA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3284" y="892657"/>
                </a:moveTo>
                <a:lnTo>
                  <a:pt x="966254" y="8281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EB089ED6-E8AB-46BA-BD33-DE820BDEC466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056" y="231104"/>
                </a:moveTo>
                <a:lnTo>
                  <a:pt x="741404" y="3536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7242EF5D-53E2-41E5-B6A0-DC2F2241093C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404" y="353608"/>
                </a:moveTo>
                <a:lnTo>
                  <a:pt x="858534" y="383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ED0BA751-29E4-4BCB-AF73-A28879CAF2D1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9416" y="458476"/>
                </a:moveTo>
                <a:lnTo>
                  <a:pt x="689422" y="58636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A8B064CB-8652-494A-A5C3-931FCCAD7B2C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851" y="749145"/>
                </a:moveTo>
                <a:lnTo>
                  <a:pt x="1185848" y="629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E0F7FCE3-A8F3-4CB6-A697-215DC878F5CE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327" y="1009731"/>
                </a:moveTo>
                <a:lnTo>
                  <a:pt x="1655764" y="10487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5DA6657C-C8C4-4BCB-AA18-C5989B046A8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851" y="749145"/>
                </a:moveTo>
                <a:lnTo>
                  <a:pt x="1182198" y="8603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25C0F978-2855-410F-B94B-106967442193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6535" y="898306"/>
                </a:moveTo>
                <a:lnTo>
                  <a:pt x="1777327" y="10097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4B4EDE7C-C644-4804-8BB0-88C826C75027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679" y="713147"/>
                </a:moveTo>
                <a:lnTo>
                  <a:pt x="1742920" y="6040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EDBB0138-3148-4CB5-9B5D-034ED083EE61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6451" y="740378"/>
                </a:moveTo>
                <a:lnTo>
                  <a:pt x="1450697" y="7282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1E21A6E9-9688-4E97-81B2-8E01D123A70F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198" y="860307"/>
                </a:moveTo>
                <a:lnTo>
                  <a:pt x="1043284" y="8926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2049364F-072A-472D-B2AA-99BEA9BB600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689" y="764523"/>
                </a:moveTo>
                <a:lnTo>
                  <a:pt x="1677679" y="7131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C0B8E47C-BAB4-4D9E-9B6D-EE107C41773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0697" y="728220"/>
                </a:moveTo>
                <a:lnTo>
                  <a:pt x="1586689" y="764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F995AFEF-B528-49B5-B37E-6597A3D2CC54}"/>
              </a:ext>
            </a:extLst>
          </p:cNvPr>
          <p:cNvSpPr>
            <a:spLocks/>
          </p:cNvSpPr>
          <p:nvPr/>
        </p:nvSpPr>
        <p:spPr>
          <a:xfrm>
            <a:off x="910463" y="27961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44A3DE53-D7C9-428C-9623-C3D0D87CCFB7}"/>
              </a:ext>
            </a:extLst>
          </p:cNvPr>
          <p:cNvSpPr>
            <a:spLocks/>
          </p:cNvSpPr>
          <p:nvPr/>
        </p:nvSpPr>
        <p:spPr>
          <a:xfrm>
            <a:off x="953812" y="29186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A839F3A6-F0DA-4F41-A7CE-47244C021BDA}"/>
              </a:ext>
            </a:extLst>
          </p:cNvPr>
          <p:cNvSpPr>
            <a:spLocks/>
          </p:cNvSpPr>
          <p:nvPr/>
        </p:nvSpPr>
        <p:spPr>
          <a:xfrm>
            <a:off x="1070941" y="29486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181C200D-A8A4-4AA7-9DA8-CC27F2488384}"/>
              </a:ext>
            </a:extLst>
          </p:cNvPr>
          <p:cNvSpPr>
            <a:spLocks/>
          </p:cNvSpPr>
          <p:nvPr/>
        </p:nvSpPr>
        <p:spPr>
          <a:xfrm>
            <a:off x="851823" y="30235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46FF8F02-CDD8-450F-BA31-9A80BBF640E7}"/>
              </a:ext>
            </a:extLst>
          </p:cNvPr>
          <p:cNvSpPr>
            <a:spLocks/>
          </p:cNvSpPr>
          <p:nvPr/>
        </p:nvSpPr>
        <p:spPr>
          <a:xfrm>
            <a:off x="901830" y="31514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94691B68-DA8C-4EEB-823F-549A93C3B1D8}"/>
              </a:ext>
            </a:extLst>
          </p:cNvPr>
          <p:cNvSpPr>
            <a:spLocks/>
          </p:cNvSpPr>
          <p:nvPr/>
        </p:nvSpPr>
        <p:spPr>
          <a:xfrm>
            <a:off x="972681" y="32383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3A8FC02D-CAE1-404F-A621-44E86EF7D3E8}"/>
              </a:ext>
            </a:extLst>
          </p:cNvPr>
          <p:cNvSpPr>
            <a:spLocks/>
          </p:cNvSpPr>
          <p:nvPr/>
        </p:nvSpPr>
        <p:spPr>
          <a:xfrm>
            <a:off x="945367" y="32302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2561668D-3BB9-406D-BE2A-F2936948B7DC}"/>
              </a:ext>
            </a:extLst>
          </p:cNvPr>
          <p:cNvSpPr>
            <a:spLocks/>
          </p:cNvSpPr>
          <p:nvPr/>
        </p:nvSpPr>
        <p:spPr>
          <a:xfrm>
            <a:off x="1065252" y="33263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1DB029BD-C58B-4E37-AD48-775B5305C4C0}"/>
              </a:ext>
            </a:extLst>
          </p:cNvPr>
          <p:cNvSpPr>
            <a:spLocks/>
          </p:cNvSpPr>
          <p:nvPr/>
        </p:nvSpPr>
        <p:spPr>
          <a:xfrm>
            <a:off x="1178661" y="33932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7F1B583B-ADC6-4637-827A-5180592DD053}"/>
              </a:ext>
            </a:extLst>
          </p:cNvPr>
          <p:cNvSpPr>
            <a:spLocks/>
          </p:cNvSpPr>
          <p:nvPr/>
        </p:nvSpPr>
        <p:spPr>
          <a:xfrm>
            <a:off x="1244040" y="33183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9FF1B2ED-33B4-4F0A-96D0-7B0B2FAAA4B2}"/>
              </a:ext>
            </a:extLst>
          </p:cNvPr>
          <p:cNvSpPr>
            <a:spLocks/>
          </p:cNvSpPr>
          <p:nvPr/>
        </p:nvSpPr>
        <p:spPr>
          <a:xfrm>
            <a:off x="1385923" y="33179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EDDA4323-2BB9-4926-91FE-F5D59F287727}"/>
              </a:ext>
            </a:extLst>
          </p:cNvPr>
          <p:cNvSpPr>
            <a:spLocks/>
          </p:cNvSpPr>
          <p:nvPr/>
        </p:nvSpPr>
        <p:spPr>
          <a:xfrm>
            <a:off x="1461729" y="33143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84E08BA8-2D8A-456F-BA49-8255281E4A5C}"/>
              </a:ext>
            </a:extLst>
          </p:cNvPr>
          <p:cNvSpPr>
            <a:spLocks/>
          </p:cNvSpPr>
          <p:nvPr/>
        </p:nvSpPr>
        <p:spPr>
          <a:xfrm>
            <a:off x="1598127" y="3270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529A29F0-4812-4EF6-BA41-FF77BF7ED117}"/>
              </a:ext>
            </a:extLst>
          </p:cNvPr>
          <p:cNvSpPr>
            <a:spLocks/>
          </p:cNvSpPr>
          <p:nvPr/>
        </p:nvSpPr>
        <p:spPr>
          <a:xfrm>
            <a:off x="1665788" y="32716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5A48CF93-F644-4EAE-B60B-9CAE846311B4}"/>
              </a:ext>
            </a:extLst>
          </p:cNvPr>
          <p:cNvSpPr>
            <a:spLocks/>
          </p:cNvSpPr>
          <p:nvPr/>
        </p:nvSpPr>
        <p:spPr>
          <a:xfrm>
            <a:off x="1588859" y="33054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760645CA-42C5-4184-894A-E2392C2F9683}"/>
              </a:ext>
            </a:extLst>
          </p:cNvPr>
          <p:cNvSpPr>
            <a:spLocks/>
          </p:cNvSpPr>
          <p:nvPr/>
        </p:nvSpPr>
        <p:spPr>
          <a:xfrm>
            <a:off x="1663104" y="32933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715E082B-B780-4D3A-8B50-A17DF666F2D7}"/>
              </a:ext>
            </a:extLst>
          </p:cNvPr>
          <p:cNvSpPr>
            <a:spLocks/>
          </p:cNvSpPr>
          <p:nvPr/>
        </p:nvSpPr>
        <p:spPr>
          <a:xfrm>
            <a:off x="1799097" y="3329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6022C90E-403A-4678-942A-51CCABAB9283}"/>
              </a:ext>
            </a:extLst>
          </p:cNvPr>
          <p:cNvSpPr>
            <a:spLocks/>
          </p:cNvSpPr>
          <p:nvPr/>
        </p:nvSpPr>
        <p:spPr>
          <a:xfrm>
            <a:off x="1890086" y="32782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25825849-777A-4B63-8A85-AFFAA044E90D}"/>
              </a:ext>
            </a:extLst>
          </p:cNvPr>
          <p:cNvSpPr>
            <a:spLocks/>
          </p:cNvSpPr>
          <p:nvPr/>
        </p:nvSpPr>
        <p:spPr>
          <a:xfrm>
            <a:off x="1955328" y="31691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5898945F-006F-4717-B84F-CA7AC8B138A7}"/>
              </a:ext>
            </a:extLst>
          </p:cNvPr>
          <p:cNvSpPr>
            <a:spLocks/>
          </p:cNvSpPr>
          <p:nvPr/>
        </p:nvSpPr>
        <p:spPr>
          <a:xfrm>
            <a:off x="2003708" y="33517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3991296D-98DF-491C-8819-641BC27EEFD0}"/>
              </a:ext>
            </a:extLst>
          </p:cNvPr>
          <p:cNvSpPr>
            <a:spLocks/>
          </p:cNvSpPr>
          <p:nvPr/>
        </p:nvSpPr>
        <p:spPr>
          <a:xfrm>
            <a:off x="2068943" y="34633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8F41A44E-5DFC-4F60-97F3-B9B264C3B81F}"/>
              </a:ext>
            </a:extLst>
          </p:cNvPr>
          <p:cNvSpPr>
            <a:spLocks/>
          </p:cNvSpPr>
          <p:nvPr/>
        </p:nvSpPr>
        <p:spPr>
          <a:xfrm>
            <a:off x="2209893" y="3501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52BF3CB0-D068-412C-999D-8F77E405E648}"/>
              </a:ext>
            </a:extLst>
          </p:cNvPr>
          <p:cNvSpPr>
            <a:spLocks/>
          </p:cNvSpPr>
          <p:nvPr/>
        </p:nvSpPr>
        <p:spPr>
          <a:xfrm>
            <a:off x="1989734" y="35748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F849DAAD-8F43-4D4A-AE6D-C7C458A6C9FF}"/>
              </a:ext>
            </a:extLst>
          </p:cNvPr>
          <p:cNvSpPr>
            <a:spLocks/>
          </p:cNvSpPr>
          <p:nvPr/>
        </p:nvSpPr>
        <p:spPr>
          <a:xfrm>
            <a:off x="1868172" y="36138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F9883349-C305-4367-A4AC-9DAE6BA9F827}"/>
              </a:ext>
            </a:extLst>
          </p:cNvPr>
          <p:cNvSpPr>
            <a:spLocks/>
          </p:cNvSpPr>
          <p:nvPr/>
        </p:nvSpPr>
        <p:spPr>
          <a:xfrm>
            <a:off x="1818995" y="37521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C817F75D-9B40-4D85-99AD-A6C9E60CC120}"/>
              </a:ext>
            </a:extLst>
          </p:cNvPr>
          <p:cNvSpPr>
            <a:spLocks/>
          </p:cNvSpPr>
          <p:nvPr/>
        </p:nvSpPr>
        <p:spPr>
          <a:xfrm>
            <a:off x="1700424" y="37847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9012A0B5-10E1-4BC1-9557-4A1C6C2FAEBE}"/>
              </a:ext>
            </a:extLst>
          </p:cNvPr>
          <p:cNvSpPr>
            <a:spLocks/>
          </p:cNvSpPr>
          <p:nvPr/>
        </p:nvSpPr>
        <p:spPr>
          <a:xfrm>
            <a:off x="1606947" y="36746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234BE17D-6603-4BF8-859F-9A25F18A4E82}"/>
              </a:ext>
            </a:extLst>
          </p:cNvPr>
          <p:cNvSpPr>
            <a:spLocks/>
          </p:cNvSpPr>
          <p:nvPr/>
        </p:nvSpPr>
        <p:spPr>
          <a:xfrm>
            <a:off x="2016049" y="33076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9813695A-79FB-4ADC-9D06-90D272EC872E}"/>
              </a:ext>
            </a:extLst>
          </p:cNvPr>
          <p:cNvSpPr>
            <a:spLocks/>
          </p:cNvSpPr>
          <p:nvPr/>
        </p:nvSpPr>
        <p:spPr>
          <a:xfrm>
            <a:off x="1893965" y="32372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1949B6D2-7472-487C-BDFC-04CA47931122}"/>
              </a:ext>
            </a:extLst>
          </p:cNvPr>
          <p:cNvSpPr>
            <a:spLocks/>
          </p:cNvSpPr>
          <p:nvPr/>
        </p:nvSpPr>
        <p:spPr>
          <a:xfrm>
            <a:off x="1806399" y="32431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0131DC1F-5CD4-4232-B6FA-9A5700C599CE}"/>
              </a:ext>
            </a:extLst>
          </p:cNvPr>
          <p:cNvSpPr>
            <a:spLocks/>
          </p:cNvSpPr>
          <p:nvPr/>
        </p:nvSpPr>
        <p:spPr>
          <a:xfrm>
            <a:off x="1443258" y="33142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710AF59F-7EE7-493E-BD4F-36A8CB7ACDCD}"/>
              </a:ext>
            </a:extLst>
          </p:cNvPr>
          <p:cNvSpPr>
            <a:spLocks/>
          </p:cNvSpPr>
          <p:nvPr/>
        </p:nvSpPr>
        <p:spPr>
          <a:xfrm>
            <a:off x="1398256" y="31944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F5DCD78D-B38F-4357-A5C6-F3BD69FC3E9E}"/>
              </a:ext>
            </a:extLst>
          </p:cNvPr>
          <p:cNvSpPr>
            <a:spLocks/>
          </p:cNvSpPr>
          <p:nvPr/>
        </p:nvSpPr>
        <p:spPr>
          <a:xfrm>
            <a:off x="1394605" y="34253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DA222221-1CCB-4F8A-8709-AF0BBB8992BF}"/>
              </a:ext>
            </a:extLst>
          </p:cNvPr>
          <p:cNvSpPr>
            <a:spLocks/>
          </p:cNvSpPr>
          <p:nvPr/>
        </p:nvSpPr>
        <p:spPr>
          <a:xfrm>
            <a:off x="1255692" y="34577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density_16">
            <a:extLst>
              <a:ext uri="{FF2B5EF4-FFF2-40B4-BE49-F238E27FC236}">
                <a16:creationId xmlns:a16="http://schemas.microsoft.com/office/drawing/2014/main" id="{47EB4634-8922-4123-8FCD-BE98D30B3AA8}"/>
              </a:ext>
            </a:extLst>
          </p:cNvPr>
          <p:cNvSpPr>
            <a:spLocks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0B6D56E9-74D5-45F8-85A9-5BD8C60BF867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5751" y="933497"/>
                </a:moveTo>
                <a:lnTo>
                  <a:pt x="1033142" y="797960"/>
                </a:lnTo>
                <a:moveTo>
                  <a:pt x="943533" y="710364"/>
                </a:moveTo>
                <a:lnTo>
                  <a:pt x="1033142" y="797960"/>
                </a:lnTo>
                <a:moveTo>
                  <a:pt x="908345" y="981255"/>
                </a:moveTo>
                <a:lnTo>
                  <a:pt x="1015751" y="933497"/>
                </a:lnTo>
                <a:moveTo>
                  <a:pt x="836505" y="758577"/>
                </a:moveTo>
                <a:lnTo>
                  <a:pt x="943533" y="710364"/>
                </a:lnTo>
                <a:moveTo>
                  <a:pt x="817014" y="894450"/>
                </a:moveTo>
                <a:lnTo>
                  <a:pt x="908345" y="981255"/>
                </a:lnTo>
                <a:moveTo>
                  <a:pt x="817014" y="894450"/>
                </a:moveTo>
                <a:lnTo>
                  <a:pt x="836505" y="758577"/>
                </a:lnTo>
                <a:moveTo>
                  <a:pt x="625039" y="1124587"/>
                </a:moveTo>
                <a:lnTo>
                  <a:pt x="674516" y="1094922"/>
                </a:lnTo>
                <a:moveTo>
                  <a:pt x="701198" y="945615"/>
                </a:moveTo>
                <a:lnTo>
                  <a:pt x="817014" y="894450"/>
                </a:lnTo>
                <a:moveTo>
                  <a:pt x="674516" y="1094922"/>
                </a:moveTo>
                <a:lnTo>
                  <a:pt x="701198" y="945615"/>
                </a:lnTo>
                <a:moveTo>
                  <a:pt x="674516" y="1094922"/>
                </a:moveTo>
                <a:lnTo>
                  <a:pt x="580293" y="1140741"/>
                </a:lnTo>
                <a:moveTo>
                  <a:pt x="580293" y="1140741"/>
                </a:moveTo>
                <a:lnTo>
                  <a:pt x="624253" y="1157490"/>
                </a:lnTo>
                <a:moveTo>
                  <a:pt x="922074" y="506850"/>
                </a:moveTo>
                <a:lnTo>
                  <a:pt x="1027915" y="607685"/>
                </a:lnTo>
                <a:moveTo>
                  <a:pt x="1027915" y="607685"/>
                </a:moveTo>
                <a:lnTo>
                  <a:pt x="995977" y="741490"/>
                </a:lnTo>
                <a:moveTo>
                  <a:pt x="1027915" y="607685"/>
                </a:moveTo>
                <a:lnTo>
                  <a:pt x="1159549" y="569049"/>
                </a:lnTo>
                <a:moveTo>
                  <a:pt x="785926" y="308119"/>
                </a:moveTo>
                <a:lnTo>
                  <a:pt x="683930" y="345547"/>
                </a:lnTo>
                <a:moveTo>
                  <a:pt x="894637" y="407721"/>
                </a:moveTo>
                <a:lnTo>
                  <a:pt x="922074" y="506850"/>
                </a:lnTo>
                <a:moveTo>
                  <a:pt x="995977" y="741490"/>
                </a:moveTo>
                <a:lnTo>
                  <a:pt x="1092977" y="834680"/>
                </a:lnTo>
                <a:moveTo>
                  <a:pt x="1159549" y="569049"/>
                </a:moveTo>
                <a:lnTo>
                  <a:pt x="1257082" y="661863"/>
                </a:lnTo>
                <a:moveTo>
                  <a:pt x="1092977" y="834680"/>
                </a:moveTo>
                <a:lnTo>
                  <a:pt x="1223699" y="794851"/>
                </a:lnTo>
                <a:moveTo>
                  <a:pt x="1257082" y="661863"/>
                </a:moveTo>
                <a:lnTo>
                  <a:pt x="1223699" y="794851"/>
                </a:lnTo>
                <a:moveTo>
                  <a:pt x="894637" y="407721"/>
                </a:moveTo>
                <a:lnTo>
                  <a:pt x="785926" y="308119"/>
                </a:lnTo>
                <a:moveTo>
                  <a:pt x="850743" y="477462"/>
                </a:moveTo>
                <a:lnTo>
                  <a:pt x="894637" y="40772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D4D40586-967C-4DD0-8C14-BFAC45A9B143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4106" y="676688"/>
                </a:moveTo>
                <a:lnTo>
                  <a:pt x="1412150" y="681455"/>
                </a:lnTo>
                <a:moveTo>
                  <a:pt x="1343270" y="757724"/>
                </a:moveTo>
                <a:lnTo>
                  <a:pt x="1412150" y="681455"/>
                </a:lnTo>
                <a:moveTo>
                  <a:pt x="1413313" y="671908"/>
                </a:moveTo>
                <a:lnTo>
                  <a:pt x="1412150" y="681455"/>
                </a:lnTo>
                <a:moveTo>
                  <a:pt x="1343270" y="757724"/>
                </a:moveTo>
                <a:lnTo>
                  <a:pt x="1404106" y="676688"/>
                </a:lnTo>
                <a:moveTo>
                  <a:pt x="1412150" y="681455"/>
                </a:moveTo>
                <a:lnTo>
                  <a:pt x="1513907" y="738542"/>
                </a:lnTo>
                <a:moveTo>
                  <a:pt x="1404106" y="676688"/>
                </a:moveTo>
                <a:lnTo>
                  <a:pt x="1413313" y="671908"/>
                </a:lnTo>
                <a:moveTo>
                  <a:pt x="1413313" y="671908"/>
                </a:moveTo>
                <a:lnTo>
                  <a:pt x="1513907" y="738542"/>
                </a:lnTo>
                <a:moveTo>
                  <a:pt x="1325380" y="826986"/>
                </a:moveTo>
                <a:lnTo>
                  <a:pt x="1343270" y="757724"/>
                </a:lnTo>
                <a:moveTo>
                  <a:pt x="1246482" y="699510"/>
                </a:moveTo>
                <a:lnTo>
                  <a:pt x="1343270" y="757724"/>
                </a:lnTo>
                <a:moveTo>
                  <a:pt x="1264250" y="653333"/>
                </a:moveTo>
                <a:lnTo>
                  <a:pt x="1343270" y="757724"/>
                </a:lnTo>
                <a:moveTo>
                  <a:pt x="1308924" y="617510"/>
                </a:moveTo>
                <a:lnTo>
                  <a:pt x="1404106" y="676688"/>
                </a:lnTo>
                <a:moveTo>
                  <a:pt x="1308924" y="617510"/>
                </a:moveTo>
                <a:lnTo>
                  <a:pt x="1343270" y="757724"/>
                </a:lnTo>
                <a:moveTo>
                  <a:pt x="1517041" y="854880"/>
                </a:moveTo>
                <a:lnTo>
                  <a:pt x="1557565" y="875316"/>
                </a:lnTo>
                <a:moveTo>
                  <a:pt x="1513907" y="738542"/>
                </a:moveTo>
                <a:lnTo>
                  <a:pt x="1596185" y="780401"/>
                </a:lnTo>
                <a:moveTo>
                  <a:pt x="1246482" y="699510"/>
                </a:moveTo>
                <a:lnTo>
                  <a:pt x="1325380" y="826986"/>
                </a:lnTo>
                <a:moveTo>
                  <a:pt x="1306969" y="849440"/>
                </a:moveTo>
                <a:lnTo>
                  <a:pt x="1325380" y="826986"/>
                </a:lnTo>
                <a:moveTo>
                  <a:pt x="1517041" y="854880"/>
                </a:moveTo>
                <a:lnTo>
                  <a:pt x="1565965" y="853222"/>
                </a:lnTo>
                <a:moveTo>
                  <a:pt x="1325380" y="826986"/>
                </a:moveTo>
                <a:lnTo>
                  <a:pt x="1322655" y="858195"/>
                </a:lnTo>
                <a:moveTo>
                  <a:pt x="1413313" y="671908"/>
                </a:moveTo>
                <a:lnTo>
                  <a:pt x="1518309" y="655807"/>
                </a:lnTo>
                <a:moveTo>
                  <a:pt x="1518309" y="655807"/>
                </a:moveTo>
                <a:lnTo>
                  <a:pt x="1513907" y="738542"/>
                </a:lnTo>
                <a:moveTo>
                  <a:pt x="1544908" y="890359"/>
                </a:moveTo>
                <a:lnTo>
                  <a:pt x="1517041" y="854880"/>
                </a:lnTo>
                <a:moveTo>
                  <a:pt x="1517041" y="854880"/>
                </a:moveTo>
                <a:lnTo>
                  <a:pt x="1596185" y="780401"/>
                </a:lnTo>
                <a:moveTo>
                  <a:pt x="1322655" y="858195"/>
                </a:moveTo>
                <a:lnTo>
                  <a:pt x="1412876" y="909772"/>
                </a:lnTo>
                <a:moveTo>
                  <a:pt x="1246482" y="699510"/>
                </a:moveTo>
                <a:lnTo>
                  <a:pt x="1306969" y="849440"/>
                </a:lnTo>
                <a:moveTo>
                  <a:pt x="1306969" y="849440"/>
                </a:moveTo>
                <a:lnTo>
                  <a:pt x="1322655" y="858195"/>
                </a:lnTo>
                <a:moveTo>
                  <a:pt x="1231091" y="690332"/>
                </a:moveTo>
                <a:lnTo>
                  <a:pt x="1246482" y="699510"/>
                </a:lnTo>
                <a:moveTo>
                  <a:pt x="1264250" y="653333"/>
                </a:moveTo>
                <a:lnTo>
                  <a:pt x="1246482" y="699510"/>
                </a:lnTo>
                <a:moveTo>
                  <a:pt x="1198387" y="787017"/>
                </a:moveTo>
                <a:lnTo>
                  <a:pt x="1246482" y="699510"/>
                </a:lnTo>
                <a:moveTo>
                  <a:pt x="1198387" y="787017"/>
                </a:moveTo>
                <a:lnTo>
                  <a:pt x="1306969" y="849440"/>
                </a:lnTo>
                <a:moveTo>
                  <a:pt x="1231091" y="690332"/>
                </a:moveTo>
                <a:lnTo>
                  <a:pt x="1264250" y="653333"/>
                </a:lnTo>
                <a:moveTo>
                  <a:pt x="1178142" y="775178"/>
                </a:moveTo>
                <a:lnTo>
                  <a:pt x="1246482" y="699510"/>
                </a:lnTo>
                <a:moveTo>
                  <a:pt x="1565965" y="853222"/>
                </a:moveTo>
                <a:lnTo>
                  <a:pt x="1557565" y="875316"/>
                </a:lnTo>
                <a:moveTo>
                  <a:pt x="1178142" y="775178"/>
                </a:moveTo>
                <a:lnTo>
                  <a:pt x="1231091" y="690332"/>
                </a:lnTo>
                <a:moveTo>
                  <a:pt x="1544908" y="890359"/>
                </a:moveTo>
                <a:lnTo>
                  <a:pt x="1557565" y="875316"/>
                </a:lnTo>
                <a:moveTo>
                  <a:pt x="1178142" y="775178"/>
                </a:moveTo>
                <a:lnTo>
                  <a:pt x="1198387" y="787017"/>
                </a:lnTo>
                <a:moveTo>
                  <a:pt x="1388430" y="603399"/>
                </a:moveTo>
                <a:lnTo>
                  <a:pt x="1404106" y="676688"/>
                </a:lnTo>
                <a:moveTo>
                  <a:pt x="1264250" y="653333"/>
                </a:moveTo>
                <a:lnTo>
                  <a:pt x="1308924" y="617510"/>
                </a:lnTo>
                <a:moveTo>
                  <a:pt x="1565965" y="853222"/>
                </a:moveTo>
                <a:lnTo>
                  <a:pt x="1596185" y="780401"/>
                </a:lnTo>
                <a:moveTo>
                  <a:pt x="1388430" y="603399"/>
                </a:moveTo>
                <a:lnTo>
                  <a:pt x="1413313" y="671908"/>
                </a:lnTo>
                <a:moveTo>
                  <a:pt x="1165204" y="828012"/>
                </a:moveTo>
                <a:lnTo>
                  <a:pt x="1198387" y="787017"/>
                </a:lnTo>
                <a:moveTo>
                  <a:pt x="1085340" y="721103"/>
                </a:moveTo>
                <a:lnTo>
                  <a:pt x="1178142" y="775178"/>
                </a:lnTo>
                <a:moveTo>
                  <a:pt x="1165204" y="828012"/>
                </a:moveTo>
                <a:lnTo>
                  <a:pt x="1178142" y="775178"/>
                </a:lnTo>
                <a:moveTo>
                  <a:pt x="1513907" y="738542"/>
                </a:moveTo>
                <a:lnTo>
                  <a:pt x="1612674" y="668185"/>
                </a:lnTo>
                <a:moveTo>
                  <a:pt x="1412876" y="909772"/>
                </a:moveTo>
                <a:lnTo>
                  <a:pt x="1492335" y="949427"/>
                </a:lnTo>
                <a:moveTo>
                  <a:pt x="1124471" y="625626"/>
                </a:moveTo>
                <a:lnTo>
                  <a:pt x="1231091" y="690332"/>
                </a:lnTo>
                <a:moveTo>
                  <a:pt x="1085340" y="721103"/>
                </a:moveTo>
                <a:lnTo>
                  <a:pt x="1165204" y="828012"/>
                </a:lnTo>
                <a:moveTo>
                  <a:pt x="1116298" y="632799"/>
                </a:moveTo>
                <a:lnTo>
                  <a:pt x="1178142" y="775178"/>
                </a:lnTo>
                <a:moveTo>
                  <a:pt x="1359604" y="935701"/>
                </a:moveTo>
                <a:lnTo>
                  <a:pt x="1412876" y="909772"/>
                </a:lnTo>
                <a:moveTo>
                  <a:pt x="1124471" y="625626"/>
                </a:moveTo>
                <a:lnTo>
                  <a:pt x="1178142" y="775178"/>
                </a:lnTo>
                <a:moveTo>
                  <a:pt x="1045111" y="697709"/>
                </a:moveTo>
                <a:lnTo>
                  <a:pt x="1085340" y="721103"/>
                </a:lnTo>
                <a:moveTo>
                  <a:pt x="1606288" y="898007"/>
                </a:moveTo>
                <a:lnTo>
                  <a:pt x="1557565" y="875316"/>
                </a:lnTo>
                <a:moveTo>
                  <a:pt x="1322655" y="858195"/>
                </a:moveTo>
                <a:lnTo>
                  <a:pt x="1359604" y="935701"/>
                </a:lnTo>
                <a:moveTo>
                  <a:pt x="1565965" y="853222"/>
                </a:moveTo>
                <a:lnTo>
                  <a:pt x="1606288" y="898007"/>
                </a:lnTo>
                <a:moveTo>
                  <a:pt x="1492335" y="949427"/>
                </a:moveTo>
                <a:lnTo>
                  <a:pt x="1544908" y="890359"/>
                </a:lnTo>
                <a:moveTo>
                  <a:pt x="1231091" y="690332"/>
                </a:moveTo>
                <a:lnTo>
                  <a:pt x="1261593" y="586216"/>
                </a:lnTo>
                <a:moveTo>
                  <a:pt x="1261593" y="586216"/>
                </a:moveTo>
                <a:lnTo>
                  <a:pt x="1264250" y="653333"/>
                </a:lnTo>
                <a:moveTo>
                  <a:pt x="1034537" y="806494"/>
                </a:moveTo>
                <a:lnTo>
                  <a:pt x="1085340" y="721103"/>
                </a:lnTo>
                <a:moveTo>
                  <a:pt x="1544908" y="890359"/>
                </a:moveTo>
                <a:lnTo>
                  <a:pt x="1606288" y="898007"/>
                </a:lnTo>
                <a:moveTo>
                  <a:pt x="1174001" y="883610"/>
                </a:moveTo>
                <a:lnTo>
                  <a:pt x="1198387" y="787017"/>
                </a:lnTo>
                <a:moveTo>
                  <a:pt x="1116298" y="632799"/>
                </a:moveTo>
                <a:lnTo>
                  <a:pt x="1085340" y="721103"/>
                </a:lnTo>
                <a:moveTo>
                  <a:pt x="1085340" y="721103"/>
                </a:moveTo>
                <a:lnTo>
                  <a:pt x="1137038" y="864162"/>
                </a:lnTo>
                <a:moveTo>
                  <a:pt x="999559" y="786131"/>
                </a:moveTo>
                <a:lnTo>
                  <a:pt x="1085340" y="721103"/>
                </a:lnTo>
                <a:moveTo>
                  <a:pt x="1596185" y="780401"/>
                </a:moveTo>
                <a:lnTo>
                  <a:pt x="1671716" y="819191"/>
                </a:lnTo>
                <a:moveTo>
                  <a:pt x="1228212" y="912976"/>
                </a:moveTo>
                <a:lnTo>
                  <a:pt x="1306969" y="849440"/>
                </a:lnTo>
                <a:moveTo>
                  <a:pt x="1308924" y="617510"/>
                </a:moveTo>
                <a:lnTo>
                  <a:pt x="1388430" y="603399"/>
                </a:lnTo>
                <a:moveTo>
                  <a:pt x="1137038" y="864162"/>
                </a:moveTo>
                <a:lnTo>
                  <a:pt x="1165204" y="828012"/>
                </a:lnTo>
                <a:moveTo>
                  <a:pt x="1228212" y="912976"/>
                </a:moveTo>
                <a:lnTo>
                  <a:pt x="1322655" y="858195"/>
                </a:lnTo>
                <a:moveTo>
                  <a:pt x="1045111" y="697709"/>
                </a:moveTo>
                <a:lnTo>
                  <a:pt x="1116298" y="632799"/>
                </a:lnTo>
                <a:moveTo>
                  <a:pt x="1261593" y="586216"/>
                </a:moveTo>
                <a:lnTo>
                  <a:pt x="1308924" y="617510"/>
                </a:lnTo>
                <a:moveTo>
                  <a:pt x="999559" y="786131"/>
                </a:moveTo>
                <a:lnTo>
                  <a:pt x="1045111" y="697709"/>
                </a:lnTo>
                <a:moveTo>
                  <a:pt x="1198387" y="787017"/>
                </a:moveTo>
                <a:lnTo>
                  <a:pt x="1228212" y="912976"/>
                </a:lnTo>
                <a:moveTo>
                  <a:pt x="1483300" y="605155"/>
                </a:moveTo>
                <a:lnTo>
                  <a:pt x="1413313" y="671908"/>
                </a:lnTo>
                <a:moveTo>
                  <a:pt x="1565965" y="853222"/>
                </a:moveTo>
                <a:lnTo>
                  <a:pt x="1628620" y="908401"/>
                </a:lnTo>
                <a:moveTo>
                  <a:pt x="1231337" y="566834"/>
                </a:moveTo>
                <a:lnTo>
                  <a:pt x="1231091" y="690332"/>
                </a:lnTo>
                <a:moveTo>
                  <a:pt x="1034537" y="806494"/>
                </a:moveTo>
                <a:lnTo>
                  <a:pt x="1137038" y="864162"/>
                </a:lnTo>
                <a:moveTo>
                  <a:pt x="999559" y="786131"/>
                </a:moveTo>
                <a:lnTo>
                  <a:pt x="1034537" y="806494"/>
                </a:lnTo>
                <a:moveTo>
                  <a:pt x="1165204" y="828012"/>
                </a:moveTo>
                <a:lnTo>
                  <a:pt x="1174001" y="883610"/>
                </a:lnTo>
                <a:moveTo>
                  <a:pt x="570419" y="658619"/>
                </a:moveTo>
                <a:lnTo>
                  <a:pt x="620723" y="687130"/>
                </a:lnTo>
                <a:moveTo>
                  <a:pt x="1116298" y="632799"/>
                </a:moveTo>
                <a:lnTo>
                  <a:pt x="1124471" y="625626"/>
                </a:lnTo>
                <a:moveTo>
                  <a:pt x="1596185" y="780401"/>
                </a:moveTo>
                <a:lnTo>
                  <a:pt x="1612674" y="668185"/>
                </a:lnTo>
                <a:moveTo>
                  <a:pt x="1596185" y="780401"/>
                </a:moveTo>
                <a:lnTo>
                  <a:pt x="1628620" y="908401"/>
                </a:lnTo>
                <a:moveTo>
                  <a:pt x="1518309" y="655807"/>
                </a:moveTo>
                <a:lnTo>
                  <a:pt x="1594442" y="658233"/>
                </a:lnTo>
                <a:moveTo>
                  <a:pt x="1518309" y="655807"/>
                </a:moveTo>
                <a:lnTo>
                  <a:pt x="1612674" y="668185"/>
                </a:lnTo>
                <a:moveTo>
                  <a:pt x="479382" y="605646"/>
                </a:moveTo>
                <a:lnTo>
                  <a:pt x="570419" y="658619"/>
                </a:lnTo>
                <a:moveTo>
                  <a:pt x="1492335" y="949427"/>
                </a:moveTo>
                <a:lnTo>
                  <a:pt x="1606288" y="898007"/>
                </a:lnTo>
                <a:moveTo>
                  <a:pt x="2232462" y="674797"/>
                </a:moveTo>
                <a:lnTo>
                  <a:pt x="2321538" y="609612"/>
                </a:lnTo>
                <a:moveTo>
                  <a:pt x="1137038" y="864162"/>
                </a:moveTo>
                <a:lnTo>
                  <a:pt x="1174001" y="883610"/>
                </a:lnTo>
                <a:moveTo>
                  <a:pt x="1596185" y="780401"/>
                </a:moveTo>
                <a:lnTo>
                  <a:pt x="1709681" y="721559"/>
                </a:lnTo>
                <a:moveTo>
                  <a:pt x="620723" y="687130"/>
                </a:moveTo>
                <a:lnTo>
                  <a:pt x="666836" y="711531"/>
                </a:lnTo>
                <a:moveTo>
                  <a:pt x="1252469" y="561718"/>
                </a:moveTo>
                <a:lnTo>
                  <a:pt x="1308924" y="617510"/>
                </a:lnTo>
                <a:moveTo>
                  <a:pt x="1004683" y="829645"/>
                </a:moveTo>
                <a:lnTo>
                  <a:pt x="1034537" y="806494"/>
                </a:lnTo>
                <a:moveTo>
                  <a:pt x="2232462" y="674797"/>
                </a:moveTo>
                <a:lnTo>
                  <a:pt x="2302449" y="598184"/>
                </a:lnTo>
                <a:moveTo>
                  <a:pt x="2302449" y="598184"/>
                </a:moveTo>
                <a:lnTo>
                  <a:pt x="2321538" y="609612"/>
                </a:lnTo>
                <a:moveTo>
                  <a:pt x="917794" y="737690"/>
                </a:moveTo>
                <a:lnTo>
                  <a:pt x="999559" y="786131"/>
                </a:lnTo>
                <a:moveTo>
                  <a:pt x="620723" y="687130"/>
                </a:moveTo>
                <a:lnTo>
                  <a:pt x="696299" y="641517"/>
                </a:lnTo>
                <a:moveTo>
                  <a:pt x="430051" y="692241"/>
                </a:moveTo>
                <a:lnTo>
                  <a:pt x="570419" y="658619"/>
                </a:lnTo>
                <a:moveTo>
                  <a:pt x="514449" y="739969"/>
                </a:moveTo>
                <a:lnTo>
                  <a:pt x="570419" y="658619"/>
                </a:lnTo>
                <a:moveTo>
                  <a:pt x="1004683" y="829645"/>
                </a:moveTo>
                <a:lnTo>
                  <a:pt x="999559" y="786131"/>
                </a:lnTo>
                <a:moveTo>
                  <a:pt x="1671716" y="819191"/>
                </a:moveTo>
                <a:lnTo>
                  <a:pt x="1680211" y="823627"/>
                </a:lnTo>
                <a:moveTo>
                  <a:pt x="2331418" y="573401"/>
                </a:moveTo>
                <a:lnTo>
                  <a:pt x="2321538" y="609612"/>
                </a:lnTo>
                <a:moveTo>
                  <a:pt x="1671716" y="819191"/>
                </a:moveTo>
                <a:lnTo>
                  <a:pt x="1682394" y="816958"/>
                </a:lnTo>
                <a:moveTo>
                  <a:pt x="1045111" y="697709"/>
                </a:moveTo>
                <a:lnTo>
                  <a:pt x="1100701" y="608005"/>
                </a:lnTo>
                <a:moveTo>
                  <a:pt x="953950" y="640474"/>
                </a:moveTo>
                <a:lnTo>
                  <a:pt x="1045111" y="697709"/>
                </a:lnTo>
                <a:moveTo>
                  <a:pt x="1433295" y="974807"/>
                </a:moveTo>
                <a:lnTo>
                  <a:pt x="1412876" y="909772"/>
                </a:lnTo>
                <a:moveTo>
                  <a:pt x="1682394" y="816958"/>
                </a:moveTo>
                <a:lnTo>
                  <a:pt x="1680211" y="823627"/>
                </a:lnTo>
                <a:moveTo>
                  <a:pt x="2302449" y="598184"/>
                </a:moveTo>
                <a:lnTo>
                  <a:pt x="2331418" y="573401"/>
                </a:lnTo>
                <a:moveTo>
                  <a:pt x="1657282" y="861246"/>
                </a:moveTo>
                <a:lnTo>
                  <a:pt x="1671716" y="819191"/>
                </a:lnTo>
                <a:moveTo>
                  <a:pt x="1837975" y="912716"/>
                </a:moveTo>
                <a:lnTo>
                  <a:pt x="1897681" y="831135"/>
                </a:lnTo>
                <a:moveTo>
                  <a:pt x="1680211" y="823627"/>
                </a:moveTo>
                <a:lnTo>
                  <a:pt x="1782177" y="880878"/>
                </a:lnTo>
                <a:moveTo>
                  <a:pt x="570419" y="658619"/>
                </a:moveTo>
                <a:lnTo>
                  <a:pt x="639811" y="741140"/>
                </a:lnTo>
                <a:moveTo>
                  <a:pt x="639811" y="741140"/>
                </a:moveTo>
                <a:lnTo>
                  <a:pt x="620723" y="687130"/>
                </a:lnTo>
                <a:moveTo>
                  <a:pt x="1492335" y="949427"/>
                </a:moveTo>
                <a:lnTo>
                  <a:pt x="1628620" y="908401"/>
                </a:lnTo>
                <a:moveTo>
                  <a:pt x="1657282" y="861246"/>
                </a:moveTo>
                <a:lnTo>
                  <a:pt x="1680211" y="823627"/>
                </a:lnTo>
                <a:moveTo>
                  <a:pt x="430051" y="692241"/>
                </a:moveTo>
                <a:lnTo>
                  <a:pt x="479382" y="605646"/>
                </a:lnTo>
                <a:moveTo>
                  <a:pt x="1680211" y="823627"/>
                </a:moveTo>
                <a:lnTo>
                  <a:pt x="1824965" y="789221"/>
                </a:lnTo>
                <a:moveTo>
                  <a:pt x="1124471" y="625626"/>
                </a:moveTo>
                <a:lnTo>
                  <a:pt x="1231337" y="566834"/>
                </a:lnTo>
                <a:moveTo>
                  <a:pt x="1824965" y="789221"/>
                </a:moveTo>
                <a:lnTo>
                  <a:pt x="1897681" y="831135"/>
                </a:lnTo>
                <a:moveTo>
                  <a:pt x="1782177" y="880878"/>
                </a:moveTo>
                <a:lnTo>
                  <a:pt x="1837975" y="912716"/>
                </a:lnTo>
                <a:moveTo>
                  <a:pt x="1897681" y="831135"/>
                </a:moveTo>
                <a:lnTo>
                  <a:pt x="1929399" y="848401"/>
                </a:lnTo>
                <a:moveTo>
                  <a:pt x="1682394" y="816958"/>
                </a:moveTo>
                <a:lnTo>
                  <a:pt x="1824965" y="789221"/>
                </a:lnTo>
                <a:moveTo>
                  <a:pt x="1606288" y="898007"/>
                </a:moveTo>
                <a:lnTo>
                  <a:pt x="1628620" y="908401"/>
                </a:lnTo>
                <a:moveTo>
                  <a:pt x="1100701" y="608005"/>
                </a:moveTo>
                <a:lnTo>
                  <a:pt x="1116298" y="632799"/>
                </a:lnTo>
                <a:moveTo>
                  <a:pt x="696299" y="641517"/>
                </a:moveTo>
                <a:lnTo>
                  <a:pt x="666836" y="711531"/>
                </a:lnTo>
                <a:moveTo>
                  <a:pt x="1824965" y="789221"/>
                </a:moveTo>
                <a:lnTo>
                  <a:pt x="1837975" y="912716"/>
                </a:lnTo>
                <a:moveTo>
                  <a:pt x="1837975" y="912716"/>
                </a:moveTo>
                <a:lnTo>
                  <a:pt x="1929399" y="848401"/>
                </a:lnTo>
                <a:moveTo>
                  <a:pt x="950152" y="644353"/>
                </a:moveTo>
                <a:lnTo>
                  <a:pt x="999559" y="786131"/>
                </a:lnTo>
                <a:moveTo>
                  <a:pt x="1628620" y="908401"/>
                </a:moveTo>
                <a:lnTo>
                  <a:pt x="1671716" y="819191"/>
                </a:lnTo>
                <a:moveTo>
                  <a:pt x="1100701" y="608005"/>
                </a:moveTo>
                <a:lnTo>
                  <a:pt x="1124471" y="625626"/>
                </a:lnTo>
                <a:moveTo>
                  <a:pt x="866290" y="708547"/>
                </a:moveTo>
                <a:lnTo>
                  <a:pt x="917794" y="737690"/>
                </a:lnTo>
                <a:moveTo>
                  <a:pt x="953950" y="640474"/>
                </a:moveTo>
                <a:lnTo>
                  <a:pt x="999559" y="786131"/>
                </a:lnTo>
                <a:moveTo>
                  <a:pt x="1782177" y="880878"/>
                </a:moveTo>
                <a:lnTo>
                  <a:pt x="1824965" y="789221"/>
                </a:lnTo>
                <a:moveTo>
                  <a:pt x="1174001" y="883610"/>
                </a:moveTo>
                <a:lnTo>
                  <a:pt x="1228212" y="912976"/>
                </a:lnTo>
                <a:moveTo>
                  <a:pt x="620723" y="687130"/>
                </a:moveTo>
                <a:lnTo>
                  <a:pt x="697606" y="610479"/>
                </a:lnTo>
                <a:moveTo>
                  <a:pt x="1837975" y="912716"/>
                </a:moveTo>
                <a:lnTo>
                  <a:pt x="1883908" y="937944"/>
                </a:lnTo>
                <a:moveTo>
                  <a:pt x="2208598" y="773698"/>
                </a:moveTo>
                <a:lnTo>
                  <a:pt x="2232462" y="674797"/>
                </a:lnTo>
                <a:moveTo>
                  <a:pt x="1897681" y="831135"/>
                </a:moveTo>
                <a:lnTo>
                  <a:pt x="1947555" y="799851"/>
                </a:lnTo>
                <a:moveTo>
                  <a:pt x="1483300" y="605155"/>
                </a:moveTo>
                <a:lnTo>
                  <a:pt x="1518309" y="655807"/>
                </a:lnTo>
                <a:moveTo>
                  <a:pt x="430051" y="692241"/>
                </a:moveTo>
                <a:lnTo>
                  <a:pt x="514449" y="739969"/>
                </a:lnTo>
                <a:moveTo>
                  <a:pt x="1883908" y="937944"/>
                </a:moveTo>
                <a:lnTo>
                  <a:pt x="1929399" y="848401"/>
                </a:lnTo>
                <a:moveTo>
                  <a:pt x="1231337" y="566834"/>
                </a:moveTo>
                <a:lnTo>
                  <a:pt x="1261593" y="586216"/>
                </a:lnTo>
                <a:moveTo>
                  <a:pt x="1628620" y="908401"/>
                </a:moveTo>
                <a:lnTo>
                  <a:pt x="1657282" y="861246"/>
                </a:lnTo>
                <a:moveTo>
                  <a:pt x="639811" y="741140"/>
                </a:moveTo>
                <a:lnTo>
                  <a:pt x="666836" y="711531"/>
                </a:lnTo>
                <a:moveTo>
                  <a:pt x="696299" y="641517"/>
                </a:moveTo>
                <a:lnTo>
                  <a:pt x="720235" y="624785"/>
                </a:lnTo>
                <a:moveTo>
                  <a:pt x="1947555" y="799851"/>
                </a:moveTo>
                <a:lnTo>
                  <a:pt x="1929399" y="848401"/>
                </a:lnTo>
                <a:moveTo>
                  <a:pt x="1594442" y="658233"/>
                </a:moveTo>
                <a:lnTo>
                  <a:pt x="1612674" y="668185"/>
                </a:lnTo>
                <a:moveTo>
                  <a:pt x="1682394" y="816958"/>
                </a:moveTo>
                <a:lnTo>
                  <a:pt x="1767670" y="755126"/>
                </a:lnTo>
                <a:moveTo>
                  <a:pt x="1671716" y="819191"/>
                </a:moveTo>
                <a:lnTo>
                  <a:pt x="1709681" y="721559"/>
                </a:lnTo>
                <a:moveTo>
                  <a:pt x="567206" y="587724"/>
                </a:moveTo>
                <a:lnTo>
                  <a:pt x="570419" y="658619"/>
                </a:lnTo>
                <a:moveTo>
                  <a:pt x="666836" y="711531"/>
                </a:moveTo>
                <a:lnTo>
                  <a:pt x="804120" y="671286"/>
                </a:lnTo>
                <a:moveTo>
                  <a:pt x="2348732" y="620550"/>
                </a:moveTo>
                <a:lnTo>
                  <a:pt x="2321538" y="609612"/>
                </a:lnTo>
                <a:moveTo>
                  <a:pt x="1252469" y="561718"/>
                </a:moveTo>
                <a:lnTo>
                  <a:pt x="1388430" y="603399"/>
                </a:lnTo>
                <a:moveTo>
                  <a:pt x="868516" y="788327"/>
                </a:moveTo>
                <a:lnTo>
                  <a:pt x="999559" y="786131"/>
                </a:lnTo>
                <a:moveTo>
                  <a:pt x="1767670" y="755126"/>
                </a:moveTo>
                <a:lnTo>
                  <a:pt x="1824965" y="789221"/>
                </a:lnTo>
                <a:moveTo>
                  <a:pt x="804120" y="671286"/>
                </a:moveTo>
                <a:lnTo>
                  <a:pt x="866290" y="708547"/>
                </a:lnTo>
                <a:moveTo>
                  <a:pt x="1682394" y="816958"/>
                </a:moveTo>
                <a:lnTo>
                  <a:pt x="1709681" y="721559"/>
                </a:lnTo>
                <a:moveTo>
                  <a:pt x="1594442" y="658233"/>
                </a:moveTo>
                <a:lnTo>
                  <a:pt x="1613304" y="657342"/>
                </a:lnTo>
                <a:moveTo>
                  <a:pt x="866290" y="708547"/>
                </a:moveTo>
                <a:lnTo>
                  <a:pt x="950152" y="644353"/>
                </a:lnTo>
                <a:moveTo>
                  <a:pt x="950152" y="644353"/>
                </a:moveTo>
                <a:lnTo>
                  <a:pt x="917794" y="737690"/>
                </a:lnTo>
                <a:moveTo>
                  <a:pt x="1252469" y="561718"/>
                </a:moveTo>
                <a:lnTo>
                  <a:pt x="1261593" y="586216"/>
                </a:lnTo>
                <a:moveTo>
                  <a:pt x="696299" y="641517"/>
                </a:moveTo>
                <a:lnTo>
                  <a:pt x="804120" y="671286"/>
                </a:lnTo>
                <a:moveTo>
                  <a:pt x="2208598" y="773698"/>
                </a:moveTo>
                <a:lnTo>
                  <a:pt x="2225337" y="784618"/>
                </a:lnTo>
                <a:moveTo>
                  <a:pt x="1656159" y="922107"/>
                </a:moveTo>
                <a:lnTo>
                  <a:pt x="1680211" y="823627"/>
                </a:lnTo>
                <a:moveTo>
                  <a:pt x="1613304" y="657342"/>
                </a:moveTo>
                <a:lnTo>
                  <a:pt x="1612674" y="668185"/>
                </a:lnTo>
                <a:moveTo>
                  <a:pt x="697606" y="610479"/>
                </a:moveTo>
                <a:lnTo>
                  <a:pt x="696299" y="641517"/>
                </a:lnTo>
                <a:moveTo>
                  <a:pt x="570419" y="658619"/>
                </a:moveTo>
                <a:lnTo>
                  <a:pt x="598299" y="783057"/>
                </a:lnTo>
                <a:moveTo>
                  <a:pt x="1174001" y="883610"/>
                </a:moveTo>
                <a:lnTo>
                  <a:pt x="1205583" y="925870"/>
                </a:lnTo>
                <a:moveTo>
                  <a:pt x="1292991" y="940786"/>
                </a:moveTo>
                <a:lnTo>
                  <a:pt x="1322655" y="858195"/>
                </a:lnTo>
                <a:moveTo>
                  <a:pt x="2146963" y="620704"/>
                </a:moveTo>
                <a:lnTo>
                  <a:pt x="2232462" y="674797"/>
                </a:lnTo>
                <a:moveTo>
                  <a:pt x="479382" y="605646"/>
                </a:moveTo>
                <a:lnTo>
                  <a:pt x="567206" y="587724"/>
                </a:lnTo>
                <a:moveTo>
                  <a:pt x="1897681" y="831135"/>
                </a:moveTo>
                <a:lnTo>
                  <a:pt x="1958399" y="745966"/>
                </a:lnTo>
                <a:moveTo>
                  <a:pt x="2331418" y="573401"/>
                </a:moveTo>
                <a:lnTo>
                  <a:pt x="2348732" y="620550"/>
                </a:lnTo>
                <a:moveTo>
                  <a:pt x="720235" y="624785"/>
                </a:moveTo>
                <a:lnTo>
                  <a:pt x="804120" y="671286"/>
                </a:lnTo>
                <a:moveTo>
                  <a:pt x="2211728" y="784487"/>
                </a:moveTo>
                <a:lnTo>
                  <a:pt x="2225337" y="784618"/>
                </a:lnTo>
                <a:moveTo>
                  <a:pt x="1657282" y="861246"/>
                </a:moveTo>
                <a:lnTo>
                  <a:pt x="1656159" y="922107"/>
                </a:lnTo>
                <a:moveTo>
                  <a:pt x="2148023" y="615375"/>
                </a:moveTo>
                <a:lnTo>
                  <a:pt x="2232462" y="674797"/>
                </a:lnTo>
                <a:moveTo>
                  <a:pt x="1846801" y="977542"/>
                </a:moveTo>
                <a:lnTo>
                  <a:pt x="1837975" y="912716"/>
                </a:lnTo>
                <a:moveTo>
                  <a:pt x="666836" y="711531"/>
                </a:moveTo>
                <a:lnTo>
                  <a:pt x="753050" y="756467"/>
                </a:lnTo>
                <a:moveTo>
                  <a:pt x="1071542" y="586866"/>
                </a:moveTo>
                <a:lnTo>
                  <a:pt x="1045111" y="697709"/>
                </a:lnTo>
                <a:moveTo>
                  <a:pt x="1782177" y="880878"/>
                </a:moveTo>
                <a:lnTo>
                  <a:pt x="1846801" y="977542"/>
                </a:lnTo>
                <a:moveTo>
                  <a:pt x="1612674" y="668185"/>
                </a:moveTo>
                <a:lnTo>
                  <a:pt x="1709681" y="721559"/>
                </a:lnTo>
                <a:moveTo>
                  <a:pt x="697606" y="610479"/>
                </a:moveTo>
                <a:lnTo>
                  <a:pt x="720235" y="624785"/>
                </a:lnTo>
                <a:moveTo>
                  <a:pt x="2225295" y="781767"/>
                </a:moveTo>
                <a:lnTo>
                  <a:pt x="2225337" y="784618"/>
                </a:lnTo>
                <a:moveTo>
                  <a:pt x="1100701" y="608005"/>
                </a:moveTo>
                <a:lnTo>
                  <a:pt x="1231337" y="566834"/>
                </a:lnTo>
                <a:moveTo>
                  <a:pt x="1846801" y="977542"/>
                </a:moveTo>
                <a:lnTo>
                  <a:pt x="1883908" y="937944"/>
                </a:lnTo>
                <a:moveTo>
                  <a:pt x="1947555" y="799851"/>
                </a:moveTo>
                <a:lnTo>
                  <a:pt x="2000770" y="770518"/>
                </a:lnTo>
                <a:moveTo>
                  <a:pt x="868516" y="788327"/>
                </a:moveTo>
                <a:lnTo>
                  <a:pt x="866290" y="708547"/>
                </a:lnTo>
                <a:moveTo>
                  <a:pt x="1628620" y="908401"/>
                </a:moveTo>
                <a:lnTo>
                  <a:pt x="1656159" y="922107"/>
                </a:lnTo>
                <a:moveTo>
                  <a:pt x="868516" y="788327"/>
                </a:moveTo>
                <a:lnTo>
                  <a:pt x="917794" y="737690"/>
                </a:lnTo>
                <a:moveTo>
                  <a:pt x="1613304" y="657342"/>
                </a:moveTo>
                <a:lnTo>
                  <a:pt x="1709681" y="721559"/>
                </a:lnTo>
                <a:moveTo>
                  <a:pt x="1388430" y="603399"/>
                </a:moveTo>
                <a:lnTo>
                  <a:pt x="1483300" y="605155"/>
                </a:lnTo>
                <a:moveTo>
                  <a:pt x="1433295" y="974807"/>
                </a:moveTo>
                <a:lnTo>
                  <a:pt x="1492335" y="949427"/>
                </a:lnTo>
                <a:moveTo>
                  <a:pt x="1205583" y="925870"/>
                </a:moveTo>
                <a:lnTo>
                  <a:pt x="1228212" y="912976"/>
                </a:lnTo>
                <a:moveTo>
                  <a:pt x="950152" y="644353"/>
                </a:moveTo>
                <a:lnTo>
                  <a:pt x="953950" y="640474"/>
                </a:lnTo>
                <a:moveTo>
                  <a:pt x="1837193" y="713024"/>
                </a:moveTo>
                <a:lnTo>
                  <a:pt x="1824965" y="789221"/>
                </a:lnTo>
                <a:moveTo>
                  <a:pt x="1041834" y="916993"/>
                </a:moveTo>
                <a:lnTo>
                  <a:pt x="1034537" y="806494"/>
                </a:lnTo>
                <a:moveTo>
                  <a:pt x="1034537" y="806494"/>
                </a:moveTo>
                <a:lnTo>
                  <a:pt x="1051819" y="922646"/>
                </a:lnTo>
                <a:moveTo>
                  <a:pt x="2221506" y="545886"/>
                </a:moveTo>
                <a:lnTo>
                  <a:pt x="2232462" y="674797"/>
                </a:lnTo>
                <a:moveTo>
                  <a:pt x="1709681" y="721559"/>
                </a:moveTo>
                <a:lnTo>
                  <a:pt x="1767670" y="755126"/>
                </a:lnTo>
                <a:moveTo>
                  <a:pt x="868516" y="788327"/>
                </a:moveTo>
                <a:lnTo>
                  <a:pt x="1004683" y="829645"/>
                </a:lnTo>
                <a:moveTo>
                  <a:pt x="1231337" y="566834"/>
                </a:moveTo>
                <a:lnTo>
                  <a:pt x="1252469" y="561718"/>
                </a:lnTo>
                <a:moveTo>
                  <a:pt x="2211728" y="784487"/>
                </a:moveTo>
                <a:lnTo>
                  <a:pt x="2208598" y="773698"/>
                </a:lnTo>
                <a:moveTo>
                  <a:pt x="1958399" y="745966"/>
                </a:moveTo>
                <a:lnTo>
                  <a:pt x="1947555" y="799851"/>
                </a:lnTo>
                <a:moveTo>
                  <a:pt x="1051819" y="922646"/>
                </a:moveTo>
                <a:lnTo>
                  <a:pt x="1137038" y="864162"/>
                </a:lnTo>
                <a:moveTo>
                  <a:pt x="1929399" y="848401"/>
                </a:moveTo>
                <a:lnTo>
                  <a:pt x="2057873" y="801269"/>
                </a:lnTo>
                <a:moveTo>
                  <a:pt x="2302449" y="598184"/>
                </a:moveTo>
                <a:lnTo>
                  <a:pt x="2333329" y="493722"/>
                </a:lnTo>
                <a:moveTo>
                  <a:pt x="2221506" y="545886"/>
                </a:moveTo>
                <a:lnTo>
                  <a:pt x="2302449" y="598184"/>
                </a:lnTo>
                <a:moveTo>
                  <a:pt x="1873677" y="695919"/>
                </a:moveTo>
                <a:lnTo>
                  <a:pt x="1897681" y="831135"/>
                </a:lnTo>
                <a:moveTo>
                  <a:pt x="636240" y="571013"/>
                </a:moveTo>
                <a:lnTo>
                  <a:pt x="570419" y="658619"/>
                </a:lnTo>
                <a:moveTo>
                  <a:pt x="636240" y="571013"/>
                </a:moveTo>
                <a:lnTo>
                  <a:pt x="620723" y="687130"/>
                </a:lnTo>
                <a:moveTo>
                  <a:pt x="1359604" y="935701"/>
                </a:moveTo>
                <a:lnTo>
                  <a:pt x="1433295" y="974807"/>
                </a:lnTo>
                <a:moveTo>
                  <a:pt x="2107724" y="715134"/>
                </a:moveTo>
                <a:lnTo>
                  <a:pt x="2208598" y="773698"/>
                </a:lnTo>
                <a:moveTo>
                  <a:pt x="2333329" y="493722"/>
                </a:moveTo>
                <a:lnTo>
                  <a:pt x="2331418" y="573401"/>
                </a:lnTo>
                <a:moveTo>
                  <a:pt x="514449" y="739969"/>
                </a:moveTo>
                <a:lnTo>
                  <a:pt x="598299" y="783057"/>
                </a:lnTo>
                <a:moveTo>
                  <a:pt x="1483300" y="605155"/>
                </a:moveTo>
                <a:lnTo>
                  <a:pt x="1594442" y="658233"/>
                </a:lnTo>
                <a:moveTo>
                  <a:pt x="1947555" y="799851"/>
                </a:moveTo>
                <a:lnTo>
                  <a:pt x="2057873" y="801269"/>
                </a:lnTo>
                <a:moveTo>
                  <a:pt x="753050" y="756467"/>
                </a:moveTo>
                <a:lnTo>
                  <a:pt x="804120" y="671286"/>
                </a:lnTo>
                <a:moveTo>
                  <a:pt x="1680211" y="823627"/>
                </a:moveTo>
                <a:lnTo>
                  <a:pt x="1709127" y="948875"/>
                </a:lnTo>
                <a:moveTo>
                  <a:pt x="1873677" y="695919"/>
                </a:moveTo>
                <a:lnTo>
                  <a:pt x="1824965" y="789221"/>
                </a:lnTo>
                <a:moveTo>
                  <a:pt x="809991" y="610079"/>
                </a:moveTo>
                <a:lnTo>
                  <a:pt x="866290" y="708547"/>
                </a:lnTo>
                <a:moveTo>
                  <a:pt x="2107724" y="715134"/>
                </a:moveTo>
                <a:lnTo>
                  <a:pt x="2211728" y="784487"/>
                </a:lnTo>
                <a:moveTo>
                  <a:pt x="1767670" y="755126"/>
                </a:moveTo>
                <a:lnTo>
                  <a:pt x="1837193" y="713024"/>
                </a:lnTo>
                <a:moveTo>
                  <a:pt x="1929399" y="848401"/>
                </a:moveTo>
                <a:lnTo>
                  <a:pt x="2008904" y="888093"/>
                </a:lnTo>
                <a:moveTo>
                  <a:pt x="2211728" y="784487"/>
                </a:moveTo>
                <a:lnTo>
                  <a:pt x="2225295" y="781767"/>
                </a:lnTo>
                <a:moveTo>
                  <a:pt x="869805" y="820679"/>
                </a:moveTo>
                <a:lnTo>
                  <a:pt x="1004683" y="829645"/>
                </a:lnTo>
                <a:moveTo>
                  <a:pt x="804120" y="671286"/>
                </a:moveTo>
                <a:lnTo>
                  <a:pt x="868516" y="788327"/>
                </a:lnTo>
                <a:moveTo>
                  <a:pt x="2146963" y="620704"/>
                </a:moveTo>
                <a:lnTo>
                  <a:pt x="2208598" y="773698"/>
                </a:lnTo>
                <a:moveTo>
                  <a:pt x="1492335" y="949427"/>
                </a:moveTo>
                <a:lnTo>
                  <a:pt x="1553793" y="975009"/>
                </a:lnTo>
                <a:moveTo>
                  <a:pt x="2000770" y="770518"/>
                </a:moveTo>
                <a:lnTo>
                  <a:pt x="2107724" y="715134"/>
                </a:lnTo>
                <a:moveTo>
                  <a:pt x="1709127" y="948875"/>
                </a:moveTo>
                <a:lnTo>
                  <a:pt x="1782177" y="880878"/>
                </a:lnTo>
                <a:moveTo>
                  <a:pt x="1883908" y="937944"/>
                </a:moveTo>
                <a:lnTo>
                  <a:pt x="2008904" y="888093"/>
                </a:lnTo>
                <a:moveTo>
                  <a:pt x="1051819" y="922646"/>
                </a:moveTo>
                <a:lnTo>
                  <a:pt x="1174001" y="883610"/>
                </a:lnTo>
                <a:moveTo>
                  <a:pt x="951473" y="866662"/>
                </a:moveTo>
                <a:lnTo>
                  <a:pt x="1004683" y="829645"/>
                </a:lnTo>
                <a:moveTo>
                  <a:pt x="1958399" y="745966"/>
                </a:moveTo>
                <a:lnTo>
                  <a:pt x="2000770" y="770518"/>
                </a:lnTo>
                <a:moveTo>
                  <a:pt x="598299" y="783057"/>
                </a:moveTo>
                <a:lnTo>
                  <a:pt x="639811" y="741140"/>
                </a:lnTo>
                <a:moveTo>
                  <a:pt x="458233" y="779910"/>
                </a:moveTo>
                <a:lnTo>
                  <a:pt x="430051" y="692241"/>
                </a:lnTo>
                <a:moveTo>
                  <a:pt x="1231337" y="566834"/>
                </a:moveTo>
                <a:lnTo>
                  <a:pt x="1236142" y="566319"/>
                </a:lnTo>
                <a:moveTo>
                  <a:pt x="2000770" y="770518"/>
                </a:moveTo>
                <a:lnTo>
                  <a:pt x="2073829" y="695390"/>
                </a:lnTo>
                <a:moveTo>
                  <a:pt x="458233" y="779910"/>
                </a:moveTo>
                <a:lnTo>
                  <a:pt x="514449" y="739969"/>
                </a:lnTo>
                <a:moveTo>
                  <a:pt x="720235" y="624785"/>
                </a:moveTo>
                <a:lnTo>
                  <a:pt x="809991" y="610079"/>
                </a:lnTo>
                <a:moveTo>
                  <a:pt x="1508439" y="603490"/>
                </a:moveTo>
                <a:lnTo>
                  <a:pt x="1594442" y="658233"/>
                </a:lnTo>
                <a:moveTo>
                  <a:pt x="2308802" y="477637"/>
                </a:moveTo>
                <a:lnTo>
                  <a:pt x="2302449" y="598184"/>
                </a:lnTo>
                <a:moveTo>
                  <a:pt x="2073829" y="695390"/>
                </a:moveTo>
                <a:lnTo>
                  <a:pt x="2107724" y="715134"/>
                </a:lnTo>
                <a:moveTo>
                  <a:pt x="1004683" y="829645"/>
                </a:moveTo>
                <a:lnTo>
                  <a:pt x="1041834" y="916993"/>
                </a:lnTo>
                <a:moveTo>
                  <a:pt x="2000770" y="770518"/>
                </a:moveTo>
                <a:lnTo>
                  <a:pt x="2057873" y="801269"/>
                </a:lnTo>
                <a:moveTo>
                  <a:pt x="2107724" y="715134"/>
                </a:moveTo>
                <a:lnTo>
                  <a:pt x="2146963" y="620704"/>
                </a:lnTo>
                <a:moveTo>
                  <a:pt x="1236142" y="566319"/>
                </a:moveTo>
                <a:lnTo>
                  <a:pt x="1252469" y="561718"/>
                </a:lnTo>
                <a:moveTo>
                  <a:pt x="1883908" y="937944"/>
                </a:moveTo>
                <a:lnTo>
                  <a:pt x="1958393" y="973711"/>
                </a:lnTo>
                <a:moveTo>
                  <a:pt x="809991" y="610079"/>
                </a:moveTo>
                <a:lnTo>
                  <a:pt x="804120" y="671286"/>
                </a:lnTo>
                <a:moveTo>
                  <a:pt x="704557" y="796023"/>
                </a:moveTo>
                <a:lnTo>
                  <a:pt x="666836" y="711531"/>
                </a:lnTo>
                <a:moveTo>
                  <a:pt x="2057873" y="801269"/>
                </a:moveTo>
                <a:lnTo>
                  <a:pt x="2107724" y="715134"/>
                </a:lnTo>
                <a:moveTo>
                  <a:pt x="809991" y="610079"/>
                </a:moveTo>
                <a:lnTo>
                  <a:pt x="950152" y="644353"/>
                </a:lnTo>
                <a:moveTo>
                  <a:pt x="2331418" y="573401"/>
                </a:moveTo>
                <a:lnTo>
                  <a:pt x="2382719" y="634978"/>
                </a:lnTo>
                <a:moveTo>
                  <a:pt x="1782177" y="880878"/>
                </a:moveTo>
                <a:lnTo>
                  <a:pt x="1805360" y="1001644"/>
                </a:lnTo>
                <a:moveTo>
                  <a:pt x="2073829" y="695390"/>
                </a:moveTo>
                <a:lnTo>
                  <a:pt x="2146963" y="620704"/>
                </a:lnTo>
                <a:moveTo>
                  <a:pt x="1332996" y="588770"/>
                </a:moveTo>
                <a:lnTo>
                  <a:pt x="1388430" y="603399"/>
                </a:lnTo>
                <a:moveTo>
                  <a:pt x="2339418" y="726482"/>
                </a:moveTo>
                <a:lnTo>
                  <a:pt x="2225337" y="784618"/>
                </a:lnTo>
                <a:moveTo>
                  <a:pt x="804120" y="671286"/>
                </a:moveTo>
                <a:lnTo>
                  <a:pt x="845738" y="806465"/>
                </a:lnTo>
                <a:moveTo>
                  <a:pt x="2073829" y="695390"/>
                </a:moveTo>
                <a:lnTo>
                  <a:pt x="2143839" y="618788"/>
                </a:lnTo>
                <a:moveTo>
                  <a:pt x="379948" y="654846"/>
                </a:moveTo>
                <a:lnTo>
                  <a:pt x="479382" y="605646"/>
                </a:lnTo>
                <a:moveTo>
                  <a:pt x="2143839" y="618788"/>
                </a:moveTo>
                <a:lnTo>
                  <a:pt x="2146963" y="620704"/>
                </a:lnTo>
                <a:moveTo>
                  <a:pt x="2148023" y="615375"/>
                </a:moveTo>
                <a:lnTo>
                  <a:pt x="2146963" y="620704"/>
                </a:lnTo>
                <a:moveTo>
                  <a:pt x="1553793" y="975009"/>
                </a:moveTo>
                <a:lnTo>
                  <a:pt x="1628620" y="908401"/>
                </a:lnTo>
                <a:moveTo>
                  <a:pt x="1292991" y="940786"/>
                </a:moveTo>
                <a:lnTo>
                  <a:pt x="1359604" y="935701"/>
                </a:lnTo>
                <a:moveTo>
                  <a:pt x="1071542" y="586866"/>
                </a:moveTo>
                <a:lnTo>
                  <a:pt x="1100701" y="608005"/>
                </a:lnTo>
                <a:moveTo>
                  <a:pt x="953950" y="640474"/>
                </a:moveTo>
                <a:lnTo>
                  <a:pt x="1071542" y="586866"/>
                </a:lnTo>
                <a:moveTo>
                  <a:pt x="1873677" y="695919"/>
                </a:moveTo>
                <a:lnTo>
                  <a:pt x="1958399" y="745966"/>
                </a:lnTo>
                <a:moveTo>
                  <a:pt x="2143839" y="618788"/>
                </a:moveTo>
                <a:lnTo>
                  <a:pt x="2148023" y="615375"/>
                </a:lnTo>
                <a:moveTo>
                  <a:pt x="1613304" y="657342"/>
                </a:moveTo>
                <a:lnTo>
                  <a:pt x="1712866" y="650825"/>
                </a:lnTo>
                <a:moveTo>
                  <a:pt x="1656159" y="922107"/>
                </a:moveTo>
                <a:lnTo>
                  <a:pt x="1709127" y="948875"/>
                </a:lnTo>
                <a:moveTo>
                  <a:pt x="1080909" y="582819"/>
                </a:moveTo>
                <a:lnTo>
                  <a:pt x="1100701" y="608005"/>
                </a:lnTo>
                <a:moveTo>
                  <a:pt x="1837193" y="713024"/>
                </a:moveTo>
                <a:lnTo>
                  <a:pt x="1873677" y="695919"/>
                </a:lnTo>
                <a:moveTo>
                  <a:pt x="868516" y="788327"/>
                </a:moveTo>
                <a:lnTo>
                  <a:pt x="869805" y="820679"/>
                </a:lnTo>
                <a:moveTo>
                  <a:pt x="636240" y="571013"/>
                </a:moveTo>
                <a:lnTo>
                  <a:pt x="697606" y="610479"/>
                </a:lnTo>
                <a:moveTo>
                  <a:pt x="379948" y="654846"/>
                </a:moveTo>
                <a:lnTo>
                  <a:pt x="430051" y="692241"/>
                </a:lnTo>
                <a:moveTo>
                  <a:pt x="455945" y="581138"/>
                </a:moveTo>
                <a:lnTo>
                  <a:pt x="479382" y="605646"/>
                </a:lnTo>
                <a:moveTo>
                  <a:pt x="753050" y="756467"/>
                </a:moveTo>
                <a:lnTo>
                  <a:pt x="845738" y="806465"/>
                </a:lnTo>
                <a:moveTo>
                  <a:pt x="639811" y="741140"/>
                </a:moveTo>
                <a:lnTo>
                  <a:pt x="704557" y="796023"/>
                </a:lnTo>
                <a:moveTo>
                  <a:pt x="1712866" y="650825"/>
                </a:moveTo>
                <a:lnTo>
                  <a:pt x="1709681" y="721559"/>
                </a:lnTo>
                <a:moveTo>
                  <a:pt x="2143839" y="618788"/>
                </a:moveTo>
                <a:lnTo>
                  <a:pt x="2141060" y="616088"/>
                </a:lnTo>
                <a:moveTo>
                  <a:pt x="687005" y="545515"/>
                </a:moveTo>
                <a:lnTo>
                  <a:pt x="720235" y="624785"/>
                </a:lnTo>
                <a:moveTo>
                  <a:pt x="2141060" y="616088"/>
                </a:moveTo>
                <a:lnTo>
                  <a:pt x="2148023" y="615375"/>
                </a:lnTo>
                <a:moveTo>
                  <a:pt x="845738" y="806465"/>
                </a:moveTo>
                <a:lnTo>
                  <a:pt x="868516" y="788327"/>
                </a:lnTo>
                <a:moveTo>
                  <a:pt x="1291792" y="940532"/>
                </a:moveTo>
                <a:lnTo>
                  <a:pt x="1228212" y="912976"/>
                </a:lnTo>
                <a:moveTo>
                  <a:pt x="2148023" y="615375"/>
                </a:moveTo>
                <a:lnTo>
                  <a:pt x="2221506" y="545886"/>
                </a:lnTo>
                <a:moveTo>
                  <a:pt x="1656159" y="922107"/>
                </a:moveTo>
                <a:lnTo>
                  <a:pt x="1700166" y="954686"/>
                </a:lnTo>
                <a:moveTo>
                  <a:pt x="2008904" y="888093"/>
                </a:moveTo>
                <a:lnTo>
                  <a:pt x="2057873" y="801269"/>
                </a:lnTo>
                <a:moveTo>
                  <a:pt x="1292991" y="940786"/>
                </a:moveTo>
                <a:lnTo>
                  <a:pt x="1228212" y="912976"/>
                </a:lnTo>
                <a:moveTo>
                  <a:pt x="1516028" y="997971"/>
                </a:moveTo>
                <a:lnTo>
                  <a:pt x="1492335" y="949427"/>
                </a:lnTo>
                <a:moveTo>
                  <a:pt x="1917084" y="1022660"/>
                </a:moveTo>
                <a:lnTo>
                  <a:pt x="1883908" y="937944"/>
                </a:lnTo>
                <a:moveTo>
                  <a:pt x="1553793" y="975009"/>
                </a:moveTo>
                <a:lnTo>
                  <a:pt x="1656159" y="922107"/>
                </a:lnTo>
                <a:moveTo>
                  <a:pt x="2339418" y="726482"/>
                </a:moveTo>
                <a:lnTo>
                  <a:pt x="2348732" y="620550"/>
                </a:lnTo>
                <a:moveTo>
                  <a:pt x="567206" y="587724"/>
                </a:moveTo>
                <a:lnTo>
                  <a:pt x="636240" y="571013"/>
                </a:lnTo>
                <a:moveTo>
                  <a:pt x="2340028" y="726709"/>
                </a:moveTo>
                <a:lnTo>
                  <a:pt x="2348732" y="620550"/>
                </a:lnTo>
                <a:moveTo>
                  <a:pt x="2225295" y="781767"/>
                </a:moveTo>
                <a:lnTo>
                  <a:pt x="2339418" y="726482"/>
                </a:lnTo>
                <a:moveTo>
                  <a:pt x="1593447" y="579970"/>
                </a:moveTo>
                <a:lnTo>
                  <a:pt x="1594442" y="658233"/>
                </a:lnTo>
                <a:moveTo>
                  <a:pt x="2382719" y="634978"/>
                </a:moveTo>
                <a:lnTo>
                  <a:pt x="2348732" y="620550"/>
                </a:lnTo>
                <a:moveTo>
                  <a:pt x="2141060" y="616088"/>
                </a:moveTo>
                <a:lnTo>
                  <a:pt x="2221506" y="545886"/>
                </a:lnTo>
                <a:moveTo>
                  <a:pt x="1805360" y="1001644"/>
                </a:moveTo>
                <a:lnTo>
                  <a:pt x="1846801" y="977542"/>
                </a:lnTo>
                <a:moveTo>
                  <a:pt x="687005" y="545515"/>
                </a:moveTo>
                <a:lnTo>
                  <a:pt x="697606" y="610479"/>
                </a:lnTo>
                <a:moveTo>
                  <a:pt x="869805" y="820679"/>
                </a:moveTo>
                <a:lnTo>
                  <a:pt x="951473" y="866662"/>
                </a:lnTo>
                <a:moveTo>
                  <a:pt x="1483300" y="605155"/>
                </a:moveTo>
                <a:lnTo>
                  <a:pt x="1508439" y="603490"/>
                </a:lnTo>
                <a:moveTo>
                  <a:pt x="1252469" y="561718"/>
                </a:moveTo>
                <a:lnTo>
                  <a:pt x="1332996" y="588770"/>
                </a:lnTo>
                <a:moveTo>
                  <a:pt x="845738" y="806465"/>
                </a:moveTo>
                <a:lnTo>
                  <a:pt x="869805" y="820679"/>
                </a:lnTo>
                <a:moveTo>
                  <a:pt x="704557" y="796023"/>
                </a:moveTo>
                <a:lnTo>
                  <a:pt x="753050" y="756467"/>
                </a:lnTo>
                <a:moveTo>
                  <a:pt x="2140906" y="843718"/>
                </a:moveTo>
                <a:lnTo>
                  <a:pt x="2211728" y="784487"/>
                </a:lnTo>
                <a:moveTo>
                  <a:pt x="1593447" y="579970"/>
                </a:moveTo>
                <a:lnTo>
                  <a:pt x="1613304" y="657342"/>
                </a:lnTo>
                <a:moveTo>
                  <a:pt x="346933" y="749326"/>
                </a:moveTo>
                <a:lnTo>
                  <a:pt x="430051" y="692241"/>
                </a:lnTo>
                <a:moveTo>
                  <a:pt x="1959724" y="665998"/>
                </a:moveTo>
                <a:lnTo>
                  <a:pt x="2000770" y="770518"/>
                </a:lnTo>
                <a:moveTo>
                  <a:pt x="2107724" y="715134"/>
                </a:moveTo>
                <a:lnTo>
                  <a:pt x="2140906" y="843718"/>
                </a:lnTo>
                <a:moveTo>
                  <a:pt x="513163" y="570640"/>
                </a:moveTo>
                <a:lnTo>
                  <a:pt x="479382" y="605646"/>
                </a:lnTo>
                <a:moveTo>
                  <a:pt x="1205583" y="925870"/>
                </a:moveTo>
                <a:lnTo>
                  <a:pt x="1291792" y="940532"/>
                </a:lnTo>
                <a:moveTo>
                  <a:pt x="1958393" y="973711"/>
                </a:moveTo>
                <a:lnTo>
                  <a:pt x="2008904" y="888093"/>
                </a:lnTo>
                <a:moveTo>
                  <a:pt x="1959724" y="665998"/>
                </a:moveTo>
                <a:lnTo>
                  <a:pt x="1958399" y="745966"/>
                </a:lnTo>
                <a:moveTo>
                  <a:pt x="951473" y="866662"/>
                </a:moveTo>
                <a:lnTo>
                  <a:pt x="1041834" y="916993"/>
                </a:lnTo>
                <a:moveTo>
                  <a:pt x="529708" y="822925"/>
                </a:moveTo>
                <a:lnTo>
                  <a:pt x="514449" y="739969"/>
                </a:lnTo>
                <a:moveTo>
                  <a:pt x="598299" y="783057"/>
                </a:moveTo>
                <a:lnTo>
                  <a:pt x="704557" y="796023"/>
                </a:lnTo>
                <a:moveTo>
                  <a:pt x="1126721" y="952557"/>
                </a:moveTo>
                <a:lnTo>
                  <a:pt x="1174001" y="883610"/>
                </a:lnTo>
                <a:moveTo>
                  <a:pt x="1767670" y="755126"/>
                </a:moveTo>
                <a:lnTo>
                  <a:pt x="1817042" y="657920"/>
                </a:lnTo>
                <a:moveTo>
                  <a:pt x="1846801" y="977542"/>
                </a:moveTo>
                <a:lnTo>
                  <a:pt x="1917084" y="1022660"/>
                </a:lnTo>
                <a:moveTo>
                  <a:pt x="2308802" y="477637"/>
                </a:moveTo>
                <a:lnTo>
                  <a:pt x="2333329" y="493722"/>
                </a:lnTo>
                <a:moveTo>
                  <a:pt x="951473" y="866662"/>
                </a:moveTo>
                <a:lnTo>
                  <a:pt x="1046683" y="924643"/>
                </a:lnTo>
                <a:moveTo>
                  <a:pt x="2221506" y="545886"/>
                </a:moveTo>
                <a:lnTo>
                  <a:pt x="2308802" y="477637"/>
                </a:lnTo>
                <a:moveTo>
                  <a:pt x="1700166" y="954686"/>
                </a:moveTo>
                <a:lnTo>
                  <a:pt x="1709127" y="948875"/>
                </a:lnTo>
                <a:moveTo>
                  <a:pt x="2333329" y="493722"/>
                </a:moveTo>
                <a:lnTo>
                  <a:pt x="2382719" y="634978"/>
                </a:lnTo>
                <a:moveTo>
                  <a:pt x="1041834" y="916993"/>
                </a:moveTo>
                <a:lnTo>
                  <a:pt x="1051819" y="922646"/>
                </a:lnTo>
                <a:moveTo>
                  <a:pt x="2057873" y="801269"/>
                </a:moveTo>
                <a:lnTo>
                  <a:pt x="2140906" y="843718"/>
                </a:lnTo>
                <a:moveTo>
                  <a:pt x="2332906" y="458383"/>
                </a:moveTo>
                <a:lnTo>
                  <a:pt x="2333329" y="493722"/>
                </a:lnTo>
                <a:moveTo>
                  <a:pt x="1236142" y="566319"/>
                </a:moveTo>
                <a:lnTo>
                  <a:pt x="1332996" y="588770"/>
                </a:lnTo>
                <a:moveTo>
                  <a:pt x="1071542" y="586866"/>
                </a:moveTo>
                <a:lnTo>
                  <a:pt x="1080909" y="582819"/>
                </a:lnTo>
                <a:moveTo>
                  <a:pt x="896037" y="627398"/>
                </a:moveTo>
                <a:lnTo>
                  <a:pt x="950152" y="644353"/>
                </a:lnTo>
                <a:moveTo>
                  <a:pt x="896037" y="627398"/>
                </a:moveTo>
                <a:lnTo>
                  <a:pt x="953950" y="640474"/>
                </a:lnTo>
                <a:moveTo>
                  <a:pt x="2005790" y="649328"/>
                </a:moveTo>
                <a:lnTo>
                  <a:pt x="2000770" y="770518"/>
                </a:lnTo>
                <a:moveTo>
                  <a:pt x="1046683" y="924643"/>
                </a:moveTo>
                <a:lnTo>
                  <a:pt x="1041834" y="916993"/>
                </a:lnTo>
                <a:moveTo>
                  <a:pt x="1046683" y="924643"/>
                </a:moveTo>
                <a:lnTo>
                  <a:pt x="1051819" y="922646"/>
                </a:lnTo>
                <a:moveTo>
                  <a:pt x="1709127" y="948875"/>
                </a:moveTo>
                <a:lnTo>
                  <a:pt x="1805360" y="1001644"/>
                </a:lnTo>
                <a:moveTo>
                  <a:pt x="1186936" y="564899"/>
                </a:moveTo>
                <a:lnTo>
                  <a:pt x="1231337" y="566834"/>
                </a:lnTo>
                <a:moveTo>
                  <a:pt x="1801498" y="647857"/>
                </a:moveTo>
                <a:lnTo>
                  <a:pt x="1767670" y="755126"/>
                </a:lnTo>
                <a:moveTo>
                  <a:pt x="1071542" y="586866"/>
                </a:moveTo>
                <a:lnTo>
                  <a:pt x="1074678" y="587660"/>
                </a:lnTo>
                <a:moveTo>
                  <a:pt x="1405376" y="630191"/>
                </a:moveTo>
                <a:lnTo>
                  <a:pt x="1388430" y="603399"/>
                </a:lnTo>
                <a:moveTo>
                  <a:pt x="1385856" y="946079"/>
                </a:moveTo>
                <a:lnTo>
                  <a:pt x="1359604" y="935701"/>
                </a:lnTo>
                <a:moveTo>
                  <a:pt x="1873677" y="695919"/>
                </a:moveTo>
                <a:lnTo>
                  <a:pt x="1959724" y="665998"/>
                </a:lnTo>
                <a:moveTo>
                  <a:pt x="687005" y="545515"/>
                </a:moveTo>
                <a:lnTo>
                  <a:pt x="809991" y="610079"/>
                </a:lnTo>
                <a:moveTo>
                  <a:pt x="2008904" y="888093"/>
                </a:moveTo>
                <a:lnTo>
                  <a:pt x="2140906" y="843718"/>
                </a:lnTo>
                <a:moveTo>
                  <a:pt x="1074678" y="587660"/>
                </a:moveTo>
                <a:lnTo>
                  <a:pt x="1080909" y="582819"/>
                </a:lnTo>
                <a:moveTo>
                  <a:pt x="1186936" y="564899"/>
                </a:moveTo>
                <a:lnTo>
                  <a:pt x="1100701" y="608005"/>
                </a:lnTo>
                <a:moveTo>
                  <a:pt x="2005790" y="649328"/>
                </a:moveTo>
                <a:lnTo>
                  <a:pt x="2073829" y="695390"/>
                </a:lnTo>
                <a:moveTo>
                  <a:pt x="1801498" y="647857"/>
                </a:moveTo>
                <a:lnTo>
                  <a:pt x="1709681" y="721559"/>
                </a:lnTo>
                <a:moveTo>
                  <a:pt x="2340028" y="726709"/>
                </a:moveTo>
                <a:lnTo>
                  <a:pt x="2339418" y="726482"/>
                </a:lnTo>
                <a:moveTo>
                  <a:pt x="1817042" y="657920"/>
                </a:moveTo>
                <a:lnTo>
                  <a:pt x="1837193" y="713024"/>
                </a:lnTo>
                <a:moveTo>
                  <a:pt x="2005790" y="649328"/>
                </a:moveTo>
                <a:lnTo>
                  <a:pt x="2143839" y="618788"/>
                </a:lnTo>
                <a:moveTo>
                  <a:pt x="2340028" y="726709"/>
                </a:moveTo>
                <a:lnTo>
                  <a:pt x="2382719" y="634978"/>
                </a:lnTo>
                <a:moveTo>
                  <a:pt x="428037" y="797521"/>
                </a:moveTo>
                <a:lnTo>
                  <a:pt x="458233" y="779910"/>
                </a:lnTo>
                <a:moveTo>
                  <a:pt x="2308802" y="477637"/>
                </a:moveTo>
                <a:lnTo>
                  <a:pt x="2332906" y="458383"/>
                </a:lnTo>
                <a:moveTo>
                  <a:pt x="636240" y="571013"/>
                </a:moveTo>
                <a:lnTo>
                  <a:pt x="687005" y="545515"/>
                </a:lnTo>
                <a:moveTo>
                  <a:pt x="2333329" y="493722"/>
                </a:moveTo>
                <a:lnTo>
                  <a:pt x="2414029" y="534348"/>
                </a:lnTo>
                <a:moveTo>
                  <a:pt x="909210" y="885630"/>
                </a:moveTo>
                <a:lnTo>
                  <a:pt x="869805" y="820679"/>
                </a:lnTo>
                <a:moveTo>
                  <a:pt x="2269971" y="797047"/>
                </a:moveTo>
                <a:lnTo>
                  <a:pt x="2225295" y="781767"/>
                </a:lnTo>
                <a:moveTo>
                  <a:pt x="946133" y="623514"/>
                </a:moveTo>
                <a:lnTo>
                  <a:pt x="953950" y="640474"/>
                </a:lnTo>
                <a:moveTo>
                  <a:pt x="1817042" y="657920"/>
                </a:moveTo>
                <a:lnTo>
                  <a:pt x="1873677" y="695919"/>
                </a:lnTo>
                <a:moveTo>
                  <a:pt x="1917084" y="1022660"/>
                </a:moveTo>
                <a:lnTo>
                  <a:pt x="1958393" y="973711"/>
                </a:lnTo>
                <a:moveTo>
                  <a:pt x="598299" y="783057"/>
                </a:moveTo>
                <a:lnTo>
                  <a:pt x="670044" y="816682"/>
                </a:lnTo>
                <a:moveTo>
                  <a:pt x="909210" y="885630"/>
                </a:moveTo>
                <a:lnTo>
                  <a:pt x="951473" y="866662"/>
                </a:lnTo>
                <a:moveTo>
                  <a:pt x="1508439" y="603490"/>
                </a:moveTo>
                <a:lnTo>
                  <a:pt x="1593447" y="579970"/>
                </a:lnTo>
                <a:moveTo>
                  <a:pt x="1126721" y="952557"/>
                </a:moveTo>
                <a:lnTo>
                  <a:pt x="1205583" y="925870"/>
                </a:lnTo>
                <a:moveTo>
                  <a:pt x="1236142" y="566319"/>
                </a:moveTo>
                <a:lnTo>
                  <a:pt x="1306759" y="599061"/>
                </a:lnTo>
                <a:moveTo>
                  <a:pt x="513163" y="570640"/>
                </a:moveTo>
                <a:lnTo>
                  <a:pt x="567206" y="587724"/>
                </a:lnTo>
                <a:moveTo>
                  <a:pt x="845738" y="806465"/>
                </a:moveTo>
                <a:lnTo>
                  <a:pt x="909210" y="885630"/>
                </a:lnTo>
                <a:moveTo>
                  <a:pt x="1085672" y="938177"/>
                </a:moveTo>
                <a:lnTo>
                  <a:pt x="1051819" y="922646"/>
                </a:lnTo>
                <a:moveTo>
                  <a:pt x="809991" y="610079"/>
                </a:moveTo>
                <a:lnTo>
                  <a:pt x="896037" y="627398"/>
                </a:lnTo>
                <a:moveTo>
                  <a:pt x="529708" y="822925"/>
                </a:moveTo>
                <a:lnTo>
                  <a:pt x="598299" y="783057"/>
                </a:lnTo>
                <a:moveTo>
                  <a:pt x="1433295" y="974807"/>
                </a:moveTo>
                <a:lnTo>
                  <a:pt x="1516028" y="997971"/>
                </a:lnTo>
                <a:moveTo>
                  <a:pt x="1186936" y="564899"/>
                </a:moveTo>
                <a:lnTo>
                  <a:pt x="1236142" y="566319"/>
                </a:lnTo>
                <a:moveTo>
                  <a:pt x="1805360" y="1001644"/>
                </a:moveTo>
                <a:lnTo>
                  <a:pt x="1917084" y="1022660"/>
                </a:lnTo>
                <a:moveTo>
                  <a:pt x="1593447" y="579970"/>
                </a:moveTo>
                <a:lnTo>
                  <a:pt x="1712866" y="650825"/>
                </a:lnTo>
                <a:moveTo>
                  <a:pt x="1046683" y="924643"/>
                </a:moveTo>
                <a:lnTo>
                  <a:pt x="1085672" y="938177"/>
                </a:lnTo>
                <a:moveTo>
                  <a:pt x="346933" y="749326"/>
                </a:moveTo>
                <a:lnTo>
                  <a:pt x="458233" y="779910"/>
                </a:lnTo>
                <a:moveTo>
                  <a:pt x="777226" y="836935"/>
                </a:moveTo>
                <a:lnTo>
                  <a:pt x="753050" y="756467"/>
                </a:lnTo>
                <a:moveTo>
                  <a:pt x="2308802" y="477637"/>
                </a:moveTo>
                <a:lnTo>
                  <a:pt x="2309267" y="474911"/>
                </a:lnTo>
                <a:moveTo>
                  <a:pt x="909210" y="885630"/>
                </a:moveTo>
                <a:lnTo>
                  <a:pt x="1046683" y="924643"/>
                </a:lnTo>
                <a:moveTo>
                  <a:pt x="1810897" y="647006"/>
                </a:moveTo>
                <a:lnTo>
                  <a:pt x="1873677" y="695919"/>
                </a:lnTo>
                <a:moveTo>
                  <a:pt x="2382719" y="634978"/>
                </a:moveTo>
                <a:lnTo>
                  <a:pt x="2414029" y="534348"/>
                </a:lnTo>
                <a:moveTo>
                  <a:pt x="1291792" y="940532"/>
                </a:moveTo>
                <a:lnTo>
                  <a:pt x="1292991" y="940786"/>
                </a:lnTo>
                <a:moveTo>
                  <a:pt x="2088638" y="607713"/>
                </a:moveTo>
                <a:lnTo>
                  <a:pt x="2143839" y="618788"/>
                </a:lnTo>
                <a:moveTo>
                  <a:pt x="458233" y="779910"/>
                </a:moveTo>
                <a:lnTo>
                  <a:pt x="529708" y="822925"/>
                </a:lnTo>
                <a:moveTo>
                  <a:pt x="2008904" y="888093"/>
                </a:moveTo>
                <a:lnTo>
                  <a:pt x="2077987" y="919636"/>
                </a:lnTo>
                <a:moveTo>
                  <a:pt x="2332906" y="458383"/>
                </a:moveTo>
                <a:lnTo>
                  <a:pt x="2414029" y="534348"/>
                </a:lnTo>
                <a:moveTo>
                  <a:pt x="2309267" y="474911"/>
                </a:moveTo>
                <a:lnTo>
                  <a:pt x="2332906" y="458383"/>
                </a:lnTo>
                <a:moveTo>
                  <a:pt x="1516028" y="997971"/>
                </a:moveTo>
                <a:lnTo>
                  <a:pt x="1553793" y="975009"/>
                </a:lnTo>
                <a:moveTo>
                  <a:pt x="379948" y="654846"/>
                </a:moveTo>
                <a:lnTo>
                  <a:pt x="455945" y="581138"/>
                </a:lnTo>
                <a:moveTo>
                  <a:pt x="1080909" y="582819"/>
                </a:moveTo>
                <a:lnTo>
                  <a:pt x="1186936" y="564899"/>
                </a:lnTo>
                <a:moveTo>
                  <a:pt x="2088638" y="607713"/>
                </a:moveTo>
                <a:lnTo>
                  <a:pt x="2141060" y="616088"/>
                </a:lnTo>
                <a:moveTo>
                  <a:pt x="1712866" y="650825"/>
                </a:moveTo>
                <a:lnTo>
                  <a:pt x="1801498" y="647857"/>
                </a:lnTo>
                <a:moveTo>
                  <a:pt x="1761803" y="1015052"/>
                </a:moveTo>
                <a:lnTo>
                  <a:pt x="1709127" y="948875"/>
                </a:lnTo>
                <a:moveTo>
                  <a:pt x="670044" y="816682"/>
                </a:moveTo>
                <a:lnTo>
                  <a:pt x="704557" y="796023"/>
                </a:lnTo>
                <a:moveTo>
                  <a:pt x="1996921" y="989526"/>
                </a:moveTo>
                <a:lnTo>
                  <a:pt x="1958393" y="973711"/>
                </a:lnTo>
                <a:moveTo>
                  <a:pt x="1405376" y="630191"/>
                </a:moveTo>
                <a:lnTo>
                  <a:pt x="1483300" y="605155"/>
                </a:lnTo>
                <a:moveTo>
                  <a:pt x="1958393" y="973711"/>
                </a:moveTo>
                <a:lnTo>
                  <a:pt x="2077987" y="919636"/>
                </a:lnTo>
                <a:moveTo>
                  <a:pt x="1074678" y="587660"/>
                </a:moveTo>
                <a:lnTo>
                  <a:pt x="1186936" y="564899"/>
                </a:lnTo>
                <a:moveTo>
                  <a:pt x="1126721" y="952557"/>
                </a:moveTo>
                <a:lnTo>
                  <a:pt x="1051819" y="922646"/>
                </a:lnTo>
                <a:moveTo>
                  <a:pt x="1959724" y="665998"/>
                </a:moveTo>
                <a:lnTo>
                  <a:pt x="2005790" y="649328"/>
                </a:lnTo>
                <a:moveTo>
                  <a:pt x="1612187" y="997452"/>
                </a:moveTo>
                <a:lnTo>
                  <a:pt x="1656159" y="922107"/>
                </a:lnTo>
                <a:moveTo>
                  <a:pt x="777226" y="836935"/>
                </a:moveTo>
                <a:lnTo>
                  <a:pt x="845738" y="806465"/>
                </a:lnTo>
                <a:moveTo>
                  <a:pt x="2116050" y="592177"/>
                </a:moveTo>
                <a:lnTo>
                  <a:pt x="2141060" y="616088"/>
                </a:lnTo>
                <a:moveTo>
                  <a:pt x="2116050" y="592177"/>
                </a:moveTo>
                <a:lnTo>
                  <a:pt x="2221506" y="545886"/>
                </a:lnTo>
                <a:moveTo>
                  <a:pt x="2269971" y="797047"/>
                </a:moveTo>
                <a:lnTo>
                  <a:pt x="2339418" y="726482"/>
                </a:lnTo>
                <a:moveTo>
                  <a:pt x="1700166" y="954686"/>
                </a:moveTo>
                <a:lnTo>
                  <a:pt x="1761803" y="1015052"/>
                </a:lnTo>
                <a:moveTo>
                  <a:pt x="1385856" y="946079"/>
                </a:moveTo>
                <a:lnTo>
                  <a:pt x="1433295" y="974807"/>
                </a:lnTo>
                <a:moveTo>
                  <a:pt x="2269971" y="797047"/>
                </a:moveTo>
                <a:lnTo>
                  <a:pt x="2340028" y="726709"/>
                </a:lnTo>
                <a:moveTo>
                  <a:pt x="759167" y="587320"/>
                </a:moveTo>
                <a:lnTo>
                  <a:pt x="809991" y="610079"/>
                </a:lnTo>
                <a:moveTo>
                  <a:pt x="1306759" y="599061"/>
                </a:moveTo>
                <a:lnTo>
                  <a:pt x="1332996" y="588770"/>
                </a:lnTo>
                <a:moveTo>
                  <a:pt x="346933" y="749326"/>
                </a:moveTo>
                <a:lnTo>
                  <a:pt x="379948" y="654846"/>
                </a:lnTo>
                <a:moveTo>
                  <a:pt x="946133" y="623514"/>
                </a:moveTo>
                <a:lnTo>
                  <a:pt x="1071542" y="586866"/>
                </a:lnTo>
                <a:moveTo>
                  <a:pt x="346933" y="749326"/>
                </a:moveTo>
                <a:lnTo>
                  <a:pt x="428037" y="797521"/>
                </a:lnTo>
                <a:moveTo>
                  <a:pt x="2191172" y="862528"/>
                </a:moveTo>
                <a:lnTo>
                  <a:pt x="2211728" y="784487"/>
                </a:lnTo>
                <a:moveTo>
                  <a:pt x="636240" y="571013"/>
                </a:moveTo>
                <a:lnTo>
                  <a:pt x="642133" y="567111"/>
                </a:lnTo>
                <a:moveTo>
                  <a:pt x="2050584" y="956290"/>
                </a:moveTo>
                <a:lnTo>
                  <a:pt x="1958393" y="973711"/>
                </a:lnTo>
                <a:moveTo>
                  <a:pt x="1761803" y="1015052"/>
                </a:moveTo>
                <a:lnTo>
                  <a:pt x="1805360" y="1001644"/>
                </a:lnTo>
                <a:moveTo>
                  <a:pt x="2191172" y="862528"/>
                </a:moveTo>
                <a:lnTo>
                  <a:pt x="2225295" y="781767"/>
                </a:lnTo>
                <a:moveTo>
                  <a:pt x="428037" y="797521"/>
                </a:moveTo>
                <a:lnTo>
                  <a:pt x="529708" y="822925"/>
                </a:lnTo>
                <a:moveTo>
                  <a:pt x="2332906" y="458383"/>
                </a:moveTo>
                <a:lnTo>
                  <a:pt x="2434579" y="448142"/>
                </a:lnTo>
                <a:moveTo>
                  <a:pt x="1810897" y="647006"/>
                </a:moveTo>
                <a:lnTo>
                  <a:pt x="1959724" y="665998"/>
                </a:lnTo>
                <a:moveTo>
                  <a:pt x="2077987" y="919636"/>
                </a:moveTo>
                <a:lnTo>
                  <a:pt x="2140906" y="843718"/>
                </a:lnTo>
                <a:moveTo>
                  <a:pt x="1694893" y="584890"/>
                </a:moveTo>
                <a:lnTo>
                  <a:pt x="1712866" y="650825"/>
                </a:lnTo>
                <a:moveTo>
                  <a:pt x="2202212" y="857947"/>
                </a:moveTo>
                <a:lnTo>
                  <a:pt x="2225295" y="781767"/>
                </a:lnTo>
                <a:moveTo>
                  <a:pt x="704557" y="796023"/>
                </a:moveTo>
                <a:lnTo>
                  <a:pt x="777226" y="836935"/>
                </a:lnTo>
                <a:moveTo>
                  <a:pt x="1917084" y="1022660"/>
                </a:moveTo>
                <a:lnTo>
                  <a:pt x="1996921" y="989526"/>
                </a:lnTo>
                <a:moveTo>
                  <a:pt x="1126721" y="952557"/>
                </a:moveTo>
                <a:lnTo>
                  <a:pt x="1291792" y="940532"/>
                </a:lnTo>
                <a:moveTo>
                  <a:pt x="606664" y="574813"/>
                </a:moveTo>
                <a:lnTo>
                  <a:pt x="567206" y="587724"/>
                </a:lnTo>
                <a:moveTo>
                  <a:pt x="2207886" y="526122"/>
                </a:moveTo>
                <a:lnTo>
                  <a:pt x="2221506" y="545886"/>
                </a:lnTo>
                <a:moveTo>
                  <a:pt x="642133" y="567111"/>
                </a:moveTo>
                <a:lnTo>
                  <a:pt x="687005" y="545515"/>
                </a:lnTo>
                <a:moveTo>
                  <a:pt x="309206" y="841528"/>
                </a:moveTo>
                <a:lnTo>
                  <a:pt x="428037" y="797521"/>
                </a:lnTo>
                <a:moveTo>
                  <a:pt x="616670" y="838630"/>
                </a:moveTo>
                <a:lnTo>
                  <a:pt x="598299" y="783057"/>
                </a:lnTo>
                <a:moveTo>
                  <a:pt x="455945" y="581138"/>
                </a:moveTo>
                <a:lnTo>
                  <a:pt x="513163" y="570640"/>
                </a:lnTo>
                <a:moveTo>
                  <a:pt x="1801498" y="647857"/>
                </a:moveTo>
                <a:lnTo>
                  <a:pt x="1817042" y="657920"/>
                </a:lnTo>
                <a:moveTo>
                  <a:pt x="1085672" y="938177"/>
                </a:moveTo>
                <a:lnTo>
                  <a:pt x="1126721" y="952557"/>
                </a:lnTo>
                <a:moveTo>
                  <a:pt x="1252720" y="617952"/>
                </a:moveTo>
                <a:lnTo>
                  <a:pt x="1236142" y="566319"/>
                </a:lnTo>
                <a:moveTo>
                  <a:pt x="1332996" y="588770"/>
                </a:moveTo>
                <a:lnTo>
                  <a:pt x="1405376" y="630191"/>
                </a:lnTo>
                <a:moveTo>
                  <a:pt x="992763" y="625881"/>
                </a:moveTo>
                <a:lnTo>
                  <a:pt x="1071542" y="586866"/>
                </a:lnTo>
                <a:moveTo>
                  <a:pt x="687005" y="545515"/>
                </a:moveTo>
                <a:lnTo>
                  <a:pt x="759167" y="587320"/>
                </a:lnTo>
                <a:moveTo>
                  <a:pt x="1810897" y="647006"/>
                </a:moveTo>
                <a:lnTo>
                  <a:pt x="1817042" y="657920"/>
                </a:lnTo>
                <a:moveTo>
                  <a:pt x="1508439" y="603490"/>
                </a:moveTo>
                <a:lnTo>
                  <a:pt x="1532823" y="605758"/>
                </a:lnTo>
                <a:moveTo>
                  <a:pt x="2434579" y="448142"/>
                </a:moveTo>
                <a:lnTo>
                  <a:pt x="2414029" y="534348"/>
                </a:lnTo>
                <a:moveTo>
                  <a:pt x="1292991" y="940786"/>
                </a:moveTo>
                <a:lnTo>
                  <a:pt x="1385856" y="946079"/>
                </a:lnTo>
                <a:moveTo>
                  <a:pt x="1612187" y="997452"/>
                </a:moveTo>
                <a:lnTo>
                  <a:pt x="1700166" y="954686"/>
                </a:lnTo>
                <a:moveTo>
                  <a:pt x="974142" y="940186"/>
                </a:moveTo>
                <a:lnTo>
                  <a:pt x="1046683" y="924643"/>
                </a:lnTo>
                <a:moveTo>
                  <a:pt x="428037" y="797521"/>
                </a:moveTo>
                <a:lnTo>
                  <a:pt x="504478" y="834816"/>
                </a:lnTo>
                <a:moveTo>
                  <a:pt x="992763" y="625881"/>
                </a:moveTo>
                <a:lnTo>
                  <a:pt x="1074678" y="587660"/>
                </a:lnTo>
                <a:moveTo>
                  <a:pt x="1611155" y="997610"/>
                </a:moveTo>
                <a:lnTo>
                  <a:pt x="1553793" y="975009"/>
                </a:lnTo>
                <a:moveTo>
                  <a:pt x="355398" y="865839"/>
                </a:moveTo>
                <a:lnTo>
                  <a:pt x="428037" y="797521"/>
                </a:lnTo>
                <a:moveTo>
                  <a:pt x="1612187" y="997452"/>
                </a:moveTo>
                <a:lnTo>
                  <a:pt x="1553793" y="975009"/>
                </a:lnTo>
                <a:moveTo>
                  <a:pt x="2207886" y="526122"/>
                </a:moveTo>
                <a:lnTo>
                  <a:pt x="2308802" y="477637"/>
                </a:lnTo>
                <a:moveTo>
                  <a:pt x="777226" y="836935"/>
                </a:moveTo>
                <a:lnTo>
                  <a:pt x="909210" y="885630"/>
                </a:lnTo>
                <a:moveTo>
                  <a:pt x="2005790" y="649328"/>
                </a:moveTo>
                <a:lnTo>
                  <a:pt x="2088638" y="607713"/>
                </a:lnTo>
                <a:moveTo>
                  <a:pt x="1593447" y="579970"/>
                </a:moveTo>
                <a:lnTo>
                  <a:pt x="1694893" y="584890"/>
                </a:lnTo>
                <a:moveTo>
                  <a:pt x="1801498" y="647857"/>
                </a:moveTo>
                <a:lnTo>
                  <a:pt x="1810897" y="647006"/>
                </a:lnTo>
                <a:moveTo>
                  <a:pt x="309206" y="841528"/>
                </a:moveTo>
                <a:lnTo>
                  <a:pt x="346933" y="749326"/>
                </a:lnTo>
                <a:moveTo>
                  <a:pt x="1085672" y="938177"/>
                </a:moveTo>
                <a:lnTo>
                  <a:pt x="1116808" y="950989"/>
                </a:lnTo>
                <a:moveTo>
                  <a:pt x="1593447" y="579970"/>
                </a:moveTo>
                <a:lnTo>
                  <a:pt x="1678100" y="575043"/>
                </a:lnTo>
                <a:moveTo>
                  <a:pt x="606664" y="574813"/>
                </a:moveTo>
                <a:lnTo>
                  <a:pt x="636240" y="571013"/>
                </a:lnTo>
                <a:moveTo>
                  <a:pt x="896037" y="627398"/>
                </a:moveTo>
                <a:lnTo>
                  <a:pt x="946133" y="623514"/>
                </a:lnTo>
                <a:moveTo>
                  <a:pt x="670044" y="816682"/>
                </a:moveTo>
                <a:lnTo>
                  <a:pt x="777226" y="836935"/>
                </a:lnTo>
                <a:moveTo>
                  <a:pt x="1483482" y="661513"/>
                </a:moveTo>
                <a:lnTo>
                  <a:pt x="1483300" y="605155"/>
                </a:lnTo>
                <a:moveTo>
                  <a:pt x="2242925" y="504682"/>
                </a:moveTo>
                <a:lnTo>
                  <a:pt x="2308802" y="477637"/>
                </a:lnTo>
                <a:moveTo>
                  <a:pt x="1475664" y="956764"/>
                </a:moveTo>
                <a:lnTo>
                  <a:pt x="1433295" y="974807"/>
                </a:lnTo>
                <a:moveTo>
                  <a:pt x="1074678" y="587660"/>
                </a:moveTo>
                <a:lnTo>
                  <a:pt x="1124961" y="604506"/>
                </a:lnTo>
                <a:moveTo>
                  <a:pt x="759167" y="587320"/>
                </a:moveTo>
                <a:lnTo>
                  <a:pt x="896037" y="627398"/>
                </a:lnTo>
                <a:moveTo>
                  <a:pt x="2449445" y="545602"/>
                </a:moveTo>
                <a:lnTo>
                  <a:pt x="2382719" y="634978"/>
                </a:lnTo>
                <a:moveTo>
                  <a:pt x="1306759" y="599061"/>
                </a:moveTo>
                <a:lnTo>
                  <a:pt x="1405376" y="630191"/>
                </a:lnTo>
                <a:moveTo>
                  <a:pt x="1694893" y="584890"/>
                </a:moveTo>
                <a:lnTo>
                  <a:pt x="1801498" y="647857"/>
                </a:lnTo>
                <a:moveTo>
                  <a:pt x="1996921" y="989526"/>
                </a:moveTo>
                <a:lnTo>
                  <a:pt x="2050584" y="956290"/>
                </a:lnTo>
                <a:moveTo>
                  <a:pt x="1483482" y="661513"/>
                </a:moveTo>
                <a:lnTo>
                  <a:pt x="1508439" y="603490"/>
                </a:lnTo>
                <a:moveTo>
                  <a:pt x="1843830" y="1039460"/>
                </a:moveTo>
                <a:lnTo>
                  <a:pt x="1805360" y="1001644"/>
                </a:lnTo>
                <a:moveTo>
                  <a:pt x="2050584" y="956290"/>
                </a:moveTo>
                <a:lnTo>
                  <a:pt x="2077987" y="919636"/>
                </a:lnTo>
                <a:moveTo>
                  <a:pt x="2191172" y="862528"/>
                </a:moveTo>
                <a:lnTo>
                  <a:pt x="2140906" y="843718"/>
                </a:lnTo>
                <a:moveTo>
                  <a:pt x="1246898" y="905655"/>
                </a:moveTo>
                <a:lnTo>
                  <a:pt x="1291792" y="940532"/>
                </a:lnTo>
                <a:moveTo>
                  <a:pt x="1250695" y="902988"/>
                </a:moveTo>
                <a:lnTo>
                  <a:pt x="1291792" y="940532"/>
                </a:lnTo>
                <a:moveTo>
                  <a:pt x="1250695" y="902988"/>
                </a:moveTo>
                <a:lnTo>
                  <a:pt x="1292991" y="940786"/>
                </a:lnTo>
                <a:moveTo>
                  <a:pt x="504478" y="834816"/>
                </a:moveTo>
                <a:lnTo>
                  <a:pt x="529708" y="822925"/>
                </a:lnTo>
                <a:moveTo>
                  <a:pt x="1902144" y="655152"/>
                </a:moveTo>
                <a:lnTo>
                  <a:pt x="1959724" y="665998"/>
                </a:lnTo>
                <a:moveTo>
                  <a:pt x="1532823" y="605758"/>
                </a:moveTo>
                <a:lnTo>
                  <a:pt x="1593447" y="579970"/>
                </a:lnTo>
                <a:moveTo>
                  <a:pt x="909210" y="885630"/>
                </a:moveTo>
                <a:lnTo>
                  <a:pt x="974142" y="940186"/>
                </a:lnTo>
                <a:moveTo>
                  <a:pt x="1693850" y="571969"/>
                </a:moveTo>
                <a:lnTo>
                  <a:pt x="1801498" y="647857"/>
                </a:lnTo>
                <a:moveTo>
                  <a:pt x="2089181" y="923676"/>
                </a:moveTo>
                <a:lnTo>
                  <a:pt x="2077987" y="919636"/>
                </a:lnTo>
                <a:moveTo>
                  <a:pt x="1306759" y="599061"/>
                </a:moveTo>
                <a:lnTo>
                  <a:pt x="1390760" y="642267"/>
                </a:lnTo>
                <a:moveTo>
                  <a:pt x="1116808" y="950989"/>
                </a:moveTo>
                <a:lnTo>
                  <a:pt x="1126721" y="952557"/>
                </a:lnTo>
                <a:moveTo>
                  <a:pt x="1693850" y="571969"/>
                </a:moveTo>
                <a:lnTo>
                  <a:pt x="1810897" y="647006"/>
                </a:lnTo>
                <a:moveTo>
                  <a:pt x="2412874" y="638363"/>
                </a:moveTo>
                <a:lnTo>
                  <a:pt x="2340028" y="726709"/>
                </a:lnTo>
                <a:moveTo>
                  <a:pt x="1516028" y="997971"/>
                </a:moveTo>
                <a:lnTo>
                  <a:pt x="1611155" y="997610"/>
                </a:lnTo>
                <a:moveTo>
                  <a:pt x="2242925" y="504682"/>
                </a:moveTo>
                <a:lnTo>
                  <a:pt x="2309267" y="474911"/>
                </a:lnTo>
                <a:moveTo>
                  <a:pt x="2088638" y="607713"/>
                </a:moveTo>
                <a:lnTo>
                  <a:pt x="2116050" y="592177"/>
                </a:lnTo>
                <a:moveTo>
                  <a:pt x="2412874" y="638363"/>
                </a:moveTo>
                <a:lnTo>
                  <a:pt x="2382719" y="634978"/>
                </a:lnTo>
                <a:moveTo>
                  <a:pt x="309206" y="841528"/>
                </a:moveTo>
                <a:lnTo>
                  <a:pt x="355398" y="865839"/>
                </a:lnTo>
                <a:moveTo>
                  <a:pt x="2353890" y="720293"/>
                </a:moveTo>
                <a:lnTo>
                  <a:pt x="2340028" y="726709"/>
                </a:lnTo>
                <a:moveTo>
                  <a:pt x="642133" y="567111"/>
                </a:moveTo>
                <a:lnTo>
                  <a:pt x="759167" y="587320"/>
                </a:lnTo>
                <a:moveTo>
                  <a:pt x="455945" y="581138"/>
                </a:moveTo>
                <a:lnTo>
                  <a:pt x="469659" y="579845"/>
                </a:lnTo>
                <a:moveTo>
                  <a:pt x="2449445" y="545602"/>
                </a:moveTo>
                <a:lnTo>
                  <a:pt x="2414029" y="534348"/>
                </a:lnTo>
                <a:moveTo>
                  <a:pt x="360836" y="632428"/>
                </a:moveTo>
                <a:lnTo>
                  <a:pt x="379948" y="654846"/>
                </a:lnTo>
                <a:moveTo>
                  <a:pt x="2050584" y="956290"/>
                </a:moveTo>
                <a:lnTo>
                  <a:pt x="2089181" y="923676"/>
                </a:lnTo>
                <a:moveTo>
                  <a:pt x="1720852" y="974882"/>
                </a:moveTo>
                <a:lnTo>
                  <a:pt x="1700166" y="954686"/>
                </a:lnTo>
                <a:moveTo>
                  <a:pt x="1678100" y="575043"/>
                </a:moveTo>
                <a:lnTo>
                  <a:pt x="1694893" y="584890"/>
                </a:lnTo>
                <a:moveTo>
                  <a:pt x="616670" y="838630"/>
                </a:moveTo>
                <a:lnTo>
                  <a:pt x="670044" y="816682"/>
                </a:lnTo>
                <a:moveTo>
                  <a:pt x="1064089" y="950625"/>
                </a:moveTo>
                <a:lnTo>
                  <a:pt x="1046683" y="924643"/>
                </a:lnTo>
                <a:moveTo>
                  <a:pt x="1086819" y="629073"/>
                </a:moveTo>
                <a:lnTo>
                  <a:pt x="1074678" y="587660"/>
                </a:lnTo>
                <a:moveTo>
                  <a:pt x="310065" y="718327"/>
                </a:moveTo>
                <a:lnTo>
                  <a:pt x="379948" y="654846"/>
                </a:lnTo>
                <a:moveTo>
                  <a:pt x="529708" y="822925"/>
                </a:moveTo>
                <a:lnTo>
                  <a:pt x="616670" y="838630"/>
                </a:lnTo>
                <a:moveTo>
                  <a:pt x="1693850" y="571969"/>
                </a:moveTo>
                <a:lnTo>
                  <a:pt x="1694893" y="584890"/>
                </a:lnTo>
                <a:moveTo>
                  <a:pt x="360836" y="632428"/>
                </a:moveTo>
                <a:lnTo>
                  <a:pt x="455945" y="581138"/>
                </a:lnTo>
                <a:moveTo>
                  <a:pt x="2010665" y="992112"/>
                </a:moveTo>
                <a:lnTo>
                  <a:pt x="1996921" y="989526"/>
                </a:lnTo>
                <a:moveTo>
                  <a:pt x="1252720" y="617952"/>
                </a:moveTo>
                <a:lnTo>
                  <a:pt x="1306759" y="599061"/>
                </a:lnTo>
                <a:moveTo>
                  <a:pt x="355398" y="865839"/>
                </a:moveTo>
                <a:lnTo>
                  <a:pt x="504478" y="834816"/>
                </a:lnTo>
                <a:moveTo>
                  <a:pt x="788327" y="644507"/>
                </a:moveTo>
                <a:lnTo>
                  <a:pt x="896037" y="627398"/>
                </a:lnTo>
                <a:moveTo>
                  <a:pt x="309206" y="841528"/>
                </a:moveTo>
                <a:lnTo>
                  <a:pt x="325503" y="901599"/>
                </a:lnTo>
                <a:moveTo>
                  <a:pt x="1678100" y="575043"/>
                </a:moveTo>
                <a:lnTo>
                  <a:pt x="1693850" y="571969"/>
                </a:lnTo>
                <a:moveTo>
                  <a:pt x="1186936" y="564899"/>
                </a:moveTo>
                <a:lnTo>
                  <a:pt x="1252720" y="617952"/>
                </a:lnTo>
                <a:moveTo>
                  <a:pt x="1390760" y="642267"/>
                </a:moveTo>
                <a:lnTo>
                  <a:pt x="1405376" y="630191"/>
                </a:lnTo>
                <a:moveTo>
                  <a:pt x="849563" y="878429"/>
                </a:moveTo>
                <a:lnTo>
                  <a:pt x="909210" y="885630"/>
                </a:lnTo>
                <a:moveTo>
                  <a:pt x="1124961" y="604506"/>
                </a:moveTo>
                <a:lnTo>
                  <a:pt x="1186936" y="564899"/>
                </a:lnTo>
                <a:moveTo>
                  <a:pt x="2191172" y="862528"/>
                </a:moveTo>
                <a:lnTo>
                  <a:pt x="2077987" y="919636"/>
                </a:lnTo>
                <a:moveTo>
                  <a:pt x="1810897" y="647006"/>
                </a:moveTo>
                <a:lnTo>
                  <a:pt x="1902144" y="655152"/>
                </a:lnTo>
                <a:moveTo>
                  <a:pt x="946133" y="623514"/>
                </a:moveTo>
                <a:lnTo>
                  <a:pt x="992763" y="625881"/>
                </a:lnTo>
                <a:moveTo>
                  <a:pt x="2366459" y="455886"/>
                </a:moveTo>
                <a:lnTo>
                  <a:pt x="2332906" y="458383"/>
                </a:lnTo>
                <a:moveTo>
                  <a:pt x="2005790" y="649328"/>
                </a:moveTo>
                <a:lnTo>
                  <a:pt x="2024662" y="650197"/>
                </a:lnTo>
                <a:moveTo>
                  <a:pt x="1126721" y="952557"/>
                </a:moveTo>
                <a:lnTo>
                  <a:pt x="1246898" y="905655"/>
                </a:lnTo>
                <a:moveTo>
                  <a:pt x="822290" y="663026"/>
                </a:moveTo>
                <a:lnTo>
                  <a:pt x="896037" y="627398"/>
                </a:lnTo>
                <a:moveTo>
                  <a:pt x="2202212" y="857947"/>
                </a:moveTo>
                <a:lnTo>
                  <a:pt x="2269971" y="797047"/>
                </a:lnTo>
                <a:moveTo>
                  <a:pt x="2322240" y="470949"/>
                </a:moveTo>
                <a:lnTo>
                  <a:pt x="2309267" y="474911"/>
                </a:lnTo>
                <a:moveTo>
                  <a:pt x="513163" y="570640"/>
                </a:moveTo>
                <a:lnTo>
                  <a:pt x="606664" y="574813"/>
                </a:lnTo>
                <a:moveTo>
                  <a:pt x="469659" y="579845"/>
                </a:moveTo>
                <a:lnTo>
                  <a:pt x="513163" y="570640"/>
                </a:lnTo>
                <a:moveTo>
                  <a:pt x="2116050" y="592177"/>
                </a:moveTo>
                <a:lnTo>
                  <a:pt x="2207886" y="526122"/>
                </a:lnTo>
                <a:moveTo>
                  <a:pt x="2010665" y="992112"/>
                </a:moveTo>
                <a:lnTo>
                  <a:pt x="2050584" y="956290"/>
                </a:lnTo>
                <a:moveTo>
                  <a:pt x="1475664" y="956764"/>
                </a:moveTo>
                <a:lnTo>
                  <a:pt x="1516028" y="997971"/>
                </a:lnTo>
                <a:moveTo>
                  <a:pt x="2434579" y="448142"/>
                </a:moveTo>
                <a:lnTo>
                  <a:pt x="2449445" y="545602"/>
                </a:lnTo>
                <a:moveTo>
                  <a:pt x="325503" y="901599"/>
                </a:moveTo>
                <a:lnTo>
                  <a:pt x="355398" y="865839"/>
                </a:lnTo>
                <a:moveTo>
                  <a:pt x="245946" y="797776"/>
                </a:moveTo>
                <a:lnTo>
                  <a:pt x="346933" y="749326"/>
                </a:lnTo>
                <a:moveTo>
                  <a:pt x="606664" y="574813"/>
                </a:moveTo>
                <a:lnTo>
                  <a:pt x="642133" y="567111"/>
                </a:lnTo>
                <a:moveTo>
                  <a:pt x="310065" y="718327"/>
                </a:moveTo>
                <a:lnTo>
                  <a:pt x="346933" y="749326"/>
                </a:lnTo>
                <a:moveTo>
                  <a:pt x="1761803" y="1015052"/>
                </a:moveTo>
                <a:lnTo>
                  <a:pt x="1843830" y="1039460"/>
                </a:lnTo>
                <a:moveTo>
                  <a:pt x="670044" y="816682"/>
                </a:moveTo>
                <a:lnTo>
                  <a:pt x="728731" y="840097"/>
                </a:lnTo>
                <a:moveTo>
                  <a:pt x="946133" y="623514"/>
                </a:moveTo>
                <a:lnTo>
                  <a:pt x="977069" y="636458"/>
                </a:lnTo>
                <a:moveTo>
                  <a:pt x="1064089" y="950625"/>
                </a:moveTo>
                <a:lnTo>
                  <a:pt x="1085672" y="938177"/>
                </a:lnTo>
                <a:moveTo>
                  <a:pt x="1116808" y="950989"/>
                </a:moveTo>
                <a:lnTo>
                  <a:pt x="1246898" y="905655"/>
                </a:lnTo>
                <a:moveTo>
                  <a:pt x="642133" y="567111"/>
                </a:moveTo>
                <a:lnTo>
                  <a:pt x="721867" y="606982"/>
                </a:lnTo>
                <a:moveTo>
                  <a:pt x="1250695" y="902988"/>
                </a:moveTo>
                <a:lnTo>
                  <a:pt x="1385856" y="946079"/>
                </a:lnTo>
                <a:moveTo>
                  <a:pt x="433148" y="599364"/>
                </a:moveTo>
                <a:lnTo>
                  <a:pt x="455945" y="581138"/>
                </a:lnTo>
                <a:moveTo>
                  <a:pt x="1306759" y="599061"/>
                </a:moveTo>
                <a:lnTo>
                  <a:pt x="1321652" y="713346"/>
                </a:lnTo>
                <a:moveTo>
                  <a:pt x="504478" y="834816"/>
                </a:moveTo>
                <a:lnTo>
                  <a:pt x="616670" y="838630"/>
                </a:lnTo>
                <a:moveTo>
                  <a:pt x="1989865" y="669517"/>
                </a:moveTo>
                <a:lnTo>
                  <a:pt x="1959724" y="665998"/>
                </a:lnTo>
                <a:moveTo>
                  <a:pt x="2089181" y="923676"/>
                </a:moveTo>
                <a:lnTo>
                  <a:pt x="2191172" y="862528"/>
                </a:lnTo>
                <a:moveTo>
                  <a:pt x="2281739" y="795860"/>
                </a:moveTo>
                <a:lnTo>
                  <a:pt x="2269971" y="797047"/>
                </a:lnTo>
                <a:moveTo>
                  <a:pt x="2366459" y="455886"/>
                </a:moveTo>
                <a:lnTo>
                  <a:pt x="2309267" y="474911"/>
                </a:lnTo>
                <a:moveTo>
                  <a:pt x="1263263" y="679513"/>
                </a:moveTo>
                <a:lnTo>
                  <a:pt x="1306759" y="599061"/>
                </a:lnTo>
                <a:moveTo>
                  <a:pt x="721867" y="606982"/>
                </a:moveTo>
                <a:lnTo>
                  <a:pt x="759167" y="587320"/>
                </a:lnTo>
                <a:moveTo>
                  <a:pt x="1392356" y="871265"/>
                </a:moveTo>
                <a:lnTo>
                  <a:pt x="1385856" y="946079"/>
                </a:lnTo>
                <a:moveTo>
                  <a:pt x="759167" y="587320"/>
                </a:moveTo>
                <a:lnTo>
                  <a:pt x="788327" y="644507"/>
                </a:lnTo>
                <a:moveTo>
                  <a:pt x="822290" y="663026"/>
                </a:moveTo>
                <a:lnTo>
                  <a:pt x="946133" y="623514"/>
                </a:lnTo>
                <a:moveTo>
                  <a:pt x="1611155" y="997610"/>
                </a:moveTo>
                <a:lnTo>
                  <a:pt x="1612187" y="997452"/>
                </a:lnTo>
                <a:moveTo>
                  <a:pt x="2353890" y="720293"/>
                </a:moveTo>
                <a:lnTo>
                  <a:pt x="2269971" y="797047"/>
                </a:lnTo>
                <a:moveTo>
                  <a:pt x="180862" y="875227"/>
                </a:moveTo>
                <a:lnTo>
                  <a:pt x="309206" y="841528"/>
                </a:lnTo>
                <a:moveTo>
                  <a:pt x="777226" y="836935"/>
                </a:moveTo>
                <a:lnTo>
                  <a:pt x="849563" y="878429"/>
                </a:lnTo>
                <a:moveTo>
                  <a:pt x="2024662" y="650197"/>
                </a:moveTo>
                <a:lnTo>
                  <a:pt x="2088638" y="607713"/>
                </a:lnTo>
                <a:moveTo>
                  <a:pt x="1678100" y="575043"/>
                </a:moveTo>
                <a:lnTo>
                  <a:pt x="1671693" y="566752"/>
                </a:lnTo>
                <a:moveTo>
                  <a:pt x="1770652" y="605590"/>
                </a:moveTo>
                <a:lnTo>
                  <a:pt x="1810897" y="647006"/>
                </a:lnTo>
                <a:moveTo>
                  <a:pt x="245946" y="797776"/>
                </a:moveTo>
                <a:lnTo>
                  <a:pt x="309206" y="841528"/>
                </a:lnTo>
                <a:moveTo>
                  <a:pt x="1671693" y="566752"/>
                </a:moveTo>
                <a:lnTo>
                  <a:pt x="1693850" y="571969"/>
                </a:lnTo>
                <a:moveTo>
                  <a:pt x="1989865" y="669517"/>
                </a:moveTo>
                <a:lnTo>
                  <a:pt x="2005790" y="649328"/>
                </a:lnTo>
                <a:moveTo>
                  <a:pt x="2024662" y="650197"/>
                </a:moveTo>
                <a:lnTo>
                  <a:pt x="2116050" y="592177"/>
                </a:lnTo>
                <a:moveTo>
                  <a:pt x="728731" y="840097"/>
                </a:moveTo>
                <a:lnTo>
                  <a:pt x="777226" y="836935"/>
                </a:lnTo>
                <a:moveTo>
                  <a:pt x="2207886" y="526122"/>
                </a:moveTo>
                <a:lnTo>
                  <a:pt x="2242925" y="504682"/>
                </a:lnTo>
                <a:moveTo>
                  <a:pt x="708989" y="844885"/>
                </a:moveTo>
                <a:lnTo>
                  <a:pt x="670044" y="816682"/>
                </a:lnTo>
                <a:moveTo>
                  <a:pt x="1385856" y="946079"/>
                </a:moveTo>
                <a:lnTo>
                  <a:pt x="1475664" y="956764"/>
                </a:lnTo>
                <a:moveTo>
                  <a:pt x="1585546" y="627569"/>
                </a:moveTo>
                <a:lnTo>
                  <a:pt x="1593447" y="579970"/>
                </a:lnTo>
                <a:moveTo>
                  <a:pt x="1405376" y="630191"/>
                </a:moveTo>
                <a:lnTo>
                  <a:pt x="1483482" y="661513"/>
                </a:lnTo>
                <a:moveTo>
                  <a:pt x="977069" y="636458"/>
                </a:moveTo>
                <a:lnTo>
                  <a:pt x="992763" y="625881"/>
                </a:lnTo>
                <a:moveTo>
                  <a:pt x="1720852" y="974882"/>
                </a:moveTo>
                <a:lnTo>
                  <a:pt x="1761803" y="1015052"/>
                </a:lnTo>
                <a:moveTo>
                  <a:pt x="1246898" y="905655"/>
                </a:moveTo>
                <a:lnTo>
                  <a:pt x="1250695" y="902988"/>
                </a:lnTo>
                <a:moveTo>
                  <a:pt x="403433" y="887062"/>
                </a:moveTo>
                <a:lnTo>
                  <a:pt x="355398" y="865839"/>
                </a:lnTo>
                <a:moveTo>
                  <a:pt x="1385856" y="946079"/>
                </a:moveTo>
                <a:lnTo>
                  <a:pt x="1485150" y="921345"/>
                </a:lnTo>
                <a:moveTo>
                  <a:pt x="2434579" y="448142"/>
                </a:moveTo>
                <a:lnTo>
                  <a:pt x="2457492" y="545861"/>
                </a:lnTo>
                <a:moveTo>
                  <a:pt x="2366459" y="455886"/>
                </a:moveTo>
                <a:lnTo>
                  <a:pt x="2434579" y="448142"/>
                </a:lnTo>
                <a:moveTo>
                  <a:pt x="272442" y="926093"/>
                </a:moveTo>
                <a:lnTo>
                  <a:pt x="309206" y="841528"/>
                </a:lnTo>
                <a:moveTo>
                  <a:pt x="930836" y="904168"/>
                </a:moveTo>
                <a:lnTo>
                  <a:pt x="909210" y="885630"/>
                </a:lnTo>
                <a:moveTo>
                  <a:pt x="1390760" y="642267"/>
                </a:moveTo>
                <a:lnTo>
                  <a:pt x="1483482" y="661513"/>
                </a:lnTo>
                <a:moveTo>
                  <a:pt x="2191172" y="862528"/>
                </a:moveTo>
                <a:lnTo>
                  <a:pt x="2202212" y="857947"/>
                </a:lnTo>
                <a:moveTo>
                  <a:pt x="2207886" y="526122"/>
                </a:moveTo>
                <a:lnTo>
                  <a:pt x="2218549" y="529096"/>
                </a:lnTo>
                <a:moveTo>
                  <a:pt x="1124961" y="604506"/>
                </a:moveTo>
                <a:lnTo>
                  <a:pt x="1252720" y="617952"/>
                </a:lnTo>
                <a:moveTo>
                  <a:pt x="1321652" y="713346"/>
                </a:moveTo>
                <a:lnTo>
                  <a:pt x="1390760" y="642267"/>
                </a:lnTo>
                <a:moveTo>
                  <a:pt x="1693850" y="571969"/>
                </a:moveTo>
                <a:lnTo>
                  <a:pt x="1770652" y="605590"/>
                </a:lnTo>
                <a:moveTo>
                  <a:pt x="1250695" y="902988"/>
                </a:moveTo>
                <a:lnTo>
                  <a:pt x="1392356" y="871265"/>
                </a:lnTo>
                <a:moveTo>
                  <a:pt x="469659" y="579845"/>
                </a:moveTo>
                <a:lnTo>
                  <a:pt x="606664" y="574813"/>
                </a:lnTo>
                <a:moveTo>
                  <a:pt x="1390760" y="642267"/>
                </a:moveTo>
                <a:lnTo>
                  <a:pt x="1469311" y="681212"/>
                </a:lnTo>
                <a:moveTo>
                  <a:pt x="1064089" y="950625"/>
                </a:moveTo>
                <a:lnTo>
                  <a:pt x="1116808" y="950989"/>
                </a:lnTo>
                <a:moveTo>
                  <a:pt x="1475664" y="956764"/>
                </a:moveTo>
                <a:lnTo>
                  <a:pt x="1611155" y="997610"/>
                </a:lnTo>
                <a:moveTo>
                  <a:pt x="2194563" y="863201"/>
                </a:moveTo>
                <a:lnTo>
                  <a:pt x="2191172" y="862528"/>
                </a:lnTo>
                <a:moveTo>
                  <a:pt x="428057" y="889805"/>
                </a:moveTo>
                <a:lnTo>
                  <a:pt x="504478" y="834816"/>
                </a:lnTo>
                <a:moveTo>
                  <a:pt x="428057" y="889805"/>
                </a:moveTo>
                <a:lnTo>
                  <a:pt x="355398" y="865839"/>
                </a:lnTo>
                <a:moveTo>
                  <a:pt x="2194563" y="863201"/>
                </a:moveTo>
                <a:lnTo>
                  <a:pt x="2202212" y="857947"/>
                </a:lnTo>
                <a:moveTo>
                  <a:pt x="1483482" y="661513"/>
                </a:moveTo>
                <a:lnTo>
                  <a:pt x="1532823" y="605758"/>
                </a:lnTo>
                <a:moveTo>
                  <a:pt x="325503" y="901599"/>
                </a:moveTo>
                <a:lnTo>
                  <a:pt x="403433" y="887062"/>
                </a:lnTo>
                <a:moveTo>
                  <a:pt x="721867" y="606982"/>
                </a:moveTo>
                <a:lnTo>
                  <a:pt x="788327" y="644507"/>
                </a:lnTo>
                <a:moveTo>
                  <a:pt x="2218549" y="529096"/>
                </a:moveTo>
                <a:lnTo>
                  <a:pt x="2242925" y="504682"/>
                </a:lnTo>
                <a:moveTo>
                  <a:pt x="822290" y="663026"/>
                </a:moveTo>
                <a:lnTo>
                  <a:pt x="977069" y="636458"/>
                </a:lnTo>
                <a:moveTo>
                  <a:pt x="1250695" y="902988"/>
                </a:moveTo>
                <a:lnTo>
                  <a:pt x="1339813" y="840122"/>
                </a:lnTo>
                <a:moveTo>
                  <a:pt x="1101566" y="932675"/>
                </a:moveTo>
                <a:lnTo>
                  <a:pt x="1116808" y="950989"/>
                </a:lnTo>
                <a:moveTo>
                  <a:pt x="663459" y="643719"/>
                </a:moveTo>
                <a:lnTo>
                  <a:pt x="642133" y="567111"/>
                </a:lnTo>
                <a:moveTo>
                  <a:pt x="788327" y="644507"/>
                </a:moveTo>
                <a:lnTo>
                  <a:pt x="822290" y="663026"/>
                </a:lnTo>
                <a:moveTo>
                  <a:pt x="2116050" y="592177"/>
                </a:moveTo>
                <a:lnTo>
                  <a:pt x="2153854" y="603626"/>
                </a:lnTo>
                <a:moveTo>
                  <a:pt x="2202212" y="857947"/>
                </a:moveTo>
                <a:lnTo>
                  <a:pt x="2281739" y="795860"/>
                </a:lnTo>
                <a:moveTo>
                  <a:pt x="2242925" y="504682"/>
                </a:moveTo>
                <a:lnTo>
                  <a:pt x="2322240" y="470949"/>
                </a:lnTo>
                <a:moveTo>
                  <a:pt x="1612187" y="997452"/>
                </a:moveTo>
                <a:lnTo>
                  <a:pt x="1720852" y="974882"/>
                </a:lnTo>
                <a:moveTo>
                  <a:pt x="504478" y="834816"/>
                </a:moveTo>
                <a:lnTo>
                  <a:pt x="564235" y="859068"/>
                </a:lnTo>
                <a:moveTo>
                  <a:pt x="992763" y="625881"/>
                </a:moveTo>
                <a:lnTo>
                  <a:pt x="1086819" y="629073"/>
                </a:lnTo>
                <a:moveTo>
                  <a:pt x="974142" y="940186"/>
                </a:moveTo>
                <a:lnTo>
                  <a:pt x="1064089" y="950625"/>
                </a:lnTo>
                <a:moveTo>
                  <a:pt x="1339813" y="840122"/>
                </a:moveTo>
                <a:lnTo>
                  <a:pt x="1392356" y="871265"/>
                </a:lnTo>
                <a:moveTo>
                  <a:pt x="2412874" y="638363"/>
                </a:moveTo>
                <a:lnTo>
                  <a:pt x="2449445" y="545602"/>
                </a:lnTo>
                <a:moveTo>
                  <a:pt x="1585546" y="627569"/>
                </a:moveTo>
                <a:lnTo>
                  <a:pt x="1678100" y="575043"/>
                </a:lnTo>
                <a:moveTo>
                  <a:pt x="1770652" y="605590"/>
                </a:moveTo>
                <a:lnTo>
                  <a:pt x="1902144" y="655152"/>
                </a:lnTo>
                <a:moveTo>
                  <a:pt x="272442" y="926093"/>
                </a:moveTo>
                <a:lnTo>
                  <a:pt x="325503" y="901599"/>
                </a:lnTo>
                <a:moveTo>
                  <a:pt x="1252720" y="617952"/>
                </a:moveTo>
                <a:lnTo>
                  <a:pt x="1263263" y="679513"/>
                </a:lnTo>
                <a:moveTo>
                  <a:pt x="1607852" y="611243"/>
                </a:moveTo>
                <a:lnTo>
                  <a:pt x="1678100" y="575043"/>
                </a:lnTo>
                <a:moveTo>
                  <a:pt x="1536143" y="948179"/>
                </a:moveTo>
                <a:lnTo>
                  <a:pt x="1611155" y="997610"/>
                </a:lnTo>
                <a:moveTo>
                  <a:pt x="802320" y="680286"/>
                </a:moveTo>
                <a:lnTo>
                  <a:pt x="788327" y="644507"/>
                </a:lnTo>
                <a:moveTo>
                  <a:pt x="2012482" y="983863"/>
                </a:moveTo>
                <a:lnTo>
                  <a:pt x="2050584" y="956290"/>
                </a:lnTo>
                <a:moveTo>
                  <a:pt x="1392356" y="871265"/>
                </a:moveTo>
                <a:lnTo>
                  <a:pt x="1485150" y="921345"/>
                </a:lnTo>
                <a:moveTo>
                  <a:pt x="1671693" y="566752"/>
                </a:moveTo>
                <a:lnTo>
                  <a:pt x="1770652" y="605590"/>
                </a:lnTo>
                <a:moveTo>
                  <a:pt x="1392356" y="871265"/>
                </a:moveTo>
                <a:lnTo>
                  <a:pt x="1423118" y="770206"/>
                </a:lnTo>
                <a:moveTo>
                  <a:pt x="1246898" y="905655"/>
                </a:moveTo>
                <a:lnTo>
                  <a:pt x="1268873" y="797192"/>
                </a:lnTo>
                <a:moveTo>
                  <a:pt x="977069" y="636458"/>
                </a:moveTo>
                <a:lnTo>
                  <a:pt x="1086819" y="629073"/>
                </a:lnTo>
                <a:moveTo>
                  <a:pt x="728731" y="840097"/>
                </a:moveTo>
                <a:lnTo>
                  <a:pt x="849563" y="878429"/>
                </a:lnTo>
                <a:moveTo>
                  <a:pt x="2218549" y="529096"/>
                </a:moveTo>
                <a:lnTo>
                  <a:pt x="2322240" y="470949"/>
                </a:lnTo>
                <a:moveTo>
                  <a:pt x="1268873" y="797192"/>
                </a:moveTo>
                <a:lnTo>
                  <a:pt x="1250695" y="902988"/>
                </a:lnTo>
                <a:moveTo>
                  <a:pt x="179616" y="876156"/>
                </a:moveTo>
                <a:lnTo>
                  <a:pt x="181081" y="877133"/>
                </a:lnTo>
                <a:moveTo>
                  <a:pt x="310065" y="718327"/>
                </a:moveTo>
                <a:lnTo>
                  <a:pt x="360836" y="632428"/>
                </a:lnTo>
                <a:moveTo>
                  <a:pt x="180862" y="875227"/>
                </a:moveTo>
                <a:lnTo>
                  <a:pt x="181081" y="877133"/>
                </a:lnTo>
                <a:moveTo>
                  <a:pt x="1086819" y="629073"/>
                </a:moveTo>
                <a:lnTo>
                  <a:pt x="1124961" y="604506"/>
                </a:lnTo>
                <a:moveTo>
                  <a:pt x="180025" y="876703"/>
                </a:moveTo>
                <a:lnTo>
                  <a:pt x="181081" y="877133"/>
                </a:lnTo>
                <a:moveTo>
                  <a:pt x="2153854" y="603626"/>
                </a:moveTo>
                <a:lnTo>
                  <a:pt x="2207886" y="526122"/>
                </a:lnTo>
                <a:moveTo>
                  <a:pt x="179616" y="876156"/>
                </a:moveTo>
                <a:lnTo>
                  <a:pt x="180862" y="875227"/>
                </a:lnTo>
                <a:moveTo>
                  <a:pt x="180025" y="876703"/>
                </a:moveTo>
                <a:lnTo>
                  <a:pt x="179616" y="876156"/>
                </a:lnTo>
                <a:moveTo>
                  <a:pt x="802320" y="680286"/>
                </a:moveTo>
                <a:lnTo>
                  <a:pt x="822290" y="663026"/>
                </a:lnTo>
                <a:moveTo>
                  <a:pt x="180076" y="876347"/>
                </a:moveTo>
                <a:lnTo>
                  <a:pt x="179616" y="876156"/>
                </a:lnTo>
                <a:moveTo>
                  <a:pt x="180076" y="876347"/>
                </a:moveTo>
                <a:lnTo>
                  <a:pt x="180862" y="875227"/>
                </a:lnTo>
                <a:moveTo>
                  <a:pt x="180076" y="876347"/>
                </a:moveTo>
                <a:lnTo>
                  <a:pt x="180025" y="876703"/>
                </a:lnTo>
                <a:moveTo>
                  <a:pt x="2414435" y="637307"/>
                </a:moveTo>
                <a:lnTo>
                  <a:pt x="2449445" y="545602"/>
                </a:lnTo>
                <a:moveTo>
                  <a:pt x="2012482" y="983863"/>
                </a:moveTo>
                <a:lnTo>
                  <a:pt x="2089181" y="923676"/>
                </a:lnTo>
                <a:moveTo>
                  <a:pt x="1720852" y="974882"/>
                </a:moveTo>
                <a:lnTo>
                  <a:pt x="1843830" y="1039460"/>
                </a:lnTo>
                <a:moveTo>
                  <a:pt x="2281739" y="795860"/>
                </a:moveTo>
                <a:lnTo>
                  <a:pt x="2353890" y="720293"/>
                </a:lnTo>
                <a:moveTo>
                  <a:pt x="616670" y="838630"/>
                </a:moveTo>
                <a:lnTo>
                  <a:pt x="708989" y="844885"/>
                </a:lnTo>
                <a:moveTo>
                  <a:pt x="433148" y="599364"/>
                </a:moveTo>
                <a:lnTo>
                  <a:pt x="469659" y="579845"/>
                </a:lnTo>
                <a:moveTo>
                  <a:pt x="180862" y="875227"/>
                </a:moveTo>
                <a:lnTo>
                  <a:pt x="245946" y="797776"/>
                </a:lnTo>
                <a:moveTo>
                  <a:pt x="2457492" y="545861"/>
                </a:moveTo>
                <a:lnTo>
                  <a:pt x="2449445" y="545602"/>
                </a:lnTo>
                <a:moveTo>
                  <a:pt x="2115144" y="926220"/>
                </a:moveTo>
                <a:lnTo>
                  <a:pt x="2089181" y="923676"/>
                </a:lnTo>
                <a:moveTo>
                  <a:pt x="1321652" y="713346"/>
                </a:moveTo>
                <a:lnTo>
                  <a:pt x="1339813" y="840122"/>
                </a:lnTo>
                <a:moveTo>
                  <a:pt x="180076" y="876347"/>
                </a:moveTo>
                <a:lnTo>
                  <a:pt x="245946" y="797776"/>
                </a:lnTo>
                <a:moveTo>
                  <a:pt x="2470628" y="441245"/>
                </a:moveTo>
                <a:lnTo>
                  <a:pt x="2434579" y="448142"/>
                </a:lnTo>
                <a:moveTo>
                  <a:pt x="2353890" y="720293"/>
                </a:moveTo>
                <a:lnTo>
                  <a:pt x="2412874" y="638363"/>
                </a:lnTo>
                <a:moveTo>
                  <a:pt x="245946" y="797776"/>
                </a:moveTo>
                <a:lnTo>
                  <a:pt x="310065" y="718327"/>
                </a:lnTo>
                <a:moveTo>
                  <a:pt x="1485150" y="921345"/>
                </a:moveTo>
                <a:lnTo>
                  <a:pt x="1475664" y="956764"/>
                </a:lnTo>
                <a:moveTo>
                  <a:pt x="1101566" y="932675"/>
                </a:moveTo>
                <a:lnTo>
                  <a:pt x="1246898" y="905655"/>
                </a:lnTo>
                <a:moveTo>
                  <a:pt x="1469311" y="681212"/>
                </a:moveTo>
                <a:lnTo>
                  <a:pt x="1483482" y="661513"/>
                </a:lnTo>
                <a:moveTo>
                  <a:pt x="1790075" y="629154"/>
                </a:moveTo>
                <a:lnTo>
                  <a:pt x="1902144" y="655152"/>
                </a:lnTo>
                <a:moveTo>
                  <a:pt x="564235" y="859068"/>
                </a:moveTo>
                <a:lnTo>
                  <a:pt x="616670" y="838630"/>
                </a:lnTo>
                <a:moveTo>
                  <a:pt x="1339813" y="840122"/>
                </a:moveTo>
                <a:lnTo>
                  <a:pt x="1419390" y="768143"/>
                </a:lnTo>
                <a:moveTo>
                  <a:pt x="1339813" y="840122"/>
                </a:moveTo>
                <a:lnTo>
                  <a:pt x="1423118" y="770206"/>
                </a:lnTo>
                <a:moveTo>
                  <a:pt x="1902144" y="655152"/>
                </a:moveTo>
                <a:lnTo>
                  <a:pt x="1989865" y="669517"/>
                </a:lnTo>
                <a:moveTo>
                  <a:pt x="1203830" y="643700"/>
                </a:moveTo>
                <a:lnTo>
                  <a:pt x="1252720" y="617952"/>
                </a:lnTo>
                <a:moveTo>
                  <a:pt x="1585546" y="627569"/>
                </a:moveTo>
                <a:lnTo>
                  <a:pt x="1532823" y="605758"/>
                </a:lnTo>
                <a:moveTo>
                  <a:pt x="1596381" y="912936"/>
                </a:moveTo>
                <a:lnTo>
                  <a:pt x="1611155" y="997610"/>
                </a:lnTo>
                <a:moveTo>
                  <a:pt x="1596381" y="912936"/>
                </a:moveTo>
                <a:lnTo>
                  <a:pt x="1612187" y="997452"/>
                </a:lnTo>
                <a:moveTo>
                  <a:pt x="1124961" y="604506"/>
                </a:moveTo>
                <a:lnTo>
                  <a:pt x="1203830" y="643700"/>
                </a:lnTo>
                <a:moveTo>
                  <a:pt x="1321652" y="713346"/>
                </a:moveTo>
                <a:lnTo>
                  <a:pt x="1469311" y="681212"/>
                </a:lnTo>
                <a:moveTo>
                  <a:pt x="547942" y="618581"/>
                </a:moveTo>
                <a:lnTo>
                  <a:pt x="606664" y="574813"/>
                </a:lnTo>
                <a:moveTo>
                  <a:pt x="1237736" y="777611"/>
                </a:moveTo>
                <a:lnTo>
                  <a:pt x="1246898" y="905655"/>
                </a:lnTo>
                <a:moveTo>
                  <a:pt x="360836" y="632428"/>
                </a:moveTo>
                <a:lnTo>
                  <a:pt x="433148" y="599364"/>
                </a:lnTo>
                <a:moveTo>
                  <a:pt x="930836" y="904168"/>
                </a:moveTo>
                <a:lnTo>
                  <a:pt x="974142" y="940186"/>
                </a:lnTo>
                <a:moveTo>
                  <a:pt x="1855142" y="665241"/>
                </a:moveTo>
                <a:lnTo>
                  <a:pt x="1902144" y="655152"/>
                </a:lnTo>
                <a:moveTo>
                  <a:pt x="1832286" y="1000230"/>
                </a:moveTo>
                <a:lnTo>
                  <a:pt x="1843830" y="1039460"/>
                </a:lnTo>
                <a:moveTo>
                  <a:pt x="469659" y="579845"/>
                </a:moveTo>
                <a:lnTo>
                  <a:pt x="547942" y="618581"/>
                </a:lnTo>
                <a:moveTo>
                  <a:pt x="1321652" y="713346"/>
                </a:moveTo>
                <a:lnTo>
                  <a:pt x="1419390" y="768143"/>
                </a:lnTo>
                <a:moveTo>
                  <a:pt x="1469311" y="681212"/>
                </a:moveTo>
                <a:lnTo>
                  <a:pt x="1439823" y="738509"/>
                </a:lnTo>
                <a:moveTo>
                  <a:pt x="1263263" y="679513"/>
                </a:moveTo>
                <a:lnTo>
                  <a:pt x="1321652" y="713346"/>
                </a:lnTo>
                <a:moveTo>
                  <a:pt x="526120" y="885931"/>
                </a:moveTo>
                <a:lnTo>
                  <a:pt x="504478" y="834816"/>
                </a:lnTo>
                <a:moveTo>
                  <a:pt x="1419390" y="768143"/>
                </a:moveTo>
                <a:lnTo>
                  <a:pt x="1469311" y="681212"/>
                </a:lnTo>
                <a:moveTo>
                  <a:pt x="903007" y="703664"/>
                </a:moveTo>
                <a:lnTo>
                  <a:pt x="977069" y="636458"/>
                </a:lnTo>
                <a:moveTo>
                  <a:pt x="1532823" y="605758"/>
                </a:moveTo>
                <a:lnTo>
                  <a:pt x="1551025" y="722630"/>
                </a:lnTo>
                <a:moveTo>
                  <a:pt x="1671693" y="566752"/>
                </a:moveTo>
                <a:lnTo>
                  <a:pt x="1752965" y="607825"/>
                </a:lnTo>
                <a:moveTo>
                  <a:pt x="1419390" y="768143"/>
                </a:moveTo>
                <a:lnTo>
                  <a:pt x="1439823" y="738509"/>
                </a:lnTo>
                <a:moveTo>
                  <a:pt x="403433" y="887062"/>
                </a:moveTo>
                <a:lnTo>
                  <a:pt x="428057" y="889805"/>
                </a:lnTo>
                <a:moveTo>
                  <a:pt x="1182294" y="861253"/>
                </a:moveTo>
                <a:lnTo>
                  <a:pt x="1246898" y="905655"/>
                </a:lnTo>
                <a:moveTo>
                  <a:pt x="1268873" y="797192"/>
                </a:moveTo>
                <a:lnTo>
                  <a:pt x="1339813" y="840122"/>
                </a:lnTo>
                <a:moveTo>
                  <a:pt x="1439823" y="738509"/>
                </a:moveTo>
                <a:lnTo>
                  <a:pt x="1423118" y="770206"/>
                </a:lnTo>
                <a:moveTo>
                  <a:pt x="1483482" y="661513"/>
                </a:moveTo>
                <a:lnTo>
                  <a:pt x="1494979" y="694237"/>
                </a:lnTo>
                <a:moveTo>
                  <a:pt x="2414435" y="637307"/>
                </a:moveTo>
                <a:lnTo>
                  <a:pt x="2412874" y="638363"/>
                </a:lnTo>
                <a:moveTo>
                  <a:pt x="606664" y="574813"/>
                </a:moveTo>
                <a:lnTo>
                  <a:pt x="663459" y="643719"/>
                </a:lnTo>
                <a:moveTo>
                  <a:pt x="1419390" y="768143"/>
                </a:moveTo>
                <a:lnTo>
                  <a:pt x="1423118" y="770206"/>
                </a:lnTo>
                <a:moveTo>
                  <a:pt x="1392356" y="871265"/>
                </a:moveTo>
                <a:lnTo>
                  <a:pt x="1514612" y="819271"/>
                </a:lnTo>
                <a:moveTo>
                  <a:pt x="181081" y="877133"/>
                </a:moveTo>
                <a:lnTo>
                  <a:pt x="272442" y="926093"/>
                </a:lnTo>
                <a:moveTo>
                  <a:pt x="180862" y="875227"/>
                </a:moveTo>
                <a:lnTo>
                  <a:pt x="272442" y="926093"/>
                </a:lnTo>
                <a:moveTo>
                  <a:pt x="663459" y="643719"/>
                </a:moveTo>
                <a:lnTo>
                  <a:pt x="721867" y="606982"/>
                </a:lnTo>
                <a:moveTo>
                  <a:pt x="1475664" y="956764"/>
                </a:moveTo>
                <a:lnTo>
                  <a:pt x="1536143" y="948179"/>
                </a:lnTo>
                <a:moveTo>
                  <a:pt x="2012482" y="983863"/>
                </a:moveTo>
                <a:lnTo>
                  <a:pt x="2010665" y="992112"/>
                </a:lnTo>
                <a:moveTo>
                  <a:pt x="2091789" y="940297"/>
                </a:moveTo>
                <a:lnTo>
                  <a:pt x="2089181" y="923676"/>
                </a:lnTo>
                <a:moveTo>
                  <a:pt x="663459" y="643719"/>
                </a:moveTo>
                <a:lnTo>
                  <a:pt x="788327" y="644507"/>
                </a:lnTo>
                <a:moveTo>
                  <a:pt x="272442" y="926093"/>
                </a:moveTo>
                <a:lnTo>
                  <a:pt x="403433" y="887062"/>
                </a:lnTo>
                <a:moveTo>
                  <a:pt x="1469311" y="681212"/>
                </a:moveTo>
                <a:lnTo>
                  <a:pt x="1494979" y="694237"/>
                </a:lnTo>
                <a:moveTo>
                  <a:pt x="2153854" y="603626"/>
                </a:moveTo>
                <a:lnTo>
                  <a:pt x="2218549" y="529096"/>
                </a:lnTo>
                <a:moveTo>
                  <a:pt x="2322240" y="470949"/>
                </a:moveTo>
                <a:lnTo>
                  <a:pt x="2366459" y="455886"/>
                </a:lnTo>
                <a:moveTo>
                  <a:pt x="1268873" y="797192"/>
                </a:moveTo>
                <a:lnTo>
                  <a:pt x="1321652" y="713346"/>
                </a:lnTo>
                <a:moveTo>
                  <a:pt x="1989865" y="669517"/>
                </a:moveTo>
                <a:lnTo>
                  <a:pt x="2024662" y="650197"/>
                </a:lnTo>
                <a:moveTo>
                  <a:pt x="1439823" y="738509"/>
                </a:moveTo>
                <a:lnTo>
                  <a:pt x="1494979" y="694237"/>
                </a:lnTo>
                <a:moveTo>
                  <a:pt x="822290" y="663026"/>
                </a:moveTo>
                <a:lnTo>
                  <a:pt x="903007" y="703664"/>
                </a:lnTo>
                <a:moveTo>
                  <a:pt x="2024662" y="650197"/>
                </a:moveTo>
                <a:lnTo>
                  <a:pt x="2153854" y="603626"/>
                </a:lnTo>
                <a:moveTo>
                  <a:pt x="708989" y="844885"/>
                </a:moveTo>
                <a:lnTo>
                  <a:pt x="728731" y="840097"/>
                </a:lnTo>
                <a:moveTo>
                  <a:pt x="2115144" y="926220"/>
                </a:moveTo>
                <a:lnTo>
                  <a:pt x="2191172" y="862528"/>
                </a:lnTo>
                <a:moveTo>
                  <a:pt x="403433" y="887062"/>
                </a:moveTo>
                <a:lnTo>
                  <a:pt x="417723" y="892099"/>
                </a:lnTo>
                <a:moveTo>
                  <a:pt x="1607852" y="611243"/>
                </a:moveTo>
                <a:lnTo>
                  <a:pt x="1671693" y="566752"/>
                </a:lnTo>
                <a:moveTo>
                  <a:pt x="2218549" y="529096"/>
                </a:moveTo>
                <a:lnTo>
                  <a:pt x="2341844" y="477914"/>
                </a:lnTo>
                <a:moveTo>
                  <a:pt x="1485150" y="921345"/>
                </a:moveTo>
                <a:lnTo>
                  <a:pt x="1536143" y="948179"/>
                </a:lnTo>
                <a:moveTo>
                  <a:pt x="1770652" y="605590"/>
                </a:moveTo>
                <a:lnTo>
                  <a:pt x="1790075" y="629154"/>
                </a:lnTo>
                <a:moveTo>
                  <a:pt x="2414435" y="637307"/>
                </a:moveTo>
                <a:lnTo>
                  <a:pt x="2457492" y="545861"/>
                </a:lnTo>
                <a:moveTo>
                  <a:pt x="977069" y="636458"/>
                </a:moveTo>
                <a:lnTo>
                  <a:pt x="1040042" y="663224"/>
                </a:lnTo>
                <a:moveTo>
                  <a:pt x="1601979" y="635510"/>
                </a:moveTo>
                <a:lnTo>
                  <a:pt x="1671693" y="566752"/>
                </a:lnTo>
                <a:moveTo>
                  <a:pt x="1752965" y="607825"/>
                </a:moveTo>
                <a:lnTo>
                  <a:pt x="1770652" y="605590"/>
                </a:lnTo>
                <a:moveTo>
                  <a:pt x="1203830" y="643700"/>
                </a:moveTo>
                <a:lnTo>
                  <a:pt x="1263263" y="679513"/>
                </a:lnTo>
                <a:moveTo>
                  <a:pt x="2115144" y="926220"/>
                </a:moveTo>
                <a:lnTo>
                  <a:pt x="2194563" y="863201"/>
                </a:lnTo>
                <a:moveTo>
                  <a:pt x="736480" y="840320"/>
                </a:moveTo>
                <a:lnTo>
                  <a:pt x="728731" y="840097"/>
                </a:lnTo>
                <a:moveTo>
                  <a:pt x="1727731" y="940954"/>
                </a:moveTo>
                <a:lnTo>
                  <a:pt x="1720852" y="974882"/>
                </a:lnTo>
                <a:moveTo>
                  <a:pt x="1720852" y="974882"/>
                </a:moveTo>
                <a:lnTo>
                  <a:pt x="1832286" y="1000230"/>
                </a:lnTo>
                <a:moveTo>
                  <a:pt x="849563" y="878429"/>
                </a:moveTo>
                <a:lnTo>
                  <a:pt x="930836" y="904168"/>
                </a:lnTo>
                <a:moveTo>
                  <a:pt x="1237736" y="777611"/>
                </a:moveTo>
                <a:lnTo>
                  <a:pt x="1321652" y="713346"/>
                </a:lnTo>
                <a:moveTo>
                  <a:pt x="1485150" y="921345"/>
                </a:moveTo>
                <a:lnTo>
                  <a:pt x="1514612" y="819271"/>
                </a:lnTo>
                <a:moveTo>
                  <a:pt x="2322240" y="470949"/>
                </a:moveTo>
                <a:lnTo>
                  <a:pt x="2341844" y="477914"/>
                </a:lnTo>
                <a:moveTo>
                  <a:pt x="1423118" y="770206"/>
                </a:moveTo>
                <a:lnTo>
                  <a:pt x="1514612" y="819271"/>
                </a:lnTo>
                <a:moveTo>
                  <a:pt x="417723" y="892099"/>
                </a:moveTo>
                <a:lnTo>
                  <a:pt x="428057" y="889805"/>
                </a:lnTo>
                <a:moveTo>
                  <a:pt x="663459" y="643719"/>
                </a:moveTo>
                <a:lnTo>
                  <a:pt x="802320" y="680286"/>
                </a:lnTo>
                <a:moveTo>
                  <a:pt x="1064089" y="950625"/>
                </a:moveTo>
                <a:lnTo>
                  <a:pt x="1101566" y="932675"/>
                </a:lnTo>
                <a:moveTo>
                  <a:pt x="823069" y="771730"/>
                </a:moveTo>
                <a:lnTo>
                  <a:pt x="822290" y="663026"/>
                </a:lnTo>
                <a:moveTo>
                  <a:pt x="1483482" y="661513"/>
                </a:moveTo>
                <a:lnTo>
                  <a:pt x="1551025" y="722630"/>
                </a:lnTo>
                <a:moveTo>
                  <a:pt x="1237736" y="777611"/>
                </a:moveTo>
                <a:lnTo>
                  <a:pt x="1263263" y="679513"/>
                </a:lnTo>
                <a:moveTo>
                  <a:pt x="2354658" y="715682"/>
                </a:moveTo>
                <a:lnTo>
                  <a:pt x="2412874" y="638363"/>
                </a:lnTo>
                <a:moveTo>
                  <a:pt x="823069" y="771730"/>
                </a:moveTo>
                <a:lnTo>
                  <a:pt x="849563" y="878429"/>
                </a:lnTo>
                <a:moveTo>
                  <a:pt x="822290" y="663026"/>
                </a:moveTo>
                <a:lnTo>
                  <a:pt x="847044" y="785021"/>
                </a:lnTo>
                <a:moveTo>
                  <a:pt x="1720852" y="974882"/>
                </a:moveTo>
                <a:lnTo>
                  <a:pt x="1770142" y="964005"/>
                </a:lnTo>
                <a:moveTo>
                  <a:pt x="272442" y="926093"/>
                </a:moveTo>
                <a:lnTo>
                  <a:pt x="417723" y="892099"/>
                </a:lnTo>
                <a:moveTo>
                  <a:pt x="2354658" y="715682"/>
                </a:moveTo>
                <a:lnTo>
                  <a:pt x="2353890" y="720293"/>
                </a:lnTo>
                <a:moveTo>
                  <a:pt x="849563" y="878429"/>
                </a:moveTo>
                <a:lnTo>
                  <a:pt x="847044" y="785021"/>
                </a:lnTo>
                <a:moveTo>
                  <a:pt x="1154451" y="678868"/>
                </a:moveTo>
                <a:lnTo>
                  <a:pt x="1124961" y="604506"/>
                </a:lnTo>
                <a:moveTo>
                  <a:pt x="1671693" y="566752"/>
                </a:moveTo>
                <a:lnTo>
                  <a:pt x="1689521" y="683332"/>
                </a:lnTo>
                <a:moveTo>
                  <a:pt x="244649" y="931802"/>
                </a:moveTo>
                <a:lnTo>
                  <a:pt x="181081" y="877133"/>
                </a:lnTo>
                <a:moveTo>
                  <a:pt x="1485150" y="921345"/>
                </a:moveTo>
                <a:lnTo>
                  <a:pt x="1612429" y="873277"/>
                </a:lnTo>
                <a:moveTo>
                  <a:pt x="180025" y="876703"/>
                </a:moveTo>
                <a:lnTo>
                  <a:pt x="244649" y="931802"/>
                </a:lnTo>
                <a:moveTo>
                  <a:pt x="1439823" y="738509"/>
                </a:moveTo>
                <a:lnTo>
                  <a:pt x="1551025" y="722630"/>
                </a:lnTo>
                <a:moveTo>
                  <a:pt x="1596381" y="912936"/>
                </a:moveTo>
                <a:lnTo>
                  <a:pt x="1720852" y="974882"/>
                </a:lnTo>
                <a:moveTo>
                  <a:pt x="495411" y="658626"/>
                </a:moveTo>
                <a:lnTo>
                  <a:pt x="469659" y="579845"/>
                </a:lnTo>
                <a:moveTo>
                  <a:pt x="823069" y="771730"/>
                </a:moveTo>
                <a:lnTo>
                  <a:pt x="728731" y="840097"/>
                </a:lnTo>
                <a:moveTo>
                  <a:pt x="1237736" y="777611"/>
                </a:moveTo>
                <a:lnTo>
                  <a:pt x="1268873" y="797192"/>
                </a:lnTo>
                <a:moveTo>
                  <a:pt x="1423118" y="770206"/>
                </a:moveTo>
                <a:lnTo>
                  <a:pt x="1551025" y="722630"/>
                </a:lnTo>
                <a:moveTo>
                  <a:pt x="1752965" y="607825"/>
                </a:moveTo>
                <a:lnTo>
                  <a:pt x="1790075" y="629154"/>
                </a:lnTo>
                <a:moveTo>
                  <a:pt x="2341844" y="477914"/>
                </a:moveTo>
                <a:lnTo>
                  <a:pt x="2366459" y="455886"/>
                </a:lnTo>
                <a:moveTo>
                  <a:pt x="744400" y="727239"/>
                </a:moveTo>
                <a:lnTo>
                  <a:pt x="802320" y="680286"/>
                </a:lnTo>
                <a:moveTo>
                  <a:pt x="1727731" y="940954"/>
                </a:moveTo>
                <a:lnTo>
                  <a:pt x="1770142" y="964005"/>
                </a:lnTo>
                <a:moveTo>
                  <a:pt x="1770142" y="964005"/>
                </a:moveTo>
                <a:lnTo>
                  <a:pt x="1832286" y="1000230"/>
                </a:lnTo>
                <a:moveTo>
                  <a:pt x="1790075" y="629154"/>
                </a:moveTo>
                <a:lnTo>
                  <a:pt x="1855142" y="665241"/>
                </a:lnTo>
                <a:moveTo>
                  <a:pt x="802320" y="680286"/>
                </a:moveTo>
                <a:lnTo>
                  <a:pt x="823069" y="771730"/>
                </a:lnTo>
                <a:moveTo>
                  <a:pt x="708989" y="844885"/>
                </a:moveTo>
                <a:lnTo>
                  <a:pt x="736480" y="840320"/>
                </a:lnTo>
                <a:moveTo>
                  <a:pt x="930836" y="904168"/>
                </a:moveTo>
                <a:lnTo>
                  <a:pt x="1064089" y="950625"/>
                </a:lnTo>
                <a:moveTo>
                  <a:pt x="2354658" y="715682"/>
                </a:moveTo>
                <a:lnTo>
                  <a:pt x="2414435" y="637307"/>
                </a:lnTo>
                <a:moveTo>
                  <a:pt x="1855142" y="665241"/>
                </a:moveTo>
                <a:lnTo>
                  <a:pt x="1989865" y="669517"/>
                </a:lnTo>
                <a:moveTo>
                  <a:pt x="670395" y="684769"/>
                </a:moveTo>
                <a:lnTo>
                  <a:pt x="802320" y="680286"/>
                </a:lnTo>
                <a:moveTo>
                  <a:pt x="1494979" y="694237"/>
                </a:moveTo>
                <a:lnTo>
                  <a:pt x="1551025" y="722630"/>
                </a:lnTo>
                <a:moveTo>
                  <a:pt x="1536143" y="948179"/>
                </a:moveTo>
                <a:lnTo>
                  <a:pt x="1596381" y="912936"/>
                </a:lnTo>
                <a:moveTo>
                  <a:pt x="547942" y="618581"/>
                </a:moveTo>
                <a:lnTo>
                  <a:pt x="663459" y="643719"/>
                </a:lnTo>
                <a:moveTo>
                  <a:pt x="1596381" y="912936"/>
                </a:moveTo>
                <a:lnTo>
                  <a:pt x="1727731" y="940954"/>
                </a:lnTo>
                <a:moveTo>
                  <a:pt x="1101566" y="932675"/>
                </a:moveTo>
                <a:lnTo>
                  <a:pt x="1182294" y="861253"/>
                </a:lnTo>
                <a:moveTo>
                  <a:pt x="1536143" y="948179"/>
                </a:moveTo>
                <a:lnTo>
                  <a:pt x="1612429" y="873277"/>
                </a:lnTo>
                <a:moveTo>
                  <a:pt x="2024662" y="650197"/>
                </a:moveTo>
                <a:lnTo>
                  <a:pt x="2085546" y="675330"/>
                </a:lnTo>
                <a:moveTo>
                  <a:pt x="360836" y="632428"/>
                </a:moveTo>
                <a:lnTo>
                  <a:pt x="373666" y="629907"/>
                </a:lnTo>
                <a:moveTo>
                  <a:pt x="180025" y="876703"/>
                </a:moveTo>
                <a:lnTo>
                  <a:pt x="244817" y="904496"/>
                </a:lnTo>
                <a:moveTo>
                  <a:pt x="180076" y="876347"/>
                </a:moveTo>
                <a:lnTo>
                  <a:pt x="244817" y="904496"/>
                </a:lnTo>
                <a:moveTo>
                  <a:pt x="1040042" y="663224"/>
                </a:moveTo>
                <a:lnTo>
                  <a:pt x="1086819" y="629073"/>
                </a:lnTo>
                <a:moveTo>
                  <a:pt x="1629434" y="882827"/>
                </a:moveTo>
                <a:lnTo>
                  <a:pt x="1727731" y="940954"/>
                </a:lnTo>
                <a:moveTo>
                  <a:pt x="1727731" y="940954"/>
                </a:moveTo>
                <a:lnTo>
                  <a:pt x="1759308" y="840533"/>
                </a:lnTo>
                <a:moveTo>
                  <a:pt x="2078520" y="682235"/>
                </a:moveTo>
                <a:lnTo>
                  <a:pt x="2024662" y="650197"/>
                </a:lnTo>
                <a:moveTo>
                  <a:pt x="2218549" y="529096"/>
                </a:moveTo>
                <a:lnTo>
                  <a:pt x="2273371" y="549490"/>
                </a:lnTo>
                <a:moveTo>
                  <a:pt x="244649" y="931802"/>
                </a:moveTo>
                <a:lnTo>
                  <a:pt x="272442" y="926093"/>
                </a:lnTo>
                <a:moveTo>
                  <a:pt x="1182294" y="861253"/>
                </a:moveTo>
                <a:lnTo>
                  <a:pt x="1237736" y="777611"/>
                </a:lnTo>
                <a:moveTo>
                  <a:pt x="1514612" y="819271"/>
                </a:moveTo>
                <a:lnTo>
                  <a:pt x="1612429" y="873277"/>
                </a:lnTo>
                <a:moveTo>
                  <a:pt x="428057" y="889805"/>
                </a:moveTo>
                <a:lnTo>
                  <a:pt x="526120" y="885931"/>
                </a:lnTo>
                <a:moveTo>
                  <a:pt x="1514612" y="819271"/>
                </a:moveTo>
                <a:lnTo>
                  <a:pt x="1551025" y="722630"/>
                </a:lnTo>
                <a:moveTo>
                  <a:pt x="849563" y="878429"/>
                </a:moveTo>
                <a:lnTo>
                  <a:pt x="935349" y="831591"/>
                </a:lnTo>
                <a:moveTo>
                  <a:pt x="1585546" y="627569"/>
                </a:moveTo>
                <a:lnTo>
                  <a:pt x="1607852" y="611243"/>
                </a:lnTo>
                <a:moveTo>
                  <a:pt x="2212506" y="859655"/>
                </a:moveTo>
                <a:lnTo>
                  <a:pt x="2202212" y="857947"/>
                </a:lnTo>
                <a:moveTo>
                  <a:pt x="2287514" y="788297"/>
                </a:moveTo>
                <a:lnTo>
                  <a:pt x="2281739" y="795860"/>
                </a:lnTo>
                <a:moveTo>
                  <a:pt x="1585546" y="627569"/>
                </a:moveTo>
                <a:lnTo>
                  <a:pt x="1551025" y="722630"/>
                </a:lnTo>
                <a:moveTo>
                  <a:pt x="1585546" y="627569"/>
                </a:moveTo>
                <a:lnTo>
                  <a:pt x="1586908" y="648180"/>
                </a:lnTo>
                <a:moveTo>
                  <a:pt x="1086819" y="629073"/>
                </a:moveTo>
                <a:lnTo>
                  <a:pt x="1154451" y="678868"/>
                </a:lnTo>
                <a:moveTo>
                  <a:pt x="2470628" y="441245"/>
                </a:moveTo>
                <a:lnTo>
                  <a:pt x="2457492" y="545861"/>
                </a:lnTo>
                <a:moveTo>
                  <a:pt x="1585546" y="627569"/>
                </a:moveTo>
                <a:lnTo>
                  <a:pt x="1594016" y="631133"/>
                </a:lnTo>
                <a:moveTo>
                  <a:pt x="547942" y="618581"/>
                </a:moveTo>
                <a:lnTo>
                  <a:pt x="637869" y="666420"/>
                </a:lnTo>
                <a:moveTo>
                  <a:pt x="1773877" y="731761"/>
                </a:moveTo>
                <a:lnTo>
                  <a:pt x="1790075" y="629154"/>
                </a:lnTo>
                <a:moveTo>
                  <a:pt x="1827962" y="955051"/>
                </a:moveTo>
                <a:lnTo>
                  <a:pt x="1832286" y="1000230"/>
                </a:lnTo>
                <a:moveTo>
                  <a:pt x="1612429" y="873277"/>
                </a:moveTo>
                <a:lnTo>
                  <a:pt x="1596381" y="912936"/>
                </a:lnTo>
                <a:moveTo>
                  <a:pt x="1596381" y="912936"/>
                </a:moveTo>
                <a:lnTo>
                  <a:pt x="1629434" y="882827"/>
                </a:lnTo>
                <a:moveTo>
                  <a:pt x="2366459" y="455886"/>
                </a:moveTo>
                <a:lnTo>
                  <a:pt x="2470628" y="441245"/>
                </a:lnTo>
                <a:moveTo>
                  <a:pt x="1752965" y="607825"/>
                </a:moveTo>
                <a:lnTo>
                  <a:pt x="1773877" y="731761"/>
                </a:lnTo>
                <a:moveTo>
                  <a:pt x="903007" y="703664"/>
                </a:moveTo>
                <a:lnTo>
                  <a:pt x="1040042" y="663224"/>
                </a:lnTo>
                <a:moveTo>
                  <a:pt x="2212506" y="859655"/>
                </a:moveTo>
                <a:lnTo>
                  <a:pt x="2194563" y="863201"/>
                </a:lnTo>
                <a:moveTo>
                  <a:pt x="1514612" y="819271"/>
                </a:moveTo>
                <a:lnTo>
                  <a:pt x="1649630" y="777254"/>
                </a:lnTo>
                <a:moveTo>
                  <a:pt x="1594016" y="631133"/>
                </a:moveTo>
                <a:lnTo>
                  <a:pt x="1607852" y="611243"/>
                </a:lnTo>
                <a:moveTo>
                  <a:pt x="2287514" y="788297"/>
                </a:moveTo>
                <a:lnTo>
                  <a:pt x="2353890" y="720293"/>
                </a:lnTo>
                <a:moveTo>
                  <a:pt x="736480" y="840320"/>
                </a:moveTo>
                <a:lnTo>
                  <a:pt x="823069" y="771730"/>
                </a:lnTo>
                <a:moveTo>
                  <a:pt x="847044" y="785021"/>
                </a:moveTo>
                <a:lnTo>
                  <a:pt x="903007" y="703664"/>
                </a:lnTo>
                <a:moveTo>
                  <a:pt x="417723" y="892099"/>
                </a:moveTo>
                <a:lnTo>
                  <a:pt x="526120" y="885931"/>
                </a:lnTo>
                <a:moveTo>
                  <a:pt x="433148" y="599364"/>
                </a:moveTo>
                <a:lnTo>
                  <a:pt x="495411" y="658626"/>
                </a:lnTo>
                <a:moveTo>
                  <a:pt x="1612429" y="873277"/>
                </a:moveTo>
                <a:lnTo>
                  <a:pt x="1629434" y="882827"/>
                </a:lnTo>
                <a:moveTo>
                  <a:pt x="1607852" y="611243"/>
                </a:moveTo>
                <a:lnTo>
                  <a:pt x="1601979" y="635510"/>
                </a:lnTo>
                <a:moveTo>
                  <a:pt x="1797356" y="745171"/>
                </a:moveTo>
                <a:lnTo>
                  <a:pt x="1855142" y="665241"/>
                </a:lnTo>
                <a:moveTo>
                  <a:pt x="1773877" y="731761"/>
                </a:moveTo>
                <a:lnTo>
                  <a:pt x="1855142" y="665241"/>
                </a:lnTo>
                <a:moveTo>
                  <a:pt x="1586908" y="648180"/>
                </a:moveTo>
                <a:lnTo>
                  <a:pt x="1551025" y="722630"/>
                </a:lnTo>
                <a:moveTo>
                  <a:pt x="637869" y="666420"/>
                </a:moveTo>
                <a:lnTo>
                  <a:pt x="663459" y="643719"/>
                </a:lnTo>
                <a:moveTo>
                  <a:pt x="1689521" y="683332"/>
                </a:moveTo>
                <a:lnTo>
                  <a:pt x="1752965" y="607825"/>
                </a:lnTo>
                <a:moveTo>
                  <a:pt x="373666" y="629907"/>
                </a:moveTo>
                <a:lnTo>
                  <a:pt x="433148" y="599364"/>
                </a:lnTo>
                <a:moveTo>
                  <a:pt x="1629434" y="882827"/>
                </a:moveTo>
                <a:lnTo>
                  <a:pt x="1759308" y="840533"/>
                </a:lnTo>
                <a:moveTo>
                  <a:pt x="663459" y="643719"/>
                </a:moveTo>
                <a:lnTo>
                  <a:pt x="670395" y="684769"/>
                </a:lnTo>
                <a:moveTo>
                  <a:pt x="526120" y="885931"/>
                </a:moveTo>
                <a:lnTo>
                  <a:pt x="564235" y="859068"/>
                </a:lnTo>
                <a:moveTo>
                  <a:pt x="1770142" y="964005"/>
                </a:moveTo>
                <a:lnTo>
                  <a:pt x="1827962" y="955051"/>
                </a:lnTo>
                <a:moveTo>
                  <a:pt x="1594016" y="631133"/>
                </a:moveTo>
                <a:lnTo>
                  <a:pt x="1586908" y="648180"/>
                </a:lnTo>
                <a:moveTo>
                  <a:pt x="1586908" y="648180"/>
                </a:moveTo>
                <a:lnTo>
                  <a:pt x="1601979" y="635510"/>
                </a:lnTo>
                <a:moveTo>
                  <a:pt x="1043128" y="893387"/>
                </a:moveTo>
                <a:lnTo>
                  <a:pt x="1064089" y="950625"/>
                </a:lnTo>
                <a:moveTo>
                  <a:pt x="315234" y="709332"/>
                </a:moveTo>
                <a:lnTo>
                  <a:pt x="360836" y="632428"/>
                </a:lnTo>
                <a:moveTo>
                  <a:pt x="1594016" y="631133"/>
                </a:moveTo>
                <a:lnTo>
                  <a:pt x="1601979" y="635510"/>
                </a:lnTo>
                <a:moveTo>
                  <a:pt x="1154451" y="678868"/>
                </a:moveTo>
                <a:lnTo>
                  <a:pt x="1203830" y="643700"/>
                </a:lnTo>
                <a:moveTo>
                  <a:pt x="2212506" y="859655"/>
                </a:moveTo>
                <a:lnTo>
                  <a:pt x="2281739" y="795860"/>
                </a:lnTo>
                <a:moveTo>
                  <a:pt x="1629434" y="882827"/>
                </a:moveTo>
                <a:lnTo>
                  <a:pt x="1704379" y="808610"/>
                </a:lnTo>
                <a:moveTo>
                  <a:pt x="1158957" y="726359"/>
                </a:moveTo>
                <a:lnTo>
                  <a:pt x="1263263" y="679513"/>
                </a:lnTo>
                <a:moveTo>
                  <a:pt x="180076" y="876347"/>
                </a:moveTo>
                <a:lnTo>
                  <a:pt x="271305" y="800096"/>
                </a:lnTo>
                <a:moveTo>
                  <a:pt x="1937703" y="707321"/>
                </a:moveTo>
                <a:lnTo>
                  <a:pt x="1989865" y="669517"/>
                </a:lnTo>
                <a:moveTo>
                  <a:pt x="1612429" y="873277"/>
                </a:moveTo>
                <a:lnTo>
                  <a:pt x="1649630" y="777254"/>
                </a:lnTo>
                <a:moveTo>
                  <a:pt x="1704379" y="808610"/>
                </a:moveTo>
                <a:lnTo>
                  <a:pt x="1759308" y="840533"/>
                </a:lnTo>
                <a:moveTo>
                  <a:pt x="495411" y="658626"/>
                </a:moveTo>
                <a:lnTo>
                  <a:pt x="547942" y="618581"/>
                </a:lnTo>
                <a:moveTo>
                  <a:pt x="1649630" y="777254"/>
                </a:moveTo>
                <a:lnTo>
                  <a:pt x="1629434" y="882827"/>
                </a:lnTo>
                <a:moveTo>
                  <a:pt x="1551025" y="722630"/>
                </a:moveTo>
                <a:lnTo>
                  <a:pt x="1649630" y="777254"/>
                </a:lnTo>
                <a:moveTo>
                  <a:pt x="245946" y="797776"/>
                </a:moveTo>
                <a:lnTo>
                  <a:pt x="271305" y="800096"/>
                </a:lnTo>
                <a:moveTo>
                  <a:pt x="2085546" y="675330"/>
                </a:moveTo>
                <a:lnTo>
                  <a:pt x="2153854" y="603626"/>
                </a:lnTo>
                <a:moveTo>
                  <a:pt x="310065" y="718327"/>
                </a:moveTo>
                <a:lnTo>
                  <a:pt x="315234" y="709332"/>
                </a:lnTo>
                <a:moveTo>
                  <a:pt x="271305" y="800096"/>
                </a:moveTo>
                <a:lnTo>
                  <a:pt x="310065" y="718327"/>
                </a:lnTo>
                <a:moveTo>
                  <a:pt x="2254561" y="822301"/>
                </a:moveTo>
                <a:lnTo>
                  <a:pt x="2281739" y="795860"/>
                </a:lnTo>
                <a:moveTo>
                  <a:pt x="2341844" y="477914"/>
                </a:moveTo>
                <a:lnTo>
                  <a:pt x="2470628" y="441245"/>
                </a:lnTo>
                <a:moveTo>
                  <a:pt x="1727731" y="940954"/>
                </a:moveTo>
                <a:lnTo>
                  <a:pt x="1846238" y="886029"/>
                </a:lnTo>
                <a:moveTo>
                  <a:pt x="744400" y="727239"/>
                </a:moveTo>
                <a:lnTo>
                  <a:pt x="823069" y="771730"/>
                </a:lnTo>
                <a:moveTo>
                  <a:pt x="1759308" y="840533"/>
                </a:moveTo>
                <a:lnTo>
                  <a:pt x="1797356" y="745171"/>
                </a:lnTo>
                <a:moveTo>
                  <a:pt x="1855142" y="665241"/>
                </a:moveTo>
                <a:lnTo>
                  <a:pt x="1937703" y="707321"/>
                </a:lnTo>
                <a:moveTo>
                  <a:pt x="1989865" y="669517"/>
                </a:moveTo>
                <a:lnTo>
                  <a:pt x="2078520" y="682235"/>
                </a:lnTo>
                <a:moveTo>
                  <a:pt x="1043128" y="893387"/>
                </a:moveTo>
                <a:lnTo>
                  <a:pt x="1101566" y="932675"/>
                </a:lnTo>
                <a:moveTo>
                  <a:pt x="670395" y="684769"/>
                </a:moveTo>
                <a:lnTo>
                  <a:pt x="744400" y="727239"/>
                </a:lnTo>
                <a:moveTo>
                  <a:pt x="823069" y="771730"/>
                </a:moveTo>
                <a:lnTo>
                  <a:pt x="847044" y="785021"/>
                </a:lnTo>
                <a:moveTo>
                  <a:pt x="1551025" y="722630"/>
                </a:moveTo>
                <a:lnTo>
                  <a:pt x="1689521" y="683332"/>
                </a:lnTo>
                <a:moveTo>
                  <a:pt x="1586908" y="648180"/>
                </a:moveTo>
                <a:lnTo>
                  <a:pt x="1689521" y="683332"/>
                </a:lnTo>
                <a:moveTo>
                  <a:pt x="1649630" y="777254"/>
                </a:moveTo>
                <a:lnTo>
                  <a:pt x="1704379" y="808610"/>
                </a:lnTo>
                <a:moveTo>
                  <a:pt x="2153854" y="603626"/>
                </a:moveTo>
                <a:lnTo>
                  <a:pt x="2273371" y="549490"/>
                </a:lnTo>
                <a:moveTo>
                  <a:pt x="1704379" y="808610"/>
                </a:moveTo>
                <a:lnTo>
                  <a:pt x="1797356" y="745171"/>
                </a:lnTo>
                <a:moveTo>
                  <a:pt x="637869" y="666420"/>
                </a:moveTo>
                <a:lnTo>
                  <a:pt x="670395" y="684769"/>
                </a:lnTo>
                <a:moveTo>
                  <a:pt x="1601979" y="635510"/>
                </a:moveTo>
                <a:lnTo>
                  <a:pt x="1689521" y="683332"/>
                </a:lnTo>
                <a:moveTo>
                  <a:pt x="1704379" y="808610"/>
                </a:moveTo>
                <a:lnTo>
                  <a:pt x="1773877" y="731761"/>
                </a:lnTo>
                <a:moveTo>
                  <a:pt x="1770142" y="964005"/>
                </a:moveTo>
                <a:lnTo>
                  <a:pt x="1846238" y="886029"/>
                </a:lnTo>
                <a:moveTo>
                  <a:pt x="1773877" y="731761"/>
                </a:moveTo>
                <a:lnTo>
                  <a:pt x="1797356" y="745171"/>
                </a:lnTo>
                <a:moveTo>
                  <a:pt x="272442" y="926093"/>
                </a:moveTo>
                <a:lnTo>
                  <a:pt x="335255" y="952734"/>
                </a:lnTo>
                <a:moveTo>
                  <a:pt x="1158957" y="726359"/>
                </a:moveTo>
                <a:lnTo>
                  <a:pt x="1203830" y="643700"/>
                </a:lnTo>
                <a:moveTo>
                  <a:pt x="1689521" y="683332"/>
                </a:moveTo>
                <a:lnTo>
                  <a:pt x="1704379" y="808610"/>
                </a:lnTo>
                <a:moveTo>
                  <a:pt x="1041368" y="878302"/>
                </a:moveTo>
                <a:lnTo>
                  <a:pt x="1101566" y="932675"/>
                </a:lnTo>
                <a:moveTo>
                  <a:pt x="2464344" y="539620"/>
                </a:moveTo>
                <a:lnTo>
                  <a:pt x="2414435" y="637307"/>
                </a:lnTo>
                <a:moveTo>
                  <a:pt x="2273371" y="549490"/>
                </a:moveTo>
                <a:lnTo>
                  <a:pt x="2341844" y="477914"/>
                </a:lnTo>
                <a:moveTo>
                  <a:pt x="1649630" y="777254"/>
                </a:moveTo>
                <a:lnTo>
                  <a:pt x="1689521" y="683332"/>
                </a:lnTo>
                <a:moveTo>
                  <a:pt x="2464344" y="539620"/>
                </a:moveTo>
                <a:lnTo>
                  <a:pt x="2457492" y="545861"/>
                </a:lnTo>
                <a:moveTo>
                  <a:pt x="2012482" y="983863"/>
                </a:moveTo>
                <a:lnTo>
                  <a:pt x="2091789" y="940297"/>
                </a:lnTo>
                <a:moveTo>
                  <a:pt x="1689521" y="683332"/>
                </a:moveTo>
                <a:lnTo>
                  <a:pt x="1773877" y="731761"/>
                </a:lnTo>
                <a:moveTo>
                  <a:pt x="335255" y="952734"/>
                </a:moveTo>
                <a:lnTo>
                  <a:pt x="417723" y="892099"/>
                </a:lnTo>
                <a:moveTo>
                  <a:pt x="2091789" y="940297"/>
                </a:moveTo>
                <a:lnTo>
                  <a:pt x="2115144" y="926220"/>
                </a:lnTo>
                <a:moveTo>
                  <a:pt x="1040042" y="663224"/>
                </a:moveTo>
                <a:lnTo>
                  <a:pt x="1154451" y="678868"/>
                </a:lnTo>
                <a:moveTo>
                  <a:pt x="903007" y="703664"/>
                </a:moveTo>
                <a:lnTo>
                  <a:pt x="976513" y="738666"/>
                </a:lnTo>
                <a:moveTo>
                  <a:pt x="244817" y="904496"/>
                </a:moveTo>
                <a:lnTo>
                  <a:pt x="244649" y="931802"/>
                </a:lnTo>
                <a:moveTo>
                  <a:pt x="930836" y="904168"/>
                </a:moveTo>
                <a:lnTo>
                  <a:pt x="1043128" y="893387"/>
                </a:lnTo>
                <a:moveTo>
                  <a:pt x="1158957" y="726359"/>
                </a:moveTo>
                <a:lnTo>
                  <a:pt x="1237736" y="777611"/>
                </a:lnTo>
                <a:moveTo>
                  <a:pt x="1759308" y="840533"/>
                </a:moveTo>
                <a:lnTo>
                  <a:pt x="1846238" y="886029"/>
                </a:lnTo>
                <a:moveTo>
                  <a:pt x="321175" y="965910"/>
                </a:moveTo>
                <a:lnTo>
                  <a:pt x="272442" y="926093"/>
                </a:lnTo>
                <a:moveTo>
                  <a:pt x="2416626" y="626994"/>
                </a:moveTo>
                <a:lnTo>
                  <a:pt x="2414435" y="637307"/>
                </a:lnTo>
                <a:moveTo>
                  <a:pt x="935349" y="831591"/>
                </a:moveTo>
                <a:lnTo>
                  <a:pt x="930836" y="904168"/>
                </a:lnTo>
                <a:moveTo>
                  <a:pt x="1797356" y="745171"/>
                </a:moveTo>
                <a:lnTo>
                  <a:pt x="1937703" y="707321"/>
                </a:lnTo>
                <a:moveTo>
                  <a:pt x="2119928" y="925352"/>
                </a:moveTo>
                <a:lnTo>
                  <a:pt x="2115144" y="926220"/>
                </a:lnTo>
                <a:moveTo>
                  <a:pt x="2287514" y="788297"/>
                </a:moveTo>
                <a:lnTo>
                  <a:pt x="2354658" y="715682"/>
                </a:lnTo>
                <a:moveTo>
                  <a:pt x="930836" y="904168"/>
                </a:moveTo>
                <a:lnTo>
                  <a:pt x="1028884" y="884370"/>
                </a:lnTo>
                <a:moveTo>
                  <a:pt x="1116567" y="816309"/>
                </a:moveTo>
                <a:lnTo>
                  <a:pt x="1101566" y="932675"/>
                </a:lnTo>
                <a:moveTo>
                  <a:pt x="1759308" y="840533"/>
                </a:moveTo>
                <a:lnTo>
                  <a:pt x="1884651" y="790953"/>
                </a:lnTo>
                <a:moveTo>
                  <a:pt x="1846238" y="886029"/>
                </a:moveTo>
                <a:lnTo>
                  <a:pt x="1827962" y="955051"/>
                </a:lnTo>
                <a:moveTo>
                  <a:pt x="526700" y="712580"/>
                </a:moveTo>
                <a:lnTo>
                  <a:pt x="547942" y="618581"/>
                </a:lnTo>
                <a:moveTo>
                  <a:pt x="1116567" y="816309"/>
                </a:moveTo>
                <a:lnTo>
                  <a:pt x="1237736" y="777611"/>
                </a:lnTo>
                <a:moveTo>
                  <a:pt x="847044" y="785021"/>
                </a:moveTo>
                <a:lnTo>
                  <a:pt x="935349" y="831591"/>
                </a:lnTo>
                <a:moveTo>
                  <a:pt x="2153854" y="603626"/>
                </a:moveTo>
                <a:lnTo>
                  <a:pt x="2212027" y="626640"/>
                </a:lnTo>
                <a:moveTo>
                  <a:pt x="976513" y="738666"/>
                </a:moveTo>
                <a:lnTo>
                  <a:pt x="1040042" y="663224"/>
                </a:lnTo>
                <a:moveTo>
                  <a:pt x="547942" y="618581"/>
                </a:moveTo>
                <a:lnTo>
                  <a:pt x="560648" y="731157"/>
                </a:lnTo>
                <a:moveTo>
                  <a:pt x="1116567" y="816309"/>
                </a:moveTo>
                <a:lnTo>
                  <a:pt x="1182294" y="861253"/>
                </a:lnTo>
                <a:moveTo>
                  <a:pt x="847044" y="785021"/>
                </a:moveTo>
                <a:lnTo>
                  <a:pt x="976513" y="738666"/>
                </a:lnTo>
                <a:moveTo>
                  <a:pt x="1797356" y="745171"/>
                </a:moveTo>
                <a:lnTo>
                  <a:pt x="1884651" y="790953"/>
                </a:lnTo>
                <a:moveTo>
                  <a:pt x="373666" y="629907"/>
                </a:moveTo>
                <a:lnTo>
                  <a:pt x="495411" y="658626"/>
                </a:lnTo>
                <a:moveTo>
                  <a:pt x="1937703" y="707321"/>
                </a:moveTo>
                <a:lnTo>
                  <a:pt x="2078520" y="682235"/>
                </a:lnTo>
                <a:moveTo>
                  <a:pt x="2078520" y="682235"/>
                </a:moveTo>
                <a:lnTo>
                  <a:pt x="2085546" y="675330"/>
                </a:lnTo>
                <a:moveTo>
                  <a:pt x="2212506" y="859655"/>
                </a:moveTo>
                <a:lnTo>
                  <a:pt x="2115144" y="926220"/>
                </a:lnTo>
                <a:moveTo>
                  <a:pt x="678605" y="786077"/>
                </a:moveTo>
                <a:lnTo>
                  <a:pt x="744400" y="727239"/>
                </a:lnTo>
                <a:moveTo>
                  <a:pt x="2091789" y="940297"/>
                </a:moveTo>
                <a:lnTo>
                  <a:pt x="2119928" y="925352"/>
                </a:lnTo>
                <a:moveTo>
                  <a:pt x="2341844" y="477914"/>
                </a:moveTo>
                <a:lnTo>
                  <a:pt x="2402776" y="503085"/>
                </a:lnTo>
                <a:moveTo>
                  <a:pt x="637869" y="666420"/>
                </a:moveTo>
                <a:lnTo>
                  <a:pt x="678605" y="786077"/>
                </a:lnTo>
                <a:moveTo>
                  <a:pt x="678605" y="786077"/>
                </a:moveTo>
                <a:lnTo>
                  <a:pt x="670395" y="684769"/>
                </a:lnTo>
                <a:moveTo>
                  <a:pt x="2416626" y="626994"/>
                </a:moveTo>
                <a:lnTo>
                  <a:pt x="2354658" y="715682"/>
                </a:lnTo>
                <a:moveTo>
                  <a:pt x="2355873" y="708069"/>
                </a:moveTo>
                <a:lnTo>
                  <a:pt x="2354658" y="715682"/>
                </a:lnTo>
                <a:moveTo>
                  <a:pt x="1154451" y="678868"/>
                </a:moveTo>
                <a:lnTo>
                  <a:pt x="1158957" y="726359"/>
                </a:lnTo>
                <a:moveTo>
                  <a:pt x="244649" y="931802"/>
                </a:moveTo>
                <a:lnTo>
                  <a:pt x="321175" y="965910"/>
                </a:lnTo>
                <a:moveTo>
                  <a:pt x="1884651" y="790953"/>
                </a:moveTo>
                <a:lnTo>
                  <a:pt x="1937703" y="707321"/>
                </a:lnTo>
                <a:moveTo>
                  <a:pt x="417723" y="892099"/>
                </a:moveTo>
                <a:lnTo>
                  <a:pt x="461701" y="904015"/>
                </a:lnTo>
                <a:moveTo>
                  <a:pt x="2099510" y="681435"/>
                </a:moveTo>
                <a:lnTo>
                  <a:pt x="2085546" y="675330"/>
                </a:lnTo>
                <a:moveTo>
                  <a:pt x="1028884" y="884370"/>
                </a:moveTo>
                <a:lnTo>
                  <a:pt x="1043128" y="893387"/>
                </a:lnTo>
                <a:moveTo>
                  <a:pt x="2078520" y="682235"/>
                </a:moveTo>
                <a:lnTo>
                  <a:pt x="2099510" y="681435"/>
                </a:lnTo>
                <a:moveTo>
                  <a:pt x="1846238" y="886029"/>
                </a:moveTo>
                <a:lnTo>
                  <a:pt x="1884651" y="790953"/>
                </a:lnTo>
                <a:moveTo>
                  <a:pt x="2470628" y="441245"/>
                </a:moveTo>
                <a:lnTo>
                  <a:pt x="2464344" y="539620"/>
                </a:lnTo>
                <a:moveTo>
                  <a:pt x="1041368" y="878302"/>
                </a:moveTo>
                <a:lnTo>
                  <a:pt x="1043128" y="893387"/>
                </a:lnTo>
                <a:moveTo>
                  <a:pt x="1040042" y="663224"/>
                </a:moveTo>
                <a:lnTo>
                  <a:pt x="1110292" y="695680"/>
                </a:lnTo>
                <a:moveTo>
                  <a:pt x="560648" y="731157"/>
                </a:moveTo>
                <a:lnTo>
                  <a:pt x="637869" y="666420"/>
                </a:lnTo>
                <a:moveTo>
                  <a:pt x="465385" y="679146"/>
                </a:moveTo>
                <a:lnTo>
                  <a:pt x="495411" y="658626"/>
                </a:lnTo>
                <a:moveTo>
                  <a:pt x="935349" y="831591"/>
                </a:moveTo>
                <a:lnTo>
                  <a:pt x="1028884" y="884370"/>
                </a:lnTo>
                <a:moveTo>
                  <a:pt x="244817" y="904496"/>
                </a:moveTo>
                <a:lnTo>
                  <a:pt x="271305" y="800096"/>
                </a:lnTo>
                <a:moveTo>
                  <a:pt x="373666" y="629907"/>
                </a:moveTo>
                <a:lnTo>
                  <a:pt x="465385" y="679146"/>
                </a:lnTo>
                <a:moveTo>
                  <a:pt x="935349" y="831591"/>
                </a:moveTo>
                <a:lnTo>
                  <a:pt x="976513" y="738666"/>
                </a:lnTo>
                <a:moveTo>
                  <a:pt x="315234" y="709332"/>
                </a:moveTo>
                <a:lnTo>
                  <a:pt x="373666" y="629907"/>
                </a:lnTo>
                <a:moveTo>
                  <a:pt x="1028884" y="884370"/>
                </a:moveTo>
                <a:lnTo>
                  <a:pt x="1041368" y="878302"/>
                </a:lnTo>
                <a:moveTo>
                  <a:pt x="495411" y="658626"/>
                </a:moveTo>
                <a:lnTo>
                  <a:pt x="526700" y="712580"/>
                </a:lnTo>
                <a:moveTo>
                  <a:pt x="2119928" y="925352"/>
                </a:moveTo>
                <a:lnTo>
                  <a:pt x="2212506" y="859655"/>
                </a:lnTo>
                <a:moveTo>
                  <a:pt x="2402776" y="503085"/>
                </a:moveTo>
                <a:lnTo>
                  <a:pt x="2470628" y="441245"/>
                </a:lnTo>
                <a:moveTo>
                  <a:pt x="1110292" y="695680"/>
                </a:moveTo>
                <a:lnTo>
                  <a:pt x="1154451" y="678868"/>
                </a:lnTo>
                <a:moveTo>
                  <a:pt x="2085546" y="675330"/>
                </a:moveTo>
                <a:lnTo>
                  <a:pt x="2212027" y="626640"/>
                </a:lnTo>
                <a:moveTo>
                  <a:pt x="244649" y="931802"/>
                </a:moveTo>
                <a:lnTo>
                  <a:pt x="313644" y="935839"/>
                </a:lnTo>
                <a:moveTo>
                  <a:pt x="1937703" y="707321"/>
                </a:moveTo>
                <a:lnTo>
                  <a:pt x="2015501" y="745678"/>
                </a:lnTo>
                <a:moveTo>
                  <a:pt x="2254561" y="822301"/>
                </a:moveTo>
                <a:lnTo>
                  <a:pt x="2287514" y="788297"/>
                </a:lnTo>
                <a:moveTo>
                  <a:pt x="1116567" y="816309"/>
                </a:moveTo>
                <a:lnTo>
                  <a:pt x="1158957" y="726359"/>
                </a:lnTo>
                <a:moveTo>
                  <a:pt x="2212027" y="626640"/>
                </a:moveTo>
                <a:lnTo>
                  <a:pt x="2273371" y="549490"/>
                </a:lnTo>
                <a:moveTo>
                  <a:pt x="1041368" y="878302"/>
                </a:moveTo>
                <a:lnTo>
                  <a:pt x="1116567" y="816309"/>
                </a:lnTo>
                <a:moveTo>
                  <a:pt x="2190661" y="653533"/>
                </a:moveTo>
                <a:lnTo>
                  <a:pt x="2085546" y="675330"/>
                </a:lnTo>
                <a:moveTo>
                  <a:pt x="2273371" y="549490"/>
                </a:moveTo>
                <a:lnTo>
                  <a:pt x="2402776" y="503085"/>
                </a:lnTo>
                <a:moveTo>
                  <a:pt x="461701" y="904015"/>
                </a:moveTo>
                <a:lnTo>
                  <a:pt x="526120" y="885931"/>
                </a:lnTo>
                <a:moveTo>
                  <a:pt x="2015501" y="745678"/>
                </a:moveTo>
                <a:lnTo>
                  <a:pt x="2078520" y="682235"/>
                </a:lnTo>
                <a:moveTo>
                  <a:pt x="2290667" y="786993"/>
                </a:moveTo>
                <a:lnTo>
                  <a:pt x="2287514" y="788297"/>
                </a:lnTo>
                <a:moveTo>
                  <a:pt x="315234" y="709332"/>
                </a:moveTo>
                <a:lnTo>
                  <a:pt x="465385" y="679146"/>
                </a:lnTo>
                <a:moveTo>
                  <a:pt x="2355873" y="708069"/>
                </a:moveTo>
                <a:lnTo>
                  <a:pt x="2287514" y="788297"/>
                </a:lnTo>
                <a:moveTo>
                  <a:pt x="2042729" y="914427"/>
                </a:moveTo>
                <a:lnTo>
                  <a:pt x="2012482" y="983863"/>
                </a:lnTo>
                <a:moveTo>
                  <a:pt x="321175" y="965910"/>
                </a:moveTo>
                <a:lnTo>
                  <a:pt x="335255" y="952734"/>
                </a:lnTo>
                <a:moveTo>
                  <a:pt x="271305" y="800096"/>
                </a:moveTo>
                <a:lnTo>
                  <a:pt x="315234" y="709332"/>
                </a:lnTo>
                <a:moveTo>
                  <a:pt x="244817" y="904496"/>
                </a:moveTo>
                <a:lnTo>
                  <a:pt x="313644" y="935839"/>
                </a:lnTo>
                <a:moveTo>
                  <a:pt x="976513" y="738666"/>
                </a:moveTo>
                <a:lnTo>
                  <a:pt x="1110292" y="695680"/>
                </a:lnTo>
                <a:moveTo>
                  <a:pt x="1110292" y="695680"/>
                </a:moveTo>
                <a:lnTo>
                  <a:pt x="1158957" y="726359"/>
                </a:lnTo>
                <a:moveTo>
                  <a:pt x="465385" y="679146"/>
                </a:moveTo>
                <a:lnTo>
                  <a:pt x="526700" y="712580"/>
                </a:lnTo>
                <a:moveTo>
                  <a:pt x="2015501" y="745678"/>
                </a:moveTo>
                <a:lnTo>
                  <a:pt x="2099510" y="681435"/>
                </a:lnTo>
                <a:moveTo>
                  <a:pt x="1884651" y="790953"/>
                </a:moveTo>
                <a:lnTo>
                  <a:pt x="2015501" y="745678"/>
                </a:lnTo>
                <a:moveTo>
                  <a:pt x="2212506" y="859655"/>
                </a:moveTo>
                <a:lnTo>
                  <a:pt x="2254561" y="822301"/>
                </a:lnTo>
                <a:moveTo>
                  <a:pt x="2099510" y="681435"/>
                </a:moveTo>
                <a:lnTo>
                  <a:pt x="2190661" y="653533"/>
                </a:lnTo>
                <a:moveTo>
                  <a:pt x="2416626" y="626994"/>
                </a:moveTo>
                <a:lnTo>
                  <a:pt x="2464344" y="539620"/>
                </a:lnTo>
                <a:moveTo>
                  <a:pt x="1846238" y="886029"/>
                </a:moveTo>
                <a:lnTo>
                  <a:pt x="1961755" y="828767"/>
                </a:lnTo>
                <a:moveTo>
                  <a:pt x="2402776" y="503085"/>
                </a:moveTo>
                <a:lnTo>
                  <a:pt x="2464344" y="539620"/>
                </a:lnTo>
                <a:moveTo>
                  <a:pt x="359272" y="962973"/>
                </a:moveTo>
                <a:lnTo>
                  <a:pt x="335255" y="952734"/>
                </a:lnTo>
                <a:moveTo>
                  <a:pt x="2254561" y="822301"/>
                </a:moveTo>
                <a:lnTo>
                  <a:pt x="2290667" y="786993"/>
                </a:lnTo>
                <a:moveTo>
                  <a:pt x="935349" y="831591"/>
                </a:moveTo>
                <a:lnTo>
                  <a:pt x="1053228" y="776175"/>
                </a:lnTo>
                <a:moveTo>
                  <a:pt x="2042729" y="914427"/>
                </a:moveTo>
                <a:lnTo>
                  <a:pt x="2091789" y="940297"/>
                </a:lnTo>
                <a:moveTo>
                  <a:pt x="526700" y="712580"/>
                </a:moveTo>
                <a:lnTo>
                  <a:pt x="560648" y="731157"/>
                </a:lnTo>
                <a:moveTo>
                  <a:pt x="2290667" y="786993"/>
                </a:moveTo>
                <a:lnTo>
                  <a:pt x="2355873" y="708069"/>
                </a:lnTo>
                <a:moveTo>
                  <a:pt x="1028884" y="884370"/>
                </a:moveTo>
                <a:lnTo>
                  <a:pt x="1053228" y="776175"/>
                </a:lnTo>
                <a:moveTo>
                  <a:pt x="2355873" y="708069"/>
                </a:moveTo>
                <a:lnTo>
                  <a:pt x="2416626" y="626994"/>
                </a:lnTo>
                <a:moveTo>
                  <a:pt x="1884651" y="790953"/>
                </a:moveTo>
                <a:lnTo>
                  <a:pt x="1961755" y="828767"/>
                </a:lnTo>
                <a:moveTo>
                  <a:pt x="976513" y="738666"/>
                </a:moveTo>
                <a:lnTo>
                  <a:pt x="1053228" y="776175"/>
                </a:lnTo>
                <a:moveTo>
                  <a:pt x="1053228" y="776175"/>
                </a:moveTo>
                <a:lnTo>
                  <a:pt x="1158957" y="726359"/>
                </a:lnTo>
                <a:moveTo>
                  <a:pt x="321175" y="965910"/>
                </a:moveTo>
                <a:lnTo>
                  <a:pt x="359272" y="962973"/>
                </a:lnTo>
                <a:moveTo>
                  <a:pt x="465385" y="679146"/>
                </a:moveTo>
                <a:lnTo>
                  <a:pt x="535134" y="757641"/>
                </a:lnTo>
                <a:moveTo>
                  <a:pt x="244817" y="904496"/>
                </a:moveTo>
                <a:lnTo>
                  <a:pt x="343366" y="833968"/>
                </a:lnTo>
                <a:moveTo>
                  <a:pt x="1053228" y="776175"/>
                </a:moveTo>
                <a:lnTo>
                  <a:pt x="1041368" y="878302"/>
                </a:lnTo>
                <a:moveTo>
                  <a:pt x="335255" y="952734"/>
                </a:moveTo>
                <a:lnTo>
                  <a:pt x="461701" y="904015"/>
                </a:lnTo>
                <a:moveTo>
                  <a:pt x="2042729" y="914427"/>
                </a:moveTo>
                <a:lnTo>
                  <a:pt x="2119928" y="925352"/>
                </a:lnTo>
                <a:moveTo>
                  <a:pt x="2099510" y="681435"/>
                </a:moveTo>
                <a:lnTo>
                  <a:pt x="2150674" y="703782"/>
                </a:lnTo>
                <a:moveTo>
                  <a:pt x="2190661" y="653533"/>
                </a:moveTo>
                <a:lnTo>
                  <a:pt x="2212027" y="626640"/>
                </a:lnTo>
                <a:moveTo>
                  <a:pt x="2321214" y="567704"/>
                </a:moveTo>
                <a:lnTo>
                  <a:pt x="2273371" y="549490"/>
                </a:lnTo>
                <a:moveTo>
                  <a:pt x="313644" y="935839"/>
                </a:moveTo>
                <a:lnTo>
                  <a:pt x="321175" y="965910"/>
                </a:lnTo>
                <a:moveTo>
                  <a:pt x="535134" y="757641"/>
                </a:moveTo>
                <a:lnTo>
                  <a:pt x="526700" y="712580"/>
                </a:lnTo>
                <a:moveTo>
                  <a:pt x="396499" y="750399"/>
                </a:moveTo>
                <a:lnTo>
                  <a:pt x="465385" y="679146"/>
                </a:lnTo>
                <a:moveTo>
                  <a:pt x="2340961" y="557533"/>
                </a:moveTo>
                <a:lnTo>
                  <a:pt x="2273371" y="549490"/>
                </a:lnTo>
                <a:moveTo>
                  <a:pt x="1053228" y="776175"/>
                </a:moveTo>
                <a:lnTo>
                  <a:pt x="1116567" y="816309"/>
                </a:lnTo>
                <a:moveTo>
                  <a:pt x="2081612" y="893653"/>
                </a:moveTo>
                <a:lnTo>
                  <a:pt x="2119928" y="925352"/>
                </a:lnTo>
                <a:moveTo>
                  <a:pt x="315234" y="709332"/>
                </a:moveTo>
                <a:lnTo>
                  <a:pt x="396499" y="750399"/>
                </a:lnTo>
                <a:moveTo>
                  <a:pt x="271305" y="800096"/>
                </a:moveTo>
                <a:lnTo>
                  <a:pt x="396499" y="750399"/>
                </a:lnTo>
                <a:moveTo>
                  <a:pt x="535134" y="757641"/>
                </a:moveTo>
                <a:lnTo>
                  <a:pt x="560648" y="731157"/>
                </a:lnTo>
                <a:moveTo>
                  <a:pt x="2230029" y="634074"/>
                </a:moveTo>
                <a:lnTo>
                  <a:pt x="2212027" y="626640"/>
                </a:lnTo>
                <a:moveTo>
                  <a:pt x="1053228" y="776175"/>
                </a:moveTo>
                <a:lnTo>
                  <a:pt x="1110292" y="695680"/>
                </a:lnTo>
                <a:moveTo>
                  <a:pt x="313644" y="935839"/>
                </a:moveTo>
                <a:lnTo>
                  <a:pt x="359272" y="962973"/>
                </a:lnTo>
                <a:moveTo>
                  <a:pt x="1961755" y="828767"/>
                </a:moveTo>
                <a:lnTo>
                  <a:pt x="2015501" y="745678"/>
                </a:lnTo>
                <a:moveTo>
                  <a:pt x="2190661" y="653533"/>
                </a:moveTo>
                <a:lnTo>
                  <a:pt x="2230029" y="634074"/>
                </a:lnTo>
                <a:moveTo>
                  <a:pt x="465385" y="679146"/>
                </a:moveTo>
                <a:lnTo>
                  <a:pt x="490710" y="801587"/>
                </a:lnTo>
                <a:moveTo>
                  <a:pt x="271305" y="800096"/>
                </a:moveTo>
                <a:lnTo>
                  <a:pt x="343366" y="833968"/>
                </a:lnTo>
                <a:moveTo>
                  <a:pt x="2015501" y="745678"/>
                </a:moveTo>
                <a:lnTo>
                  <a:pt x="2150674" y="703782"/>
                </a:lnTo>
                <a:moveTo>
                  <a:pt x="2081612" y="893653"/>
                </a:moveTo>
                <a:lnTo>
                  <a:pt x="2212506" y="859655"/>
                </a:lnTo>
                <a:moveTo>
                  <a:pt x="2150674" y="703782"/>
                </a:moveTo>
                <a:lnTo>
                  <a:pt x="2190661" y="653533"/>
                </a:lnTo>
                <a:moveTo>
                  <a:pt x="2321214" y="567704"/>
                </a:moveTo>
                <a:lnTo>
                  <a:pt x="2212027" y="626640"/>
                </a:lnTo>
                <a:moveTo>
                  <a:pt x="2340961" y="557533"/>
                </a:moveTo>
                <a:lnTo>
                  <a:pt x="2402776" y="503085"/>
                </a:lnTo>
                <a:moveTo>
                  <a:pt x="2349538" y="581392"/>
                </a:moveTo>
                <a:lnTo>
                  <a:pt x="2464344" y="539620"/>
                </a:lnTo>
                <a:moveTo>
                  <a:pt x="2150674" y="703782"/>
                </a:moveTo>
                <a:lnTo>
                  <a:pt x="2230029" y="634074"/>
                </a:lnTo>
                <a:moveTo>
                  <a:pt x="359272" y="962973"/>
                </a:moveTo>
                <a:lnTo>
                  <a:pt x="447321" y="892773"/>
                </a:lnTo>
                <a:moveTo>
                  <a:pt x="2349538" y="581392"/>
                </a:moveTo>
                <a:lnTo>
                  <a:pt x="2416626" y="626994"/>
                </a:lnTo>
                <a:moveTo>
                  <a:pt x="2349538" y="581392"/>
                </a:moveTo>
                <a:lnTo>
                  <a:pt x="2402776" y="503085"/>
                </a:lnTo>
                <a:moveTo>
                  <a:pt x="2015501" y="745678"/>
                </a:moveTo>
                <a:lnTo>
                  <a:pt x="2091543" y="782661"/>
                </a:lnTo>
                <a:moveTo>
                  <a:pt x="2230029" y="634074"/>
                </a:moveTo>
                <a:lnTo>
                  <a:pt x="2321214" y="567704"/>
                </a:lnTo>
                <a:moveTo>
                  <a:pt x="490710" y="801587"/>
                </a:moveTo>
                <a:lnTo>
                  <a:pt x="535134" y="757641"/>
                </a:lnTo>
                <a:moveTo>
                  <a:pt x="313644" y="935839"/>
                </a:moveTo>
                <a:lnTo>
                  <a:pt x="343366" y="833968"/>
                </a:lnTo>
                <a:moveTo>
                  <a:pt x="313644" y="935839"/>
                </a:moveTo>
                <a:lnTo>
                  <a:pt x="447321" y="892773"/>
                </a:lnTo>
                <a:moveTo>
                  <a:pt x="343366" y="833968"/>
                </a:moveTo>
                <a:lnTo>
                  <a:pt x="396499" y="750399"/>
                </a:lnTo>
                <a:moveTo>
                  <a:pt x="396499" y="750399"/>
                </a:moveTo>
                <a:lnTo>
                  <a:pt x="490710" y="801587"/>
                </a:lnTo>
                <a:moveTo>
                  <a:pt x="1961755" y="828767"/>
                </a:moveTo>
                <a:lnTo>
                  <a:pt x="2091543" y="782661"/>
                </a:lnTo>
                <a:moveTo>
                  <a:pt x="2318852" y="676996"/>
                </a:moveTo>
                <a:lnTo>
                  <a:pt x="2416626" y="626994"/>
                </a:lnTo>
                <a:moveTo>
                  <a:pt x="2258564" y="758296"/>
                </a:moveTo>
                <a:lnTo>
                  <a:pt x="2290667" y="786993"/>
                </a:lnTo>
                <a:moveTo>
                  <a:pt x="2318852" y="676996"/>
                </a:moveTo>
                <a:lnTo>
                  <a:pt x="2355873" y="708069"/>
                </a:lnTo>
                <a:moveTo>
                  <a:pt x="2258564" y="758296"/>
                </a:moveTo>
                <a:lnTo>
                  <a:pt x="2355873" y="708069"/>
                </a:lnTo>
                <a:moveTo>
                  <a:pt x="2091543" y="782661"/>
                </a:moveTo>
                <a:lnTo>
                  <a:pt x="2150674" y="703782"/>
                </a:lnTo>
                <a:moveTo>
                  <a:pt x="2042729" y="914427"/>
                </a:moveTo>
                <a:lnTo>
                  <a:pt x="2081612" y="893653"/>
                </a:lnTo>
                <a:moveTo>
                  <a:pt x="1961755" y="828767"/>
                </a:moveTo>
                <a:lnTo>
                  <a:pt x="2044017" y="870613"/>
                </a:lnTo>
                <a:moveTo>
                  <a:pt x="2321214" y="567704"/>
                </a:moveTo>
                <a:lnTo>
                  <a:pt x="2340961" y="557533"/>
                </a:lnTo>
                <a:moveTo>
                  <a:pt x="447321" y="892773"/>
                </a:moveTo>
                <a:lnTo>
                  <a:pt x="471894" y="906963"/>
                </a:lnTo>
                <a:moveTo>
                  <a:pt x="490710" y="801587"/>
                </a:moveTo>
                <a:lnTo>
                  <a:pt x="471894" y="906963"/>
                </a:lnTo>
                <a:moveTo>
                  <a:pt x="343366" y="833968"/>
                </a:moveTo>
                <a:lnTo>
                  <a:pt x="447321" y="892773"/>
                </a:lnTo>
                <a:moveTo>
                  <a:pt x="343366" y="833968"/>
                </a:moveTo>
                <a:lnTo>
                  <a:pt x="490710" y="801587"/>
                </a:lnTo>
                <a:moveTo>
                  <a:pt x="447321" y="892773"/>
                </a:moveTo>
                <a:lnTo>
                  <a:pt x="490710" y="801587"/>
                </a:lnTo>
                <a:moveTo>
                  <a:pt x="2321214" y="567704"/>
                </a:moveTo>
                <a:lnTo>
                  <a:pt x="2329226" y="570692"/>
                </a:lnTo>
                <a:moveTo>
                  <a:pt x="2044017" y="870613"/>
                </a:moveTo>
                <a:lnTo>
                  <a:pt x="2042729" y="914427"/>
                </a:lnTo>
                <a:moveTo>
                  <a:pt x="2329226" y="570692"/>
                </a:moveTo>
                <a:lnTo>
                  <a:pt x="2340961" y="557533"/>
                </a:lnTo>
                <a:moveTo>
                  <a:pt x="2230029" y="634074"/>
                </a:moveTo>
                <a:lnTo>
                  <a:pt x="2270268" y="649707"/>
                </a:lnTo>
                <a:moveTo>
                  <a:pt x="2091543" y="782661"/>
                </a:moveTo>
                <a:lnTo>
                  <a:pt x="2081612" y="893653"/>
                </a:lnTo>
                <a:moveTo>
                  <a:pt x="2340961" y="557533"/>
                </a:moveTo>
                <a:lnTo>
                  <a:pt x="2349538" y="581392"/>
                </a:lnTo>
                <a:moveTo>
                  <a:pt x="2150674" y="703782"/>
                </a:moveTo>
                <a:lnTo>
                  <a:pt x="2270268" y="649707"/>
                </a:lnTo>
                <a:moveTo>
                  <a:pt x="2044017" y="870613"/>
                </a:moveTo>
                <a:lnTo>
                  <a:pt x="2081612" y="893653"/>
                </a:lnTo>
                <a:moveTo>
                  <a:pt x="2329226" y="570692"/>
                </a:moveTo>
                <a:lnTo>
                  <a:pt x="2349538" y="581392"/>
                </a:lnTo>
                <a:moveTo>
                  <a:pt x="2044017" y="870613"/>
                </a:moveTo>
                <a:lnTo>
                  <a:pt x="2091543" y="782661"/>
                </a:lnTo>
                <a:moveTo>
                  <a:pt x="2270268" y="649707"/>
                </a:moveTo>
                <a:lnTo>
                  <a:pt x="2321214" y="567704"/>
                </a:lnTo>
                <a:moveTo>
                  <a:pt x="2150674" y="703782"/>
                </a:moveTo>
                <a:lnTo>
                  <a:pt x="2219357" y="735012"/>
                </a:lnTo>
                <a:moveTo>
                  <a:pt x="2270268" y="649707"/>
                </a:moveTo>
                <a:lnTo>
                  <a:pt x="2329226" y="570692"/>
                </a:lnTo>
                <a:moveTo>
                  <a:pt x="2329226" y="570692"/>
                </a:moveTo>
                <a:lnTo>
                  <a:pt x="2318852" y="676996"/>
                </a:lnTo>
                <a:moveTo>
                  <a:pt x="2318852" y="676996"/>
                </a:moveTo>
                <a:lnTo>
                  <a:pt x="2349538" y="581392"/>
                </a:lnTo>
                <a:moveTo>
                  <a:pt x="2091543" y="782661"/>
                </a:moveTo>
                <a:lnTo>
                  <a:pt x="2219357" y="735012"/>
                </a:lnTo>
                <a:moveTo>
                  <a:pt x="1146399" y="707108"/>
                </a:moveTo>
                <a:lnTo>
                  <a:pt x="1170740" y="720472"/>
                </a:lnTo>
                <a:moveTo>
                  <a:pt x="1146399" y="707108"/>
                </a:moveTo>
                <a:lnTo>
                  <a:pt x="1181016" y="688695"/>
                </a:lnTo>
                <a:moveTo>
                  <a:pt x="2270268" y="649707"/>
                </a:moveTo>
                <a:lnTo>
                  <a:pt x="2318852" y="676996"/>
                </a:lnTo>
                <a:moveTo>
                  <a:pt x="2270268" y="649707"/>
                </a:moveTo>
                <a:lnTo>
                  <a:pt x="2258564" y="758296"/>
                </a:lnTo>
                <a:moveTo>
                  <a:pt x="1181016" y="688695"/>
                </a:moveTo>
                <a:lnTo>
                  <a:pt x="1170740" y="720472"/>
                </a:lnTo>
                <a:moveTo>
                  <a:pt x="2258564" y="758296"/>
                </a:moveTo>
                <a:lnTo>
                  <a:pt x="2318852" y="676996"/>
                </a:lnTo>
                <a:moveTo>
                  <a:pt x="1144974" y="752259"/>
                </a:moveTo>
                <a:lnTo>
                  <a:pt x="1146399" y="707108"/>
                </a:lnTo>
                <a:moveTo>
                  <a:pt x="1144974" y="752259"/>
                </a:moveTo>
                <a:lnTo>
                  <a:pt x="1170740" y="720472"/>
                </a:lnTo>
                <a:moveTo>
                  <a:pt x="2219357" y="735012"/>
                </a:moveTo>
                <a:lnTo>
                  <a:pt x="2270268" y="649707"/>
                </a:lnTo>
                <a:moveTo>
                  <a:pt x="2219357" y="735012"/>
                </a:moveTo>
                <a:lnTo>
                  <a:pt x="2258564" y="758296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5FC41942-A6EF-4302-B6CE-BC0CD04DED97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6936" y="685416"/>
                </a:moveTo>
                <a:lnTo>
                  <a:pt x="610107" y="6405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E482D70A-014A-44FF-BF3C-565B9F3F18AD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4651" y="646336"/>
                </a:moveTo>
                <a:lnTo>
                  <a:pt x="886978" y="6272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13BF6255-25A1-49FA-8C45-092F38833CC0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6978" y="627283"/>
                </a:moveTo>
                <a:lnTo>
                  <a:pt x="816632" y="7596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4D530CEC-A4E9-49F6-9C0A-AA02B54F6AA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764" y="634719"/>
                </a:moveTo>
                <a:lnTo>
                  <a:pt x="1490815" y="6626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84B3EEFA-A025-4A2A-82ED-12B1278891F3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1442" y="688388"/>
                </a:moveTo>
                <a:lnTo>
                  <a:pt x="586936" y="685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17005897-04F3-4B39-9951-DCC7B06EE179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689" y="729986"/>
                </a:moveTo>
                <a:lnTo>
                  <a:pt x="1034651" y="6463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D954E0C3-2FAE-4290-B729-7381739C043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6936" y="685416"/>
                </a:moveTo>
                <a:lnTo>
                  <a:pt x="679184" y="743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6693EE29-EF08-4481-9E7A-A6F18EF7007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4518" y="759346"/>
                </a:moveTo>
                <a:lnTo>
                  <a:pt x="1343764" y="6347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DF8C74F7-C43D-4FA7-8D86-B19CD80F84B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9184" y="743927"/>
                </a:moveTo>
                <a:lnTo>
                  <a:pt x="816632" y="7596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F0B81740-6333-4BB8-95F3-DACE1F21CC6D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0815" y="662669"/>
                </a:moveTo>
                <a:lnTo>
                  <a:pt x="1547764" y="7704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4FE4AC7B-DEC1-46D1-9943-187590EB95AD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4518" y="759346"/>
                </a:moveTo>
                <a:lnTo>
                  <a:pt x="1109689" y="7299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00F4280E-FE95-460A-9E75-A96DEA4DBDAD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4394" y="877283"/>
                </a:moveTo>
                <a:lnTo>
                  <a:pt x="1254518" y="7593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F343483A-2A6C-4998-954C-88BCEF31D370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6632" y="759654"/>
                </a:moveTo>
                <a:lnTo>
                  <a:pt x="885685" y="8446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E7FF3B2B-A610-4CF4-92BA-DE8B5FAF2C0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077" y="979171"/>
                </a:moveTo>
                <a:lnTo>
                  <a:pt x="1235076" y="10036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4F583278-1316-410D-9D14-007865D9431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64" y="770436"/>
                </a:moveTo>
                <a:lnTo>
                  <a:pt x="1688744" y="8267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F3E2E818-C68F-43C0-99A4-7F7DD09BF72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073" y="753521"/>
                </a:moveTo>
                <a:lnTo>
                  <a:pt x="1827598" y="6113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98F2AB30-6E9F-4BE8-A2DC-56141371EB12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689" y="729986"/>
                </a:moveTo>
                <a:lnTo>
                  <a:pt x="1032744" y="859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71F5DACA-4F10-4EC0-8415-AA1003F15320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05" y="895532"/>
                </a:moveTo>
                <a:lnTo>
                  <a:pt x="1547764" y="7704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8BE0BFB6-EF2D-4B41-B0A7-FADF8F082057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744" y="826752"/>
                </a:moveTo>
                <a:lnTo>
                  <a:pt x="1815073" y="7535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4E424963-D142-409E-94ED-37E8F0D7014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2744" y="859859"/>
                </a:moveTo>
                <a:lnTo>
                  <a:pt x="1088077" y="979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4FAFD303-9BF7-43A3-A0FD-11C557F9EF6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744" y="826752"/>
                </a:moveTo>
                <a:lnTo>
                  <a:pt x="1684196" y="9737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73EA416A-0DB3-4F70-B569-45830EC3C67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05" y="895532"/>
                </a:moveTo>
                <a:lnTo>
                  <a:pt x="1314394" y="8772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183E8C42-EC22-47D1-98F7-EE768815FADB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076" y="1003698"/>
                </a:moveTo>
                <a:lnTo>
                  <a:pt x="1314394" y="8772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1E8183FF-1F07-4E62-BBD9-CF91212C25D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073" y="753521"/>
                </a:moveTo>
                <a:lnTo>
                  <a:pt x="1940424" y="8366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11847D4B-2BA9-492E-9EFF-44250927EBC6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5685" y="844651"/>
                </a:moveTo>
                <a:lnTo>
                  <a:pt x="1032744" y="859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A96BD30E-AAF5-4850-B1EA-F0060D75ACC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685" y="1004792"/>
                </a:moveTo>
                <a:lnTo>
                  <a:pt x="1461505" y="8955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9EEA46A1-F7C5-43AE-BA95-19E0A525515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0424" y="836669"/>
                </a:moveTo>
                <a:lnTo>
                  <a:pt x="2066264" y="8029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46B088E7-D4D7-4BB7-BD4C-0D46FAEF7A5B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0086" y="764153"/>
                </a:moveTo>
                <a:lnTo>
                  <a:pt x="451442" y="6883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8915FE7C-688A-4924-8915-9D1338AD4717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264" y="802976"/>
                </a:moveTo>
                <a:lnTo>
                  <a:pt x="2151490" y="691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00E2EE0D-3CC8-44D0-9D8C-32EE411BF56A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196" y="973781"/>
                </a:moveTo>
                <a:lnTo>
                  <a:pt x="1537685" y="1004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D3B31741-5BA7-45BF-A47B-52C74DF584F6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490" y="691594"/>
                </a:moveTo>
                <a:lnTo>
                  <a:pt x="2272755" y="6520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6BD2764E-5B60-44EB-A7D3-C1144A51B14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2755" y="652054"/>
                </a:moveTo>
                <a:lnTo>
                  <a:pt x="2352987" y="5460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CE49A149-1DD2-47C2-B3A4-3DDD921C03E3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689" y="729986"/>
                </a:moveTo>
                <a:lnTo>
                  <a:pt x="1108753" y="655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6EF6FF4D-A22C-4FF7-97EC-4E2B782A60C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64" y="770436"/>
                </a:moveTo>
                <a:lnTo>
                  <a:pt x="1543975" y="725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5B184C1C-07A5-4503-A9B5-F4C6B625326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13400" y="780774"/>
                </a:moveTo>
                <a:lnTo>
                  <a:pt x="226167" y="8412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97AF37C7-6531-485E-A79B-1F4A32FBE3F1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13400" y="780774"/>
                </a:moveTo>
                <a:lnTo>
                  <a:pt x="450086" y="7641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0D88122D-2FF7-42FA-8B10-09269FEEBE9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2755" y="652054"/>
                </a:moveTo>
                <a:lnTo>
                  <a:pt x="2235218" y="6046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2417E5B4-A0A2-4789-9D15-7680A027C8FB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3757" y="733592"/>
                </a:moveTo>
                <a:lnTo>
                  <a:pt x="313400" y="7807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2687291C-0613-4290-BF42-AC7C2BFACB1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9298" y="704386"/>
                </a:moveTo>
                <a:lnTo>
                  <a:pt x="1561657" y="7378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D18B42DF-FDE0-47EA-89C0-C9804B8808A2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7095" y="724000"/>
                </a:moveTo>
                <a:lnTo>
                  <a:pt x="950290" y="6967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8C899B49-2DCE-4701-AB87-251459808919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2921" y="807490"/>
                </a:moveTo>
                <a:lnTo>
                  <a:pt x="1419298" y="7043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B0949E76-BED2-4726-9797-6DB1D2288B1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815" y="753036"/>
                </a:moveTo>
                <a:lnTo>
                  <a:pt x="660632" y="6806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BAB8DC75-EE5E-4A56-8A2A-6EB98A5C877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0905" y="765853"/>
                </a:moveTo>
                <a:lnTo>
                  <a:pt x="1087095" y="7240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051A2DDD-1DDC-453C-9CFD-F9C3F24E70D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1657" y="737899"/>
                </a:moveTo>
                <a:lnTo>
                  <a:pt x="1613530" y="8061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ED43D525-9F77-4A38-BBC4-48795060C21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290" y="696783"/>
                </a:moveTo>
                <a:lnTo>
                  <a:pt x="876974" y="8200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CF288F62-9166-436C-9383-B5CB7F79630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2921" y="807490"/>
                </a:moveTo>
                <a:lnTo>
                  <a:pt x="1180905" y="7658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28E8CD63-D31C-4687-870A-B8A4883890C0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7314" y="779566"/>
                </a:moveTo>
                <a:lnTo>
                  <a:pt x="1913894" y="686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00BB88F8-358A-4584-9718-0BE729D0A09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195" y="902295"/>
                </a:moveTo>
                <a:lnTo>
                  <a:pt x="1322921" y="8074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D4F96289-E69E-4A61-99F8-5474007C08F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3530" y="806191"/>
                </a:moveTo>
                <a:lnTo>
                  <a:pt x="1755111" y="8621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BFDBFD30-63C9-4491-870D-A5B67E8307F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7330" y="783805"/>
                </a:moveTo>
                <a:lnTo>
                  <a:pt x="645815" y="7530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C070EC19-F9C4-4E51-AF95-32AC8C501FF7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7153" y="930370"/>
                </a:moveTo>
                <a:lnTo>
                  <a:pt x="1613530" y="8061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F0C463C8-055B-4892-A1B8-03D6FF765096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5111" y="862115"/>
                </a:moveTo>
                <a:lnTo>
                  <a:pt x="1877314" y="77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A364D448-5ED7-416B-9298-D62A2DB64D56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815" y="753036"/>
                </a:moveTo>
                <a:lnTo>
                  <a:pt x="747375" y="8047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16DA2225-FA7D-476E-95BA-8D948031D076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375" y="804782"/>
                </a:moveTo>
                <a:lnTo>
                  <a:pt x="876974" y="8200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74CDD5B5-39B8-4759-BDCF-0DEEB1718F39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0905" y="765853"/>
                </a:moveTo>
                <a:lnTo>
                  <a:pt x="1109787" y="8890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10FAA371-534C-4D19-AE10-0DF5D9BD877A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7153" y="930370"/>
                </a:moveTo>
                <a:lnTo>
                  <a:pt x="1382195" y="9022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B815A736-359C-4455-A101-F56FBB85BD2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5111" y="862115"/>
                </a:moveTo>
                <a:lnTo>
                  <a:pt x="1754746" y="98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481D1647-E4F0-4077-A2E7-37045C479371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0905" y="765853"/>
                </a:moveTo>
                <a:lnTo>
                  <a:pt x="1205920" y="64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CB852538-D54A-492B-84CB-DB6E0434B3C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974" y="820014"/>
                </a:moveTo>
                <a:lnTo>
                  <a:pt x="973273" y="871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F46155A2-DA49-4B31-972D-5985D060C422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7314" y="779566"/>
                </a:moveTo>
                <a:lnTo>
                  <a:pt x="1994966" y="86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10FEBFB8-3F6B-448B-B318-F8FB4945EEA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4856" y="1025654"/>
                </a:moveTo>
                <a:lnTo>
                  <a:pt x="1527153" y="930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7668DA22-6B4B-4640-BBEB-EE5FCA1AD80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4966" y="865811"/>
                </a:moveTo>
                <a:lnTo>
                  <a:pt x="2126986" y="7952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D67D7B03-606A-46EF-8195-39F111AD2209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3530" y="806191"/>
                </a:moveTo>
                <a:lnTo>
                  <a:pt x="1613676" y="7152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EDCE536E-CC84-4D1A-A48D-E86AA1F8A99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327" y="1027339"/>
                </a:moveTo>
                <a:lnTo>
                  <a:pt x="1382195" y="9022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DC501560-B0A3-4DEF-B164-69D615946409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787" y="889007"/>
                </a:moveTo>
                <a:lnTo>
                  <a:pt x="1172136" y="1000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7EC369DA-6596-488B-A2C8-F0B8FE776E1B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273" y="871424"/>
                </a:moveTo>
                <a:lnTo>
                  <a:pt x="1109787" y="8890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89789F27-7501-417A-9C68-32F513C5617D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6986" y="795204"/>
                </a:moveTo>
                <a:lnTo>
                  <a:pt x="2142440" y="6564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A0BF379B-85AF-4A4C-8DB6-D699F6189D99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4746" y="985665"/>
                </a:moveTo>
                <a:lnTo>
                  <a:pt x="1614856" y="10256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B8051858-A3C7-47A5-B616-C80B81BBB523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2136" y="1000102"/>
                </a:moveTo>
                <a:lnTo>
                  <a:pt x="1304327" y="10273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DA721D7F-3BA8-4E21-99C8-F0333CDEC2C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2637" y="802864"/>
                </a:moveTo>
                <a:lnTo>
                  <a:pt x="507330" y="78380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6D9E540A-C303-4080-BF54-19C387485E02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2440" y="656432"/>
                </a:moveTo>
                <a:lnTo>
                  <a:pt x="2268615" y="6439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70E9303A-F748-4D55-8021-8F635B198851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1502" y="825114"/>
                </a:moveTo>
                <a:lnTo>
                  <a:pt x="279255" y="9057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61A4E94A-8477-401E-A2A1-9971C0545DB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1502" y="825114"/>
                </a:moveTo>
                <a:lnTo>
                  <a:pt x="492637" y="8028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6E4760D8-A813-48B3-8071-229C99D145A0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8615" y="643935"/>
                </a:moveTo>
                <a:lnTo>
                  <a:pt x="2296171" y="498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447CDAED-B271-4DFC-B3BB-45968E9997C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8615" y="643935"/>
                </a:moveTo>
                <a:lnTo>
                  <a:pt x="2258093" y="731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2E0F0FAA-15AC-4097-AE75-C7C5439247E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3612" y="753881"/>
                </a:moveTo>
                <a:lnTo>
                  <a:pt x="351502" y="8251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BD43701B-EC51-4845-BF2C-96F5988A5B5D}"/>
              </a:ext>
            </a:extLst>
          </p:cNvPr>
          <p:cNvSpPr>
            <a:spLocks/>
          </p:cNvSpPr>
          <p:nvPr/>
        </p:nvSpPr>
        <p:spPr>
          <a:xfrm>
            <a:off x="3487820" y="3318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86E5943D-84C3-4632-95E3-6C3AB931DA13}"/>
              </a:ext>
            </a:extLst>
          </p:cNvPr>
          <p:cNvSpPr>
            <a:spLocks/>
          </p:cNvSpPr>
          <p:nvPr/>
        </p:nvSpPr>
        <p:spPr>
          <a:xfrm>
            <a:off x="3535710" y="33901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34746884-B54F-41A4-90B8-C4F77865992D}"/>
              </a:ext>
            </a:extLst>
          </p:cNvPr>
          <p:cNvSpPr>
            <a:spLocks/>
          </p:cNvSpPr>
          <p:nvPr/>
        </p:nvSpPr>
        <p:spPr>
          <a:xfrm>
            <a:off x="3463463" y="34708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06039DC1-5D5C-4B8A-B24E-A8B2D6EADB7C}"/>
              </a:ext>
            </a:extLst>
          </p:cNvPr>
          <p:cNvSpPr>
            <a:spLocks/>
          </p:cNvSpPr>
          <p:nvPr/>
        </p:nvSpPr>
        <p:spPr>
          <a:xfrm>
            <a:off x="3676844" y="33679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4524C6C9-1F34-45C8-AADD-6B65B7A77B6A}"/>
              </a:ext>
            </a:extLst>
          </p:cNvPr>
          <p:cNvSpPr>
            <a:spLocks/>
          </p:cNvSpPr>
          <p:nvPr/>
        </p:nvSpPr>
        <p:spPr>
          <a:xfrm>
            <a:off x="3691538" y="33488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43548954-4121-471F-86F0-AD2C87B261D1}"/>
              </a:ext>
            </a:extLst>
          </p:cNvPr>
          <p:cNvSpPr>
            <a:spLocks/>
          </p:cNvSpPr>
          <p:nvPr/>
        </p:nvSpPr>
        <p:spPr>
          <a:xfrm>
            <a:off x="3830022" y="33181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D3BD401D-769F-4D88-A0E5-9A2BD8F05397}"/>
              </a:ext>
            </a:extLst>
          </p:cNvPr>
          <p:cNvSpPr>
            <a:spLocks/>
          </p:cNvSpPr>
          <p:nvPr/>
        </p:nvSpPr>
        <p:spPr>
          <a:xfrm>
            <a:off x="3844839" y="32457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AA1ABF0A-8D4D-47A8-82CB-B5267014214C}"/>
              </a:ext>
            </a:extLst>
          </p:cNvPr>
          <p:cNvSpPr>
            <a:spLocks/>
          </p:cNvSpPr>
          <p:nvPr/>
        </p:nvSpPr>
        <p:spPr>
          <a:xfrm>
            <a:off x="3931583" y="3369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BFC3DC7A-2370-4CA4-B7CF-BAFC45EEEC5D}"/>
              </a:ext>
            </a:extLst>
          </p:cNvPr>
          <p:cNvSpPr>
            <a:spLocks/>
          </p:cNvSpPr>
          <p:nvPr/>
        </p:nvSpPr>
        <p:spPr>
          <a:xfrm>
            <a:off x="4061181" y="33850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908E34AA-891C-4DB4-9ABC-BC445A69C3F7}"/>
              </a:ext>
            </a:extLst>
          </p:cNvPr>
          <p:cNvSpPr>
            <a:spLocks/>
          </p:cNvSpPr>
          <p:nvPr/>
        </p:nvSpPr>
        <p:spPr>
          <a:xfrm>
            <a:off x="4157480" y="343650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CFA6D647-FEB8-4953-8F69-3110CDB7E964}"/>
              </a:ext>
            </a:extLst>
          </p:cNvPr>
          <p:cNvSpPr>
            <a:spLocks/>
          </p:cNvSpPr>
          <p:nvPr/>
        </p:nvSpPr>
        <p:spPr>
          <a:xfrm>
            <a:off x="4293994" y="34540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7E2ADB49-9A81-47A2-A44C-7F44CD078BB2}"/>
              </a:ext>
            </a:extLst>
          </p:cNvPr>
          <p:cNvSpPr>
            <a:spLocks/>
          </p:cNvSpPr>
          <p:nvPr/>
        </p:nvSpPr>
        <p:spPr>
          <a:xfrm>
            <a:off x="4356344" y="35651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58248202-F7DC-4CCA-BAF5-DA52EDD48333}"/>
              </a:ext>
            </a:extLst>
          </p:cNvPr>
          <p:cNvSpPr>
            <a:spLocks/>
          </p:cNvSpPr>
          <p:nvPr/>
        </p:nvSpPr>
        <p:spPr>
          <a:xfrm>
            <a:off x="4488534" y="35924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7AFC409B-A193-4705-8BF5-338E7C5FC7B1}"/>
              </a:ext>
            </a:extLst>
          </p:cNvPr>
          <p:cNvSpPr>
            <a:spLocks/>
          </p:cNvSpPr>
          <p:nvPr/>
        </p:nvSpPr>
        <p:spPr>
          <a:xfrm>
            <a:off x="4566403" y="34673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B8C52928-1E49-405F-ABBC-951F127CE2CD}"/>
              </a:ext>
            </a:extLst>
          </p:cNvPr>
          <p:cNvSpPr>
            <a:spLocks/>
          </p:cNvSpPr>
          <p:nvPr/>
        </p:nvSpPr>
        <p:spPr>
          <a:xfrm>
            <a:off x="4507128" y="33725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846DC4E2-E807-41CA-BE17-D0031A9C633A}"/>
              </a:ext>
            </a:extLst>
          </p:cNvPr>
          <p:cNvSpPr>
            <a:spLocks/>
          </p:cNvSpPr>
          <p:nvPr/>
        </p:nvSpPr>
        <p:spPr>
          <a:xfrm>
            <a:off x="4603505" y="32694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AA95C3B4-0FF7-4AAF-A11A-ACAB5BB47108}"/>
              </a:ext>
            </a:extLst>
          </p:cNvPr>
          <p:cNvSpPr>
            <a:spLocks/>
          </p:cNvSpPr>
          <p:nvPr/>
        </p:nvSpPr>
        <p:spPr>
          <a:xfrm>
            <a:off x="4745864" y="33029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AA41CB9D-61EF-4EB1-9341-4BF245ECE5C1}"/>
              </a:ext>
            </a:extLst>
          </p:cNvPr>
          <p:cNvSpPr>
            <a:spLocks/>
          </p:cNvSpPr>
          <p:nvPr/>
        </p:nvSpPr>
        <p:spPr>
          <a:xfrm>
            <a:off x="4797738" y="33712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DC6454A8-86B5-444E-85B3-7E0FB1B17B32}"/>
              </a:ext>
            </a:extLst>
          </p:cNvPr>
          <p:cNvSpPr>
            <a:spLocks/>
          </p:cNvSpPr>
          <p:nvPr/>
        </p:nvSpPr>
        <p:spPr>
          <a:xfrm>
            <a:off x="4797884" y="32803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255DE114-9A20-48A9-91B6-3B4642F6E35D}"/>
              </a:ext>
            </a:extLst>
          </p:cNvPr>
          <p:cNvSpPr>
            <a:spLocks/>
          </p:cNvSpPr>
          <p:nvPr/>
        </p:nvSpPr>
        <p:spPr>
          <a:xfrm>
            <a:off x="4939319" y="34271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5E173BD7-2B4D-4C71-9EC6-1FC859B1ADBE}"/>
              </a:ext>
            </a:extLst>
          </p:cNvPr>
          <p:cNvSpPr>
            <a:spLocks/>
          </p:cNvSpPr>
          <p:nvPr/>
        </p:nvSpPr>
        <p:spPr>
          <a:xfrm>
            <a:off x="5061522" y="33446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6D20DDF5-B7D7-464E-B8D9-12EE996F416D}"/>
              </a:ext>
            </a:extLst>
          </p:cNvPr>
          <p:cNvSpPr>
            <a:spLocks/>
          </p:cNvSpPr>
          <p:nvPr/>
        </p:nvSpPr>
        <p:spPr>
          <a:xfrm>
            <a:off x="5098102" y="32520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E0EA67F4-B513-4905-8BB3-BDF2DF4B5FD1}"/>
              </a:ext>
            </a:extLst>
          </p:cNvPr>
          <p:cNvSpPr>
            <a:spLocks/>
          </p:cNvSpPr>
          <p:nvPr/>
        </p:nvSpPr>
        <p:spPr>
          <a:xfrm>
            <a:off x="5179174" y="34308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EB1C6416-EE53-4E2B-81FC-43D1A1916723}"/>
              </a:ext>
            </a:extLst>
          </p:cNvPr>
          <p:cNvSpPr>
            <a:spLocks/>
          </p:cNvSpPr>
          <p:nvPr/>
        </p:nvSpPr>
        <p:spPr>
          <a:xfrm>
            <a:off x="5311193" y="33602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598ECA2C-D6C4-4CBA-A17E-C3C24914EB68}"/>
              </a:ext>
            </a:extLst>
          </p:cNvPr>
          <p:cNvSpPr>
            <a:spLocks/>
          </p:cNvSpPr>
          <p:nvPr/>
        </p:nvSpPr>
        <p:spPr>
          <a:xfrm>
            <a:off x="5326647" y="32215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D98B63FE-4104-4191-8390-020EAEC6C02A}"/>
              </a:ext>
            </a:extLst>
          </p:cNvPr>
          <p:cNvSpPr>
            <a:spLocks/>
          </p:cNvSpPr>
          <p:nvPr/>
        </p:nvSpPr>
        <p:spPr>
          <a:xfrm>
            <a:off x="5452822" y="32090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6EC46F04-72EA-47F9-B676-615C36DEF398}"/>
              </a:ext>
            </a:extLst>
          </p:cNvPr>
          <p:cNvSpPr>
            <a:spLocks/>
          </p:cNvSpPr>
          <p:nvPr/>
        </p:nvSpPr>
        <p:spPr>
          <a:xfrm>
            <a:off x="5480379" y="30632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75784E0A-1E76-4FCA-80C0-BD22810D9657}"/>
              </a:ext>
            </a:extLst>
          </p:cNvPr>
          <p:cNvSpPr>
            <a:spLocks/>
          </p:cNvSpPr>
          <p:nvPr/>
        </p:nvSpPr>
        <p:spPr>
          <a:xfrm>
            <a:off x="5442300" y="3296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2464625F-00A8-4A72-ABA4-199ED375418F}"/>
              </a:ext>
            </a:extLst>
          </p:cNvPr>
          <p:cNvSpPr>
            <a:spLocks/>
          </p:cNvSpPr>
          <p:nvPr/>
        </p:nvSpPr>
        <p:spPr>
          <a:xfrm>
            <a:off x="4938954" y="355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21155AC8-9569-4D6D-B22A-8B90F73EF750}"/>
              </a:ext>
            </a:extLst>
          </p:cNvPr>
          <p:cNvSpPr>
            <a:spLocks/>
          </p:cNvSpPr>
          <p:nvPr/>
        </p:nvSpPr>
        <p:spPr>
          <a:xfrm>
            <a:off x="4799064" y="3590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24681AE7-EF8C-4868-8F15-9E284D4D17E7}"/>
              </a:ext>
            </a:extLst>
          </p:cNvPr>
          <p:cNvSpPr>
            <a:spLocks/>
          </p:cNvSpPr>
          <p:nvPr/>
        </p:nvSpPr>
        <p:spPr>
          <a:xfrm>
            <a:off x="4711360" y="3495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A3A9AEAD-37F1-4836-B737-DA147783AC15}"/>
              </a:ext>
            </a:extLst>
          </p:cNvPr>
          <p:cNvSpPr>
            <a:spLocks/>
          </p:cNvSpPr>
          <p:nvPr/>
        </p:nvSpPr>
        <p:spPr>
          <a:xfrm>
            <a:off x="4365112" y="3330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4F174020-4DB4-410E-B5E1-58A5467AC95A}"/>
              </a:ext>
            </a:extLst>
          </p:cNvPr>
          <p:cNvSpPr>
            <a:spLocks/>
          </p:cNvSpPr>
          <p:nvPr/>
        </p:nvSpPr>
        <p:spPr>
          <a:xfrm>
            <a:off x="4390127" y="32099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E3F86506-8B9A-4114-9F4B-215FD25D419B}"/>
              </a:ext>
            </a:extLst>
          </p:cNvPr>
          <p:cNvSpPr>
            <a:spLocks/>
          </p:cNvSpPr>
          <p:nvPr/>
        </p:nvSpPr>
        <p:spPr>
          <a:xfrm>
            <a:off x="4271302" y="32890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C4567FCD-180C-4172-9170-07012F0A1566}"/>
              </a:ext>
            </a:extLst>
          </p:cNvPr>
          <p:cNvSpPr>
            <a:spLocks/>
          </p:cNvSpPr>
          <p:nvPr/>
        </p:nvSpPr>
        <p:spPr>
          <a:xfrm>
            <a:off x="4134498" y="326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density_18">
            <a:extLst>
              <a:ext uri="{FF2B5EF4-FFF2-40B4-BE49-F238E27FC236}">
                <a16:creationId xmlns:a16="http://schemas.microsoft.com/office/drawing/2014/main" id="{604946A7-9AAB-43B9-98A7-CDC7034CC729}"/>
              </a:ext>
            </a:extLst>
          </p:cNvPr>
          <p:cNvSpPr>
            <a:spLocks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74F331ED-23F6-4E14-BC70-565D9BE08D4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5751" y="933497"/>
                </a:moveTo>
                <a:lnTo>
                  <a:pt x="1033142" y="797960"/>
                </a:lnTo>
                <a:moveTo>
                  <a:pt x="943533" y="710364"/>
                </a:moveTo>
                <a:lnTo>
                  <a:pt x="1033142" y="797960"/>
                </a:lnTo>
                <a:moveTo>
                  <a:pt x="908345" y="981255"/>
                </a:moveTo>
                <a:lnTo>
                  <a:pt x="1015751" y="933497"/>
                </a:lnTo>
                <a:moveTo>
                  <a:pt x="836505" y="758577"/>
                </a:moveTo>
                <a:lnTo>
                  <a:pt x="943533" y="710364"/>
                </a:lnTo>
                <a:moveTo>
                  <a:pt x="817014" y="894450"/>
                </a:moveTo>
                <a:lnTo>
                  <a:pt x="908345" y="981255"/>
                </a:lnTo>
                <a:moveTo>
                  <a:pt x="817014" y="894450"/>
                </a:moveTo>
                <a:lnTo>
                  <a:pt x="836505" y="758577"/>
                </a:lnTo>
                <a:moveTo>
                  <a:pt x="625039" y="1124587"/>
                </a:moveTo>
                <a:lnTo>
                  <a:pt x="674516" y="1094922"/>
                </a:lnTo>
                <a:moveTo>
                  <a:pt x="701198" y="945615"/>
                </a:moveTo>
                <a:lnTo>
                  <a:pt x="817014" y="894450"/>
                </a:lnTo>
                <a:moveTo>
                  <a:pt x="674516" y="1094922"/>
                </a:moveTo>
                <a:lnTo>
                  <a:pt x="701198" y="945615"/>
                </a:lnTo>
                <a:moveTo>
                  <a:pt x="674516" y="1094922"/>
                </a:moveTo>
                <a:lnTo>
                  <a:pt x="580293" y="1140741"/>
                </a:lnTo>
                <a:moveTo>
                  <a:pt x="580293" y="1140741"/>
                </a:moveTo>
                <a:lnTo>
                  <a:pt x="624253" y="1157490"/>
                </a:lnTo>
                <a:moveTo>
                  <a:pt x="922074" y="506850"/>
                </a:moveTo>
                <a:lnTo>
                  <a:pt x="1027915" y="607685"/>
                </a:lnTo>
                <a:moveTo>
                  <a:pt x="1027915" y="607685"/>
                </a:moveTo>
                <a:lnTo>
                  <a:pt x="995977" y="741490"/>
                </a:lnTo>
                <a:moveTo>
                  <a:pt x="1027915" y="607685"/>
                </a:moveTo>
                <a:lnTo>
                  <a:pt x="1159549" y="569049"/>
                </a:lnTo>
                <a:moveTo>
                  <a:pt x="785926" y="308119"/>
                </a:moveTo>
                <a:lnTo>
                  <a:pt x="683930" y="345547"/>
                </a:lnTo>
                <a:moveTo>
                  <a:pt x="894637" y="407721"/>
                </a:moveTo>
                <a:lnTo>
                  <a:pt x="922074" y="506850"/>
                </a:lnTo>
                <a:moveTo>
                  <a:pt x="995977" y="741490"/>
                </a:moveTo>
                <a:lnTo>
                  <a:pt x="1092977" y="834680"/>
                </a:lnTo>
                <a:moveTo>
                  <a:pt x="1159549" y="569049"/>
                </a:moveTo>
                <a:lnTo>
                  <a:pt x="1257082" y="661863"/>
                </a:lnTo>
                <a:moveTo>
                  <a:pt x="1092977" y="834680"/>
                </a:moveTo>
                <a:lnTo>
                  <a:pt x="1223699" y="794851"/>
                </a:lnTo>
                <a:moveTo>
                  <a:pt x="1257082" y="661863"/>
                </a:moveTo>
                <a:lnTo>
                  <a:pt x="1223699" y="794851"/>
                </a:lnTo>
                <a:moveTo>
                  <a:pt x="894637" y="407721"/>
                </a:moveTo>
                <a:lnTo>
                  <a:pt x="785926" y="308119"/>
                </a:lnTo>
                <a:moveTo>
                  <a:pt x="850743" y="477462"/>
                </a:moveTo>
                <a:lnTo>
                  <a:pt x="894637" y="40772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BD9CAD83-2C9E-4485-9111-2802C4C7395A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4106" y="676688"/>
                </a:moveTo>
                <a:lnTo>
                  <a:pt x="1412150" y="681455"/>
                </a:lnTo>
                <a:moveTo>
                  <a:pt x="1343270" y="757724"/>
                </a:moveTo>
                <a:lnTo>
                  <a:pt x="1412150" y="681455"/>
                </a:lnTo>
                <a:moveTo>
                  <a:pt x="1413313" y="671908"/>
                </a:moveTo>
                <a:lnTo>
                  <a:pt x="1412150" y="681455"/>
                </a:lnTo>
                <a:moveTo>
                  <a:pt x="1343270" y="757724"/>
                </a:moveTo>
                <a:lnTo>
                  <a:pt x="1404106" y="676688"/>
                </a:lnTo>
                <a:moveTo>
                  <a:pt x="1412150" y="681455"/>
                </a:moveTo>
                <a:lnTo>
                  <a:pt x="1513907" y="738542"/>
                </a:lnTo>
                <a:moveTo>
                  <a:pt x="1404106" y="676688"/>
                </a:moveTo>
                <a:lnTo>
                  <a:pt x="1413313" y="671908"/>
                </a:lnTo>
                <a:moveTo>
                  <a:pt x="1413313" y="671908"/>
                </a:moveTo>
                <a:lnTo>
                  <a:pt x="1513907" y="738542"/>
                </a:lnTo>
                <a:moveTo>
                  <a:pt x="1325380" y="826986"/>
                </a:moveTo>
                <a:lnTo>
                  <a:pt x="1343270" y="757724"/>
                </a:lnTo>
                <a:moveTo>
                  <a:pt x="1246482" y="699510"/>
                </a:moveTo>
                <a:lnTo>
                  <a:pt x="1343270" y="757724"/>
                </a:lnTo>
                <a:moveTo>
                  <a:pt x="1264250" y="653333"/>
                </a:moveTo>
                <a:lnTo>
                  <a:pt x="1343270" y="757724"/>
                </a:lnTo>
                <a:moveTo>
                  <a:pt x="1308924" y="617510"/>
                </a:moveTo>
                <a:lnTo>
                  <a:pt x="1404106" y="676688"/>
                </a:lnTo>
                <a:moveTo>
                  <a:pt x="1308924" y="617510"/>
                </a:moveTo>
                <a:lnTo>
                  <a:pt x="1343270" y="757724"/>
                </a:lnTo>
                <a:moveTo>
                  <a:pt x="1517041" y="854880"/>
                </a:moveTo>
                <a:lnTo>
                  <a:pt x="1557565" y="875316"/>
                </a:lnTo>
                <a:moveTo>
                  <a:pt x="1513907" y="738542"/>
                </a:moveTo>
                <a:lnTo>
                  <a:pt x="1596185" y="780401"/>
                </a:lnTo>
                <a:moveTo>
                  <a:pt x="1246482" y="699510"/>
                </a:moveTo>
                <a:lnTo>
                  <a:pt x="1325380" y="826986"/>
                </a:lnTo>
                <a:moveTo>
                  <a:pt x="1306969" y="849440"/>
                </a:moveTo>
                <a:lnTo>
                  <a:pt x="1325380" y="826986"/>
                </a:lnTo>
                <a:moveTo>
                  <a:pt x="1517041" y="854880"/>
                </a:moveTo>
                <a:lnTo>
                  <a:pt x="1565965" y="853222"/>
                </a:lnTo>
                <a:moveTo>
                  <a:pt x="1325380" y="826986"/>
                </a:moveTo>
                <a:lnTo>
                  <a:pt x="1322655" y="858195"/>
                </a:lnTo>
                <a:moveTo>
                  <a:pt x="1413313" y="671908"/>
                </a:moveTo>
                <a:lnTo>
                  <a:pt x="1518309" y="655807"/>
                </a:lnTo>
                <a:moveTo>
                  <a:pt x="1518309" y="655807"/>
                </a:moveTo>
                <a:lnTo>
                  <a:pt x="1513907" y="738542"/>
                </a:lnTo>
                <a:moveTo>
                  <a:pt x="1544908" y="890359"/>
                </a:moveTo>
                <a:lnTo>
                  <a:pt x="1517041" y="854880"/>
                </a:lnTo>
                <a:moveTo>
                  <a:pt x="1517041" y="854880"/>
                </a:moveTo>
                <a:lnTo>
                  <a:pt x="1596185" y="780401"/>
                </a:lnTo>
                <a:moveTo>
                  <a:pt x="1322655" y="858195"/>
                </a:moveTo>
                <a:lnTo>
                  <a:pt x="1412876" y="909772"/>
                </a:lnTo>
                <a:moveTo>
                  <a:pt x="1246482" y="699510"/>
                </a:moveTo>
                <a:lnTo>
                  <a:pt x="1306969" y="849440"/>
                </a:lnTo>
                <a:moveTo>
                  <a:pt x="1306969" y="849440"/>
                </a:moveTo>
                <a:lnTo>
                  <a:pt x="1322655" y="858195"/>
                </a:lnTo>
                <a:moveTo>
                  <a:pt x="1231091" y="690332"/>
                </a:moveTo>
                <a:lnTo>
                  <a:pt x="1246482" y="699510"/>
                </a:lnTo>
                <a:moveTo>
                  <a:pt x="1264250" y="653333"/>
                </a:moveTo>
                <a:lnTo>
                  <a:pt x="1246482" y="699510"/>
                </a:lnTo>
                <a:moveTo>
                  <a:pt x="1198387" y="787017"/>
                </a:moveTo>
                <a:lnTo>
                  <a:pt x="1246482" y="699510"/>
                </a:lnTo>
                <a:moveTo>
                  <a:pt x="1198387" y="787017"/>
                </a:moveTo>
                <a:lnTo>
                  <a:pt x="1306969" y="849440"/>
                </a:lnTo>
                <a:moveTo>
                  <a:pt x="1231091" y="690332"/>
                </a:moveTo>
                <a:lnTo>
                  <a:pt x="1264250" y="653333"/>
                </a:lnTo>
                <a:moveTo>
                  <a:pt x="1178142" y="775178"/>
                </a:moveTo>
                <a:lnTo>
                  <a:pt x="1246482" y="699510"/>
                </a:lnTo>
                <a:moveTo>
                  <a:pt x="1565965" y="853222"/>
                </a:moveTo>
                <a:lnTo>
                  <a:pt x="1557565" y="875316"/>
                </a:lnTo>
                <a:moveTo>
                  <a:pt x="1178142" y="775178"/>
                </a:moveTo>
                <a:lnTo>
                  <a:pt x="1231091" y="690332"/>
                </a:lnTo>
                <a:moveTo>
                  <a:pt x="1544908" y="890359"/>
                </a:moveTo>
                <a:lnTo>
                  <a:pt x="1557565" y="875316"/>
                </a:lnTo>
                <a:moveTo>
                  <a:pt x="1178142" y="775178"/>
                </a:moveTo>
                <a:lnTo>
                  <a:pt x="1198387" y="787017"/>
                </a:lnTo>
                <a:moveTo>
                  <a:pt x="1388430" y="603399"/>
                </a:moveTo>
                <a:lnTo>
                  <a:pt x="1404106" y="676688"/>
                </a:lnTo>
                <a:moveTo>
                  <a:pt x="1264250" y="653333"/>
                </a:moveTo>
                <a:lnTo>
                  <a:pt x="1308924" y="617510"/>
                </a:lnTo>
                <a:moveTo>
                  <a:pt x="1565965" y="853222"/>
                </a:moveTo>
                <a:lnTo>
                  <a:pt x="1596185" y="780401"/>
                </a:lnTo>
                <a:moveTo>
                  <a:pt x="1388430" y="603399"/>
                </a:moveTo>
                <a:lnTo>
                  <a:pt x="1413313" y="671908"/>
                </a:lnTo>
                <a:moveTo>
                  <a:pt x="1165204" y="828012"/>
                </a:moveTo>
                <a:lnTo>
                  <a:pt x="1198387" y="787017"/>
                </a:lnTo>
                <a:moveTo>
                  <a:pt x="1085340" y="721103"/>
                </a:moveTo>
                <a:lnTo>
                  <a:pt x="1178142" y="775178"/>
                </a:lnTo>
                <a:moveTo>
                  <a:pt x="1165204" y="828012"/>
                </a:moveTo>
                <a:lnTo>
                  <a:pt x="1178142" y="775178"/>
                </a:lnTo>
                <a:moveTo>
                  <a:pt x="1513907" y="738542"/>
                </a:moveTo>
                <a:lnTo>
                  <a:pt x="1612674" y="668185"/>
                </a:lnTo>
                <a:moveTo>
                  <a:pt x="1412876" y="909772"/>
                </a:moveTo>
                <a:lnTo>
                  <a:pt x="1492335" y="949427"/>
                </a:lnTo>
                <a:moveTo>
                  <a:pt x="1124471" y="625626"/>
                </a:moveTo>
                <a:lnTo>
                  <a:pt x="1231091" y="690332"/>
                </a:lnTo>
                <a:moveTo>
                  <a:pt x="1085340" y="721103"/>
                </a:moveTo>
                <a:lnTo>
                  <a:pt x="1165204" y="828012"/>
                </a:lnTo>
                <a:moveTo>
                  <a:pt x="1116298" y="632799"/>
                </a:moveTo>
                <a:lnTo>
                  <a:pt x="1178142" y="775178"/>
                </a:lnTo>
                <a:moveTo>
                  <a:pt x="1359604" y="935701"/>
                </a:moveTo>
                <a:lnTo>
                  <a:pt x="1412876" y="909772"/>
                </a:lnTo>
                <a:moveTo>
                  <a:pt x="1124471" y="625626"/>
                </a:moveTo>
                <a:lnTo>
                  <a:pt x="1178142" y="775178"/>
                </a:lnTo>
                <a:moveTo>
                  <a:pt x="1045111" y="697709"/>
                </a:moveTo>
                <a:lnTo>
                  <a:pt x="1085340" y="721103"/>
                </a:lnTo>
                <a:moveTo>
                  <a:pt x="1606288" y="898007"/>
                </a:moveTo>
                <a:lnTo>
                  <a:pt x="1557565" y="875316"/>
                </a:lnTo>
                <a:moveTo>
                  <a:pt x="1322655" y="858195"/>
                </a:moveTo>
                <a:lnTo>
                  <a:pt x="1359604" y="935701"/>
                </a:lnTo>
                <a:moveTo>
                  <a:pt x="1565965" y="853222"/>
                </a:moveTo>
                <a:lnTo>
                  <a:pt x="1606288" y="898007"/>
                </a:lnTo>
                <a:moveTo>
                  <a:pt x="1492335" y="949427"/>
                </a:moveTo>
                <a:lnTo>
                  <a:pt x="1544908" y="890359"/>
                </a:lnTo>
                <a:moveTo>
                  <a:pt x="1231091" y="690332"/>
                </a:moveTo>
                <a:lnTo>
                  <a:pt x="1261593" y="586216"/>
                </a:lnTo>
                <a:moveTo>
                  <a:pt x="1261593" y="586216"/>
                </a:moveTo>
                <a:lnTo>
                  <a:pt x="1264250" y="653333"/>
                </a:lnTo>
                <a:moveTo>
                  <a:pt x="1034537" y="806494"/>
                </a:moveTo>
                <a:lnTo>
                  <a:pt x="1085340" y="721103"/>
                </a:lnTo>
                <a:moveTo>
                  <a:pt x="1544908" y="890359"/>
                </a:moveTo>
                <a:lnTo>
                  <a:pt x="1606288" y="898007"/>
                </a:lnTo>
                <a:moveTo>
                  <a:pt x="1174001" y="883610"/>
                </a:moveTo>
                <a:lnTo>
                  <a:pt x="1198387" y="787017"/>
                </a:lnTo>
                <a:moveTo>
                  <a:pt x="1116298" y="632799"/>
                </a:moveTo>
                <a:lnTo>
                  <a:pt x="1085340" y="721103"/>
                </a:lnTo>
                <a:moveTo>
                  <a:pt x="1085340" y="721103"/>
                </a:moveTo>
                <a:lnTo>
                  <a:pt x="1137038" y="864162"/>
                </a:lnTo>
                <a:moveTo>
                  <a:pt x="999559" y="786131"/>
                </a:moveTo>
                <a:lnTo>
                  <a:pt x="1085340" y="721103"/>
                </a:lnTo>
                <a:moveTo>
                  <a:pt x="1596185" y="780401"/>
                </a:moveTo>
                <a:lnTo>
                  <a:pt x="1671716" y="819191"/>
                </a:lnTo>
                <a:moveTo>
                  <a:pt x="1228212" y="912976"/>
                </a:moveTo>
                <a:lnTo>
                  <a:pt x="1306969" y="849440"/>
                </a:lnTo>
                <a:moveTo>
                  <a:pt x="1308924" y="617510"/>
                </a:moveTo>
                <a:lnTo>
                  <a:pt x="1388430" y="603399"/>
                </a:lnTo>
                <a:moveTo>
                  <a:pt x="1137038" y="864162"/>
                </a:moveTo>
                <a:lnTo>
                  <a:pt x="1165204" y="828012"/>
                </a:lnTo>
                <a:moveTo>
                  <a:pt x="1228212" y="912976"/>
                </a:moveTo>
                <a:lnTo>
                  <a:pt x="1322655" y="858195"/>
                </a:lnTo>
                <a:moveTo>
                  <a:pt x="1045111" y="697709"/>
                </a:moveTo>
                <a:lnTo>
                  <a:pt x="1116298" y="632799"/>
                </a:lnTo>
                <a:moveTo>
                  <a:pt x="1261593" y="586216"/>
                </a:moveTo>
                <a:lnTo>
                  <a:pt x="1308924" y="617510"/>
                </a:lnTo>
                <a:moveTo>
                  <a:pt x="999559" y="786131"/>
                </a:moveTo>
                <a:lnTo>
                  <a:pt x="1045111" y="697709"/>
                </a:lnTo>
                <a:moveTo>
                  <a:pt x="1198387" y="787017"/>
                </a:moveTo>
                <a:lnTo>
                  <a:pt x="1228212" y="912976"/>
                </a:lnTo>
                <a:moveTo>
                  <a:pt x="1483300" y="605155"/>
                </a:moveTo>
                <a:lnTo>
                  <a:pt x="1413313" y="671908"/>
                </a:lnTo>
                <a:moveTo>
                  <a:pt x="1565965" y="853222"/>
                </a:moveTo>
                <a:lnTo>
                  <a:pt x="1628620" y="908401"/>
                </a:lnTo>
                <a:moveTo>
                  <a:pt x="1231337" y="566834"/>
                </a:moveTo>
                <a:lnTo>
                  <a:pt x="1231091" y="690332"/>
                </a:lnTo>
                <a:moveTo>
                  <a:pt x="1034537" y="806494"/>
                </a:moveTo>
                <a:lnTo>
                  <a:pt x="1137038" y="864162"/>
                </a:lnTo>
                <a:moveTo>
                  <a:pt x="999559" y="786131"/>
                </a:moveTo>
                <a:lnTo>
                  <a:pt x="1034537" y="806494"/>
                </a:lnTo>
                <a:moveTo>
                  <a:pt x="1165204" y="828012"/>
                </a:moveTo>
                <a:lnTo>
                  <a:pt x="1174001" y="883610"/>
                </a:lnTo>
                <a:moveTo>
                  <a:pt x="570419" y="658619"/>
                </a:moveTo>
                <a:lnTo>
                  <a:pt x="620723" y="687130"/>
                </a:lnTo>
                <a:moveTo>
                  <a:pt x="1116298" y="632799"/>
                </a:moveTo>
                <a:lnTo>
                  <a:pt x="1124471" y="625626"/>
                </a:lnTo>
                <a:moveTo>
                  <a:pt x="1596185" y="780401"/>
                </a:moveTo>
                <a:lnTo>
                  <a:pt x="1612674" y="668185"/>
                </a:lnTo>
                <a:moveTo>
                  <a:pt x="1596185" y="780401"/>
                </a:moveTo>
                <a:lnTo>
                  <a:pt x="1628620" y="908401"/>
                </a:lnTo>
                <a:moveTo>
                  <a:pt x="1518309" y="655807"/>
                </a:moveTo>
                <a:lnTo>
                  <a:pt x="1594442" y="658233"/>
                </a:lnTo>
                <a:moveTo>
                  <a:pt x="1518309" y="655807"/>
                </a:moveTo>
                <a:lnTo>
                  <a:pt x="1612674" y="668185"/>
                </a:lnTo>
                <a:moveTo>
                  <a:pt x="479382" y="605646"/>
                </a:moveTo>
                <a:lnTo>
                  <a:pt x="570419" y="658619"/>
                </a:lnTo>
                <a:moveTo>
                  <a:pt x="1492335" y="949427"/>
                </a:moveTo>
                <a:lnTo>
                  <a:pt x="1606288" y="898007"/>
                </a:lnTo>
                <a:moveTo>
                  <a:pt x="2232462" y="674797"/>
                </a:moveTo>
                <a:lnTo>
                  <a:pt x="2321538" y="609612"/>
                </a:lnTo>
                <a:moveTo>
                  <a:pt x="1137038" y="864162"/>
                </a:moveTo>
                <a:lnTo>
                  <a:pt x="1174001" y="883610"/>
                </a:lnTo>
                <a:moveTo>
                  <a:pt x="1596185" y="780401"/>
                </a:moveTo>
                <a:lnTo>
                  <a:pt x="1709681" y="721559"/>
                </a:lnTo>
                <a:moveTo>
                  <a:pt x="620723" y="687130"/>
                </a:moveTo>
                <a:lnTo>
                  <a:pt x="666836" y="711531"/>
                </a:lnTo>
                <a:moveTo>
                  <a:pt x="1252469" y="561718"/>
                </a:moveTo>
                <a:lnTo>
                  <a:pt x="1308924" y="617510"/>
                </a:lnTo>
                <a:moveTo>
                  <a:pt x="1004683" y="829645"/>
                </a:moveTo>
                <a:lnTo>
                  <a:pt x="1034537" y="806494"/>
                </a:lnTo>
                <a:moveTo>
                  <a:pt x="2232462" y="674797"/>
                </a:moveTo>
                <a:lnTo>
                  <a:pt x="2302449" y="598184"/>
                </a:lnTo>
                <a:moveTo>
                  <a:pt x="2302449" y="598184"/>
                </a:moveTo>
                <a:lnTo>
                  <a:pt x="2321538" y="609612"/>
                </a:lnTo>
                <a:moveTo>
                  <a:pt x="917794" y="737690"/>
                </a:moveTo>
                <a:lnTo>
                  <a:pt x="999559" y="786131"/>
                </a:lnTo>
                <a:moveTo>
                  <a:pt x="620723" y="687130"/>
                </a:moveTo>
                <a:lnTo>
                  <a:pt x="696299" y="641517"/>
                </a:lnTo>
                <a:moveTo>
                  <a:pt x="430051" y="692241"/>
                </a:moveTo>
                <a:lnTo>
                  <a:pt x="570419" y="658619"/>
                </a:lnTo>
                <a:moveTo>
                  <a:pt x="514449" y="739969"/>
                </a:moveTo>
                <a:lnTo>
                  <a:pt x="570419" y="658619"/>
                </a:lnTo>
                <a:moveTo>
                  <a:pt x="1004683" y="829645"/>
                </a:moveTo>
                <a:lnTo>
                  <a:pt x="999559" y="786131"/>
                </a:lnTo>
                <a:moveTo>
                  <a:pt x="1671716" y="819191"/>
                </a:moveTo>
                <a:lnTo>
                  <a:pt x="1680211" y="823627"/>
                </a:lnTo>
                <a:moveTo>
                  <a:pt x="2331418" y="573401"/>
                </a:moveTo>
                <a:lnTo>
                  <a:pt x="2321538" y="609612"/>
                </a:lnTo>
                <a:moveTo>
                  <a:pt x="1671716" y="819191"/>
                </a:moveTo>
                <a:lnTo>
                  <a:pt x="1682394" y="816958"/>
                </a:lnTo>
                <a:moveTo>
                  <a:pt x="1045111" y="697709"/>
                </a:moveTo>
                <a:lnTo>
                  <a:pt x="1100701" y="608005"/>
                </a:lnTo>
                <a:moveTo>
                  <a:pt x="953950" y="640474"/>
                </a:moveTo>
                <a:lnTo>
                  <a:pt x="1045111" y="697709"/>
                </a:lnTo>
                <a:moveTo>
                  <a:pt x="1433295" y="974807"/>
                </a:moveTo>
                <a:lnTo>
                  <a:pt x="1412876" y="909772"/>
                </a:lnTo>
                <a:moveTo>
                  <a:pt x="1682394" y="816958"/>
                </a:moveTo>
                <a:lnTo>
                  <a:pt x="1680211" y="823627"/>
                </a:lnTo>
                <a:moveTo>
                  <a:pt x="2302449" y="598184"/>
                </a:moveTo>
                <a:lnTo>
                  <a:pt x="2331418" y="573401"/>
                </a:lnTo>
                <a:moveTo>
                  <a:pt x="1657282" y="861246"/>
                </a:moveTo>
                <a:lnTo>
                  <a:pt x="1671716" y="819191"/>
                </a:lnTo>
                <a:moveTo>
                  <a:pt x="1837975" y="912716"/>
                </a:moveTo>
                <a:lnTo>
                  <a:pt x="1897681" y="831135"/>
                </a:lnTo>
                <a:moveTo>
                  <a:pt x="1680211" y="823627"/>
                </a:moveTo>
                <a:lnTo>
                  <a:pt x="1782177" y="880878"/>
                </a:lnTo>
                <a:moveTo>
                  <a:pt x="570419" y="658619"/>
                </a:moveTo>
                <a:lnTo>
                  <a:pt x="639811" y="741140"/>
                </a:lnTo>
                <a:moveTo>
                  <a:pt x="639811" y="741140"/>
                </a:moveTo>
                <a:lnTo>
                  <a:pt x="620723" y="687130"/>
                </a:lnTo>
                <a:moveTo>
                  <a:pt x="1492335" y="949427"/>
                </a:moveTo>
                <a:lnTo>
                  <a:pt x="1628620" y="908401"/>
                </a:lnTo>
                <a:moveTo>
                  <a:pt x="1657282" y="861246"/>
                </a:moveTo>
                <a:lnTo>
                  <a:pt x="1680211" y="823627"/>
                </a:lnTo>
                <a:moveTo>
                  <a:pt x="430051" y="692241"/>
                </a:moveTo>
                <a:lnTo>
                  <a:pt x="479382" y="605646"/>
                </a:lnTo>
                <a:moveTo>
                  <a:pt x="1680211" y="823627"/>
                </a:moveTo>
                <a:lnTo>
                  <a:pt x="1824965" y="789221"/>
                </a:lnTo>
                <a:moveTo>
                  <a:pt x="1124471" y="625626"/>
                </a:moveTo>
                <a:lnTo>
                  <a:pt x="1231337" y="566834"/>
                </a:lnTo>
                <a:moveTo>
                  <a:pt x="1824965" y="789221"/>
                </a:moveTo>
                <a:lnTo>
                  <a:pt x="1897681" y="831135"/>
                </a:lnTo>
                <a:moveTo>
                  <a:pt x="1782177" y="880878"/>
                </a:moveTo>
                <a:lnTo>
                  <a:pt x="1837975" y="912716"/>
                </a:lnTo>
                <a:moveTo>
                  <a:pt x="1897681" y="831135"/>
                </a:moveTo>
                <a:lnTo>
                  <a:pt x="1929399" y="848401"/>
                </a:lnTo>
                <a:moveTo>
                  <a:pt x="1682394" y="816958"/>
                </a:moveTo>
                <a:lnTo>
                  <a:pt x="1824965" y="789221"/>
                </a:lnTo>
                <a:moveTo>
                  <a:pt x="1606288" y="898007"/>
                </a:moveTo>
                <a:lnTo>
                  <a:pt x="1628620" y="908401"/>
                </a:lnTo>
                <a:moveTo>
                  <a:pt x="1100701" y="608005"/>
                </a:moveTo>
                <a:lnTo>
                  <a:pt x="1116298" y="632799"/>
                </a:lnTo>
                <a:moveTo>
                  <a:pt x="696299" y="641517"/>
                </a:moveTo>
                <a:lnTo>
                  <a:pt x="666836" y="711531"/>
                </a:lnTo>
                <a:moveTo>
                  <a:pt x="1824965" y="789221"/>
                </a:moveTo>
                <a:lnTo>
                  <a:pt x="1837975" y="912716"/>
                </a:lnTo>
                <a:moveTo>
                  <a:pt x="1837975" y="912716"/>
                </a:moveTo>
                <a:lnTo>
                  <a:pt x="1929399" y="848401"/>
                </a:lnTo>
                <a:moveTo>
                  <a:pt x="950152" y="644353"/>
                </a:moveTo>
                <a:lnTo>
                  <a:pt x="999559" y="786131"/>
                </a:lnTo>
                <a:moveTo>
                  <a:pt x="1628620" y="908401"/>
                </a:moveTo>
                <a:lnTo>
                  <a:pt x="1671716" y="819191"/>
                </a:lnTo>
                <a:moveTo>
                  <a:pt x="1100701" y="608005"/>
                </a:moveTo>
                <a:lnTo>
                  <a:pt x="1124471" y="625626"/>
                </a:lnTo>
                <a:moveTo>
                  <a:pt x="866290" y="708547"/>
                </a:moveTo>
                <a:lnTo>
                  <a:pt x="917794" y="737690"/>
                </a:lnTo>
                <a:moveTo>
                  <a:pt x="953950" y="640474"/>
                </a:moveTo>
                <a:lnTo>
                  <a:pt x="999559" y="786131"/>
                </a:lnTo>
                <a:moveTo>
                  <a:pt x="1782177" y="880878"/>
                </a:moveTo>
                <a:lnTo>
                  <a:pt x="1824965" y="789221"/>
                </a:lnTo>
                <a:moveTo>
                  <a:pt x="1174001" y="883610"/>
                </a:moveTo>
                <a:lnTo>
                  <a:pt x="1228212" y="912976"/>
                </a:lnTo>
                <a:moveTo>
                  <a:pt x="620723" y="687130"/>
                </a:moveTo>
                <a:lnTo>
                  <a:pt x="697606" y="610479"/>
                </a:lnTo>
                <a:moveTo>
                  <a:pt x="1837975" y="912716"/>
                </a:moveTo>
                <a:lnTo>
                  <a:pt x="1883908" y="937944"/>
                </a:lnTo>
                <a:moveTo>
                  <a:pt x="2208598" y="773698"/>
                </a:moveTo>
                <a:lnTo>
                  <a:pt x="2232462" y="674797"/>
                </a:lnTo>
                <a:moveTo>
                  <a:pt x="1897681" y="831135"/>
                </a:moveTo>
                <a:lnTo>
                  <a:pt x="1947555" y="799851"/>
                </a:lnTo>
                <a:moveTo>
                  <a:pt x="1483300" y="605155"/>
                </a:moveTo>
                <a:lnTo>
                  <a:pt x="1518309" y="655807"/>
                </a:lnTo>
                <a:moveTo>
                  <a:pt x="430051" y="692241"/>
                </a:moveTo>
                <a:lnTo>
                  <a:pt x="514449" y="739969"/>
                </a:lnTo>
                <a:moveTo>
                  <a:pt x="1883908" y="937944"/>
                </a:moveTo>
                <a:lnTo>
                  <a:pt x="1929399" y="848401"/>
                </a:lnTo>
                <a:moveTo>
                  <a:pt x="1231337" y="566834"/>
                </a:moveTo>
                <a:lnTo>
                  <a:pt x="1261593" y="586216"/>
                </a:lnTo>
                <a:moveTo>
                  <a:pt x="1628620" y="908401"/>
                </a:moveTo>
                <a:lnTo>
                  <a:pt x="1657282" y="861246"/>
                </a:lnTo>
                <a:moveTo>
                  <a:pt x="639811" y="741140"/>
                </a:moveTo>
                <a:lnTo>
                  <a:pt x="666836" y="711531"/>
                </a:lnTo>
                <a:moveTo>
                  <a:pt x="696299" y="641517"/>
                </a:moveTo>
                <a:lnTo>
                  <a:pt x="720235" y="624785"/>
                </a:lnTo>
                <a:moveTo>
                  <a:pt x="1947555" y="799851"/>
                </a:moveTo>
                <a:lnTo>
                  <a:pt x="1929399" y="848401"/>
                </a:lnTo>
                <a:moveTo>
                  <a:pt x="1594442" y="658233"/>
                </a:moveTo>
                <a:lnTo>
                  <a:pt x="1612674" y="668185"/>
                </a:lnTo>
                <a:moveTo>
                  <a:pt x="1682394" y="816958"/>
                </a:moveTo>
                <a:lnTo>
                  <a:pt x="1767670" y="755126"/>
                </a:lnTo>
                <a:moveTo>
                  <a:pt x="1671716" y="819191"/>
                </a:moveTo>
                <a:lnTo>
                  <a:pt x="1709681" y="721559"/>
                </a:lnTo>
                <a:moveTo>
                  <a:pt x="567206" y="587724"/>
                </a:moveTo>
                <a:lnTo>
                  <a:pt x="570419" y="658619"/>
                </a:lnTo>
                <a:moveTo>
                  <a:pt x="666836" y="711531"/>
                </a:moveTo>
                <a:lnTo>
                  <a:pt x="804120" y="671286"/>
                </a:lnTo>
                <a:moveTo>
                  <a:pt x="2348732" y="620550"/>
                </a:moveTo>
                <a:lnTo>
                  <a:pt x="2321538" y="609612"/>
                </a:lnTo>
                <a:moveTo>
                  <a:pt x="1252469" y="561718"/>
                </a:moveTo>
                <a:lnTo>
                  <a:pt x="1388430" y="603399"/>
                </a:lnTo>
                <a:moveTo>
                  <a:pt x="868516" y="788327"/>
                </a:moveTo>
                <a:lnTo>
                  <a:pt x="999559" y="786131"/>
                </a:lnTo>
                <a:moveTo>
                  <a:pt x="1767670" y="755126"/>
                </a:moveTo>
                <a:lnTo>
                  <a:pt x="1824965" y="789221"/>
                </a:lnTo>
                <a:moveTo>
                  <a:pt x="804120" y="671286"/>
                </a:moveTo>
                <a:lnTo>
                  <a:pt x="866290" y="708547"/>
                </a:lnTo>
                <a:moveTo>
                  <a:pt x="1682394" y="816958"/>
                </a:moveTo>
                <a:lnTo>
                  <a:pt x="1709681" y="721559"/>
                </a:lnTo>
                <a:moveTo>
                  <a:pt x="1594442" y="658233"/>
                </a:moveTo>
                <a:lnTo>
                  <a:pt x="1613304" y="657342"/>
                </a:lnTo>
                <a:moveTo>
                  <a:pt x="866290" y="708547"/>
                </a:moveTo>
                <a:lnTo>
                  <a:pt x="950152" y="644353"/>
                </a:lnTo>
                <a:moveTo>
                  <a:pt x="950152" y="644353"/>
                </a:moveTo>
                <a:lnTo>
                  <a:pt x="917794" y="737690"/>
                </a:lnTo>
                <a:moveTo>
                  <a:pt x="1252469" y="561718"/>
                </a:moveTo>
                <a:lnTo>
                  <a:pt x="1261593" y="586216"/>
                </a:lnTo>
                <a:moveTo>
                  <a:pt x="696299" y="641517"/>
                </a:moveTo>
                <a:lnTo>
                  <a:pt x="804120" y="671286"/>
                </a:lnTo>
                <a:moveTo>
                  <a:pt x="2208598" y="773698"/>
                </a:moveTo>
                <a:lnTo>
                  <a:pt x="2225337" y="784618"/>
                </a:lnTo>
                <a:moveTo>
                  <a:pt x="1656159" y="922107"/>
                </a:moveTo>
                <a:lnTo>
                  <a:pt x="1680211" y="823627"/>
                </a:lnTo>
                <a:moveTo>
                  <a:pt x="1613304" y="657342"/>
                </a:moveTo>
                <a:lnTo>
                  <a:pt x="1612674" y="668185"/>
                </a:lnTo>
                <a:moveTo>
                  <a:pt x="697606" y="610479"/>
                </a:moveTo>
                <a:lnTo>
                  <a:pt x="696299" y="641517"/>
                </a:lnTo>
                <a:moveTo>
                  <a:pt x="570419" y="658619"/>
                </a:moveTo>
                <a:lnTo>
                  <a:pt x="598299" y="783057"/>
                </a:lnTo>
                <a:moveTo>
                  <a:pt x="1174001" y="883610"/>
                </a:moveTo>
                <a:lnTo>
                  <a:pt x="1205583" y="925870"/>
                </a:lnTo>
                <a:moveTo>
                  <a:pt x="1292991" y="940786"/>
                </a:moveTo>
                <a:lnTo>
                  <a:pt x="1322655" y="858195"/>
                </a:lnTo>
                <a:moveTo>
                  <a:pt x="2146963" y="620704"/>
                </a:moveTo>
                <a:lnTo>
                  <a:pt x="2232462" y="674797"/>
                </a:lnTo>
                <a:moveTo>
                  <a:pt x="479382" y="605646"/>
                </a:moveTo>
                <a:lnTo>
                  <a:pt x="567206" y="587724"/>
                </a:lnTo>
                <a:moveTo>
                  <a:pt x="1897681" y="831135"/>
                </a:moveTo>
                <a:lnTo>
                  <a:pt x="1958399" y="745966"/>
                </a:lnTo>
                <a:moveTo>
                  <a:pt x="2331418" y="573401"/>
                </a:moveTo>
                <a:lnTo>
                  <a:pt x="2348732" y="620550"/>
                </a:lnTo>
                <a:moveTo>
                  <a:pt x="720235" y="624785"/>
                </a:moveTo>
                <a:lnTo>
                  <a:pt x="804120" y="671286"/>
                </a:lnTo>
                <a:moveTo>
                  <a:pt x="2211728" y="784487"/>
                </a:moveTo>
                <a:lnTo>
                  <a:pt x="2225337" y="784618"/>
                </a:lnTo>
                <a:moveTo>
                  <a:pt x="1657282" y="861246"/>
                </a:moveTo>
                <a:lnTo>
                  <a:pt x="1656159" y="922107"/>
                </a:lnTo>
                <a:moveTo>
                  <a:pt x="2148023" y="615375"/>
                </a:moveTo>
                <a:lnTo>
                  <a:pt x="2232462" y="674797"/>
                </a:lnTo>
                <a:moveTo>
                  <a:pt x="1846801" y="977542"/>
                </a:moveTo>
                <a:lnTo>
                  <a:pt x="1837975" y="912716"/>
                </a:lnTo>
                <a:moveTo>
                  <a:pt x="666836" y="711531"/>
                </a:moveTo>
                <a:lnTo>
                  <a:pt x="753050" y="756467"/>
                </a:lnTo>
                <a:moveTo>
                  <a:pt x="1071542" y="586866"/>
                </a:moveTo>
                <a:lnTo>
                  <a:pt x="1045111" y="697709"/>
                </a:lnTo>
                <a:moveTo>
                  <a:pt x="1782177" y="880878"/>
                </a:moveTo>
                <a:lnTo>
                  <a:pt x="1846801" y="977542"/>
                </a:lnTo>
                <a:moveTo>
                  <a:pt x="1612674" y="668185"/>
                </a:moveTo>
                <a:lnTo>
                  <a:pt x="1709681" y="721559"/>
                </a:lnTo>
                <a:moveTo>
                  <a:pt x="697606" y="610479"/>
                </a:moveTo>
                <a:lnTo>
                  <a:pt x="720235" y="624785"/>
                </a:lnTo>
                <a:moveTo>
                  <a:pt x="2225295" y="781767"/>
                </a:moveTo>
                <a:lnTo>
                  <a:pt x="2225337" y="784618"/>
                </a:lnTo>
                <a:moveTo>
                  <a:pt x="1100701" y="608005"/>
                </a:moveTo>
                <a:lnTo>
                  <a:pt x="1231337" y="566834"/>
                </a:lnTo>
                <a:moveTo>
                  <a:pt x="1846801" y="977542"/>
                </a:moveTo>
                <a:lnTo>
                  <a:pt x="1883908" y="937944"/>
                </a:lnTo>
                <a:moveTo>
                  <a:pt x="1947555" y="799851"/>
                </a:moveTo>
                <a:lnTo>
                  <a:pt x="2000770" y="770518"/>
                </a:lnTo>
                <a:moveTo>
                  <a:pt x="868516" y="788327"/>
                </a:moveTo>
                <a:lnTo>
                  <a:pt x="866290" y="708547"/>
                </a:lnTo>
                <a:moveTo>
                  <a:pt x="1628620" y="908401"/>
                </a:moveTo>
                <a:lnTo>
                  <a:pt x="1656159" y="922107"/>
                </a:lnTo>
                <a:moveTo>
                  <a:pt x="868516" y="788327"/>
                </a:moveTo>
                <a:lnTo>
                  <a:pt x="917794" y="737690"/>
                </a:lnTo>
                <a:moveTo>
                  <a:pt x="1613304" y="657342"/>
                </a:moveTo>
                <a:lnTo>
                  <a:pt x="1709681" y="721559"/>
                </a:lnTo>
                <a:moveTo>
                  <a:pt x="1388430" y="603399"/>
                </a:moveTo>
                <a:lnTo>
                  <a:pt x="1483300" y="605155"/>
                </a:lnTo>
                <a:moveTo>
                  <a:pt x="1433295" y="974807"/>
                </a:moveTo>
                <a:lnTo>
                  <a:pt x="1492335" y="949427"/>
                </a:lnTo>
                <a:moveTo>
                  <a:pt x="1205583" y="925870"/>
                </a:moveTo>
                <a:lnTo>
                  <a:pt x="1228212" y="912976"/>
                </a:lnTo>
                <a:moveTo>
                  <a:pt x="950152" y="644353"/>
                </a:moveTo>
                <a:lnTo>
                  <a:pt x="953950" y="640474"/>
                </a:lnTo>
                <a:moveTo>
                  <a:pt x="1837193" y="713024"/>
                </a:moveTo>
                <a:lnTo>
                  <a:pt x="1824965" y="789221"/>
                </a:lnTo>
                <a:moveTo>
                  <a:pt x="1041834" y="916993"/>
                </a:moveTo>
                <a:lnTo>
                  <a:pt x="1034537" y="806494"/>
                </a:lnTo>
                <a:moveTo>
                  <a:pt x="1034537" y="806494"/>
                </a:moveTo>
                <a:lnTo>
                  <a:pt x="1051819" y="922646"/>
                </a:lnTo>
                <a:moveTo>
                  <a:pt x="2221506" y="545886"/>
                </a:moveTo>
                <a:lnTo>
                  <a:pt x="2232462" y="674797"/>
                </a:lnTo>
                <a:moveTo>
                  <a:pt x="1709681" y="721559"/>
                </a:moveTo>
                <a:lnTo>
                  <a:pt x="1767670" y="755126"/>
                </a:lnTo>
                <a:moveTo>
                  <a:pt x="868516" y="788327"/>
                </a:moveTo>
                <a:lnTo>
                  <a:pt x="1004683" y="829645"/>
                </a:lnTo>
                <a:moveTo>
                  <a:pt x="1231337" y="566834"/>
                </a:moveTo>
                <a:lnTo>
                  <a:pt x="1252469" y="561718"/>
                </a:lnTo>
                <a:moveTo>
                  <a:pt x="2211728" y="784487"/>
                </a:moveTo>
                <a:lnTo>
                  <a:pt x="2208598" y="773698"/>
                </a:lnTo>
                <a:moveTo>
                  <a:pt x="1958399" y="745966"/>
                </a:moveTo>
                <a:lnTo>
                  <a:pt x="1947555" y="799851"/>
                </a:lnTo>
                <a:moveTo>
                  <a:pt x="1051819" y="922646"/>
                </a:moveTo>
                <a:lnTo>
                  <a:pt x="1137038" y="864162"/>
                </a:lnTo>
                <a:moveTo>
                  <a:pt x="1929399" y="848401"/>
                </a:moveTo>
                <a:lnTo>
                  <a:pt x="2057873" y="801269"/>
                </a:lnTo>
                <a:moveTo>
                  <a:pt x="2302449" y="598184"/>
                </a:moveTo>
                <a:lnTo>
                  <a:pt x="2333329" y="493722"/>
                </a:lnTo>
                <a:moveTo>
                  <a:pt x="2221506" y="545886"/>
                </a:moveTo>
                <a:lnTo>
                  <a:pt x="2302449" y="598184"/>
                </a:lnTo>
                <a:moveTo>
                  <a:pt x="1873677" y="695919"/>
                </a:moveTo>
                <a:lnTo>
                  <a:pt x="1897681" y="831135"/>
                </a:lnTo>
                <a:moveTo>
                  <a:pt x="636240" y="571013"/>
                </a:moveTo>
                <a:lnTo>
                  <a:pt x="570419" y="658619"/>
                </a:lnTo>
                <a:moveTo>
                  <a:pt x="636240" y="571013"/>
                </a:moveTo>
                <a:lnTo>
                  <a:pt x="620723" y="687130"/>
                </a:lnTo>
                <a:moveTo>
                  <a:pt x="1359604" y="935701"/>
                </a:moveTo>
                <a:lnTo>
                  <a:pt x="1433295" y="974807"/>
                </a:lnTo>
                <a:moveTo>
                  <a:pt x="2107724" y="715134"/>
                </a:moveTo>
                <a:lnTo>
                  <a:pt x="2208598" y="773698"/>
                </a:lnTo>
                <a:moveTo>
                  <a:pt x="2333329" y="493722"/>
                </a:moveTo>
                <a:lnTo>
                  <a:pt x="2331418" y="573401"/>
                </a:lnTo>
                <a:moveTo>
                  <a:pt x="514449" y="739969"/>
                </a:moveTo>
                <a:lnTo>
                  <a:pt x="598299" y="783057"/>
                </a:lnTo>
                <a:moveTo>
                  <a:pt x="1483300" y="605155"/>
                </a:moveTo>
                <a:lnTo>
                  <a:pt x="1594442" y="658233"/>
                </a:lnTo>
                <a:moveTo>
                  <a:pt x="1947555" y="799851"/>
                </a:moveTo>
                <a:lnTo>
                  <a:pt x="2057873" y="801269"/>
                </a:lnTo>
                <a:moveTo>
                  <a:pt x="753050" y="756467"/>
                </a:moveTo>
                <a:lnTo>
                  <a:pt x="804120" y="671286"/>
                </a:lnTo>
                <a:moveTo>
                  <a:pt x="1680211" y="823627"/>
                </a:moveTo>
                <a:lnTo>
                  <a:pt x="1709127" y="948875"/>
                </a:lnTo>
                <a:moveTo>
                  <a:pt x="1873677" y="695919"/>
                </a:moveTo>
                <a:lnTo>
                  <a:pt x="1824965" y="789221"/>
                </a:lnTo>
                <a:moveTo>
                  <a:pt x="809991" y="610079"/>
                </a:moveTo>
                <a:lnTo>
                  <a:pt x="866290" y="708547"/>
                </a:lnTo>
                <a:moveTo>
                  <a:pt x="2107724" y="715134"/>
                </a:moveTo>
                <a:lnTo>
                  <a:pt x="2211728" y="784487"/>
                </a:lnTo>
                <a:moveTo>
                  <a:pt x="1767670" y="755126"/>
                </a:moveTo>
                <a:lnTo>
                  <a:pt x="1837193" y="713024"/>
                </a:lnTo>
                <a:moveTo>
                  <a:pt x="1929399" y="848401"/>
                </a:moveTo>
                <a:lnTo>
                  <a:pt x="2008904" y="888093"/>
                </a:lnTo>
                <a:moveTo>
                  <a:pt x="2211728" y="784487"/>
                </a:moveTo>
                <a:lnTo>
                  <a:pt x="2225295" y="781767"/>
                </a:lnTo>
                <a:moveTo>
                  <a:pt x="869805" y="820679"/>
                </a:moveTo>
                <a:lnTo>
                  <a:pt x="1004683" y="829645"/>
                </a:lnTo>
                <a:moveTo>
                  <a:pt x="804120" y="671286"/>
                </a:moveTo>
                <a:lnTo>
                  <a:pt x="868516" y="788327"/>
                </a:lnTo>
                <a:moveTo>
                  <a:pt x="2146963" y="620704"/>
                </a:moveTo>
                <a:lnTo>
                  <a:pt x="2208598" y="773698"/>
                </a:lnTo>
                <a:moveTo>
                  <a:pt x="1492335" y="949427"/>
                </a:moveTo>
                <a:lnTo>
                  <a:pt x="1553793" y="975009"/>
                </a:lnTo>
                <a:moveTo>
                  <a:pt x="2000770" y="770518"/>
                </a:moveTo>
                <a:lnTo>
                  <a:pt x="2107724" y="715134"/>
                </a:lnTo>
                <a:moveTo>
                  <a:pt x="1709127" y="948875"/>
                </a:moveTo>
                <a:lnTo>
                  <a:pt x="1782177" y="880878"/>
                </a:lnTo>
                <a:moveTo>
                  <a:pt x="1883908" y="937944"/>
                </a:moveTo>
                <a:lnTo>
                  <a:pt x="2008904" y="888093"/>
                </a:lnTo>
                <a:moveTo>
                  <a:pt x="1051819" y="922646"/>
                </a:moveTo>
                <a:lnTo>
                  <a:pt x="1174001" y="883610"/>
                </a:lnTo>
                <a:moveTo>
                  <a:pt x="951473" y="866662"/>
                </a:moveTo>
                <a:lnTo>
                  <a:pt x="1004683" y="829645"/>
                </a:lnTo>
                <a:moveTo>
                  <a:pt x="1958399" y="745966"/>
                </a:moveTo>
                <a:lnTo>
                  <a:pt x="2000770" y="770518"/>
                </a:lnTo>
                <a:moveTo>
                  <a:pt x="598299" y="783057"/>
                </a:moveTo>
                <a:lnTo>
                  <a:pt x="639811" y="741140"/>
                </a:lnTo>
                <a:moveTo>
                  <a:pt x="458233" y="779910"/>
                </a:moveTo>
                <a:lnTo>
                  <a:pt x="430051" y="692241"/>
                </a:lnTo>
                <a:moveTo>
                  <a:pt x="1231337" y="566834"/>
                </a:moveTo>
                <a:lnTo>
                  <a:pt x="1236142" y="566319"/>
                </a:lnTo>
                <a:moveTo>
                  <a:pt x="2000770" y="770518"/>
                </a:moveTo>
                <a:lnTo>
                  <a:pt x="2073829" y="695390"/>
                </a:lnTo>
                <a:moveTo>
                  <a:pt x="458233" y="779910"/>
                </a:moveTo>
                <a:lnTo>
                  <a:pt x="514449" y="739969"/>
                </a:lnTo>
                <a:moveTo>
                  <a:pt x="720235" y="624785"/>
                </a:moveTo>
                <a:lnTo>
                  <a:pt x="809991" y="610079"/>
                </a:lnTo>
                <a:moveTo>
                  <a:pt x="1508439" y="603490"/>
                </a:moveTo>
                <a:lnTo>
                  <a:pt x="1594442" y="658233"/>
                </a:lnTo>
                <a:moveTo>
                  <a:pt x="2308802" y="477637"/>
                </a:moveTo>
                <a:lnTo>
                  <a:pt x="2302449" y="598184"/>
                </a:lnTo>
                <a:moveTo>
                  <a:pt x="2073829" y="695390"/>
                </a:moveTo>
                <a:lnTo>
                  <a:pt x="2107724" y="715134"/>
                </a:lnTo>
                <a:moveTo>
                  <a:pt x="1004683" y="829645"/>
                </a:moveTo>
                <a:lnTo>
                  <a:pt x="1041834" y="916993"/>
                </a:lnTo>
                <a:moveTo>
                  <a:pt x="2000770" y="770518"/>
                </a:moveTo>
                <a:lnTo>
                  <a:pt x="2057873" y="801269"/>
                </a:lnTo>
                <a:moveTo>
                  <a:pt x="2107724" y="715134"/>
                </a:moveTo>
                <a:lnTo>
                  <a:pt x="2146963" y="620704"/>
                </a:lnTo>
                <a:moveTo>
                  <a:pt x="1236142" y="566319"/>
                </a:moveTo>
                <a:lnTo>
                  <a:pt x="1252469" y="561718"/>
                </a:lnTo>
                <a:moveTo>
                  <a:pt x="1883908" y="937944"/>
                </a:moveTo>
                <a:lnTo>
                  <a:pt x="1958393" y="973711"/>
                </a:lnTo>
                <a:moveTo>
                  <a:pt x="809991" y="610079"/>
                </a:moveTo>
                <a:lnTo>
                  <a:pt x="804120" y="671286"/>
                </a:lnTo>
                <a:moveTo>
                  <a:pt x="704557" y="796023"/>
                </a:moveTo>
                <a:lnTo>
                  <a:pt x="666836" y="711531"/>
                </a:lnTo>
                <a:moveTo>
                  <a:pt x="2057873" y="801269"/>
                </a:moveTo>
                <a:lnTo>
                  <a:pt x="2107724" y="715134"/>
                </a:lnTo>
                <a:moveTo>
                  <a:pt x="809991" y="610079"/>
                </a:moveTo>
                <a:lnTo>
                  <a:pt x="950152" y="644353"/>
                </a:lnTo>
                <a:moveTo>
                  <a:pt x="2331418" y="573401"/>
                </a:moveTo>
                <a:lnTo>
                  <a:pt x="2382719" y="634978"/>
                </a:lnTo>
                <a:moveTo>
                  <a:pt x="1782177" y="880878"/>
                </a:moveTo>
                <a:lnTo>
                  <a:pt x="1805360" y="1001644"/>
                </a:lnTo>
                <a:moveTo>
                  <a:pt x="2073829" y="695390"/>
                </a:moveTo>
                <a:lnTo>
                  <a:pt x="2146963" y="620704"/>
                </a:lnTo>
                <a:moveTo>
                  <a:pt x="1332996" y="588770"/>
                </a:moveTo>
                <a:lnTo>
                  <a:pt x="1388430" y="603399"/>
                </a:lnTo>
                <a:moveTo>
                  <a:pt x="2339418" y="726482"/>
                </a:moveTo>
                <a:lnTo>
                  <a:pt x="2225337" y="784618"/>
                </a:lnTo>
                <a:moveTo>
                  <a:pt x="804120" y="671286"/>
                </a:moveTo>
                <a:lnTo>
                  <a:pt x="845738" y="806465"/>
                </a:lnTo>
                <a:moveTo>
                  <a:pt x="2073829" y="695390"/>
                </a:moveTo>
                <a:lnTo>
                  <a:pt x="2143839" y="618788"/>
                </a:lnTo>
                <a:moveTo>
                  <a:pt x="379948" y="654846"/>
                </a:moveTo>
                <a:lnTo>
                  <a:pt x="479382" y="605646"/>
                </a:lnTo>
                <a:moveTo>
                  <a:pt x="2143839" y="618788"/>
                </a:moveTo>
                <a:lnTo>
                  <a:pt x="2146963" y="620704"/>
                </a:lnTo>
                <a:moveTo>
                  <a:pt x="2148023" y="615375"/>
                </a:moveTo>
                <a:lnTo>
                  <a:pt x="2146963" y="620704"/>
                </a:lnTo>
                <a:moveTo>
                  <a:pt x="1553793" y="975009"/>
                </a:moveTo>
                <a:lnTo>
                  <a:pt x="1628620" y="908401"/>
                </a:lnTo>
                <a:moveTo>
                  <a:pt x="1292991" y="940786"/>
                </a:moveTo>
                <a:lnTo>
                  <a:pt x="1359604" y="935701"/>
                </a:lnTo>
                <a:moveTo>
                  <a:pt x="1071542" y="586866"/>
                </a:moveTo>
                <a:lnTo>
                  <a:pt x="1100701" y="608005"/>
                </a:lnTo>
                <a:moveTo>
                  <a:pt x="953950" y="640474"/>
                </a:moveTo>
                <a:lnTo>
                  <a:pt x="1071542" y="586866"/>
                </a:lnTo>
                <a:moveTo>
                  <a:pt x="1873677" y="695919"/>
                </a:moveTo>
                <a:lnTo>
                  <a:pt x="1958399" y="745966"/>
                </a:lnTo>
                <a:moveTo>
                  <a:pt x="2143839" y="618788"/>
                </a:moveTo>
                <a:lnTo>
                  <a:pt x="2148023" y="615375"/>
                </a:lnTo>
                <a:moveTo>
                  <a:pt x="1613304" y="657342"/>
                </a:moveTo>
                <a:lnTo>
                  <a:pt x="1712866" y="650825"/>
                </a:lnTo>
                <a:moveTo>
                  <a:pt x="1656159" y="922107"/>
                </a:moveTo>
                <a:lnTo>
                  <a:pt x="1709127" y="948875"/>
                </a:lnTo>
                <a:moveTo>
                  <a:pt x="1080909" y="582819"/>
                </a:moveTo>
                <a:lnTo>
                  <a:pt x="1100701" y="608005"/>
                </a:lnTo>
                <a:moveTo>
                  <a:pt x="1837193" y="713024"/>
                </a:moveTo>
                <a:lnTo>
                  <a:pt x="1873677" y="695919"/>
                </a:lnTo>
                <a:moveTo>
                  <a:pt x="868516" y="788327"/>
                </a:moveTo>
                <a:lnTo>
                  <a:pt x="869805" y="820679"/>
                </a:lnTo>
                <a:moveTo>
                  <a:pt x="636240" y="571013"/>
                </a:moveTo>
                <a:lnTo>
                  <a:pt x="697606" y="610479"/>
                </a:lnTo>
                <a:moveTo>
                  <a:pt x="379948" y="654846"/>
                </a:moveTo>
                <a:lnTo>
                  <a:pt x="430051" y="692241"/>
                </a:lnTo>
                <a:moveTo>
                  <a:pt x="455945" y="581138"/>
                </a:moveTo>
                <a:lnTo>
                  <a:pt x="479382" y="605646"/>
                </a:lnTo>
                <a:moveTo>
                  <a:pt x="753050" y="756467"/>
                </a:moveTo>
                <a:lnTo>
                  <a:pt x="845738" y="806465"/>
                </a:lnTo>
                <a:moveTo>
                  <a:pt x="639811" y="741140"/>
                </a:moveTo>
                <a:lnTo>
                  <a:pt x="704557" y="796023"/>
                </a:lnTo>
                <a:moveTo>
                  <a:pt x="1712866" y="650825"/>
                </a:moveTo>
                <a:lnTo>
                  <a:pt x="1709681" y="721559"/>
                </a:lnTo>
                <a:moveTo>
                  <a:pt x="2143839" y="618788"/>
                </a:moveTo>
                <a:lnTo>
                  <a:pt x="2141060" y="616088"/>
                </a:lnTo>
                <a:moveTo>
                  <a:pt x="687005" y="545515"/>
                </a:moveTo>
                <a:lnTo>
                  <a:pt x="720235" y="624785"/>
                </a:lnTo>
                <a:moveTo>
                  <a:pt x="2141060" y="616088"/>
                </a:moveTo>
                <a:lnTo>
                  <a:pt x="2148023" y="615375"/>
                </a:lnTo>
                <a:moveTo>
                  <a:pt x="845738" y="806465"/>
                </a:moveTo>
                <a:lnTo>
                  <a:pt x="868516" y="788327"/>
                </a:lnTo>
                <a:moveTo>
                  <a:pt x="1291792" y="940532"/>
                </a:moveTo>
                <a:lnTo>
                  <a:pt x="1228212" y="912976"/>
                </a:lnTo>
                <a:moveTo>
                  <a:pt x="2148023" y="615375"/>
                </a:moveTo>
                <a:lnTo>
                  <a:pt x="2221506" y="545886"/>
                </a:lnTo>
                <a:moveTo>
                  <a:pt x="1656159" y="922107"/>
                </a:moveTo>
                <a:lnTo>
                  <a:pt x="1700166" y="954686"/>
                </a:lnTo>
                <a:moveTo>
                  <a:pt x="2008904" y="888093"/>
                </a:moveTo>
                <a:lnTo>
                  <a:pt x="2057873" y="801269"/>
                </a:lnTo>
                <a:moveTo>
                  <a:pt x="1292991" y="940786"/>
                </a:moveTo>
                <a:lnTo>
                  <a:pt x="1228212" y="912976"/>
                </a:lnTo>
                <a:moveTo>
                  <a:pt x="1516028" y="997971"/>
                </a:moveTo>
                <a:lnTo>
                  <a:pt x="1492335" y="949427"/>
                </a:lnTo>
                <a:moveTo>
                  <a:pt x="1917084" y="1022660"/>
                </a:moveTo>
                <a:lnTo>
                  <a:pt x="1883908" y="937944"/>
                </a:lnTo>
                <a:moveTo>
                  <a:pt x="1553793" y="975009"/>
                </a:moveTo>
                <a:lnTo>
                  <a:pt x="1656159" y="922107"/>
                </a:lnTo>
                <a:moveTo>
                  <a:pt x="2339418" y="726482"/>
                </a:moveTo>
                <a:lnTo>
                  <a:pt x="2348732" y="620550"/>
                </a:lnTo>
                <a:moveTo>
                  <a:pt x="567206" y="587724"/>
                </a:moveTo>
                <a:lnTo>
                  <a:pt x="636240" y="571013"/>
                </a:lnTo>
                <a:moveTo>
                  <a:pt x="2340028" y="726709"/>
                </a:moveTo>
                <a:lnTo>
                  <a:pt x="2348732" y="620550"/>
                </a:lnTo>
                <a:moveTo>
                  <a:pt x="2225295" y="781767"/>
                </a:moveTo>
                <a:lnTo>
                  <a:pt x="2339418" y="726482"/>
                </a:lnTo>
                <a:moveTo>
                  <a:pt x="1593447" y="579970"/>
                </a:moveTo>
                <a:lnTo>
                  <a:pt x="1594442" y="658233"/>
                </a:lnTo>
                <a:moveTo>
                  <a:pt x="2382719" y="634978"/>
                </a:moveTo>
                <a:lnTo>
                  <a:pt x="2348732" y="620550"/>
                </a:lnTo>
                <a:moveTo>
                  <a:pt x="2141060" y="616088"/>
                </a:moveTo>
                <a:lnTo>
                  <a:pt x="2221506" y="545886"/>
                </a:lnTo>
                <a:moveTo>
                  <a:pt x="1805360" y="1001644"/>
                </a:moveTo>
                <a:lnTo>
                  <a:pt x="1846801" y="977542"/>
                </a:lnTo>
                <a:moveTo>
                  <a:pt x="687005" y="545515"/>
                </a:moveTo>
                <a:lnTo>
                  <a:pt x="697606" y="610479"/>
                </a:lnTo>
                <a:moveTo>
                  <a:pt x="869805" y="820679"/>
                </a:moveTo>
                <a:lnTo>
                  <a:pt x="951473" y="866662"/>
                </a:lnTo>
                <a:moveTo>
                  <a:pt x="1483300" y="605155"/>
                </a:moveTo>
                <a:lnTo>
                  <a:pt x="1508439" y="603490"/>
                </a:lnTo>
                <a:moveTo>
                  <a:pt x="1252469" y="561718"/>
                </a:moveTo>
                <a:lnTo>
                  <a:pt x="1332996" y="588770"/>
                </a:lnTo>
                <a:moveTo>
                  <a:pt x="845738" y="806465"/>
                </a:moveTo>
                <a:lnTo>
                  <a:pt x="869805" y="820679"/>
                </a:lnTo>
                <a:moveTo>
                  <a:pt x="704557" y="796023"/>
                </a:moveTo>
                <a:lnTo>
                  <a:pt x="753050" y="756467"/>
                </a:lnTo>
                <a:moveTo>
                  <a:pt x="2140906" y="843718"/>
                </a:moveTo>
                <a:lnTo>
                  <a:pt x="2211728" y="784487"/>
                </a:lnTo>
                <a:moveTo>
                  <a:pt x="1593447" y="579970"/>
                </a:moveTo>
                <a:lnTo>
                  <a:pt x="1613304" y="657342"/>
                </a:lnTo>
                <a:moveTo>
                  <a:pt x="346933" y="749326"/>
                </a:moveTo>
                <a:lnTo>
                  <a:pt x="430051" y="692241"/>
                </a:lnTo>
                <a:moveTo>
                  <a:pt x="1959724" y="665998"/>
                </a:moveTo>
                <a:lnTo>
                  <a:pt x="2000770" y="770518"/>
                </a:lnTo>
                <a:moveTo>
                  <a:pt x="2107724" y="715134"/>
                </a:moveTo>
                <a:lnTo>
                  <a:pt x="2140906" y="843718"/>
                </a:lnTo>
                <a:moveTo>
                  <a:pt x="513163" y="570640"/>
                </a:moveTo>
                <a:lnTo>
                  <a:pt x="479382" y="605646"/>
                </a:lnTo>
                <a:moveTo>
                  <a:pt x="1205583" y="925870"/>
                </a:moveTo>
                <a:lnTo>
                  <a:pt x="1291792" y="940532"/>
                </a:lnTo>
                <a:moveTo>
                  <a:pt x="1958393" y="973711"/>
                </a:moveTo>
                <a:lnTo>
                  <a:pt x="2008904" y="888093"/>
                </a:lnTo>
                <a:moveTo>
                  <a:pt x="1959724" y="665998"/>
                </a:moveTo>
                <a:lnTo>
                  <a:pt x="1958399" y="745966"/>
                </a:lnTo>
                <a:moveTo>
                  <a:pt x="951473" y="866662"/>
                </a:moveTo>
                <a:lnTo>
                  <a:pt x="1041834" y="916993"/>
                </a:lnTo>
                <a:moveTo>
                  <a:pt x="529708" y="822925"/>
                </a:moveTo>
                <a:lnTo>
                  <a:pt x="514449" y="739969"/>
                </a:lnTo>
                <a:moveTo>
                  <a:pt x="598299" y="783057"/>
                </a:moveTo>
                <a:lnTo>
                  <a:pt x="704557" y="796023"/>
                </a:lnTo>
                <a:moveTo>
                  <a:pt x="1126721" y="952557"/>
                </a:moveTo>
                <a:lnTo>
                  <a:pt x="1174001" y="883610"/>
                </a:lnTo>
                <a:moveTo>
                  <a:pt x="1767670" y="755126"/>
                </a:moveTo>
                <a:lnTo>
                  <a:pt x="1817042" y="657920"/>
                </a:lnTo>
                <a:moveTo>
                  <a:pt x="1846801" y="977542"/>
                </a:moveTo>
                <a:lnTo>
                  <a:pt x="1917084" y="1022660"/>
                </a:lnTo>
                <a:moveTo>
                  <a:pt x="2308802" y="477637"/>
                </a:moveTo>
                <a:lnTo>
                  <a:pt x="2333329" y="493722"/>
                </a:lnTo>
                <a:moveTo>
                  <a:pt x="951473" y="866662"/>
                </a:moveTo>
                <a:lnTo>
                  <a:pt x="1046683" y="924643"/>
                </a:lnTo>
                <a:moveTo>
                  <a:pt x="2221506" y="545886"/>
                </a:moveTo>
                <a:lnTo>
                  <a:pt x="2308802" y="477637"/>
                </a:lnTo>
                <a:moveTo>
                  <a:pt x="1700166" y="954686"/>
                </a:moveTo>
                <a:lnTo>
                  <a:pt x="1709127" y="948875"/>
                </a:lnTo>
                <a:moveTo>
                  <a:pt x="2333329" y="493722"/>
                </a:moveTo>
                <a:lnTo>
                  <a:pt x="2382719" y="634978"/>
                </a:lnTo>
                <a:moveTo>
                  <a:pt x="1041834" y="916993"/>
                </a:moveTo>
                <a:lnTo>
                  <a:pt x="1051819" y="922646"/>
                </a:lnTo>
                <a:moveTo>
                  <a:pt x="2057873" y="801269"/>
                </a:moveTo>
                <a:lnTo>
                  <a:pt x="2140906" y="843718"/>
                </a:lnTo>
                <a:moveTo>
                  <a:pt x="2332906" y="458383"/>
                </a:moveTo>
                <a:lnTo>
                  <a:pt x="2333329" y="493722"/>
                </a:lnTo>
                <a:moveTo>
                  <a:pt x="1236142" y="566319"/>
                </a:moveTo>
                <a:lnTo>
                  <a:pt x="1332996" y="588770"/>
                </a:lnTo>
                <a:moveTo>
                  <a:pt x="1071542" y="586866"/>
                </a:moveTo>
                <a:lnTo>
                  <a:pt x="1080909" y="582819"/>
                </a:lnTo>
                <a:moveTo>
                  <a:pt x="896037" y="627398"/>
                </a:moveTo>
                <a:lnTo>
                  <a:pt x="950152" y="644353"/>
                </a:lnTo>
                <a:moveTo>
                  <a:pt x="896037" y="627398"/>
                </a:moveTo>
                <a:lnTo>
                  <a:pt x="953950" y="640474"/>
                </a:lnTo>
                <a:moveTo>
                  <a:pt x="2005790" y="649328"/>
                </a:moveTo>
                <a:lnTo>
                  <a:pt x="2000770" y="770518"/>
                </a:lnTo>
                <a:moveTo>
                  <a:pt x="1046683" y="924643"/>
                </a:moveTo>
                <a:lnTo>
                  <a:pt x="1041834" y="916993"/>
                </a:lnTo>
                <a:moveTo>
                  <a:pt x="1046683" y="924643"/>
                </a:moveTo>
                <a:lnTo>
                  <a:pt x="1051819" y="922646"/>
                </a:lnTo>
                <a:moveTo>
                  <a:pt x="1709127" y="948875"/>
                </a:moveTo>
                <a:lnTo>
                  <a:pt x="1805360" y="1001644"/>
                </a:lnTo>
                <a:moveTo>
                  <a:pt x="1186936" y="564899"/>
                </a:moveTo>
                <a:lnTo>
                  <a:pt x="1231337" y="566834"/>
                </a:lnTo>
                <a:moveTo>
                  <a:pt x="1801498" y="647857"/>
                </a:moveTo>
                <a:lnTo>
                  <a:pt x="1767670" y="755126"/>
                </a:lnTo>
                <a:moveTo>
                  <a:pt x="1071542" y="586866"/>
                </a:moveTo>
                <a:lnTo>
                  <a:pt x="1074678" y="587660"/>
                </a:lnTo>
                <a:moveTo>
                  <a:pt x="1405376" y="630191"/>
                </a:moveTo>
                <a:lnTo>
                  <a:pt x="1388430" y="603399"/>
                </a:lnTo>
                <a:moveTo>
                  <a:pt x="1385856" y="946079"/>
                </a:moveTo>
                <a:lnTo>
                  <a:pt x="1359604" y="935701"/>
                </a:lnTo>
                <a:moveTo>
                  <a:pt x="1873677" y="695919"/>
                </a:moveTo>
                <a:lnTo>
                  <a:pt x="1959724" y="665998"/>
                </a:lnTo>
                <a:moveTo>
                  <a:pt x="687005" y="545515"/>
                </a:moveTo>
                <a:lnTo>
                  <a:pt x="809991" y="610079"/>
                </a:lnTo>
                <a:moveTo>
                  <a:pt x="2008904" y="888093"/>
                </a:moveTo>
                <a:lnTo>
                  <a:pt x="2140906" y="843718"/>
                </a:lnTo>
                <a:moveTo>
                  <a:pt x="1074678" y="587660"/>
                </a:moveTo>
                <a:lnTo>
                  <a:pt x="1080909" y="582819"/>
                </a:lnTo>
                <a:moveTo>
                  <a:pt x="1186936" y="564899"/>
                </a:moveTo>
                <a:lnTo>
                  <a:pt x="1100701" y="608005"/>
                </a:lnTo>
                <a:moveTo>
                  <a:pt x="2005790" y="649328"/>
                </a:moveTo>
                <a:lnTo>
                  <a:pt x="2073829" y="695390"/>
                </a:lnTo>
                <a:moveTo>
                  <a:pt x="1801498" y="647857"/>
                </a:moveTo>
                <a:lnTo>
                  <a:pt x="1709681" y="721559"/>
                </a:lnTo>
                <a:moveTo>
                  <a:pt x="2340028" y="726709"/>
                </a:moveTo>
                <a:lnTo>
                  <a:pt x="2339418" y="726482"/>
                </a:lnTo>
                <a:moveTo>
                  <a:pt x="1817042" y="657920"/>
                </a:moveTo>
                <a:lnTo>
                  <a:pt x="1837193" y="713024"/>
                </a:lnTo>
                <a:moveTo>
                  <a:pt x="2005790" y="649328"/>
                </a:moveTo>
                <a:lnTo>
                  <a:pt x="2143839" y="618788"/>
                </a:lnTo>
                <a:moveTo>
                  <a:pt x="2340028" y="726709"/>
                </a:moveTo>
                <a:lnTo>
                  <a:pt x="2382719" y="634978"/>
                </a:lnTo>
                <a:moveTo>
                  <a:pt x="428037" y="797521"/>
                </a:moveTo>
                <a:lnTo>
                  <a:pt x="458233" y="779910"/>
                </a:lnTo>
                <a:moveTo>
                  <a:pt x="2308802" y="477637"/>
                </a:moveTo>
                <a:lnTo>
                  <a:pt x="2332906" y="458383"/>
                </a:lnTo>
                <a:moveTo>
                  <a:pt x="636240" y="571013"/>
                </a:moveTo>
                <a:lnTo>
                  <a:pt x="687005" y="545515"/>
                </a:lnTo>
                <a:moveTo>
                  <a:pt x="2333329" y="493722"/>
                </a:moveTo>
                <a:lnTo>
                  <a:pt x="2414029" y="534348"/>
                </a:lnTo>
                <a:moveTo>
                  <a:pt x="909210" y="885630"/>
                </a:moveTo>
                <a:lnTo>
                  <a:pt x="869805" y="820679"/>
                </a:lnTo>
                <a:moveTo>
                  <a:pt x="2269971" y="797047"/>
                </a:moveTo>
                <a:lnTo>
                  <a:pt x="2225295" y="781767"/>
                </a:lnTo>
                <a:moveTo>
                  <a:pt x="946133" y="623514"/>
                </a:moveTo>
                <a:lnTo>
                  <a:pt x="953950" y="640474"/>
                </a:lnTo>
                <a:moveTo>
                  <a:pt x="1817042" y="657920"/>
                </a:moveTo>
                <a:lnTo>
                  <a:pt x="1873677" y="695919"/>
                </a:lnTo>
                <a:moveTo>
                  <a:pt x="1917084" y="1022660"/>
                </a:moveTo>
                <a:lnTo>
                  <a:pt x="1958393" y="973711"/>
                </a:lnTo>
                <a:moveTo>
                  <a:pt x="598299" y="783057"/>
                </a:moveTo>
                <a:lnTo>
                  <a:pt x="670044" y="816682"/>
                </a:lnTo>
                <a:moveTo>
                  <a:pt x="909210" y="885630"/>
                </a:moveTo>
                <a:lnTo>
                  <a:pt x="951473" y="866662"/>
                </a:lnTo>
                <a:moveTo>
                  <a:pt x="1508439" y="603490"/>
                </a:moveTo>
                <a:lnTo>
                  <a:pt x="1593447" y="579970"/>
                </a:lnTo>
                <a:moveTo>
                  <a:pt x="1126721" y="952557"/>
                </a:moveTo>
                <a:lnTo>
                  <a:pt x="1205583" y="925870"/>
                </a:lnTo>
                <a:moveTo>
                  <a:pt x="1236142" y="566319"/>
                </a:moveTo>
                <a:lnTo>
                  <a:pt x="1306759" y="599061"/>
                </a:lnTo>
                <a:moveTo>
                  <a:pt x="513163" y="570640"/>
                </a:moveTo>
                <a:lnTo>
                  <a:pt x="567206" y="587724"/>
                </a:lnTo>
                <a:moveTo>
                  <a:pt x="845738" y="806465"/>
                </a:moveTo>
                <a:lnTo>
                  <a:pt x="909210" y="885630"/>
                </a:lnTo>
                <a:moveTo>
                  <a:pt x="1085672" y="938177"/>
                </a:moveTo>
                <a:lnTo>
                  <a:pt x="1051819" y="922646"/>
                </a:lnTo>
                <a:moveTo>
                  <a:pt x="809991" y="610079"/>
                </a:moveTo>
                <a:lnTo>
                  <a:pt x="896037" y="627398"/>
                </a:lnTo>
                <a:moveTo>
                  <a:pt x="529708" y="822925"/>
                </a:moveTo>
                <a:lnTo>
                  <a:pt x="598299" y="783057"/>
                </a:lnTo>
                <a:moveTo>
                  <a:pt x="1433295" y="974807"/>
                </a:moveTo>
                <a:lnTo>
                  <a:pt x="1516028" y="997971"/>
                </a:lnTo>
                <a:moveTo>
                  <a:pt x="1186936" y="564899"/>
                </a:moveTo>
                <a:lnTo>
                  <a:pt x="1236142" y="566319"/>
                </a:lnTo>
                <a:moveTo>
                  <a:pt x="1805360" y="1001644"/>
                </a:moveTo>
                <a:lnTo>
                  <a:pt x="1917084" y="1022660"/>
                </a:lnTo>
                <a:moveTo>
                  <a:pt x="1593447" y="579970"/>
                </a:moveTo>
                <a:lnTo>
                  <a:pt x="1712866" y="650825"/>
                </a:lnTo>
                <a:moveTo>
                  <a:pt x="1046683" y="924643"/>
                </a:moveTo>
                <a:lnTo>
                  <a:pt x="1085672" y="938177"/>
                </a:lnTo>
                <a:moveTo>
                  <a:pt x="346933" y="749326"/>
                </a:moveTo>
                <a:lnTo>
                  <a:pt x="458233" y="779910"/>
                </a:lnTo>
                <a:moveTo>
                  <a:pt x="777226" y="836935"/>
                </a:moveTo>
                <a:lnTo>
                  <a:pt x="753050" y="756467"/>
                </a:lnTo>
                <a:moveTo>
                  <a:pt x="2308802" y="477637"/>
                </a:moveTo>
                <a:lnTo>
                  <a:pt x="2309267" y="474911"/>
                </a:lnTo>
                <a:moveTo>
                  <a:pt x="909210" y="885630"/>
                </a:moveTo>
                <a:lnTo>
                  <a:pt x="1046683" y="924643"/>
                </a:lnTo>
                <a:moveTo>
                  <a:pt x="1810897" y="647006"/>
                </a:moveTo>
                <a:lnTo>
                  <a:pt x="1873677" y="695919"/>
                </a:lnTo>
                <a:moveTo>
                  <a:pt x="2382719" y="634978"/>
                </a:moveTo>
                <a:lnTo>
                  <a:pt x="2414029" y="534348"/>
                </a:lnTo>
                <a:moveTo>
                  <a:pt x="1291792" y="940532"/>
                </a:moveTo>
                <a:lnTo>
                  <a:pt x="1292991" y="940786"/>
                </a:lnTo>
                <a:moveTo>
                  <a:pt x="2088638" y="607713"/>
                </a:moveTo>
                <a:lnTo>
                  <a:pt x="2143839" y="618788"/>
                </a:lnTo>
                <a:moveTo>
                  <a:pt x="458233" y="779910"/>
                </a:moveTo>
                <a:lnTo>
                  <a:pt x="529708" y="822925"/>
                </a:lnTo>
                <a:moveTo>
                  <a:pt x="2008904" y="888093"/>
                </a:moveTo>
                <a:lnTo>
                  <a:pt x="2077987" y="919636"/>
                </a:lnTo>
                <a:moveTo>
                  <a:pt x="2332906" y="458383"/>
                </a:moveTo>
                <a:lnTo>
                  <a:pt x="2414029" y="534348"/>
                </a:lnTo>
                <a:moveTo>
                  <a:pt x="2309267" y="474911"/>
                </a:moveTo>
                <a:lnTo>
                  <a:pt x="2332906" y="458383"/>
                </a:lnTo>
                <a:moveTo>
                  <a:pt x="1516028" y="997971"/>
                </a:moveTo>
                <a:lnTo>
                  <a:pt x="1553793" y="975009"/>
                </a:lnTo>
                <a:moveTo>
                  <a:pt x="379948" y="654846"/>
                </a:moveTo>
                <a:lnTo>
                  <a:pt x="455945" y="581138"/>
                </a:lnTo>
                <a:moveTo>
                  <a:pt x="1080909" y="582819"/>
                </a:moveTo>
                <a:lnTo>
                  <a:pt x="1186936" y="564899"/>
                </a:lnTo>
                <a:moveTo>
                  <a:pt x="2088638" y="607713"/>
                </a:moveTo>
                <a:lnTo>
                  <a:pt x="2141060" y="616088"/>
                </a:lnTo>
                <a:moveTo>
                  <a:pt x="1712866" y="650825"/>
                </a:moveTo>
                <a:lnTo>
                  <a:pt x="1801498" y="647857"/>
                </a:lnTo>
                <a:moveTo>
                  <a:pt x="1761803" y="1015052"/>
                </a:moveTo>
                <a:lnTo>
                  <a:pt x="1709127" y="948875"/>
                </a:lnTo>
                <a:moveTo>
                  <a:pt x="670044" y="816682"/>
                </a:moveTo>
                <a:lnTo>
                  <a:pt x="704557" y="796023"/>
                </a:lnTo>
                <a:moveTo>
                  <a:pt x="1996921" y="989526"/>
                </a:moveTo>
                <a:lnTo>
                  <a:pt x="1958393" y="973711"/>
                </a:lnTo>
                <a:moveTo>
                  <a:pt x="1405376" y="630191"/>
                </a:moveTo>
                <a:lnTo>
                  <a:pt x="1483300" y="605155"/>
                </a:lnTo>
                <a:moveTo>
                  <a:pt x="1958393" y="973711"/>
                </a:moveTo>
                <a:lnTo>
                  <a:pt x="2077987" y="919636"/>
                </a:lnTo>
                <a:moveTo>
                  <a:pt x="1074678" y="587660"/>
                </a:moveTo>
                <a:lnTo>
                  <a:pt x="1186936" y="564899"/>
                </a:lnTo>
                <a:moveTo>
                  <a:pt x="1126721" y="952557"/>
                </a:moveTo>
                <a:lnTo>
                  <a:pt x="1051819" y="922646"/>
                </a:lnTo>
                <a:moveTo>
                  <a:pt x="1959724" y="665998"/>
                </a:moveTo>
                <a:lnTo>
                  <a:pt x="2005790" y="649328"/>
                </a:lnTo>
                <a:moveTo>
                  <a:pt x="1612187" y="997452"/>
                </a:moveTo>
                <a:lnTo>
                  <a:pt x="1656159" y="922107"/>
                </a:lnTo>
                <a:moveTo>
                  <a:pt x="777226" y="836935"/>
                </a:moveTo>
                <a:lnTo>
                  <a:pt x="845738" y="806465"/>
                </a:lnTo>
                <a:moveTo>
                  <a:pt x="2116050" y="592177"/>
                </a:moveTo>
                <a:lnTo>
                  <a:pt x="2141060" y="616088"/>
                </a:lnTo>
                <a:moveTo>
                  <a:pt x="2116050" y="592177"/>
                </a:moveTo>
                <a:lnTo>
                  <a:pt x="2221506" y="545886"/>
                </a:lnTo>
                <a:moveTo>
                  <a:pt x="2269971" y="797047"/>
                </a:moveTo>
                <a:lnTo>
                  <a:pt x="2339418" y="726482"/>
                </a:lnTo>
                <a:moveTo>
                  <a:pt x="1700166" y="954686"/>
                </a:moveTo>
                <a:lnTo>
                  <a:pt x="1761803" y="1015052"/>
                </a:lnTo>
                <a:moveTo>
                  <a:pt x="1385856" y="946079"/>
                </a:moveTo>
                <a:lnTo>
                  <a:pt x="1433295" y="974807"/>
                </a:lnTo>
                <a:moveTo>
                  <a:pt x="2269971" y="797047"/>
                </a:moveTo>
                <a:lnTo>
                  <a:pt x="2340028" y="726709"/>
                </a:lnTo>
                <a:moveTo>
                  <a:pt x="759167" y="587320"/>
                </a:moveTo>
                <a:lnTo>
                  <a:pt x="809991" y="610079"/>
                </a:lnTo>
                <a:moveTo>
                  <a:pt x="1306759" y="599061"/>
                </a:moveTo>
                <a:lnTo>
                  <a:pt x="1332996" y="588770"/>
                </a:lnTo>
                <a:moveTo>
                  <a:pt x="346933" y="749326"/>
                </a:moveTo>
                <a:lnTo>
                  <a:pt x="379948" y="654846"/>
                </a:lnTo>
                <a:moveTo>
                  <a:pt x="946133" y="623514"/>
                </a:moveTo>
                <a:lnTo>
                  <a:pt x="1071542" y="586866"/>
                </a:lnTo>
                <a:moveTo>
                  <a:pt x="346933" y="749326"/>
                </a:moveTo>
                <a:lnTo>
                  <a:pt x="428037" y="797521"/>
                </a:lnTo>
                <a:moveTo>
                  <a:pt x="2191172" y="862528"/>
                </a:moveTo>
                <a:lnTo>
                  <a:pt x="2211728" y="784487"/>
                </a:lnTo>
                <a:moveTo>
                  <a:pt x="636240" y="571013"/>
                </a:moveTo>
                <a:lnTo>
                  <a:pt x="642133" y="567111"/>
                </a:lnTo>
                <a:moveTo>
                  <a:pt x="2050584" y="956290"/>
                </a:moveTo>
                <a:lnTo>
                  <a:pt x="1958393" y="973711"/>
                </a:lnTo>
                <a:moveTo>
                  <a:pt x="1761803" y="1015052"/>
                </a:moveTo>
                <a:lnTo>
                  <a:pt x="1805360" y="1001644"/>
                </a:lnTo>
                <a:moveTo>
                  <a:pt x="2191172" y="862528"/>
                </a:moveTo>
                <a:lnTo>
                  <a:pt x="2225295" y="781767"/>
                </a:lnTo>
                <a:moveTo>
                  <a:pt x="428037" y="797521"/>
                </a:moveTo>
                <a:lnTo>
                  <a:pt x="529708" y="822925"/>
                </a:lnTo>
                <a:moveTo>
                  <a:pt x="2332906" y="458383"/>
                </a:moveTo>
                <a:lnTo>
                  <a:pt x="2434579" y="448142"/>
                </a:lnTo>
                <a:moveTo>
                  <a:pt x="1810897" y="647006"/>
                </a:moveTo>
                <a:lnTo>
                  <a:pt x="1959724" y="665998"/>
                </a:lnTo>
                <a:moveTo>
                  <a:pt x="2077987" y="919636"/>
                </a:moveTo>
                <a:lnTo>
                  <a:pt x="2140906" y="843718"/>
                </a:lnTo>
                <a:moveTo>
                  <a:pt x="1694893" y="584890"/>
                </a:moveTo>
                <a:lnTo>
                  <a:pt x="1712866" y="650825"/>
                </a:lnTo>
                <a:moveTo>
                  <a:pt x="2202212" y="857947"/>
                </a:moveTo>
                <a:lnTo>
                  <a:pt x="2225295" y="781767"/>
                </a:lnTo>
                <a:moveTo>
                  <a:pt x="704557" y="796023"/>
                </a:moveTo>
                <a:lnTo>
                  <a:pt x="777226" y="836935"/>
                </a:lnTo>
                <a:moveTo>
                  <a:pt x="1917084" y="1022660"/>
                </a:moveTo>
                <a:lnTo>
                  <a:pt x="1996921" y="989526"/>
                </a:lnTo>
                <a:moveTo>
                  <a:pt x="1126721" y="952557"/>
                </a:moveTo>
                <a:lnTo>
                  <a:pt x="1291792" y="940532"/>
                </a:lnTo>
                <a:moveTo>
                  <a:pt x="606664" y="574813"/>
                </a:moveTo>
                <a:lnTo>
                  <a:pt x="567206" y="587724"/>
                </a:lnTo>
                <a:moveTo>
                  <a:pt x="2207886" y="526122"/>
                </a:moveTo>
                <a:lnTo>
                  <a:pt x="2221506" y="545886"/>
                </a:lnTo>
                <a:moveTo>
                  <a:pt x="642133" y="567111"/>
                </a:moveTo>
                <a:lnTo>
                  <a:pt x="687005" y="545515"/>
                </a:lnTo>
                <a:moveTo>
                  <a:pt x="309206" y="841528"/>
                </a:moveTo>
                <a:lnTo>
                  <a:pt x="428037" y="797521"/>
                </a:lnTo>
                <a:moveTo>
                  <a:pt x="616670" y="838630"/>
                </a:moveTo>
                <a:lnTo>
                  <a:pt x="598299" y="783057"/>
                </a:lnTo>
                <a:moveTo>
                  <a:pt x="455945" y="581138"/>
                </a:moveTo>
                <a:lnTo>
                  <a:pt x="513163" y="570640"/>
                </a:lnTo>
                <a:moveTo>
                  <a:pt x="1801498" y="647857"/>
                </a:moveTo>
                <a:lnTo>
                  <a:pt x="1817042" y="657920"/>
                </a:lnTo>
                <a:moveTo>
                  <a:pt x="1085672" y="938177"/>
                </a:moveTo>
                <a:lnTo>
                  <a:pt x="1126721" y="952557"/>
                </a:lnTo>
                <a:moveTo>
                  <a:pt x="1252720" y="617952"/>
                </a:moveTo>
                <a:lnTo>
                  <a:pt x="1236142" y="566319"/>
                </a:lnTo>
                <a:moveTo>
                  <a:pt x="1332996" y="588770"/>
                </a:moveTo>
                <a:lnTo>
                  <a:pt x="1405376" y="630191"/>
                </a:lnTo>
                <a:moveTo>
                  <a:pt x="992763" y="625881"/>
                </a:moveTo>
                <a:lnTo>
                  <a:pt x="1071542" y="586866"/>
                </a:lnTo>
                <a:moveTo>
                  <a:pt x="687005" y="545515"/>
                </a:moveTo>
                <a:lnTo>
                  <a:pt x="759167" y="587320"/>
                </a:lnTo>
                <a:moveTo>
                  <a:pt x="1810897" y="647006"/>
                </a:moveTo>
                <a:lnTo>
                  <a:pt x="1817042" y="657920"/>
                </a:lnTo>
                <a:moveTo>
                  <a:pt x="1508439" y="603490"/>
                </a:moveTo>
                <a:lnTo>
                  <a:pt x="1532823" y="605758"/>
                </a:lnTo>
                <a:moveTo>
                  <a:pt x="2434579" y="448142"/>
                </a:moveTo>
                <a:lnTo>
                  <a:pt x="2414029" y="534348"/>
                </a:lnTo>
                <a:moveTo>
                  <a:pt x="1292991" y="940786"/>
                </a:moveTo>
                <a:lnTo>
                  <a:pt x="1385856" y="946079"/>
                </a:lnTo>
                <a:moveTo>
                  <a:pt x="1612187" y="997452"/>
                </a:moveTo>
                <a:lnTo>
                  <a:pt x="1700166" y="954686"/>
                </a:lnTo>
                <a:moveTo>
                  <a:pt x="974142" y="940186"/>
                </a:moveTo>
                <a:lnTo>
                  <a:pt x="1046683" y="924643"/>
                </a:lnTo>
                <a:moveTo>
                  <a:pt x="428037" y="797521"/>
                </a:moveTo>
                <a:lnTo>
                  <a:pt x="504478" y="834816"/>
                </a:lnTo>
                <a:moveTo>
                  <a:pt x="992763" y="625881"/>
                </a:moveTo>
                <a:lnTo>
                  <a:pt x="1074678" y="587660"/>
                </a:lnTo>
                <a:moveTo>
                  <a:pt x="1611155" y="997610"/>
                </a:moveTo>
                <a:lnTo>
                  <a:pt x="1553793" y="975009"/>
                </a:lnTo>
                <a:moveTo>
                  <a:pt x="355398" y="865839"/>
                </a:moveTo>
                <a:lnTo>
                  <a:pt x="428037" y="797521"/>
                </a:lnTo>
                <a:moveTo>
                  <a:pt x="1612187" y="997452"/>
                </a:moveTo>
                <a:lnTo>
                  <a:pt x="1553793" y="975009"/>
                </a:lnTo>
                <a:moveTo>
                  <a:pt x="2207886" y="526122"/>
                </a:moveTo>
                <a:lnTo>
                  <a:pt x="2308802" y="477637"/>
                </a:lnTo>
                <a:moveTo>
                  <a:pt x="777226" y="836935"/>
                </a:moveTo>
                <a:lnTo>
                  <a:pt x="909210" y="885630"/>
                </a:lnTo>
                <a:moveTo>
                  <a:pt x="2005790" y="649328"/>
                </a:moveTo>
                <a:lnTo>
                  <a:pt x="2088638" y="607713"/>
                </a:lnTo>
                <a:moveTo>
                  <a:pt x="1593447" y="579970"/>
                </a:moveTo>
                <a:lnTo>
                  <a:pt x="1694893" y="584890"/>
                </a:lnTo>
                <a:moveTo>
                  <a:pt x="1801498" y="647857"/>
                </a:moveTo>
                <a:lnTo>
                  <a:pt x="1810897" y="647006"/>
                </a:lnTo>
                <a:moveTo>
                  <a:pt x="309206" y="841528"/>
                </a:moveTo>
                <a:lnTo>
                  <a:pt x="346933" y="749326"/>
                </a:lnTo>
                <a:moveTo>
                  <a:pt x="1085672" y="938177"/>
                </a:moveTo>
                <a:lnTo>
                  <a:pt x="1116808" y="950989"/>
                </a:lnTo>
                <a:moveTo>
                  <a:pt x="1593447" y="579970"/>
                </a:moveTo>
                <a:lnTo>
                  <a:pt x="1678100" y="575043"/>
                </a:lnTo>
                <a:moveTo>
                  <a:pt x="606664" y="574813"/>
                </a:moveTo>
                <a:lnTo>
                  <a:pt x="636240" y="571013"/>
                </a:lnTo>
                <a:moveTo>
                  <a:pt x="896037" y="627398"/>
                </a:moveTo>
                <a:lnTo>
                  <a:pt x="946133" y="623514"/>
                </a:lnTo>
                <a:moveTo>
                  <a:pt x="670044" y="816682"/>
                </a:moveTo>
                <a:lnTo>
                  <a:pt x="777226" y="836935"/>
                </a:lnTo>
                <a:moveTo>
                  <a:pt x="1483482" y="661513"/>
                </a:moveTo>
                <a:lnTo>
                  <a:pt x="1483300" y="605155"/>
                </a:lnTo>
                <a:moveTo>
                  <a:pt x="2242925" y="504682"/>
                </a:moveTo>
                <a:lnTo>
                  <a:pt x="2308802" y="477637"/>
                </a:lnTo>
                <a:moveTo>
                  <a:pt x="1475664" y="956764"/>
                </a:moveTo>
                <a:lnTo>
                  <a:pt x="1433295" y="974807"/>
                </a:lnTo>
                <a:moveTo>
                  <a:pt x="1074678" y="587660"/>
                </a:moveTo>
                <a:lnTo>
                  <a:pt x="1124961" y="604506"/>
                </a:lnTo>
                <a:moveTo>
                  <a:pt x="759167" y="587320"/>
                </a:moveTo>
                <a:lnTo>
                  <a:pt x="896037" y="627398"/>
                </a:lnTo>
                <a:moveTo>
                  <a:pt x="2449445" y="545602"/>
                </a:moveTo>
                <a:lnTo>
                  <a:pt x="2382719" y="634978"/>
                </a:lnTo>
                <a:moveTo>
                  <a:pt x="1306759" y="599061"/>
                </a:moveTo>
                <a:lnTo>
                  <a:pt x="1405376" y="630191"/>
                </a:lnTo>
                <a:moveTo>
                  <a:pt x="1694893" y="584890"/>
                </a:moveTo>
                <a:lnTo>
                  <a:pt x="1801498" y="647857"/>
                </a:lnTo>
                <a:moveTo>
                  <a:pt x="1996921" y="989526"/>
                </a:moveTo>
                <a:lnTo>
                  <a:pt x="2050584" y="956290"/>
                </a:lnTo>
                <a:moveTo>
                  <a:pt x="1483482" y="661513"/>
                </a:moveTo>
                <a:lnTo>
                  <a:pt x="1508439" y="603490"/>
                </a:lnTo>
                <a:moveTo>
                  <a:pt x="1843830" y="1039460"/>
                </a:moveTo>
                <a:lnTo>
                  <a:pt x="1805360" y="1001644"/>
                </a:lnTo>
                <a:moveTo>
                  <a:pt x="2050584" y="956290"/>
                </a:moveTo>
                <a:lnTo>
                  <a:pt x="2077987" y="919636"/>
                </a:lnTo>
                <a:moveTo>
                  <a:pt x="2191172" y="862528"/>
                </a:moveTo>
                <a:lnTo>
                  <a:pt x="2140906" y="843718"/>
                </a:lnTo>
                <a:moveTo>
                  <a:pt x="1246898" y="905655"/>
                </a:moveTo>
                <a:lnTo>
                  <a:pt x="1291792" y="940532"/>
                </a:lnTo>
                <a:moveTo>
                  <a:pt x="1250695" y="902988"/>
                </a:moveTo>
                <a:lnTo>
                  <a:pt x="1291792" y="940532"/>
                </a:lnTo>
                <a:moveTo>
                  <a:pt x="1250695" y="902988"/>
                </a:moveTo>
                <a:lnTo>
                  <a:pt x="1292991" y="940786"/>
                </a:lnTo>
                <a:moveTo>
                  <a:pt x="504478" y="834816"/>
                </a:moveTo>
                <a:lnTo>
                  <a:pt x="529708" y="822925"/>
                </a:lnTo>
                <a:moveTo>
                  <a:pt x="1902144" y="655152"/>
                </a:moveTo>
                <a:lnTo>
                  <a:pt x="1959724" y="665998"/>
                </a:lnTo>
                <a:moveTo>
                  <a:pt x="1532823" y="605758"/>
                </a:moveTo>
                <a:lnTo>
                  <a:pt x="1593447" y="579970"/>
                </a:lnTo>
                <a:moveTo>
                  <a:pt x="909210" y="885630"/>
                </a:moveTo>
                <a:lnTo>
                  <a:pt x="974142" y="940186"/>
                </a:lnTo>
                <a:moveTo>
                  <a:pt x="1693850" y="571969"/>
                </a:moveTo>
                <a:lnTo>
                  <a:pt x="1801498" y="647857"/>
                </a:lnTo>
                <a:moveTo>
                  <a:pt x="2089181" y="923676"/>
                </a:moveTo>
                <a:lnTo>
                  <a:pt x="2077987" y="919636"/>
                </a:lnTo>
                <a:moveTo>
                  <a:pt x="1306759" y="599061"/>
                </a:moveTo>
                <a:lnTo>
                  <a:pt x="1390760" y="642267"/>
                </a:lnTo>
                <a:moveTo>
                  <a:pt x="1116808" y="950989"/>
                </a:moveTo>
                <a:lnTo>
                  <a:pt x="1126721" y="952557"/>
                </a:lnTo>
                <a:moveTo>
                  <a:pt x="1693850" y="571969"/>
                </a:moveTo>
                <a:lnTo>
                  <a:pt x="1810897" y="647006"/>
                </a:lnTo>
                <a:moveTo>
                  <a:pt x="2412874" y="638363"/>
                </a:moveTo>
                <a:lnTo>
                  <a:pt x="2340028" y="726709"/>
                </a:lnTo>
                <a:moveTo>
                  <a:pt x="1516028" y="997971"/>
                </a:moveTo>
                <a:lnTo>
                  <a:pt x="1611155" y="997610"/>
                </a:lnTo>
                <a:moveTo>
                  <a:pt x="2242925" y="504682"/>
                </a:moveTo>
                <a:lnTo>
                  <a:pt x="2309267" y="474911"/>
                </a:lnTo>
                <a:moveTo>
                  <a:pt x="2088638" y="607713"/>
                </a:moveTo>
                <a:lnTo>
                  <a:pt x="2116050" y="592177"/>
                </a:lnTo>
                <a:moveTo>
                  <a:pt x="2412874" y="638363"/>
                </a:moveTo>
                <a:lnTo>
                  <a:pt x="2382719" y="634978"/>
                </a:lnTo>
                <a:moveTo>
                  <a:pt x="309206" y="841528"/>
                </a:moveTo>
                <a:lnTo>
                  <a:pt x="355398" y="865839"/>
                </a:lnTo>
                <a:moveTo>
                  <a:pt x="2353890" y="720293"/>
                </a:moveTo>
                <a:lnTo>
                  <a:pt x="2340028" y="726709"/>
                </a:lnTo>
                <a:moveTo>
                  <a:pt x="642133" y="567111"/>
                </a:moveTo>
                <a:lnTo>
                  <a:pt x="759167" y="587320"/>
                </a:lnTo>
                <a:moveTo>
                  <a:pt x="455945" y="581138"/>
                </a:moveTo>
                <a:lnTo>
                  <a:pt x="469659" y="579845"/>
                </a:lnTo>
                <a:moveTo>
                  <a:pt x="2449445" y="545602"/>
                </a:moveTo>
                <a:lnTo>
                  <a:pt x="2414029" y="534348"/>
                </a:lnTo>
                <a:moveTo>
                  <a:pt x="360836" y="632428"/>
                </a:moveTo>
                <a:lnTo>
                  <a:pt x="379948" y="654846"/>
                </a:lnTo>
                <a:moveTo>
                  <a:pt x="2050584" y="956290"/>
                </a:moveTo>
                <a:lnTo>
                  <a:pt x="2089181" y="923676"/>
                </a:lnTo>
                <a:moveTo>
                  <a:pt x="1720852" y="974882"/>
                </a:moveTo>
                <a:lnTo>
                  <a:pt x="1700166" y="954686"/>
                </a:lnTo>
                <a:moveTo>
                  <a:pt x="1678100" y="575043"/>
                </a:moveTo>
                <a:lnTo>
                  <a:pt x="1694893" y="584890"/>
                </a:lnTo>
                <a:moveTo>
                  <a:pt x="616670" y="838630"/>
                </a:moveTo>
                <a:lnTo>
                  <a:pt x="670044" y="816682"/>
                </a:lnTo>
                <a:moveTo>
                  <a:pt x="1064089" y="950625"/>
                </a:moveTo>
                <a:lnTo>
                  <a:pt x="1046683" y="924643"/>
                </a:lnTo>
                <a:moveTo>
                  <a:pt x="1086819" y="629073"/>
                </a:moveTo>
                <a:lnTo>
                  <a:pt x="1074678" y="587660"/>
                </a:lnTo>
                <a:moveTo>
                  <a:pt x="310065" y="718327"/>
                </a:moveTo>
                <a:lnTo>
                  <a:pt x="379948" y="654846"/>
                </a:lnTo>
                <a:moveTo>
                  <a:pt x="529708" y="822925"/>
                </a:moveTo>
                <a:lnTo>
                  <a:pt x="616670" y="838630"/>
                </a:lnTo>
                <a:moveTo>
                  <a:pt x="1693850" y="571969"/>
                </a:moveTo>
                <a:lnTo>
                  <a:pt x="1694893" y="584890"/>
                </a:lnTo>
                <a:moveTo>
                  <a:pt x="360836" y="632428"/>
                </a:moveTo>
                <a:lnTo>
                  <a:pt x="455945" y="581138"/>
                </a:lnTo>
                <a:moveTo>
                  <a:pt x="2010665" y="992112"/>
                </a:moveTo>
                <a:lnTo>
                  <a:pt x="1996921" y="989526"/>
                </a:lnTo>
                <a:moveTo>
                  <a:pt x="1252720" y="617952"/>
                </a:moveTo>
                <a:lnTo>
                  <a:pt x="1306759" y="599061"/>
                </a:lnTo>
                <a:moveTo>
                  <a:pt x="355398" y="865839"/>
                </a:moveTo>
                <a:lnTo>
                  <a:pt x="504478" y="834816"/>
                </a:lnTo>
                <a:moveTo>
                  <a:pt x="788327" y="644507"/>
                </a:moveTo>
                <a:lnTo>
                  <a:pt x="896037" y="627398"/>
                </a:lnTo>
                <a:moveTo>
                  <a:pt x="309206" y="841528"/>
                </a:moveTo>
                <a:lnTo>
                  <a:pt x="325503" y="901599"/>
                </a:lnTo>
                <a:moveTo>
                  <a:pt x="1678100" y="575043"/>
                </a:moveTo>
                <a:lnTo>
                  <a:pt x="1693850" y="571969"/>
                </a:lnTo>
                <a:moveTo>
                  <a:pt x="1186936" y="564899"/>
                </a:moveTo>
                <a:lnTo>
                  <a:pt x="1252720" y="617952"/>
                </a:lnTo>
                <a:moveTo>
                  <a:pt x="1390760" y="642267"/>
                </a:moveTo>
                <a:lnTo>
                  <a:pt x="1405376" y="630191"/>
                </a:lnTo>
                <a:moveTo>
                  <a:pt x="849563" y="878429"/>
                </a:moveTo>
                <a:lnTo>
                  <a:pt x="909210" y="885630"/>
                </a:lnTo>
                <a:moveTo>
                  <a:pt x="1124961" y="604506"/>
                </a:moveTo>
                <a:lnTo>
                  <a:pt x="1186936" y="564899"/>
                </a:lnTo>
                <a:moveTo>
                  <a:pt x="2191172" y="862528"/>
                </a:moveTo>
                <a:lnTo>
                  <a:pt x="2077987" y="919636"/>
                </a:lnTo>
                <a:moveTo>
                  <a:pt x="1810897" y="647006"/>
                </a:moveTo>
                <a:lnTo>
                  <a:pt x="1902144" y="655152"/>
                </a:lnTo>
                <a:moveTo>
                  <a:pt x="946133" y="623514"/>
                </a:moveTo>
                <a:lnTo>
                  <a:pt x="992763" y="625881"/>
                </a:lnTo>
                <a:moveTo>
                  <a:pt x="2366459" y="455886"/>
                </a:moveTo>
                <a:lnTo>
                  <a:pt x="2332906" y="458383"/>
                </a:lnTo>
                <a:moveTo>
                  <a:pt x="2005790" y="649328"/>
                </a:moveTo>
                <a:lnTo>
                  <a:pt x="2024662" y="650197"/>
                </a:lnTo>
                <a:moveTo>
                  <a:pt x="1126721" y="952557"/>
                </a:moveTo>
                <a:lnTo>
                  <a:pt x="1246898" y="905655"/>
                </a:lnTo>
                <a:moveTo>
                  <a:pt x="822290" y="663026"/>
                </a:moveTo>
                <a:lnTo>
                  <a:pt x="896037" y="627398"/>
                </a:lnTo>
                <a:moveTo>
                  <a:pt x="2202212" y="857947"/>
                </a:moveTo>
                <a:lnTo>
                  <a:pt x="2269971" y="797047"/>
                </a:lnTo>
                <a:moveTo>
                  <a:pt x="2322240" y="470949"/>
                </a:moveTo>
                <a:lnTo>
                  <a:pt x="2309267" y="474911"/>
                </a:lnTo>
                <a:moveTo>
                  <a:pt x="513163" y="570640"/>
                </a:moveTo>
                <a:lnTo>
                  <a:pt x="606664" y="574813"/>
                </a:lnTo>
                <a:moveTo>
                  <a:pt x="469659" y="579845"/>
                </a:moveTo>
                <a:lnTo>
                  <a:pt x="513163" y="570640"/>
                </a:lnTo>
                <a:moveTo>
                  <a:pt x="2116050" y="592177"/>
                </a:moveTo>
                <a:lnTo>
                  <a:pt x="2207886" y="526122"/>
                </a:lnTo>
                <a:moveTo>
                  <a:pt x="2010665" y="992112"/>
                </a:moveTo>
                <a:lnTo>
                  <a:pt x="2050584" y="956290"/>
                </a:lnTo>
                <a:moveTo>
                  <a:pt x="1475664" y="956764"/>
                </a:moveTo>
                <a:lnTo>
                  <a:pt x="1516028" y="997971"/>
                </a:lnTo>
                <a:moveTo>
                  <a:pt x="2434579" y="448142"/>
                </a:moveTo>
                <a:lnTo>
                  <a:pt x="2449445" y="545602"/>
                </a:lnTo>
                <a:moveTo>
                  <a:pt x="325503" y="901599"/>
                </a:moveTo>
                <a:lnTo>
                  <a:pt x="355398" y="865839"/>
                </a:lnTo>
                <a:moveTo>
                  <a:pt x="245946" y="797776"/>
                </a:moveTo>
                <a:lnTo>
                  <a:pt x="346933" y="749326"/>
                </a:lnTo>
                <a:moveTo>
                  <a:pt x="606664" y="574813"/>
                </a:moveTo>
                <a:lnTo>
                  <a:pt x="642133" y="567111"/>
                </a:lnTo>
                <a:moveTo>
                  <a:pt x="310065" y="718327"/>
                </a:moveTo>
                <a:lnTo>
                  <a:pt x="346933" y="749326"/>
                </a:lnTo>
                <a:moveTo>
                  <a:pt x="1761803" y="1015052"/>
                </a:moveTo>
                <a:lnTo>
                  <a:pt x="1843830" y="1039460"/>
                </a:lnTo>
                <a:moveTo>
                  <a:pt x="670044" y="816682"/>
                </a:moveTo>
                <a:lnTo>
                  <a:pt x="728731" y="840097"/>
                </a:lnTo>
                <a:moveTo>
                  <a:pt x="946133" y="623514"/>
                </a:moveTo>
                <a:lnTo>
                  <a:pt x="977069" y="636458"/>
                </a:lnTo>
                <a:moveTo>
                  <a:pt x="1064089" y="950625"/>
                </a:moveTo>
                <a:lnTo>
                  <a:pt x="1085672" y="938177"/>
                </a:lnTo>
                <a:moveTo>
                  <a:pt x="1116808" y="950989"/>
                </a:moveTo>
                <a:lnTo>
                  <a:pt x="1246898" y="905655"/>
                </a:lnTo>
                <a:moveTo>
                  <a:pt x="642133" y="567111"/>
                </a:moveTo>
                <a:lnTo>
                  <a:pt x="721867" y="606982"/>
                </a:lnTo>
                <a:moveTo>
                  <a:pt x="1250695" y="902988"/>
                </a:moveTo>
                <a:lnTo>
                  <a:pt x="1385856" y="946079"/>
                </a:lnTo>
                <a:moveTo>
                  <a:pt x="433148" y="599364"/>
                </a:moveTo>
                <a:lnTo>
                  <a:pt x="455945" y="581138"/>
                </a:lnTo>
                <a:moveTo>
                  <a:pt x="1306759" y="599061"/>
                </a:moveTo>
                <a:lnTo>
                  <a:pt x="1321652" y="713346"/>
                </a:lnTo>
                <a:moveTo>
                  <a:pt x="504478" y="834816"/>
                </a:moveTo>
                <a:lnTo>
                  <a:pt x="616670" y="838630"/>
                </a:lnTo>
                <a:moveTo>
                  <a:pt x="1989865" y="669517"/>
                </a:moveTo>
                <a:lnTo>
                  <a:pt x="1959724" y="665998"/>
                </a:lnTo>
                <a:moveTo>
                  <a:pt x="2089181" y="923676"/>
                </a:moveTo>
                <a:lnTo>
                  <a:pt x="2191172" y="862528"/>
                </a:lnTo>
                <a:moveTo>
                  <a:pt x="2281739" y="795860"/>
                </a:moveTo>
                <a:lnTo>
                  <a:pt x="2269971" y="797047"/>
                </a:lnTo>
                <a:moveTo>
                  <a:pt x="2366459" y="455886"/>
                </a:moveTo>
                <a:lnTo>
                  <a:pt x="2309267" y="474911"/>
                </a:lnTo>
                <a:moveTo>
                  <a:pt x="1263263" y="679513"/>
                </a:moveTo>
                <a:lnTo>
                  <a:pt x="1306759" y="599061"/>
                </a:lnTo>
                <a:moveTo>
                  <a:pt x="721867" y="606982"/>
                </a:moveTo>
                <a:lnTo>
                  <a:pt x="759167" y="587320"/>
                </a:lnTo>
                <a:moveTo>
                  <a:pt x="1392356" y="871265"/>
                </a:moveTo>
                <a:lnTo>
                  <a:pt x="1385856" y="946079"/>
                </a:lnTo>
                <a:moveTo>
                  <a:pt x="759167" y="587320"/>
                </a:moveTo>
                <a:lnTo>
                  <a:pt x="788327" y="644507"/>
                </a:lnTo>
                <a:moveTo>
                  <a:pt x="822290" y="663026"/>
                </a:moveTo>
                <a:lnTo>
                  <a:pt x="946133" y="623514"/>
                </a:lnTo>
                <a:moveTo>
                  <a:pt x="1611155" y="997610"/>
                </a:moveTo>
                <a:lnTo>
                  <a:pt x="1612187" y="997452"/>
                </a:lnTo>
                <a:moveTo>
                  <a:pt x="2353890" y="720293"/>
                </a:moveTo>
                <a:lnTo>
                  <a:pt x="2269971" y="797047"/>
                </a:lnTo>
                <a:moveTo>
                  <a:pt x="180862" y="875227"/>
                </a:moveTo>
                <a:lnTo>
                  <a:pt x="309206" y="841528"/>
                </a:lnTo>
                <a:moveTo>
                  <a:pt x="777226" y="836935"/>
                </a:moveTo>
                <a:lnTo>
                  <a:pt x="849563" y="878429"/>
                </a:lnTo>
                <a:moveTo>
                  <a:pt x="2024662" y="650197"/>
                </a:moveTo>
                <a:lnTo>
                  <a:pt x="2088638" y="607713"/>
                </a:lnTo>
                <a:moveTo>
                  <a:pt x="1678100" y="575043"/>
                </a:moveTo>
                <a:lnTo>
                  <a:pt x="1671693" y="566752"/>
                </a:lnTo>
                <a:moveTo>
                  <a:pt x="1770652" y="605590"/>
                </a:moveTo>
                <a:lnTo>
                  <a:pt x="1810897" y="647006"/>
                </a:lnTo>
                <a:moveTo>
                  <a:pt x="245946" y="797776"/>
                </a:moveTo>
                <a:lnTo>
                  <a:pt x="309206" y="841528"/>
                </a:lnTo>
                <a:moveTo>
                  <a:pt x="1671693" y="566752"/>
                </a:moveTo>
                <a:lnTo>
                  <a:pt x="1693850" y="571969"/>
                </a:lnTo>
                <a:moveTo>
                  <a:pt x="1989865" y="669517"/>
                </a:moveTo>
                <a:lnTo>
                  <a:pt x="2005790" y="649328"/>
                </a:lnTo>
                <a:moveTo>
                  <a:pt x="2024662" y="650197"/>
                </a:moveTo>
                <a:lnTo>
                  <a:pt x="2116050" y="592177"/>
                </a:lnTo>
                <a:moveTo>
                  <a:pt x="728731" y="840097"/>
                </a:moveTo>
                <a:lnTo>
                  <a:pt x="777226" y="836935"/>
                </a:lnTo>
                <a:moveTo>
                  <a:pt x="2207886" y="526122"/>
                </a:moveTo>
                <a:lnTo>
                  <a:pt x="2242925" y="504682"/>
                </a:lnTo>
                <a:moveTo>
                  <a:pt x="708989" y="844885"/>
                </a:moveTo>
                <a:lnTo>
                  <a:pt x="670044" y="816682"/>
                </a:lnTo>
                <a:moveTo>
                  <a:pt x="1385856" y="946079"/>
                </a:moveTo>
                <a:lnTo>
                  <a:pt x="1475664" y="956764"/>
                </a:lnTo>
                <a:moveTo>
                  <a:pt x="1585546" y="627569"/>
                </a:moveTo>
                <a:lnTo>
                  <a:pt x="1593447" y="579970"/>
                </a:lnTo>
                <a:moveTo>
                  <a:pt x="1405376" y="630191"/>
                </a:moveTo>
                <a:lnTo>
                  <a:pt x="1483482" y="661513"/>
                </a:lnTo>
                <a:moveTo>
                  <a:pt x="977069" y="636458"/>
                </a:moveTo>
                <a:lnTo>
                  <a:pt x="992763" y="625881"/>
                </a:lnTo>
                <a:moveTo>
                  <a:pt x="1720852" y="974882"/>
                </a:moveTo>
                <a:lnTo>
                  <a:pt x="1761803" y="1015052"/>
                </a:lnTo>
                <a:moveTo>
                  <a:pt x="1246898" y="905655"/>
                </a:moveTo>
                <a:lnTo>
                  <a:pt x="1250695" y="902988"/>
                </a:lnTo>
                <a:moveTo>
                  <a:pt x="403433" y="887062"/>
                </a:moveTo>
                <a:lnTo>
                  <a:pt x="355398" y="865839"/>
                </a:lnTo>
                <a:moveTo>
                  <a:pt x="1385856" y="946079"/>
                </a:moveTo>
                <a:lnTo>
                  <a:pt x="1485150" y="921345"/>
                </a:lnTo>
                <a:moveTo>
                  <a:pt x="2434579" y="448142"/>
                </a:moveTo>
                <a:lnTo>
                  <a:pt x="2457492" y="545861"/>
                </a:lnTo>
                <a:moveTo>
                  <a:pt x="2366459" y="455886"/>
                </a:moveTo>
                <a:lnTo>
                  <a:pt x="2434579" y="448142"/>
                </a:lnTo>
                <a:moveTo>
                  <a:pt x="272442" y="926093"/>
                </a:moveTo>
                <a:lnTo>
                  <a:pt x="309206" y="841528"/>
                </a:lnTo>
                <a:moveTo>
                  <a:pt x="930836" y="904168"/>
                </a:moveTo>
                <a:lnTo>
                  <a:pt x="909210" y="885630"/>
                </a:lnTo>
                <a:moveTo>
                  <a:pt x="1390760" y="642267"/>
                </a:moveTo>
                <a:lnTo>
                  <a:pt x="1483482" y="661513"/>
                </a:lnTo>
                <a:moveTo>
                  <a:pt x="2191172" y="862528"/>
                </a:moveTo>
                <a:lnTo>
                  <a:pt x="2202212" y="857947"/>
                </a:lnTo>
                <a:moveTo>
                  <a:pt x="2207886" y="526122"/>
                </a:moveTo>
                <a:lnTo>
                  <a:pt x="2218549" y="529096"/>
                </a:lnTo>
                <a:moveTo>
                  <a:pt x="1124961" y="604506"/>
                </a:moveTo>
                <a:lnTo>
                  <a:pt x="1252720" y="617952"/>
                </a:lnTo>
                <a:moveTo>
                  <a:pt x="1321652" y="713346"/>
                </a:moveTo>
                <a:lnTo>
                  <a:pt x="1390760" y="642267"/>
                </a:lnTo>
                <a:moveTo>
                  <a:pt x="1693850" y="571969"/>
                </a:moveTo>
                <a:lnTo>
                  <a:pt x="1770652" y="605590"/>
                </a:lnTo>
                <a:moveTo>
                  <a:pt x="1250695" y="902988"/>
                </a:moveTo>
                <a:lnTo>
                  <a:pt x="1392356" y="871265"/>
                </a:lnTo>
                <a:moveTo>
                  <a:pt x="469659" y="579845"/>
                </a:moveTo>
                <a:lnTo>
                  <a:pt x="606664" y="574813"/>
                </a:lnTo>
                <a:moveTo>
                  <a:pt x="1390760" y="642267"/>
                </a:moveTo>
                <a:lnTo>
                  <a:pt x="1469311" y="681212"/>
                </a:lnTo>
                <a:moveTo>
                  <a:pt x="1064089" y="950625"/>
                </a:moveTo>
                <a:lnTo>
                  <a:pt x="1116808" y="950989"/>
                </a:lnTo>
                <a:moveTo>
                  <a:pt x="1475664" y="956764"/>
                </a:moveTo>
                <a:lnTo>
                  <a:pt x="1611155" y="997610"/>
                </a:lnTo>
                <a:moveTo>
                  <a:pt x="2194563" y="863201"/>
                </a:moveTo>
                <a:lnTo>
                  <a:pt x="2191172" y="862528"/>
                </a:lnTo>
                <a:moveTo>
                  <a:pt x="428057" y="889805"/>
                </a:moveTo>
                <a:lnTo>
                  <a:pt x="504478" y="834816"/>
                </a:lnTo>
                <a:moveTo>
                  <a:pt x="428057" y="889805"/>
                </a:moveTo>
                <a:lnTo>
                  <a:pt x="355398" y="865839"/>
                </a:lnTo>
                <a:moveTo>
                  <a:pt x="2194563" y="863201"/>
                </a:moveTo>
                <a:lnTo>
                  <a:pt x="2202212" y="857947"/>
                </a:lnTo>
                <a:moveTo>
                  <a:pt x="1483482" y="661513"/>
                </a:moveTo>
                <a:lnTo>
                  <a:pt x="1532823" y="605758"/>
                </a:lnTo>
                <a:moveTo>
                  <a:pt x="325503" y="901599"/>
                </a:moveTo>
                <a:lnTo>
                  <a:pt x="403433" y="887062"/>
                </a:lnTo>
                <a:moveTo>
                  <a:pt x="721867" y="606982"/>
                </a:moveTo>
                <a:lnTo>
                  <a:pt x="788327" y="644507"/>
                </a:lnTo>
                <a:moveTo>
                  <a:pt x="2218549" y="529096"/>
                </a:moveTo>
                <a:lnTo>
                  <a:pt x="2242925" y="504682"/>
                </a:lnTo>
                <a:moveTo>
                  <a:pt x="822290" y="663026"/>
                </a:moveTo>
                <a:lnTo>
                  <a:pt x="977069" y="636458"/>
                </a:lnTo>
                <a:moveTo>
                  <a:pt x="1250695" y="902988"/>
                </a:moveTo>
                <a:lnTo>
                  <a:pt x="1339813" y="840122"/>
                </a:lnTo>
                <a:moveTo>
                  <a:pt x="1101566" y="932675"/>
                </a:moveTo>
                <a:lnTo>
                  <a:pt x="1116808" y="950989"/>
                </a:lnTo>
                <a:moveTo>
                  <a:pt x="663459" y="643719"/>
                </a:moveTo>
                <a:lnTo>
                  <a:pt x="642133" y="567111"/>
                </a:lnTo>
                <a:moveTo>
                  <a:pt x="788327" y="644507"/>
                </a:moveTo>
                <a:lnTo>
                  <a:pt x="822290" y="663026"/>
                </a:lnTo>
                <a:moveTo>
                  <a:pt x="2116050" y="592177"/>
                </a:moveTo>
                <a:lnTo>
                  <a:pt x="2153854" y="603626"/>
                </a:lnTo>
                <a:moveTo>
                  <a:pt x="2202212" y="857947"/>
                </a:moveTo>
                <a:lnTo>
                  <a:pt x="2281739" y="795860"/>
                </a:lnTo>
                <a:moveTo>
                  <a:pt x="2242925" y="504682"/>
                </a:moveTo>
                <a:lnTo>
                  <a:pt x="2322240" y="470949"/>
                </a:lnTo>
                <a:moveTo>
                  <a:pt x="1612187" y="997452"/>
                </a:moveTo>
                <a:lnTo>
                  <a:pt x="1720852" y="974882"/>
                </a:lnTo>
                <a:moveTo>
                  <a:pt x="504478" y="834816"/>
                </a:moveTo>
                <a:lnTo>
                  <a:pt x="564235" y="859068"/>
                </a:lnTo>
                <a:moveTo>
                  <a:pt x="992763" y="625881"/>
                </a:moveTo>
                <a:lnTo>
                  <a:pt x="1086819" y="629073"/>
                </a:lnTo>
                <a:moveTo>
                  <a:pt x="974142" y="940186"/>
                </a:moveTo>
                <a:lnTo>
                  <a:pt x="1064089" y="950625"/>
                </a:lnTo>
                <a:moveTo>
                  <a:pt x="1339813" y="840122"/>
                </a:moveTo>
                <a:lnTo>
                  <a:pt x="1392356" y="871265"/>
                </a:lnTo>
                <a:moveTo>
                  <a:pt x="2412874" y="638363"/>
                </a:moveTo>
                <a:lnTo>
                  <a:pt x="2449445" y="545602"/>
                </a:lnTo>
                <a:moveTo>
                  <a:pt x="1585546" y="627569"/>
                </a:moveTo>
                <a:lnTo>
                  <a:pt x="1678100" y="575043"/>
                </a:lnTo>
                <a:moveTo>
                  <a:pt x="1770652" y="605590"/>
                </a:moveTo>
                <a:lnTo>
                  <a:pt x="1902144" y="655152"/>
                </a:lnTo>
                <a:moveTo>
                  <a:pt x="272442" y="926093"/>
                </a:moveTo>
                <a:lnTo>
                  <a:pt x="325503" y="901599"/>
                </a:lnTo>
                <a:moveTo>
                  <a:pt x="1252720" y="617952"/>
                </a:moveTo>
                <a:lnTo>
                  <a:pt x="1263263" y="679513"/>
                </a:lnTo>
                <a:moveTo>
                  <a:pt x="1607852" y="611243"/>
                </a:moveTo>
                <a:lnTo>
                  <a:pt x="1678100" y="575043"/>
                </a:lnTo>
                <a:moveTo>
                  <a:pt x="1536143" y="948179"/>
                </a:moveTo>
                <a:lnTo>
                  <a:pt x="1611155" y="997610"/>
                </a:lnTo>
                <a:moveTo>
                  <a:pt x="802320" y="680286"/>
                </a:moveTo>
                <a:lnTo>
                  <a:pt x="788327" y="644507"/>
                </a:lnTo>
                <a:moveTo>
                  <a:pt x="2012482" y="983863"/>
                </a:moveTo>
                <a:lnTo>
                  <a:pt x="2050584" y="956290"/>
                </a:lnTo>
                <a:moveTo>
                  <a:pt x="1392356" y="871265"/>
                </a:moveTo>
                <a:lnTo>
                  <a:pt x="1485150" y="921345"/>
                </a:lnTo>
                <a:moveTo>
                  <a:pt x="1671693" y="566752"/>
                </a:moveTo>
                <a:lnTo>
                  <a:pt x="1770652" y="605590"/>
                </a:lnTo>
                <a:moveTo>
                  <a:pt x="1392356" y="871265"/>
                </a:moveTo>
                <a:lnTo>
                  <a:pt x="1423118" y="770206"/>
                </a:lnTo>
                <a:moveTo>
                  <a:pt x="1246898" y="905655"/>
                </a:moveTo>
                <a:lnTo>
                  <a:pt x="1268873" y="797192"/>
                </a:lnTo>
                <a:moveTo>
                  <a:pt x="977069" y="636458"/>
                </a:moveTo>
                <a:lnTo>
                  <a:pt x="1086819" y="629073"/>
                </a:lnTo>
                <a:moveTo>
                  <a:pt x="728731" y="840097"/>
                </a:moveTo>
                <a:lnTo>
                  <a:pt x="849563" y="878429"/>
                </a:lnTo>
                <a:moveTo>
                  <a:pt x="2218549" y="529096"/>
                </a:moveTo>
                <a:lnTo>
                  <a:pt x="2322240" y="470949"/>
                </a:lnTo>
                <a:moveTo>
                  <a:pt x="1268873" y="797192"/>
                </a:moveTo>
                <a:lnTo>
                  <a:pt x="1250695" y="902988"/>
                </a:lnTo>
                <a:moveTo>
                  <a:pt x="179616" y="876156"/>
                </a:moveTo>
                <a:lnTo>
                  <a:pt x="181081" y="877133"/>
                </a:lnTo>
                <a:moveTo>
                  <a:pt x="310065" y="718327"/>
                </a:moveTo>
                <a:lnTo>
                  <a:pt x="360836" y="632428"/>
                </a:lnTo>
                <a:moveTo>
                  <a:pt x="180862" y="875227"/>
                </a:moveTo>
                <a:lnTo>
                  <a:pt x="181081" y="877133"/>
                </a:lnTo>
                <a:moveTo>
                  <a:pt x="1086819" y="629073"/>
                </a:moveTo>
                <a:lnTo>
                  <a:pt x="1124961" y="604506"/>
                </a:lnTo>
                <a:moveTo>
                  <a:pt x="180025" y="876703"/>
                </a:moveTo>
                <a:lnTo>
                  <a:pt x="181081" y="877133"/>
                </a:lnTo>
                <a:moveTo>
                  <a:pt x="2153854" y="603626"/>
                </a:moveTo>
                <a:lnTo>
                  <a:pt x="2207886" y="526122"/>
                </a:lnTo>
                <a:moveTo>
                  <a:pt x="179616" y="876156"/>
                </a:moveTo>
                <a:lnTo>
                  <a:pt x="180862" y="875227"/>
                </a:lnTo>
                <a:moveTo>
                  <a:pt x="180025" y="876703"/>
                </a:moveTo>
                <a:lnTo>
                  <a:pt x="179616" y="876156"/>
                </a:lnTo>
                <a:moveTo>
                  <a:pt x="802320" y="680286"/>
                </a:moveTo>
                <a:lnTo>
                  <a:pt x="822290" y="663026"/>
                </a:lnTo>
                <a:moveTo>
                  <a:pt x="180076" y="876347"/>
                </a:moveTo>
                <a:lnTo>
                  <a:pt x="179616" y="876156"/>
                </a:lnTo>
                <a:moveTo>
                  <a:pt x="180076" y="876347"/>
                </a:moveTo>
                <a:lnTo>
                  <a:pt x="180862" y="875227"/>
                </a:lnTo>
                <a:moveTo>
                  <a:pt x="180076" y="876347"/>
                </a:moveTo>
                <a:lnTo>
                  <a:pt x="180025" y="876703"/>
                </a:lnTo>
                <a:moveTo>
                  <a:pt x="2414435" y="637307"/>
                </a:moveTo>
                <a:lnTo>
                  <a:pt x="2449445" y="545602"/>
                </a:lnTo>
                <a:moveTo>
                  <a:pt x="2012482" y="983863"/>
                </a:moveTo>
                <a:lnTo>
                  <a:pt x="2089181" y="923676"/>
                </a:lnTo>
                <a:moveTo>
                  <a:pt x="1720852" y="974882"/>
                </a:moveTo>
                <a:lnTo>
                  <a:pt x="1843830" y="1039460"/>
                </a:lnTo>
                <a:moveTo>
                  <a:pt x="2281739" y="795860"/>
                </a:moveTo>
                <a:lnTo>
                  <a:pt x="2353890" y="720293"/>
                </a:lnTo>
                <a:moveTo>
                  <a:pt x="616670" y="838630"/>
                </a:moveTo>
                <a:lnTo>
                  <a:pt x="708989" y="844885"/>
                </a:lnTo>
                <a:moveTo>
                  <a:pt x="433148" y="599364"/>
                </a:moveTo>
                <a:lnTo>
                  <a:pt x="469659" y="579845"/>
                </a:lnTo>
                <a:moveTo>
                  <a:pt x="180862" y="875227"/>
                </a:moveTo>
                <a:lnTo>
                  <a:pt x="245946" y="797776"/>
                </a:lnTo>
                <a:moveTo>
                  <a:pt x="2457492" y="545861"/>
                </a:moveTo>
                <a:lnTo>
                  <a:pt x="2449445" y="545602"/>
                </a:lnTo>
                <a:moveTo>
                  <a:pt x="2115144" y="926220"/>
                </a:moveTo>
                <a:lnTo>
                  <a:pt x="2089181" y="923676"/>
                </a:lnTo>
                <a:moveTo>
                  <a:pt x="1321652" y="713346"/>
                </a:moveTo>
                <a:lnTo>
                  <a:pt x="1339813" y="840122"/>
                </a:lnTo>
                <a:moveTo>
                  <a:pt x="180076" y="876347"/>
                </a:moveTo>
                <a:lnTo>
                  <a:pt x="245946" y="797776"/>
                </a:lnTo>
                <a:moveTo>
                  <a:pt x="2470628" y="441245"/>
                </a:moveTo>
                <a:lnTo>
                  <a:pt x="2434579" y="448142"/>
                </a:lnTo>
                <a:moveTo>
                  <a:pt x="2353890" y="720293"/>
                </a:moveTo>
                <a:lnTo>
                  <a:pt x="2412874" y="638363"/>
                </a:lnTo>
                <a:moveTo>
                  <a:pt x="245946" y="797776"/>
                </a:moveTo>
                <a:lnTo>
                  <a:pt x="310065" y="718327"/>
                </a:lnTo>
                <a:moveTo>
                  <a:pt x="1485150" y="921345"/>
                </a:moveTo>
                <a:lnTo>
                  <a:pt x="1475664" y="956764"/>
                </a:lnTo>
                <a:moveTo>
                  <a:pt x="1101566" y="932675"/>
                </a:moveTo>
                <a:lnTo>
                  <a:pt x="1246898" y="905655"/>
                </a:lnTo>
                <a:moveTo>
                  <a:pt x="1469311" y="681212"/>
                </a:moveTo>
                <a:lnTo>
                  <a:pt x="1483482" y="661513"/>
                </a:lnTo>
                <a:moveTo>
                  <a:pt x="1790075" y="629154"/>
                </a:moveTo>
                <a:lnTo>
                  <a:pt x="1902144" y="655152"/>
                </a:lnTo>
                <a:moveTo>
                  <a:pt x="564235" y="859068"/>
                </a:moveTo>
                <a:lnTo>
                  <a:pt x="616670" y="838630"/>
                </a:lnTo>
                <a:moveTo>
                  <a:pt x="1339813" y="840122"/>
                </a:moveTo>
                <a:lnTo>
                  <a:pt x="1419390" y="768143"/>
                </a:lnTo>
                <a:moveTo>
                  <a:pt x="1339813" y="840122"/>
                </a:moveTo>
                <a:lnTo>
                  <a:pt x="1423118" y="770206"/>
                </a:lnTo>
                <a:moveTo>
                  <a:pt x="1902144" y="655152"/>
                </a:moveTo>
                <a:lnTo>
                  <a:pt x="1989865" y="669517"/>
                </a:lnTo>
                <a:moveTo>
                  <a:pt x="1203830" y="643700"/>
                </a:moveTo>
                <a:lnTo>
                  <a:pt x="1252720" y="617952"/>
                </a:lnTo>
                <a:moveTo>
                  <a:pt x="1585546" y="627569"/>
                </a:moveTo>
                <a:lnTo>
                  <a:pt x="1532823" y="605758"/>
                </a:lnTo>
                <a:moveTo>
                  <a:pt x="1596381" y="912936"/>
                </a:moveTo>
                <a:lnTo>
                  <a:pt x="1611155" y="997610"/>
                </a:lnTo>
                <a:moveTo>
                  <a:pt x="1596381" y="912936"/>
                </a:moveTo>
                <a:lnTo>
                  <a:pt x="1612187" y="997452"/>
                </a:lnTo>
                <a:moveTo>
                  <a:pt x="1124961" y="604506"/>
                </a:moveTo>
                <a:lnTo>
                  <a:pt x="1203830" y="643700"/>
                </a:lnTo>
                <a:moveTo>
                  <a:pt x="1321652" y="713346"/>
                </a:moveTo>
                <a:lnTo>
                  <a:pt x="1469311" y="681212"/>
                </a:lnTo>
                <a:moveTo>
                  <a:pt x="547942" y="618581"/>
                </a:moveTo>
                <a:lnTo>
                  <a:pt x="606664" y="574813"/>
                </a:lnTo>
                <a:moveTo>
                  <a:pt x="1237736" y="777611"/>
                </a:moveTo>
                <a:lnTo>
                  <a:pt x="1246898" y="905655"/>
                </a:lnTo>
                <a:moveTo>
                  <a:pt x="360836" y="632428"/>
                </a:moveTo>
                <a:lnTo>
                  <a:pt x="433148" y="599364"/>
                </a:lnTo>
                <a:moveTo>
                  <a:pt x="930836" y="904168"/>
                </a:moveTo>
                <a:lnTo>
                  <a:pt x="974142" y="940186"/>
                </a:lnTo>
                <a:moveTo>
                  <a:pt x="1855142" y="665241"/>
                </a:moveTo>
                <a:lnTo>
                  <a:pt x="1902144" y="655152"/>
                </a:lnTo>
                <a:moveTo>
                  <a:pt x="1832286" y="1000230"/>
                </a:moveTo>
                <a:lnTo>
                  <a:pt x="1843830" y="1039460"/>
                </a:lnTo>
                <a:moveTo>
                  <a:pt x="469659" y="579845"/>
                </a:moveTo>
                <a:lnTo>
                  <a:pt x="547942" y="618581"/>
                </a:lnTo>
                <a:moveTo>
                  <a:pt x="1321652" y="713346"/>
                </a:moveTo>
                <a:lnTo>
                  <a:pt x="1419390" y="768143"/>
                </a:lnTo>
                <a:moveTo>
                  <a:pt x="1469311" y="681212"/>
                </a:moveTo>
                <a:lnTo>
                  <a:pt x="1439823" y="738509"/>
                </a:lnTo>
                <a:moveTo>
                  <a:pt x="1263263" y="679513"/>
                </a:moveTo>
                <a:lnTo>
                  <a:pt x="1321652" y="713346"/>
                </a:lnTo>
                <a:moveTo>
                  <a:pt x="526120" y="885931"/>
                </a:moveTo>
                <a:lnTo>
                  <a:pt x="504478" y="834816"/>
                </a:lnTo>
                <a:moveTo>
                  <a:pt x="1419390" y="768143"/>
                </a:moveTo>
                <a:lnTo>
                  <a:pt x="1469311" y="681212"/>
                </a:lnTo>
                <a:moveTo>
                  <a:pt x="903007" y="703664"/>
                </a:moveTo>
                <a:lnTo>
                  <a:pt x="977069" y="636458"/>
                </a:lnTo>
                <a:moveTo>
                  <a:pt x="1532823" y="605758"/>
                </a:moveTo>
                <a:lnTo>
                  <a:pt x="1551025" y="722630"/>
                </a:lnTo>
                <a:moveTo>
                  <a:pt x="1671693" y="566752"/>
                </a:moveTo>
                <a:lnTo>
                  <a:pt x="1752965" y="607825"/>
                </a:lnTo>
                <a:moveTo>
                  <a:pt x="1419390" y="768143"/>
                </a:moveTo>
                <a:lnTo>
                  <a:pt x="1439823" y="738509"/>
                </a:lnTo>
                <a:moveTo>
                  <a:pt x="403433" y="887062"/>
                </a:moveTo>
                <a:lnTo>
                  <a:pt x="428057" y="889805"/>
                </a:lnTo>
                <a:moveTo>
                  <a:pt x="1182294" y="861253"/>
                </a:moveTo>
                <a:lnTo>
                  <a:pt x="1246898" y="905655"/>
                </a:lnTo>
                <a:moveTo>
                  <a:pt x="1268873" y="797192"/>
                </a:moveTo>
                <a:lnTo>
                  <a:pt x="1339813" y="840122"/>
                </a:lnTo>
                <a:moveTo>
                  <a:pt x="1439823" y="738509"/>
                </a:moveTo>
                <a:lnTo>
                  <a:pt x="1423118" y="770206"/>
                </a:lnTo>
                <a:moveTo>
                  <a:pt x="1483482" y="661513"/>
                </a:moveTo>
                <a:lnTo>
                  <a:pt x="1494979" y="694237"/>
                </a:lnTo>
                <a:moveTo>
                  <a:pt x="2414435" y="637307"/>
                </a:moveTo>
                <a:lnTo>
                  <a:pt x="2412874" y="638363"/>
                </a:lnTo>
                <a:moveTo>
                  <a:pt x="606664" y="574813"/>
                </a:moveTo>
                <a:lnTo>
                  <a:pt x="663459" y="643719"/>
                </a:lnTo>
                <a:moveTo>
                  <a:pt x="1419390" y="768143"/>
                </a:moveTo>
                <a:lnTo>
                  <a:pt x="1423118" y="770206"/>
                </a:lnTo>
                <a:moveTo>
                  <a:pt x="1392356" y="871265"/>
                </a:moveTo>
                <a:lnTo>
                  <a:pt x="1514612" y="819271"/>
                </a:lnTo>
                <a:moveTo>
                  <a:pt x="181081" y="877133"/>
                </a:moveTo>
                <a:lnTo>
                  <a:pt x="272442" y="926093"/>
                </a:lnTo>
                <a:moveTo>
                  <a:pt x="180862" y="875227"/>
                </a:moveTo>
                <a:lnTo>
                  <a:pt x="272442" y="926093"/>
                </a:lnTo>
                <a:moveTo>
                  <a:pt x="663459" y="643719"/>
                </a:moveTo>
                <a:lnTo>
                  <a:pt x="721867" y="606982"/>
                </a:lnTo>
                <a:moveTo>
                  <a:pt x="1475664" y="956764"/>
                </a:moveTo>
                <a:lnTo>
                  <a:pt x="1536143" y="948179"/>
                </a:lnTo>
                <a:moveTo>
                  <a:pt x="2012482" y="983863"/>
                </a:moveTo>
                <a:lnTo>
                  <a:pt x="2010665" y="992112"/>
                </a:lnTo>
                <a:moveTo>
                  <a:pt x="2091789" y="940297"/>
                </a:moveTo>
                <a:lnTo>
                  <a:pt x="2089181" y="923676"/>
                </a:lnTo>
                <a:moveTo>
                  <a:pt x="663459" y="643719"/>
                </a:moveTo>
                <a:lnTo>
                  <a:pt x="788327" y="644507"/>
                </a:lnTo>
                <a:moveTo>
                  <a:pt x="272442" y="926093"/>
                </a:moveTo>
                <a:lnTo>
                  <a:pt x="403433" y="887062"/>
                </a:lnTo>
                <a:moveTo>
                  <a:pt x="1469311" y="681212"/>
                </a:moveTo>
                <a:lnTo>
                  <a:pt x="1494979" y="694237"/>
                </a:lnTo>
                <a:moveTo>
                  <a:pt x="2153854" y="603626"/>
                </a:moveTo>
                <a:lnTo>
                  <a:pt x="2218549" y="529096"/>
                </a:lnTo>
                <a:moveTo>
                  <a:pt x="2322240" y="470949"/>
                </a:moveTo>
                <a:lnTo>
                  <a:pt x="2366459" y="455886"/>
                </a:lnTo>
                <a:moveTo>
                  <a:pt x="1268873" y="797192"/>
                </a:moveTo>
                <a:lnTo>
                  <a:pt x="1321652" y="713346"/>
                </a:lnTo>
                <a:moveTo>
                  <a:pt x="1989865" y="669517"/>
                </a:moveTo>
                <a:lnTo>
                  <a:pt x="2024662" y="650197"/>
                </a:lnTo>
                <a:moveTo>
                  <a:pt x="1439823" y="738509"/>
                </a:moveTo>
                <a:lnTo>
                  <a:pt x="1494979" y="694237"/>
                </a:lnTo>
                <a:moveTo>
                  <a:pt x="822290" y="663026"/>
                </a:moveTo>
                <a:lnTo>
                  <a:pt x="903007" y="703664"/>
                </a:lnTo>
                <a:moveTo>
                  <a:pt x="2024662" y="650197"/>
                </a:moveTo>
                <a:lnTo>
                  <a:pt x="2153854" y="603626"/>
                </a:lnTo>
                <a:moveTo>
                  <a:pt x="708989" y="844885"/>
                </a:moveTo>
                <a:lnTo>
                  <a:pt x="728731" y="840097"/>
                </a:lnTo>
                <a:moveTo>
                  <a:pt x="2115144" y="926220"/>
                </a:moveTo>
                <a:lnTo>
                  <a:pt x="2191172" y="862528"/>
                </a:lnTo>
                <a:moveTo>
                  <a:pt x="403433" y="887062"/>
                </a:moveTo>
                <a:lnTo>
                  <a:pt x="417723" y="892099"/>
                </a:lnTo>
                <a:moveTo>
                  <a:pt x="1607852" y="611243"/>
                </a:moveTo>
                <a:lnTo>
                  <a:pt x="1671693" y="566752"/>
                </a:lnTo>
                <a:moveTo>
                  <a:pt x="2218549" y="529096"/>
                </a:moveTo>
                <a:lnTo>
                  <a:pt x="2341844" y="477914"/>
                </a:lnTo>
                <a:moveTo>
                  <a:pt x="1485150" y="921345"/>
                </a:moveTo>
                <a:lnTo>
                  <a:pt x="1536143" y="948179"/>
                </a:lnTo>
                <a:moveTo>
                  <a:pt x="1770652" y="605590"/>
                </a:moveTo>
                <a:lnTo>
                  <a:pt x="1790075" y="629154"/>
                </a:lnTo>
                <a:moveTo>
                  <a:pt x="2414435" y="637307"/>
                </a:moveTo>
                <a:lnTo>
                  <a:pt x="2457492" y="545861"/>
                </a:lnTo>
                <a:moveTo>
                  <a:pt x="977069" y="636458"/>
                </a:moveTo>
                <a:lnTo>
                  <a:pt x="1040042" y="663224"/>
                </a:lnTo>
                <a:moveTo>
                  <a:pt x="1601979" y="635510"/>
                </a:moveTo>
                <a:lnTo>
                  <a:pt x="1671693" y="566752"/>
                </a:lnTo>
                <a:moveTo>
                  <a:pt x="1752965" y="607825"/>
                </a:moveTo>
                <a:lnTo>
                  <a:pt x="1770652" y="605590"/>
                </a:lnTo>
                <a:moveTo>
                  <a:pt x="1203830" y="643700"/>
                </a:moveTo>
                <a:lnTo>
                  <a:pt x="1263263" y="679513"/>
                </a:lnTo>
                <a:moveTo>
                  <a:pt x="2115144" y="926220"/>
                </a:moveTo>
                <a:lnTo>
                  <a:pt x="2194563" y="863201"/>
                </a:lnTo>
                <a:moveTo>
                  <a:pt x="736480" y="840320"/>
                </a:moveTo>
                <a:lnTo>
                  <a:pt x="728731" y="840097"/>
                </a:lnTo>
                <a:moveTo>
                  <a:pt x="1727731" y="940954"/>
                </a:moveTo>
                <a:lnTo>
                  <a:pt x="1720852" y="974882"/>
                </a:lnTo>
                <a:moveTo>
                  <a:pt x="1720852" y="974882"/>
                </a:moveTo>
                <a:lnTo>
                  <a:pt x="1832286" y="1000230"/>
                </a:lnTo>
                <a:moveTo>
                  <a:pt x="849563" y="878429"/>
                </a:moveTo>
                <a:lnTo>
                  <a:pt x="930836" y="904168"/>
                </a:lnTo>
                <a:moveTo>
                  <a:pt x="1237736" y="777611"/>
                </a:moveTo>
                <a:lnTo>
                  <a:pt x="1321652" y="713346"/>
                </a:lnTo>
                <a:moveTo>
                  <a:pt x="1485150" y="921345"/>
                </a:moveTo>
                <a:lnTo>
                  <a:pt x="1514612" y="819271"/>
                </a:lnTo>
                <a:moveTo>
                  <a:pt x="2322240" y="470949"/>
                </a:moveTo>
                <a:lnTo>
                  <a:pt x="2341844" y="477914"/>
                </a:lnTo>
                <a:moveTo>
                  <a:pt x="1423118" y="770206"/>
                </a:moveTo>
                <a:lnTo>
                  <a:pt x="1514612" y="819271"/>
                </a:lnTo>
                <a:moveTo>
                  <a:pt x="417723" y="892099"/>
                </a:moveTo>
                <a:lnTo>
                  <a:pt x="428057" y="889805"/>
                </a:lnTo>
                <a:moveTo>
                  <a:pt x="663459" y="643719"/>
                </a:moveTo>
                <a:lnTo>
                  <a:pt x="802320" y="680286"/>
                </a:lnTo>
                <a:moveTo>
                  <a:pt x="1064089" y="950625"/>
                </a:moveTo>
                <a:lnTo>
                  <a:pt x="1101566" y="932675"/>
                </a:lnTo>
                <a:moveTo>
                  <a:pt x="823069" y="771730"/>
                </a:moveTo>
                <a:lnTo>
                  <a:pt x="822290" y="663026"/>
                </a:lnTo>
                <a:moveTo>
                  <a:pt x="1483482" y="661513"/>
                </a:moveTo>
                <a:lnTo>
                  <a:pt x="1551025" y="722630"/>
                </a:lnTo>
                <a:moveTo>
                  <a:pt x="1237736" y="777611"/>
                </a:moveTo>
                <a:lnTo>
                  <a:pt x="1263263" y="679513"/>
                </a:lnTo>
                <a:moveTo>
                  <a:pt x="2354658" y="715682"/>
                </a:moveTo>
                <a:lnTo>
                  <a:pt x="2412874" y="638363"/>
                </a:lnTo>
                <a:moveTo>
                  <a:pt x="823069" y="771730"/>
                </a:moveTo>
                <a:lnTo>
                  <a:pt x="849563" y="878429"/>
                </a:lnTo>
                <a:moveTo>
                  <a:pt x="822290" y="663026"/>
                </a:moveTo>
                <a:lnTo>
                  <a:pt x="847044" y="785021"/>
                </a:lnTo>
                <a:moveTo>
                  <a:pt x="1720852" y="974882"/>
                </a:moveTo>
                <a:lnTo>
                  <a:pt x="1770142" y="964005"/>
                </a:lnTo>
                <a:moveTo>
                  <a:pt x="272442" y="926093"/>
                </a:moveTo>
                <a:lnTo>
                  <a:pt x="417723" y="892099"/>
                </a:lnTo>
                <a:moveTo>
                  <a:pt x="2354658" y="715682"/>
                </a:moveTo>
                <a:lnTo>
                  <a:pt x="2353890" y="720293"/>
                </a:lnTo>
                <a:moveTo>
                  <a:pt x="849563" y="878429"/>
                </a:moveTo>
                <a:lnTo>
                  <a:pt x="847044" y="785021"/>
                </a:lnTo>
                <a:moveTo>
                  <a:pt x="1154451" y="678868"/>
                </a:moveTo>
                <a:lnTo>
                  <a:pt x="1124961" y="604506"/>
                </a:lnTo>
                <a:moveTo>
                  <a:pt x="1671693" y="566752"/>
                </a:moveTo>
                <a:lnTo>
                  <a:pt x="1689521" y="683332"/>
                </a:lnTo>
                <a:moveTo>
                  <a:pt x="244649" y="931802"/>
                </a:moveTo>
                <a:lnTo>
                  <a:pt x="181081" y="877133"/>
                </a:lnTo>
                <a:moveTo>
                  <a:pt x="1485150" y="921345"/>
                </a:moveTo>
                <a:lnTo>
                  <a:pt x="1612429" y="873277"/>
                </a:lnTo>
                <a:moveTo>
                  <a:pt x="180025" y="876703"/>
                </a:moveTo>
                <a:lnTo>
                  <a:pt x="244649" y="931802"/>
                </a:lnTo>
                <a:moveTo>
                  <a:pt x="1439823" y="738509"/>
                </a:moveTo>
                <a:lnTo>
                  <a:pt x="1551025" y="722630"/>
                </a:lnTo>
                <a:moveTo>
                  <a:pt x="1596381" y="912936"/>
                </a:moveTo>
                <a:lnTo>
                  <a:pt x="1720852" y="974882"/>
                </a:lnTo>
                <a:moveTo>
                  <a:pt x="495411" y="658626"/>
                </a:moveTo>
                <a:lnTo>
                  <a:pt x="469659" y="579845"/>
                </a:lnTo>
                <a:moveTo>
                  <a:pt x="823069" y="771730"/>
                </a:moveTo>
                <a:lnTo>
                  <a:pt x="728731" y="840097"/>
                </a:lnTo>
                <a:moveTo>
                  <a:pt x="1237736" y="777611"/>
                </a:moveTo>
                <a:lnTo>
                  <a:pt x="1268873" y="797192"/>
                </a:lnTo>
                <a:moveTo>
                  <a:pt x="1423118" y="770206"/>
                </a:moveTo>
                <a:lnTo>
                  <a:pt x="1551025" y="722630"/>
                </a:lnTo>
                <a:moveTo>
                  <a:pt x="1752965" y="607825"/>
                </a:moveTo>
                <a:lnTo>
                  <a:pt x="1790075" y="629154"/>
                </a:lnTo>
                <a:moveTo>
                  <a:pt x="2341844" y="477914"/>
                </a:moveTo>
                <a:lnTo>
                  <a:pt x="2366459" y="455886"/>
                </a:lnTo>
                <a:moveTo>
                  <a:pt x="744400" y="727239"/>
                </a:moveTo>
                <a:lnTo>
                  <a:pt x="802320" y="680286"/>
                </a:lnTo>
                <a:moveTo>
                  <a:pt x="1727731" y="940954"/>
                </a:moveTo>
                <a:lnTo>
                  <a:pt x="1770142" y="964005"/>
                </a:lnTo>
                <a:moveTo>
                  <a:pt x="1770142" y="964005"/>
                </a:moveTo>
                <a:lnTo>
                  <a:pt x="1832286" y="1000230"/>
                </a:lnTo>
                <a:moveTo>
                  <a:pt x="1790075" y="629154"/>
                </a:moveTo>
                <a:lnTo>
                  <a:pt x="1855142" y="665241"/>
                </a:lnTo>
                <a:moveTo>
                  <a:pt x="802320" y="680286"/>
                </a:moveTo>
                <a:lnTo>
                  <a:pt x="823069" y="771730"/>
                </a:lnTo>
                <a:moveTo>
                  <a:pt x="708989" y="844885"/>
                </a:moveTo>
                <a:lnTo>
                  <a:pt x="736480" y="840320"/>
                </a:lnTo>
                <a:moveTo>
                  <a:pt x="930836" y="904168"/>
                </a:moveTo>
                <a:lnTo>
                  <a:pt x="1064089" y="950625"/>
                </a:lnTo>
                <a:moveTo>
                  <a:pt x="2354658" y="715682"/>
                </a:moveTo>
                <a:lnTo>
                  <a:pt x="2414435" y="637307"/>
                </a:lnTo>
                <a:moveTo>
                  <a:pt x="1855142" y="665241"/>
                </a:moveTo>
                <a:lnTo>
                  <a:pt x="1989865" y="669517"/>
                </a:lnTo>
                <a:moveTo>
                  <a:pt x="670395" y="684769"/>
                </a:moveTo>
                <a:lnTo>
                  <a:pt x="802320" y="680286"/>
                </a:lnTo>
                <a:moveTo>
                  <a:pt x="1494979" y="694237"/>
                </a:moveTo>
                <a:lnTo>
                  <a:pt x="1551025" y="722630"/>
                </a:lnTo>
                <a:moveTo>
                  <a:pt x="1536143" y="948179"/>
                </a:moveTo>
                <a:lnTo>
                  <a:pt x="1596381" y="912936"/>
                </a:lnTo>
                <a:moveTo>
                  <a:pt x="547942" y="618581"/>
                </a:moveTo>
                <a:lnTo>
                  <a:pt x="663459" y="643719"/>
                </a:lnTo>
                <a:moveTo>
                  <a:pt x="1596381" y="912936"/>
                </a:moveTo>
                <a:lnTo>
                  <a:pt x="1727731" y="940954"/>
                </a:lnTo>
                <a:moveTo>
                  <a:pt x="1101566" y="932675"/>
                </a:moveTo>
                <a:lnTo>
                  <a:pt x="1182294" y="861253"/>
                </a:lnTo>
                <a:moveTo>
                  <a:pt x="1536143" y="948179"/>
                </a:moveTo>
                <a:lnTo>
                  <a:pt x="1612429" y="873277"/>
                </a:lnTo>
                <a:moveTo>
                  <a:pt x="2024662" y="650197"/>
                </a:moveTo>
                <a:lnTo>
                  <a:pt x="2085546" y="675330"/>
                </a:lnTo>
                <a:moveTo>
                  <a:pt x="360836" y="632428"/>
                </a:moveTo>
                <a:lnTo>
                  <a:pt x="373666" y="629907"/>
                </a:lnTo>
                <a:moveTo>
                  <a:pt x="180025" y="876703"/>
                </a:moveTo>
                <a:lnTo>
                  <a:pt x="244817" y="904496"/>
                </a:lnTo>
                <a:moveTo>
                  <a:pt x="180076" y="876347"/>
                </a:moveTo>
                <a:lnTo>
                  <a:pt x="244817" y="904496"/>
                </a:lnTo>
                <a:moveTo>
                  <a:pt x="1040042" y="663224"/>
                </a:moveTo>
                <a:lnTo>
                  <a:pt x="1086819" y="629073"/>
                </a:lnTo>
                <a:moveTo>
                  <a:pt x="1629434" y="882827"/>
                </a:moveTo>
                <a:lnTo>
                  <a:pt x="1727731" y="940954"/>
                </a:lnTo>
                <a:moveTo>
                  <a:pt x="1727731" y="940954"/>
                </a:moveTo>
                <a:lnTo>
                  <a:pt x="1759308" y="840533"/>
                </a:lnTo>
                <a:moveTo>
                  <a:pt x="2078520" y="682235"/>
                </a:moveTo>
                <a:lnTo>
                  <a:pt x="2024662" y="650197"/>
                </a:lnTo>
                <a:moveTo>
                  <a:pt x="2218549" y="529096"/>
                </a:moveTo>
                <a:lnTo>
                  <a:pt x="2273371" y="549490"/>
                </a:lnTo>
                <a:moveTo>
                  <a:pt x="244649" y="931802"/>
                </a:moveTo>
                <a:lnTo>
                  <a:pt x="272442" y="926093"/>
                </a:lnTo>
                <a:moveTo>
                  <a:pt x="1182294" y="861253"/>
                </a:moveTo>
                <a:lnTo>
                  <a:pt x="1237736" y="777611"/>
                </a:lnTo>
                <a:moveTo>
                  <a:pt x="1514612" y="819271"/>
                </a:moveTo>
                <a:lnTo>
                  <a:pt x="1612429" y="873277"/>
                </a:lnTo>
                <a:moveTo>
                  <a:pt x="428057" y="889805"/>
                </a:moveTo>
                <a:lnTo>
                  <a:pt x="526120" y="885931"/>
                </a:lnTo>
                <a:moveTo>
                  <a:pt x="1514612" y="819271"/>
                </a:moveTo>
                <a:lnTo>
                  <a:pt x="1551025" y="722630"/>
                </a:lnTo>
                <a:moveTo>
                  <a:pt x="849563" y="878429"/>
                </a:moveTo>
                <a:lnTo>
                  <a:pt x="935349" y="831591"/>
                </a:lnTo>
                <a:moveTo>
                  <a:pt x="1585546" y="627569"/>
                </a:moveTo>
                <a:lnTo>
                  <a:pt x="1607852" y="611243"/>
                </a:lnTo>
                <a:moveTo>
                  <a:pt x="2212506" y="859655"/>
                </a:moveTo>
                <a:lnTo>
                  <a:pt x="2202212" y="857947"/>
                </a:lnTo>
                <a:moveTo>
                  <a:pt x="2287514" y="788297"/>
                </a:moveTo>
                <a:lnTo>
                  <a:pt x="2281739" y="795860"/>
                </a:lnTo>
                <a:moveTo>
                  <a:pt x="1585546" y="627569"/>
                </a:moveTo>
                <a:lnTo>
                  <a:pt x="1551025" y="722630"/>
                </a:lnTo>
                <a:moveTo>
                  <a:pt x="1585546" y="627569"/>
                </a:moveTo>
                <a:lnTo>
                  <a:pt x="1586908" y="648180"/>
                </a:lnTo>
                <a:moveTo>
                  <a:pt x="1086819" y="629073"/>
                </a:moveTo>
                <a:lnTo>
                  <a:pt x="1154451" y="678868"/>
                </a:lnTo>
                <a:moveTo>
                  <a:pt x="2470628" y="441245"/>
                </a:moveTo>
                <a:lnTo>
                  <a:pt x="2457492" y="545861"/>
                </a:lnTo>
                <a:moveTo>
                  <a:pt x="1585546" y="627569"/>
                </a:moveTo>
                <a:lnTo>
                  <a:pt x="1594016" y="631133"/>
                </a:lnTo>
                <a:moveTo>
                  <a:pt x="547942" y="618581"/>
                </a:moveTo>
                <a:lnTo>
                  <a:pt x="637869" y="666420"/>
                </a:lnTo>
                <a:moveTo>
                  <a:pt x="1773877" y="731761"/>
                </a:moveTo>
                <a:lnTo>
                  <a:pt x="1790075" y="629154"/>
                </a:lnTo>
                <a:moveTo>
                  <a:pt x="1827962" y="955051"/>
                </a:moveTo>
                <a:lnTo>
                  <a:pt x="1832286" y="1000230"/>
                </a:lnTo>
                <a:moveTo>
                  <a:pt x="1612429" y="873277"/>
                </a:moveTo>
                <a:lnTo>
                  <a:pt x="1596381" y="912936"/>
                </a:lnTo>
                <a:moveTo>
                  <a:pt x="1596381" y="912936"/>
                </a:moveTo>
                <a:lnTo>
                  <a:pt x="1629434" y="882827"/>
                </a:lnTo>
                <a:moveTo>
                  <a:pt x="2366459" y="455886"/>
                </a:moveTo>
                <a:lnTo>
                  <a:pt x="2470628" y="441245"/>
                </a:lnTo>
                <a:moveTo>
                  <a:pt x="1752965" y="607825"/>
                </a:moveTo>
                <a:lnTo>
                  <a:pt x="1773877" y="731761"/>
                </a:lnTo>
                <a:moveTo>
                  <a:pt x="903007" y="703664"/>
                </a:moveTo>
                <a:lnTo>
                  <a:pt x="1040042" y="663224"/>
                </a:lnTo>
                <a:moveTo>
                  <a:pt x="2212506" y="859655"/>
                </a:moveTo>
                <a:lnTo>
                  <a:pt x="2194563" y="863201"/>
                </a:lnTo>
                <a:moveTo>
                  <a:pt x="1514612" y="819271"/>
                </a:moveTo>
                <a:lnTo>
                  <a:pt x="1649630" y="777254"/>
                </a:lnTo>
                <a:moveTo>
                  <a:pt x="1594016" y="631133"/>
                </a:moveTo>
                <a:lnTo>
                  <a:pt x="1607852" y="611243"/>
                </a:lnTo>
                <a:moveTo>
                  <a:pt x="2287514" y="788297"/>
                </a:moveTo>
                <a:lnTo>
                  <a:pt x="2353890" y="720293"/>
                </a:lnTo>
                <a:moveTo>
                  <a:pt x="736480" y="840320"/>
                </a:moveTo>
                <a:lnTo>
                  <a:pt x="823069" y="771730"/>
                </a:lnTo>
                <a:moveTo>
                  <a:pt x="847044" y="785021"/>
                </a:moveTo>
                <a:lnTo>
                  <a:pt x="903007" y="703664"/>
                </a:lnTo>
                <a:moveTo>
                  <a:pt x="417723" y="892099"/>
                </a:moveTo>
                <a:lnTo>
                  <a:pt x="526120" y="885931"/>
                </a:lnTo>
                <a:moveTo>
                  <a:pt x="433148" y="599364"/>
                </a:moveTo>
                <a:lnTo>
                  <a:pt x="495411" y="658626"/>
                </a:lnTo>
                <a:moveTo>
                  <a:pt x="1612429" y="873277"/>
                </a:moveTo>
                <a:lnTo>
                  <a:pt x="1629434" y="882827"/>
                </a:lnTo>
                <a:moveTo>
                  <a:pt x="1607852" y="611243"/>
                </a:moveTo>
                <a:lnTo>
                  <a:pt x="1601979" y="635510"/>
                </a:lnTo>
                <a:moveTo>
                  <a:pt x="1797356" y="745171"/>
                </a:moveTo>
                <a:lnTo>
                  <a:pt x="1855142" y="665241"/>
                </a:lnTo>
                <a:moveTo>
                  <a:pt x="1773877" y="731761"/>
                </a:moveTo>
                <a:lnTo>
                  <a:pt x="1855142" y="665241"/>
                </a:lnTo>
                <a:moveTo>
                  <a:pt x="1586908" y="648180"/>
                </a:moveTo>
                <a:lnTo>
                  <a:pt x="1551025" y="722630"/>
                </a:lnTo>
                <a:moveTo>
                  <a:pt x="637869" y="666420"/>
                </a:moveTo>
                <a:lnTo>
                  <a:pt x="663459" y="643719"/>
                </a:lnTo>
                <a:moveTo>
                  <a:pt x="1689521" y="683332"/>
                </a:moveTo>
                <a:lnTo>
                  <a:pt x="1752965" y="607825"/>
                </a:lnTo>
                <a:moveTo>
                  <a:pt x="373666" y="629907"/>
                </a:moveTo>
                <a:lnTo>
                  <a:pt x="433148" y="599364"/>
                </a:lnTo>
                <a:moveTo>
                  <a:pt x="1629434" y="882827"/>
                </a:moveTo>
                <a:lnTo>
                  <a:pt x="1759308" y="840533"/>
                </a:lnTo>
                <a:moveTo>
                  <a:pt x="663459" y="643719"/>
                </a:moveTo>
                <a:lnTo>
                  <a:pt x="670395" y="684769"/>
                </a:lnTo>
                <a:moveTo>
                  <a:pt x="526120" y="885931"/>
                </a:moveTo>
                <a:lnTo>
                  <a:pt x="564235" y="859068"/>
                </a:lnTo>
                <a:moveTo>
                  <a:pt x="1770142" y="964005"/>
                </a:moveTo>
                <a:lnTo>
                  <a:pt x="1827962" y="955051"/>
                </a:lnTo>
                <a:moveTo>
                  <a:pt x="1594016" y="631133"/>
                </a:moveTo>
                <a:lnTo>
                  <a:pt x="1586908" y="648180"/>
                </a:lnTo>
                <a:moveTo>
                  <a:pt x="1586908" y="648180"/>
                </a:moveTo>
                <a:lnTo>
                  <a:pt x="1601979" y="635510"/>
                </a:lnTo>
                <a:moveTo>
                  <a:pt x="1043128" y="893387"/>
                </a:moveTo>
                <a:lnTo>
                  <a:pt x="1064089" y="950625"/>
                </a:lnTo>
                <a:moveTo>
                  <a:pt x="315234" y="709332"/>
                </a:moveTo>
                <a:lnTo>
                  <a:pt x="360836" y="632428"/>
                </a:lnTo>
                <a:moveTo>
                  <a:pt x="1594016" y="631133"/>
                </a:moveTo>
                <a:lnTo>
                  <a:pt x="1601979" y="635510"/>
                </a:lnTo>
                <a:moveTo>
                  <a:pt x="1154451" y="678868"/>
                </a:moveTo>
                <a:lnTo>
                  <a:pt x="1203830" y="643700"/>
                </a:lnTo>
                <a:moveTo>
                  <a:pt x="2212506" y="859655"/>
                </a:moveTo>
                <a:lnTo>
                  <a:pt x="2281739" y="795860"/>
                </a:lnTo>
                <a:moveTo>
                  <a:pt x="1629434" y="882827"/>
                </a:moveTo>
                <a:lnTo>
                  <a:pt x="1704379" y="808610"/>
                </a:lnTo>
                <a:moveTo>
                  <a:pt x="1158957" y="726359"/>
                </a:moveTo>
                <a:lnTo>
                  <a:pt x="1263263" y="679513"/>
                </a:lnTo>
                <a:moveTo>
                  <a:pt x="180076" y="876347"/>
                </a:moveTo>
                <a:lnTo>
                  <a:pt x="271305" y="800096"/>
                </a:lnTo>
                <a:moveTo>
                  <a:pt x="1937703" y="707321"/>
                </a:moveTo>
                <a:lnTo>
                  <a:pt x="1989865" y="669517"/>
                </a:lnTo>
                <a:moveTo>
                  <a:pt x="1612429" y="873277"/>
                </a:moveTo>
                <a:lnTo>
                  <a:pt x="1649630" y="777254"/>
                </a:lnTo>
                <a:moveTo>
                  <a:pt x="1704379" y="808610"/>
                </a:moveTo>
                <a:lnTo>
                  <a:pt x="1759308" y="840533"/>
                </a:lnTo>
                <a:moveTo>
                  <a:pt x="495411" y="658626"/>
                </a:moveTo>
                <a:lnTo>
                  <a:pt x="547942" y="618581"/>
                </a:lnTo>
                <a:moveTo>
                  <a:pt x="1649630" y="777254"/>
                </a:moveTo>
                <a:lnTo>
                  <a:pt x="1629434" y="882827"/>
                </a:lnTo>
                <a:moveTo>
                  <a:pt x="1551025" y="722630"/>
                </a:moveTo>
                <a:lnTo>
                  <a:pt x="1649630" y="777254"/>
                </a:lnTo>
                <a:moveTo>
                  <a:pt x="245946" y="797776"/>
                </a:moveTo>
                <a:lnTo>
                  <a:pt x="271305" y="800096"/>
                </a:lnTo>
                <a:moveTo>
                  <a:pt x="2085546" y="675330"/>
                </a:moveTo>
                <a:lnTo>
                  <a:pt x="2153854" y="603626"/>
                </a:lnTo>
                <a:moveTo>
                  <a:pt x="310065" y="718327"/>
                </a:moveTo>
                <a:lnTo>
                  <a:pt x="315234" y="709332"/>
                </a:lnTo>
                <a:moveTo>
                  <a:pt x="271305" y="800096"/>
                </a:moveTo>
                <a:lnTo>
                  <a:pt x="310065" y="718327"/>
                </a:lnTo>
                <a:moveTo>
                  <a:pt x="2254561" y="822301"/>
                </a:moveTo>
                <a:lnTo>
                  <a:pt x="2281739" y="795860"/>
                </a:lnTo>
                <a:moveTo>
                  <a:pt x="2341844" y="477914"/>
                </a:moveTo>
                <a:lnTo>
                  <a:pt x="2470628" y="441245"/>
                </a:lnTo>
                <a:moveTo>
                  <a:pt x="1727731" y="940954"/>
                </a:moveTo>
                <a:lnTo>
                  <a:pt x="1846238" y="886029"/>
                </a:lnTo>
                <a:moveTo>
                  <a:pt x="744400" y="727239"/>
                </a:moveTo>
                <a:lnTo>
                  <a:pt x="823069" y="771730"/>
                </a:lnTo>
                <a:moveTo>
                  <a:pt x="1759308" y="840533"/>
                </a:moveTo>
                <a:lnTo>
                  <a:pt x="1797356" y="745171"/>
                </a:lnTo>
                <a:moveTo>
                  <a:pt x="1855142" y="665241"/>
                </a:moveTo>
                <a:lnTo>
                  <a:pt x="1937703" y="707321"/>
                </a:lnTo>
                <a:moveTo>
                  <a:pt x="1989865" y="669517"/>
                </a:moveTo>
                <a:lnTo>
                  <a:pt x="2078520" y="682235"/>
                </a:lnTo>
                <a:moveTo>
                  <a:pt x="1043128" y="893387"/>
                </a:moveTo>
                <a:lnTo>
                  <a:pt x="1101566" y="932675"/>
                </a:lnTo>
                <a:moveTo>
                  <a:pt x="670395" y="684769"/>
                </a:moveTo>
                <a:lnTo>
                  <a:pt x="744400" y="727239"/>
                </a:lnTo>
                <a:moveTo>
                  <a:pt x="823069" y="771730"/>
                </a:moveTo>
                <a:lnTo>
                  <a:pt x="847044" y="785021"/>
                </a:lnTo>
                <a:moveTo>
                  <a:pt x="1551025" y="722630"/>
                </a:moveTo>
                <a:lnTo>
                  <a:pt x="1689521" y="683332"/>
                </a:lnTo>
                <a:moveTo>
                  <a:pt x="1586908" y="648180"/>
                </a:moveTo>
                <a:lnTo>
                  <a:pt x="1689521" y="683332"/>
                </a:lnTo>
                <a:moveTo>
                  <a:pt x="1649630" y="777254"/>
                </a:moveTo>
                <a:lnTo>
                  <a:pt x="1704379" y="808610"/>
                </a:lnTo>
                <a:moveTo>
                  <a:pt x="2153854" y="603626"/>
                </a:moveTo>
                <a:lnTo>
                  <a:pt x="2273371" y="549490"/>
                </a:lnTo>
                <a:moveTo>
                  <a:pt x="1704379" y="808610"/>
                </a:moveTo>
                <a:lnTo>
                  <a:pt x="1797356" y="745171"/>
                </a:lnTo>
                <a:moveTo>
                  <a:pt x="637869" y="666420"/>
                </a:moveTo>
                <a:lnTo>
                  <a:pt x="670395" y="684769"/>
                </a:lnTo>
                <a:moveTo>
                  <a:pt x="1601979" y="635510"/>
                </a:moveTo>
                <a:lnTo>
                  <a:pt x="1689521" y="683332"/>
                </a:lnTo>
                <a:moveTo>
                  <a:pt x="1704379" y="808610"/>
                </a:moveTo>
                <a:lnTo>
                  <a:pt x="1773877" y="731761"/>
                </a:lnTo>
                <a:moveTo>
                  <a:pt x="1770142" y="964005"/>
                </a:moveTo>
                <a:lnTo>
                  <a:pt x="1846238" y="886029"/>
                </a:lnTo>
                <a:moveTo>
                  <a:pt x="1773877" y="731761"/>
                </a:moveTo>
                <a:lnTo>
                  <a:pt x="1797356" y="745171"/>
                </a:lnTo>
                <a:moveTo>
                  <a:pt x="272442" y="926093"/>
                </a:moveTo>
                <a:lnTo>
                  <a:pt x="335255" y="952734"/>
                </a:lnTo>
                <a:moveTo>
                  <a:pt x="1158957" y="726359"/>
                </a:moveTo>
                <a:lnTo>
                  <a:pt x="1203830" y="643700"/>
                </a:lnTo>
                <a:moveTo>
                  <a:pt x="1689521" y="683332"/>
                </a:moveTo>
                <a:lnTo>
                  <a:pt x="1704379" y="808610"/>
                </a:lnTo>
                <a:moveTo>
                  <a:pt x="1041368" y="878302"/>
                </a:moveTo>
                <a:lnTo>
                  <a:pt x="1101566" y="932675"/>
                </a:lnTo>
                <a:moveTo>
                  <a:pt x="2464344" y="539620"/>
                </a:moveTo>
                <a:lnTo>
                  <a:pt x="2414435" y="637307"/>
                </a:lnTo>
                <a:moveTo>
                  <a:pt x="2273371" y="549490"/>
                </a:moveTo>
                <a:lnTo>
                  <a:pt x="2341844" y="477914"/>
                </a:lnTo>
                <a:moveTo>
                  <a:pt x="1649630" y="777254"/>
                </a:moveTo>
                <a:lnTo>
                  <a:pt x="1689521" y="683332"/>
                </a:lnTo>
                <a:moveTo>
                  <a:pt x="2464344" y="539620"/>
                </a:moveTo>
                <a:lnTo>
                  <a:pt x="2457492" y="545861"/>
                </a:lnTo>
                <a:moveTo>
                  <a:pt x="2012482" y="983863"/>
                </a:moveTo>
                <a:lnTo>
                  <a:pt x="2091789" y="940297"/>
                </a:lnTo>
                <a:moveTo>
                  <a:pt x="1689521" y="683332"/>
                </a:moveTo>
                <a:lnTo>
                  <a:pt x="1773877" y="731761"/>
                </a:lnTo>
                <a:moveTo>
                  <a:pt x="335255" y="952734"/>
                </a:moveTo>
                <a:lnTo>
                  <a:pt x="417723" y="892099"/>
                </a:lnTo>
                <a:moveTo>
                  <a:pt x="2091789" y="940297"/>
                </a:moveTo>
                <a:lnTo>
                  <a:pt x="2115144" y="926220"/>
                </a:lnTo>
                <a:moveTo>
                  <a:pt x="1040042" y="663224"/>
                </a:moveTo>
                <a:lnTo>
                  <a:pt x="1154451" y="678868"/>
                </a:lnTo>
                <a:moveTo>
                  <a:pt x="903007" y="703664"/>
                </a:moveTo>
                <a:lnTo>
                  <a:pt x="976513" y="738666"/>
                </a:lnTo>
                <a:moveTo>
                  <a:pt x="244817" y="904496"/>
                </a:moveTo>
                <a:lnTo>
                  <a:pt x="244649" y="931802"/>
                </a:lnTo>
                <a:moveTo>
                  <a:pt x="930836" y="904168"/>
                </a:moveTo>
                <a:lnTo>
                  <a:pt x="1043128" y="893387"/>
                </a:lnTo>
                <a:moveTo>
                  <a:pt x="1158957" y="726359"/>
                </a:moveTo>
                <a:lnTo>
                  <a:pt x="1237736" y="777611"/>
                </a:lnTo>
                <a:moveTo>
                  <a:pt x="1759308" y="840533"/>
                </a:moveTo>
                <a:lnTo>
                  <a:pt x="1846238" y="886029"/>
                </a:lnTo>
                <a:moveTo>
                  <a:pt x="321175" y="965910"/>
                </a:moveTo>
                <a:lnTo>
                  <a:pt x="272442" y="926093"/>
                </a:lnTo>
                <a:moveTo>
                  <a:pt x="2416626" y="626994"/>
                </a:moveTo>
                <a:lnTo>
                  <a:pt x="2414435" y="637307"/>
                </a:lnTo>
                <a:moveTo>
                  <a:pt x="935349" y="831591"/>
                </a:moveTo>
                <a:lnTo>
                  <a:pt x="930836" y="904168"/>
                </a:lnTo>
                <a:moveTo>
                  <a:pt x="1797356" y="745171"/>
                </a:moveTo>
                <a:lnTo>
                  <a:pt x="1937703" y="707321"/>
                </a:lnTo>
                <a:moveTo>
                  <a:pt x="2119928" y="925352"/>
                </a:moveTo>
                <a:lnTo>
                  <a:pt x="2115144" y="926220"/>
                </a:lnTo>
                <a:moveTo>
                  <a:pt x="2287514" y="788297"/>
                </a:moveTo>
                <a:lnTo>
                  <a:pt x="2354658" y="715682"/>
                </a:lnTo>
                <a:moveTo>
                  <a:pt x="930836" y="904168"/>
                </a:moveTo>
                <a:lnTo>
                  <a:pt x="1028884" y="884370"/>
                </a:lnTo>
                <a:moveTo>
                  <a:pt x="1116567" y="816309"/>
                </a:moveTo>
                <a:lnTo>
                  <a:pt x="1101566" y="932675"/>
                </a:lnTo>
                <a:moveTo>
                  <a:pt x="1759308" y="840533"/>
                </a:moveTo>
                <a:lnTo>
                  <a:pt x="1884651" y="790953"/>
                </a:lnTo>
                <a:moveTo>
                  <a:pt x="1846238" y="886029"/>
                </a:moveTo>
                <a:lnTo>
                  <a:pt x="1827962" y="955051"/>
                </a:lnTo>
                <a:moveTo>
                  <a:pt x="526700" y="712580"/>
                </a:moveTo>
                <a:lnTo>
                  <a:pt x="547942" y="618581"/>
                </a:lnTo>
                <a:moveTo>
                  <a:pt x="1116567" y="816309"/>
                </a:moveTo>
                <a:lnTo>
                  <a:pt x="1237736" y="777611"/>
                </a:lnTo>
                <a:moveTo>
                  <a:pt x="847044" y="785021"/>
                </a:moveTo>
                <a:lnTo>
                  <a:pt x="935349" y="831591"/>
                </a:lnTo>
                <a:moveTo>
                  <a:pt x="2153854" y="603626"/>
                </a:moveTo>
                <a:lnTo>
                  <a:pt x="2212027" y="626640"/>
                </a:lnTo>
                <a:moveTo>
                  <a:pt x="976513" y="738666"/>
                </a:moveTo>
                <a:lnTo>
                  <a:pt x="1040042" y="663224"/>
                </a:lnTo>
                <a:moveTo>
                  <a:pt x="547942" y="618581"/>
                </a:moveTo>
                <a:lnTo>
                  <a:pt x="560648" y="731157"/>
                </a:lnTo>
                <a:moveTo>
                  <a:pt x="1116567" y="816309"/>
                </a:moveTo>
                <a:lnTo>
                  <a:pt x="1182294" y="861253"/>
                </a:lnTo>
                <a:moveTo>
                  <a:pt x="847044" y="785021"/>
                </a:moveTo>
                <a:lnTo>
                  <a:pt x="976513" y="738666"/>
                </a:lnTo>
                <a:moveTo>
                  <a:pt x="1797356" y="745171"/>
                </a:moveTo>
                <a:lnTo>
                  <a:pt x="1884651" y="790953"/>
                </a:lnTo>
                <a:moveTo>
                  <a:pt x="373666" y="629907"/>
                </a:moveTo>
                <a:lnTo>
                  <a:pt x="495411" y="658626"/>
                </a:lnTo>
                <a:moveTo>
                  <a:pt x="1937703" y="707321"/>
                </a:moveTo>
                <a:lnTo>
                  <a:pt x="2078520" y="682235"/>
                </a:lnTo>
                <a:moveTo>
                  <a:pt x="2078520" y="682235"/>
                </a:moveTo>
                <a:lnTo>
                  <a:pt x="2085546" y="675330"/>
                </a:lnTo>
                <a:moveTo>
                  <a:pt x="2212506" y="859655"/>
                </a:moveTo>
                <a:lnTo>
                  <a:pt x="2115144" y="926220"/>
                </a:lnTo>
                <a:moveTo>
                  <a:pt x="678605" y="786077"/>
                </a:moveTo>
                <a:lnTo>
                  <a:pt x="744400" y="727239"/>
                </a:lnTo>
                <a:moveTo>
                  <a:pt x="2091789" y="940297"/>
                </a:moveTo>
                <a:lnTo>
                  <a:pt x="2119928" y="925352"/>
                </a:lnTo>
                <a:moveTo>
                  <a:pt x="2341844" y="477914"/>
                </a:moveTo>
                <a:lnTo>
                  <a:pt x="2402776" y="503085"/>
                </a:lnTo>
                <a:moveTo>
                  <a:pt x="637869" y="666420"/>
                </a:moveTo>
                <a:lnTo>
                  <a:pt x="678605" y="786077"/>
                </a:lnTo>
                <a:moveTo>
                  <a:pt x="678605" y="786077"/>
                </a:moveTo>
                <a:lnTo>
                  <a:pt x="670395" y="684769"/>
                </a:lnTo>
                <a:moveTo>
                  <a:pt x="2416626" y="626994"/>
                </a:moveTo>
                <a:lnTo>
                  <a:pt x="2354658" y="715682"/>
                </a:lnTo>
                <a:moveTo>
                  <a:pt x="2355873" y="708069"/>
                </a:moveTo>
                <a:lnTo>
                  <a:pt x="2354658" y="715682"/>
                </a:lnTo>
                <a:moveTo>
                  <a:pt x="1154451" y="678868"/>
                </a:moveTo>
                <a:lnTo>
                  <a:pt x="1158957" y="726359"/>
                </a:lnTo>
                <a:moveTo>
                  <a:pt x="244649" y="931802"/>
                </a:moveTo>
                <a:lnTo>
                  <a:pt x="321175" y="965910"/>
                </a:lnTo>
                <a:moveTo>
                  <a:pt x="1884651" y="790953"/>
                </a:moveTo>
                <a:lnTo>
                  <a:pt x="1937703" y="707321"/>
                </a:lnTo>
                <a:moveTo>
                  <a:pt x="417723" y="892099"/>
                </a:moveTo>
                <a:lnTo>
                  <a:pt x="461701" y="904015"/>
                </a:lnTo>
                <a:moveTo>
                  <a:pt x="2099510" y="681435"/>
                </a:moveTo>
                <a:lnTo>
                  <a:pt x="2085546" y="675330"/>
                </a:lnTo>
                <a:moveTo>
                  <a:pt x="1028884" y="884370"/>
                </a:moveTo>
                <a:lnTo>
                  <a:pt x="1043128" y="893387"/>
                </a:lnTo>
                <a:moveTo>
                  <a:pt x="2078520" y="682235"/>
                </a:moveTo>
                <a:lnTo>
                  <a:pt x="2099510" y="681435"/>
                </a:lnTo>
                <a:moveTo>
                  <a:pt x="1846238" y="886029"/>
                </a:moveTo>
                <a:lnTo>
                  <a:pt x="1884651" y="790953"/>
                </a:lnTo>
                <a:moveTo>
                  <a:pt x="2470628" y="441245"/>
                </a:moveTo>
                <a:lnTo>
                  <a:pt x="2464344" y="539620"/>
                </a:lnTo>
                <a:moveTo>
                  <a:pt x="1041368" y="878302"/>
                </a:moveTo>
                <a:lnTo>
                  <a:pt x="1043128" y="893387"/>
                </a:lnTo>
                <a:moveTo>
                  <a:pt x="1040042" y="663224"/>
                </a:moveTo>
                <a:lnTo>
                  <a:pt x="1110292" y="695680"/>
                </a:lnTo>
                <a:moveTo>
                  <a:pt x="560648" y="731157"/>
                </a:moveTo>
                <a:lnTo>
                  <a:pt x="637869" y="666420"/>
                </a:lnTo>
                <a:moveTo>
                  <a:pt x="465385" y="679146"/>
                </a:moveTo>
                <a:lnTo>
                  <a:pt x="495411" y="658626"/>
                </a:lnTo>
                <a:moveTo>
                  <a:pt x="935349" y="831591"/>
                </a:moveTo>
                <a:lnTo>
                  <a:pt x="1028884" y="884370"/>
                </a:lnTo>
                <a:moveTo>
                  <a:pt x="244817" y="904496"/>
                </a:moveTo>
                <a:lnTo>
                  <a:pt x="271305" y="800096"/>
                </a:lnTo>
                <a:moveTo>
                  <a:pt x="373666" y="629907"/>
                </a:moveTo>
                <a:lnTo>
                  <a:pt x="465385" y="679146"/>
                </a:lnTo>
                <a:moveTo>
                  <a:pt x="935349" y="831591"/>
                </a:moveTo>
                <a:lnTo>
                  <a:pt x="976513" y="738666"/>
                </a:lnTo>
                <a:moveTo>
                  <a:pt x="315234" y="709332"/>
                </a:moveTo>
                <a:lnTo>
                  <a:pt x="373666" y="629907"/>
                </a:lnTo>
                <a:moveTo>
                  <a:pt x="1028884" y="884370"/>
                </a:moveTo>
                <a:lnTo>
                  <a:pt x="1041368" y="878302"/>
                </a:lnTo>
                <a:moveTo>
                  <a:pt x="495411" y="658626"/>
                </a:moveTo>
                <a:lnTo>
                  <a:pt x="526700" y="712580"/>
                </a:lnTo>
                <a:moveTo>
                  <a:pt x="2119928" y="925352"/>
                </a:moveTo>
                <a:lnTo>
                  <a:pt x="2212506" y="859655"/>
                </a:lnTo>
                <a:moveTo>
                  <a:pt x="2402776" y="503085"/>
                </a:moveTo>
                <a:lnTo>
                  <a:pt x="2470628" y="441245"/>
                </a:lnTo>
                <a:moveTo>
                  <a:pt x="1110292" y="695680"/>
                </a:moveTo>
                <a:lnTo>
                  <a:pt x="1154451" y="678868"/>
                </a:lnTo>
                <a:moveTo>
                  <a:pt x="2085546" y="675330"/>
                </a:moveTo>
                <a:lnTo>
                  <a:pt x="2212027" y="626640"/>
                </a:lnTo>
                <a:moveTo>
                  <a:pt x="244649" y="931802"/>
                </a:moveTo>
                <a:lnTo>
                  <a:pt x="313644" y="935839"/>
                </a:lnTo>
                <a:moveTo>
                  <a:pt x="1937703" y="707321"/>
                </a:moveTo>
                <a:lnTo>
                  <a:pt x="2015501" y="745678"/>
                </a:lnTo>
                <a:moveTo>
                  <a:pt x="2254561" y="822301"/>
                </a:moveTo>
                <a:lnTo>
                  <a:pt x="2287514" y="788297"/>
                </a:lnTo>
                <a:moveTo>
                  <a:pt x="1116567" y="816309"/>
                </a:moveTo>
                <a:lnTo>
                  <a:pt x="1158957" y="726359"/>
                </a:lnTo>
                <a:moveTo>
                  <a:pt x="2212027" y="626640"/>
                </a:moveTo>
                <a:lnTo>
                  <a:pt x="2273371" y="549490"/>
                </a:lnTo>
                <a:moveTo>
                  <a:pt x="1041368" y="878302"/>
                </a:moveTo>
                <a:lnTo>
                  <a:pt x="1116567" y="816309"/>
                </a:lnTo>
                <a:moveTo>
                  <a:pt x="2190661" y="653533"/>
                </a:moveTo>
                <a:lnTo>
                  <a:pt x="2085546" y="675330"/>
                </a:lnTo>
                <a:moveTo>
                  <a:pt x="2273371" y="549490"/>
                </a:moveTo>
                <a:lnTo>
                  <a:pt x="2402776" y="503085"/>
                </a:lnTo>
                <a:moveTo>
                  <a:pt x="461701" y="904015"/>
                </a:moveTo>
                <a:lnTo>
                  <a:pt x="526120" y="885931"/>
                </a:lnTo>
                <a:moveTo>
                  <a:pt x="2015501" y="745678"/>
                </a:moveTo>
                <a:lnTo>
                  <a:pt x="2078520" y="682235"/>
                </a:lnTo>
                <a:moveTo>
                  <a:pt x="2290667" y="786993"/>
                </a:moveTo>
                <a:lnTo>
                  <a:pt x="2287514" y="788297"/>
                </a:lnTo>
                <a:moveTo>
                  <a:pt x="315234" y="709332"/>
                </a:moveTo>
                <a:lnTo>
                  <a:pt x="465385" y="679146"/>
                </a:lnTo>
                <a:moveTo>
                  <a:pt x="2355873" y="708069"/>
                </a:moveTo>
                <a:lnTo>
                  <a:pt x="2287514" y="788297"/>
                </a:lnTo>
                <a:moveTo>
                  <a:pt x="2042729" y="914427"/>
                </a:moveTo>
                <a:lnTo>
                  <a:pt x="2012482" y="983863"/>
                </a:lnTo>
                <a:moveTo>
                  <a:pt x="321175" y="965910"/>
                </a:moveTo>
                <a:lnTo>
                  <a:pt x="335255" y="952734"/>
                </a:lnTo>
                <a:moveTo>
                  <a:pt x="271305" y="800096"/>
                </a:moveTo>
                <a:lnTo>
                  <a:pt x="315234" y="709332"/>
                </a:lnTo>
                <a:moveTo>
                  <a:pt x="244817" y="904496"/>
                </a:moveTo>
                <a:lnTo>
                  <a:pt x="313644" y="935839"/>
                </a:lnTo>
                <a:moveTo>
                  <a:pt x="976513" y="738666"/>
                </a:moveTo>
                <a:lnTo>
                  <a:pt x="1110292" y="695680"/>
                </a:lnTo>
                <a:moveTo>
                  <a:pt x="1110292" y="695680"/>
                </a:moveTo>
                <a:lnTo>
                  <a:pt x="1158957" y="726359"/>
                </a:lnTo>
                <a:moveTo>
                  <a:pt x="465385" y="679146"/>
                </a:moveTo>
                <a:lnTo>
                  <a:pt x="526700" y="712580"/>
                </a:lnTo>
                <a:moveTo>
                  <a:pt x="2015501" y="745678"/>
                </a:moveTo>
                <a:lnTo>
                  <a:pt x="2099510" y="681435"/>
                </a:lnTo>
                <a:moveTo>
                  <a:pt x="1884651" y="790953"/>
                </a:moveTo>
                <a:lnTo>
                  <a:pt x="2015501" y="745678"/>
                </a:lnTo>
                <a:moveTo>
                  <a:pt x="2212506" y="859655"/>
                </a:moveTo>
                <a:lnTo>
                  <a:pt x="2254561" y="822301"/>
                </a:lnTo>
                <a:moveTo>
                  <a:pt x="2099510" y="681435"/>
                </a:moveTo>
                <a:lnTo>
                  <a:pt x="2190661" y="653533"/>
                </a:lnTo>
                <a:moveTo>
                  <a:pt x="2416626" y="626994"/>
                </a:moveTo>
                <a:lnTo>
                  <a:pt x="2464344" y="539620"/>
                </a:lnTo>
                <a:moveTo>
                  <a:pt x="1846238" y="886029"/>
                </a:moveTo>
                <a:lnTo>
                  <a:pt x="1961755" y="828767"/>
                </a:lnTo>
                <a:moveTo>
                  <a:pt x="2402776" y="503085"/>
                </a:moveTo>
                <a:lnTo>
                  <a:pt x="2464344" y="539620"/>
                </a:lnTo>
                <a:moveTo>
                  <a:pt x="359272" y="962973"/>
                </a:moveTo>
                <a:lnTo>
                  <a:pt x="335255" y="952734"/>
                </a:lnTo>
                <a:moveTo>
                  <a:pt x="2254561" y="822301"/>
                </a:moveTo>
                <a:lnTo>
                  <a:pt x="2290667" y="786993"/>
                </a:lnTo>
                <a:moveTo>
                  <a:pt x="935349" y="831591"/>
                </a:moveTo>
                <a:lnTo>
                  <a:pt x="1053228" y="776175"/>
                </a:lnTo>
                <a:moveTo>
                  <a:pt x="2042729" y="914427"/>
                </a:moveTo>
                <a:lnTo>
                  <a:pt x="2091789" y="940297"/>
                </a:lnTo>
                <a:moveTo>
                  <a:pt x="526700" y="712580"/>
                </a:moveTo>
                <a:lnTo>
                  <a:pt x="560648" y="731157"/>
                </a:lnTo>
                <a:moveTo>
                  <a:pt x="2290667" y="786993"/>
                </a:moveTo>
                <a:lnTo>
                  <a:pt x="2355873" y="708069"/>
                </a:lnTo>
                <a:moveTo>
                  <a:pt x="1028884" y="884370"/>
                </a:moveTo>
                <a:lnTo>
                  <a:pt x="1053228" y="776175"/>
                </a:lnTo>
                <a:moveTo>
                  <a:pt x="2355873" y="708069"/>
                </a:moveTo>
                <a:lnTo>
                  <a:pt x="2416626" y="626994"/>
                </a:lnTo>
                <a:moveTo>
                  <a:pt x="1884651" y="790953"/>
                </a:moveTo>
                <a:lnTo>
                  <a:pt x="1961755" y="828767"/>
                </a:lnTo>
                <a:moveTo>
                  <a:pt x="976513" y="738666"/>
                </a:moveTo>
                <a:lnTo>
                  <a:pt x="1053228" y="776175"/>
                </a:lnTo>
                <a:moveTo>
                  <a:pt x="1053228" y="776175"/>
                </a:moveTo>
                <a:lnTo>
                  <a:pt x="1158957" y="726359"/>
                </a:lnTo>
                <a:moveTo>
                  <a:pt x="321175" y="965910"/>
                </a:moveTo>
                <a:lnTo>
                  <a:pt x="359272" y="962973"/>
                </a:lnTo>
                <a:moveTo>
                  <a:pt x="465385" y="679146"/>
                </a:moveTo>
                <a:lnTo>
                  <a:pt x="535134" y="757641"/>
                </a:lnTo>
                <a:moveTo>
                  <a:pt x="244817" y="904496"/>
                </a:moveTo>
                <a:lnTo>
                  <a:pt x="343366" y="833968"/>
                </a:lnTo>
                <a:moveTo>
                  <a:pt x="1053228" y="776175"/>
                </a:moveTo>
                <a:lnTo>
                  <a:pt x="1041368" y="878302"/>
                </a:lnTo>
                <a:moveTo>
                  <a:pt x="335255" y="952734"/>
                </a:moveTo>
                <a:lnTo>
                  <a:pt x="461701" y="904015"/>
                </a:lnTo>
                <a:moveTo>
                  <a:pt x="2042729" y="914427"/>
                </a:moveTo>
                <a:lnTo>
                  <a:pt x="2119928" y="925352"/>
                </a:lnTo>
                <a:moveTo>
                  <a:pt x="2099510" y="681435"/>
                </a:moveTo>
                <a:lnTo>
                  <a:pt x="2150674" y="703782"/>
                </a:lnTo>
                <a:moveTo>
                  <a:pt x="2190661" y="653533"/>
                </a:moveTo>
                <a:lnTo>
                  <a:pt x="2212027" y="626640"/>
                </a:lnTo>
                <a:moveTo>
                  <a:pt x="2321214" y="567704"/>
                </a:moveTo>
                <a:lnTo>
                  <a:pt x="2273371" y="549490"/>
                </a:lnTo>
                <a:moveTo>
                  <a:pt x="313644" y="935839"/>
                </a:moveTo>
                <a:lnTo>
                  <a:pt x="321175" y="965910"/>
                </a:lnTo>
                <a:moveTo>
                  <a:pt x="535134" y="757641"/>
                </a:moveTo>
                <a:lnTo>
                  <a:pt x="526700" y="712580"/>
                </a:lnTo>
                <a:moveTo>
                  <a:pt x="396499" y="750399"/>
                </a:moveTo>
                <a:lnTo>
                  <a:pt x="465385" y="679146"/>
                </a:lnTo>
                <a:moveTo>
                  <a:pt x="2340961" y="557533"/>
                </a:moveTo>
                <a:lnTo>
                  <a:pt x="2273371" y="549490"/>
                </a:lnTo>
                <a:moveTo>
                  <a:pt x="1053228" y="776175"/>
                </a:moveTo>
                <a:lnTo>
                  <a:pt x="1116567" y="816309"/>
                </a:lnTo>
                <a:moveTo>
                  <a:pt x="2081612" y="893653"/>
                </a:moveTo>
                <a:lnTo>
                  <a:pt x="2119928" y="925352"/>
                </a:lnTo>
                <a:moveTo>
                  <a:pt x="315234" y="709332"/>
                </a:moveTo>
                <a:lnTo>
                  <a:pt x="396499" y="750399"/>
                </a:lnTo>
                <a:moveTo>
                  <a:pt x="271305" y="800096"/>
                </a:moveTo>
                <a:lnTo>
                  <a:pt x="396499" y="750399"/>
                </a:lnTo>
                <a:moveTo>
                  <a:pt x="535134" y="757641"/>
                </a:moveTo>
                <a:lnTo>
                  <a:pt x="560648" y="731157"/>
                </a:lnTo>
                <a:moveTo>
                  <a:pt x="2230029" y="634074"/>
                </a:moveTo>
                <a:lnTo>
                  <a:pt x="2212027" y="626640"/>
                </a:lnTo>
                <a:moveTo>
                  <a:pt x="1053228" y="776175"/>
                </a:moveTo>
                <a:lnTo>
                  <a:pt x="1110292" y="695680"/>
                </a:lnTo>
                <a:moveTo>
                  <a:pt x="313644" y="935839"/>
                </a:moveTo>
                <a:lnTo>
                  <a:pt x="359272" y="962973"/>
                </a:lnTo>
                <a:moveTo>
                  <a:pt x="1961755" y="828767"/>
                </a:moveTo>
                <a:lnTo>
                  <a:pt x="2015501" y="745678"/>
                </a:lnTo>
                <a:moveTo>
                  <a:pt x="2190661" y="653533"/>
                </a:moveTo>
                <a:lnTo>
                  <a:pt x="2230029" y="634074"/>
                </a:lnTo>
                <a:moveTo>
                  <a:pt x="465385" y="679146"/>
                </a:moveTo>
                <a:lnTo>
                  <a:pt x="490710" y="801587"/>
                </a:lnTo>
                <a:moveTo>
                  <a:pt x="271305" y="800096"/>
                </a:moveTo>
                <a:lnTo>
                  <a:pt x="343366" y="833968"/>
                </a:lnTo>
                <a:moveTo>
                  <a:pt x="2015501" y="745678"/>
                </a:moveTo>
                <a:lnTo>
                  <a:pt x="2150674" y="703782"/>
                </a:lnTo>
                <a:moveTo>
                  <a:pt x="2081612" y="893653"/>
                </a:moveTo>
                <a:lnTo>
                  <a:pt x="2212506" y="859655"/>
                </a:lnTo>
                <a:moveTo>
                  <a:pt x="2150674" y="703782"/>
                </a:moveTo>
                <a:lnTo>
                  <a:pt x="2190661" y="653533"/>
                </a:lnTo>
                <a:moveTo>
                  <a:pt x="2321214" y="567704"/>
                </a:moveTo>
                <a:lnTo>
                  <a:pt x="2212027" y="626640"/>
                </a:lnTo>
                <a:moveTo>
                  <a:pt x="2340961" y="557533"/>
                </a:moveTo>
                <a:lnTo>
                  <a:pt x="2402776" y="503085"/>
                </a:lnTo>
                <a:moveTo>
                  <a:pt x="2349538" y="581392"/>
                </a:moveTo>
                <a:lnTo>
                  <a:pt x="2464344" y="539620"/>
                </a:lnTo>
                <a:moveTo>
                  <a:pt x="2150674" y="703782"/>
                </a:moveTo>
                <a:lnTo>
                  <a:pt x="2230029" y="634074"/>
                </a:lnTo>
                <a:moveTo>
                  <a:pt x="359272" y="962973"/>
                </a:moveTo>
                <a:lnTo>
                  <a:pt x="447321" y="892773"/>
                </a:lnTo>
                <a:moveTo>
                  <a:pt x="2349538" y="581392"/>
                </a:moveTo>
                <a:lnTo>
                  <a:pt x="2416626" y="626994"/>
                </a:lnTo>
                <a:moveTo>
                  <a:pt x="2349538" y="581392"/>
                </a:moveTo>
                <a:lnTo>
                  <a:pt x="2402776" y="503085"/>
                </a:lnTo>
                <a:moveTo>
                  <a:pt x="2015501" y="745678"/>
                </a:moveTo>
                <a:lnTo>
                  <a:pt x="2091543" y="782661"/>
                </a:lnTo>
                <a:moveTo>
                  <a:pt x="2230029" y="634074"/>
                </a:moveTo>
                <a:lnTo>
                  <a:pt x="2321214" y="567704"/>
                </a:lnTo>
                <a:moveTo>
                  <a:pt x="490710" y="801587"/>
                </a:moveTo>
                <a:lnTo>
                  <a:pt x="535134" y="757641"/>
                </a:lnTo>
                <a:moveTo>
                  <a:pt x="313644" y="935839"/>
                </a:moveTo>
                <a:lnTo>
                  <a:pt x="343366" y="833968"/>
                </a:lnTo>
                <a:moveTo>
                  <a:pt x="313644" y="935839"/>
                </a:moveTo>
                <a:lnTo>
                  <a:pt x="447321" y="892773"/>
                </a:lnTo>
                <a:moveTo>
                  <a:pt x="343366" y="833968"/>
                </a:moveTo>
                <a:lnTo>
                  <a:pt x="396499" y="750399"/>
                </a:lnTo>
                <a:moveTo>
                  <a:pt x="396499" y="750399"/>
                </a:moveTo>
                <a:lnTo>
                  <a:pt x="490710" y="801587"/>
                </a:lnTo>
                <a:moveTo>
                  <a:pt x="1961755" y="828767"/>
                </a:moveTo>
                <a:lnTo>
                  <a:pt x="2091543" y="782661"/>
                </a:lnTo>
                <a:moveTo>
                  <a:pt x="2318852" y="676996"/>
                </a:moveTo>
                <a:lnTo>
                  <a:pt x="2416626" y="626994"/>
                </a:lnTo>
                <a:moveTo>
                  <a:pt x="2258564" y="758296"/>
                </a:moveTo>
                <a:lnTo>
                  <a:pt x="2290667" y="786993"/>
                </a:lnTo>
                <a:moveTo>
                  <a:pt x="2318852" y="676996"/>
                </a:moveTo>
                <a:lnTo>
                  <a:pt x="2355873" y="708069"/>
                </a:lnTo>
                <a:moveTo>
                  <a:pt x="2258564" y="758296"/>
                </a:moveTo>
                <a:lnTo>
                  <a:pt x="2355873" y="708069"/>
                </a:lnTo>
                <a:moveTo>
                  <a:pt x="2091543" y="782661"/>
                </a:moveTo>
                <a:lnTo>
                  <a:pt x="2150674" y="703782"/>
                </a:lnTo>
                <a:moveTo>
                  <a:pt x="2042729" y="914427"/>
                </a:moveTo>
                <a:lnTo>
                  <a:pt x="2081612" y="893653"/>
                </a:lnTo>
                <a:moveTo>
                  <a:pt x="1961755" y="828767"/>
                </a:moveTo>
                <a:lnTo>
                  <a:pt x="2044017" y="870613"/>
                </a:lnTo>
                <a:moveTo>
                  <a:pt x="2321214" y="567704"/>
                </a:moveTo>
                <a:lnTo>
                  <a:pt x="2340961" y="557533"/>
                </a:lnTo>
                <a:moveTo>
                  <a:pt x="447321" y="892773"/>
                </a:moveTo>
                <a:lnTo>
                  <a:pt x="471894" y="906963"/>
                </a:lnTo>
                <a:moveTo>
                  <a:pt x="490710" y="801587"/>
                </a:moveTo>
                <a:lnTo>
                  <a:pt x="471894" y="906963"/>
                </a:lnTo>
                <a:moveTo>
                  <a:pt x="343366" y="833968"/>
                </a:moveTo>
                <a:lnTo>
                  <a:pt x="447321" y="892773"/>
                </a:lnTo>
                <a:moveTo>
                  <a:pt x="343366" y="833968"/>
                </a:moveTo>
                <a:lnTo>
                  <a:pt x="490710" y="801587"/>
                </a:lnTo>
                <a:moveTo>
                  <a:pt x="447321" y="892773"/>
                </a:moveTo>
                <a:lnTo>
                  <a:pt x="490710" y="801587"/>
                </a:lnTo>
                <a:moveTo>
                  <a:pt x="2321214" y="567704"/>
                </a:moveTo>
                <a:lnTo>
                  <a:pt x="2329226" y="570692"/>
                </a:lnTo>
                <a:moveTo>
                  <a:pt x="2044017" y="870613"/>
                </a:moveTo>
                <a:lnTo>
                  <a:pt x="2042729" y="914427"/>
                </a:lnTo>
                <a:moveTo>
                  <a:pt x="2329226" y="570692"/>
                </a:moveTo>
                <a:lnTo>
                  <a:pt x="2340961" y="557533"/>
                </a:lnTo>
                <a:moveTo>
                  <a:pt x="2230029" y="634074"/>
                </a:moveTo>
                <a:lnTo>
                  <a:pt x="2270268" y="649707"/>
                </a:lnTo>
                <a:moveTo>
                  <a:pt x="2091543" y="782661"/>
                </a:moveTo>
                <a:lnTo>
                  <a:pt x="2081612" y="893653"/>
                </a:lnTo>
                <a:moveTo>
                  <a:pt x="2340961" y="557533"/>
                </a:moveTo>
                <a:lnTo>
                  <a:pt x="2349538" y="581392"/>
                </a:lnTo>
                <a:moveTo>
                  <a:pt x="2150674" y="703782"/>
                </a:moveTo>
                <a:lnTo>
                  <a:pt x="2270268" y="649707"/>
                </a:lnTo>
                <a:moveTo>
                  <a:pt x="2044017" y="870613"/>
                </a:moveTo>
                <a:lnTo>
                  <a:pt x="2081612" y="893653"/>
                </a:lnTo>
                <a:moveTo>
                  <a:pt x="2329226" y="570692"/>
                </a:moveTo>
                <a:lnTo>
                  <a:pt x="2349538" y="581392"/>
                </a:lnTo>
                <a:moveTo>
                  <a:pt x="2044017" y="870613"/>
                </a:moveTo>
                <a:lnTo>
                  <a:pt x="2091543" y="782661"/>
                </a:lnTo>
                <a:moveTo>
                  <a:pt x="2270268" y="649707"/>
                </a:moveTo>
                <a:lnTo>
                  <a:pt x="2321214" y="567704"/>
                </a:lnTo>
                <a:moveTo>
                  <a:pt x="2150674" y="703782"/>
                </a:moveTo>
                <a:lnTo>
                  <a:pt x="2219357" y="735012"/>
                </a:lnTo>
                <a:moveTo>
                  <a:pt x="2270268" y="649707"/>
                </a:moveTo>
                <a:lnTo>
                  <a:pt x="2329226" y="570692"/>
                </a:lnTo>
                <a:moveTo>
                  <a:pt x="2329226" y="570692"/>
                </a:moveTo>
                <a:lnTo>
                  <a:pt x="2318852" y="676996"/>
                </a:lnTo>
                <a:moveTo>
                  <a:pt x="2318852" y="676996"/>
                </a:moveTo>
                <a:lnTo>
                  <a:pt x="2349538" y="581392"/>
                </a:lnTo>
                <a:moveTo>
                  <a:pt x="2091543" y="782661"/>
                </a:moveTo>
                <a:lnTo>
                  <a:pt x="2219357" y="735012"/>
                </a:lnTo>
                <a:moveTo>
                  <a:pt x="1146399" y="707108"/>
                </a:moveTo>
                <a:lnTo>
                  <a:pt x="1170740" y="720472"/>
                </a:lnTo>
                <a:moveTo>
                  <a:pt x="1146399" y="707108"/>
                </a:moveTo>
                <a:lnTo>
                  <a:pt x="1181016" y="688695"/>
                </a:lnTo>
                <a:moveTo>
                  <a:pt x="2270268" y="649707"/>
                </a:moveTo>
                <a:lnTo>
                  <a:pt x="2318852" y="676996"/>
                </a:lnTo>
                <a:moveTo>
                  <a:pt x="2270268" y="649707"/>
                </a:moveTo>
                <a:lnTo>
                  <a:pt x="2258564" y="758296"/>
                </a:lnTo>
                <a:moveTo>
                  <a:pt x="1181016" y="688695"/>
                </a:moveTo>
                <a:lnTo>
                  <a:pt x="1170740" y="720472"/>
                </a:lnTo>
                <a:moveTo>
                  <a:pt x="2258564" y="758296"/>
                </a:moveTo>
                <a:lnTo>
                  <a:pt x="2318852" y="676996"/>
                </a:lnTo>
                <a:moveTo>
                  <a:pt x="1144974" y="752259"/>
                </a:moveTo>
                <a:lnTo>
                  <a:pt x="1146399" y="707108"/>
                </a:lnTo>
                <a:moveTo>
                  <a:pt x="1144974" y="752259"/>
                </a:moveTo>
                <a:lnTo>
                  <a:pt x="1170740" y="720472"/>
                </a:lnTo>
                <a:moveTo>
                  <a:pt x="2219357" y="735012"/>
                </a:moveTo>
                <a:lnTo>
                  <a:pt x="2270268" y="649707"/>
                </a:lnTo>
                <a:moveTo>
                  <a:pt x="2219357" y="735012"/>
                </a:moveTo>
                <a:lnTo>
                  <a:pt x="2258564" y="758296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43FB8F26-8D95-4758-867F-8356C7B7762C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6936" y="685416"/>
                </a:moveTo>
                <a:lnTo>
                  <a:pt x="610107" y="6405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AA1384FD-96E2-4E96-B6D3-E89F00117282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4651" y="646336"/>
                </a:moveTo>
                <a:lnTo>
                  <a:pt x="886978" y="6272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1BC770E0-B618-4EFA-9F91-5EBDAFA7C0D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6978" y="627283"/>
                </a:moveTo>
                <a:lnTo>
                  <a:pt x="816632" y="7596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2AA5F5DB-EE0D-447F-8674-29C4E95105EE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764" y="634719"/>
                </a:moveTo>
                <a:lnTo>
                  <a:pt x="1490815" y="6626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8D93FE31-8659-45E6-9ACB-C45982AEF20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1442" y="688388"/>
                </a:moveTo>
                <a:lnTo>
                  <a:pt x="586936" y="685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63C7431A-AF4A-4D49-9318-A426374B6E8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689" y="729986"/>
                </a:moveTo>
                <a:lnTo>
                  <a:pt x="1034651" y="6463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111EB890-589D-40FF-87FC-2240F30A53C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6936" y="685416"/>
                </a:moveTo>
                <a:lnTo>
                  <a:pt x="679184" y="743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51B88344-388E-42C6-A283-A3F4BB3088B4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4518" y="759346"/>
                </a:moveTo>
                <a:lnTo>
                  <a:pt x="1343764" y="6347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86B577E9-A9B5-403B-8588-4483A6D26CD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9184" y="743927"/>
                </a:moveTo>
                <a:lnTo>
                  <a:pt x="816632" y="7596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FFCF95E2-C5A4-4B1D-9D12-CDDCB4FCD97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0815" y="662669"/>
                </a:moveTo>
                <a:lnTo>
                  <a:pt x="1547764" y="7704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F608ECD3-671F-4623-950E-521C64835601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4518" y="759346"/>
                </a:moveTo>
                <a:lnTo>
                  <a:pt x="1109689" y="7299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E82E33D5-077D-4DB8-BE86-368DD404844D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4394" y="877283"/>
                </a:moveTo>
                <a:lnTo>
                  <a:pt x="1254518" y="7593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09AB45BD-0A77-4CB7-9BE4-D653A07AA1D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6632" y="759654"/>
                </a:moveTo>
                <a:lnTo>
                  <a:pt x="885685" y="8446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5E389597-7591-4A01-B258-59145BEE024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077" y="979171"/>
                </a:moveTo>
                <a:lnTo>
                  <a:pt x="1235076" y="10036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1915A35E-4CD7-4111-9D7E-A4CF377CBED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64" y="770436"/>
                </a:moveTo>
                <a:lnTo>
                  <a:pt x="1688744" y="8267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3C96A89C-02EF-4B22-A6CF-2780EC607EB8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073" y="753521"/>
                </a:moveTo>
                <a:lnTo>
                  <a:pt x="1827598" y="6113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E24E8BE2-49F9-4B07-9059-629EE434F2EA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689" y="729986"/>
                </a:moveTo>
                <a:lnTo>
                  <a:pt x="1032744" y="859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5BC06F9E-8EAE-497F-8B63-70CD8FC7430C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05" y="895532"/>
                </a:moveTo>
                <a:lnTo>
                  <a:pt x="1547764" y="7704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371105B4-9D1C-4C73-8050-673F63AE889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744" y="826752"/>
                </a:moveTo>
                <a:lnTo>
                  <a:pt x="1815073" y="7535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32D11F3B-0B36-49E3-8CC9-FF5271E6E1BE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2744" y="859859"/>
                </a:moveTo>
                <a:lnTo>
                  <a:pt x="1088077" y="979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77C7914A-2C4B-4345-B67E-22B5F6B963F8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744" y="826752"/>
                </a:moveTo>
                <a:lnTo>
                  <a:pt x="1684196" y="9737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53C195DB-3641-4A73-B200-EB16FE97291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05" y="895532"/>
                </a:moveTo>
                <a:lnTo>
                  <a:pt x="1314394" y="8772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9793A5A8-AF81-4379-AC59-5DC534A191B8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076" y="1003698"/>
                </a:moveTo>
                <a:lnTo>
                  <a:pt x="1314394" y="8772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B60C4D61-BB23-4FBD-A6E2-7004B1A6C13D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073" y="753521"/>
                </a:moveTo>
                <a:lnTo>
                  <a:pt x="1940424" y="8366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B21A0DD7-6256-4F61-9FD9-80AC0FA360C6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5685" y="844651"/>
                </a:moveTo>
                <a:lnTo>
                  <a:pt x="1032744" y="859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4D5FACFE-20A3-44A1-8177-EED4F42AF64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685" y="1004792"/>
                </a:moveTo>
                <a:lnTo>
                  <a:pt x="1461505" y="8955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663A83F2-8B9D-41D6-A9E3-1A8E563417A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0424" y="836669"/>
                </a:moveTo>
                <a:lnTo>
                  <a:pt x="2066264" y="8029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5ACD793B-160B-4D3F-8C94-2622F4C443D2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0086" y="764153"/>
                </a:moveTo>
                <a:lnTo>
                  <a:pt x="451442" y="6883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52BA601C-4928-4DAA-A89D-63C2C6E7528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264" y="802976"/>
                </a:moveTo>
                <a:lnTo>
                  <a:pt x="2151490" y="691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95A76A1D-8DDD-4895-8140-ABF12CA0820D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196" y="973781"/>
                </a:moveTo>
                <a:lnTo>
                  <a:pt x="1537685" y="1004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59483BF4-3190-4AA8-A8D9-4089988225D4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490" y="691594"/>
                </a:moveTo>
                <a:lnTo>
                  <a:pt x="2272755" y="6520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6C672143-6FEA-43B7-AF83-6A7DEBDB9E6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2755" y="652054"/>
                </a:moveTo>
                <a:lnTo>
                  <a:pt x="2352987" y="5460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1D6C76AB-5387-403F-8043-B97455FA846A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689" y="729986"/>
                </a:moveTo>
                <a:lnTo>
                  <a:pt x="1108753" y="655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66062F64-905B-4147-AA60-09CB91824A06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64" y="770436"/>
                </a:moveTo>
                <a:lnTo>
                  <a:pt x="1543975" y="725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875C623D-D9EF-4FA0-BBF1-2B0E77E1D5D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13400" y="780774"/>
                </a:moveTo>
                <a:lnTo>
                  <a:pt x="226167" y="8412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1F1F679C-A1C6-409B-B41A-EA94ED7CC7D6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13400" y="780774"/>
                </a:moveTo>
                <a:lnTo>
                  <a:pt x="450086" y="7641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5D06DE01-4444-4E81-8375-CFF6BA86B34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2755" y="652054"/>
                </a:moveTo>
                <a:lnTo>
                  <a:pt x="2235218" y="6046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F7445C91-7E57-4E0E-9376-80C3EBCDAD3D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3757" y="733592"/>
                </a:moveTo>
                <a:lnTo>
                  <a:pt x="313400" y="7807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FB872048-60AA-4E69-A3B7-5F783D77840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2171" y="730712"/>
                </a:moveTo>
                <a:lnTo>
                  <a:pt x="1260516" y="7302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95EB0D79-C044-41A2-938B-79AC1967AFC4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413" y="784366"/>
                </a:moveTo>
                <a:lnTo>
                  <a:pt x="1693804" y="784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922DC08D-1874-4D3C-834F-E6D58D2CEC3E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9879" y="780345"/>
                </a:moveTo>
                <a:lnTo>
                  <a:pt x="1947664" y="6662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32142835-E0B3-431F-95EE-3EE945CE8CF6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497" y="857892"/>
                </a:moveTo>
                <a:lnTo>
                  <a:pt x="1173129" y="858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6B374D7C-959E-45BD-8C22-93DE1E361542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2171" y="730712"/>
                </a:moveTo>
                <a:lnTo>
                  <a:pt x="1173129" y="858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02794A7C-C188-4C22-977F-A3A4F68DC8EE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0875" y="757644"/>
                </a:moveTo>
                <a:lnTo>
                  <a:pt x="942833" y="7429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35E73C6F-E903-4030-A881-60485A6F9942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2171" y="730712"/>
                </a:moveTo>
                <a:lnTo>
                  <a:pt x="1164236" y="6100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0496165A-2E03-41F3-9715-63135519E0F1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2833" y="742960"/>
                </a:moveTo>
                <a:lnTo>
                  <a:pt x="1028497" y="8578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650DBF8F-2391-4C41-9985-C3C66133EDE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4236" y="610077"/>
                </a:moveTo>
                <a:lnTo>
                  <a:pt x="1021033" y="6144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CC1B838F-180A-426B-9AB0-098A690844B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9989" y="737380"/>
                </a:moveTo>
                <a:lnTo>
                  <a:pt x="1483759" y="6313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C379EDF3-BD5A-43FD-AD15-95AAE2093DA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9989" y="737380"/>
                </a:moveTo>
                <a:lnTo>
                  <a:pt x="1252171" y="7307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67BEEB95-51D7-4AAD-BEAD-0815F691527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1033" y="614439"/>
                </a:moveTo>
                <a:lnTo>
                  <a:pt x="942833" y="7429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C685FC5F-AF18-48A0-AB65-D288303F997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3759" y="631339"/>
                </a:moveTo>
                <a:lnTo>
                  <a:pt x="1620271" y="6440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FE0DC39A-D065-4166-8B9F-875460F24E24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5868" y="751931"/>
                </a:moveTo>
                <a:lnTo>
                  <a:pt x="820875" y="7576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E4BCC060-503D-40EF-A3AE-D16C3B0E089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4251" y="878337"/>
                </a:moveTo>
                <a:lnTo>
                  <a:pt x="1389989" y="7373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CF548795-D74D-4533-8AC8-27A7A3EDA37D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271" y="644003"/>
                </a:moveTo>
                <a:lnTo>
                  <a:pt x="1681413" y="7843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B62BBF0D-0669-445B-B389-7A78CDE02F8A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969" y="876794"/>
                </a:moveTo>
                <a:lnTo>
                  <a:pt x="1681413" y="7843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01A8B8DF-35BC-465C-B32C-59D959AC97AA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969" y="876794"/>
                </a:moveTo>
                <a:lnTo>
                  <a:pt x="1454251" y="878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319BBEB7-C9ED-4EA0-ACD7-D01BCD7EBEA1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129" y="858431"/>
                </a:moveTo>
                <a:lnTo>
                  <a:pt x="1238907" y="9686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4EB98D8D-3FF8-447D-9D84-0549592C0C9C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715" y="485526"/>
                </a:moveTo>
                <a:lnTo>
                  <a:pt x="2344793" y="5021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56070590-5A51-4ECD-A41E-DDD8944B6AB1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1280" y="983712"/>
                </a:moveTo>
                <a:lnTo>
                  <a:pt x="1454251" y="878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C4058905-21B3-46C0-AC79-6135C444F55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413" y="784366"/>
                </a:moveTo>
                <a:lnTo>
                  <a:pt x="1822149" y="8290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66A8352A-F64F-4071-A84D-A00674A634AC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8642" y="768446"/>
                </a:moveTo>
                <a:lnTo>
                  <a:pt x="715868" y="7519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8B0D3EE0-BF6C-4188-A002-018E5769D46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49" y="829054"/>
                </a:moveTo>
                <a:lnTo>
                  <a:pt x="1949879" y="7803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AA8B6B88-97DD-4A89-8BEF-B7D7E2CACCD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907" y="968621"/>
                </a:moveTo>
                <a:lnTo>
                  <a:pt x="1381280" y="9837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2CE9415D-5457-41EB-999D-100EC9457B81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8624" y="995546"/>
                </a:moveTo>
                <a:lnTo>
                  <a:pt x="1597969" y="876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B3970E9D-D0B5-485B-893A-D93E4C8FE9B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49" y="829054"/>
                </a:moveTo>
                <a:lnTo>
                  <a:pt x="1810298" y="9718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42823854-3C48-4A7C-A34B-241727388F5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298" y="971821"/>
                </a:moveTo>
                <a:lnTo>
                  <a:pt x="1668624" y="9955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EF5BFA34-6A1A-4A86-9B27-1E509C5EF25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9879" y="780345"/>
                </a:moveTo>
                <a:lnTo>
                  <a:pt x="2044517" y="7592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EBBA5859-D426-4300-BCB4-869676036F14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4320" y="846611"/>
                </a:moveTo>
                <a:lnTo>
                  <a:pt x="578642" y="7684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C1DC55D3-266F-4A09-B789-95F54A00666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4517" y="759271"/>
                </a:moveTo>
                <a:lnTo>
                  <a:pt x="2185814" y="737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FD59403D-77BC-4D97-B5DD-04223C4F1E16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5814" y="737374"/>
                </a:moveTo>
                <a:lnTo>
                  <a:pt x="2253280" y="6184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6BC311A0-4E5A-4ACD-B560-08C3C66D893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5868" y="751931"/>
                </a:moveTo>
                <a:lnTo>
                  <a:pt x="738317" y="7204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63F1E4F0-9D52-4817-A796-DA98DF27284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3280" y="618449"/>
                </a:moveTo>
                <a:lnTo>
                  <a:pt x="2265715" y="4855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D1100963-5CCF-4AA3-B42C-4DD980CA85B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715" y="485526"/>
                </a:moveTo>
                <a:lnTo>
                  <a:pt x="2372555" y="4163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62E296B0-88FA-4ACC-BD52-75DFDE2C8C6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5802" y="785530"/>
                </a:moveTo>
                <a:lnTo>
                  <a:pt x="494320" y="8466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9AB345C5-FA1A-4E72-93B8-263E30156A1C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5802" y="785530"/>
                </a:moveTo>
                <a:lnTo>
                  <a:pt x="336541" y="6660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6BC85946-B199-4869-B211-E3832EBC84F1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8568" y="861798"/>
                </a:moveTo>
                <a:lnTo>
                  <a:pt x="355802" y="7855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229C428D-FBAF-4A2C-8824-E0A3551BB042}"/>
              </a:ext>
            </a:extLst>
          </p:cNvPr>
          <p:cNvSpPr>
            <a:spLocks/>
          </p:cNvSpPr>
          <p:nvPr/>
        </p:nvSpPr>
        <p:spPr>
          <a:xfrm>
            <a:off x="6434575" y="34268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446F1E17-5F77-4EF8-8196-B7BA837F206E}"/>
              </a:ext>
            </a:extLst>
          </p:cNvPr>
          <p:cNvSpPr>
            <a:spLocks/>
          </p:cNvSpPr>
          <p:nvPr/>
        </p:nvSpPr>
        <p:spPr>
          <a:xfrm>
            <a:off x="6511809" y="335061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5B071F3A-18EF-4EAE-AB98-A98C50D59548}"/>
              </a:ext>
            </a:extLst>
          </p:cNvPr>
          <p:cNvSpPr>
            <a:spLocks/>
          </p:cNvSpPr>
          <p:nvPr/>
        </p:nvSpPr>
        <p:spPr>
          <a:xfrm>
            <a:off x="6492548" y="32311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B4DD8737-0B6E-4916-B693-B8F6B24B3EE7}"/>
              </a:ext>
            </a:extLst>
          </p:cNvPr>
          <p:cNvSpPr>
            <a:spLocks/>
          </p:cNvSpPr>
          <p:nvPr/>
        </p:nvSpPr>
        <p:spPr>
          <a:xfrm>
            <a:off x="6650328" y="34116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F2A78117-447F-4B05-A2AB-B2651FAD71BD}"/>
              </a:ext>
            </a:extLst>
          </p:cNvPr>
          <p:cNvSpPr>
            <a:spLocks/>
          </p:cNvSpPr>
          <p:nvPr/>
        </p:nvSpPr>
        <p:spPr>
          <a:xfrm>
            <a:off x="6734649" y="33335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AF22ED37-CB5A-4097-AA47-DDD3705AFB92}"/>
              </a:ext>
            </a:extLst>
          </p:cNvPr>
          <p:cNvSpPr>
            <a:spLocks/>
          </p:cNvSpPr>
          <p:nvPr/>
        </p:nvSpPr>
        <p:spPr>
          <a:xfrm>
            <a:off x="6871875" y="33170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B4CEE4B3-BC84-4297-AD55-D2D319DE3F25}"/>
              </a:ext>
            </a:extLst>
          </p:cNvPr>
          <p:cNvSpPr>
            <a:spLocks/>
          </p:cNvSpPr>
          <p:nvPr/>
        </p:nvSpPr>
        <p:spPr>
          <a:xfrm>
            <a:off x="6894324" y="32855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767C8428-FD52-401F-B6D8-CA80BEFD39B5}"/>
              </a:ext>
            </a:extLst>
          </p:cNvPr>
          <p:cNvSpPr>
            <a:spLocks/>
          </p:cNvSpPr>
          <p:nvPr/>
        </p:nvSpPr>
        <p:spPr>
          <a:xfrm>
            <a:off x="6976883" y="33227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AFC3B0AF-8679-4CEC-9A23-6E5394FECD72}"/>
              </a:ext>
            </a:extLst>
          </p:cNvPr>
          <p:cNvSpPr>
            <a:spLocks/>
          </p:cNvSpPr>
          <p:nvPr/>
        </p:nvSpPr>
        <p:spPr>
          <a:xfrm>
            <a:off x="7098841" y="33080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8F682CF8-A0A4-43D2-B81D-B7B27B6E9D47}"/>
              </a:ext>
            </a:extLst>
          </p:cNvPr>
          <p:cNvSpPr>
            <a:spLocks/>
          </p:cNvSpPr>
          <p:nvPr/>
        </p:nvSpPr>
        <p:spPr>
          <a:xfrm>
            <a:off x="7184504" y="34229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7CD16BF0-EDBC-4416-8BCA-1DE9F35E4948}"/>
              </a:ext>
            </a:extLst>
          </p:cNvPr>
          <p:cNvSpPr>
            <a:spLocks/>
          </p:cNvSpPr>
          <p:nvPr/>
        </p:nvSpPr>
        <p:spPr>
          <a:xfrm>
            <a:off x="7329136" y="34235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26CE1001-460E-41F4-83CC-42AB9DC3827E}"/>
              </a:ext>
            </a:extLst>
          </p:cNvPr>
          <p:cNvSpPr>
            <a:spLocks/>
          </p:cNvSpPr>
          <p:nvPr/>
        </p:nvSpPr>
        <p:spPr>
          <a:xfrm>
            <a:off x="7394914" y="35337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FAE6597E-4C4B-441C-B238-894F766F4DA0}"/>
              </a:ext>
            </a:extLst>
          </p:cNvPr>
          <p:cNvSpPr>
            <a:spLocks/>
          </p:cNvSpPr>
          <p:nvPr/>
        </p:nvSpPr>
        <p:spPr>
          <a:xfrm>
            <a:off x="7537287" y="3548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2E1A122D-50A0-44B0-87B3-B09D0C8CBCB4}"/>
              </a:ext>
            </a:extLst>
          </p:cNvPr>
          <p:cNvSpPr>
            <a:spLocks/>
          </p:cNvSpPr>
          <p:nvPr/>
        </p:nvSpPr>
        <p:spPr>
          <a:xfrm>
            <a:off x="7610259" y="3443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B368F5B9-5E14-4283-A3AD-C035DA676E84}"/>
              </a:ext>
            </a:extLst>
          </p:cNvPr>
          <p:cNvSpPr>
            <a:spLocks/>
          </p:cNvSpPr>
          <p:nvPr/>
        </p:nvSpPr>
        <p:spPr>
          <a:xfrm>
            <a:off x="7545997" y="330246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7A1A035D-E923-4DEC-AC9F-20D18C43850A}"/>
              </a:ext>
            </a:extLst>
          </p:cNvPr>
          <p:cNvSpPr>
            <a:spLocks/>
          </p:cNvSpPr>
          <p:nvPr/>
        </p:nvSpPr>
        <p:spPr>
          <a:xfrm>
            <a:off x="7639767" y="31964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98B41D98-9C10-4A13-B197-13BC1F056FEF}"/>
              </a:ext>
            </a:extLst>
          </p:cNvPr>
          <p:cNvSpPr>
            <a:spLocks/>
          </p:cNvSpPr>
          <p:nvPr/>
        </p:nvSpPr>
        <p:spPr>
          <a:xfrm>
            <a:off x="7776278" y="32090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DAE259C5-C880-4FE9-A21E-B2B069B437A3}"/>
              </a:ext>
            </a:extLst>
          </p:cNvPr>
          <p:cNvSpPr>
            <a:spLocks/>
          </p:cNvSpPr>
          <p:nvPr/>
        </p:nvSpPr>
        <p:spPr>
          <a:xfrm>
            <a:off x="7837421" y="33494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A4994AF7-A001-44C0-8E3D-33164F297B74}"/>
              </a:ext>
            </a:extLst>
          </p:cNvPr>
          <p:cNvSpPr>
            <a:spLocks/>
          </p:cNvSpPr>
          <p:nvPr/>
        </p:nvSpPr>
        <p:spPr>
          <a:xfrm>
            <a:off x="7849811" y="33499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5B88AD2A-824C-42A1-82F7-761592F098F1}"/>
              </a:ext>
            </a:extLst>
          </p:cNvPr>
          <p:cNvSpPr>
            <a:spLocks/>
          </p:cNvSpPr>
          <p:nvPr/>
        </p:nvSpPr>
        <p:spPr>
          <a:xfrm>
            <a:off x="7978156" y="33941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64D2F972-A8EF-49F6-B3B6-C9892A66570F}"/>
              </a:ext>
            </a:extLst>
          </p:cNvPr>
          <p:cNvSpPr>
            <a:spLocks/>
          </p:cNvSpPr>
          <p:nvPr/>
        </p:nvSpPr>
        <p:spPr>
          <a:xfrm>
            <a:off x="8105887" y="33454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39E6C7C6-A47F-45A5-BD37-F9A41E51F13C}"/>
              </a:ext>
            </a:extLst>
          </p:cNvPr>
          <p:cNvSpPr>
            <a:spLocks/>
          </p:cNvSpPr>
          <p:nvPr/>
        </p:nvSpPr>
        <p:spPr>
          <a:xfrm>
            <a:off x="8103672" y="32313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0B2397C7-B145-4715-AFFB-2ACCF5A37641}"/>
              </a:ext>
            </a:extLst>
          </p:cNvPr>
          <p:cNvSpPr>
            <a:spLocks/>
          </p:cNvSpPr>
          <p:nvPr/>
        </p:nvSpPr>
        <p:spPr>
          <a:xfrm>
            <a:off x="8200524" y="33243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27D03A06-7CC1-4E6A-B362-A9B55C6753D7}"/>
              </a:ext>
            </a:extLst>
          </p:cNvPr>
          <p:cNvSpPr>
            <a:spLocks/>
          </p:cNvSpPr>
          <p:nvPr/>
        </p:nvSpPr>
        <p:spPr>
          <a:xfrm>
            <a:off x="8341822" y="33024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2BEA2866-90CB-45FF-B450-D1B7B6AF5C20}"/>
              </a:ext>
            </a:extLst>
          </p:cNvPr>
          <p:cNvSpPr>
            <a:spLocks/>
          </p:cNvSpPr>
          <p:nvPr/>
        </p:nvSpPr>
        <p:spPr>
          <a:xfrm>
            <a:off x="8409287" y="31835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B91350B4-BB18-44DD-8E31-F64A6A9B8B75}"/>
              </a:ext>
            </a:extLst>
          </p:cNvPr>
          <p:cNvSpPr>
            <a:spLocks/>
          </p:cNvSpPr>
          <p:nvPr/>
        </p:nvSpPr>
        <p:spPr>
          <a:xfrm>
            <a:off x="8421722" y="30506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E7A11A9C-C3F2-4CF5-AC6B-A11B4C977149}"/>
              </a:ext>
            </a:extLst>
          </p:cNvPr>
          <p:cNvSpPr>
            <a:spLocks/>
          </p:cNvSpPr>
          <p:nvPr/>
        </p:nvSpPr>
        <p:spPr>
          <a:xfrm>
            <a:off x="8500801" y="30672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9470C067-D8C6-431D-9132-33AD130581B6}"/>
              </a:ext>
            </a:extLst>
          </p:cNvPr>
          <p:cNvSpPr>
            <a:spLocks/>
          </p:cNvSpPr>
          <p:nvPr/>
        </p:nvSpPr>
        <p:spPr>
          <a:xfrm>
            <a:off x="8528562" y="29814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42D41727-F819-480A-9B3E-50699390BB81}"/>
              </a:ext>
            </a:extLst>
          </p:cNvPr>
          <p:cNvSpPr>
            <a:spLocks/>
          </p:cNvSpPr>
          <p:nvPr/>
        </p:nvSpPr>
        <p:spPr>
          <a:xfrm>
            <a:off x="7966306" y="35369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0F8F8E6B-8AEA-495C-B287-BE810BC17687}"/>
              </a:ext>
            </a:extLst>
          </p:cNvPr>
          <p:cNvSpPr>
            <a:spLocks/>
          </p:cNvSpPr>
          <p:nvPr/>
        </p:nvSpPr>
        <p:spPr>
          <a:xfrm>
            <a:off x="7824632" y="35606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D9BF4613-DCD7-4B06-98AF-3A517D9348D5}"/>
              </a:ext>
            </a:extLst>
          </p:cNvPr>
          <p:cNvSpPr>
            <a:spLocks/>
          </p:cNvSpPr>
          <p:nvPr/>
        </p:nvSpPr>
        <p:spPr>
          <a:xfrm>
            <a:off x="7753977" y="34418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1190C942-F84B-4499-A408-B90EFCE33939}"/>
              </a:ext>
            </a:extLst>
          </p:cNvPr>
          <p:cNvSpPr>
            <a:spLocks/>
          </p:cNvSpPr>
          <p:nvPr/>
        </p:nvSpPr>
        <p:spPr>
          <a:xfrm>
            <a:off x="7408178" y="3295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D5451E97-A820-4BBF-B80B-04EE82D90462}"/>
              </a:ext>
            </a:extLst>
          </p:cNvPr>
          <p:cNvSpPr>
            <a:spLocks/>
          </p:cNvSpPr>
          <p:nvPr/>
        </p:nvSpPr>
        <p:spPr>
          <a:xfrm>
            <a:off x="7416524" y="32953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2C196ACE-10E8-47BA-A4D4-037155D53A03}"/>
              </a:ext>
            </a:extLst>
          </p:cNvPr>
          <p:cNvSpPr>
            <a:spLocks/>
          </p:cNvSpPr>
          <p:nvPr/>
        </p:nvSpPr>
        <p:spPr>
          <a:xfrm>
            <a:off x="7320244" y="31751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5DF0B3C6-60F3-42BE-B437-1A4F4810344A}"/>
              </a:ext>
            </a:extLst>
          </p:cNvPr>
          <p:cNvSpPr>
            <a:spLocks/>
          </p:cNvSpPr>
          <p:nvPr/>
        </p:nvSpPr>
        <p:spPr>
          <a:xfrm>
            <a:off x="7177040" y="31795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density_20">
            <a:extLst>
              <a:ext uri="{FF2B5EF4-FFF2-40B4-BE49-F238E27FC236}">
                <a16:creationId xmlns:a16="http://schemas.microsoft.com/office/drawing/2014/main" id="{542E0CFC-6FA5-46E7-9439-979366751EE5}"/>
              </a:ext>
            </a:extLst>
          </p:cNvPr>
          <p:cNvSpPr>
            <a:spLocks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1.82 Å   D 71%   Clash 0</a:t>
            </a:r>
          </a:p>
        </p:txBody>
      </p:sp>
      <p:sp>
        <p:nvSpPr>
          <p:cNvPr id="655" name="stage3-cases-density_21">
            <a:extLst>
              <a:ext uri="{FF2B5EF4-FFF2-40B4-BE49-F238E27FC236}">
                <a16:creationId xmlns:a16="http://schemas.microsoft.com/office/drawing/2014/main" id="{A4407333-0D3F-41D7-B710-539CD1716989}"/>
              </a:ext>
            </a:extLst>
          </p:cNvPr>
          <p:cNvSpPr>
            <a:spLocks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density_22">
            <a:extLst>
              <a:ext uri="{FF2B5EF4-FFF2-40B4-BE49-F238E27FC236}">
                <a16:creationId xmlns:a16="http://schemas.microsoft.com/office/drawing/2014/main" id="{0AEC1B45-C41A-454C-A763-FF7B52FA685D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6156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density_23">
            <a:extLst>
              <a:ext uri="{FF2B5EF4-FFF2-40B4-BE49-F238E27FC236}">
                <a16:creationId xmlns:a16="http://schemas.microsoft.com/office/drawing/2014/main" id="{E18AE652-657F-4C71-9DB1-0D53B9CB75F7}"/>
              </a:ext>
            </a:extLst>
          </p:cNvPr>
          <p:cNvSpPr>
            <a:spLocks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35657ADA-68E3-4A09-A07F-A9C2D09FB5CD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123" y="870605"/>
                </a:moveTo>
                <a:lnTo>
                  <a:pt x="1437389" y="919243"/>
                </a:lnTo>
                <a:moveTo>
                  <a:pt x="1102011" y="592371"/>
                </a:moveTo>
                <a:lnTo>
                  <a:pt x="977447" y="600420"/>
                </a:lnTo>
                <a:moveTo>
                  <a:pt x="472159" y="695578"/>
                </a:moveTo>
                <a:lnTo>
                  <a:pt x="347457" y="651374"/>
                </a:lnTo>
                <a:moveTo>
                  <a:pt x="1228525" y="573336"/>
                </a:moveTo>
                <a:lnTo>
                  <a:pt x="1102011" y="592371"/>
                </a:lnTo>
                <a:moveTo>
                  <a:pt x="1437389" y="919243"/>
                </a:moveTo>
                <a:lnTo>
                  <a:pt x="1315398" y="817916"/>
                </a:lnTo>
                <a:moveTo>
                  <a:pt x="583247" y="650840"/>
                </a:moveTo>
                <a:lnTo>
                  <a:pt x="472159" y="695578"/>
                </a:lnTo>
                <a:moveTo>
                  <a:pt x="1315398" y="817916"/>
                </a:moveTo>
                <a:lnTo>
                  <a:pt x="1342068" y="677191"/>
                </a:lnTo>
                <a:moveTo>
                  <a:pt x="1342068" y="677191"/>
                </a:moveTo>
                <a:lnTo>
                  <a:pt x="1228525" y="573336"/>
                </a:lnTo>
                <a:moveTo>
                  <a:pt x="1315398" y="817916"/>
                </a:moveTo>
                <a:lnTo>
                  <a:pt x="1197368" y="865998"/>
                </a:lnTo>
                <a:moveTo>
                  <a:pt x="1228525" y="573336"/>
                </a:moveTo>
                <a:lnTo>
                  <a:pt x="1287373" y="420242"/>
                </a:lnTo>
                <a:moveTo>
                  <a:pt x="1437389" y="919243"/>
                </a:moveTo>
                <a:lnTo>
                  <a:pt x="1543533" y="931933"/>
                </a:lnTo>
                <a:moveTo>
                  <a:pt x="583247" y="650840"/>
                </a:moveTo>
                <a:lnTo>
                  <a:pt x="629373" y="494841"/>
                </a:lnTo>
                <a:moveTo>
                  <a:pt x="708734" y="744128"/>
                </a:moveTo>
                <a:lnTo>
                  <a:pt x="583247" y="650840"/>
                </a:lnTo>
                <a:moveTo>
                  <a:pt x="911108" y="961581"/>
                </a:moveTo>
                <a:lnTo>
                  <a:pt x="835979" y="962970"/>
                </a:lnTo>
                <a:moveTo>
                  <a:pt x="1287373" y="420242"/>
                </a:moveTo>
                <a:lnTo>
                  <a:pt x="1378200" y="376770"/>
                </a:lnTo>
                <a:moveTo>
                  <a:pt x="699774" y="872786"/>
                </a:moveTo>
                <a:lnTo>
                  <a:pt x="708734" y="744128"/>
                </a:lnTo>
                <a:moveTo>
                  <a:pt x="629373" y="494841"/>
                </a:moveTo>
                <a:lnTo>
                  <a:pt x="674865" y="424046"/>
                </a:lnTo>
                <a:moveTo>
                  <a:pt x="835979" y="962970"/>
                </a:moveTo>
                <a:lnTo>
                  <a:pt x="699774" y="872786"/>
                </a:lnTo>
                <a:moveTo>
                  <a:pt x="699774" y="872786"/>
                </a:moveTo>
                <a:lnTo>
                  <a:pt x="585990" y="918270"/>
                </a:lnTo>
                <a:moveTo>
                  <a:pt x="1378200" y="376770"/>
                </a:moveTo>
                <a:lnTo>
                  <a:pt x="1519807" y="417383"/>
                </a:lnTo>
                <a:moveTo>
                  <a:pt x="1543533" y="931933"/>
                </a:moveTo>
                <a:lnTo>
                  <a:pt x="1476035" y="984238"/>
                </a:lnTo>
                <a:moveTo>
                  <a:pt x="835979" y="962970"/>
                </a:moveTo>
                <a:lnTo>
                  <a:pt x="935524" y="908975"/>
                </a:lnTo>
                <a:moveTo>
                  <a:pt x="1378200" y="376770"/>
                </a:moveTo>
                <a:lnTo>
                  <a:pt x="1347594" y="295450"/>
                </a:lnTo>
                <a:moveTo>
                  <a:pt x="674865" y="424046"/>
                </a:moveTo>
                <a:lnTo>
                  <a:pt x="805149" y="458147"/>
                </a:lnTo>
                <a:moveTo>
                  <a:pt x="674865" y="424046"/>
                </a:moveTo>
                <a:lnTo>
                  <a:pt x="586275" y="325763"/>
                </a:lnTo>
                <a:moveTo>
                  <a:pt x="1519807" y="417383"/>
                </a:moveTo>
                <a:lnTo>
                  <a:pt x="1572544" y="363311"/>
                </a:lnTo>
                <a:moveTo>
                  <a:pt x="1062020" y="1148291"/>
                </a:moveTo>
                <a:lnTo>
                  <a:pt x="1146338" y="1254304"/>
                </a:lnTo>
                <a:moveTo>
                  <a:pt x="1027785" y="1024708"/>
                </a:moveTo>
                <a:lnTo>
                  <a:pt x="1062020" y="1148291"/>
                </a:lnTo>
                <a:moveTo>
                  <a:pt x="935524" y="908975"/>
                </a:moveTo>
                <a:lnTo>
                  <a:pt x="1027785" y="1024708"/>
                </a:lnTo>
                <a:moveTo>
                  <a:pt x="1476035" y="984238"/>
                </a:moveTo>
                <a:lnTo>
                  <a:pt x="1570070" y="949705"/>
                </a:lnTo>
                <a:moveTo>
                  <a:pt x="805149" y="458147"/>
                </a:moveTo>
                <a:lnTo>
                  <a:pt x="846670" y="394955"/>
                </a:lnTo>
                <a:moveTo>
                  <a:pt x="1347594" y="295450"/>
                </a:moveTo>
                <a:lnTo>
                  <a:pt x="1470330" y="288802"/>
                </a:lnTo>
                <a:moveTo>
                  <a:pt x="586275" y="325763"/>
                </a:moveTo>
                <a:lnTo>
                  <a:pt x="626955" y="262014"/>
                </a:lnTo>
                <a:moveTo>
                  <a:pt x="1572544" y="363311"/>
                </a:moveTo>
                <a:lnTo>
                  <a:pt x="1470330" y="288802"/>
                </a:lnTo>
                <a:moveTo>
                  <a:pt x="1146338" y="1254304"/>
                </a:moveTo>
                <a:lnTo>
                  <a:pt x="1197768" y="1237437"/>
                </a:lnTo>
                <a:moveTo>
                  <a:pt x="1027785" y="1024708"/>
                </a:moveTo>
                <a:lnTo>
                  <a:pt x="1080886" y="1010236"/>
                </a:lnTo>
                <a:moveTo>
                  <a:pt x="1570070" y="949705"/>
                </a:moveTo>
                <a:lnTo>
                  <a:pt x="1541079" y="799136"/>
                </a:lnTo>
                <a:moveTo>
                  <a:pt x="846670" y="394955"/>
                </a:moveTo>
                <a:lnTo>
                  <a:pt x="757295" y="296833"/>
                </a:lnTo>
                <a:moveTo>
                  <a:pt x="626955" y="262014"/>
                </a:moveTo>
                <a:lnTo>
                  <a:pt x="757295" y="296833"/>
                </a:lnTo>
                <a:moveTo>
                  <a:pt x="2178005" y="1278528"/>
                </a:moveTo>
                <a:lnTo>
                  <a:pt x="2265394" y="1231192"/>
                </a:lnTo>
                <a:moveTo>
                  <a:pt x="1541079" y="799136"/>
                </a:moveTo>
                <a:lnTo>
                  <a:pt x="1638893" y="760682"/>
                </a:lnTo>
                <a:moveTo>
                  <a:pt x="1165326" y="1115714"/>
                </a:moveTo>
                <a:lnTo>
                  <a:pt x="1197768" y="1237437"/>
                </a:lnTo>
                <a:moveTo>
                  <a:pt x="2265394" y="1231192"/>
                </a:moveTo>
                <a:lnTo>
                  <a:pt x="2418004" y="1288389"/>
                </a:lnTo>
                <a:moveTo>
                  <a:pt x="1080886" y="1010236"/>
                </a:moveTo>
                <a:lnTo>
                  <a:pt x="1165326" y="1115714"/>
                </a:lnTo>
                <a:moveTo>
                  <a:pt x="757295" y="296833"/>
                </a:moveTo>
                <a:lnTo>
                  <a:pt x="798183" y="233450"/>
                </a:lnTo>
                <a:moveTo>
                  <a:pt x="2265394" y="1231192"/>
                </a:moveTo>
                <a:lnTo>
                  <a:pt x="2198373" y="1277253"/>
                </a:lnTo>
                <a:moveTo>
                  <a:pt x="1281440" y="39606"/>
                </a:moveTo>
                <a:lnTo>
                  <a:pt x="1154122" y="112724"/>
                </a:lnTo>
                <a:moveTo>
                  <a:pt x="1936972" y="1223951"/>
                </a:moveTo>
                <a:lnTo>
                  <a:pt x="1831210" y="1146167"/>
                </a:lnTo>
                <a:moveTo>
                  <a:pt x="2059078" y="1203907"/>
                </a:moveTo>
                <a:lnTo>
                  <a:pt x="1936972" y="1223951"/>
                </a:lnTo>
                <a:moveTo>
                  <a:pt x="2198373" y="1277253"/>
                </a:moveTo>
                <a:lnTo>
                  <a:pt x="2059078" y="1203907"/>
                </a:lnTo>
                <a:moveTo>
                  <a:pt x="1154122" y="112724"/>
                </a:moveTo>
                <a:lnTo>
                  <a:pt x="1200166" y="235874"/>
                </a:lnTo>
                <a:moveTo>
                  <a:pt x="1831210" y="1146167"/>
                </a:moveTo>
                <a:lnTo>
                  <a:pt x="1880462" y="1076322"/>
                </a:lnTo>
                <a:moveTo>
                  <a:pt x="2059078" y="1203907"/>
                </a:moveTo>
                <a:lnTo>
                  <a:pt x="2022725" y="1110695"/>
                </a:lnTo>
                <a:moveTo>
                  <a:pt x="2022725" y="1110695"/>
                </a:moveTo>
                <a:lnTo>
                  <a:pt x="1880462" y="1076322"/>
                </a:lnTo>
                <a:moveTo>
                  <a:pt x="375968" y="1019900"/>
                </a:moveTo>
                <a:lnTo>
                  <a:pt x="530559" y="1037221"/>
                </a:lnTo>
                <a:moveTo>
                  <a:pt x="530559" y="1037221"/>
                </a:moveTo>
                <a:lnTo>
                  <a:pt x="570117" y="1180016"/>
                </a:lnTo>
                <a:moveTo>
                  <a:pt x="530559" y="1037221"/>
                </a:moveTo>
                <a:lnTo>
                  <a:pt x="589601" y="916139"/>
                </a:lnTo>
                <a:moveTo>
                  <a:pt x="570117" y="1180016"/>
                </a:moveTo>
                <a:lnTo>
                  <a:pt x="706806" y="1218733"/>
                </a:lnTo>
                <a:moveTo>
                  <a:pt x="589601" y="916139"/>
                </a:moveTo>
                <a:lnTo>
                  <a:pt x="562391" y="767195"/>
                </a:lnTo>
                <a:moveTo>
                  <a:pt x="2173895" y="742913"/>
                </a:moveTo>
                <a:lnTo>
                  <a:pt x="2116488" y="878923"/>
                </a:lnTo>
                <a:moveTo>
                  <a:pt x="562391" y="767195"/>
                </a:moveTo>
                <a:lnTo>
                  <a:pt x="627466" y="651570"/>
                </a:lnTo>
                <a:moveTo>
                  <a:pt x="570117" y="1180016"/>
                </a:moveTo>
                <a:lnTo>
                  <a:pt x="478798" y="1254272"/>
                </a:lnTo>
                <a:moveTo>
                  <a:pt x="2177815" y="957279"/>
                </a:moveTo>
                <a:lnTo>
                  <a:pt x="2116488" y="878923"/>
                </a:lnTo>
                <a:moveTo>
                  <a:pt x="2272731" y="740651"/>
                </a:moveTo>
                <a:lnTo>
                  <a:pt x="2173895" y="742913"/>
                </a:lnTo>
                <a:moveTo>
                  <a:pt x="627466" y="651570"/>
                </a:moveTo>
                <a:lnTo>
                  <a:pt x="564332" y="656728"/>
                </a:lnTo>
                <a:moveTo>
                  <a:pt x="2272562" y="876363"/>
                </a:moveTo>
                <a:lnTo>
                  <a:pt x="2177815" y="957279"/>
                </a:lnTo>
                <a:moveTo>
                  <a:pt x="2368358" y="622801"/>
                </a:moveTo>
                <a:lnTo>
                  <a:pt x="2272731" y="740651"/>
                </a:lnTo>
                <a:moveTo>
                  <a:pt x="2272731" y="740651"/>
                </a:moveTo>
                <a:lnTo>
                  <a:pt x="2272562" y="876363"/>
                </a:lnTo>
                <a:moveTo>
                  <a:pt x="564332" y="656728"/>
                </a:moveTo>
                <a:lnTo>
                  <a:pt x="406513" y="629765"/>
                </a:lnTo>
                <a:moveTo>
                  <a:pt x="2316953" y="554140"/>
                </a:moveTo>
                <a:lnTo>
                  <a:pt x="2368358" y="622801"/>
                </a:lnTo>
                <a:moveTo>
                  <a:pt x="2392343" y="419920"/>
                </a:moveTo>
                <a:lnTo>
                  <a:pt x="2316953" y="554140"/>
                </a:lnTo>
                <a:moveTo>
                  <a:pt x="2316953" y="554140"/>
                </a:moveTo>
                <a:lnTo>
                  <a:pt x="2340119" y="656081"/>
                </a:lnTo>
                <a:moveTo>
                  <a:pt x="2340119" y="656081"/>
                </a:moveTo>
                <a:lnTo>
                  <a:pt x="2461091" y="671833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B5D3B449-1D40-4CA2-ACC1-C423BA97AE16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6207" y="609258"/>
                </a:moveTo>
                <a:lnTo>
                  <a:pt x="1470062" y="625826"/>
                </a:lnTo>
                <a:moveTo>
                  <a:pt x="1086209" y="615393"/>
                </a:moveTo>
                <a:lnTo>
                  <a:pt x="1064293" y="597637"/>
                </a:lnTo>
                <a:moveTo>
                  <a:pt x="1091952" y="586569"/>
                </a:moveTo>
                <a:lnTo>
                  <a:pt x="1064293" y="597637"/>
                </a:lnTo>
                <a:moveTo>
                  <a:pt x="1086209" y="615393"/>
                </a:moveTo>
                <a:lnTo>
                  <a:pt x="1091952" y="586569"/>
                </a:lnTo>
                <a:moveTo>
                  <a:pt x="1546207" y="609258"/>
                </a:moveTo>
                <a:lnTo>
                  <a:pt x="1538542" y="575894"/>
                </a:lnTo>
                <a:moveTo>
                  <a:pt x="1538542" y="575894"/>
                </a:moveTo>
                <a:lnTo>
                  <a:pt x="1470062" y="625826"/>
                </a:lnTo>
                <a:moveTo>
                  <a:pt x="1470062" y="625826"/>
                </a:moveTo>
                <a:lnTo>
                  <a:pt x="1533050" y="578062"/>
                </a:lnTo>
                <a:moveTo>
                  <a:pt x="1572514" y="475429"/>
                </a:moveTo>
                <a:lnTo>
                  <a:pt x="1471998" y="427711"/>
                </a:lnTo>
                <a:moveTo>
                  <a:pt x="1572514" y="475429"/>
                </a:moveTo>
                <a:lnTo>
                  <a:pt x="1489524" y="366750"/>
                </a:lnTo>
                <a:moveTo>
                  <a:pt x="1572514" y="475429"/>
                </a:moveTo>
                <a:lnTo>
                  <a:pt x="1598186" y="380476"/>
                </a:lnTo>
                <a:moveTo>
                  <a:pt x="1471998" y="427711"/>
                </a:moveTo>
                <a:lnTo>
                  <a:pt x="1489524" y="366750"/>
                </a:lnTo>
                <a:moveTo>
                  <a:pt x="1598186" y="380476"/>
                </a:moveTo>
                <a:lnTo>
                  <a:pt x="1489524" y="366750"/>
                </a:lnTo>
                <a:moveTo>
                  <a:pt x="1538542" y="575894"/>
                </a:moveTo>
                <a:lnTo>
                  <a:pt x="1572514" y="475429"/>
                </a:lnTo>
                <a:moveTo>
                  <a:pt x="1572514" y="475429"/>
                </a:moveTo>
                <a:lnTo>
                  <a:pt x="1533050" y="578062"/>
                </a:lnTo>
                <a:moveTo>
                  <a:pt x="1471998" y="427711"/>
                </a:moveTo>
                <a:lnTo>
                  <a:pt x="1434352" y="392757"/>
                </a:lnTo>
                <a:moveTo>
                  <a:pt x="1489524" y="366750"/>
                </a:moveTo>
                <a:lnTo>
                  <a:pt x="1434352" y="392757"/>
                </a:lnTo>
                <a:moveTo>
                  <a:pt x="1572514" y="475429"/>
                </a:moveTo>
                <a:lnTo>
                  <a:pt x="1437704" y="518454"/>
                </a:lnTo>
                <a:moveTo>
                  <a:pt x="1538542" y="575894"/>
                </a:moveTo>
                <a:lnTo>
                  <a:pt x="1533050" y="578062"/>
                </a:lnTo>
                <a:moveTo>
                  <a:pt x="1637859" y="624561"/>
                </a:moveTo>
                <a:lnTo>
                  <a:pt x="1549313" y="582812"/>
                </a:lnTo>
                <a:moveTo>
                  <a:pt x="1677371" y="470354"/>
                </a:moveTo>
                <a:lnTo>
                  <a:pt x="1572514" y="475429"/>
                </a:lnTo>
                <a:moveTo>
                  <a:pt x="1549313" y="582812"/>
                </a:moveTo>
                <a:lnTo>
                  <a:pt x="1538542" y="575894"/>
                </a:lnTo>
                <a:moveTo>
                  <a:pt x="1637859" y="624561"/>
                </a:moveTo>
                <a:lnTo>
                  <a:pt x="1534977" y="584477"/>
                </a:lnTo>
                <a:moveTo>
                  <a:pt x="1437704" y="518454"/>
                </a:moveTo>
                <a:lnTo>
                  <a:pt x="1471998" y="427711"/>
                </a:lnTo>
                <a:moveTo>
                  <a:pt x="1534977" y="584477"/>
                </a:moveTo>
                <a:lnTo>
                  <a:pt x="1533050" y="578062"/>
                </a:lnTo>
                <a:moveTo>
                  <a:pt x="1534977" y="584477"/>
                </a:moveTo>
                <a:lnTo>
                  <a:pt x="1549313" y="582812"/>
                </a:lnTo>
                <a:moveTo>
                  <a:pt x="1677371" y="470354"/>
                </a:moveTo>
                <a:lnTo>
                  <a:pt x="1598186" y="380476"/>
                </a:lnTo>
                <a:moveTo>
                  <a:pt x="1681947" y="454152"/>
                </a:moveTo>
                <a:lnTo>
                  <a:pt x="1598186" y="380476"/>
                </a:lnTo>
                <a:moveTo>
                  <a:pt x="1489524" y="366750"/>
                </a:moveTo>
                <a:lnTo>
                  <a:pt x="1506321" y="274491"/>
                </a:lnTo>
                <a:moveTo>
                  <a:pt x="1641465" y="580703"/>
                </a:moveTo>
                <a:lnTo>
                  <a:pt x="1572514" y="475429"/>
                </a:lnTo>
                <a:moveTo>
                  <a:pt x="1598186" y="380476"/>
                </a:moveTo>
                <a:lnTo>
                  <a:pt x="1506321" y="274491"/>
                </a:lnTo>
                <a:moveTo>
                  <a:pt x="1533050" y="578062"/>
                </a:moveTo>
                <a:lnTo>
                  <a:pt x="1437704" y="518454"/>
                </a:lnTo>
                <a:moveTo>
                  <a:pt x="1534977" y="584477"/>
                </a:moveTo>
                <a:lnTo>
                  <a:pt x="1437704" y="518454"/>
                </a:lnTo>
                <a:moveTo>
                  <a:pt x="1637859" y="624561"/>
                </a:moveTo>
                <a:lnTo>
                  <a:pt x="1502201" y="677903"/>
                </a:lnTo>
                <a:moveTo>
                  <a:pt x="1471998" y="427711"/>
                </a:moveTo>
                <a:lnTo>
                  <a:pt x="1393400" y="471116"/>
                </a:lnTo>
                <a:moveTo>
                  <a:pt x="1502201" y="677903"/>
                </a:moveTo>
                <a:lnTo>
                  <a:pt x="1533050" y="578062"/>
                </a:lnTo>
                <a:moveTo>
                  <a:pt x="1506321" y="274491"/>
                </a:moveTo>
                <a:lnTo>
                  <a:pt x="1434352" y="392757"/>
                </a:lnTo>
                <a:moveTo>
                  <a:pt x="1502201" y="677903"/>
                </a:moveTo>
                <a:lnTo>
                  <a:pt x="1534977" y="584477"/>
                </a:lnTo>
                <a:moveTo>
                  <a:pt x="1641465" y="580703"/>
                </a:moveTo>
                <a:lnTo>
                  <a:pt x="1538542" y="575894"/>
                </a:lnTo>
                <a:moveTo>
                  <a:pt x="1641465" y="580703"/>
                </a:moveTo>
                <a:lnTo>
                  <a:pt x="1549313" y="582812"/>
                </a:lnTo>
                <a:moveTo>
                  <a:pt x="1677371" y="470354"/>
                </a:moveTo>
                <a:lnTo>
                  <a:pt x="1681947" y="454152"/>
                </a:lnTo>
                <a:moveTo>
                  <a:pt x="1393400" y="471116"/>
                </a:moveTo>
                <a:lnTo>
                  <a:pt x="1434352" y="392757"/>
                </a:lnTo>
                <a:moveTo>
                  <a:pt x="1604979" y="698103"/>
                </a:moveTo>
                <a:lnTo>
                  <a:pt x="1637859" y="624561"/>
                </a:lnTo>
                <a:moveTo>
                  <a:pt x="1693434" y="468424"/>
                </a:moveTo>
                <a:lnTo>
                  <a:pt x="1677371" y="470354"/>
                </a:lnTo>
                <a:moveTo>
                  <a:pt x="1693434" y="468424"/>
                </a:moveTo>
                <a:lnTo>
                  <a:pt x="1681947" y="454152"/>
                </a:lnTo>
                <a:moveTo>
                  <a:pt x="1641465" y="580703"/>
                </a:moveTo>
                <a:lnTo>
                  <a:pt x="1677371" y="470354"/>
                </a:lnTo>
                <a:moveTo>
                  <a:pt x="1437704" y="518454"/>
                </a:moveTo>
                <a:lnTo>
                  <a:pt x="1393400" y="471116"/>
                </a:lnTo>
                <a:moveTo>
                  <a:pt x="1641465" y="580703"/>
                </a:moveTo>
                <a:lnTo>
                  <a:pt x="1693434" y="468424"/>
                </a:lnTo>
                <a:moveTo>
                  <a:pt x="997640" y="463394"/>
                </a:moveTo>
                <a:lnTo>
                  <a:pt x="1004063" y="434189"/>
                </a:lnTo>
                <a:moveTo>
                  <a:pt x="1604979" y="698103"/>
                </a:moveTo>
                <a:lnTo>
                  <a:pt x="1502201" y="677903"/>
                </a:lnTo>
                <a:moveTo>
                  <a:pt x="997640" y="463394"/>
                </a:moveTo>
                <a:lnTo>
                  <a:pt x="978660" y="440307"/>
                </a:lnTo>
                <a:moveTo>
                  <a:pt x="1024555" y="453711"/>
                </a:moveTo>
                <a:lnTo>
                  <a:pt x="997640" y="463394"/>
                </a:lnTo>
                <a:moveTo>
                  <a:pt x="1637149" y="562005"/>
                </a:moveTo>
                <a:lnTo>
                  <a:pt x="1549313" y="582812"/>
                </a:lnTo>
                <a:moveTo>
                  <a:pt x="1534977" y="584477"/>
                </a:moveTo>
                <a:lnTo>
                  <a:pt x="1416076" y="543583"/>
                </a:lnTo>
                <a:moveTo>
                  <a:pt x="1637149" y="562005"/>
                </a:moveTo>
                <a:lnTo>
                  <a:pt x="1534977" y="584477"/>
                </a:lnTo>
                <a:moveTo>
                  <a:pt x="1004063" y="434189"/>
                </a:moveTo>
                <a:lnTo>
                  <a:pt x="978660" y="440307"/>
                </a:lnTo>
                <a:moveTo>
                  <a:pt x="997640" y="463394"/>
                </a:moveTo>
                <a:lnTo>
                  <a:pt x="861670" y="520523"/>
                </a:lnTo>
                <a:moveTo>
                  <a:pt x="1024555" y="453711"/>
                </a:moveTo>
                <a:lnTo>
                  <a:pt x="1004063" y="434189"/>
                </a:lnTo>
                <a:moveTo>
                  <a:pt x="963129" y="556770"/>
                </a:moveTo>
                <a:lnTo>
                  <a:pt x="997640" y="463394"/>
                </a:lnTo>
                <a:moveTo>
                  <a:pt x="997640" y="463394"/>
                </a:moveTo>
                <a:lnTo>
                  <a:pt x="874561" y="470638"/>
                </a:lnTo>
                <a:moveTo>
                  <a:pt x="1437704" y="518454"/>
                </a:moveTo>
                <a:lnTo>
                  <a:pt x="1416076" y="543583"/>
                </a:lnTo>
                <a:moveTo>
                  <a:pt x="1493165" y="1078967"/>
                </a:moveTo>
                <a:lnTo>
                  <a:pt x="1508833" y="1026397"/>
                </a:lnTo>
                <a:moveTo>
                  <a:pt x="1534977" y="584477"/>
                </a:moveTo>
                <a:lnTo>
                  <a:pt x="1512685" y="586327"/>
                </a:lnTo>
                <a:moveTo>
                  <a:pt x="1675889" y="553619"/>
                </a:moveTo>
                <a:lnTo>
                  <a:pt x="1693434" y="468424"/>
                </a:lnTo>
                <a:moveTo>
                  <a:pt x="1508833" y="1026397"/>
                </a:moveTo>
                <a:lnTo>
                  <a:pt x="1404948" y="1034245"/>
                </a:lnTo>
                <a:moveTo>
                  <a:pt x="1493165" y="1078967"/>
                </a:moveTo>
                <a:lnTo>
                  <a:pt x="1404948" y="1034245"/>
                </a:lnTo>
                <a:moveTo>
                  <a:pt x="1493165" y="1078967"/>
                </a:moveTo>
                <a:lnTo>
                  <a:pt x="1391627" y="1033244"/>
                </a:lnTo>
                <a:moveTo>
                  <a:pt x="1493165" y="1078967"/>
                </a:moveTo>
                <a:lnTo>
                  <a:pt x="1355673" y="1154619"/>
                </a:lnTo>
                <a:moveTo>
                  <a:pt x="978660" y="440307"/>
                </a:moveTo>
                <a:lnTo>
                  <a:pt x="899594" y="385634"/>
                </a:lnTo>
                <a:moveTo>
                  <a:pt x="874561" y="470638"/>
                </a:moveTo>
                <a:lnTo>
                  <a:pt x="978660" y="440307"/>
                </a:lnTo>
                <a:moveTo>
                  <a:pt x="1675889" y="553619"/>
                </a:moveTo>
                <a:lnTo>
                  <a:pt x="1641465" y="580703"/>
                </a:lnTo>
                <a:moveTo>
                  <a:pt x="963129" y="556770"/>
                </a:moveTo>
                <a:lnTo>
                  <a:pt x="1024555" y="453711"/>
                </a:lnTo>
                <a:moveTo>
                  <a:pt x="1391627" y="1033244"/>
                </a:moveTo>
                <a:lnTo>
                  <a:pt x="1404948" y="1034245"/>
                </a:lnTo>
                <a:moveTo>
                  <a:pt x="1404948" y="1034245"/>
                </a:moveTo>
                <a:lnTo>
                  <a:pt x="1392839" y="1028943"/>
                </a:lnTo>
                <a:moveTo>
                  <a:pt x="1391627" y="1033244"/>
                </a:moveTo>
                <a:lnTo>
                  <a:pt x="1392839" y="1028943"/>
                </a:lnTo>
                <a:moveTo>
                  <a:pt x="1004063" y="434189"/>
                </a:moveTo>
                <a:lnTo>
                  <a:pt x="918717" y="312509"/>
                </a:lnTo>
                <a:moveTo>
                  <a:pt x="1355673" y="1154619"/>
                </a:moveTo>
                <a:lnTo>
                  <a:pt x="1391627" y="1033244"/>
                </a:lnTo>
                <a:moveTo>
                  <a:pt x="1641465" y="580703"/>
                </a:moveTo>
                <a:lnTo>
                  <a:pt x="1637149" y="562005"/>
                </a:lnTo>
                <a:moveTo>
                  <a:pt x="1773072" y="425523"/>
                </a:moveTo>
                <a:lnTo>
                  <a:pt x="1681947" y="454152"/>
                </a:lnTo>
                <a:moveTo>
                  <a:pt x="1004063" y="434189"/>
                </a:moveTo>
                <a:lnTo>
                  <a:pt x="1026071" y="329384"/>
                </a:lnTo>
                <a:moveTo>
                  <a:pt x="978660" y="440307"/>
                </a:moveTo>
                <a:lnTo>
                  <a:pt x="918717" y="312509"/>
                </a:lnTo>
                <a:moveTo>
                  <a:pt x="1535444" y="1072358"/>
                </a:moveTo>
                <a:lnTo>
                  <a:pt x="1508833" y="1026397"/>
                </a:lnTo>
                <a:moveTo>
                  <a:pt x="1535444" y="1072358"/>
                </a:moveTo>
                <a:lnTo>
                  <a:pt x="1493165" y="1078967"/>
                </a:lnTo>
                <a:moveTo>
                  <a:pt x="963129" y="556770"/>
                </a:moveTo>
                <a:lnTo>
                  <a:pt x="861670" y="520523"/>
                </a:lnTo>
                <a:moveTo>
                  <a:pt x="861670" y="520523"/>
                </a:moveTo>
                <a:lnTo>
                  <a:pt x="874561" y="470638"/>
                </a:lnTo>
                <a:moveTo>
                  <a:pt x="1416076" y="543583"/>
                </a:moveTo>
                <a:lnTo>
                  <a:pt x="1393400" y="471116"/>
                </a:lnTo>
                <a:moveTo>
                  <a:pt x="1693434" y="468424"/>
                </a:moveTo>
                <a:lnTo>
                  <a:pt x="1773072" y="425523"/>
                </a:lnTo>
                <a:moveTo>
                  <a:pt x="1458447" y="1174871"/>
                </a:moveTo>
                <a:lnTo>
                  <a:pt x="1493165" y="1078967"/>
                </a:lnTo>
                <a:moveTo>
                  <a:pt x="874561" y="470638"/>
                </a:moveTo>
                <a:lnTo>
                  <a:pt x="899594" y="385634"/>
                </a:lnTo>
                <a:moveTo>
                  <a:pt x="1508833" y="1026397"/>
                </a:moveTo>
                <a:lnTo>
                  <a:pt x="1420080" y="912922"/>
                </a:lnTo>
                <a:moveTo>
                  <a:pt x="826028" y="627669"/>
                </a:moveTo>
                <a:lnTo>
                  <a:pt x="861670" y="520523"/>
                </a:lnTo>
                <a:moveTo>
                  <a:pt x="861670" y="520523"/>
                </a:moveTo>
                <a:lnTo>
                  <a:pt x="846869" y="492135"/>
                </a:lnTo>
                <a:moveTo>
                  <a:pt x="1458447" y="1174871"/>
                </a:moveTo>
                <a:lnTo>
                  <a:pt x="1355673" y="1154619"/>
                </a:lnTo>
                <a:moveTo>
                  <a:pt x="899594" y="385634"/>
                </a:moveTo>
                <a:lnTo>
                  <a:pt x="918717" y="312509"/>
                </a:lnTo>
                <a:moveTo>
                  <a:pt x="963129" y="556770"/>
                </a:moveTo>
                <a:lnTo>
                  <a:pt x="826028" y="627669"/>
                </a:lnTo>
                <a:moveTo>
                  <a:pt x="899594" y="385634"/>
                </a:moveTo>
                <a:lnTo>
                  <a:pt x="846869" y="492135"/>
                </a:lnTo>
                <a:moveTo>
                  <a:pt x="1404948" y="1034245"/>
                </a:moveTo>
                <a:lnTo>
                  <a:pt x="1420080" y="912922"/>
                </a:lnTo>
                <a:moveTo>
                  <a:pt x="874561" y="470638"/>
                </a:moveTo>
                <a:lnTo>
                  <a:pt x="846869" y="492135"/>
                </a:lnTo>
                <a:moveTo>
                  <a:pt x="1392839" y="1028943"/>
                </a:moveTo>
                <a:lnTo>
                  <a:pt x="1420080" y="912922"/>
                </a:lnTo>
                <a:moveTo>
                  <a:pt x="1508833" y="1026397"/>
                </a:moveTo>
                <a:lnTo>
                  <a:pt x="1521750" y="943479"/>
                </a:lnTo>
                <a:moveTo>
                  <a:pt x="1391627" y="1033244"/>
                </a:moveTo>
                <a:lnTo>
                  <a:pt x="1285467" y="1089669"/>
                </a:lnTo>
                <a:moveTo>
                  <a:pt x="1047256" y="550660"/>
                </a:moveTo>
                <a:lnTo>
                  <a:pt x="1024555" y="453711"/>
                </a:lnTo>
                <a:moveTo>
                  <a:pt x="1355673" y="1154619"/>
                </a:moveTo>
                <a:lnTo>
                  <a:pt x="1285467" y="1089669"/>
                </a:lnTo>
                <a:moveTo>
                  <a:pt x="1458447" y="1174871"/>
                </a:moveTo>
                <a:lnTo>
                  <a:pt x="1535444" y="1072358"/>
                </a:lnTo>
                <a:moveTo>
                  <a:pt x="899594" y="385634"/>
                </a:moveTo>
                <a:lnTo>
                  <a:pt x="827014" y="329857"/>
                </a:lnTo>
                <a:moveTo>
                  <a:pt x="1026071" y="329384"/>
                </a:moveTo>
                <a:lnTo>
                  <a:pt x="918717" y="312509"/>
                </a:lnTo>
                <a:moveTo>
                  <a:pt x="1675889" y="553619"/>
                </a:moveTo>
                <a:lnTo>
                  <a:pt x="1637149" y="562005"/>
                </a:lnTo>
                <a:moveTo>
                  <a:pt x="1094754" y="408053"/>
                </a:moveTo>
                <a:lnTo>
                  <a:pt x="1004063" y="434189"/>
                </a:lnTo>
                <a:moveTo>
                  <a:pt x="1392839" y="1028943"/>
                </a:moveTo>
                <a:lnTo>
                  <a:pt x="1299661" y="937335"/>
                </a:lnTo>
                <a:moveTo>
                  <a:pt x="918717" y="312509"/>
                </a:moveTo>
                <a:lnTo>
                  <a:pt x="827014" y="329857"/>
                </a:lnTo>
                <a:moveTo>
                  <a:pt x="1047256" y="550660"/>
                </a:moveTo>
                <a:lnTo>
                  <a:pt x="963129" y="556770"/>
                </a:lnTo>
                <a:moveTo>
                  <a:pt x="1391627" y="1033244"/>
                </a:moveTo>
                <a:lnTo>
                  <a:pt x="1294164" y="940736"/>
                </a:lnTo>
                <a:moveTo>
                  <a:pt x="1392839" y="1028943"/>
                </a:moveTo>
                <a:lnTo>
                  <a:pt x="1294164" y="940736"/>
                </a:lnTo>
                <a:moveTo>
                  <a:pt x="806638" y="685990"/>
                </a:moveTo>
                <a:lnTo>
                  <a:pt x="826028" y="627669"/>
                </a:lnTo>
                <a:moveTo>
                  <a:pt x="1391627" y="1033244"/>
                </a:moveTo>
                <a:lnTo>
                  <a:pt x="1259028" y="1059807"/>
                </a:lnTo>
                <a:moveTo>
                  <a:pt x="846869" y="492135"/>
                </a:moveTo>
                <a:lnTo>
                  <a:pt x="827014" y="329857"/>
                </a:lnTo>
                <a:moveTo>
                  <a:pt x="1024555" y="453711"/>
                </a:moveTo>
                <a:lnTo>
                  <a:pt x="1094754" y="408053"/>
                </a:lnTo>
                <a:moveTo>
                  <a:pt x="1675889" y="553619"/>
                </a:moveTo>
                <a:lnTo>
                  <a:pt x="1773072" y="425523"/>
                </a:lnTo>
                <a:moveTo>
                  <a:pt x="1323389" y="1220911"/>
                </a:moveTo>
                <a:lnTo>
                  <a:pt x="1355673" y="1154619"/>
                </a:lnTo>
                <a:moveTo>
                  <a:pt x="861670" y="520523"/>
                </a:moveTo>
                <a:lnTo>
                  <a:pt x="785043" y="564397"/>
                </a:lnTo>
                <a:moveTo>
                  <a:pt x="930374" y="628798"/>
                </a:moveTo>
                <a:lnTo>
                  <a:pt x="963129" y="556770"/>
                </a:lnTo>
                <a:moveTo>
                  <a:pt x="1512685" y="586327"/>
                </a:moveTo>
                <a:lnTo>
                  <a:pt x="1416076" y="543583"/>
                </a:lnTo>
                <a:moveTo>
                  <a:pt x="1637149" y="562005"/>
                </a:moveTo>
                <a:lnTo>
                  <a:pt x="1512685" y="586327"/>
                </a:lnTo>
                <a:moveTo>
                  <a:pt x="1557886" y="1012752"/>
                </a:moveTo>
                <a:lnTo>
                  <a:pt x="1508833" y="1026397"/>
                </a:lnTo>
                <a:moveTo>
                  <a:pt x="1407912" y="554442"/>
                </a:moveTo>
                <a:lnTo>
                  <a:pt x="1416076" y="543583"/>
                </a:lnTo>
                <a:moveTo>
                  <a:pt x="1313457" y="471927"/>
                </a:moveTo>
                <a:lnTo>
                  <a:pt x="1393400" y="471116"/>
                </a:lnTo>
                <a:moveTo>
                  <a:pt x="1521750" y="943479"/>
                </a:moveTo>
                <a:lnTo>
                  <a:pt x="1420080" y="912922"/>
                </a:lnTo>
                <a:moveTo>
                  <a:pt x="790684" y="731171"/>
                </a:moveTo>
                <a:lnTo>
                  <a:pt x="806638" y="685990"/>
                </a:lnTo>
                <a:moveTo>
                  <a:pt x="1525693" y="1159829"/>
                </a:moveTo>
                <a:lnTo>
                  <a:pt x="1535444" y="1072358"/>
                </a:lnTo>
                <a:moveTo>
                  <a:pt x="1420080" y="912922"/>
                </a:moveTo>
                <a:lnTo>
                  <a:pt x="1299661" y="937335"/>
                </a:lnTo>
                <a:moveTo>
                  <a:pt x="930374" y="628798"/>
                </a:moveTo>
                <a:lnTo>
                  <a:pt x="826028" y="627669"/>
                </a:lnTo>
                <a:moveTo>
                  <a:pt x="1458447" y="1174871"/>
                </a:moveTo>
                <a:lnTo>
                  <a:pt x="1323389" y="1220911"/>
                </a:lnTo>
                <a:moveTo>
                  <a:pt x="1094754" y="408053"/>
                </a:moveTo>
                <a:lnTo>
                  <a:pt x="1026071" y="329384"/>
                </a:lnTo>
                <a:moveTo>
                  <a:pt x="826028" y="627669"/>
                </a:moveTo>
                <a:lnTo>
                  <a:pt x="785043" y="564397"/>
                </a:lnTo>
                <a:moveTo>
                  <a:pt x="1355673" y="1154619"/>
                </a:moveTo>
                <a:lnTo>
                  <a:pt x="1269021" y="1175185"/>
                </a:lnTo>
                <a:moveTo>
                  <a:pt x="785043" y="564397"/>
                </a:moveTo>
                <a:lnTo>
                  <a:pt x="846869" y="492135"/>
                </a:lnTo>
                <a:moveTo>
                  <a:pt x="1525693" y="1159829"/>
                </a:moveTo>
                <a:lnTo>
                  <a:pt x="1458447" y="1174871"/>
                </a:lnTo>
                <a:moveTo>
                  <a:pt x="826958" y="733118"/>
                </a:moveTo>
                <a:lnTo>
                  <a:pt x="806638" y="685990"/>
                </a:lnTo>
                <a:moveTo>
                  <a:pt x="1285467" y="1089669"/>
                </a:moveTo>
                <a:lnTo>
                  <a:pt x="1259028" y="1059807"/>
                </a:lnTo>
                <a:moveTo>
                  <a:pt x="1512685" y="586327"/>
                </a:moveTo>
                <a:lnTo>
                  <a:pt x="1407912" y="554442"/>
                </a:lnTo>
                <a:moveTo>
                  <a:pt x="1535444" y="1072358"/>
                </a:moveTo>
                <a:lnTo>
                  <a:pt x="1557886" y="1012752"/>
                </a:lnTo>
                <a:moveTo>
                  <a:pt x="918717" y="312509"/>
                </a:moveTo>
                <a:lnTo>
                  <a:pt x="926785" y="241265"/>
                </a:lnTo>
                <a:moveTo>
                  <a:pt x="894342" y="740684"/>
                </a:moveTo>
                <a:lnTo>
                  <a:pt x="826028" y="627669"/>
                </a:lnTo>
                <a:moveTo>
                  <a:pt x="1026071" y="329384"/>
                </a:moveTo>
                <a:lnTo>
                  <a:pt x="926785" y="241265"/>
                </a:lnTo>
                <a:moveTo>
                  <a:pt x="1509682" y="586906"/>
                </a:moveTo>
                <a:lnTo>
                  <a:pt x="1512685" y="586327"/>
                </a:lnTo>
                <a:moveTo>
                  <a:pt x="1068321" y="547624"/>
                </a:moveTo>
                <a:lnTo>
                  <a:pt x="1047256" y="550660"/>
                </a:lnTo>
                <a:moveTo>
                  <a:pt x="1299661" y="937335"/>
                </a:moveTo>
                <a:lnTo>
                  <a:pt x="1294164" y="940736"/>
                </a:lnTo>
                <a:moveTo>
                  <a:pt x="1299661" y="937335"/>
                </a:moveTo>
                <a:lnTo>
                  <a:pt x="1296262" y="933315"/>
                </a:lnTo>
                <a:moveTo>
                  <a:pt x="826958" y="733118"/>
                </a:moveTo>
                <a:lnTo>
                  <a:pt x="790684" y="731171"/>
                </a:lnTo>
                <a:moveTo>
                  <a:pt x="1294164" y="940736"/>
                </a:moveTo>
                <a:lnTo>
                  <a:pt x="1296262" y="933315"/>
                </a:lnTo>
                <a:moveTo>
                  <a:pt x="1509682" y="586906"/>
                </a:moveTo>
                <a:lnTo>
                  <a:pt x="1407912" y="554442"/>
                </a:lnTo>
                <a:moveTo>
                  <a:pt x="1259028" y="1059807"/>
                </a:moveTo>
                <a:lnTo>
                  <a:pt x="1294164" y="940736"/>
                </a:lnTo>
                <a:moveTo>
                  <a:pt x="1675889" y="553619"/>
                </a:moveTo>
                <a:lnTo>
                  <a:pt x="1737566" y="505472"/>
                </a:lnTo>
                <a:moveTo>
                  <a:pt x="930374" y="628798"/>
                </a:moveTo>
                <a:lnTo>
                  <a:pt x="1047256" y="550660"/>
                </a:lnTo>
                <a:moveTo>
                  <a:pt x="855775" y="883392"/>
                </a:moveTo>
                <a:lnTo>
                  <a:pt x="790684" y="731171"/>
                </a:lnTo>
                <a:moveTo>
                  <a:pt x="1047256" y="550660"/>
                </a:moveTo>
                <a:lnTo>
                  <a:pt x="1094754" y="408053"/>
                </a:lnTo>
                <a:moveTo>
                  <a:pt x="894342" y="740684"/>
                </a:moveTo>
                <a:lnTo>
                  <a:pt x="806638" y="685990"/>
                </a:lnTo>
                <a:moveTo>
                  <a:pt x="1426580" y="1236093"/>
                </a:moveTo>
                <a:lnTo>
                  <a:pt x="1458447" y="1174871"/>
                </a:lnTo>
                <a:moveTo>
                  <a:pt x="1416076" y="543583"/>
                </a:moveTo>
                <a:lnTo>
                  <a:pt x="1313457" y="471927"/>
                </a:lnTo>
                <a:moveTo>
                  <a:pt x="1700316" y="306287"/>
                </a:moveTo>
                <a:lnTo>
                  <a:pt x="1617991" y="229154"/>
                </a:lnTo>
                <a:moveTo>
                  <a:pt x="855775" y="883392"/>
                </a:moveTo>
                <a:lnTo>
                  <a:pt x="826958" y="733118"/>
                </a:lnTo>
                <a:moveTo>
                  <a:pt x="1068321" y="547624"/>
                </a:moveTo>
                <a:lnTo>
                  <a:pt x="1094754" y="408053"/>
                </a:lnTo>
                <a:moveTo>
                  <a:pt x="1269021" y="1175185"/>
                </a:moveTo>
                <a:lnTo>
                  <a:pt x="1285467" y="1089669"/>
                </a:lnTo>
                <a:moveTo>
                  <a:pt x="1420080" y="912922"/>
                </a:moveTo>
                <a:lnTo>
                  <a:pt x="1318154" y="831158"/>
                </a:lnTo>
                <a:moveTo>
                  <a:pt x="1557886" y="1012752"/>
                </a:moveTo>
                <a:lnTo>
                  <a:pt x="1521750" y="943479"/>
                </a:lnTo>
                <a:moveTo>
                  <a:pt x="756261" y="823485"/>
                </a:moveTo>
                <a:lnTo>
                  <a:pt x="790684" y="731171"/>
                </a:lnTo>
                <a:moveTo>
                  <a:pt x="1068321" y="547624"/>
                </a:moveTo>
                <a:lnTo>
                  <a:pt x="1103314" y="418750"/>
                </a:lnTo>
                <a:moveTo>
                  <a:pt x="1420080" y="912922"/>
                </a:moveTo>
                <a:lnTo>
                  <a:pt x="1425029" y="849185"/>
                </a:lnTo>
                <a:moveTo>
                  <a:pt x="1026071" y="329384"/>
                </a:moveTo>
                <a:lnTo>
                  <a:pt x="1017258" y="298780"/>
                </a:lnTo>
                <a:moveTo>
                  <a:pt x="1407912" y="554442"/>
                </a:moveTo>
                <a:lnTo>
                  <a:pt x="1272435" y="605570"/>
                </a:lnTo>
                <a:moveTo>
                  <a:pt x="1737566" y="505472"/>
                </a:moveTo>
                <a:lnTo>
                  <a:pt x="1773072" y="425523"/>
                </a:lnTo>
                <a:moveTo>
                  <a:pt x="887953" y="765553"/>
                </a:moveTo>
                <a:lnTo>
                  <a:pt x="826958" y="733118"/>
                </a:lnTo>
                <a:moveTo>
                  <a:pt x="1675889" y="553619"/>
                </a:moveTo>
                <a:lnTo>
                  <a:pt x="1624502" y="540635"/>
                </a:lnTo>
                <a:moveTo>
                  <a:pt x="1103314" y="418750"/>
                </a:moveTo>
                <a:lnTo>
                  <a:pt x="1094754" y="408053"/>
                </a:lnTo>
                <a:moveTo>
                  <a:pt x="894342" y="740684"/>
                </a:moveTo>
                <a:lnTo>
                  <a:pt x="826958" y="733118"/>
                </a:lnTo>
                <a:moveTo>
                  <a:pt x="855775" y="883392"/>
                </a:moveTo>
                <a:lnTo>
                  <a:pt x="887953" y="765553"/>
                </a:lnTo>
                <a:moveTo>
                  <a:pt x="1009988" y="630094"/>
                </a:moveTo>
                <a:lnTo>
                  <a:pt x="1047256" y="550660"/>
                </a:lnTo>
                <a:moveTo>
                  <a:pt x="1407912" y="554442"/>
                </a:moveTo>
                <a:lnTo>
                  <a:pt x="1313457" y="471927"/>
                </a:lnTo>
                <a:moveTo>
                  <a:pt x="1637149" y="562005"/>
                </a:moveTo>
                <a:lnTo>
                  <a:pt x="1624502" y="540635"/>
                </a:lnTo>
                <a:moveTo>
                  <a:pt x="1407912" y="554442"/>
                </a:moveTo>
                <a:lnTo>
                  <a:pt x="1309350" y="473378"/>
                </a:lnTo>
                <a:moveTo>
                  <a:pt x="1521750" y="943479"/>
                </a:moveTo>
                <a:lnTo>
                  <a:pt x="1425029" y="849185"/>
                </a:lnTo>
                <a:moveTo>
                  <a:pt x="894342" y="740684"/>
                </a:moveTo>
                <a:lnTo>
                  <a:pt x="930374" y="628798"/>
                </a:lnTo>
                <a:moveTo>
                  <a:pt x="1269021" y="1175185"/>
                </a:moveTo>
                <a:lnTo>
                  <a:pt x="1259028" y="1059807"/>
                </a:lnTo>
                <a:moveTo>
                  <a:pt x="1299661" y="937335"/>
                </a:moveTo>
                <a:lnTo>
                  <a:pt x="1318154" y="831158"/>
                </a:lnTo>
                <a:moveTo>
                  <a:pt x="1773072" y="425523"/>
                </a:moveTo>
                <a:lnTo>
                  <a:pt x="1716561" y="342858"/>
                </a:lnTo>
                <a:moveTo>
                  <a:pt x="1171585" y="561924"/>
                </a:moveTo>
                <a:lnTo>
                  <a:pt x="1068321" y="547624"/>
                </a:lnTo>
                <a:moveTo>
                  <a:pt x="790684" y="731171"/>
                </a:moveTo>
                <a:lnTo>
                  <a:pt x="723423" y="793199"/>
                </a:lnTo>
                <a:moveTo>
                  <a:pt x="958137" y="908662"/>
                </a:moveTo>
                <a:lnTo>
                  <a:pt x="855775" y="883392"/>
                </a:lnTo>
                <a:moveTo>
                  <a:pt x="1031740" y="323489"/>
                </a:moveTo>
                <a:lnTo>
                  <a:pt x="1026071" y="329384"/>
                </a:lnTo>
                <a:moveTo>
                  <a:pt x="1296262" y="933315"/>
                </a:moveTo>
                <a:lnTo>
                  <a:pt x="1318154" y="831158"/>
                </a:lnTo>
                <a:moveTo>
                  <a:pt x="855775" y="883392"/>
                </a:moveTo>
                <a:lnTo>
                  <a:pt x="756261" y="823485"/>
                </a:lnTo>
                <a:moveTo>
                  <a:pt x="1294164" y="940736"/>
                </a:moveTo>
                <a:lnTo>
                  <a:pt x="1220822" y="1004629"/>
                </a:lnTo>
                <a:moveTo>
                  <a:pt x="1296262" y="933315"/>
                </a:moveTo>
                <a:lnTo>
                  <a:pt x="1220822" y="1004629"/>
                </a:lnTo>
                <a:moveTo>
                  <a:pt x="1525693" y="1159829"/>
                </a:moveTo>
                <a:lnTo>
                  <a:pt x="1557886" y="1012752"/>
                </a:lnTo>
                <a:moveTo>
                  <a:pt x="1259028" y="1059807"/>
                </a:moveTo>
                <a:lnTo>
                  <a:pt x="1220822" y="1004629"/>
                </a:lnTo>
                <a:moveTo>
                  <a:pt x="1323389" y="1220911"/>
                </a:moveTo>
                <a:lnTo>
                  <a:pt x="1269021" y="1175185"/>
                </a:lnTo>
                <a:moveTo>
                  <a:pt x="1034783" y="629164"/>
                </a:moveTo>
                <a:lnTo>
                  <a:pt x="1047256" y="550660"/>
                </a:lnTo>
                <a:moveTo>
                  <a:pt x="1296262" y="933315"/>
                </a:moveTo>
                <a:lnTo>
                  <a:pt x="1198920" y="846989"/>
                </a:lnTo>
                <a:moveTo>
                  <a:pt x="1296262" y="933315"/>
                </a:moveTo>
                <a:lnTo>
                  <a:pt x="1202824" y="833487"/>
                </a:lnTo>
                <a:moveTo>
                  <a:pt x="887953" y="765553"/>
                </a:moveTo>
                <a:lnTo>
                  <a:pt x="894342" y="740684"/>
                </a:lnTo>
                <a:moveTo>
                  <a:pt x="1375092" y="627254"/>
                </a:moveTo>
                <a:lnTo>
                  <a:pt x="1407912" y="554442"/>
                </a:lnTo>
                <a:moveTo>
                  <a:pt x="1426580" y="1236093"/>
                </a:moveTo>
                <a:lnTo>
                  <a:pt x="1323389" y="1220911"/>
                </a:lnTo>
                <a:moveTo>
                  <a:pt x="958137" y="908662"/>
                </a:moveTo>
                <a:lnTo>
                  <a:pt x="887953" y="765553"/>
                </a:lnTo>
                <a:moveTo>
                  <a:pt x="1009988" y="630094"/>
                </a:moveTo>
                <a:lnTo>
                  <a:pt x="930374" y="628798"/>
                </a:lnTo>
                <a:moveTo>
                  <a:pt x="1171585" y="561924"/>
                </a:moveTo>
                <a:lnTo>
                  <a:pt x="1103314" y="418750"/>
                </a:lnTo>
                <a:moveTo>
                  <a:pt x="1426580" y="1236093"/>
                </a:moveTo>
                <a:lnTo>
                  <a:pt x="1525693" y="1159829"/>
                </a:lnTo>
                <a:moveTo>
                  <a:pt x="1624502" y="540635"/>
                </a:moveTo>
                <a:lnTo>
                  <a:pt x="1512685" y="586327"/>
                </a:lnTo>
                <a:moveTo>
                  <a:pt x="1034783" y="629164"/>
                </a:moveTo>
                <a:lnTo>
                  <a:pt x="1068321" y="547624"/>
                </a:lnTo>
                <a:moveTo>
                  <a:pt x="821290" y="976458"/>
                </a:moveTo>
                <a:lnTo>
                  <a:pt x="855775" y="883392"/>
                </a:lnTo>
                <a:moveTo>
                  <a:pt x="1509682" y="586906"/>
                </a:moveTo>
                <a:lnTo>
                  <a:pt x="1375092" y="627254"/>
                </a:lnTo>
                <a:moveTo>
                  <a:pt x="1521750" y="943479"/>
                </a:moveTo>
                <a:lnTo>
                  <a:pt x="1517400" y="902134"/>
                </a:lnTo>
                <a:moveTo>
                  <a:pt x="1851910" y="561651"/>
                </a:moveTo>
                <a:lnTo>
                  <a:pt x="1866861" y="507810"/>
                </a:lnTo>
                <a:moveTo>
                  <a:pt x="1272435" y="605570"/>
                </a:moveTo>
                <a:lnTo>
                  <a:pt x="1171585" y="561924"/>
                </a:lnTo>
                <a:moveTo>
                  <a:pt x="1262789" y="637298"/>
                </a:moveTo>
                <a:lnTo>
                  <a:pt x="1272435" y="605570"/>
                </a:lnTo>
                <a:moveTo>
                  <a:pt x="935680" y="977805"/>
                </a:moveTo>
                <a:lnTo>
                  <a:pt x="958137" y="908662"/>
                </a:lnTo>
                <a:moveTo>
                  <a:pt x="982188" y="814014"/>
                </a:moveTo>
                <a:lnTo>
                  <a:pt x="887953" y="765553"/>
                </a:lnTo>
                <a:moveTo>
                  <a:pt x="1617991" y="229154"/>
                </a:moveTo>
                <a:lnTo>
                  <a:pt x="1604074" y="210839"/>
                </a:lnTo>
                <a:moveTo>
                  <a:pt x="1624502" y="540635"/>
                </a:moveTo>
                <a:lnTo>
                  <a:pt x="1509682" y="586906"/>
                </a:lnTo>
                <a:moveTo>
                  <a:pt x="1458400" y="1230495"/>
                </a:moveTo>
                <a:lnTo>
                  <a:pt x="1525693" y="1159829"/>
                </a:lnTo>
                <a:moveTo>
                  <a:pt x="1190191" y="484927"/>
                </a:moveTo>
                <a:lnTo>
                  <a:pt x="1103314" y="418750"/>
                </a:lnTo>
                <a:moveTo>
                  <a:pt x="1235514" y="728266"/>
                </a:moveTo>
                <a:lnTo>
                  <a:pt x="1262789" y="637298"/>
                </a:lnTo>
                <a:moveTo>
                  <a:pt x="998104" y="748922"/>
                </a:moveTo>
                <a:lnTo>
                  <a:pt x="930374" y="628798"/>
                </a:lnTo>
                <a:moveTo>
                  <a:pt x="1272435" y="605570"/>
                </a:moveTo>
                <a:lnTo>
                  <a:pt x="1309350" y="473378"/>
                </a:lnTo>
                <a:moveTo>
                  <a:pt x="983798" y="1214097"/>
                </a:moveTo>
                <a:lnTo>
                  <a:pt x="982444" y="1181807"/>
                </a:lnTo>
                <a:moveTo>
                  <a:pt x="983798" y="1214097"/>
                </a:moveTo>
                <a:lnTo>
                  <a:pt x="986546" y="1182499"/>
                </a:lnTo>
                <a:moveTo>
                  <a:pt x="987431" y="1183263"/>
                </a:moveTo>
                <a:lnTo>
                  <a:pt x="983798" y="1214097"/>
                </a:lnTo>
                <a:moveTo>
                  <a:pt x="1566637" y="1129248"/>
                </a:moveTo>
                <a:lnTo>
                  <a:pt x="1525693" y="1159829"/>
                </a:lnTo>
                <a:moveTo>
                  <a:pt x="983798" y="1214097"/>
                </a:moveTo>
                <a:lnTo>
                  <a:pt x="985434" y="1185176"/>
                </a:lnTo>
                <a:moveTo>
                  <a:pt x="958137" y="908662"/>
                </a:moveTo>
                <a:lnTo>
                  <a:pt x="982188" y="814014"/>
                </a:lnTo>
                <a:moveTo>
                  <a:pt x="958137" y="908662"/>
                </a:moveTo>
                <a:lnTo>
                  <a:pt x="831744" y="981314"/>
                </a:lnTo>
                <a:moveTo>
                  <a:pt x="739708" y="641476"/>
                </a:moveTo>
                <a:lnTo>
                  <a:pt x="785043" y="564397"/>
                </a:lnTo>
                <a:moveTo>
                  <a:pt x="958137" y="908662"/>
                </a:moveTo>
                <a:lnTo>
                  <a:pt x="821290" y="976458"/>
                </a:lnTo>
                <a:moveTo>
                  <a:pt x="756261" y="823485"/>
                </a:moveTo>
                <a:lnTo>
                  <a:pt x="723423" y="793199"/>
                </a:lnTo>
                <a:moveTo>
                  <a:pt x="821290" y="976458"/>
                </a:moveTo>
                <a:lnTo>
                  <a:pt x="756261" y="823485"/>
                </a:lnTo>
                <a:moveTo>
                  <a:pt x="1716561" y="342858"/>
                </a:moveTo>
                <a:lnTo>
                  <a:pt x="1700316" y="306287"/>
                </a:lnTo>
                <a:moveTo>
                  <a:pt x="1851910" y="561651"/>
                </a:moveTo>
                <a:lnTo>
                  <a:pt x="1815719" y="528297"/>
                </a:lnTo>
                <a:moveTo>
                  <a:pt x="1272435" y="605570"/>
                </a:moveTo>
                <a:lnTo>
                  <a:pt x="1143386" y="649433"/>
                </a:lnTo>
                <a:moveTo>
                  <a:pt x="1589104" y="552432"/>
                </a:moveTo>
                <a:lnTo>
                  <a:pt x="1509682" y="586906"/>
                </a:lnTo>
                <a:moveTo>
                  <a:pt x="921683" y="1025678"/>
                </a:moveTo>
                <a:lnTo>
                  <a:pt x="935680" y="977805"/>
                </a:lnTo>
                <a:moveTo>
                  <a:pt x="1309350" y="473378"/>
                </a:moveTo>
                <a:lnTo>
                  <a:pt x="1313457" y="471927"/>
                </a:lnTo>
                <a:moveTo>
                  <a:pt x="1143386" y="649433"/>
                </a:moveTo>
                <a:lnTo>
                  <a:pt x="1171585" y="561924"/>
                </a:lnTo>
                <a:moveTo>
                  <a:pt x="1262789" y="637298"/>
                </a:moveTo>
                <a:lnTo>
                  <a:pt x="1143386" y="649433"/>
                </a:lnTo>
                <a:moveTo>
                  <a:pt x="1866861" y="507810"/>
                </a:moveTo>
                <a:lnTo>
                  <a:pt x="1815719" y="528297"/>
                </a:lnTo>
                <a:moveTo>
                  <a:pt x="1227854" y="1112606"/>
                </a:moveTo>
                <a:lnTo>
                  <a:pt x="1259028" y="1059807"/>
                </a:lnTo>
                <a:moveTo>
                  <a:pt x="1094754" y="408053"/>
                </a:moveTo>
                <a:lnTo>
                  <a:pt x="1031740" y="323489"/>
                </a:lnTo>
                <a:moveTo>
                  <a:pt x="998104" y="748922"/>
                </a:moveTo>
                <a:lnTo>
                  <a:pt x="887953" y="765553"/>
                </a:lnTo>
                <a:moveTo>
                  <a:pt x="1235514" y="728266"/>
                </a:moveTo>
                <a:lnTo>
                  <a:pt x="1143386" y="649433"/>
                </a:lnTo>
                <a:moveTo>
                  <a:pt x="1202824" y="833487"/>
                </a:moveTo>
                <a:lnTo>
                  <a:pt x="1235514" y="728266"/>
                </a:lnTo>
                <a:moveTo>
                  <a:pt x="1017258" y="298780"/>
                </a:moveTo>
                <a:lnTo>
                  <a:pt x="926785" y="241265"/>
                </a:lnTo>
                <a:moveTo>
                  <a:pt x="1272435" y="605570"/>
                </a:moveTo>
                <a:lnTo>
                  <a:pt x="1190191" y="484927"/>
                </a:lnTo>
                <a:moveTo>
                  <a:pt x="1375092" y="627254"/>
                </a:moveTo>
                <a:lnTo>
                  <a:pt x="1272435" y="605570"/>
                </a:lnTo>
                <a:moveTo>
                  <a:pt x="1539443" y="941205"/>
                </a:moveTo>
                <a:lnTo>
                  <a:pt x="1521750" y="943479"/>
                </a:lnTo>
                <a:moveTo>
                  <a:pt x="1425029" y="849185"/>
                </a:moveTo>
                <a:lnTo>
                  <a:pt x="1318154" y="831158"/>
                </a:lnTo>
                <a:moveTo>
                  <a:pt x="935680" y="977805"/>
                </a:moveTo>
                <a:lnTo>
                  <a:pt x="831744" y="981314"/>
                </a:lnTo>
                <a:moveTo>
                  <a:pt x="921683" y="1025678"/>
                </a:moveTo>
                <a:lnTo>
                  <a:pt x="831744" y="981314"/>
                </a:lnTo>
                <a:moveTo>
                  <a:pt x="1171585" y="561924"/>
                </a:moveTo>
                <a:lnTo>
                  <a:pt x="1190191" y="484927"/>
                </a:lnTo>
                <a:moveTo>
                  <a:pt x="1171585" y="561924"/>
                </a:moveTo>
                <a:lnTo>
                  <a:pt x="1100106" y="656414"/>
                </a:lnTo>
                <a:moveTo>
                  <a:pt x="1375092" y="627254"/>
                </a:moveTo>
                <a:lnTo>
                  <a:pt x="1262789" y="637298"/>
                </a:lnTo>
                <a:moveTo>
                  <a:pt x="1171585" y="561924"/>
                </a:moveTo>
                <a:lnTo>
                  <a:pt x="1034783" y="629164"/>
                </a:lnTo>
                <a:moveTo>
                  <a:pt x="1318154" y="831158"/>
                </a:moveTo>
                <a:lnTo>
                  <a:pt x="1202824" y="833487"/>
                </a:lnTo>
                <a:moveTo>
                  <a:pt x="1296262" y="933315"/>
                </a:moveTo>
                <a:lnTo>
                  <a:pt x="1164711" y="936691"/>
                </a:lnTo>
                <a:moveTo>
                  <a:pt x="1737566" y="505472"/>
                </a:moveTo>
                <a:lnTo>
                  <a:pt x="1716561" y="342858"/>
                </a:lnTo>
                <a:moveTo>
                  <a:pt x="1235514" y="728266"/>
                </a:moveTo>
                <a:lnTo>
                  <a:pt x="1185153" y="837732"/>
                </a:lnTo>
                <a:moveTo>
                  <a:pt x="998104" y="748922"/>
                </a:moveTo>
                <a:lnTo>
                  <a:pt x="894342" y="740684"/>
                </a:lnTo>
                <a:moveTo>
                  <a:pt x="1313457" y="471927"/>
                </a:moveTo>
                <a:lnTo>
                  <a:pt x="1311145" y="461117"/>
                </a:lnTo>
                <a:moveTo>
                  <a:pt x="1103314" y="418750"/>
                </a:moveTo>
                <a:lnTo>
                  <a:pt x="1031740" y="323489"/>
                </a:lnTo>
                <a:moveTo>
                  <a:pt x="1235514" y="728266"/>
                </a:moveTo>
                <a:lnTo>
                  <a:pt x="1135692" y="672106"/>
                </a:lnTo>
                <a:moveTo>
                  <a:pt x="1309350" y="473378"/>
                </a:moveTo>
                <a:lnTo>
                  <a:pt x="1311145" y="461117"/>
                </a:lnTo>
                <a:moveTo>
                  <a:pt x="1965432" y="924809"/>
                </a:moveTo>
                <a:lnTo>
                  <a:pt x="1978951" y="904293"/>
                </a:lnTo>
                <a:moveTo>
                  <a:pt x="1566637" y="1129248"/>
                </a:moveTo>
                <a:lnTo>
                  <a:pt x="1557886" y="1012752"/>
                </a:lnTo>
                <a:moveTo>
                  <a:pt x="982444" y="1181807"/>
                </a:moveTo>
                <a:lnTo>
                  <a:pt x="921683" y="1025678"/>
                </a:lnTo>
                <a:moveTo>
                  <a:pt x="785043" y="564397"/>
                </a:moveTo>
                <a:lnTo>
                  <a:pt x="766034" y="492686"/>
                </a:lnTo>
                <a:moveTo>
                  <a:pt x="1309350" y="473378"/>
                </a:moveTo>
                <a:lnTo>
                  <a:pt x="1190191" y="484927"/>
                </a:lnTo>
                <a:moveTo>
                  <a:pt x="1338281" y="748609"/>
                </a:moveTo>
                <a:lnTo>
                  <a:pt x="1262789" y="637298"/>
                </a:lnTo>
                <a:moveTo>
                  <a:pt x="1198920" y="846989"/>
                </a:moveTo>
                <a:lnTo>
                  <a:pt x="1202824" y="833487"/>
                </a:lnTo>
                <a:moveTo>
                  <a:pt x="831744" y="981314"/>
                </a:moveTo>
                <a:lnTo>
                  <a:pt x="821290" y="976458"/>
                </a:lnTo>
                <a:moveTo>
                  <a:pt x="1478887" y="635087"/>
                </a:moveTo>
                <a:lnTo>
                  <a:pt x="1509682" y="586906"/>
                </a:lnTo>
                <a:moveTo>
                  <a:pt x="1034783" y="629164"/>
                </a:moveTo>
                <a:lnTo>
                  <a:pt x="1009988" y="630094"/>
                </a:lnTo>
                <a:moveTo>
                  <a:pt x="1354710" y="691327"/>
                </a:moveTo>
                <a:lnTo>
                  <a:pt x="1262789" y="637298"/>
                </a:lnTo>
                <a:moveTo>
                  <a:pt x="1259028" y="1059807"/>
                </a:moveTo>
                <a:lnTo>
                  <a:pt x="1212453" y="1092504"/>
                </a:lnTo>
                <a:moveTo>
                  <a:pt x="1027139" y="653970"/>
                </a:moveTo>
                <a:lnTo>
                  <a:pt x="1009988" y="630094"/>
                </a:lnTo>
                <a:moveTo>
                  <a:pt x="1458400" y="1230495"/>
                </a:moveTo>
                <a:lnTo>
                  <a:pt x="1426580" y="1236093"/>
                </a:lnTo>
                <a:moveTo>
                  <a:pt x="1338281" y="748609"/>
                </a:moveTo>
                <a:lnTo>
                  <a:pt x="1235514" y="728266"/>
                </a:lnTo>
                <a:moveTo>
                  <a:pt x="1198920" y="846989"/>
                </a:moveTo>
                <a:lnTo>
                  <a:pt x="1185153" y="837732"/>
                </a:lnTo>
                <a:moveTo>
                  <a:pt x="1202824" y="833487"/>
                </a:moveTo>
                <a:lnTo>
                  <a:pt x="1185153" y="837732"/>
                </a:lnTo>
                <a:moveTo>
                  <a:pt x="1323389" y="1220911"/>
                </a:moveTo>
                <a:lnTo>
                  <a:pt x="1295303" y="1265152"/>
                </a:lnTo>
                <a:moveTo>
                  <a:pt x="1579508" y="1079760"/>
                </a:moveTo>
                <a:lnTo>
                  <a:pt x="1557886" y="1012752"/>
                </a:lnTo>
                <a:moveTo>
                  <a:pt x="1135692" y="672106"/>
                </a:moveTo>
                <a:lnTo>
                  <a:pt x="1143386" y="649433"/>
                </a:lnTo>
                <a:moveTo>
                  <a:pt x="1062460" y="910079"/>
                </a:moveTo>
                <a:lnTo>
                  <a:pt x="958137" y="908662"/>
                </a:lnTo>
                <a:moveTo>
                  <a:pt x="1313457" y="471927"/>
                </a:moveTo>
                <a:lnTo>
                  <a:pt x="1373911" y="333104"/>
                </a:lnTo>
                <a:moveTo>
                  <a:pt x="1143386" y="649433"/>
                </a:moveTo>
                <a:lnTo>
                  <a:pt x="1100106" y="656414"/>
                </a:lnTo>
                <a:moveTo>
                  <a:pt x="1318154" y="831158"/>
                </a:moveTo>
                <a:lnTo>
                  <a:pt x="1338281" y="748609"/>
                </a:lnTo>
                <a:moveTo>
                  <a:pt x="1624502" y="540635"/>
                </a:moveTo>
                <a:lnTo>
                  <a:pt x="1737566" y="505472"/>
                </a:lnTo>
                <a:moveTo>
                  <a:pt x="998104" y="748922"/>
                </a:moveTo>
                <a:lnTo>
                  <a:pt x="1009988" y="630094"/>
                </a:lnTo>
                <a:moveTo>
                  <a:pt x="974960" y="1023142"/>
                </a:moveTo>
                <a:lnTo>
                  <a:pt x="935680" y="977805"/>
                </a:lnTo>
                <a:moveTo>
                  <a:pt x="921683" y="1025678"/>
                </a:moveTo>
                <a:lnTo>
                  <a:pt x="974960" y="1023142"/>
                </a:lnTo>
                <a:moveTo>
                  <a:pt x="1235514" y="728266"/>
                </a:moveTo>
                <a:lnTo>
                  <a:pt x="1099531" y="785564"/>
                </a:lnTo>
                <a:moveTo>
                  <a:pt x="986546" y="1182499"/>
                </a:moveTo>
                <a:lnTo>
                  <a:pt x="982444" y="1181807"/>
                </a:lnTo>
                <a:moveTo>
                  <a:pt x="1135692" y="672106"/>
                </a:moveTo>
                <a:lnTo>
                  <a:pt x="1100106" y="656414"/>
                </a:lnTo>
                <a:moveTo>
                  <a:pt x="987431" y="1183263"/>
                </a:moveTo>
                <a:lnTo>
                  <a:pt x="986546" y="1182499"/>
                </a:lnTo>
                <a:moveTo>
                  <a:pt x="1100106" y="656414"/>
                </a:moveTo>
                <a:lnTo>
                  <a:pt x="1034783" y="629164"/>
                </a:lnTo>
                <a:moveTo>
                  <a:pt x="1855314" y="520257"/>
                </a:moveTo>
                <a:lnTo>
                  <a:pt x="1866861" y="507810"/>
                </a:lnTo>
                <a:moveTo>
                  <a:pt x="1691106" y="303294"/>
                </a:moveTo>
                <a:lnTo>
                  <a:pt x="1700316" y="306287"/>
                </a:lnTo>
                <a:moveTo>
                  <a:pt x="985434" y="1185176"/>
                </a:moveTo>
                <a:lnTo>
                  <a:pt x="982444" y="1181807"/>
                </a:lnTo>
                <a:moveTo>
                  <a:pt x="1338281" y="748609"/>
                </a:moveTo>
                <a:lnTo>
                  <a:pt x="1202824" y="833487"/>
                </a:lnTo>
                <a:moveTo>
                  <a:pt x="987431" y="1183263"/>
                </a:moveTo>
                <a:lnTo>
                  <a:pt x="985434" y="1185176"/>
                </a:lnTo>
                <a:moveTo>
                  <a:pt x="1135692" y="672106"/>
                </a:moveTo>
                <a:lnTo>
                  <a:pt x="1027139" y="653970"/>
                </a:lnTo>
                <a:moveTo>
                  <a:pt x="982188" y="814014"/>
                </a:moveTo>
                <a:lnTo>
                  <a:pt x="998104" y="748922"/>
                </a:lnTo>
                <a:moveTo>
                  <a:pt x="1027139" y="653970"/>
                </a:moveTo>
                <a:lnTo>
                  <a:pt x="1100106" y="656414"/>
                </a:lnTo>
                <a:moveTo>
                  <a:pt x="723423" y="793199"/>
                </a:moveTo>
                <a:lnTo>
                  <a:pt x="739708" y="641476"/>
                </a:lnTo>
                <a:moveTo>
                  <a:pt x="1027139" y="653970"/>
                </a:moveTo>
                <a:lnTo>
                  <a:pt x="1034783" y="629164"/>
                </a:lnTo>
                <a:moveTo>
                  <a:pt x="1398599" y="1291795"/>
                </a:moveTo>
                <a:lnTo>
                  <a:pt x="1323389" y="1220911"/>
                </a:lnTo>
                <a:moveTo>
                  <a:pt x="886668" y="1125194"/>
                </a:moveTo>
                <a:lnTo>
                  <a:pt x="921683" y="1025678"/>
                </a:lnTo>
                <a:moveTo>
                  <a:pt x="1700316" y="306287"/>
                </a:moveTo>
                <a:lnTo>
                  <a:pt x="1604074" y="210839"/>
                </a:lnTo>
                <a:moveTo>
                  <a:pt x="756261" y="823485"/>
                </a:moveTo>
                <a:lnTo>
                  <a:pt x="737554" y="852316"/>
                </a:lnTo>
                <a:moveTo>
                  <a:pt x="1978951" y="904293"/>
                </a:moveTo>
                <a:lnTo>
                  <a:pt x="1885911" y="952075"/>
                </a:lnTo>
                <a:moveTo>
                  <a:pt x="1099531" y="785564"/>
                </a:moveTo>
                <a:lnTo>
                  <a:pt x="982188" y="814014"/>
                </a:lnTo>
                <a:moveTo>
                  <a:pt x="1135692" y="672106"/>
                </a:moveTo>
                <a:lnTo>
                  <a:pt x="998104" y="748922"/>
                </a:lnTo>
                <a:moveTo>
                  <a:pt x="1078181" y="858239"/>
                </a:moveTo>
                <a:lnTo>
                  <a:pt x="982188" y="814014"/>
                </a:lnTo>
                <a:moveTo>
                  <a:pt x="1354710" y="691327"/>
                </a:moveTo>
                <a:lnTo>
                  <a:pt x="1375092" y="627254"/>
                </a:lnTo>
                <a:moveTo>
                  <a:pt x="1198920" y="846989"/>
                </a:moveTo>
                <a:lnTo>
                  <a:pt x="1078181" y="858239"/>
                </a:lnTo>
                <a:moveTo>
                  <a:pt x="1269021" y="1175185"/>
                </a:moveTo>
                <a:lnTo>
                  <a:pt x="1227854" y="1112606"/>
                </a:lnTo>
                <a:moveTo>
                  <a:pt x="1851910" y="561651"/>
                </a:moveTo>
                <a:lnTo>
                  <a:pt x="1831795" y="592236"/>
                </a:lnTo>
                <a:moveTo>
                  <a:pt x="998104" y="748922"/>
                </a:moveTo>
                <a:lnTo>
                  <a:pt x="1027139" y="653970"/>
                </a:lnTo>
                <a:moveTo>
                  <a:pt x="1062460" y="910079"/>
                </a:moveTo>
                <a:lnTo>
                  <a:pt x="982188" y="814014"/>
                </a:lnTo>
                <a:moveTo>
                  <a:pt x="1026554" y="1020423"/>
                </a:moveTo>
                <a:lnTo>
                  <a:pt x="958137" y="908662"/>
                </a:lnTo>
                <a:moveTo>
                  <a:pt x="1198920" y="846989"/>
                </a:moveTo>
                <a:lnTo>
                  <a:pt x="1062460" y="910079"/>
                </a:lnTo>
                <a:moveTo>
                  <a:pt x="1185153" y="837732"/>
                </a:moveTo>
                <a:lnTo>
                  <a:pt x="1099531" y="785564"/>
                </a:lnTo>
                <a:moveTo>
                  <a:pt x="1517400" y="902134"/>
                </a:moveTo>
                <a:lnTo>
                  <a:pt x="1425029" y="849185"/>
                </a:lnTo>
                <a:moveTo>
                  <a:pt x="1078181" y="858239"/>
                </a:moveTo>
                <a:lnTo>
                  <a:pt x="1185153" y="837732"/>
                </a:lnTo>
                <a:moveTo>
                  <a:pt x="1099531" y="785564"/>
                </a:moveTo>
                <a:lnTo>
                  <a:pt x="1135692" y="672106"/>
                </a:lnTo>
                <a:moveTo>
                  <a:pt x="1295303" y="1265152"/>
                </a:moveTo>
                <a:lnTo>
                  <a:pt x="1269021" y="1175185"/>
                </a:lnTo>
                <a:moveTo>
                  <a:pt x="1855314" y="520257"/>
                </a:moveTo>
                <a:lnTo>
                  <a:pt x="1815719" y="528297"/>
                </a:lnTo>
                <a:moveTo>
                  <a:pt x="1338281" y="748609"/>
                </a:moveTo>
                <a:lnTo>
                  <a:pt x="1354710" y="691327"/>
                </a:lnTo>
                <a:moveTo>
                  <a:pt x="982444" y="1181807"/>
                </a:moveTo>
                <a:lnTo>
                  <a:pt x="886668" y="1125194"/>
                </a:lnTo>
                <a:moveTo>
                  <a:pt x="985434" y="1185176"/>
                </a:moveTo>
                <a:lnTo>
                  <a:pt x="886668" y="1125194"/>
                </a:lnTo>
                <a:moveTo>
                  <a:pt x="1557886" y="1012752"/>
                </a:moveTo>
                <a:lnTo>
                  <a:pt x="1539443" y="941205"/>
                </a:lnTo>
                <a:moveTo>
                  <a:pt x="1716561" y="342858"/>
                </a:moveTo>
                <a:lnTo>
                  <a:pt x="1691106" y="303294"/>
                </a:lnTo>
                <a:moveTo>
                  <a:pt x="737554" y="852316"/>
                </a:moveTo>
                <a:lnTo>
                  <a:pt x="723423" y="793199"/>
                </a:lnTo>
                <a:moveTo>
                  <a:pt x="1031740" y="323489"/>
                </a:moveTo>
                <a:lnTo>
                  <a:pt x="1017258" y="298780"/>
                </a:lnTo>
                <a:moveTo>
                  <a:pt x="1220822" y="1004629"/>
                </a:moveTo>
                <a:lnTo>
                  <a:pt x="1164711" y="936691"/>
                </a:lnTo>
                <a:moveTo>
                  <a:pt x="1313457" y="471927"/>
                </a:moveTo>
                <a:lnTo>
                  <a:pt x="1327153" y="378695"/>
                </a:lnTo>
                <a:moveTo>
                  <a:pt x="1026554" y="1020423"/>
                </a:moveTo>
                <a:lnTo>
                  <a:pt x="935680" y="977805"/>
                </a:lnTo>
                <a:moveTo>
                  <a:pt x="1099531" y="785564"/>
                </a:moveTo>
                <a:lnTo>
                  <a:pt x="998104" y="748922"/>
                </a:lnTo>
                <a:moveTo>
                  <a:pt x="1103314" y="418750"/>
                </a:moveTo>
                <a:lnTo>
                  <a:pt x="1091122" y="396286"/>
                </a:lnTo>
                <a:moveTo>
                  <a:pt x="1012466" y="1068274"/>
                </a:moveTo>
                <a:lnTo>
                  <a:pt x="921683" y="1025678"/>
                </a:lnTo>
                <a:moveTo>
                  <a:pt x="1441593" y="762327"/>
                </a:moveTo>
                <a:lnTo>
                  <a:pt x="1318154" y="831158"/>
                </a:lnTo>
                <a:moveTo>
                  <a:pt x="1566637" y="1129248"/>
                </a:moveTo>
                <a:lnTo>
                  <a:pt x="1579508" y="1079760"/>
                </a:lnTo>
                <a:moveTo>
                  <a:pt x="1533746" y="1202928"/>
                </a:moveTo>
                <a:lnTo>
                  <a:pt x="1525693" y="1159829"/>
                </a:lnTo>
                <a:moveTo>
                  <a:pt x="742091" y="888970"/>
                </a:moveTo>
                <a:lnTo>
                  <a:pt x="756261" y="823485"/>
                </a:lnTo>
                <a:moveTo>
                  <a:pt x="1700316" y="306287"/>
                </a:moveTo>
                <a:lnTo>
                  <a:pt x="1622482" y="249222"/>
                </a:lnTo>
                <a:moveTo>
                  <a:pt x="1831795" y="592236"/>
                </a:moveTo>
                <a:lnTo>
                  <a:pt x="1815719" y="528297"/>
                </a:lnTo>
                <a:moveTo>
                  <a:pt x="1164711" y="936691"/>
                </a:moveTo>
                <a:lnTo>
                  <a:pt x="1198920" y="846989"/>
                </a:lnTo>
                <a:moveTo>
                  <a:pt x="1425029" y="849185"/>
                </a:moveTo>
                <a:lnTo>
                  <a:pt x="1441593" y="762327"/>
                </a:lnTo>
                <a:moveTo>
                  <a:pt x="1078181" y="858239"/>
                </a:moveTo>
                <a:lnTo>
                  <a:pt x="1099531" y="785564"/>
                </a:lnTo>
                <a:moveTo>
                  <a:pt x="1212453" y="1092504"/>
                </a:moveTo>
                <a:lnTo>
                  <a:pt x="1220822" y="1004629"/>
                </a:lnTo>
                <a:moveTo>
                  <a:pt x="1426580" y="1236093"/>
                </a:moveTo>
                <a:lnTo>
                  <a:pt x="1398599" y="1291795"/>
                </a:lnTo>
                <a:moveTo>
                  <a:pt x="1624502" y="540635"/>
                </a:moveTo>
                <a:lnTo>
                  <a:pt x="1589104" y="552432"/>
                </a:lnTo>
                <a:moveTo>
                  <a:pt x="1062460" y="910079"/>
                </a:moveTo>
                <a:lnTo>
                  <a:pt x="1078181" y="858239"/>
                </a:lnTo>
                <a:moveTo>
                  <a:pt x="1311145" y="461117"/>
                </a:moveTo>
                <a:lnTo>
                  <a:pt x="1327153" y="378695"/>
                </a:lnTo>
                <a:moveTo>
                  <a:pt x="1737566" y="505472"/>
                </a:moveTo>
                <a:lnTo>
                  <a:pt x="1702411" y="429045"/>
                </a:lnTo>
                <a:moveTo>
                  <a:pt x="739708" y="641476"/>
                </a:moveTo>
                <a:lnTo>
                  <a:pt x="766034" y="492686"/>
                </a:lnTo>
                <a:moveTo>
                  <a:pt x="1010868" y="302502"/>
                </a:moveTo>
                <a:lnTo>
                  <a:pt x="1017258" y="298780"/>
                </a:lnTo>
                <a:moveTo>
                  <a:pt x="1478887" y="635087"/>
                </a:moveTo>
                <a:lnTo>
                  <a:pt x="1375092" y="627254"/>
                </a:lnTo>
                <a:moveTo>
                  <a:pt x="1012466" y="1068274"/>
                </a:moveTo>
                <a:lnTo>
                  <a:pt x="982444" y="1181807"/>
                </a:lnTo>
                <a:moveTo>
                  <a:pt x="1543155" y="797320"/>
                </a:moveTo>
                <a:lnTo>
                  <a:pt x="1425029" y="849185"/>
                </a:lnTo>
                <a:moveTo>
                  <a:pt x="986546" y="1182499"/>
                </a:moveTo>
                <a:lnTo>
                  <a:pt x="1012466" y="1068274"/>
                </a:lnTo>
                <a:moveTo>
                  <a:pt x="921683" y="1025678"/>
                </a:moveTo>
                <a:lnTo>
                  <a:pt x="869132" y="1082553"/>
                </a:lnTo>
                <a:moveTo>
                  <a:pt x="1965432" y="924809"/>
                </a:moveTo>
                <a:lnTo>
                  <a:pt x="1885911" y="952075"/>
                </a:lnTo>
                <a:moveTo>
                  <a:pt x="1441593" y="762327"/>
                </a:moveTo>
                <a:lnTo>
                  <a:pt x="1338281" y="748609"/>
                </a:lnTo>
                <a:moveTo>
                  <a:pt x="1596001" y="1114203"/>
                </a:moveTo>
                <a:lnTo>
                  <a:pt x="1566637" y="1129248"/>
                </a:lnTo>
                <a:moveTo>
                  <a:pt x="1327153" y="378695"/>
                </a:moveTo>
                <a:lnTo>
                  <a:pt x="1373911" y="333104"/>
                </a:lnTo>
                <a:moveTo>
                  <a:pt x="821290" y="976458"/>
                </a:moveTo>
                <a:lnTo>
                  <a:pt x="742091" y="888970"/>
                </a:lnTo>
                <a:moveTo>
                  <a:pt x="1702411" y="429045"/>
                </a:moveTo>
                <a:lnTo>
                  <a:pt x="1716561" y="342858"/>
                </a:lnTo>
                <a:moveTo>
                  <a:pt x="1478887" y="635087"/>
                </a:moveTo>
                <a:lnTo>
                  <a:pt x="1354710" y="691327"/>
                </a:lnTo>
                <a:moveTo>
                  <a:pt x="1441593" y="762327"/>
                </a:moveTo>
                <a:lnTo>
                  <a:pt x="1354710" y="691327"/>
                </a:lnTo>
                <a:moveTo>
                  <a:pt x="1604074" y="210839"/>
                </a:moveTo>
                <a:lnTo>
                  <a:pt x="1488370" y="228577"/>
                </a:lnTo>
                <a:moveTo>
                  <a:pt x="869132" y="1082553"/>
                </a:moveTo>
                <a:lnTo>
                  <a:pt x="831744" y="981314"/>
                </a:lnTo>
                <a:moveTo>
                  <a:pt x="1311145" y="461117"/>
                </a:moveTo>
                <a:lnTo>
                  <a:pt x="1288250" y="398405"/>
                </a:lnTo>
                <a:moveTo>
                  <a:pt x="1444467" y="750568"/>
                </a:moveTo>
                <a:lnTo>
                  <a:pt x="1354710" y="691327"/>
                </a:lnTo>
                <a:moveTo>
                  <a:pt x="1026554" y="1020423"/>
                </a:moveTo>
                <a:lnTo>
                  <a:pt x="974960" y="1023142"/>
                </a:lnTo>
                <a:moveTo>
                  <a:pt x="1012466" y="1068274"/>
                </a:moveTo>
                <a:lnTo>
                  <a:pt x="974960" y="1023142"/>
                </a:lnTo>
                <a:moveTo>
                  <a:pt x="1031740" y="323489"/>
                </a:moveTo>
                <a:lnTo>
                  <a:pt x="1010868" y="302502"/>
                </a:lnTo>
                <a:moveTo>
                  <a:pt x="1309350" y="473378"/>
                </a:moveTo>
                <a:lnTo>
                  <a:pt x="1199253" y="411288"/>
                </a:lnTo>
                <a:moveTo>
                  <a:pt x="1458400" y="1230495"/>
                </a:moveTo>
                <a:lnTo>
                  <a:pt x="1398599" y="1291795"/>
                </a:lnTo>
                <a:moveTo>
                  <a:pt x="1596001" y="1114203"/>
                </a:moveTo>
                <a:lnTo>
                  <a:pt x="1579508" y="1079760"/>
                </a:lnTo>
                <a:moveTo>
                  <a:pt x="1164711" y="936691"/>
                </a:moveTo>
                <a:lnTo>
                  <a:pt x="1062460" y="910079"/>
                </a:lnTo>
                <a:moveTo>
                  <a:pt x="1831795" y="592236"/>
                </a:moveTo>
                <a:lnTo>
                  <a:pt x="1855314" y="520257"/>
                </a:lnTo>
                <a:moveTo>
                  <a:pt x="1737566" y="505472"/>
                </a:moveTo>
                <a:lnTo>
                  <a:pt x="1638207" y="455818"/>
                </a:lnTo>
                <a:moveTo>
                  <a:pt x="723423" y="793199"/>
                </a:moveTo>
                <a:lnTo>
                  <a:pt x="719634" y="725932"/>
                </a:lnTo>
                <a:moveTo>
                  <a:pt x="1026554" y="1020423"/>
                </a:moveTo>
                <a:lnTo>
                  <a:pt x="1062460" y="910079"/>
                </a:lnTo>
                <a:moveTo>
                  <a:pt x="1478887" y="635087"/>
                </a:moveTo>
                <a:lnTo>
                  <a:pt x="1589104" y="552432"/>
                </a:lnTo>
                <a:moveTo>
                  <a:pt x="1311145" y="461117"/>
                </a:moveTo>
                <a:lnTo>
                  <a:pt x="1199253" y="411288"/>
                </a:lnTo>
                <a:moveTo>
                  <a:pt x="1190191" y="484927"/>
                </a:moveTo>
                <a:lnTo>
                  <a:pt x="1091122" y="396286"/>
                </a:lnTo>
                <a:moveTo>
                  <a:pt x="1554878" y="229477"/>
                </a:moveTo>
                <a:lnTo>
                  <a:pt x="1488370" y="228577"/>
                </a:lnTo>
                <a:moveTo>
                  <a:pt x="1295303" y="1265152"/>
                </a:moveTo>
                <a:lnTo>
                  <a:pt x="1227854" y="1112606"/>
                </a:lnTo>
                <a:moveTo>
                  <a:pt x="1539443" y="941205"/>
                </a:moveTo>
                <a:lnTo>
                  <a:pt x="1517400" y="902134"/>
                </a:lnTo>
                <a:moveTo>
                  <a:pt x="1190191" y="484927"/>
                </a:moveTo>
                <a:lnTo>
                  <a:pt x="1199253" y="411288"/>
                </a:lnTo>
                <a:moveTo>
                  <a:pt x="1517400" y="902134"/>
                </a:moveTo>
                <a:lnTo>
                  <a:pt x="1543155" y="797320"/>
                </a:lnTo>
                <a:moveTo>
                  <a:pt x="886668" y="1125194"/>
                </a:moveTo>
                <a:lnTo>
                  <a:pt x="869132" y="1082553"/>
                </a:lnTo>
                <a:moveTo>
                  <a:pt x="1227854" y="1112606"/>
                </a:moveTo>
                <a:lnTo>
                  <a:pt x="1212453" y="1092504"/>
                </a:lnTo>
                <a:moveTo>
                  <a:pt x="719634" y="725932"/>
                </a:moveTo>
                <a:lnTo>
                  <a:pt x="739708" y="641476"/>
                </a:lnTo>
                <a:moveTo>
                  <a:pt x="1533746" y="1202928"/>
                </a:moveTo>
                <a:lnTo>
                  <a:pt x="1458400" y="1230495"/>
                </a:lnTo>
                <a:moveTo>
                  <a:pt x="1164711" y="936691"/>
                </a:moveTo>
                <a:lnTo>
                  <a:pt x="1026554" y="1020423"/>
                </a:lnTo>
                <a:moveTo>
                  <a:pt x="1395480" y="1287987"/>
                </a:moveTo>
                <a:lnTo>
                  <a:pt x="1458400" y="1230495"/>
                </a:lnTo>
                <a:moveTo>
                  <a:pt x="1948376" y="949797"/>
                </a:moveTo>
                <a:lnTo>
                  <a:pt x="1965432" y="924809"/>
                </a:lnTo>
                <a:moveTo>
                  <a:pt x="1604074" y="210839"/>
                </a:moveTo>
                <a:lnTo>
                  <a:pt x="1554878" y="229477"/>
                </a:lnTo>
                <a:moveTo>
                  <a:pt x="1533746" y="1202928"/>
                </a:moveTo>
                <a:lnTo>
                  <a:pt x="1566637" y="1129248"/>
                </a:lnTo>
                <a:moveTo>
                  <a:pt x="1778646" y="772016"/>
                </a:moveTo>
                <a:lnTo>
                  <a:pt x="1781959" y="759712"/>
                </a:lnTo>
                <a:moveTo>
                  <a:pt x="1012466" y="1068274"/>
                </a:moveTo>
                <a:lnTo>
                  <a:pt x="1026554" y="1020423"/>
                </a:lnTo>
                <a:moveTo>
                  <a:pt x="1702411" y="429045"/>
                </a:moveTo>
                <a:lnTo>
                  <a:pt x="1691106" y="303294"/>
                </a:lnTo>
                <a:moveTo>
                  <a:pt x="1444467" y="750568"/>
                </a:moveTo>
                <a:lnTo>
                  <a:pt x="1478887" y="635087"/>
                </a:lnTo>
                <a:moveTo>
                  <a:pt x="1563958" y="1038684"/>
                </a:moveTo>
                <a:lnTo>
                  <a:pt x="1557886" y="1012752"/>
                </a:lnTo>
                <a:moveTo>
                  <a:pt x="1441593" y="762327"/>
                </a:moveTo>
                <a:lnTo>
                  <a:pt x="1444467" y="750568"/>
                </a:lnTo>
                <a:moveTo>
                  <a:pt x="1091122" y="396286"/>
                </a:moveTo>
                <a:lnTo>
                  <a:pt x="1031740" y="323489"/>
                </a:lnTo>
                <a:moveTo>
                  <a:pt x="1691106" y="303294"/>
                </a:moveTo>
                <a:lnTo>
                  <a:pt x="1622482" y="249222"/>
                </a:lnTo>
                <a:moveTo>
                  <a:pt x="1074463" y="1142522"/>
                </a:moveTo>
                <a:lnTo>
                  <a:pt x="986546" y="1182499"/>
                </a:lnTo>
                <a:moveTo>
                  <a:pt x="742091" y="888970"/>
                </a:moveTo>
                <a:lnTo>
                  <a:pt x="737554" y="852316"/>
                </a:lnTo>
                <a:moveTo>
                  <a:pt x="987431" y="1183263"/>
                </a:moveTo>
                <a:lnTo>
                  <a:pt x="1074463" y="1142522"/>
                </a:lnTo>
                <a:moveTo>
                  <a:pt x="1398599" y="1291795"/>
                </a:moveTo>
                <a:lnTo>
                  <a:pt x="1295303" y="1265152"/>
                </a:lnTo>
                <a:moveTo>
                  <a:pt x="1624502" y="540635"/>
                </a:moveTo>
                <a:lnTo>
                  <a:pt x="1638207" y="455818"/>
                </a:lnTo>
                <a:moveTo>
                  <a:pt x="1455467" y="302405"/>
                </a:moveTo>
                <a:lnTo>
                  <a:pt x="1373911" y="333104"/>
                </a:lnTo>
                <a:moveTo>
                  <a:pt x="1778646" y="772016"/>
                </a:moveTo>
                <a:lnTo>
                  <a:pt x="1662500" y="776309"/>
                </a:lnTo>
                <a:moveTo>
                  <a:pt x="1543155" y="797320"/>
                </a:moveTo>
                <a:lnTo>
                  <a:pt x="1441593" y="762327"/>
                </a:lnTo>
                <a:moveTo>
                  <a:pt x="1622482" y="249222"/>
                </a:moveTo>
                <a:lnTo>
                  <a:pt x="1604074" y="210839"/>
                </a:lnTo>
                <a:moveTo>
                  <a:pt x="1781959" y="759712"/>
                </a:moveTo>
                <a:lnTo>
                  <a:pt x="1662500" y="776309"/>
                </a:lnTo>
                <a:moveTo>
                  <a:pt x="1543155" y="797320"/>
                </a:moveTo>
                <a:lnTo>
                  <a:pt x="1444467" y="750568"/>
                </a:lnTo>
                <a:moveTo>
                  <a:pt x="1227854" y="1112606"/>
                </a:moveTo>
                <a:lnTo>
                  <a:pt x="1219912" y="1119504"/>
                </a:lnTo>
                <a:moveTo>
                  <a:pt x="1327153" y="378695"/>
                </a:moveTo>
                <a:lnTo>
                  <a:pt x="1288250" y="398405"/>
                </a:lnTo>
                <a:moveTo>
                  <a:pt x="1548820" y="774667"/>
                </a:moveTo>
                <a:lnTo>
                  <a:pt x="1444467" y="750568"/>
                </a:lnTo>
                <a:moveTo>
                  <a:pt x="1638207" y="455818"/>
                </a:moveTo>
                <a:lnTo>
                  <a:pt x="1589104" y="552432"/>
                </a:lnTo>
                <a:moveTo>
                  <a:pt x="737554" y="852316"/>
                </a:moveTo>
                <a:lnTo>
                  <a:pt x="719634" y="725932"/>
                </a:lnTo>
                <a:moveTo>
                  <a:pt x="1455467" y="302405"/>
                </a:moveTo>
                <a:lnTo>
                  <a:pt x="1488370" y="228577"/>
                </a:lnTo>
                <a:moveTo>
                  <a:pt x="1091122" y="396286"/>
                </a:moveTo>
                <a:lnTo>
                  <a:pt x="1010868" y="302502"/>
                </a:lnTo>
                <a:moveTo>
                  <a:pt x="1571819" y="1066223"/>
                </a:moveTo>
                <a:lnTo>
                  <a:pt x="1579508" y="1079760"/>
                </a:lnTo>
                <a:moveTo>
                  <a:pt x="739708" y="641476"/>
                </a:moveTo>
                <a:lnTo>
                  <a:pt x="783270" y="588038"/>
                </a:lnTo>
                <a:moveTo>
                  <a:pt x="956128" y="1224269"/>
                </a:moveTo>
                <a:lnTo>
                  <a:pt x="987431" y="1183263"/>
                </a:lnTo>
                <a:moveTo>
                  <a:pt x="821290" y="976458"/>
                </a:moveTo>
                <a:lnTo>
                  <a:pt x="802095" y="972265"/>
                </a:lnTo>
                <a:moveTo>
                  <a:pt x="1948376" y="949797"/>
                </a:moveTo>
                <a:lnTo>
                  <a:pt x="1885911" y="952075"/>
                </a:lnTo>
                <a:moveTo>
                  <a:pt x="1560732" y="634465"/>
                </a:moveTo>
                <a:lnTo>
                  <a:pt x="1589104" y="552432"/>
                </a:lnTo>
                <a:moveTo>
                  <a:pt x="956128" y="1224269"/>
                </a:moveTo>
                <a:lnTo>
                  <a:pt x="985434" y="1185176"/>
                </a:lnTo>
                <a:moveTo>
                  <a:pt x="1932045" y="1005189"/>
                </a:moveTo>
                <a:lnTo>
                  <a:pt x="1885911" y="952075"/>
                </a:lnTo>
                <a:moveTo>
                  <a:pt x="1644506" y="834885"/>
                </a:moveTo>
                <a:lnTo>
                  <a:pt x="1543155" y="797320"/>
                </a:lnTo>
                <a:moveTo>
                  <a:pt x="1543155" y="797320"/>
                </a:moveTo>
                <a:lnTo>
                  <a:pt x="1548820" y="774667"/>
                </a:lnTo>
                <a:moveTo>
                  <a:pt x="1644506" y="834885"/>
                </a:moveTo>
                <a:lnTo>
                  <a:pt x="1662500" y="776309"/>
                </a:lnTo>
                <a:moveTo>
                  <a:pt x="1662500" y="776309"/>
                </a:moveTo>
                <a:lnTo>
                  <a:pt x="1548820" y="774667"/>
                </a:lnTo>
                <a:moveTo>
                  <a:pt x="1183635" y="1017927"/>
                </a:moveTo>
                <a:lnTo>
                  <a:pt x="1220822" y="1004629"/>
                </a:lnTo>
                <a:moveTo>
                  <a:pt x="1781959" y="759712"/>
                </a:moveTo>
                <a:lnTo>
                  <a:pt x="1815614" y="631193"/>
                </a:lnTo>
                <a:moveTo>
                  <a:pt x="1746393" y="865925"/>
                </a:moveTo>
                <a:lnTo>
                  <a:pt x="1778646" y="772016"/>
                </a:lnTo>
                <a:moveTo>
                  <a:pt x="1644506" y="834885"/>
                </a:moveTo>
                <a:lnTo>
                  <a:pt x="1548820" y="774667"/>
                </a:lnTo>
                <a:moveTo>
                  <a:pt x="1294841" y="1241762"/>
                </a:moveTo>
                <a:lnTo>
                  <a:pt x="1227854" y="1112606"/>
                </a:lnTo>
                <a:moveTo>
                  <a:pt x="1219912" y="1119504"/>
                </a:moveTo>
                <a:lnTo>
                  <a:pt x="1212453" y="1092504"/>
                </a:lnTo>
                <a:moveTo>
                  <a:pt x="1533746" y="1202928"/>
                </a:moveTo>
                <a:lnTo>
                  <a:pt x="1596001" y="1114203"/>
                </a:lnTo>
                <a:moveTo>
                  <a:pt x="1746393" y="865925"/>
                </a:moveTo>
                <a:lnTo>
                  <a:pt x="1662500" y="776309"/>
                </a:lnTo>
                <a:moveTo>
                  <a:pt x="1294841" y="1241762"/>
                </a:moveTo>
                <a:lnTo>
                  <a:pt x="1295303" y="1265152"/>
                </a:lnTo>
                <a:moveTo>
                  <a:pt x="1589104" y="552432"/>
                </a:moveTo>
                <a:lnTo>
                  <a:pt x="1570723" y="480903"/>
                </a:lnTo>
                <a:moveTo>
                  <a:pt x="783270" y="588038"/>
                </a:moveTo>
                <a:lnTo>
                  <a:pt x="766034" y="492686"/>
                </a:lnTo>
                <a:moveTo>
                  <a:pt x="1560732" y="634465"/>
                </a:moveTo>
                <a:lnTo>
                  <a:pt x="1478887" y="635087"/>
                </a:lnTo>
                <a:moveTo>
                  <a:pt x="956128" y="1224269"/>
                </a:moveTo>
                <a:lnTo>
                  <a:pt x="886668" y="1125194"/>
                </a:lnTo>
                <a:moveTo>
                  <a:pt x="886668" y="1125194"/>
                </a:moveTo>
                <a:lnTo>
                  <a:pt x="865565" y="1146614"/>
                </a:lnTo>
                <a:moveTo>
                  <a:pt x="1746393" y="865925"/>
                </a:moveTo>
                <a:lnTo>
                  <a:pt x="1644506" y="834885"/>
                </a:lnTo>
                <a:moveTo>
                  <a:pt x="1781959" y="759712"/>
                </a:moveTo>
                <a:lnTo>
                  <a:pt x="1683646" y="685196"/>
                </a:lnTo>
                <a:moveTo>
                  <a:pt x="1455467" y="302405"/>
                </a:moveTo>
                <a:lnTo>
                  <a:pt x="1327153" y="378695"/>
                </a:lnTo>
                <a:moveTo>
                  <a:pt x="1596001" y="1114203"/>
                </a:moveTo>
                <a:lnTo>
                  <a:pt x="1571819" y="1066223"/>
                </a:lnTo>
                <a:moveTo>
                  <a:pt x="1395480" y="1287987"/>
                </a:moveTo>
                <a:lnTo>
                  <a:pt x="1398599" y="1291795"/>
                </a:lnTo>
                <a:moveTo>
                  <a:pt x="1444467" y="750568"/>
                </a:moveTo>
                <a:lnTo>
                  <a:pt x="1560732" y="634465"/>
                </a:lnTo>
                <a:moveTo>
                  <a:pt x="856379" y="1012668"/>
                </a:moveTo>
                <a:lnTo>
                  <a:pt x="831744" y="981314"/>
                </a:lnTo>
                <a:moveTo>
                  <a:pt x="856379" y="1012668"/>
                </a:moveTo>
                <a:lnTo>
                  <a:pt x="821290" y="976458"/>
                </a:lnTo>
                <a:moveTo>
                  <a:pt x="1288250" y="398405"/>
                </a:moveTo>
                <a:lnTo>
                  <a:pt x="1199253" y="411288"/>
                </a:lnTo>
                <a:moveTo>
                  <a:pt x="1658616" y="372094"/>
                </a:moveTo>
                <a:lnTo>
                  <a:pt x="1691106" y="303294"/>
                </a:lnTo>
                <a:moveTo>
                  <a:pt x="1579508" y="1079760"/>
                </a:moveTo>
                <a:lnTo>
                  <a:pt x="1563958" y="1038684"/>
                </a:lnTo>
                <a:moveTo>
                  <a:pt x="1398599" y="1291795"/>
                </a:moveTo>
                <a:lnTo>
                  <a:pt x="1294841" y="1241762"/>
                </a:lnTo>
                <a:moveTo>
                  <a:pt x="1074463" y="1142522"/>
                </a:moveTo>
                <a:lnTo>
                  <a:pt x="1012466" y="1068274"/>
                </a:lnTo>
                <a:moveTo>
                  <a:pt x="1662500" y="776309"/>
                </a:moveTo>
                <a:lnTo>
                  <a:pt x="1683646" y="685196"/>
                </a:lnTo>
                <a:moveTo>
                  <a:pt x="1638207" y="455818"/>
                </a:moveTo>
                <a:lnTo>
                  <a:pt x="1702411" y="429045"/>
                </a:lnTo>
                <a:moveTo>
                  <a:pt x="1455467" y="302405"/>
                </a:moveTo>
                <a:lnTo>
                  <a:pt x="1554878" y="229477"/>
                </a:lnTo>
                <a:moveTo>
                  <a:pt x="1610898" y="917286"/>
                </a:moveTo>
                <a:lnTo>
                  <a:pt x="1517400" y="902134"/>
                </a:lnTo>
                <a:moveTo>
                  <a:pt x="1580046" y="647666"/>
                </a:moveTo>
                <a:lnTo>
                  <a:pt x="1444467" y="750568"/>
                </a:lnTo>
                <a:moveTo>
                  <a:pt x="1781959" y="759712"/>
                </a:moveTo>
                <a:lnTo>
                  <a:pt x="1689082" y="660492"/>
                </a:lnTo>
                <a:moveTo>
                  <a:pt x="983798" y="1206361"/>
                </a:moveTo>
                <a:lnTo>
                  <a:pt x="987431" y="1183263"/>
                </a:lnTo>
                <a:moveTo>
                  <a:pt x="1932045" y="1005189"/>
                </a:moveTo>
                <a:lnTo>
                  <a:pt x="1948376" y="949797"/>
                </a:lnTo>
                <a:moveTo>
                  <a:pt x="1199253" y="411288"/>
                </a:moveTo>
                <a:lnTo>
                  <a:pt x="1091122" y="396286"/>
                </a:lnTo>
                <a:moveTo>
                  <a:pt x="1391265" y="1309454"/>
                </a:moveTo>
                <a:lnTo>
                  <a:pt x="1395480" y="1287987"/>
                </a:lnTo>
                <a:moveTo>
                  <a:pt x="1662500" y="776309"/>
                </a:moveTo>
                <a:lnTo>
                  <a:pt x="1580046" y="647666"/>
                </a:lnTo>
                <a:moveTo>
                  <a:pt x="1576808" y="1198917"/>
                </a:moveTo>
                <a:lnTo>
                  <a:pt x="1596001" y="1114203"/>
                </a:lnTo>
                <a:moveTo>
                  <a:pt x="1802483" y="861549"/>
                </a:moveTo>
                <a:lnTo>
                  <a:pt x="1778646" y="772016"/>
                </a:lnTo>
                <a:moveTo>
                  <a:pt x="1164711" y="936691"/>
                </a:moveTo>
                <a:lnTo>
                  <a:pt x="1137908" y="989780"/>
                </a:lnTo>
                <a:moveTo>
                  <a:pt x="1391265" y="1309454"/>
                </a:moveTo>
                <a:lnTo>
                  <a:pt x="1294841" y="1241762"/>
                </a:lnTo>
                <a:moveTo>
                  <a:pt x="1548820" y="774667"/>
                </a:moveTo>
                <a:lnTo>
                  <a:pt x="1580046" y="647666"/>
                </a:lnTo>
                <a:moveTo>
                  <a:pt x="1137908" y="989780"/>
                </a:moveTo>
                <a:lnTo>
                  <a:pt x="1026554" y="1020423"/>
                </a:lnTo>
                <a:moveTo>
                  <a:pt x="1294841" y="1241762"/>
                </a:moveTo>
                <a:lnTo>
                  <a:pt x="1219912" y="1119504"/>
                </a:lnTo>
                <a:moveTo>
                  <a:pt x="1327153" y="378695"/>
                </a:moveTo>
                <a:lnTo>
                  <a:pt x="1230834" y="283434"/>
                </a:lnTo>
                <a:moveTo>
                  <a:pt x="1691106" y="303294"/>
                </a:moveTo>
                <a:lnTo>
                  <a:pt x="1600384" y="333087"/>
                </a:lnTo>
                <a:moveTo>
                  <a:pt x="1436669" y="1248307"/>
                </a:moveTo>
                <a:lnTo>
                  <a:pt x="1458400" y="1230495"/>
                </a:lnTo>
                <a:moveTo>
                  <a:pt x="737554" y="852316"/>
                </a:moveTo>
                <a:lnTo>
                  <a:pt x="738751" y="797612"/>
                </a:lnTo>
                <a:moveTo>
                  <a:pt x="1327153" y="378695"/>
                </a:moveTo>
                <a:lnTo>
                  <a:pt x="1338241" y="300179"/>
                </a:lnTo>
                <a:moveTo>
                  <a:pt x="1125422" y="1000925"/>
                </a:moveTo>
                <a:lnTo>
                  <a:pt x="1026554" y="1020423"/>
                </a:lnTo>
                <a:moveTo>
                  <a:pt x="1510078" y="306712"/>
                </a:moveTo>
                <a:lnTo>
                  <a:pt x="1554878" y="229477"/>
                </a:lnTo>
                <a:moveTo>
                  <a:pt x="1012466" y="1068274"/>
                </a:moveTo>
                <a:lnTo>
                  <a:pt x="1125422" y="1000925"/>
                </a:lnTo>
                <a:moveTo>
                  <a:pt x="1702411" y="429045"/>
                </a:moveTo>
                <a:lnTo>
                  <a:pt x="1658616" y="372094"/>
                </a:lnTo>
                <a:moveTo>
                  <a:pt x="1395480" y="1287987"/>
                </a:moveTo>
                <a:lnTo>
                  <a:pt x="1294841" y="1241762"/>
                </a:lnTo>
                <a:moveTo>
                  <a:pt x="1815614" y="631193"/>
                </a:moveTo>
                <a:lnTo>
                  <a:pt x="1689082" y="660492"/>
                </a:lnTo>
                <a:moveTo>
                  <a:pt x="1610898" y="917286"/>
                </a:moveTo>
                <a:lnTo>
                  <a:pt x="1539443" y="941205"/>
                </a:lnTo>
                <a:moveTo>
                  <a:pt x="1183635" y="1017927"/>
                </a:moveTo>
                <a:lnTo>
                  <a:pt x="1164711" y="936691"/>
                </a:lnTo>
                <a:moveTo>
                  <a:pt x="1288250" y="398405"/>
                </a:moveTo>
                <a:lnTo>
                  <a:pt x="1217427" y="330719"/>
                </a:lnTo>
                <a:moveTo>
                  <a:pt x="1610898" y="917286"/>
                </a:moveTo>
                <a:lnTo>
                  <a:pt x="1543155" y="797320"/>
                </a:lnTo>
                <a:moveTo>
                  <a:pt x="1563958" y="1038684"/>
                </a:moveTo>
                <a:lnTo>
                  <a:pt x="1539443" y="941205"/>
                </a:lnTo>
                <a:moveTo>
                  <a:pt x="1778646" y="772016"/>
                </a:moveTo>
                <a:lnTo>
                  <a:pt x="1831255" y="713473"/>
                </a:lnTo>
                <a:moveTo>
                  <a:pt x="1288250" y="398405"/>
                </a:moveTo>
                <a:lnTo>
                  <a:pt x="1230834" y="283434"/>
                </a:lnTo>
                <a:moveTo>
                  <a:pt x="719634" y="725932"/>
                </a:moveTo>
                <a:lnTo>
                  <a:pt x="783270" y="588038"/>
                </a:lnTo>
                <a:moveTo>
                  <a:pt x="1831255" y="713473"/>
                </a:moveTo>
                <a:lnTo>
                  <a:pt x="1781959" y="759712"/>
                </a:lnTo>
                <a:moveTo>
                  <a:pt x="865565" y="1146614"/>
                </a:moveTo>
                <a:lnTo>
                  <a:pt x="869132" y="1082553"/>
                </a:lnTo>
                <a:moveTo>
                  <a:pt x="1080983" y="393612"/>
                </a:moveTo>
                <a:lnTo>
                  <a:pt x="1010868" y="302502"/>
                </a:lnTo>
                <a:moveTo>
                  <a:pt x="1610898" y="917286"/>
                </a:moveTo>
                <a:lnTo>
                  <a:pt x="1644506" y="834885"/>
                </a:lnTo>
                <a:moveTo>
                  <a:pt x="745876" y="823916"/>
                </a:moveTo>
                <a:lnTo>
                  <a:pt x="737554" y="852316"/>
                </a:lnTo>
                <a:moveTo>
                  <a:pt x="802095" y="972265"/>
                </a:moveTo>
                <a:lnTo>
                  <a:pt x="742091" y="888970"/>
                </a:lnTo>
                <a:moveTo>
                  <a:pt x="1212453" y="1092504"/>
                </a:moveTo>
                <a:lnTo>
                  <a:pt x="1183635" y="1017927"/>
                </a:lnTo>
                <a:moveTo>
                  <a:pt x="1217427" y="330719"/>
                </a:moveTo>
                <a:lnTo>
                  <a:pt x="1091122" y="396286"/>
                </a:lnTo>
                <a:moveTo>
                  <a:pt x="1802483" y="861549"/>
                </a:moveTo>
                <a:lnTo>
                  <a:pt x="1746393" y="865925"/>
                </a:lnTo>
                <a:moveTo>
                  <a:pt x="1391265" y="1309454"/>
                </a:moveTo>
                <a:lnTo>
                  <a:pt x="1351804" y="1333500"/>
                </a:lnTo>
                <a:moveTo>
                  <a:pt x="1580046" y="647666"/>
                </a:moveTo>
                <a:lnTo>
                  <a:pt x="1560732" y="634465"/>
                </a:lnTo>
                <a:moveTo>
                  <a:pt x="1683646" y="685196"/>
                </a:moveTo>
                <a:lnTo>
                  <a:pt x="1580046" y="647666"/>
                </a:lnTo>
                <a:moveTo>
                  <a:pt x="1199253" y="411288"/>
                </a:moveTo>
                <a:lnTo>
                  <a:pt x="1217427" y="330719"/>
                </a:lnTo>
                <a:moveTo>
                  <a:pt x="1683646" y="685196"/>
                </a:moveTo>
                <a:lnTo>
                  <a:pt x="1689082" y="660492"/>
                </a:lnTo>
                <a:moveTo>
                  <a:pt x="1576808" y="1198917"/>
                </a:moveTo>
                <a:lnTo>
                  <a:pt x="1533746" y="1202928"/>
                </a:lnTo>
                <a:moveTo>
                  <a:pt x="1683646" y="685196"/>
                </a:moveTo>
                <a:lnTo>
                  <a:pt x="1636812" y="656684"/>
                </a:lnTo>
                <a:moveTo>
                  <a:pt x="1638207" y="455818"/>
                </a:moveTo>
                <a:lnTo>
                  <a:pt x="1570723" y="480903"/>
                </a:lnTo>
                <a:moveTo>
                  <a:pt x="1600384" y="333087"/>
                </a:moveTo>
                <a:lnTo>
                  <a:pt x="1622482" y="249222"/>
                </a:lnTo>
                <a:moveTo>
                  <a:pt x="1638207" y="455818"/>
                </a:moveTo>
                <a:lnTo>
                  <a:pt x="1658616" y="372094"/>
                </a:lnTo>
                <a:moveTo>
                  <a:pt x="1746393" y="865925"/>
                </a:moveTo>
                <a:lnTo>
                  <a:pt x="1610898" y="917286"/>
                </a:lnTo>
                <a:moveTo>
                  <a:pt x="1560732" y="634465"/>
                </a:moveTo>
                <a:lnTo>
                  <a:pt x="1570723" y="480903"/>
                </a:lnTo>
                <a:moveTo>
                  <a:pt x="1636812" y="656684"/>
                </a:moveTo>
                <a:lnTo>
                  <a:pt x="1580046" y="647666"/>
                </a:lnTo>
                <a:moveTo>
                  <a:pt x="1010868" y="302502"/>
                </a:moveTo>
                <a:lnTo>
                  <a:pt x="983426" y="328415"/>
                </a:lnTo>
                <a:moveTo>
                  <a:pt x="1689082" y="660492"/>
                </a:moveTo>
                <a:lnTo>
                  <a:pt x="1636812" y="656684"/>
                </a:lnTo>
                <a:moveTo>
                  <a:pt x="1576808" y="1198917"/>
                </a:moveTo>
                <a:lnTo>
                  <a:pt x="1571819" y="1066223"/>
                </a:lnTo>
                <a:moveTo>
                  <a:pt x="1283001" y="1203427"/>
                </a:moveTo>
                <a:lnTo>
                  <a:pt x="1219912" y="1119504"/>
                </a:lnTo>
                <a:moveTo>
                  <a:pt x="1831255" y="713473"/>
                </a:moveTo>
                <a:lnTo>
                  <a:pt x="1815614" y="631193"/>
                </a:lnTo>
                <a:moveTo>
                  <a:pt x="1219912" y="1119504"/>
                </a:moveTo>
                <a:lnTo>
                  <a:pt x="1183635" y="1017927"/>
                </a:lnTo>
                <a:moveTo>
                  <a:pt x="738751" y="797612"/>
                </a:moveTo>
                <a:lnTo>
                  <a:pt x="719634" y="725932"/>
                </a:lnTo>
                <a:moveTo>
                  <a:pt x="1298846" y="1333500"/>
                </a:moveTo>
                <a:lnTo>
                  <a:pt x="1294841" y="1241762"/>
                </a:lnTo>
                <a:moveTo>
                  <a:pt x="1510078" y="306712"/>
                </a:moveTo>
                <a:lnTo>
                  <a:pt x="1455467" y="302405"/>
                </a:lnTo>
                <a:moveTo>
                  <a:pt x="742091" y="888970"/>
                </a:moveTo>
                <a:lnTo>
                  <a:pt x="745876" y="823916"/>
                </a:lnTo>
                <a:moveTo>
                  <a:pt x="1298011" y="1203211"/>
                </a:moveTo>
                <a:lnTo>
                  <a:pt x="1219912" y="1119504"/>
                </a:lnTo>
                <a:moveTo>
                  <a:pt x="766541" y="698455"/>
                </a:moveTo>
                <a:lnTo>
                  <a:pt x="719634" y="725932"/>
                </a:lnTo>
                <a:moveTo>
                  <a:pt x="1533746" y="1202928"/>
                </a:moveTo>
                <a:lnTo>
                  <a:pt x="1519735" y="1223670"/>
                </a:lnTo>
                <a:moveTo>
                  <a:pt x="1414393" y="369086"/>
                </a:moveTo>
                <a:lnTo>
                  <a:pt x="1327153" y="378695"/>
                </a:lnTo>
                <a:moveTo>
                  <a:pt x="869132" y="1082553"/>
                </a:moveTo>
                <a:lnTo>
                  <a:pt x="856379" y="1012668"/>
                </a:lnTo>
                <a:moveTo>
                  <a:pt x="1219912" y="1119504"/>
                </a:moveTo>
                <a:lnTo>
                  <a:pt x="1232240" y="1038005"/>
                </a:lnTo>
                <a:moveTo>
                  <a:pt x="1080983" y="393612"/>
                </a:moveTo>
                <a:lnTo>
                  <a:pt x="1091122" y="396286"/>
                </a:lnTo>
                <a:moveTo>
                  <a:pt x="1571819" y="1066223"/>
                </a:moveTo>
                <a:lnTo>
                  <a:pt x="1563958" y="1038684"/>
                </a:lnTo>
                <a:moveTo>
                  <a:pt x="1294841" y="1241762"/>
                </a:moveTo>
                <a:lnTo>
                  <a:pt x="1283001" y="1203427"/>
                </a:lnTo>
                <a:moveTo>
                  <a:pt x="1074463" y="1142522"/>
                </a:moveTo>
                <a:lnTo>
                  <a:pt x="1125422" y="1000925"/>
                </a:lnTo>
                <a:moveTo>
                  <a:pt x="1638207" y="455818"/>
                </a:moveTo>
                <a:lnTo>
                  <a:pt x="1550665" y="339427"/>
                </a:lnTo>
                <a:moveTo>
                  <a:pt x="1638207" y="455818"/>
                </a:moveTo>
                <a:lnTo>
                  <a:pt x="1522067" y="436275"/>
                </a:lnTo>
                <a:moveTo>
                  <a:pt x="1217427" y="330719"/>
                </a:moveTo>
                <a:lnTo>
                  <a:pt x="1230834" y="283434"/>
                </a:lnTo>
                <a:moveTo>
                  <a:pt x="1230834" y="283434"/>
                </a:moveTo>
                <a:lnTo>
                  <a:pt x="1254858" y="201825"/>
                </a:lnTo>
                <a:moveTo>
                  <a:pt x="956128" y="1224269"/>
                </a:moveTo>
                <a:lnTo>
                  <a:pt x="865565" y="1146614"/>
                </a:lnTo>
                <a:moveTo>
                  <a:pt x="1713978" y="933817"/>
                </a:moveTo>
                <a:lnTo>
                  <a:pt x="1746393" y="865925"/>
                </a:lnTo>
                <a:moveTo>
                  <a:pt x="1294841" y="1241762"/>
                </a:moveTo>
                <a:lnTo>
                  <a:pt x="1293187" y="1218428"/>
                </a:lnTo>
                <a:moveTo>
                  <a:pt x="1522067" y="436275"/>
                </a:moveTo>
                <a:lnTo>
                  <a:pt x="1455467" y="302405"/>
                </a:lnTo>
                <a:moveTo>
                  <a:pt x="787795" y="627715"/>
                </a:moveTo>
                <a:lnTo>
                  <a:pt x="783270" y="588038"/>
                </a:lnTo>
                <a:moveTo>
                  <a:pt x="1338241" y="300179"/>
                </a:moveTo>
                <a:lnTo>
                  <a:pt x="1230834" y="283434"/>
                </a:lnTo>
                <a:moveTo>
                  <a:pt x="803726" y="572543"/>
                </a:moveTo>
                <a:lnTo>
                  <a:pt x="783270" y="588038"/>
                </a:lnTo>
                <a:moveTo>
                  <a:pt x="1137908" y="989780"/>
                </a:moveTo>
                <a:lnTo>
                  <a:pt x="1125422" y="1000925"/>
                </a:lnTo>
                <a:moveTo>
                  <a:pt x="1533746" y="1202928"/>
                </a:moveTo>
                <a:lnTo>
                  <a:pt x="1436669" y="1248307"/>
                </a:lnTo>
                <a:moveTo>
                  <a:pt x="1254858" y="201825"/>
                </a:moveTo>
                <a:lnTo>
                  <a:pt x="1276599" y="121430"/>
                </a:lnTo>
                <a:moveTo>
                  <a:pt x="1436669" y="1248307"/>
                </a:moveTo>
                <a:lnTo>
                  <a:pt x="1395480" y="1287987"/>
                </a:lnTo>
                <a:moveTo>
                  <a:pt x="766541" y="698455"/>
                </a:moveTo>
                <a:lnTo>
                  <a:pt x="783270" y="588038"/>
                </a:lnTo>
                <a:moveTo>
                  <a:pt x="1658616" y="372094"/>
                </a:moveTo>
                <a:lnTo>
                  <a:pt x="1600384" y="333087"/>
                </a:lnTo>
                <a:moveTo>
                  <a:pt x="1576808" y="1198917"/>
                </a:moveTo>
                <a:lnTo>
                  <a:pt x="1519735" y="1223670"/>
                </a:lnTo>
                <a:moveTo>
                  <a:pt x="1802483" y="861549"/>
                </a:moveTo>
                <a:lnTo>
                  <a:pt x="1831255" y="713473"/>
                </a:lnTo>
                <a:moveTo>
                  <a:pt x="1217427" y="330719"/>
                </a:moveTo>
                <a:lnTo>
                  <a:pt x="1192035" y="304144"/>
                </a:lnTo>
                <a:moveTo>
                  <a:pt x="1588715" y="953954"/>
                </a:moveTo>
                <a:lnTo>
                  <a:pt x="1539443" y="941205"/>
                </a:lnTo>
                <a:moveTo>
                  <a:pt x="1183635" y="1017927"/>
                </a:moveTo>
                <a:lnTo>
                  <a:pt x="1137908" y="989780"/>
                </a:lnTo>
                <a:moveTo>
                  <a:pt x="1570723" y="480903"/>
                </a:moveTo>
                <a:lnTo>
                  <a:pt x="1522067" y="436275"/>
                </a:lnTo>
                <a:moveTo>
                  <a:pt x="1658616" y="372094"/>
                </a:moveTo>
                <a:lnTo>
                  <a:pt x="1550665" y="339427"/>
                </a:lnTo>
                <a:moveTo>
                  <a:pt x="1230834" y="283434"/>
                </a:moveTo>
                <a:lnTo>
                  <a:pt x="1192035" y="304144"/>
                </a:lnTo>
                <a:moveTo>
                  <a:pt x="983798" y="1206361"/>
                </a:moveTo>
                <a:lnTo>
                  <a:pt x="1074463" y="1142522"/>
                </a:lnTo>
                <a:moveTo>
                  <a:pt x="956128" y="1224269"/>
                </a:moveTo>
                <a:lnTo>
                  <a:pt x="853583" y="1175461"/>
                </a:lnTo>
                <a:moveTo>
                  <a:pt x="956128" y="1224269"/>
                </a:moveTo>
                <a:lnTo>
                  <a:pt x="892773" y="1179777"/>
                </a:lnTo>
                <a:moveTo>
                  <a:pt x="892773" y="1179777"/>
                </a:moveTo>
                <a:lnTo>
                  <a:pt x="865565" y="1146614"/>
                </a:lnTo>
                <a:moveTo>
                  <a:pt x="1550665" y="339427"/>
                </a:moveTo>
                <a:lnTo>
                  <a:pt x="1510078" y="306712"/>
                </a:lnTo>
                <a:moveTo>
                  <a:pt x="1522067" y="436275"/>
                </a:moveTo>
                <a:lnTo>
                  <a:pt x="1510078" y="306712"/>
                </a:lnTo>
                <a:moveTo>
                  <a:pt x="1357652" y="221832"/>
                </a:moveTo>
                <a:lnTo>
                  <a:pt x="1254858" y="201825"/>
                </a:lnTo>
                <a:moveTo>
                  <a:pt x="1422675" y="374880"/>
                </a:moveTo>
                <a:lnTo>
                  <a:pt x="1455467" y="302405"/>
                </a:lnTo>
                <a:moveTo>
                  <a:pt x="1560732" y="634465"/>
                </a:moveTo>
                <a:lnTo>
                  <a:pt x="1519955" y="556395"/>
                </a:lnTo>
                <a:moveTo>
                  <a:pt x="1357652" y="221832"/>
                </a:moveTo>
                <a:lnTo>
                  <a:pt x="1230834" y="283434"/>
                </a:lnTo>
                <a:moveTo>
                  <a:pt x="1320294" y="1101346"/>
                </a:moveTo>
                <a:lnTo>
                  <a:pt x="1219912" y="1119504"/>
                </a:lnTo>
                <a:moveTo>
                  <a:pt x="1298709" y="1333500"/>
                </a:moveTo>
                <a:lnTo>
                  <a:pt x="1293187" y="1218428"/>
                </a:lnTo>
                <a:moveTo>
                  <a:pt x="1455467" y="302405"/>
                </a:moveTo>
                <a:lnTo>
                  <a:pt x="1414393" y="369086"/>
                </a:lnTo>
                <a:moveTo>
                  <a:pt x="1254858" y="201825"/>
                </a:moveTo>
                <a:lnTo>
                  <a:pt x="1169665" y="141132"/>
                </a:lnTo>
                <a:moveTo>
                  <a:pt x="1687928" y="633117"/>
                </a:moveTo>
                <a:lnTo>
                  <a:pt x="1689082" y="660492"/>
                </a:lnTo>
                <a:moveTo>
                  <a:pt x="1553725" y="969536"/>
                </a:moveTo>
                <a:lnTo>
                  <a:pt x="1539443" y="941205"/>
                </a:lnTo>
                <a:moveTo>
                  <a:pt x="1687928" y="633117"/>
                </a:moveTo>
                <a:lnTo>
                  <a:pt x="1636812" y="656684"/>
                </a:lnTo>
                <a:moveTo>
                  <a:pt x="1539113" y="1137650"/>
                </a:moveTo>
                <a:lnTo>
                  <a:pt x="1571819" y="1066223"/>
                </a:lnTo>
                <a:moveTo>
                  <a:pt x="1111437" y="370924"/>
                </a:moveTo>
                <a:lnTo>
                  <a:pt x="1091122" y="396286"/>
                </a:lnTo>
                <a:moveTo>
                  <a:pt x="865565" y="1146614"/>
                </a:moveTo>
                <a:lnTo>
                  <a:pt x="856379" y="1012668"/>
                </a:lnTo>
                <a:moveTo>
                  <a:pt x="1234958" y="1026204"/>
                </a:moveTo>
                <a:lnTo>
                  <a:pt x="1137908" y="989780"/>
                </a:lnTo>
                <a:moveTo>
                  <a:pt x="1338241" y="300179"/>
                </a:moveTo>
                <a:lnTo>
                  <a:pt x="1357652" y="221832"/>
                </a:lnTo>
                <a:moveTo>
                  <a:pt x="738751" y="797612"/>
                </a:moveTo>
                <a:lnTo>
                  <a:pt x="766541" y="698455"/>
                </a:lnTo>
                <a:moveTo>
                  <a:pt x="787795" y="627715"/>
                </a:moveTo>
                <a:lnTo>
                  <a:pt x="803726" y="572543"/>
                </a:lnTo>
                <a:moveTo>
                  <a:pt x="1713978" y="933817"/>
                </a:moveTo>
                <a:lnTo>
                  <a:pt x="1802483" y="861549"/>
                </a:lnTo>
                <a:moveTo>
                  <a:pt x="1580046" y="647666"/>
                </a:moveTo>
                <a:lnTo>
                  <a:pt x="1519955" y="556395"/>
                </a:lnTo>
                <a:moveTo>
                  <a:pt x="983798" y="1206361"/>
                </a:moveTo>
                <a:lnTo>
                  <a:pt x="956128" y="1224269"/>
                </a:lnTo>
                <a:moveTo>
                  <a:pt x="1550665" y="339427"/>
                </a:moveTo>
                <a:lnTo>
                  <a:pt x="1600384" y="333087"/>
                </a:lnTo>
                <a:moveTo>
                  <a:pt x="1357652" y="221832"/>
                </a:moveTo>
                <a:lnTo>
                  <a:pt x="1276599" y="121430"/>
                </a:lnTo>
                <a:moveTo>
                  <a:pt x="766541" y="698455"/>
                </a:moveTo>
                <a:lnTo>
                  <a:pt x="787795" y="627715"/>
                </a:lnTo>
                <a:moveTo>
                  <a:pt x="1254858" y="201825"/>
                </a:moveTo>
                <a:lnTo>
                  <a:pt x="1149429" y="152267"/>
                </a:lnTo>
                <a:moveTo>
                  <a:pt x="802095" y="972265"/>
                </a:moveTo>
                <a:lnTo>
                  <a:pt x="745876" y="823916"/>
                </a:lnTo>
                <a:moveTo>
                  <a:pt x="1376162" y="157063"/>
                </a:moveTo>
                <a:lnTo>
                  <a:pt x="1276599" y="121430"/>
                </a:lnTo>
                <a:moveTo>
                  <a:pt x="856379" y="1012668"/>
                </a:moveTo>
                <a:lnTo>
                  <a:pt x="802095" y="972265"/>
                </a:lnTo>
                <a:moveTo>
                  <a:pt x="1230834" y="283434"/>
                </a:moveTo>
                <a:lnTo>
                  <a:pt x="1149429" y="152267"/>
                </a:lnTo>
                <a:moveTo>
                  <a:pt x="1276599" y="121430"/>
                </a:moveTo>
                <a:lnTo>
                  <a:pt x="1169665" y="141132"/>
                </a:lnTo>
                <a:moveTo>
                  <a:pt x="1298011" y="1203211"/>
                </a:moveTo>
                <a:lnTo>
                  <a:pt x="1283001" y="1203427"/>
                </a:lnTo>
                <a:moveTo>
                  <a:pt x="1815614" y="631193"/>
                </a:moveTo>
                <a:lnTo>
                  <a:pt x="1796889" y="624454"/>
                </a:lnTo>
                <a:moveTo>
                  <a:pt x="1293187" y="1218428"/>
                </a:moveTo>
                <a:lnTo>
                  <a:pt x="1283001" y="1203427"/>
                </a:lnTo>
                <a:moveTo>
                  <a:pt x="853583" y="1175461"/>
                </a:moveTo>
                <a:lnTo>
                  <a:pt x="892773" y="1179777"/>
                </a:lnTo>
                <a:moveTo>
                  <a:pt x="1519955" y="556395"/>
                </a:moveTo>
                <a:lnTo>
                  <a:pt x="1570723" y="480903"/>
                </a:lnTo>
                <a:moveTo>
                  <a:pt x="1713978" y="933817"/>
                </a:moveTo>
                <a:lnTo>
                  <a:pt x="1610898" y="917286"/>
                </a:lnTo>
                <a:moveTo>
                  <a:pt x="1522067" y="436275"/>
                </a:moveTo>
                <a:lnTo>
                  <a:pt x="1550665" y="339427"/>
                </a:lnTo>
                <a:moveTo>
                  <a:pt x="745876" y="823916"/>
                </a:moveTo>
                <a:lnTo>
                  <a:pt x="738751" y="797612"/>
                </a:lnTo>
                <a:moveTo>
                  <a:pt x="1232240" y="1038005"/>
                </a:moveTo>
                <a:lnTo>
                  <a:pt x="1183635" y="1017927"/>
                </a:lnTo>
                <a:moveTo>
                  <a:pt x="1576808" y="1198917"/>
                </a:moveTo>
                <a:lnTo>
                  <a:pt x="1539113" y="1137650"/>
                </a:lnTo>
                <a:moveTo>
                  <a:pt x="1571819" y="1066223"/>
                </a:moveTo>
                <a:lnTo>
                  <a:pt x="1529896" y="1119055"/>
                </a:lnTo>
                <a:moveTo>
                  <a:pt x="1746111" y="935404"/>
                </a:moveTo>
                <a:lnTo>
                  <a:pt x="1802483" y="861549"/>
                </a:lnTo>
                <a:moveTo>
                  <a:pt x="1234958" y="1026204"/>
                </a:moveTo>
                <a:lnTo>
                  <a:pt x="1183635" y="1017927"/>
                </a:lnTo>
                <a:moveTo>
                  <a:pt x="1293187" y="1218428"/>
                </a:moveTo>
                <a:lnTo>
                  <a:pt x="1298011" y="1203211"/>
                </a:lnTo>
                <a:moveTo>
                  <a:pt x="1074463" y="1142522"/>
                </a:moveTo>
                <a:lnTo>
                  <a:pt x="1077855" y="1077352"/>
                </a:lnTo>
                <a:moveTo>
                  <a:pt x="1799121" y="637928"/>
                </a:moveTo>
                <a:lnTo>
                  <a:pt x="1815614" y="631193"/>
                </a:lnTo>
                <a:moveTo>
                  <a:pt x="1519735" y="1223670"/>
                </a:moveTo>
                <a:lnTo>
                  <a:pt x="1436669" y="1248307"/>
                </a:lnTo>
                <a:moveTo>
                  <a:pt x="1357652" y="221832"/>
                </a:moveTo>
                <a:lnTo>
                  <a:pt x="1376162" y="157063"/>
                </a:lnTo>
                <a:moveTo>
                  <a:pt x="1414393" y="369086"/>
                </a:moveTo>
                <a:lnTo>
                  <a:pt x="1338241" y="300179"/>
                </a:lnTo>
                <a:moveTo>
                  <a:pt x="865565" y="1146614"/>
                </a:moveTo>
                <a:lnTo>
                  <a:pt x="883110" y="1052552"/>
                </a:lnTo>
                <a:moveTo>
                  <a:pt x="1230834" y="283434"/>
                </a:moveTo>
                <a:lnTo>
                  <a:pt x="1120462" y="239809"/>
                </a:lnTo>
                <a:moveTo>
                  <a:pt x="1232240" y="1038005"/>
                </a:moveTo>
                <a:lnTo>
                  <a:pt x="1234958" y="1026204"/>
                </a:lnTo>
                <a:moveTo>
                  <a:pt x="1580046" y="647666"/>
                </a:moveTo>
                <a:lnTo>
                  <a:pt x="1578284" y="600090"/>
                </a:lnTo>
                <a:moveTo>
                  <a:pt x="1688587" y="609864"/>
                </a:moveTo>
                <a:lnTo>
                  <a:pt x="1580046" y="647666"/>
                </a:lnTo>
                <a:moveTo>
                  <a:pt x="960442" y="1171800"/>
                </a:moveTo>
                <a:lnTo>
                  <a:pt x="865565" y="1146614"/>
                </a:lnTo>
                <a:moveTo>
                  <a:pt x="1688587" y="609864"/>
                </a:moveTo>
                <a:lnTo>
                  <a:pt x="1636812" y="656684"/>
                </a:lnTo>
                <a:moveTo>
                  <a:pt x="1519735" y="1223670"/>
                </a:moveTo>
                <a:lnTo>
                  <a:pt x="1539113" y="1137650"/>
                </a:lnTo>
                <a:moveTo>
                  <a:pt x="1217427" y="330719"/>
                </a:moveTo>
                <a:lnTo>
                  <a:pt x="1111437" y="370924"/>
                </a:lnTo>
                <a:moveTo>
                  <a:pt x="803726" y="572543"/>
                </a:moveTo>
                <a:lnTo>
                  <a:pt x="819742" y="498980"/>
                </a:lnTo>
                <a:moveTo>
                  <a:pt x="738751" y="797612"/>
                </a:moveTo>
                <a:lnTo>
                  <a:pt x="796425" y="682200"/>
                </a:lnTo>
                <a:moveTo>
                  <a:pt x="1169665" y="141132"/>
                </a:moveTo>
                <a:lnTo>
                  <a:pt x="1149429" y="152267"/>
                </a:lnTo>
                <a:moveTo>
                  <a:pt x="1519735" y="1223670"/>
                </a:moveTo>
                <a:lnTo>
                  <a:pt x="1400915" y="1221885"/>
                </a:lnTo>
                <a:moveTo>
                  <a:pt x="923383" y="1296174"/>
                </a:moveTo>
                <a:lnTo>
                  <a:pt x="956128" y="1224269"/>
                </a:lnTo>
                <a:moveTo>
                  <a:pt x="1796889" y="624454"/>
                </a:moveTo>
                <a:lnTo>
                  <a:pt x="1689082" y="660492"/>
                </a:lnTo>
                <a:moveTo>
                  <a:pt x="1522067" y="436275"/>
                </a:moveTo>
                <a:lnTo>
                  <a:pt x="1422675" y="374880"/>
                </a:lnTo>
                <a:moveTo>
                  <a:pt x="796425" y="682200"/>
                </a:moveTo>
                <a:lnTo>
                  <a:pt x="787795" y="627715"/>
                </a:lnTo>
                <a:moveTo>
                  <a:pt x="1704469" y="950604"/>
                </a:moveTo>
                <a:lnTo>
                  <a:pt x="1610898" y="917286"/>
                </a:lnTo>
                <a:moveTo>
                  <a:pt x="1080983" y="393612"/>
                </a:moveTo>
                <a:lnTo>
                  <a:pt x="983426" y="328415"/>
                </a:lnTo>
                <a:moveTo>
                  <a:pt x="1077855" y="1077352"/>
                </a:moveTo>
                <a:lnTo>
                  <a:pt x="1125422" y="1000925"/>
                </a:lnTo>
                <a:moveTo>
                  <a:pt x="1519955" y="556395"/>
                </a:moveTo>
                <a:lnTo>
                  <a:pt x="1522067" y="436275"/>
                </a:lnTo>
                <a:moveTo>
                  <a:pt x="1338241" y="300179"/>
                </a:moveTo>
                <a:lnTo>
                  <a:pt x="1431631" y="217641"/>
                </a:lnTo>
                <a:moveTo>
                  <a:pt x="766541" y="698455"/>
                </a:moveTo>
                <a:lnTo>
                  <a:pt x="796425" y="682200"/>
                </a:lnTo>
                <a:moveTo>
                  <a:pt x="1192035" y="304144"/>
                </a:moveTo>
                <a:lnTo>
                  <a:pt x="1120462" y="239809"/>
                </a:lnTo>
                <a:moveTo>
                  <a:pt x="1400915" y="1221885"/>
                </a:moveTo>
                <a:lnTo>
                  <a:pt x="1298011" y="1203211"/>
                </a:lnTo>
                <a:moveTo>
                  <a:pt x="1529896" y="1119055"/>
                </a:moveTo>
                <a:lnTo>
                  <a:pt x="1563958" y="1038684"/>
                </a:lnTo>
                <a:moveTo>
                  <a:pt x="1080983" y="393612"/>
                </a:moveTo>
                <a:lnTo>
                  <a:pt x="990760" y="335679"/>
                </a:lnTo>
                <a:moveTo>
                  <a:pt x="1400915" y="1221885"/>
                </a:moveTo>
                <a:lnTo>
                  <a:pt x="1293187" y="1218428"/>
                </a:lnTo>
                <a:moveTo>
                  <a:pt x="1486966" y="536828"/>
                </a:moveTo>
                <a:lnTo>
                  <a:pt x="1522067" y="436275"/>
                </a:lnTo>
                <a:moveTo>
                  <a:pt x="1802483" y="861549"/>
                </a:moveTo>
                <a:lnTo>
                  <a:pt x="1853356" y="810247"/>
                </a:lnTo>
                <a:moveTo>
                  <a:pt x="1610898" y="917286"/>
                </a:moveTo>
                <a:lnTo>
                  <a:pt x="1588715" y="953954"/>
                </a:lnTo>
                <a:moveTo>
                  <a:pt x="1169665" y="141132"/>
                </a:moveTo>
                <a:lnTo>
                  <a:pt x="1157300" y="118119"/>
                </a:lnTo>
                <a:moveTo>
                  <a:pt x="1252717" y="936885"/>
                </a:moveTo>
                <a:lnTo>
                  <a:pt x="1137908" y="989780"/>
                </a:lnTo>
                <a:moveTo>
                  <a:pt x="1563295" y="261192"/>
                </a:moveTo>
                <a:lnTo>
                  <a:pt x="1510078" y="306712"/>
                </a:lnTo>
                <a:moveTo>
                  <a:pt x="1137908" y="989780"/>
                </a:moveTo>
                <a:lnTo>
                  <a:pt x="1139842" y="933303"/>
                </a:lnTo>
                <a:moveTo>
                  <a:pt x="1080983" y="393612"/>
                </a:moveTo>
                <a:lnTo>
                  <a:pt x="976081" y="346098"/>
                </a:lnTo>
                <a:moveTo>
                  <a:pt x="960442" y="1171800"/>
                </a:moveTo>
                <a:lnTo>
                  <a:pt x="853583" y="1175461"/>
                </a:lnTo>
                <a:moveTo>
                  <a:pt x="745876" y="823916"/>
                </a:moveTo>
                <a:lnTo>
                  <a:pt x="796425" y="682200"/>
                </a:lnTo>
                <a:moveTo>
                  <a:pt x="1111437" y="370924"/>
                </a:moveTo>
                <a:lnTo>
                  <a:pt x="1192035" y="304144"/>
                </a:lnTo>
                <a:moveTo>
                  <a:pt x="960442" y="1171800"/>
                </a:moveTo>
                <a:lnTo>
                  <a:pt x="892773" y="1179777"/>
                </a:lnTo>
                <a:moveTo>
                  <a:pt x="1600384" y="333087"/>
                </a:moveTo>
                <a:lnTo>
                  <a:pt x="1572173" y="235825"/>
                </a:lnTo>
                <a:moveTo>
                  <a:pt x="1376162" y="157063"/>
                </a:moveTo>
                <a:lnTo>
                  <a:pt x="1397143" y="67885"/>
                </a:lnTo>
                <a:moveTo>
                  <a:pt x="1276599" y="121430"/>
                </a:moveTo>
                <a:lnTo>
                  <a:pt x="1288238" y="41588"/>
                </a:lnTo>
                <a:moveTo>
                  <a:pt x="1149429" y="152267"/>
                </a:moveTo>
                <a:lnTo>
                  <a:pt x="1157300" y="118119"/>
                </a:lnTo>
                <a:moveTo>
                  <a:pt x="1746111" y="935404"/>
                </a:moveTo>
                <a:lnTo>
                  <a:pt x="1713978" y="933817"/>
                </a:lnTo>
                <a:moveTo>
                  <a:pt x="802095" y="972265"/>
                </a:moveTo>
                <a:lnTo>
                  <a:pt x="809194" y="903353"/>
                </a:lnTo>
                <a:moveTo>
                  <a:pt x="883110" y="1052552"/>
                </a:moveTo>
                <a:lnTo>
                  <a:pt x="856379" y="1012668"/>
                </a:lnTo>
                <a:moveTo>
                  <a:pt x="1436669" y="1248307"/>
                </a:moveTo>
                <a:lnTo>
                  <a:pt x="1400915" y="1221885"/>
                </a:lnTo>
                <a:moveTo>
                  <a:pt x="1298011" y="1203211"/>
                </a:moveTo>
                <a:lnTo>
                  <a:pt x="1320294" y="1101346"/>
                </a:lnTo>
                <a:moveTo>
                  <a:pt x="1139842" y="933303"/>
                </a:moveTo>
                <a:lnTo>
                  <a:pt x="1125422" y="1000925"/>
                </a:lnTo>
                <a:moveTo>
                  <a:pt x="973340" y="1110654"/>
                </a:moveTo>
                <a:lnTo>
                  <a:pt x="865565" y="1146614"/>
                </a:lnTo>
                <a:moveTo>
                  <a:pt x="1431631" y="217641"/>
                </a:moveTo>
                <a:lnTo>
                  <a:pt x="1357652" y="221832"/>
                </a:lnTo>
                <a:moveTo>
                  <a:pt x="898326" y="983388"/>
                </a:moveTo>
                <a:lnTo>
                  <a:pt x="802095" y="972265"/>
                </a:lnTo>
                <a:moveTo>
                  <a:pt x="1111437" y="370924"/>
                </a:moveTo>
                <a:lnTo>
                  <a:pt x="1080983" y="393612"/>
                </a:lnTo>
                <a:moveTo>
                  <a:pt x="1600384" y="333087"/>
                </a:moveTo>
                <a:lnTo>
                  <a:pt x="1563295" y="261192"/>
                </a:lnTo>
                <a:moveTo>
                  <a:pt x="1320294" y="1101346"/>
                </a:moveTo>
                <a:lnTo>
                  <a:pt x="1232240" y="1038005"/>
                </a:lnTo>
                <a:moveTo>
                  <a:pt x="1378365" y="1288691"/>
                </a:moveTo>
                <a:lnTo>
                  <a:pt x="1293187" y="1218428"/>
                </a:lnTo>
                <a:moveTo>
                  <a:pt x="1125422" y="1000925"/>
                </a:moveTo>
                <a:lnTo>
                  <a:pt x="1130382" y="936214"/>
                </a:lnTo>
                <a:moveTo>
                  <a:pt x="1563958" y="1038684"/>
                </a:moveTo>
                <a:lnTo>
                  <a:pt x="1553725" y="969536"/>
                </a:lnTo>
                <a:moveTo>
                  <a:pt x="787795" y="627715"/>
                </a:moveTo>
                <a:lnTo>
                  <a:pt x="863166" y="545213"/>
                </a:lnTo>
                <a:moveTo>
                  <a:pt x="1431631" y="217641"/>
                </a:moveTo>
                <a:lnTo>
                  <a:pt x="1376162" y="157063"/>
                </a:lnTo>
                <a:moveTo>
                  <a:pt x="1120462" y="239809"/>
                </a:moveTo>
                <a:lnTo>
                  <a:pt x="1149429" y="152267"/>
                </a:lnTo>
                <a:moveTo>
                  <a:pt x="1422675" y="374880"/>
                </a:moveTo>
                <a:lnTo>
                  <a:pt x="1414393" y="369086"/>
                </a:lnTo>
                <a:moveTo>
                  <a:pt x="990760" y="335679"/>
                </a:moveTo>
                <a:lnTo>
                  <a:pt x="983426" y="328415"/>
                </a:lnTo>
                <a:moveTo>
                  <a:pt x="803726" y="572543"/>
                </a:moveTo>
                <a:lnTo>
                  <a:pt x="863166" y="545213"/>
                </a:lnTo>
                <a:moveTo>
                  <a:pt x="983798" y="1206361"/>
                </a:moveTo>
                <a:lnTo>
                  <a:pt x="1077855" y="1077352"/>
                </a:lnTo>
                <a:moveTo>
                  <a:pt x="983798" y="1206361"/>
                </a:moveTo>
                <a:lnTo>
                  <a:pt x="960442" y="1171800"/>
                </a:lnTo>
                <a:moveTo>
                  <a:pt x="1853356" y="810247"/>
                </a:moveTo>
                <a:lnTo>
                  <a:pt x="1831255" y="713473"/>
                </a:lnTo>
                <a:moveTo>
                  <a:pt x="1276599" y="121430"/>
                </a:moveTo>
                <a:lnTo>
                  <a:pt x="1169359" y="52464"/>
                </a:lnTo>
                <a:moveTo>
                  <a:pt x="1550665" y="339427"/>
                </a:moveTo>
                <a:lnTo>
                  <a:pt x="1563295" y="261192"/>
                </a:lnTo>
                <a:moveTo>
                  <a:pt x="1713978" y="933817"/>
                </a:moveTo>
                <a:lnTo>
                  <a:pt x="1704469" y="950604"/>
                </a:lnTo>
                <a:moveTo>
                  <a:pt x="1519735" y="1223670"/>
                </a:moveTo>
                <a:lnTo>
                  <a:pt x="1419457" y="1137939"/>
                </a:lnTo>
                <a:moveTo>
                  <a:pt x="1486966" y="536828"/>
                </a:moveTo>
                <a:lnTo>
                  <a:pt x="1422675" y="374880"/>
                </a:lnTo>
                <a:moveTo>
                  <a:pt x="923383" y="1296174"/>
                </a:moveTo>
                <a:lnTo>
                  <a:pt x="983798" y="1206361"/>
                </a:lnTo>
                <a:moveTo>
                  <a:pt x="1419207" y="380585"/>
                </a:moveTo>
                <a:lnTo>
                  <a:pt x="1422675" y="374880"/>
                </a:lnTo>
                <a:moveTo>
                  <a:pt x="1445871" y="264570"/>
                </a:moveTo>
                <a:lnTo>
                  <a:pt x="1338241" y="300179"/>
                </a:lnTo>
                <a:moveTo>
                  <a:pt x="1519955" y="556395"/>
                </a:moveTo>
                <a:lnTo>
                  <a:pt x="1486966" y="536828"/>
                </a:lnTo>
                <a:moveTo>
                  <a:pt x="982257" y="324126"/>
                </a:moveTo>
                <a:lnTo>
                  <a:pt x="983426" y="328415"/>
                </a:lnTo>
                <a:moveTo>
                  <a:pt x="1376162" y="157063"/>
                </a:moveTo>
                <a:lnTo>
                  <a:pt x="1288238" y="41588"/>
                </a:lnTo>
                <a:moveTo>
                  <a:pt x="1831255" y="713473"/>
                </a:moveTo>
                <a:lnTo>
                  <a:pt x="1799121" y="637928"/>
                </a:lnTo>
                <a:moveTo>
                  <a:pt x="1419207" y="380585"/>
                </a:moveTo>
                <a:lnTo>
                  <a:pt x="1414393" y="369086"/>
                </a:lnTo>
                <a:moveTo>
                  <a:pt x="1378365" y="1288691"/>
                </a:moveTo>
                <a:lnTo>
                  <a:pt x="1436669" y="1248307"/>
                </a:lnTo>
                <a:moveTo>
                  <a:pt x="976081" y="346098"/>
                </a:moveTo>
                <a:lnTo>
                  <a:pt x="990760" y="335679"/>
                </a:lnTo>
                <a:moveTo>
                  <a:pt x="990760" y="335679"/>
                </a:moveTo>
                <a:lnTo>
                  <a:pt x="982257" y="324126"/>
                </a:lnTo>
                <a:moveTo>
                  <a:pt x="1234958" y="1026204"/>
                </a:moveTo>
                <a:lnTo>
                  <a:pt x="1252717" y="936885"/>
                </a:lnTo>
                <a:moveTo>
                  <a:pt x="809194" y="903353"/>
                </a:moveTo>
                <a:lnTo>
                  <a:pt x="745876" y="823916"/>
                </a:lnTo>
                <a:moveTo>
                  <a:pt x="1746111" y="935404"/>
                </a:moveTo>
                <a:lnTo>
                  <a:pt x="1704469" y="950604"/>
                </a:lnTo>
                <a:moveTo>
                  <a:pt x="1339750" y="1021907"/>
                </a:moveTo>
                <a:lnTo>
                  <a:pt x="1232240" y="1038005"/>
                </a:lnTo>
                <a:moveTo>
                  <a:pt x="1539113" y="1137650"/>
                </a:moveTo>
                <a:lnTo>
                  <a:pt x="1529896" y="1119055"/>
                </a:lnTo>
                <a:moveTo>
                  <a:pt x="903878" y="950732"/>
                </a:moveTo>
                <a:lnTo>
                  <a:pt x="802095" y="972265"/>
                </a:lnTo>
                <a:moveTo>
                  <a:pt x="1688587" y="609864"/>
                </a:moveTo>
                <a:lnTo>
                  <a:pt x="1687928" y="633117"/>
                </a:lnTo>
                <a:moveTo>
                  <a:pt x="976081" y="346098"/>
                </a:moveTo>
                <a:lnTo>
                  <a:pt x="982257" y="324126"/>
                </a:lnTo>
                <a:moveTo>
                  <a:pt x="1400915" y="1221885"/>
                </a:moveTo>
                <a:lnTo>
                  <a:pt x="1320294" y="1101346"/>
                </a:lnTo>
                <a:moveTo>
                  <a:pt x="898326" y="983388"/>
                </a:moveTo>
                <a:lnTo>
                  <a:pt x="856379" y="1012668"/>
                </a:lnTo>
                <a:moveTo>
                  <a:pt x="1424262" y="355582"/>
                </a:moveTo>
                <a:lnTo>
                  <a:pt x="1414393" y="369086"/>
                </a:lnTo>
                <a:moveTo>
                  <a:pt x="1339750" y="1021907"/>
                </a:moveTo>
                <a:lnTo>
                  <a:pt x="1234958" y="1026204"/>
                </a:lnTo>
                <a:moveTo>
                  <a:pt x="1169665" y="141132"/>
                </a:moveTo>
                <a:lnTo>
                  <a:pt x="1169359" y="52464"/>
                </a:lnTo>
                <a:moveTo>
                  <a:pt x="1378365" y="1288691"/>
                </a:moveTo>
                <a:lnTo>
                  <a:pt x="1400915" y="1221885"/>
                </a:lnTo>
                <a:moveTo>
                  <a:pt x="1796889" y="624454"/>
                </a:moveTo>
                <a:lnTo>
                  <a:pt x="1687928" y="633117"/>
                </a:lnTo>
                <a:moveTo>
                  <a:pt x="931711" y="1281468"/>
                </a:moveTo>
                <a:lnTo>
                  <a:pt x="983798" y="1206361"/>
                </a:lnTo>
                <a:moveTo>
                  <a:pt x="1756339" y="625433"/>
                </a:moveTo>
                <a:lnTo>
                  <a:pt x="1687928" y="633117"/>
                </a:lnTo>
                <a:moveTo>
                  <a:pt x="1578284" y="600090"/>
                </a:moveTo>
                <a:lnTo>
                  <a:pt x="1519955" y="556395"/>
                </a:lnTo>
                <a:moveTo>
                  <a:pt x="1111437" y="370924"/>
                </a:moveTo>
                <a:lnTo>
                  <a:pt x="1120462" y="239809"/>
                </a:lnTo>
                <a:moveTo>
                  <a:pt x="1463478" y="204971"/>
                </a:moveTo>
                <a:lnTo>
                  <a:pt x="1376162" y="157063"/>
                </a:lnTo>
                <a:moveTo>
                  <a:pt x="1498881" y="100741"/>
                </a:moveTo>
                <a:lnTo>
                  <a:pt x="1397143" y="67885"/>
                </a:lnTo>
                <a:moveTo>
                  <a:pt x="1419207" y="380585"/>
                </a:moveTo>
                <a:lnTo>
                  <a:pt x="1424262" y="355582"/>
                </a:lnTo>
                <a:moveTo>
                  <a:pt x="983798" y="1206361"/>
                </a:moveTo>
                <a:lnTo>
                  <a:pt x="973340" y="1110654"/>
                </a:lnTo>
                <a:moveTo>
                  <a:pt x="863166" y="545213"/>
                </a:moveTo>
                <a:lnTo>
                  <a:pt x="819742" y="498980"/>
                </a:lnTo>
                <a:moveTo>
                  <a:pt x="1397143" y="67885"/>
                </a:moveTo>
                <a:lnTo>
                  <a:pt x="1364480" y="41550"/>
                </a:lnTo>
                <a:moveTo>
                  <a:pt x="1578284" y="600090"/>
                </a:moveTo>
                <a:lnTo>
                  <a:pt x="1486966" y="536828"/>
                </a:lnTo>
                <a:moveTo>
                  <a:pt x="796425" y="682200"/>
                </a:moveTo>
                <a:lnTo>
                  <a:pt x="863166" y="545213"/>
                </a:lnTo>
                <a:moveTo>
                  <a:pt x="1746111" y="935404"/>
                </a:moveTo>
                <a:lnTo>
                  <a:pt x="1853356" y="810247"/>
                </a:lnTo>
                <a:moveTo>
                  <a:pt x="1397143" y="67885"/>
                </a:moveTo>
                <a:lnTo>
                  <a:pt x="1288238" y="41588"/>
                </a:lnTo>
                <a:moveTo>
                  <a:pt x="1539113" y="1137650"/>
                </a:moveTo>
                <a:lnTo>
                  <a:pt x="1419457" y="1137939"/>
                </a:lnTo>
                <a:moveTo>
                  <a:pt x="1704469" y="950604"/>
                </a:moveTo>
                <a:lnTo>
                  <a:pt x="1588715" y="953954"/>
                </a:lnTo>
                <a:moveTo>
                  <a:pt x="1400915" y="1221885"/>
                </a:moveTo>
                <a:lnTo>
                  <a:pt x="1419457" y="1137939"/>
                </a:lnTo>
                <a:moveTo>
                  <a:pt x="1572173" y="235825"/>
                </a:moveTo>
                <a:lnTo>
                  <a:pt x="1498881" y="100741"/>
                </a:lnTo>
                <a:moveTo>
                  <a:pt x="1157300" y="118119"/>
                </a:moveTo>
                <a:lnTo>
                  <a:pt x="1169359" y="52464"/>
                </a:lnTo>
                <a:moveTo>
                  <a:pt x="883110" y="1052552"/>
                </a:moveTo>
                <a:lnTo>
                  <a:pt x="898326" y="983388"/>
                </a:lnTo>
                <a:moveTo>
                  <a:pt x="1445871" y="264570"/>
                </a:moveTo>
                <a:lnTo>
                  <a:pt x="1414393" y="369086"/>
                </a:lnTo>
                <a:moveTo>
                  <a:pt x="1364480" y="41550"/>
                </a:moveTo>
                <a:lnTo>
                  <a:pt x="1288238" y="41588"/>
                </a:lnTo>
                <a:moveTo>
                  <a:pt x="973340" y="1110654"/>
                </a:moveTo>
                <a:lnTo>
                  <a:pt x="883110" y="1052552"/>
                </a:lnTo>
                <a:moveTo>
                  <a:pt x="1077855" y="1077352"/>
                </a:moveTo>
                <a:lnTo>
                  <a:pt x="1130382" y="936214"/>
                </a:lnTo>
                <a:moveTo>
                  <a:pt x="853583" y="1175461"/>
                </a:moveTo>
                <a:lnTo>
                  <a:pt x="841088" y="1153725"/>
                </a:lnTo>
                <a:moveTo>
                  <a:pt x="745876" y="823916"/>
                </a:moveTo>
                <a:lnTo>
                  <a:pt x="826630" y="781340"/>
                </a:lnTo>
                <a:moveTo>
                  <a:pt x="1563295" y="261192"/>
                </a:moveTo>
                <a:lnTo>
                  <a:pt x="1572173" y="235825"/>
                </a:lnTo>
                <a:moveTo>
                  <a:pt x="1529896" y="1119055"/>
                </a:moveTo>
                <a:lnTo>
                  <a:pt x="1553725" y="969536"/>
                </a:lnTo>
                <a:moveTo>
                  <a:pt x="1688587" y="609864"/>
                </a:moveTo>
                <a:lnTo>
                  <a:pt x="1578284" y="600090"/>
                </a:lnTo>
                <a:moveTo>
                  <a:pt x="1419457" y="1137939"/>
                </a:moveTo>
                <a:lnTo>
                  <a:pt x="1320294" y="1101346"/>
                </a:lnTo>
                <a:moveTo>
                  <a:pt x="1419457" y="1137939"/>
                </a:moveTo>
                <a:lnTo>
                  <a:pt x="1529896" y="1119055"/>
                </a:lnTo>
                <a:moveTo>
                  <a:pt x="931711" y="1281468"/>
                </a:moveTo>
                <a:lnTo>
                  <a:pt x="960442" y="1171800"/>
                </a:lnTo>
                <a:moveTo>
                  <a:pt x="1320294" y="1101346"/>
                </a:moveTo>
                <a:lnTo>
                  <a:pt x="1339750" y="1021907"/>
                </a:lnTo>
                <a:moveTo>
                  <a:pt x="1463478" y="204971"/>
                </a:moveTo>
                <a:lnTo>
                  <a:pt x="1397143" y="67885"/>
                </a:lnTo>
                <a:moveTo>
                  <a:pt x="973340" y="1110654"/>
                </a:moveTo>
                <a:lnTo>
                  <a:pt x="1077855" y="1077352"/>
                </a:lnTo>
                <a:moveTo>
                  <a:pt x="960442" y="1171800"/>
                </a:moveTo>
                <a:lnTo>
                  <a:pt x="973340" y="1110654"/>
                </a:lnTo>
                <a:moveTo>
                  <a:pt x="931711" y="1281468"/>
                </a:moveTo>
                <a:lnTo>
                  <a:pt x="923383" y="1296174"/>
                </a:lnTo>
                <a:moveTo>
                  <a:pt x="1414286" y="459373"/>
                </a:moveTo>
                <a:lnTo>
                  <a:pt x="1422675" y="374880"/>
                </a:lnTo>
                <a:moveTo>
                  <a:pt x="1588715" y="953954"/>
                </a:moveTo>
                <a:lnTo>
                  <a:pt x="1553725" y="969536"/>
                </a:lnTo>
                <a:moveTo>
                  <a:pt x="1819717" y="918008"/>
                </a:moveTo>
                <a:lnTo>
                  <a:pt x="1746111" y="935404"/>
                </a:lnTo>
                <a:moveTo>
                  <a:pt x="1756339" y="625433"/>
                </a:moveTo>
                <a:lnTo>
                  <a:pt x="1688587" y="609864"/>
                </a:lnTo>
                <a:moveTo>
                  <a:pt x="1564130" y="251034"/>
                </a:moveTo>
                <a:lnTo>
                  <a:pt x="1498881" y="100741"/>
                </a:lnTo>
                <a:moveTo>
                  <a:pt x="1796889" y="624454"/>
                </a:moveTo>
                <a:lnTo>
                  <a:pt x="1756339" y="625433"/>
                </a:lnTo>
                <a:moveTo>
                  <a:pt x="1564130" y="251034"/>
                </a:moveTo>
                <a:lnTo>
                  <a:pt x="1572173" y="235825"/>
                </a:lnTo>
                <a:moveTo>
                  <a:pt x="1252717" y="936885"/>
                </a:moveTo>
                <a:lnTo>
                  <a:pt x="1139842" y="933303"/>
                </a:lnTo>
                <a:moveTo>
                  <a:pt x="1463478" y="204971"/>
                </a:moveTo>
                <a:lnTo>
                  <a:pt x="1431631" y="217641"/>
                </a:lnTo>
                <a:moveTo>
                  <a:pt x="1445871" y="264570"/>
                </a:moveTo>
                <a:lnTo>
                  <a:pt x="1431631" y="217641"/>
                </a:lnTo>
                <a:moveTo>
                  <a:pt x="1463478" y="204971"/>
                </a:moveTo>
                <a:lnTo>
                  <a:pt x="1498881" y="100741"/>
                </a:lnTo>
                <a:moveTo>
                  <a:pt x="925744" y="1267456"/>
                </a:moveTo>
                <a:lnTo>
                  <a:pt x="960442" y="1171800"/>
                </a:lnTo>
                <a:moveTo>
                  <a:pt x="1486966" y="536828"/>
                </a:moveTo>
                <a:lnTo>
                  <a:pt x="1414286" y="459373"/>
                </a:lnTo>
                <a:moveTo>
                  <a:pt x="1339750" y="1021907"/>
                </a:moveTo>
                <a:lnTo>
                  <a:pt x="1252717" y="936885"/>
                </a:lnTo>
                <a:moveTo>
                  <a:pt x="1414286" y="459373"/>
                </a:moveTo>
                <a:lnTo>
                  <a:pt x="1419207" y="380585"/>
                </a:lnTo>
                <a:moveTo>
                  <a:pt x="1288238" y="41588"/>
                </a:moveTo>
                <a:lnTo>
                  <a:pt x="1169359" y="52464"/>
                </a:lnTo>
                <a:moveTo>
                  <a:pt x="1424262" y="355582"/>
                </a:moveTo>
                <a:lnTo>
                  <a:pt x="1445871" y="264570"/>
                </a:lnTo>
                <a:moveTo>
                  <a:pt x="1799121" y="637928"/>
                </a:moveTo>
                <a:lnTo>
                  <a:pt x="1796889" y="624454"/>
                </a:lnTo>
                <a:moveTo>
                  <a:pt x="1139842" y="933303"/>
                </a:moveTo>
                <a:lnTo>
                  <a:pt x="1130382" y="936214"/>
                </a:lnTo>
                <a:moveTo>
                  <a:pt x="1851339" y="820520"/>
                </a:moveTo>
                <a:lnTo>
                  <a:pt x="1853356" y="810247"/>
                </a:lnTo>
                <a:moveTo>
                  <a:pt x="1853356" y="810247"/>
                </a:moveTo>
                <a:lnTo>
                  <a:pt x="1799121" y="637928"/>
                </a:lnTo>
                <a:moveTo>
                  <a:pt x="1441902" y="1049734"/>
                </a:moveTo>
                <a:lnTo>
                  <a:pt x="1320294" y="1101346"/>
                </a:lnTo>
                <a:moveTo>
                  <a:pt x="1529896" y="1119055"/>
                </a:moveTo>
                <a:lnTo>
                  <a:pt x="1441902" y="1049734"/>
                </a:lnTo>
                <a:moveTo>
                  <a:pt x="1529896" y="1119055"/>
                </a:moveTo>
                <a:lnTo>
                  <a:pt x="1458661" y="991731"/>
                </a:lnTo>
                <a:moveTo>
                  <a:pt x="826630" y="781340"/>
                </a:moveTo>
                <a:lnTo>
                  <a:pt x="796425" y="682200"/>
                </a:lnTo>
                <a:moveTo>
                  <a:pt x="1087266" y="317199"/>
                </a:moveTo>
                <a:lnTo>
                  <a:pt x="1120462" y="239809"/>
                </a:lnTo>
                <a:moveTo>
                  <a:pt x="1353566" y="969420"/>
                </a:moveTo>
                <a:lnTo>
                  <a:pt x="1252717" y="936885"/>
                </a:lnTo>
                <a:moveTo>
                  <a:pt x="1792841" y="627357"/>
                </a:moveTo>
                <a:lnTo>
                  <a:pt x="1796889" y="624454"/>
                </a:lnTo>
                <a:moveTo>
                  <a:pt x="879382" y="1200024"/>
                </a:moveTo>
                <a:lnTo>
                  <a:pt x="853583" y="1175461"/>
                </a:lnTo>
                <a:moveTo>
                  <a:pt x="1001779" y="995393"/>
                </a:moveTo>
                <a:lnTo>
                  <a:pt x="883110" y="1052552"/>
                </a:lnTo>
                <a:moveTo>
                  <a:pt x="1792841" y="627357"/>
                </a:moveTo>
                <a:lnTo>
                  <a:pt x="1756339" y="625433"/>
                </a:lnTo>
                <a:moveTo>
                  <a:pt x="1704469" y="950604"/>
                </a:moveTo>
                <a:lnTo>
                  <a:pt x="1581134" y="952930"/>
                </a:lnTo>
                <a:moveTo>
                  <a:pt x="1339750" y="1021907"/>
                </a:moveTo>
                <a:lnTo>
                  <a:pt x="1353566" y="969420"/>
                </a:lnTo>
                <a:moveTo>
                  <a:pt x="1077855" y="1077352"/>
                </a:moveTo>
                <a:lnTo>
                  <a:pt x="1001779" y="995393"/>
                </a:lnTo>
                <a:moveTo>
                  <a:pt x="1111437" y="370924"/>
                </a:moveTo>
                <a:lnTo>
                  <a:pt x="1087266" y="317199"/>
                </a:lnTo>
                <a:moveTo>
                  <a:pt x="1454785" y="601867"/>
                </a:moveTo>
                <a:lnTo>
                  <a:pt x="1486966" y="536828"/>
                </a:lnTo>
                <a:moveTo>
                  <a:pt x="1799121" y="637928"/>
                </a:moveTo>
                <a:lnTo>
                  <a:pt x="1792841" y="627357"/>
                </a:lnTo>
                <a:moveTo>
                  <a:pt x="1419207" y="380585"/>
                </a:moveTo>
                <a:lnTo>
                  <a:pt x="1447327" y="312544"/>
                </a:lnTo>
                <a:moveTo>
                  <a:pt x="1819717" y="918008"/>
                </a:moveTo>
                <a:lnTo>
                  <a:pt x="1853356" y="810247"/>
                </a:lnTo>
                <a:moveTo>
                  <a:pt x="1564130" y="251034"/>
                </a:moveTo>
                <a:lnTo>
                  <a:pt x="1463478" y="204971"/>
                </a:lnTo>
                <a:moveTo>
                  <a:pt x="1077855" y="1077352"/>
                </a:moveTo>
                <a:lnTo>
                  <a:pt x="1004505" y="983802"/>
                </a:lnTo>
                <a:moveTo>
                  <a:pt x="1401195" y="18594"/>
                </a:moveTo>
                <a:lnTo>
                  <a:pt x="1364480" y="41550"/>
                </a:lnTo>
                <a:moveTo>
                  <a:pt x="1419457" y="1137939"/>
                </a:moveTo>
                <a:lnTo>
                  <a:pt x="1441902" y="1049734"/>
                </a:lnTo>
                <a:moveTo>
                  <a:pt x="1581134" y="952930"/>
                </a:moveTo>
                <a:lnTo>
                  <a:pt x="1588715" y="953954"/>
                </a:lnTo>
                <a:moveTo>
                  <a:pt x="903878" y="950732"/>
                </a:moveTo>
                <a:lnTo>
                  <a:pt x="809194" y="903353"/>
                </a:lnTo>
                <a:moveTo>
                  <a:pt x="1252717" y="936885"/>
                </a:moveTo>
                <a:lnTo>
                  <a:pt x="1277707" y="832623"/>
                </a:lnTo>
                <a:moveTo>
                  <a:pt x="1458661" y="991731"/>
                </a:moveTo>
                <a:lnTo>
                  <a:pt x="1553725" y="969536"/>
                </a:lnTo>
                <a:moveTo>
                  <a:pt x="931711" y="1281468"/>
                </a:moveTo>
                <a:lnTo>
                  <a:pt x="925744" y="1267456"/>
                </a:lnTo>
                <a:moveTo>
                  <a:pt x="796425" y="682200"/>
                </a:moveTo>
                <a:lnTo>
                  <a:pt x="852291" y="632356"/>
                </a:lnTo>
                <a:moveTo>
                  <a:pt x="1441902" y="1049734"/>
                </a:moveTo>
                <a:lnTo>
                  <a:pt x="1339750" y="1021907"/>
                </a:lnTo>
                <a:moveTo>
                  <a:pt x="1683899" y="973293"/>
                </a:moveTo>
                <a:lnTo>
                  <a:pt x="1746111" y="935404"/>
                </a:lnTo>
                <a:moveTo>
                  <a:pt x="898326" y="983388"/>
                </a:moveTo>
                <a:lnTo>
                  <a:pt x="903878" y="950732"/>
                </a:lnTo>
                <a:moveTo>
                  <a:pt x="1099478" y="457750"/>
                </a:moveTo>
                <a:lnTo>
                  <a:pt x="1111437" y="370924"/>
                </a:lnTo>
                <a:moveTo>
                  <a:pt x="1445871" y="264570"/>
                </a:moveTo>
                <a:lnTo>
                  <a:pt x="1463478" y="204971"/>
                </a:lnTo>
                <a:moveTo>
                  <a:pt x="1819717" y="918008"/>
                </a:moveTo>
                <a:lnTo>
                  <a:pt x="1851339" y="820520"/>
                </a:lnTo>
                <a:moveTo>
                  <a:pt x="1379047" y="870323"/>
                </a:moveTo>
                <a:lnTo>
                  <a:pt x="1252717" y="936885"/>
                </a:lnTo>
                <a:moveTo>
                  <a:pt x="1139842" y="933303"/>
                </a:moveTo>
                <a:lnTo>
                  <a:pt x="1061689" y="794305"/>
                </a:lnTo>
                <a:moveTo>
                  <a:pt x="1447327" y="312544"/>
                </a:moveTo>
                <a:lnTo>
                  <a:pt x="1424262" y="355582"/>
                </a:lnTo>
                <a:moveTo>
                  <a:pt x="1441902" y="1049734"/>
                </a:moveTo>
                <a:lnTo>
                  <a:pt x="1353566" y="969420"/>
                </a:lnTo>
                <a:moveTo>
                  <a:pt x="809194" y="903353"/>
                </a:moveTo>
                <a:lnTo>
                  <a:pt x="826630" y="781340"/>
                </a:lnTo>
                <a:moveTo>
                  <a:pt x="1130382" y="936214"/>
                </a:moveTo>
                <a:lnTo>
                  <a:pt x="1061689" y="794305"/>
                </a:lnTo>
                <a:moveTo>
                  <a:pt x="1458661" y="991731"/>
                </a:moveTo>
                <a:lnTo>
                  <a:pt x="1353566" y="969420"/>
                </a:lnTo>
                <a:moveTo>
                  <a:pt x="1252717" y="936885"/>
                </a:moveTo>
                <a:lnTo>
                  <a:pt x="1168139" y="813356"/>
                </a:lnTo>
                <a:moveTo>
                  <a:pt x="1581134" y="952930"/>
                </a:moveTo>
                <a:lnTo>
                  <a:pt x="1553725" y="969536"/>
                </a:lnTo>
                <a:moveTo>
                  <a:pt x="1139842" y="933303"/>
                </a:moveTo>
                <a:lnTo>
                  <a:pt x="1168139" y="813356"/>
                </a:lnTo>
                <a:moveTo>
                  <a:pt x="1683899" y="973293"/>
                </a:moveTo>
                <a:lnTo>
                  <a:pt x="1704469" y="950604"/>
                </a:lnTo>
                <a:moveTo>
                  <a:pt x="809194" y="903353"/>
                </a:moveTo>
                <a:lnTo>
                  <a:pt x="834378" y="790902"/>
                </a:lnTo>
                <a:moveTo>
                  <a:pt x="1001779" y="995393"/>
                </a:moveTo>
                <a:lnTo>
                  <a:pt x="898326" y="983388"/>
                </a:lnTo>
                <a:moveTo>
                  <a:pt x="1130382" y="936214"/>
                </a:moveTo>
                <a:lnTo>
                  <a:pt x="1039219" y="866385"/>
                </a:lnTo>
                <a:moveTo>
                  <a:pt x="1441902" y="1049734"/>
                </a:moveTo>
                <a:lnTo>
                  <a:pt x="1458661" y="991731"/>
                </a:lnTo>
                <a:moveTo>
                  <a:pt x="1004505" y="983802"/>
                </a:moveTo>
                <a:lnTo>
                  <a:pt x="1130382" y="936214"/>
                </a:lnTo>
                <a:moveTo>
                  <a:pt x="1353566" y="969420"/>
                </a:moveTo>
                <a:lnTo>
                  <a:pt x="1379047" y="870323"/>
                </a:lnTo>
                <a:moveTo>
                  <a:pt x="973340" y="1110654"/>
                </a:moveTo>
                <a:lnTo>
                  <a:pt x="1001779" y="995393"/>
                </a:lnTo>
                <a:moveTo>
                  <a:pt x="852291" y="632356"/>
                </a:moveTo>
                <a:lnTo>
                  <a:pt x="863166" y="545213"/>
                </a:lnTo>
                <a:moveTo>
                  <a:pt x="960442" y="1171800"/>
                </a:moveTo>
                <a:lnTo>
                  <a:pt x="879382" y="1200024"/>
                </a:lnTo>
                <a:moveTo>
                  <a:pt x="1061689" y="794305"/>
                </a:moveTo>
                <a:lnTo>
                  <a:pt x="1075444" y="752159"/>
                </a:lnTo>
                <a:moveTo>
                  <a:pt x="1486966" y="536828"/>
                </a:moveTo>
                <a:lnTo>
                  <a:pt x="1375761" y="538441"/>
                </a:lnTo>
                <a:moveTo>
                  <a:pt x="1075444" y="752159"/>
                </a:moveTo>
                <a:lnTo>
                  <a:pt x="1000531" y="614391"/>
                </a:lnTo>
                <a:moveTo>
                  <a:pt x="1177275" y="783879"/>
                </a:moveTo>
                <a:lnTo>
                  <a:pt x="1075444" y="752159"/>
                </a:lnTo>
                <a:moveTo>
                  <a:pt x="1558473" y="611011"/>
                </a:moveTo>
                <a:lnTo>
                  <a:pt x="1486966" y="536828"/>
                </a:lnTo>
                <a:moveTo>
                  <a:pt x="1277707" y="832623"/>
                </a:moveTo>
                <a:lnTo>
                  <a:pt x="1231494" y="809265"/>
                </a:lnTo>
                <a:moveTo>
                  <a:pt x="1379047" y="870323"/>
                </a:moveTo>
                <a:lnTo>
                  <a:pt x="1277707" y="832623"/>
                </a:lnTo>
                <a:moveTo>
                  <a:pt x="1447327" y="312544"/>
                </a:moveTo>
                <a:lnTo>
                  <a:pt x="1463478" y="204971"/>
                </a:lnTo>
                <a:moveTo>
                  <a:pt x="1277707" y="832623"/>
                </a:moveTo>
                <a:lnTo>
                  <a:pt x="1281527" y="815703"/>
                </a:lnTo>
                <a:moveTo>
                  <a:pt x="1447327" y="312544"/>
                </a:moveTo>
                <a:lnTo>
                  <a:pt x="1445871" y="264570"/>
                </a:lnTo>
                <a:moveTo>
                  <a:pt x="1001779" y="995393"/>
                </a:moveTo>
                <a:lnTo>
                  <a:pt x="903878" y="950732"/>
                </a:lnTo>
                <a:moveTo>
                  <a:pt x="1850706" y="899792"/>
                </a:moveTo>
                <a:lnTo>
                  <a:pt x="1851339" y="820520"/>
                </a:lnTo>
                <a:moveTo>
                  <a:pt x="1277707" y="832623"/>
                </a:moveTo>
                <a:lnTo>
                  <a:pt x="1168139" y="813356"/>
                </a:lnTo>
                <a:moveTo>
                  <a:pt x="1281527" y="815703"/>
                </a:moveTo>
                <a:lnTo>
                  <a:pt x="1231494" y="809265"/>
                </a:lnTo>
                <a:moveTo>
                  <a:pt x="1379047" y="870323"/>
                </a:moveTo>
                <a:lnTo>
                  <a:pt x="1281527" y="815703"/>
                </a:lnTo>
                <a:moveTo>
                  <a:pt x="1075444" y="752159"/>
                </a:moveTo>
                <a:lnTo>
                  <a:pt x="1105576" y="636825"/>
                </a:lnTo>
                <a:moveTo>
                  <a:pt x="1177275" y="783879"/>
                </a:moveTo>
                <a:lnTo>
                  <a:pt x="1061689" y="794305"/>
                </a:lnTo>
                <a:moveTo>
                  <a:pt x="903878" y="950732"/>
                </a:moveTo>
                <a:lnTo>
                  <a:pt x="834378" y="790902"/>
                </a:lnTo>
                <a:moveTo>
                  <a:pt x="1004505" y="983802"/>
                </a:moveTo>
                <a:lnTo>
                  <a:pt x="903878" y="950732"/>
                </a:lnTo>
                <a:moveTo>
                  <a:pt x="1000531" y="614391"/>
                </a:moveTo>
                <a:lnTo>
                  <a:pt x="1012486" y="573996"/>
                </a:lnTo>
                <a:moveTo>
                  <a:pt x="1231494" y="809265"/>
                </a:moveTo>
                <a:lnTo>
                  <a:pt x="1177275" y="783879"/>
                </a:lnTo>
                <a:moveTo>
                  <a:pt x="1853356" y="810247"/>
                </a:moveTo>
                <a:lnTo>
                  <a:pt x="1832535" y="738006"/>
                </a:lnTo>
                <a:moveTo>
                  <a:pt x="1168139" y="813356"/>
                </a:moveTo>
                <a:lnTo>
                  <a:pt x="1061689" y="794305"/>
                </a:lnTo>
                <a:moveTo>
                  <a:pt x="1168139" y="813356"/>
                </a:moveTo>
                <a:lnTo>
                  <a:pt x="1231494" y="809265"/>
                </a:lnTo>
                <a:moveTo>
                  <a:pt x="1075444" y="752159"/>
                </a:moveTo>
                <a:lnTo>
                  <a:pt x="976119" y="689953"/>
                </a:lnTo>
                <a:moveTo>
                  <a:pt x="1039219" y="866385"/>
                </a:moveTo>
                <a:lnTo>
                  <a:pt x="1061689" y="794305"/>
                </a:lnTo>
                <a:moveTo>
                  <a:pt x="1379047" y="870323"/>
                </a:moveTo>
                <a:lnTo>
                  <a:pt x="1389017" y="832248"/>
                </a:lnTo>
                <a:moveTo>
                  <a:pt x="1389017" y="832248"/>
                </a:moveTo>
                <a:lnTo>
                  <a:pt x="1281527" y="815703"/>
                </a:lnTo>
                <a:moveTo>
                  <a:pt x="1168139" y="813356"/>
                </a:moveTo>
                <a:lnTo>
                  <a:pt x="1177275" y="783879"/>
                </a:lnTo>
                <a:moveTo>
                  <a:pt x="1414286" y="459373"/>
                </a:moveTo>
                <a:lnTo>
                  <a:pt x="1447327" y="312544"/>
                </a:lnTo>
                <a:moveTo>
                  <a:pt x="1288238" y="41588"/>
                </a:moveTo>
                <a:lnTo>
                  <a:pt x="1286264" y="0"/>
                </a:lnTo>
                <a:moveTo>
                  <a:pt x="1832535" y="738006"/>
                </a:moveTo>
                <a:lnTo>
                  <a:pt x="1799121" y="637928"/>
                </a:lnTo>
                <a:moveTo>
                  <a:pt x="1105576" y="636825"/>
                </a:moveTo>
                <a:lnTo>
                  <a:pt x="1000531" y="614391"/>
                </a:lnTo>
                <a:moveTo>
                  <a:pt x="834378" y="790902"/>
                </a:moveTo>
                <a:lnTo>
                  <a:pt x="826630" y="781340"/>
                </a:lnTo>
                <a:moveTo>
                  <a:pt x="1075444" y="752159"/>
                </a:moveTo>
                <a:lnTo>
                  <a:pt x="959006" y="820002"/>
                </a:lnTo>
                <a:moveTo>
                  <a:pt x="1177275" y="783879"/>
                </a:moveTo>
                <a:lnTo>
                  <a:pt x="1105576" y="636825"/>
                </a:lnTo>
                <a:moveTo>
                  <a:pt x="1558473" y="611011"/>
                </a:moveTo>
                <a:lnTo>
                  <a:pt x="1578284" y="600090"/>
                </a:lnTo>
                <a:moveTo>
                  <a:pt x="1353566" y="969420"/>
                </a:moveTo>
                <a:lnTo>
                  <a:pt x="1475312" y="880474"/>
                </a:lnTo>
                <a:moveTo>
                  <a:pt x="1001779" y="995393"/>
                </a:moveTo>
                <a:lnTo>
                  <a:pt x="1004505" y="983802"/>
                </a:lnTo>
                <a:moveTo>
                  <a:pt x="1004505" y="983802"/>
                </a:moveTo>
                <a:lnTo>
                  <a:pt x="1039219" y="866385"/>
                </a:lnTo>
                <a:moveTo>
                  <a:pt x="976119" y="689953"/>
                </a:moveTo>
                <a:lnTo>
                  <a:pt x="1000531" y="614391"/>
                </a:lnTo>
                <a:moveTo>
                  <a:pt x="1850706" y="899792"/>
                </a:moveTo>
                <a:lnTo>
                  <a:pt x="1819717" y="918008"/>
                </a:lnTo>
                <a:moveTo>
                  <a:pt x="1819717" y="918008"/>
                </a:moveTo>
                <a:lnTo>
                  <a:pt x="1683899" y="973293"/>
                </a:lnTo>
                <a:moveTo>
                  <a:pt x="1481120" y="885840"/>
                </a:moveTo>
                <a:lnTo>
                  <a:pt x="1353566" y="969420"/>
                </a:lnTo>
                <a:moveTo>
                  <a:pt x="903878" y="950732"/>
                </a:moveTo>
                <a:lnTo>
                  <a:pt x="934295" y="825679"/>
                </a:lnTo>
                <a:moveTo>
                  <a:pt x="1087266" y="317199"/>
                </a:moveTo>
                <a:lnTo>
                  <a:pt x="1048028" y="286245"/>
                </a:lnTo>
                <a:moveTo>
                  <a:pt x="1061689" y="794305"/>
                </a:moveTo>
                <a:lnTo>
                  <a:pt x="959006" y="820002"/>
                </a:lnTo>
                <a:moveTo>
                  <a:pt x="1075444" y="752159"/>
                </a:moveTo>
                <a:lnTo>
                  <a:pt x="939842" y="804808"/>
                </a:lnTo>
                <a:moveTo>
                  <a:pt x="1677728" y="584187"/>
                </a:moveTo>
                <a:lnTo>
                  <a:pt x="1578284" y="600090"/>
                </a:lnTo>
                <a:moveTo>
                  <a:pt x="1688587" y="609864"/>
                </a:moveTo>
                <a:lnTo>
                  <a:pt x="1677728" y="584187"/>
                </a:lnTo>
                <a:moveTo>
                  <a:pt x="826630" y="781340"/>
                </a:moveTo>
                <a:lnTo>
                  <a:pt x="852291" y="632356"/>
                </a:lnTo>
                <a:moveTo>
                  <a:pt x="1458661" y="991731"/>
                </a:moveTo>
                <a:lnTo>
                  <a:pt x="1481120" y="885840"/>
                </a:lnTo>
                <a:moveTo>
                  <a:pt x="1824115" y="864522"/>
                </a:moveTo>
                <a:lnTo>
                  <a:pt x="1851339" y="820520"/>
                </a:lnTo>
                <a:moveTo>
                  <a:pt x="925744" y="1267456"/>
                </a:moveTo>
                <a:lnTo>
                  <a:pt x="879382" y="1200024"/>
                </a:lnTo>
                <a:moveTo>
                  <a:pt x="1683899" y="973293"/>
                </a:moveTo>
                <a:lnTo>
                  <a:pt x="1581134" y="952930"/>
                </a:lnTo>
                <a:moveTo>
                  <a:pt x="1039219" y="866385"/>
                </a:moveTo>
                <a:lnTo>
                  <a:pt x="959006" y="820002"/>
                </a:lnTo>
                <a:moveTo>
                  <a:pt x="1115453" y="591904"/>
                </a:moveTo>
                <a:lnTo>
                  <a:pt x="1012486" y="573996"/>
                </a:lnTo>
                <a:moveTo>
                  <a:pt x="1012486" y="573996"/>
                </a:moveTo>
                <a:lnTo>
                  <a:pt x="910153" y="649255"/>
                </a:lnTo>
                <a:moveTo>
                  <a:pt x="1115453" y="591904"/>
                </a:moveTo>
                <a:lnTo>
                  <a:pt x="1000531" y="614391"/>
                </a:lnTo>
                <a:moveTo>
                  <a:pt x="1389017" y="832248"/>
                </a:moveTo>
                <a:lnTo>
                  <a:pt x="1418096" y="721748"/>
                </a:lnTo>
                <a:moveTo>
                  <a:pt x="1000531" y="614391"/>
                </a:moveTo>
                <a:lnTo>
                  <a:pt x="910153" y="649255"/>
                </a:lnTo>
                <a:moveTo>
                  <a:pt x="1380808" y="42238"/>
                </a:moveTo>
                <a:lnTo>
                  <a:pt x="1364480" y="41550"/>
                </a:lnTo>
                <a:moveTo>
                  <a:pt x="1475312" y="880474"/>
                </a:moveTo>
                <a:lnTo>
                  <a:pt x="1379047" y="870323"/>
                </a:lnTo>
                <a:moveTo>
                  <a:pt x="1039219" y="866385"/>
                </a:moveTo>
                <a:lnTo>
                  <a:pt x="934295" y="825679"/>
                </a:lnTo>
                <a:moveTo>
                  <a:pt x="1574268" y="936917"/>
                </a:moveTo>
                <a:lnTo>
                  <a:pt x="1553725" y="969536"/>
                </a:lnTo>
                <a:moveTo>
                  <a:pt x="934295" y="825679"/>
                </a:moveTo>
                <a:lnTo>
                  <a:pt x="834378" y="790902"/>
                </a:lnTo>
                <a:moveTo>
                  <a:pt x="1004505" y="983802"/>
                </a:moveTo>
                <a:lnTo>
                  <a:pt x="934295" y="825679"/>
                </a:lnTo>
                <a:moveTo>
                  <a:pt x="1380808" y="42238"/>
                </a:moveTo>
                <a:lnTo>
                  <a:pt x="1288238" y="41588"/>
                </a:lnTo>
                <a:moveTo>
                  <a:pt x="1087266" y="317199"/>
                </a:moveTo>
                <a:lnTo>
                  <a:pt x="1081197" y="316541"/>
                </a:lnTo>
                <a:moveTo>
                  <a:pt x="1231494" y="809265"/>
                </a:moveTo>
                <a:lnTo>
                  <a:pt x="1198626" y="688135"/>
                </a:lnTo>
                <a:moveTo>
                  <a:pt x="1105576" y="636825"/>
                </a:moveTo>
                <a:lnTo>
                  <a:pt x="1115453" y="591904"/>
                </a:lnTo>
                <a:moveTo>
                  <a:pt x="1115453" y="591904"/>
                </a:moveTo>
                <a:lnTo>
                  <a:pt x="1099478" y="457750"/>
                </a:lnTo>
                <a:moveTo>
                  <a:pt x="1281527" y="815703"/>
                </a:moveTo>
                <a:lnTo>
                  <a:pt x="1309847" y="695699"/>
                </a:lnTo>
                <a:moveTo>
                  <a:pt x="1475312" y="880474"/>
                </a:moveTo>
                <a:lnTo>
                  <a:pt x="1389017" y="832248"/>
                </a:lnTo>
                <a:moveTo>
                  <a:pt x="1112350" y="395350"/>
                </a:moveTo>
                <a:lnTo>
                  <a:pt x="1111437" y="370924"/>
                </a:lnTo>
                <a:moveTo>
                  <a:pt x="1428251" y="685970"/>
                </a:moveTo>
                <a:lnTo>
                  <a:pt x="1454785" y="601867"/>
                </a:lnTo>
                <a:moveTo>
                  <a:pt x="1281527" y="815703"/>
                </a:moveTo>
                <a:lnTo>
                  <a:pt x="1198626" y="688135"/>
                </a:lnTo>
                <a:moveTo>
                  <a:pt x="1177275" y="783879"/>
                </a:moveTo>
                <a:lnTo>
                  <a:pt x="1198626" y="688135"/>
                </a:lnTo>
                <a:moveTo>
                  <a:pt x="1375761" y="538441"/>
                </a:moveTo>
                <a:lnTo>
                  <a:pt x="1414286" y="459373"/>
                </a:lnTo>
                <a:moveTo>
                  <a:pt x="976119" y="689953"/>
                </a:moveTo>
                <a:lnTo>
                  <a:pt x="910153" y="649255"/>
                </a:lnTo>
                <a:moveTo>
                  <a:pt x="939842" y="804808"/>
                </a:moveTo>
                <a:lnTo>
                  <a:pt x="976119" y="689953"/>
                </a:lnTo>
                <a:moveTo>
                  <a:pt x="1389017" y="832248"/>
                </a:moveTo>
                <a:lnTo>
                  <a:pt x="1309847" y="695699"/>
                </a:lnTo>
                <a:moveTo>
                  <a:pt x="934295" y="825679"/>
                </a:moveTo>
                <a:lnTo>
                  <a:pt x="959006" y="820002"/>
                </a:lnTo>
                <a:moveTo>
                  <a:pt x="1418096" y="721748"/>
                </a:moveTo>
                <a:lnTo>
                  <a:pt x="1428251" y="685970"/>
                </a:lnTo>
                <a:moveTo>
                  <a:pt x="1389017" y="832248"/>
                </a:moveTo>
                <a:lnTo>
                  <a:pt x="1443685" y="714758"/>
                </a:lnTo>
                <a:moveTo>
                  <a:pt x="1198626" y="688135"/>
                </a:moveTo>
                <a:lnTo>
                  <a:pt x="1105576" y="636825"/>
                </a:lnTo>
                <a:moveTo>
                  <a:pt x="959006" y="820002"/>
                </a:moveTo>
                <a:lnTo>
                  <a:pt x="939842" y="804808"/>
                </a:lnTo>
                <a:moveTo>
                  <a:pt x="879382" y="1200024"/>
                </a:moveTo>
                <a:lnTo>
                  <a:pt x="841088" y="1153725"/>
                </a:lnTo>
                <a:moveTo>
                  <a:pt x="1081197" y="316541"/>
                </a:moveTo>
                <a:lnTo>
                  <a:pt x="1048028" y="286245"/>
                </a:lnTo>
                <a:moveTo>
                  <a:pt x="1574268" y="936917"/>
                </a:moveTo>
                <a:lnTo>
                  <a:pt x="1458661" y="991731"/>
                </a:lnTo>
                <a:moveTo>
                  <a:pt x="934295" y="825679"/>
                </a:moveTo>
                <a:lnTo>
                  <a:pt x="939842" y="804808"/>
                </a:lnTo>
                <a:moveTo>
                  <a:pt x="1418096" y="721748"/>
                </a:moveTo>
                <a:lnTo>
                  <a:pt x="1373405" y="694232"/>
                </a:lnTo>
                <a:moveTo>
                  <a:pt x="1767626" y="643087"/>
                </a:moveTo>
                <a:lnTo>
                  <a:pt x="1688587" y="609864"/>
                </a:lnTo>
                <a:moveTo>
                  <a:pt x="1134118" y="516287"/>
                </a:moveTo>
                <a:lnTo>
                  <a:pt x="1099478" y="457750"/>
                </a:lnTo>
                <a:moveTo>
                  <a:pt x="1428251" y="685970"/>
                </a:moveTo>
                <a:lnTo>
                  <a:pt x="1373405" y="694232"/>
                </a:lnTo>
                <a:moveTo>
                  <a:pt x="1564130" y="251034"/>
                </a:moveTo>
                <a:lnTo>
                  <a:pt x="1545998" y="247023"/>
                </a:lnTo>
                <a:moveTo>
                  <a:pt x="1803079" y="819722"/>
                </a:moveTo>
                <a:lnTo>
                  <a:pt x="1853356" y="810247"/>
                </a:lnTo>
                <a:moveTo>
                  <a:pt x="1418096" y="721748"/>
                </a:moveTo>
                <a:lnTo>
                  <a:pt x="1309847" y="695699"/>
                </a:lnTo>
                <a:moveTo>
                  <a:pt x="1454785" y="601867"/>
                </a:moveTo>
                <a:lnTo>
                  <a:pt x="1375761" y="538441"/>
                </a:lnTo>
                <a:moveTo>
                  <a:pt x="1414286" y="459373"/>
                </a:moveTo>
                <a:lnTo>
                  <a:pt x="1413846" y="393085"/>
                </a:lnTo>
                <a:moveTo>
                  <a:pt x="1788193" y="975064"/>
                </a:moveTo>
                <a:lnTo>
                  <a:pt x="1819717" y="918008"/>
                </a:lnTo>
                <a:moveTo>
                  <a:pt x="1767626" y="643087"/>
                </a:moveTo>
                <a:lnTo>
                  <a:pt x="1756339" y="625433"/>
                </a:lnTo>
                <a:moveTo>
                  <a:pt x="1545998" y="247023"/>
                </a:moveTo>
                <a:lnTo>
                  <a:pt x="1463478" y="204971"/>
                </a:lnTo>
                <a:moveTo>
                  <a:pt x="1581134" y="952930"/>
                </a:moveTo>
                <a:lnTo>
                  <a:pt x="1574268" y="936917"/>
                </a:lnTo>
                <a:moveTo>
                  <a:pt x="1851339" y="820520"/>
                </a:moveTo>
                <a:lnTo>
                  <a:pt x="1803079" y="819722"/>
                </a:lnTo>
                <a:moveTo>
                  <a:pt x="1558473" y="611011"/>
                </a:moveTo>
                <a:lnTo>
                  <a:pt x="1454785" y="601867"/>
                </a:lnTo>
                <a:moveTo>
                  <a:pt x="1443685" y="714758"/>
                </a:moveTo>
                <a:lnTo>
                  <a:pt x="1418096" y="721748"/>
                </a:lnTo>
                <a:moveTo>
                  <a:pt x="1443685" y="714758"/>
                </a:moveTo>
                <a:lnTo>
                  <a:pt x="1428251" y="685970"/>
                </a:lnTo>
                <a:moveTo>
                  <a:pt x="1481120" y="885840"/>
                </a:moveTo>
                <a:lnTo>
                  <a:pt x="1475312" y="880474"/>
                </a:lnTo>
                <a:moveTo>
                  <a:pt x="1482707" y="879796"/>
                </a:moveTo>
                <a:lnTo>
                  <a:pt x="1475312" y="880474"/>
                </a:lnTo>
                <a:moveTo>
                  <a:pt x="1309847" y="695699"/>
                </a:moveTo>
                <a:lnTo>
                  <a:pt x="1373405" y="694232"/>
                </a:lnTo>
                <a:moveTo>
                  <a:pt x="1428251" y="685970"/>
                </a:moveTo>
                <a:lnTo>
                  <a:pt x="1318749" y="659808"/>
                </a:lnTo>
                <a:moveTo>
                  <a:pt x="1470010" y="125515"/>
                </a:moveTo>
                <a:lnTo>
                  <a:pt x="1401195" y="18594"/>
                </a:lnTo>
                <a:moveTo>
                  <a:pt x="1481120" y="885840"/>
                </a:moveTo>
                <a:lnTo>
                  <a:pt x="1482707" y="879796"/>
                </a:lnTo>
                <a:moveTo>
                  <a:pt x="1454785" y="601867"/>
                </a:moveTo>
                <a:lnTo>
                  <a:pt x="1347880" y="552311"/>
                </a:lnTo>
                <a:moveTo>
                  <a:pt x="1380808" y="42238"/>
                </a:moveTo>
                <a:lnTo>
                  <a:pt x="1401195" y="18594"/>
                </a:lnTo>
                <a:moveTo>
                  <a:pt x="1115453" y="591904"/>
                </a:moveTo>
                <a:lnTo>
                  <a:pt x="1134118" y="516287"/>
                </a:lnTo>
                <a:moveTo>
                  <a:pt x="1767700" y="652910"/>
                </a:moveTo>
                <a:lnTo>
                  <a:pt x="1799121" y="637928"/>
                </a:lnTo>
                <a:moveTo>
                  <a:pt x="1309847" y="695699"/>
                </a:moveTo>
                <a:lnTo>
                  <a:pt x="1198626" y="688135"/>
                </a:lnTo>
                <a:moveTo>
                  <a:pt x="1850706" y="899792"/>
                </a:moveTo>
                <a:lnTo>
                  <a:pt x="1824115" y="864522"/>
                </a:lnTo>
                <a:moveTo>
                  <a:pt x="1792841" y="627357"/>
                </a:moveTo>
                <a:lnTo>
                  <a:pt x="1767626" y="643087"/>
                </a:lnTo>
                <a:moveTo>
                  <a:pt x="1373405" y="694232"/>
                </a:moveTo>
                <a:lnTo>
                  <a:pt x="1318749" y="659808"/>
                </a:lnTo>
                <a:moveTo>
                  <a:pt x="1413846" y="393085"/>
                </a:moveTo>
                <a:lnTo>
                  <a:pt x="1447327" y="312544"/>
                </a:lnTo>
                <a:moveTo>
                  <a:pt x="1428251" y="685970"/>
                </a:moveTo>
                <a:lnTo>
                  <a:pt x="1347880" y="552311"/>
                </a:lnTo>
                <a:moveTo>
                  <a:pt x="1309847" y="695699"/>
                </a:moveTo>
                <a:lnTo>
                  <a:pt x="1318749" y="659808"/>
                </a:lnTo>
                <a:moveTo>
                  <a:pt x="1767700" y="652910"/>
                </a:moveTo>
                <a:lnTo>
                  <a:pt x="1792841" y="627357"/>
                </a:lnTo>
                <a:moveTo>
                  <a:pt x="1318749" y="659808"/>
                </a:moveTo>
                <a:lnTo>
                  <a:pt x="1198626" y="688135"/>
                </a:lnTo>
                <a:moveTo>
                  <a:pt x="1672064" y="976802"/>
                </a:moveTo>
                <a:lnTo>
                  <a:pt x="1581134" y="952930"/>
                </a:lnTo>
                <a:moveTo>
                  <a:pt x="1112350" y="395350"/>
                </a:moveTo>
                <a:lnTo>
                  <a:pt x="1087266" y="317199"/>
                </a:lnTo>
                <a:moveTo>
                  <a:pt x="1220053" y="589953"/>
                </a:moveTo>
                <a:lnTo>
                  <a:pt x="1105576" y="636825"/>
                </a:lnTo>
                <a:moveTo>
                  <a:pt x="1500966" y="786239"/>
                </a:moveTo>
                <a:lnTo>
                  <a:pt x="1389017" y="832248"/>
                </a:lnTo>
                <a:moveTo>
                  <a:pt x="1389791" y="73101"/>
                </a:moveTo>
                <a:lnTo>
                  <a:pt x="1401195" y="18594"/>
                </a:lnTo>
                <a:moveTo>
                  <a:pt x="976119" y="689953"/>
                </a:moveTo>
                <a:lnTo>
                  <a:pt x="854362" y="723280"/>
                </a:lnTo>
                <a:moveTo>
                  <a:pt x="1545998" y="247023"/>
                </a:moveTo>
                <a:lnTo>
                  <a:pt x="1447327" y="312544"/>
                </a:lnTo>
                <a:moveTo>
                  <a:pt x="1099478" y="457750"/>
                </a:moveTo>
                <a:lnTo>
                  <a:pt x="1112350" y="395350"/>
                </a:lnTo>
                <a:moveTo>
                  <a:pt x="1788193" y="975064"/>
                </a:moveTo>
                <a:lnTo>
                  <a:pt x="1850706" y="899792"/>
                </a:lnTo>
                <a:moveTo>
                  <a:pt x="1788193" y="975064"/>
                </a:moveTo>
                <a:lnTo>
                  <a:pt x="1683899" y="973293"/>
                </a:lnTo>
                <a:moveTo>
                  <a:pt x="1574268" y="936917"/>
                </a:moveTo>
                <a:lnTo>
                  <a:pt x="1481120" y="885840"/>
                </a:lnTo>
                <a:moveTo>
                  <a:pt x="1791576" y="972842"/>
                </a:moveTo>
                <a:lnTo>
                  <a:pt x="1850706" y="899792"/>
                </a:lnTo>
                <a:moveTo>
                  <a:pt x="1048028" y="286245"/>
                </a:moveTo>
                <a:lnTo>
                  <a:pt x="1007812" y="208339"/>
                </a:lnTo>
                <a:moveTo>
                  <a:pt x="1318749" y="659808"/>
                </a:moveTo>
                <a:lnTo>
                  <a:pt x="1347880" y="552311"/>
                </a:lnTo>
                <a:moveTo>
                  <a:pt x="1220053" y="589953"/>
                </a:moveTo>
                <a:lnTo>
                  <a:pt x="1115453" y="591904"/>
                </a:lnTo>
                <a:moveTo>
                  <a:pt x="1347880" y="552311"/>
                </a:moveTo>
                <a:lnTo>
                  <a:pt x="1375761" y="538441"/>
                </a:lnTo>
                <a:moveTo>
                  <a:pt x="854362" y="723280"/>
                </a:moveTo>
                <a:lnTo>
                  <a:pt x="910153" y="649255"/>
                </a:lnTo>
                <a:moveTo>
                  <a:pt x="939842" y="804808"/>
                </a:moveTo>
                <a:lnTo>
                  <a:pt x="854362" y="723280"/>
                </a:lnTo>
                <a:moveTo>
                  <a:pt x="1447327" y="312544"/>
                </a:moveTo>
                <a:lnTo>
                  <a:pt x="1511577" y="265149"/>
                </a:lnTo>
                <a:moveTo>
                  <a:pt x="1683899" y="973293"/>
                </a:moveTo>
                <a:lnTo>
                  <a:pt x="1672064" y="976802"/>
                </a:lnTo>
                <a:moveTo>
                  <a:pt x="1677728" y="584187"/>
                </a:moveTo>
                <a:lnTo>
                  <a:pt x="1558473" y="611011"/>
                </a:lnTo>
                <a:moveTo>
                  <a:pt x="1375761" y="538441"/>
                </a:moveTo>
                <a:lnTo>
                  <a:pt x="1413846" y="393085"/>
                </a:lnTo>
                <a:moveTo>
                  <a:pt x="1198626" y="688135"/>
                </a:moveTo>
                <a:lnTo>
                  <a:pt x="1220053" y="589953"/>
                </a:lnTo>
                <a:moveTo>
                  <a:pt x="1778779" y="995215"/>
                </a:moveTo>
                <a:lnTo>
                  <a:pt x="1683899" y="973293"/>
                </a:lnTo>
                <a:moveTo>
                  <a:pt x="1500966" y="786239"/>
                </a:moveTo>
                <a:lnTo>
                  <a:pt x="1475312" y="880474"/>
                </a:lnTo>
                <a:moveTo>
                  <a:pt x="1112350" y="395350"/>
                </a:moveTo>
                <a:lnTo>
                  <a:pt x="1081197" y="316541"/>
                </a:lnTo>
                <a:moveTo>
                  <a:pt x="1081197" y="316541"/>
                </a:moveTo>
                <a:lnTo>
                  <a:pt x="1007812" y="208339"/>
                </a:lnTo>
                <a:moveTo>
                  <a:pt x="1380808" y="42238"/>
                </a:moveTo>
                <a:lnTo>
                  <a:pt x="1295913" y="0"/>
                </a:lnTo>
                <a:moveTo>
                  <a:pt x="1482707" y="879796"/>
                </a:moveTo>
                <a:lnTo>
                  <a:pt x="1500966" y="786239"/>
                </a:lnTo>
                <a:moveTo>
                  <a:pt x="1318749" y="659808"/>
                </a:moveTo>
                <a:lnTo>
                  <a:pt x="1220053" y="589953"/>
                </a:lnTo>
                <a:moveTo>
                  <a:pt x="1220053" y="589953"/>
                </a:moveTo>
                <a:lnTo>
                  <a:pt x="1134118" y="516287"/>
                </a:lnTo>
                <a:moveTo>
                  <a:pt x="1791576" y="972842"/>
                </a:moveTo>
                <a:lnTo>
                  <a:pt x="1824115" y="864522"/>
                </a:lnTo>
                <a:moveTo>
                  <a:pt x="1318749" y="659808"/>
                </a:moveTo>
                <a:lnTo>
                  <a:pt x="1222844" y="578010"/>
                </a:lnTo>
                <a:moveTo>
                  <a:pt x="1222844" y="578010"/>
                </a:moveTo>
                <a:lnTo>
                  <a:pt x="1134118" y="516287"/>
                </a:lnTo>
                <a:moveTo>
                  <a:pt x="1525654" y="683807"/>
                </a:moveTo>
                <a:lnTo>
                  <a:pt x="1454785" y="601867"/>
                </a:lnTo>
                <a:moveTo>
                  <a:pt x="1803079" y="819722"/>
                </a:moveTo>
                <a:lnTo>
                  <a:pt x="1832535" y="738006"/>
                </a:lnTo>
                <a:moveTo>
                  <a:pt x="1500966" y="786239"/>
                </a:moveTo>
                <a:lnTo>
                  <a:pt x="1443685" y="714758"/>
                </a:lnTo>
                <a:moveTo>
                  <a:pt x="1788600" y="970114"/>
                </a:moveTo>
                <a:lnTo>
                  <a:pt x="1824115" y="864522"/>
                </a:lnTo>
                <a:moveTo>
                  <a:pt x="1605128" y="605430"/>
                </a:moveTo>
                <a:lnTo>
                  <a:pt x="1558473" y="611011"/>
                </a:lnTo>
                <a:moveTo>
                  <a:pt x="1375761" y="538441"/>
                </a:moveTo>
                <a:lnTo>
                  <a:pt x="1358760" y="499523"/>
                </a:lnTo>
                <a:moveTo>
                  <a:pt x="1134118" y="516287"/>
                </a:moveTo>
                <a:lnTo>
                  <a:pt x="1112350" y="395350"/>
                </a:lnTo>
                <a:moveTo>
                  <a:pt x="1832535" y="738006"/>
                </a:moveTo>
                <a:lnTo>
                  <a:pt x="1767700" y="652910"/>
                </a:lnTo>
                <a:moveTo>
                  <a:pt x="1525654" y="683807"/>
                </a:moveTo>
                <a:lnTo>
                  <a:pt x="1428251" y="685970"/>
                </a:lnTo>
                <a:moveTo>
                  <a:pt x="1347880" y="552311"/>
                </a:moveTo>
                <a:lnTo>
                  <a:pt x="1222844" y="578010"/>
                </a:lnTo>
                <a:moveTo>
                  <a:pt x="1375761" y="538441"/>
                </a:moveTo>
                <a:lnTo>
                  <a:pt x="1377640" y="428843"/>
                </a:lnTo>
                <a:moveTo>
                  <a:pt x="1677728" y="584187"/>
                </a:moveTo>
                <a:lnTo>
                  <a:pt x="1605128" y="605430"/>
                </a:lnTo>
                <a:moveTo>
                  <a:pt x="1347880" y="552311"/>
                </a:moveTo>
                <a:lnTo>
                  <a:pt x="1358760" y="499523"/>
                </a:lnTo>
                <a:moveTo>
                  <a:pt x="1824115" y="864522"/>
                </a:moveTo>
                <a:lnTo>
                  <a:pt x="1803079" y="819722"/>
                </a:lnTo>
                <a:moveTo>
                  <a:pt x="1589068" y="856421"/>
                </a:moveTo>
                <a:lnTo>
                  <a:pt x="1481120" y="885840"/>
                </a:lnTo>
                <a:moveTo>
                  <a:pt x="1791576" y="972842"/>
                </a:moveTo>
                <a:lnTo>
                  <a:pt x="1788193" y="975064"/>
                </a:lnTo>
                <a:moveTo>
                  <a:pt x="1589068" y="856421"/>
                </a:moveTo>
                <a:lnTo>
                  <a:pt x="1482707" y="879796"/>
                </a:lnTo>
                <a:moveTo>
                  <a:pt x="1672064" y="976802"/>
                </a:moveTo>
                <a:lnTo>
                  <a:pt x="1574268" y="936917"/>
                </a:lnTo>
                <a:moveTo>
                  <a:pt x="1824115" y="864522"/>
                </a:moveTo>
                <a:lnTo>
                  <a:pt x="1689190" y="908940"/>
                </a:lnTo>
                <a:moveTo>
                  <a:pt x="1791576" y="972842"/>
                </a:moveTo>
                <a:lnTo>
                  <a:pt x="1788600" y="970114"/>
                </a:lnTo>
                <a:moveTo>
                  <a:pt x="1767626" y="643087"/>
                </a:moveTo>
                <a:lnTo>
                  <a:pt x="1677728" y="584187"/>
                </a:lnTo>
                <a:moveTo>
                  <a:pt x="1525654" y="683807"/>
                </a:moveTo>
                <a:lnTo>
                  <a:pt x="1443685" y="714758"/>
                </a:lnTo>
                <a:moveTo>
                  <a:pt x="1220053" y="589953"/>
                </a:moveTo>
                <a:lnTo>
                  <a:pt x="1222844" y="578010"/>
                </a:lnTo>
                <a:moveTo>
                  <a:pt x="1377640" y="428843"/>
                </a:moveTo>
                <a:lnTo>
                  <a:pt x="1413846" y="393085"/>
                </a:lnTo>
                <a:moveTo>
                  <a:pt x="1788600" y="970114"/>
                </a:moveTo>
                <a:lnTo>
                  <a:pt x="1672064" y="976802"/>
                </a:lnTo>
                <a:moveTo>
                  <a:pt x="1788193" y="975064"/>
                </a:moveTo>
                <a:lnTo>
                  <a:pt x="1778779" y="995215"/>
                </a:lnTo>
                <a:moveTo>
                  <a:pt x="1081197" y="316541"/>
                </a:moveTo>
                <a:lnTo>
                  <a:pt x="1075659" y="278054"/>
                </a:lnTo>
                <a:moveTo>
                  <a:pt x="1413846" y="393085"/>
                </a:moveTo>
                <a:lnTo>
                  <a:pt x="1511577" y="265149"/>
                </a:lnTo>
                <a:moveTo>
                  <a:pt x="1689190" y="908940"/>
                </a:moveTo>
                <a:lnTo>
                  <a:pt x="1574268" y="936917"/>
                </a:lnTo>
                <a:moveTo>
                  <a:pt x="1470010" y="125515"/>
                </a:moveTo>
                <a:lnTo>
                  <a:pt x="1389791" y="73101"/>
                </a:lnTo>
                <a:moveTo>
                  <a:pt x="1525654" y="683807"/>
                </a:moveTo>
                <a:lnTo>
                  <a:pt x="1558473" y="611011"/>
                </a:lnTo>
                <a:moveTo>
                  <a:pt x="1791576" y="972842"/>
                </a:moveTo>
                <a:lnTo>
                  <a:pt x="1778779" y="995215"/>
                </a:lnTo>
                <a:moveTo>
                  <a:pt x="1389791" y="73101"/>
                </a:moveTo>
                <a:lnTo>
                  <a:pt x="1380808" y="42238"/>
                </a:lnTo>
                <a:moveTo>
                  <a:pt x="1778779" y="995215"/>
                </a:moveTo>
                <a:lnTo>
                  <a:pt x="1788600" y="970114"/>
                </a:lnTo>
                <a:moveTo>
                  <a:pt x="1134118" y="516287"/>
                </a:moveTo>
                <a:lnTo>
                  <a:pt x="1137993" y="455138"/>
                </a:lnTo>
                <a:moveTo>
                  <a:pt x="1370980" y="59721"/>
                </a:moveTo>
                <a:lnTo>
                  <a:pt x="1380808" y="42238"/>
                </a:lnTo>
                <a:moveTo>
                  <a:pt x="1824115" y="864522"/>
                </a:moveTo>
                <a:lnTo>
                  <a:pt x="1699194" y="859665"/>
                </a:lnTo>
                <a:moveTo>
                  <a:pt x="1574268" y="936917"/>
                </a:moveTo>
                <a:lnTo>
                  <a:pt x="1589068" y="856421"/>
                </a:lnTo>
                <a:moveTo>
                  <a:pt x="1778779" y="995215"/>
                </a:moveTo>
                <a:lnTo>
                  <a:pt x="1672064" y="976802"/>
                </a:lnTo>
                <a:moveTo>
                  <a:pt x="1358760" y="499523"/>
                </a:moveTo>
                <a:lnTo>
                  <a:pt x="1377640" y="428843"/>
                </a:lnTo>
                <a:moveTo>
                  <a:pt x="1788600" y="970114"/>
                </a:moveTo>
                <a:lnTo>
                  <a:pt x="1689190" y="908940"/>
                </a:lnTo>
                <a:moveTo>
                  <a:pt x="1545998" y="247023"/>
                </a:moveTo>
                <a:lnTo>
                  <a:pt x="1511577" y="265149"/>
                </a:lnTo>
                <a:moveTo>
                  <a:pt x="1672064" y="976802"/>
                </a:moveTo>
                <a:lnTo>
                  <a:pt x="1689190" y="908940"/>
                </a:lnTo>
                <a:moveTo>
                  <a:pt x="1161497" y="358240"/>
                </a:moveTo>
                <a:lnTo>
                  <a:pt x="1081197" y="316541"/>
                </a:lnTo>
                <a:moveTo>
                  <a:pt x="1470010" y="125515"/>
                </a:moveTo>
                <a:lnTo>
                  <a:pt x="1356717" y="100239"/>
                </a:lnTo>
                <a:moveTo>
                  <a:pt x="1435751" y="215837"/>
                </a:moveTo>
                <a:lnTo>
                  <a:pt x="1470010" y="125515"/>
                </a:lnTo>
                <a:moveTo>
                  <a:pt x="1389791" y="73101"/>
                </a:moveTo>
                <a:lnTo>
                  <a:pt x="1370980" y="59721"/>
                </a:lnTo>
                <a:moveTo>
                  <a:pt x="1803079" y="819722"/>
                </a:moveTo>
                <a:lnTo>
                  <a:pt x="1767700" y="652910"/>
                </a:lnTo>
                <a:moveTo>
                  <a:pt x="1525654" y="683807"/>
                </a:moveTo>
                <a:lnTo>
                  <a:pt x="1605128" y="605430"/>
                </a:lnTo>
                <a:moveTo>
                  <a:pt x="1165962" y="335980"/>
                </a:moveTo>
                <a:lnTo>
                  <a:pt x="1081197" y="316541"/>
                </a:lnTo>
                <a:moveTo>
                  <a:pt x="1665428" y="580415"/>
                </a:moveTo>
                <a:lnTo>
                  <a:pt x="1677728" y="584187"/>
                </a:lnTo>
                <a:moveTo>
                  <a:pt x="1767700" y="652910"/>
                </a:moveTo>
                <a:lnTo>
                  <a:pt x="1767626" y="643087"/>
                </a:lnTo>
                <a:moveTo>
                  <a:pt x="1589068" y="856421"/>
                </a:moveTo>
                <a:lnTo>
                  <a:pt x="1500966" y="786239"/>
                </a:lnTo>
                <a:moveTo>
                  <a:pt x="1358760" y="499523"/>
                </a:moveTo>
                <a:lnTo>
                  <a:pt x="1335376" y="460486"/>
                </a:lnTo>
                <a:moveTo>
                  <a:pt x="1500966" y="786239"/>
                </a:moveTo>
                <a:lnTo>
                  <a:pt x="1525654" y="683807"/>
                </a:lnTo>
                <a:moveTo>
                  <a:pt x="1764373" y="647245"/>
                </a:moveTo>
                <a:lnTo>
                  <a:pt x="1767626" y="643087"/>
                </a:lnTo>
                <a:moveTo>
                  <a:pt x="1347880" y="552311"/>
                </a:moveTo>
                <a:lnTo>
                  <a:pt x="1235508" y="495700"/>
                </a:lnTo>
                <a:moveTo>
                  <a:pt x="1222844" y="578010"/>
                </a:moveTo>
                <a:lnTo>
                  <a:pt x="1137993" y="455138"/>
                </a:lnTo>
                <a:moveTo>
                  <a:pt x="1356717" y="100239"/>
                </a:moveTo>
                <a:lnTo>
                  <a:pt x="1389791" y="73101"/>
                </a:lnTo>
                <a:moveTo>
                  <a:pt x="1590569" y="845850"/>
                </a:moveTo>
                <a:lnTo>
                  <a:pt x="1500966" y="786239"/>
                </a:lnTo>
                <a:moveTo>
                  <a:pt x="1767700" y="652910"/>
                </a:moveTo>
                <a:lnTo>
                  <a:pt x="1764373" y="647245"/>
                </a:lnTo>
                <a:moveTo>
                  <a:pt x="1137993" y="455138"/>
                </a:moveTo>
                <a:lnTo>
                  <a:pt x="1112350" y="395350"/>
                </a:lnTo>
                <a:moveTo>
                  <a:pt x="1803079" y="819722"/>
                </a:moveTo>
                <a:lnTo>
                  <a:pt x="1754402" y="674927"/>
                </a:lnTo>
                <a:moveTo>
                  <a:pt x="1377640" y="428843"/>
                </a:moveTo>
                <a:lnTo>
                  <a:pt x="1335376" y="460486"/>
                </a:lnTo>
                <a:moveTo>
                  <a:pt x="1546262" y="678556"/>
                </a:moveTo>
                <a:lnTo>
                  <a:pt x="1605128" y="605430"/>
                </a:lnTo>
                <a:moveTo>
                  <a:pt x="1511577" y="265149"/>
                </a:moveTo>
                <a:lnTo>
                  <a:pt x="1435751" y="215837"/>
                </a:lnTo>
                <a:moveTo>
                  <a:pt x="1689190" y="908940"/>
                </a:moveTo>
                <a:lnTo>
                  <a:pt x="1589068" y="856421"/>
                </a:lnTo>
                <a:moveTo>
                  <a:pt x="1356717" y="100239"/>
                </a:moveTo>
                <a:lnTo>
                  <a:pt x="1370980" y="59721"/>
                </a:lnTo>
                <a:moveTo>
                  <a:pt x="1075659" y="278054"/>
                </a:moveTo>
                <a:lnTo>
                  <a:pt x="1007812" y="208339"/>
                </a:lnTo>
                <a:moveTo>
                  <a:pt x="1470010" y="125515"/>
                </a:moveTo>
                <a:lnTo>
                  <a:pt x="1336594" y="151589"/>
                </a:lnTo>
                <a:moveTo>
                  <a:pt x="1665428" y="580415"/>
                </a:moveTo>
                <a:lnTo>
                  <a:pt x="1605128" y="605430"/>
                </a:lnTo>
                <a:moveTo>
                  <a:pt x="1699194" y="859665"/>
                </a:moveTo>
                <a:lnTo>
                  <a:pt x="1803079" y="819722"/>
                </a:lnTo>
                <a:moveTo>
                  <a:pt x="1500966" y="786239"/>
                </a:moveTo>
                <a:lnTo>
                  <a:pt x="1546262" y="678556"/>
                </a:lnTo>
                <a:moveTo>
                  <a:pt x="1754402" y="674927"/>
                </a:moveTo>
                <a:lnTo>
                  <a:pt x="1767700" y="652910"/>
                </a:lnTo>
                <a:moveTo>
                  <a:pt x="1689190" y="908940"/>
                </a:moveTo>
                <a:lnTo>
                  <a:pt x="1590569" y="845850"/>
                </a:lnTo>
                <a:moveTo>
                  <a:pt x="1413846" y="393085"/>
                </a:moveTo>
                <a:lnTo>
                  <a:pt x="1496501" y="351065"/>
                </a:lnTo>
                <a:moveTo>
                  <a:pt x="1754402" y="674927"/>
                </a:moveTo>
                <a:lnTo>
                  <a:pt x="1764373" y="647245"/>
                </a:lnTo>
                <a:moveTo>
                  <a:pt x="1689190" y="908940"/>
                </a:moveTo>
                <a:lnTo>
                  <a:pt x="1699194" y="859665"/>
                </a:lnTo>
                <a:moveTo>
                  <a:pt x="1222844" y="578010"/>
                </a:moveTo>
                <a:lnTo>
                  <a:pt x="1235508" y="495700"/>
                </a:lnTo>
                <a:moveTo>
                  <a:pt x="1358760" y="499523"/>
                </a:moveTo>
                <a:lnTo>
                  <a:pt x="1235508" y="495700"/>
                </a:lnTo>
                <a:moveTo>
                  <a:pt x="1767626" y="643087"/>
                </a:moveTo>
                <a:lnTo>
                  <a:pt x="1665428" y="580415"/>
                </a:lnTo>
                <a:moveTo>
                  <a:pt x="1589068" y="856421"/>
                </a:moveTo>
                <a:lnTo>
                  <a:pt x="1590569" y="845850"/>
                </a:lnTo>
                <a:moveTo>
                  <a:pt x="1161497" y="358240"/>
                </a:moveTo>
                <a:lnTo>
                  <a:pt x="1112350" y="395350"/>
                </a:lnTo>
                <a:moveTo>
                  <a:pt x="1413846" y="393085"/>
                </a:moveTo>
                <a:lnTo>
                  <a:pt x="1380048" y="371225"/>
                </a:lnTo>
                <a:moveTo>
                  <a:pt x="1803079" y="819722"/>
                </a:moveTo>
                <a:lnTo>
                  <a:pt x="1730066" y="738137"/>
                </a:lnTo>
                <a:moveTo>
                  <a:pt x="1109463" y="144847"/>
                </a:moveTo>
                <a:lnTo>
                  <a:pt x="1007812" y="208339"/>
                </a:lnTo>
                <a:moveTo>
                  <a:pt x="1764373" y="647245"/>
                </a:moveTo>
                <a:lnTo>
                  <a:pt x="1665428" y="580415"/>
                </a:lnTo>
                <a:moveTo>
                  <a:pt x="1370980" y="59721"/>
                </a:moveTo>
                <a:lnTo>
                  <a:pt x="1313368" y="141100"/>
                </a:lnTo>
                <a:moveTo>
                  <a:pt x="1098454" y="181119"/>
                </a:moveTo>
                <a:lnTo>
                  <a:pt x="1007812" y="208339"/>
                </a:lnTo>
                <a:moveTo>
                  <a:pt x="1699194" y="859665"/>
                </a:moveTo>
                <a:lnTo>
                  <a:pt x="1590569" y="845850"/>
                </a:lnTo>
                <a:moveTo>
                  <a:pt x="1546262" y="678556"/>
                </a:moveTo>
                <a:lnTo>
                  <a:pt x="1525654" y="683807"/>
                </a:lnTo>
                <a:moveTo>
                  <a:pt x="1496501" y="351065"/>
                </a:moveTo>
                <a:lnTo>
                  <a:pt x="1511577" y="265149"/>
                </a:lnTo>
                <a:moveTo>
                  <a:pt x="1336594" y="151589"/>
                </a:moveTo>
                <a:lnTo>
                  <a:pt x="1356717" y="100239"/>
                </a:lnTo>
                <a:moveTo>
                  <a:pt x="1356717" y="100239"/>
                </a:moveTo>
                <a:lnTo>
                  <a:pt x="1313368" y="141100"/>
                </a:lnTo>
                <a:moveTo>
                  <a:pt x="1435751" y="215837"/>
                </a:moveTo>
                <a:lnTo>
                  <a:pt x="1336594" y="151589"/>
                </a:lnTo>
                <a:moveTo>
                  <a:pt x="1764373" y="647245"/>
                </a:moveTo>
                <a:lnTo>
                  <a:pt x="1717302" y="728510"/>
                </a:lnTo>
                <a:moveTo>
                  <a:pt x="1235508" y="495700"/>
                </a:moveTo>
                <a:lnTo>
                  <a:pt x="1335376" y="460486"/>
                </a:lnTo>
                <a:moveTo>
                  <a:pt x="1607791" y="752567"/>
                </a:moveTo>
                <a:lnTo>
                  <a:pt x="1500966" y="786239"/>
                </a:lnTo>
                <a:moveTo>
                  <a:pt x="1377640" y="428843"/>
                </a:moveTo>
                <a:lnTo>
                  <a:pt x="1269909" y="361056"/>
                </a:lnTo>
                <a:moveTo>
                  <a:pt x="1377640" y="428843"/>
                </a:moveTo>
                <a:lnTo>
                  <a:pt x="1380048" y="371225"/>
                </a:lnTo>
                <a:moveTo>
                  <a:pt x="1402287" y="296488"/>
                </a:moveTo>
                <a:lnTo>
                  <a:pt x="1511577" y="265149"/>
                </a:lnTo>
                <a:moveTo>
                  <a:pt x="1730066" y="738137"/>
                </a:moveTo>
                <a:lnTo>
                  <a:pt x="1754402" y="674927"/>
                </a:lnTo>
                <a:moveTo>
                  <a:pt x="1235508" y="495700"/>
                </a:moveTo>
                <a:lnTo>
                  <a:pt x="1137993" y="455138"/>
                </a:lnTo>
                <a:moveTo>
                  <a:pt x="1754402" y="674927"/>
                </a:moveTo>
                <a:lnTo>
                  <a:pt x="1717302" y="728510"/>
                </a:lnTo>
                <a:moveTo>
                  <a:pt x="1137993" y="455138"/>
                </a:moveTo>
                <a:lnTo>
                  <a:pt x="1161497" y="358240"/>
                </a:lnTo>
                <a:moveTo>
                  <a:pt x="1699194" y="859665"/>
                </a:moveTo>
                <a:lnTo>
                  <a:pt x="1730066" y="738137"/>
                </a:lnTo>
                <a:moveTo>
                  <a:pt x="1335376" y="460486"/>
                </a:moveTo>
                <a:lnTo>
                  <a:pt x="1263643" y="386136"/>
                </a:lnTo>
                <a:moveTo>
                  <a:pt x="1336594" y="151589"/>
                </a:moveTo>
                <a:lnTo>
                  <a:pt x="1313368" y="141100"/>
                </a:lnTo>
                <a:moveTo>
                  <a:pt x="1435751" y="215837"/>
                </a:moveTo>
                <a:lnTo>
                  <a:pt x="1301271" y="254848"/>
                </a:lnTo>
                <a:moveTo>
                  <a:pt x="1075659" y="278054"/>
                </a:moveTo>
                <a:lnTo>
                  <a:pt x="1098454" y="181119"/>
                </a:lnTo>
                <a:moveTo>
                  <a:pt x="1402287" y="296488"/>
                </a:moveTo>
                <a:lnTo>
                  <a:pt x="1435751" y="215837"/>
                </a:lnTo>
                <a:moveTo>
                  <a:pt x="1335376" y="460486"/>
                </a:moveTo>
                <a:lnTo>
                  <a:pt x="1269909" y="361056"/>
                </a:lnTo>
                <a:moveTo>
                  <a:pt x="1165962" y="335980"/>
                </a:moveTo>
                <a:lnTo>
                  <a:pt x="1075659" y="278054"/>
                </a:lnTo>
                <a:moveTo>
                  <a:pt x="1263643" y="386136"/>
                </a:moveTo>
                <a:lnTo>
                  <a:pt x="1137993" y="455138"/>
                </a:lnTo>
                <a:moveTo>
                  <a:pt x="1200070" y="215463"/>
                </a:moveTo>
                <a:lnTo>
                  <a:pt x="1075659" y="278054"/>
                </a:lnTo>
                <a:moveTo>
                  <a:pt x="1633845" y="638185"/>
                </a:moveTo>
                <a:lnTo>
                  <a:pt x="1605128" y="605430"/>
                </a:lnTo>
                <a:moveTo>
                  <a:pt x="1336594" y="151589"/>
                </a:moveTo>
                <a:lnTo>
                  <a:pt x="1220588" y="152643"/>
                </a:lnTo>
                <a:moveTo>
                  <a:pt x="1590569" y="845850"/>
                </a:moveTo>
                <a:lnTo>
                  <a:pt x="1607791" y="752567"/>
                </a:lnTo>
                <a:moveTo>
                  <a:pt x="1220588" y="152643"/>
                </a:moveTo>
                <a:lnTo>
                  <a:pt x="1313368" y="141100"/>
                </a:lnTo>
                <a:moveTo>
                  <a:pt x="1699194" y="859665"/>
                </a:moveTo>
                <a:lnTo>
                  <a:pt x="1607791" y="752567"/>
                </a:lnTo>
                <a:moveTo>
                  <a:pt x="1730066" y="738137"/>
                </a:moveTo>
                <a:lnTo>
                  <a:pt x="1717302" y="728510"/>
                </a:lnTo>
                <a:moveTo>
                  <a:pt x="1607791" y="752567"/>
                </a:moveTo>
                <a:lnTo>
                  <a:pt x="1546262" y="678556"/>
                </a:lnTo>
                <a:moveTo>
                  <a:pt x="1336594" y="151589"/>
                </a:moveTo>
                <a:lnTo>
                  <a:pt x="1200070" y="215463"/>
                </a:lnTo>
                <a:moveTo>
                  <a:pt x="1235508" y="495700"/>
                </a:moveTo>
                <a:lnTo>
                  <a:pt x="1263643" y="386136"/>
                </a:lnTo>
                <a:moveTo>
                  <a:pt x="1161497" y="358240"/>
                </a:moveTo>
                <a:lnTo>
                  <a:pt x="1165962" y="335980"/>
                </a:lnTo>
                <a:moveTo>
                  <a:pt x="1220588" y="152643"/>
                </a:moveTo>
                <a:lnTo>
                  <a:pt x="1109463" y="144847"/>
                </a:lnTo>
                <a:moveTo>
                  <a:pt x="1301271" y="254848"/>
                </a:moveTo>
                <a:lnTo>
                  <a:pt x="1336594" y="151589"/>
                </a:lnTo>
                <a:moveTo>
                  <a:pt x="1098454" y="181119"/>
                </a:moveTo>
                <a:lnTo>
                  <a:pt x="1109463" y="144847"/>
                </a:lnTo>
                <a:moveTo>
                  <a:pt x="1263643" y="386136"/>
                </a:moveTo>
                <a:lnTo>
                  <a:pt x="1161497" y="358240"/>
                </a:lnTo>
                <a:moveTo>
                  <a:pt x="1200070" y="215463"/>
                </a:moveTo>
                <a:lnTo>
                  <a:pt x="1220588" y="152643"/>
                </a:lnTo>
                <a:moveTo>
                  <a:pt x="1200070" y="215463"/>
                </a:moveTo>
                <a:lnTo>
                  <a:pt x="1109463" y="144847"/>
                </a:lnTo>
                <a:moveTo>
                  <a:pt x="1764373" y="647245"/>
                </a:moveTo>
                <a:lnTo>
                  <a:pt x="1633845" y="638185"/>
                </a:lnTo>
                <a:moveTo>
                  <a:pt x="1496501" y="351065"/>
                </a:moveTo>
                <a:lnTo>
                  <a:pt x="1402287" y="296488"/>
                </a:lnTo>
                <a:moveTo>
                  <a:pt x="1200070" y="215463"/>
                </a:moveTo>
                <a:lnTo>
                  <a:pt x="1098454" y="181119"/>
                </a:lnTo>
                <a:moveTo>
                  <a:pt x="1730066" y="738137"/>
                </a:moveTo>
                <a:lnTo>
                  <a:pt x="1607791" y="752567"/>
                </a:lnTo>
                <a:moveTo>
                  <a:pt x="1380048" y="371225"/>
                </a:moveTo>
                <a:lnTo>
                  <a:pt x="1496501" y="351065"/>
                </a:lnTo>
                <a:moveTo>
                  <a:pt x="1263643" y="386136"/>
                </a:moveTo>
                <a:lnTo>
                  <a:pt x="1165962" y="335980"/>
                </a:lnTo>
                <a:moveTo>
                  <a:pt x="1165962" y="335980"/>
                </a:moveTo>
                <a:lnTo>
                  <a:pt x="1200070" y="215463"/>
                </a:lnTo>
                <a:moveTo>
                  <a:pt x="1607791" y="752567"/>
                </a:moveTo>
                <a:lnTo>
                  <a:pt x="1717302" y="728510"/>
                </a:lnTo>
                <a:moveTo>
                  <a:pt x="1301271" y="254848"/>
                </a:moveTo>
                <a:lnTo>
                  <a:pt x="1165962" y="335980"/>
                </a:lnTo>
                <a:moveTo>
                  <a:pt x="1269909" y="361056"/>
                </a:moveTo>
                <a:lnTo>
                  <a:pt x="1165962" y="335980"/>
                </a:lnTo>
                <a:moveTo>
                  <a:pt x="1301271" y="254848"/>
                </a:moveTo>
                <a:lnTo>
                  <a:pt x="1200070" y="215463"/>
                </a:lnTo>
                <a:moveTo>
                  <a:pt x="1263643" y="386136"/>
                </a:moveTo>
                <a:lnTo>
                  <a:pt x="1269909" y="361056"/>
                </a:lnTo>
                <a:moveTo>
                  <a:pt x="1402287" y="296488"/>
                </a:moveTo>
                <a:lnTo>
                  <a:pt x="1301271" y="254848"/>
                </a:lnTo>
                <a:moveTo>
                  <a:pt x="1269909" y="361056"/>
                </a:moveTo>
                <a:lnTo>
                  <a:pt x="1301271" y="254848"/>
                </a:lnTo>
                <a:moveTo>
                  <a:pt x="1402287" y="296488"/>
                </a:moveTo>
                <a:lnTo>
                  <a:pt x="1269909" y="361056"/>
                </a:lnTo>
                <a:moveTo>
                  <a:pt x="1380048" y="371225"/>
                </a:moveTo>
                <a:lnTo>
                  <a:pt x="1402287" y="296488"/>
                </a:lnTo>
                <a:moveTo>
                  <a:pt x="1380048" y="371225"/>
                </a:moveTo>
                <a:lnTo>
                  <a:pt x="1269909" y="361056"/>
                </a:lnTo>
                <a:moveTo>
                  <a:pt x="1633845" y="638185"/>
                </a:moveTo>
                <a:lnTo>
                  <a:pt x="1546262" y="678556"/>
                </a:lnTo>
                <a:moveTo>
                  <a:pt x="1633845" y="638185"/>
                </a:moveTo>
                <a:lnTo>
                  <a:pt x="1665428" y="580415"/>
                </a:lnTo>
                <a:moveTo>
                  <a:pt x="1717302" y="728510"/>
                </a:moveTo>
                <a:lnTo>
                  <a:pt x="1633845" y="638185"/>
                </a:lnTo>
                <a:moveTo>
                  <a:pt x="1607791" y="752567"/>
                </a:moveTo>
                <a:lnTo>
                  <a:pt x="1633845" y="638185"/>
                </a:lnTo>
                <a:moveTo>
                  <a:pt x="1469430" y="423744"/>
                </a:moveTo>
                <a:lnTo>
                  <a:pt x="1507312" y="289364"/>
                </a:lnTo>
                <a:moveTo>
                  <a:pt x="1469430" y="423744"/>
                </a:moveTo>
                <a:lnTo>
                  <a:pt x="1507936" y="288244"/>
                </a:lnTo>
                <a:moveTo>
                  <a:pt x="1507312" y="289364"/>
                </a:moveTo>
                <a:lnTo>
                  <a:pt x="1507439" y="288039"/>
                </a:lnTo>
                <a:moveTo>
                  <a:pt x="1507312" y="289364"/>
                </a:moveTo>
                <a:lnTo>
                  <a:pt x="1507334" y="288068"/>
                </a:lnTo>
                <a:moveTo>
                  <a:pt x="1507936" y="288244"/>
                </a:moveTo>
                <a:lnTo>
                  <a:pt x="1507312" y="289364"/>
                </a:lnTo>
                <a:moveTo>
                  <a:pt x="1507439" y="288039"/>
                </a:moveTo>
                <a:lnTo>
                  <a:pt x="1507334" y="288068"/>
                </a:lnTo>
                <a:moveTo>
                  <a:pt x="1507420" y="288045"/>
                </a:moveTo>
                <a:lnTo>
                  <a:pt x="1507439" y="288039"/>
                </a:lnTo>
                <a:moveTo>
                  <a:pt x="1507936" y="288244"/>
                </a:moveTo>
                <a:lnTo>
                  <a:pt x="1507439" y="288039"/>
                </a:lnTo>
                <a:moveTo>
                  <a:pt x="1507420" y="288045"/>
                </a:moveTo>
                <a:lnTo>
                  <a:pt x="1507334" y="288068"/>
                </a:lnTo>
                <a:moveTo>
                  <a:pt x="1507936" y="288244"/>
                </a:moveTo>
                <a:lnTo>
                  <a:pt x="1507420" y="288045"/>
                </a:lnTo>
                <a:moveTo>
                  <a:pt x="1469430" y="423744"/>
                </a:moveTo>
                <a:lnTo>
                  <a:pt x="1458682" y="364178"/>
                </a:lnTo>
                <a:moveTo>
                  <a:pt x="1495914" y="375052"/>
                </a:moveTo>
                <a:lnTo>
                  <a:pt x="1469430" y="423744"/>
                </a:lnTo>
                <a:moveTo>
                  <a:pt x="1507312" y="289364"/>
                </a:moveTo>
                <a:lnTo>
                  <a:pt x="1458682" y="364178"/>
                </a:lnTo>
                <a:moveTo>
                  <a:pt x="1458682" y="364178"/>
                </a:moveTo>
                <a:lnTo>
                  <a:pt x="1507334" y="288068"/>
                </a:lnTo>
                <a:moveTo>
                  <a:pt x="1469430" y="423744"/>
                </a:moveTo>
                <a:lnTo>
                  <a:pt x="1468713" y="381274"/>
                </a:lnTo>
                <a:moveTo>
                  <a:pt x="1495914" y="375052"/>
                </a:moveTo>
                <a:lnTo>
                  <a:pt x="1507420" y="288045"/>
                </a:lnTo>
                <a:moveTo>
                  <a:pt x="1495914" y="375052"/>
                </a:moveTo>
                <a:lnTo>
                  <a:pt x="1507936" y="288244"/>
                </a:lnTo>
                <a:moveTo>
                  <a:pt x="1468713" y="381274"/>
                </a:moveTo>
                <a:lnTo>
                  <a:pt x="1458682" y="364178"/>
                </a:lnTo>
                <a:moveTo>
                  <a:pt x="1495914" y="375052"/>
                </a:moveTo>
                <a:lnTo>
                  <a:pt x="1468713" y="381274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4F71D168-CF47-43AC-B9B0-40C6359B7A41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338" y="505477"/>
                </a:moveTo>
                <a:lnTo>
                  <a:pt x="1515211" y="4820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1F4EA980-CA70-4744-A998-13E6172CC4F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449" y="579772"/>
                </a:moveTo>
                <a:lnTo>
                  <a:pt x="940827" y="644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583C2C58-0A6A-41E8-AB95-AB9B2DF29476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6932" y="1116901"/>
                </a:moveTo>
                <a:lnTo>
                  <a:pt x="1468397" y="11283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BC2B4E02-E2CE-4CDE-86ED-C455468F673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338" y="505477"/>
                </a:moveTo>
                <a:lnTo>
                  <a:pt x="1699377" y="584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513539E9-42CB-4EBA-8B60-22BBBA04AA6A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482" y="614441"/>
                </a:moveTo>
                <a:lnTo>
                  <a:pt x="1559338" y="505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7B3D1433-8848-4977-B543-A10EBBE3452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1187" y="418629"/>
                </a:moveTo>
                <a:lnTo>
                  <a:pt x="975449" y="5797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05C99C81-820D-4BCA-9E75-7515159F0745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338" y="505477"/>
                </a:moveTo>
                <a:lnTo>
                  <a:pt x="1545569" y="3741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0BCCF369-3C3C-4761-B7EF-CD8A1F4415A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449" y="579772"/>
                </a:moveTo>
                <a:lnTo>
                  <a:pt x="1134070" y="6393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090032BE-409E-4B8A-A395-716CECB11ACF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9098" y="951335"/>
                </a:moveTo>
                <a:lnTo>
                  <a:pt x="1416932" y="11169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64C6E4F9-5753-4D35-B5F5-CFEE69F23BE2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6932" y="1116901"/>
                </a:moveTo>
                <a:lnTo>
                  <a:pt x="1281986" y="12002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A57DC3D8-CE77-47B8-8630-57A47E187B5D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449" y="579772"/>
                </a:moveTo>
                <a:lnTo>
                  <a:pt x="885177" y="636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036E65D8-BFE6-4339-99B7-8978C0DB5D0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8893" y="973739"/>
                </a:moveTo>
                <a:lnTo>
                  <a:pt x="849054" y="9162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E612CE73-AB1D-42A1-B37A-5E532FDDCC1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6932" y="1116901"/>
                </a:moveTo>
                <a:lnTo>
                  <a:pt x="1533781" y="11380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A5A1F3AE-FD39-4384-8785-093836D10A3C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4210" y="635022"/>
                </a:moveTo>
                <a:lnTo>
                  <a:pt x="1440482" y="614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35AEF556-5252-49BB-AB15-071D3D463682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973" y="898247"/>
                </a:moveTo>
                <a:lnTo>
                  <a:pt x="1369098" y="9513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EAD297B0-8FF2-4CEC-A1BD-E1A2A5B6A0D7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3313" y="909250"/>
                </a:moveTo>
                <a:lnTo>
                  <a:pt x="948893" y="9737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71306E2C-6DA1-40B3-8BAF-A6124D0B4D70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070" y="639358"/>
                </a:moveTo>
                <a:lnTo>
                  <a:pt x="1164947" y="6782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3B53AF5B-F67F-421F-92AD-BFFC4B59495F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8893" y="973739"/>
                </a:moveTo>
                <a:lnTo>
                  <a:pt x="971687" y="11342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107CD7DC-DA5C-4283-9C3A-B82EBDF9735C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9925" y="841178"/>
                </a:moveTo>
                <a:lnTo>
                  <a:pt x="1103313" y="90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9A43E5F7-3F85-4399-BCF9-0922E5FBAC5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273" y="847282"/>
                </a:moveTo>
                <a:lnTo>
                  <a:pt x="1853706" y="826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7256A5AE-5515-4928-9BC6-D59D347B579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3859" y="791162"/>
                </a:moveTo>
                <a:lnTo>
                  <a:pt x="1591809" y="8332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49446661-E244-4936-AFB4-D6B529EE0095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9925" y="841178"/>
                </a:moveTo>
                <a:lnTo>
                  <a:pt x="1344973" y="8982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20A1CD17-1EAC-4C8D-B894-D72D1B975F5A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4947" y="678276"/>
                </a:moveTo>
                <a:lnTo>
                  <a:pt x="1189925" y="8411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AD1AC504-B0E8-4EAA-9B1B-7D99548E25AA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809" y="833270"/>
                </a:moveTo>
                <a:lnTo>
                  <a:pt x="1740273" y="8472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8DC72EFB-276C-4A59-B947-8120914AB14A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973" y="898247"/>
                </a:moveTo>
                <a:lnTo>
                  <a:pt x="1463859" y="7911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BB6C1C3D-3AFF-45F7-B22C-7E688A6C87AF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3859" y="791162"/>
                </a:moveTo>
                <a:lnTo>
                  <a:pt x="1434210" y="6350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85C1ECEF-5E81-496B-819A-84C1B6D7BCE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8893" y="973739"/>
                </a:moveTo>
                <a:lnTo>
                  <a:pt x="922021" y="913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C28B1ADF-A0E4-4DC4-BBBD-543A4824DA2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4210" y="635022"/>
                </a:moveTo>
                <a:lnTo>
                  <a:pt x="1289568" y="5875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E9AEAE68-DBE9-41B2-BD77-3A76E9C17D67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568" y="587532"/>
                </a:moveTo>
                <a:lnTo>
                  <a:pt x="1164947" y="6782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E0A8ED34-1B9E-4284-A419-5ACE488EFA40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568" y="587532"/>
                </a:moveTo>
                <a:lnTo>
                  <a:pt x="1264903" y="44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DC898F4A-26EF-4328-8019-5D9870A5E637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03" y="442400"/>
                </a:moveTo>
                <a:lnTo>
                  <a:pt x="1284630" y="3151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23F5BEA4-965B-4107-8A9D-2AF779F7992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273" y="847282"/>
                </a:moveTo>
                <a:lnTo>
                  <a:pt x="1734846" y="996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906CC18B-90E3-4EBD-9F38-8C0028E3421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4630" y="315142"/>
                </a:moveTo>
                <a:lnTo>
                  <a:pt x="1304336" y="1827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F1FB4938-02ED-4C8A-A6E7-E983B5A60021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273" y="847282"/>
                </a:moveTo>
                <a:lnTo>
                  <a:pt x="1732997" y="7277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382AEDCB-8846-4B2F-A97D-F455F004F861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4630" y="315142"/>
                </a:moveTo>
                <a:lnTo>
                  <a:pt x="1416674" y="359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03372EE3-2F39-4354-8777-E122DB3A0E34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4630" y="315142"/>
                </a:moveTo>
                <a:lnTo>
                  <a:pt x="1146847" y="3181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297EBF8F-F65F-4188-930B-F99F14907B5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609" y="586404"/>
                </a:moveTo>
                <a:lnTo>
                  <a:pt x="1231303" y="668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E1AB753F-9A60-4936-A812-44F34C1793CC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609" y="586404"/>
                </a:moveTo>
                <a:lnTo>
                  <a:pt x="1208929" y="43863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1718254F-EF3C-467B-B7EF-7B4F6070C4D4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609" y="586404"/>
                </a:moveTo>
                <a:lnTo>
                  <a:pt x="1039081" y="6260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3BD85178-E98D-4F91-9DAA-5F2AA8E9D147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097" y="630897"/>
                </a:moveTo>
                <a:lnTo>
                  <a:pt x="1192609" y="5864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E886AABA-89FD-4476-9A08-4F7CD86C9A95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881" y="342505"/>
                </a:moveTo>
                <a:lnTo>
                  <a:pt x="1638406" y="2625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D7653CA7-EFCC-48A6-B7A0-2DECC49433B5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815" y="581222"/>
                </a:moveTo>
                <a:lnTo>
                  <a:pt x="1297097" y="6308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479A0E0F-B321-43A9-9092-A807C7120F7A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881" y="342505"/>
                </a:moveTo>
                <a:lnTo>
                  <a:pt x="1547080" y="4812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7EAF4141-4B33-483B-99B4-13D23241ADF0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161" y="1081038"/>
                </a:moveTo>
                <a:lnTo>
                  <a:pt x="1493590" y="11349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419A2483-F984-4862-B13E-EE836EA3536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283" y="376041"/>
                </a:moveTo>
                <a:lnTo>
                  <a:pt x="1631881" y="3425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3392B5D2-2C7A-4418-ABEB-91D19C9E9E9A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080" y="481215"/>
                </a:moveTo>
                <a:lnTo>
                  <a:pt x="1462856" y="5516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9EA46078-6B49-4C4B-82AE-57FE8D4686E2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881" y="342505"/>
                </a:moveTo>
                <a:lnTo>
                  <a:pt x="1550048" y="255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369842C1-E7CC-4E7C-8204-E65682DC20CC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458" y="919373"/>
                </a:moveTo>
                <a:lnTo>
                  <a:pt x="1430161" y="1081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AA57931D-90B1-4A1F-AE60-F0EAA903FB25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856" y="551625"/>
                </a:moveTo>
                <a:lnTo>
                  <a:pt x="1309815" y="58122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33618D2D-4515-4540-A3F1-0397E18DA93C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161" y="1081038"/>
                </a:moveTo>
                <a:lnTo>
                  <a:pt x="1292289" y="11661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26850891-5A1D-466F-8D5D-C6236E995A6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8618" y="722123"/>
                </a:moveTo>
                <a:lnTo>
                  <a:pt x="1919552" y="7608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4B9C0057-31A3-4668-9A0E-49FC5A683EA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169" y="815214"/>
                </a:moveTo>
                <a:lnTo>
                  <a:pt x="1405458" y="9193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829CAE98-CEF9-47E6-9BAD-85F82C91D25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092" y="687685"/>
                </a:moveTo>
                <a:lnTo>
                  <a:pt x="1668830" y="69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9758D1FE-579F-48AD-AC99-C1A2DD811947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8830" y="696282"/>
                </a:moveTo>
                <a:lnTo>
                  <a:pt x="1808618" y="7221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67DC359E-1768-4D05-B5E4-CBC34665C0A0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092" y="687685"/>
                </a:moveTo>
                <a:lnTo>
                  <a:pt x="1462856" y="5516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85A35FBC-2ED4-4368-AD8D-BCC3AF4381E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815" y="581222"/>
                </a:moveTo>
                <a:lnTo>
                  <a:pt x="1232733" y="6318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7D5B06DF-8CD3-4C33-9064-7CB7E84B313A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161" y="1081038"/>
                </a:moveTo>
                <a:lnTo>
                  <a:pt x="1530055" y="1093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441F2582-4313-479E-A945-1DC1F34A4C7C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169" y="815214"/>
                </a:moveTo>
                <a:lnTo>
                  <a:pt x="1526092" y="6876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4772FD49-F3B1-405B-93AA-FBBB6D31AF61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2733" y="631802"/>
                </a:moveTo>
                <a:lnTo>
                  <a:pt x="1077407" y="6071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1680A286-1CF3-49CE-9ABF-0DC1619C684F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8618" y="722123"/>
                </a:moveTo>
                <a:lnTo>
                  <a:pt x="1864463" y="5932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EEF16988-20EC-4AC6-9900-4E30A5107C4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9552" y="785632"/>
                </a:moveTo>
                <a:lnTo>
                  <a:pt x="1423169" y="81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5E4999DE-8410-4DA1-B685-155C8590ADD4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8618" y="722123"/>
                </a:moveTo>
                <a:lnTo>
                  <a:pt x="1784757" y="8468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C72467CB-D93B-49BA-8D50-20F4B09F822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0783" y="473307"/>
                </a:moveTo>
                <a:lnTo>
                  <a:pt x="875887" y="437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3B302F3F-95C5-4970-9509-27154D556764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2733" y="631802"/>
                </a:moveTo>
                <a:lnTo>
                  <a:pt x="1279552" y="7856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5699E0E4-DAFC-40B4-B65D-16F1006A302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407" y="607123"/>
                </a:moveTo>
                <a:lnTo>
                  <a:pt x="1010783" y="4733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D3518217-B962-4E5C-A664-D39D0AD0F50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9552" y="785632"/>
                </a:moveTo>
                <a:lnTo>
                  <a:pt x="1195920" y="9203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EE79224D-4023-4A83-9FC1-092177539CA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0783" y="473307"/>
                </a:moveTo>
                <a:lnTo>
                  <a:pt x="1120608" y="3541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743BAD25-2175-44CA-8C69-46846C989B6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7871" y="915136"/>
                </a:moveTo>
                <a:lnTo>
                  <a:pt x="931639" y="8652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96E3F4CB-7A36-4F1D-9324-CE359C21E0F6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5920" y="920360"/>
                </a:moveTo>
                <a:lnTo>
                  <a:pt x="1037871" y="915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126D78CC-7560-4EDA-9BAD-FCCF069981A5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7871" y="915136"/>
                </a:moveTo>
                <a:lnTo>
                  <a:pt x="996150" y="106008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F112A3DD-C22F-4FBB-AB0D-8A0A56606A3D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0783" y="473307"/>
                </a:moveTo>
                <a:lnTo>
                  <a:pt x="975246" y="496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EB16B34A-6D17-4E53-A7E0-FC945916FD0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7871" y="915136"/>
                </a:moveTo>
                <a:lnTo>
                  <a:pt x="1030389" y="81348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2AF10586-DD69-470E-A195-9EDA5BEF6D68}"/>
              </a:ext>
            </a:extLst>
          </p:cNvPr>
          <p:cNvSpPr>
            <a:spLocks/>
          </p:cNvSpPr>
          <p:nvPr/>
        </p:nvSpPr>
        <p:spPr>
          <a:xfrm>
            <a:off x="1998690" y="47318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A730F287-D0A0-49B0-BDFB-FE85E06EBAD1}"/>
              </a:ext>
            </a:extLst>
          </p:cNvPr>
          <p:cNvSpPr>
            <a:spLocks/>
          </p:cNvSpPr>
          <p:nvPr/>
        </p:nvSpPr>
        <p:spPr>
          <a:xfrm>
            <a:off x="1844288" y="4698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C758A7D4-0530-4B1F-825C-18EC95E82634}"/>
              </a:ext>
            </a:extLst>
          </p:cNvPr>
          <p:cNvSpPr>
            <a:spLocks/>
          </p:cNvSpPr>
          <p:nvPr/>
        </p:nvSpPr>
        <p:spPr>
          <a:xfrm>
            <a:off x="1850814" y="46183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C858472A-7036-4627-8837-407702D9AB89}"/>
              </a:ext>
            </a:extLst>
          </p:cNvPr>
          <p:cNvSpPr>
            <a:spLocks/>
          </p:cNvSpPr>
          <p:nvPr/>
        </p:nvSpPr>
        <p:spPr>
          <a:xfrm>
            <a:off x="1762455" y="46109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A2F5B0EE-D8DC-463C-9F7A-249F8667A885}"/>
              </a:ext>
            </a:extLst>
          </p:cNvPr>
          <p:cNvSpPr>
            <a:spLocks/>
          </p:cNvSpPr>
          <p:nvPr/>
        </p:nvSpPr>
        <p:spPr>
          <a:xfrm>
            <a:off x="1759488" y="48369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5569D5A0-DE84-47C4-9906-ACCB81CBD5B0}"/>
              </a:ext>
            </a:extLst>
          </p:cNvPr>
          <p:cNvSpPr>
            <a:spLocks/>
          </p:cNvSpPr>
          <p:nvPr/>
        </p:nvSpPr>
        <p:spPr>
          <a:xfrm>
            <a:off x="1675263" y="49074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7FA1DAD8-E602-4373-B604-F67C4229C12A}"/>
              </a:ext>
            </a:extLst>
          </p:cNvPr>
          <p:cNvSpPr>
            <a:spLocks/>
          </p:cNvSpPr>
          <p:nvPr/>
        </p:nvSpPr>
        <p:spPr>
          <a:xfrm>
            <a:off x="1522223" y="49370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C86F8EC6-C6DE-45A9-9613-4EEDCA88D14D}"/>
              </a:ext>
            </a:extLst>
          </p:cNvPr>
          <p:cNvSpPr>
            <a:spLocks/>
          </p:cNvSpPr>
          <p:nvPr/>
        </p:nvSpPr>
        <p:spPr>
          <a:xfrm>
            <a:off x="1509505" y="49866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82148527-CC71-484E-91C7-8334675B007B}"/>
              </a:ext>
            </a:extLst>
          </p:cNvPr>
          <p:cNvSpPr>
            <a:spLocks/>
          </p:cNvSpPr>
          <p:nvPr/>
        </p:nvSpPr>
        <p:spPr>
          <a:xfrm>
            <a:off x="1405016" y="49421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A02BD52B-84D0-4963-96C7-7D7014053386}"/>
              </a:ext>
            </a:extLst>
          </p:cNvPr>
          <p:cNvSpPr>
            <a:spLocks/>
          </p:cNvSpPr>
          <p:nvPr/>
        </p:nvSpPr>
        <p:spPr>
          <a:xfrm>
            <a:off x="1421336" y="47944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DA10B4A4-8CF9-4FC7-8D1B-604B3B2609C5}"/>
              </a:ext>
            </a:extLst>
          </p:cNvPr>
          <p:cNvSpPr>
            <a:spLocks/>
          </p:cNvSpPr>
          <p:nvPr/>
        </p:nvSpPr>
        <p:spPr>
          <a:xfrm>
            <a:off x="1251489" y="49817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720235A4-CD41-4B84-9071-21EA6572BACE}"/>
              </a:ext>
            </a:extLst>
          </p:cNvPr>
          <p:cNvSpPr>
            <a:spLocks/>
          </p:cNvSpPr>
          <p:nvPr/>
        </p:nvSpPr>
        <p:spPr>
          <a:xfrm>
            <a:off x="1443711" y="50243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55AD8B7D-CCEB-4974-AC3B-571A980D79B0}"/>
              </a:ext>
            </a:extLst>
          </p:cNvPr>
          <p:cNvSpPr>
            <a:spLocks/>
          </p:cNvSpPr>
          <p:nvPr/>
        </p:nvSpPr>
        <p:spPr>
          <a:xfrm>
            <a:off x="1445141" y="49875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57FDBAC8-B17E-49C3-8B40-1969A62C325A}"/>
              </a:ext>
            </a:extLst>
          </p:cNvPr>
          <p:cNvSpPr>
            <a:spLocks/>
          </p:cNvSpPr>
          <p:nvPr/>
        </p:nvSpPr>
        <p:spPr>
          <a:xfrm>
            <a:off x="1289814" y="49629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1E0B2866-42AC-4ED6-86B2-39FE5B4D4395}"/>
              </a:ext>
            </a:extLst>
          </p:cNvPr>
          <p:cNvSpPr>
            <a:spLocks/>
          </p:cNvSpPr>
          <p:nvPr/>
        </p:nvSpPr>
        <p:spPr>
          <a:xfrm>
            <a:off x="1223191" y="48290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4FDC5BA1-739E-4698-9B0A-E6181979468F}"/>
              </a:ext>
            </a:extLst>
          </p:cNvPr>
          <p:cNvSpPr>
            <a:spLocks/>
          </p:cNvSpPr>
          <p:nvPr/>
        </p:nvSpPr>
        <p:spPr>
          <a:xfrm>
            <a:off x="1088294" y="47936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6A04A27D-982C-4867-8165-6BC824B07D53}"/>
              </a:ext>
            </a:extLst>
          </p:cNvPr>
          <p:cNvSpPr>
            <a:spLocks/>
          </p:cNvSpPr>
          <p:nvPr/>
        </p:nvSpPr>
        <p:spPr>
          <a:xfrm>
            <a:off x="1187654" y="4852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CFB0CD64-C72F-4BD9-8F9F-E984E2FD54EF}"/>
              </a:ext>
            </a:extLst>
          </p:cNvPr>
          <p:cNvSpPr>
            <a:spLocks/>
          </p:cNvSpPr>
          <p:nvPr/>
        </p:nvSpPr>
        <p:spPr>
          <a:xfrm>
            <a:off x="1333015" y="47099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8F805F67-A2B2-4B8C-A290-7C09AA6B200C}"/>
              </a:ext>
            </a:extLst>
          </p:cNvPr>
          <p:cNvSpPr>
            <a:spLocks/>
          </p:cNvSpPr>
          <p:nvPr/>
        </p:nvSpPr>
        <p:spPr>
          <a:xfrm>
            <a:off x="1491959" y="51414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D53AD11A-9AC1-4BBA-AEF7-D37019FDAC4C}"/>
              </a:ext>
            </a:extLst>
          </p:cNvPr>
          <p:cNvSpPr>
            <a:spLocks/>
          </p:cNvSpPr>
          <p:nvPr/>
        </p:nvSpPr>
        <p:spPr>
          <a:xfrm>
            <a:off x="1408327" y="52761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6709277E-A44E-4302-BDA5-063F1ACBD2AD}"/>
              </a:ext>
            </a:extLst>
          </p:cNvPr>
          <p:cNvSpPr>
            <a:spLocks/>
          </p:cNvSpPr>
          <p:nvPr/>
        </p:nvSpPr>
        <p:spPr>
          <a:xfrm>
            <a:off x="1250278" y="5270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62E3A483-D360-4742-B06C-B9F858736617}"/>
              </a:ext>
            </a:extLst>
          </p:cNvPr>
          <p:cNvSpPr>
            <a:spLocks/>
          </p:cNvSpPr>
          <p:nvPr/>
        </p:nvSpPr>
        <p:spPr>
          <a:xfrm>
            <a:off x="1208557" y="54158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5A57D2A6-DCCF-4AB8-B8B8-6D529BF69DDB}"/>
              </a:ext>
            </a:extLst>
          </p:cNvPr>
          <p:cNvSpPr>
            <a:spLocks/>
          </p:cNvSpPr>
          <p:nvPr/>
        </p:nvSpPr>
        <p:spPr>
          <a:xfrm>
            <a:off x="1144047" y="52209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AA50A06A-AE04-43DE-AC1B-E217D2771FC9}"/>
              </a:ext>
            </a:extLst>
          </p:cNvPr>
          <p:cNvSpPr>
            <a:spLocks/>
          </p:cNvSpPr>
          <p:nvPr/>
        </p:nvSpPr>
        <p:spPr>
          <a:xfrm>
            <a:off x="1242796" y="51692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B3445F57-91FF-4A91-82BB-1D04A3F058B4}"/>
              </a:ext>
            </a:extLst>
          </p:cNvPr>
          <p:cNvSpPr>
            <a:spLocks/>
          </p:cNvSpPr>
          <p:nvPr/>
        </p:nvSpPr>
        <p:spPr>
          <a:xfrm>
            <a:off x="1635577" y="51709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C856B6EE-E000-4D89-A557-D94C1B73B467}"/>
              </a:ext>
            </a:extLst>
          </p:cNvPr>
          <p:cNvSpPr>
            <a:spLocks/>
          </p:cNvSpPr>
          <p:nvPr/>
        </p:nvSpPr>
        <p:spPr>
          <a:xfrm>
            <a:off x="1617865" y="52751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AD4DBF88-A30E-43FA-8A0D-231A5638E35F}"/>
              </a:ext>
            </a:extLst>
          </p:cNvPr>
          <p:cNvSpPr>
            <a:spLocks/>
          </p:cNvSpPr>
          <p:nvPr/>
        </p:nvSpPr>
        <p:spPr>
          <a:xfrm>
            <a:off x="1642569" y="54368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3A715AA3-9BBB-4B7D-9C3F-C6444497FEE8}"/>
              </a:ext>
            </a:extLst>
          </p:cNvPr>
          <p:cNvSpPr>
            <a:spLocks/>
          </p:cNvSpPr>
          <p:nvPr/>
        </p:nvSpPr>
        <p:spPr>
          <a:xfrm>
            <a:off x="1705998" y="5490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C1FEB2BA-E694-4286-8D70-637C630D9B3D}"/>
              </a:ext>
            </a:extLst>
          </p:cNvPr>
          <p:cNvSpPr>
            <a:spLocks/>
          </p:cNvSpPr>
          <p:nvPr/>
        </p:nvSpPr>
        <p:spPr>
          <a:xfrm>
            <a:off x="1742462" y="5449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B71876D0-57BE-4890-9AFA-841E17F3D3E7}"/>
              </a:ext>
            </a:extLst>
          </p:cNvPr>
          <p:cNvSpPr>
            <a:spLocks/>
          </p:cNvSpPr>
          <p:nvPr/>
        </p:nvSpPr>
        <p:spPr>
          <a:xfrm>
            <a:off x="1504696" y="55219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A9DEC847-40B0-4EA4-AFE3-50A7664AA9EB}"/>
              </a:ext>
            </a:extLst>
          </p:cNvPr>
          <p:cNvSpPr>
            <a:spLocks/>
          </p:cNvSpPr>
          <p:nvPr/>
        </p:nvSpPr>
        <p:spPr>
          <a:xfrm>
            <a:off x="1738499" y="50434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5B800CAB-91B6-438F-9BB4-A2AB3150B6D8}"/>
              </a:ext>
            </a:extLst>
          </p:cNvPr>
          <p:cNvSpPr>
            <a:spLocks/>
          </p:cNvSpPr>
          <p:nvPr/>
        </p:nvSpPr>
        <p:spPr>
          <a:xfrm>
            <a:off x="1881237" y="50520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A25A3649-C977-46A4-A9E4-BAF6F882765F}"/>
              </a:ext>
            </a:extLst>
          </p:cNvPr>
          <p:cNvSpPr>
            <a:spLocks/>
          </p:cNvSpPr>
          <p:nvPr/>
        </p:nvSpPr>
        <p:spPr>
          <a:xfrm>
            <a:off x="2021026" y="507790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0ABE46FC-8F43-428F-86D2-7B3C4473635A}"/>
              </a:ext>
            </a:extLst>
          </p:cNvPr>
          <p:cNvSpPr>
            <a:spLocks/>
          </p:cNvSpPr>
          <p:nvPr/>
        </p:nvSpPr>
        <p:spPr>
          <a:xfrm>
            <a:off x="2076871" y="4948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5E4D202B-C938-46C5-B37B-94B65EDA98A6}"/>
              </a:ext>
            </a:extLst>
          </p:cNvPr>
          <p:cNvSpPr>
            <a:spLocks/>
          </p:cNvSpPr>
          <p:nvPr/>
        </p:nvSpPr>
        <p:spPr>
          <a:xfrm>
            <a:off x="1997165" y="52026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04597315-481B-4AE2-85CC-B878B7428842}"/>
              </a:ext>
            </a:extLst>
          </p:cNvPr>
          <p:cNvSpPr>
            <a:spLocks/>
          </p:cNvSpPr>
          <p:nvPr/>
        </p:nvSpPr>
        <p:spPr>
          <a:xfrm>
            <a:off x="2131960" y="51166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density_25">
            <a:extLst>
              <a:ext uri="{FF2B5EF4-FFF2-40B4-BE49-F238E27FC236}">
                <a16:creationId xmlns:a16="http://schemas.microsoft.com/office/drawing/2014/main" id="{FE38D731-B96E-4CD0-A969-5DCDA212A8D5}"/>
              </a:ext>
            </a:extLst>
          </p:cNvPr>
          <p:cNvSpPr>
            <a:spLocks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58DF97C2-6758-4DC1-B754-34EE05D9793B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123" y="870605"/>
                </a:moveTo>
                <a:lnTo>
                  <a:pt x="1437389" y="919243"/>
                </a:lnTo>
                <a:moveTo>
                  <a:pt x="1102011" y="592371"/>
                </a:moveTo>
                <a:lnTo>
                  <a:pt x="977447" y="600420"/>
                </a:lnTo>
                <a:moveTo>
                  <a:pt x="472159" y="695578"/>
                </a:moveTo>
                <a:lnTo>
                  <a:pt x="347457" y="651374"/>
                </a:lnTo>
                <a:moveTo>
                  <a:pt x="1228525" y="573336"/>
                </a:moveTo>
                <a:lnTo>
                  <a:pt x="1102011" y="592371"/>
                </a:lnTo>
                <a:moveTo>
                  <a:pt x="1437389" y="919243"/>
                </a:moveTo>
                <a:lnTo>
                  <a:pt x="1315398" y="817916"/>
                </a:lnTo>
                <a:moveTo>
                  <a:pt x="583247" y="650840"/>
                </a:moveTo>
                <a:lnTo>
                  <a:pt x="472159" y="695578"/>
                </a:lnTo>
                <a:moveTo>
                  <a:pt x="1315398" y="817916"/>
                </a:moveTo>
                <a:lnTo>
                  <a:pt x="1342068" y="677191"/>
                </a:lnTo>
                <a:moveTo>
                  <a:pt x="1342068" y="677191"/>
                </a:moveTo>
                <a:lnTo>
                  <a:pt x="1228525" y="573336"/>
                </a:lnTo>
                <a:moveTo>
                  <a:pt x="1315398" y="817916"/>
                </a:moveTo>
                <a:lnTo>
                  <a:pt x="1197368" y="865998"/>
                </a:lnTo>
                <a:moveTo>
                  <a:pt x="1228525" y="573336"/>
                </a:moveTo>
                <a:lnTo>
                  <a:pt x="1287373" y="420242"/>
                </a:lnTo>
                <a:moveTo>
                  <a:pt x="1437389" y="919243"/>
                </a:moveTo>
                <a:lnTo>
                  <a:pt x="1543533" y="931933"/>
                </a:lnTo>
                <a:moveTo>
                  <a:pt x="583247" y="650840"/>
                </a:moveTo>
                <a:lnTo>
                  <a:pt x="629373" y="494841"/>
                </a:lnTo>
                <a:moveTo>
                  <a:pt x="708734" y="744128"/>
                </a:moveTo>
                <a:lnTo>
                  <a:pt x="583247" y="650840"/>
                </a:lnTo>
                <a:moveTo>
                  <a:pt x="911108" y="961581"/>
                </a:moveTo>
                <a:lnTo>
                  <a:pt x="835979" y="962970"/>
                </a:lnTo>
                <a:moveTo>
                  <a:pt x="1287373" y="420242"/>
                </a:moveTo>
                <a:lnTo>
                  <a:pt x="1378200" y="376770"/>
                </a:lnTo>
                <a:moveTo>
                  <a:pt x="699774" y="872786"/>
                </a:moveTo>
                <a:lnTo>
                  <a:pt x="708734" y="744128"/>
                </a:lnTo>
                <a:moveTo>
                  <a:pt x="629373" y="494841"/>
                </a:moveTo>
                <a:lnTo>
                  <a:pt x="674865" y="424046"/>
                </a:lnTo>
                <a:moveTo>
                  <a:pt x="835979" y="962970"/>
                </a:moveTo>
                <a:lnTo>
                  <a:pt x="699774" y="872786"/>
                </a:lnTo>
                <a:moveTo>
                  <a:pt x="699774" y="872786"/>
                </a:moveTo>
                <a:lnTo>
                  <a:pt x="585990" y="918270"/>
                </a:lnTo>
                <a:moveTo>
                  <a:pt x="1378200" y="376770"/>
                </a:moveTo>
                <a:lnTo>
                  <a:pt x="1519807" y="417383"/>
                </a:lnTo>
                <a:moveTo>
                  <a:pt x="1543533" y="931933"/>
                </a:moveTo>
                <a:lnTo>
                  <a:pt x="1476035" y="984238"/>
                </a:lnTo>
                <a:moveTo>
                  <a:pt x="835979" y="962970"/>
                </a:moveTo>
                <a:lnTo>
                  <a:pt x="935524" y="908975"/>
                </a:lnTo>
                <a:moveTo>
                  <a:pt x="1378200" y="376770"/>
                </a:moveTo>
                <a:lnTo>
                  <a:pt x="1347594" y="295450"/>
                </a:lnTo>
                <a:moveTo>
                  <a:pt x="674865" y="424046"/>
                </a:moveTo>
                <a:lnTo>
                  <a:pt x="805149" y="458147"/>
                </a:lnTo>
                <a:moveTo>
                  <a:pt x="674865" y="424046"/>
                </a:moveTo>
                <a:lnTo>
                  <a:pt x="586275" y="325763"/>
                </a:lnTo>
                <a:moveTo>
                  <a:pt x="1519807" y="417383"/>
                </a:moveTo>
                <a:lnTo>
                  <a:pt x="1572544" y="363311"/>
                </a:lnTo>
                <a:moveTo>
                  <a:pt x="1062020" y="1148291"/>
                </a:moveTo>
                <a:lnTo>
                  <a:pt x="1146338" y="1254304"/>
                </a:lnTo>
                <a:moveTo>
                  <a:pt x="1027785" y="1024708"/>
                </a:moveTo>
                <a:lnTo>
                  <a:pt x="1062020" y="1148291"/>
                </a:lnTo>
                <a:moveTo>
                  <a:pt x="935524" y="908975"/>
                </a:moveTo>
                <a:lnTo>
                  <a:pt x="1027785" y="1024708"/>
                </a:lnTo>
                <a:moveTo>
                  <a:pt x="1476035" y="984238"/>
                </a:moveTo>
                <a:lnTo>
                  <a:pt x="1570070" y="949705"/>
                </a:lnTo>
                <a:moveTo>
                  <a:pt x="805149" y="458147"/>
                </a:moveTo>
                <a:lnTo>
                  <a:pt x="846670" y="394955"/>
                </a:lnTo>
                <a:moveTo>
                  <a:pt x="1347594" y="295450"/>
                </a:moveTo>
                <a:lnTo>
                  <a:pt x="1470330" y="288802"/>
                </a:lnTo>
                <a:moveTo>
                  <a:pt x="586275" y="325763"/>
                </a:moveTo>
                <a:lnTo>
                  <a:pt x="626955" y="262014"/>
                </a:lnTo>
                <a:moveTo>
                  <a:pt x="1572544" y="363311"/>
                </a:moveTo>
                <a:lnTo>
                  <a:pt x="1470330" y="288802"/>
                </a:lnTo>
                <a:moveTo>
                  <a:pt x="1146338" y="1254304"/>
                </a:moveTo>
                <a:lnTo>
                  <a:pt x="1197768" y="1237437"/>
                </a:lnTo>
                <a:moveTo>
                  <a:pt x="1027785" y="1024708"/>
                </a:moveTo>
                <a:lnTo>
                  <a:pt x="1080886" y="1010236"/>
                </a:lnTo>
                <a:moveTo>
                  <a:pt x="1570070" y="949705"/>
                </a:moveTo>
                <a:lnTo>
                  <a:pt x="1541079" y="799136"/>
                </a:lnTo>
                <a:moveTo>
                  <a:pt x="846670" y="394955"/>
                </a:moveTo>
                <a:lnTo>
                  <a:pt x="757295" y="296833"/>
                </a:lnTo>
                <a:moveTo>
                  <a:pt x="626955" y="262014"/>
                </a:moveTo>
                <a:lnTo>
                  <a:pt x="757295" y="296833"/>
                </a:lnTo>
                <a:moveTo>
                  <a:pt x="2178005" y="1278528"/>
                </a:moveTo>
                <a:lnTo>
                  <a:pt x="2265394" y="1231192"/>
                </a:lnTo>
                <a:moveTo>
                  <a:pt x="1541079" y="799136"/>
                </a:moveTo>
                <a:lnTo>
                  <a:pt x="1638893" y="760682"/>
                </a:lnTo>
                <a:moveTo>
                  <a:pt x="1165326" y="1115714"/>
                </a:moveTo>
                <a:lnTo>
                  <a:pt x="1197768" y="1237437"/>
                </a:lnTo>
                <a:moveTo>
                  <a:pt x="2265394" y="1231192"/>
                </a:moveTo>
                <a:lnTo>
                  <a:pt x="2418004" y="1288389"/>
                </a:lnTo>
                <a:moveTo>
                  <a:pt x="1080886" y="1010236"/>
                </a:moveTo>
                <a:lnTo>
                  <a:pt x="1165326" y="1115714"/>
                </a:lnTo>
                <a:moveTo>
                  <a:pt x="757295" y="296833"/>
                </a:moveTo>
                <a:lnTo>
                  <a:pt x="798183" y="233450"/>
                </a:lnTo>
                <a:moveTo>
                  <a:pt x="2265394" y="1231192"/>
                </a:moveTo>
                <a:lnTo>
                  <a:pt x="2198373" y="1277253"/>
                </a:lnTo>
                <a:moveTo>
                  <a:pt x="1281440" y="39606"/>
                </a:moveTo>
                <a:lnTo>
                  <a:pt x="1154122" y="112724"/>
                </a:lnTo>
                <a:moveTo>
                  <a:pt x="1936972" y="1223951"/>
                </a:moveTo>
                <a:lnTo>
                  <a:pt x="1831210" y="1146167"/>
                </a:lnTo>
                <a:moveTo>
                  <a:pt x="2059078" y="1203907"/>
                </a:moveTo>
                <a:lnTo>
                  <a:pt x="1936972" y="1223951"/>
                </a:lnTo>
                <a:moveTo>
                  <a:pt x="2198373" y="1277253"/>
                </a:moveTo>
                <a:lnTo>
                  <a:pt x="2059078" y="1203907"/>
                </a:lnTo>
                <a:moveTo>
                  <a:pt x="1154122" y="112724"/>
                </a:moveTo>
                <a:lnTo>
                  <a:pt x="1200166" y="235874"/>
                </a:lnTo>
                <a:moveTo>
                  <a:pt x="1831210" y="1146167"/>
                </a:moveTo>
                <a:lnTo>
                  <a:pt x="1880462" y="1076322"/>
                </a:lnTo>
                <a:moveTo>
                  <a:pt x="2059078" y="1203907"/>
                </a:moveTo>
                <a:lnTo>
                  <a:pt x="2022725" y="1110695"/>
                </a:lnTo>
                <a:moveTo>
                  <a:pt x="2022725" y="1110695"/>
                </a:moveTo>
                <a:lnTo>
                  <a:pt x="1880462" y="1076322"/>
                </a:lnTo>
                <a:moveTo>
                  <a:pt x="375968" y="1019900"/>
                </a:moveTo>
                <a:lnTo>
                  <a:pt x="530559" y="1037221"/>
                </a:lnTo>
                <a:moveTo>
                  <a:pt x="530559" y="1037221"/>
                </a:moveTo>
                <a:lnTo>
                  <a:pt x="570117" y="1180016"/>
                </a:lnTo>
                <a:moveTo>
                  <a:pt x="530559" y="1037221"/>
                </a:moveTo>
                <a:lnTo>
                  <a:pt x="589601" y="916139"/>
                </a:lnTo>
                <a:moveTo>
                  <a:pt x="570117" y="1180016"/>
                </a:moveTo>
                <a:lnTo>
                  <a:pt x="706806" y="1218733"/>
                </a:lnTo>
                <a:moveTo>
                  <a:pt x="589601" y="916139"/>
                </a:moveTo>
                <a:lnTo>
                  <a:pt x="562391" y="767195"/>
                </a:lnTo>
                <a:moveTo>
                  <a:pt x="2173895" y="742913"/>
                </a:moveTo>
                <a:lnTo>
                  <a:pt x="2116488" y="878923"/>
                </a:lnTo>
                <a:moveTo>
                  <a:pt x="562391" y="767195"/>
                </a:moveTo>
                <a:lnTo>
                  <a:pt x="627466" y="651570"/>
                </a:lnTo>
                <a:moveTo>
                  <a:pt x="570117" y="1180016"/>
                </a:moveTo>
                <a:lnTo>
                  <a:pt x="478798" y="1254272"/>
                </a:lnTo>
                <a:moveTo>
                  <a:pt x="2177815" y="957279"/>
                </a:moveTo>
                <a:lnTo>
                  <a:pt x="2116488" y="878923"/>
                </a:lnTo>
                <a:moveTo>
                  <a:pt x="2272731" y="740651"/>
                </a:moveTo>
                <a:lnTo>
                  <a:pt x="2173895" y="742913"/>
                </a:lnTo>
                <a:moveTo>
                  <a:pt x="627466" y="651570"/>
                </a:moveTo>
                <a:lnTo>
                  <a:pt x="564332" y="656728"/>
                </a:lnTo>
                <a:moveTo>
                  <a:pt x="2272562" y="876363"/>
                </a:moveTo>
                <a:lnTo>
                  <a:pt x="2177815" y="957279"/>
                </a:lnTo>
                <a:moveTo>
                  <a:pt x="2368358" y="622801"/>
                </a:moveTo>
                <a:lnTo>
                  <a:pt x="2272731" y="740651"/>
                </a:lnTo>
                <a:moveTo>
                  <a:pt x="2272731" y="740651"/>
                </a:moveTo>
                <a:lnTo>
                  <a:pt x="2272562" y="876363"/>
                </a:lnTo>
                <a:moveTo>
                  <a:pt x="564332" y="656728"/>
                </a:moveTo>
                <a:lnTo>
                  <a:pt x="406513" y="629765"/>
                </a:lnTo>
                <a:moveTo>
                  <a:pt x="2316953" y="554140"/>
                </a:moveTo>
                <a:lnTo>
                  <a:pt x="2368358" y="622801"/>
                </a:lnTo>
                <a:moveTo>
                  <a:pt x="2392343" y="419920"/>
                </a:moveTo>
                <a:lnTo>
                  <a:pt x="2316953" y="554140"/>
                </a:lnTo>
                <a:moveTo>
                  <a:pt x="2316953" y="554140"/>
                </a:moveTo>
                <a:lnTo>
                  <a:pt x="2340119" y="656081"/>
                </a:lnTo>
                <a:moveTo>
                  <a:pt x="2340119" y="656081"/>
                </a:moveTo>
                <a:lnTo>
                  <a:pt x="2461091" y="671833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7035FD3C-AF55-462C-B596-4F63786525CB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6207" y="609258"/>
                </a:moveTo>
                <a:lnTo>
                  <a:pt x="1470062" y="625826"/>
                </a:lnTo>
                <a:moveTo>
                  <a:pt x="1086209" y="615393"/>
                </a:moveTo>
                <a:lnTo>
                  <a:pt x="1064293" y="597637"/>
                </a:lnTo>
                <a:moveTo>
                  <a:pt x="1091952" y="586569"/>
                </a:moveTo>
                <a:lnTo>
                  <a:pt x="1064293" y="597637"/>
                </a:lnTo>
                <a:moveTo>
                  <a:pt x="1086209" y="615393"/>
                </a:moveTo>
                <a:lnTo>
                  <a:pt x="1091952" y="586569"/>
                </a:lnTo>
                <a:moveTo>
                  <a:pt x="1546207" y="609258"/>
                </a:moveTo>
                <a:lnTo>
                  <a:pt x="1538542" y="575894"/>
                </a:lnTo>
                <a:moveTo>
                  <a:pt x="1538542" y="575894"/>
                </a:moveTo>
                <a:lnTo>
                  <a:pt x="1470062" y="625826"/>
                </a:lnTo>
                <a:moveTo>
                  <a:pt x="1470062" y="625826"/>
                </a:moveTo>
                <a:lnTo>
                  <a:pt x="1533050" y="578062"/>
                </a:lnTo>
                <a:moveTo>
                  <a:pt x="1572514" y="475429"/>
                </a:moveTo>
                <a:lnTo>
                  <a:pt x="1471998" y="427711"/>
                </a:lnTo>
                <a:moveTo>
                  <a:pt x="1572514" y="475429"/>
                </a:moveTo>
                <a:lnTo>
                  <a:pt x="1489524" y="366750"/>
                </a:lnTo>
                <a:moveTo>
                  <a:pt x="1572514" y="475429"/>
                </a:moveTo>
                <a:lnTo>
                  <a:pt x="1598186" y="380476"/>
                </a:lnTo>
                <a:moveTo>
                  <a:pt x="1471998" y="427711"/>
                </a:moveTo>
                <a:lnTo>
                  <a:pt x="1489524" y="366750"/>
                </a:lnTo>
                <a:moveTo>
                  <a:pt x="1598186" y="380476"/>
                </a:moveTo>
                <a:lnTo>
                  <a:pt x="1489524" y="366750"/>
                </a:lnTo>
                <a:moveTo>
                  <a:pt x="1538542" y="575894"/>
                </a:moveTo>
                <a:lnTo>
                  <a:pt x="1572514" y="475429"/>
                </a:lnTo>
                <a:moveTo>
                  <a:pt x="1572514" y="475429"/>
                </a:moveTo>
                <a:lnTo>
                  <a:pt x="1533050" y="578062"/>
                </a:lnTo>
                <a:moveTo>
                  <a:pt x="1471998" y="427711"/>
                </a:moveTo>
                <a:lnTo>
                  <a:pt x="1434352" y="392757"/>
                </a:lnTo>
                <a:moveTo>
                  <a:pt x="1489524" y="366750"/>
                </a:moveTo>
                <a:lnTo>
                  <a:pt x="1434352" y="392757"/>
                </a:lnTo>
                <a:moveTo>
                  <a:pt x="1572514" y="475429"/>
                </a:moveTo>
                <a:lnTo>
                  <a:pt x="1437704" y="518454"/>
                </a:lnTo>
                <a:moveTo>
                  <a:pt x="1538542" y="575894"/>
                </a:moveTo>
                <a:lnTo>
                  <a:pt x="1533050" y="578062"/>
                </a:lnTo>
                <a:moveTo>
                  <a:pt x="1637859" y="624561"/>
                </a:moveTo>
                <a:lnTo>
                  <a:pt x="1549313" y="582812"/>
                </a:lnTo>
                <a:moveTo>
                  <a:pt x="1677371" y="470354"/>
                </a:moveTo>
                <a:lnTo>
                  <a:pt x="1572514" y="475429"/>
                </a:lnTo>
                <a:moveTo>
                  <a:pt x="1549313" y="582812"/>
                </a:moveTo>
                <a:lnTo>
                  <a:pt x="1538542" y="575894"/>
                </a:lnTo>
                <a:moveTo>
                  <a:pt x="1637859" y="624561"/>
                </a:moveTo>
                <a:lnTo>
                  <a:pt x="1534977" y="584477"/>
                </a:lnTo>
                <a:moveTo>
                  <a:pt x="1437704" y="518454"/>
                </a:moveTo>
                <a:lnTo>
                  <a:pt x="1471998" y="427711"/>
                </a:lnTo>
                <a:moveTo>
                  <a:pt x="1534977" y="584477"/>
                </a:moveTo>
                <a:lnTo>
                  <a:pt x="1533050" y="578062"/>
                </a:lnTo>
                <a:moveTo>
                  <a:pt x="1534977" y="584477"/>
                </a:moveTo>
                <a:lnTo>
                  <a:pt x="1549313" y="582812"/>
                </a:lnTo>
                <a:moveTo>
                  <a:pt x="1677371" y="470354"/>
                </a:moveTo>
                <a:lnTo>
                  <a:pt x="1598186" y="380476"/>
                </a:lnTo>
                <a:moveTo>
                  <a:pt x="1681947" y="454152"/>
                </a:moveTo>
                <a:lnTo>
                  <a:pt x="1598186" y="380476"/>
                </a:lnTo>
                <a:moveTo>
                  <a:pt x="1489524" y="366750"/>
                </a:moveTo>
                <a:lnTo>
                  <a:pt x="1506321" y="274491"/>
                </a:lnTo>
                <a:moveTo>
                  <a:pt x="1641465" y="580703"/>
                </a:moveTo>
                <a:lnTo>
                  <a:pt x="1572514" y="475429"/>
                </a:lnTo>
                <a:moveTo>
                  <a:pt x="1598186" y="380476"/>
                </a:moveTo>
                <a:lnTo>
                  <a:pt x="1506321" y="274491"/>
                </a:lnTo>
                <a:moveTo>
                  <a:pt x="1533050" y="578062"/>
                </a:moveTo>
                <a:lnTo>
                  <a:pt x="1437704" y="518454"/>
                </a:lnTo>
                <a:moveTo>
                  <a:pt x="1534977" y="584477"/>
                </a:moveTo>
                <a:lnTo>
                  <a:pt x="1437704" y="518454"/>
                </a:lnTo>
                <a:moveTo>
                  <a:pt x="1637859" y="624561"/>
                </a:moveTo>
                <a:lnTo>
                  <a:pt x="1502201" y="677903"/>
                </a:lnTo>
                <a:moveTo>
                  <a:pt x="1471998" y="427711"/>
                </a:moveTo>
                <a:lnTo>
                  <a:pt x="1393400" y="471116"/>
                </a:lnTo>
                <a:moveTo>
                  <a:pt x="1502201" y="677903"/>
                </a:moveTo>
                <a:lnTo>
                  <a:pt x="1533050" y="578062"/>
                </a:lnTo>
                <a:moveTo>
                  <a:pt x="1506321" y="274491"/>
                </a:moveTo>
                <a:lnTo>
                  <a:pt x="1434352" y="392757"/>
                </a:lnTo>
                <a:moveTo>
                  <a:pt x="1502201" y="677903"/>
                </a:moveTo>
                <a:lnTo>
                  <a:pt x="1534977" y="584477"/>
                </a:lnTo>
                <a:moveTo>
                  <a:pt x="1641465" y="580703"/>
                </a:moveTo>
                <a:lnTo>
                  <a:pt x="1538542" y="575894"/>
                </a:lnTo>
                <a:moveTo>
                  <a:pt x="1641465" y="580703"/>
                </a:moveTo>
                <a:lnTo>
                  <a:pt x="1549313" y="582812"/>
                </a:lnTo>
                <a:moveTo>
                  <a:pt x="1677371" y="470354"/>
                </a:moveTo>
                <a:lnTo>
                  <a:pt x="1681947" y="454152"/>
                </a:lnTo>
                <a:moveTo>
                  <a:pt x="1393400" y="471116"/>
                </a:moveTo>
                <a:lnTo>
                  <a:pt x="1434352" y="392757"/>
                </a:lnTo>
                <a:moveTo>
                  <a:pt x="1604979" y="698103"/>
                </a:moveTo>
                <a:lnTo>
                  <a:pt x="1637859" y="624561"/>
                </a:lnTo>
                <a:moveTo>
                  <a:pt x="1693434" y="468424"/>
                </a:moveTo>
                <a:lnTo>
                  <a:pt x="1677371" y="470354"/>
                </a:lnTo>
                <a:moveTo>
                  <a:pt x="1693434" y="468424"/>
                </a:moveTo>
                <a:lnTo>
                  <a:pt x="1681947" y="454152"/>
                </a:lnTo>
                <a:moveTo>
                  <a:pt x="1641465" y="580703"/>
                </a:moveTo>
                <a:lnTo>
                  <a:pt x="1677371" y="470354"/>
                </a:lnTo>
                <a:moveTo>
                  <a:pt x="1437704" y="518454"/>
                </a:moveTo>
                <a:lnTo>
                  <a:pt x="1393400" y="471116"/>
                </a:lnTo>
                <a:moveTo>
                  <a:pt x="1641465" y="580703"/>
                </a:moveTo>
                <a:lnTo>
                  <a:pt x="1693434" y="468424"/>
                </a:lnTo>
                <a:moveTo>
                  <a:pt x="997640" y="463394"/>
                </a:moveTo>
                <a:lnTo>
                  <a:pt x="1004063" y="434189"/>
                </a:lnTo>
                <a:moveTo>
                  <a:pt x="1604979" y="698103"/>
                </a:moveTo>
                <a:lnTo>
                  <a:pt x="1502201" y="677903"/>
                </a:lnTo>
                <a:moveTo>
                  <a:pt x="997640" y="463394"/>
                </a:moveTo>
                <a:lnTo>
                  <a:pt x="978660" y="440307"/>
                </a:lnTo>
                <a:moveTo>
                  <a:pt x="1024555" y="453711"/>
                </a:moveTo>
                <a:lnTo>
                  <a:pt x="997640" y="463394"/>
                </a:lnTo>
                <a:moveTo>
                  <a:pt x="1637149" y="562005"/>
                </a:moveTo>
                <a:lnTo>
                  <a:pt x="1549313" y="582812"/>
                </a:lnTo>
                <a:moveTo>
                  <a:pt x="1534977" y="584477"/>
                </a:moveTo>
                <a:lnTo>
                  <a:pt x="1416076" y="543583"/>
                </a:lnTo>
                <a:moveTo>
                  <a:pt x="1637149" y="562005"/>
                </a:moveTo>
                <a:lnTo>
                  <a:pt x="1534977" y="584477"/>
                </a:lnTo>
                <a:moveTo>
                  <a:pt x="1004063" y="434189"/>
                </a:moveTo>
                <a:lnTo>
                  <a:pt x="978660" y="440307"/>
                </a:lnTo>
                <a:moveTo>
                  <a:pt x="997640" y="463394"/>
                </a:moveTo>
                <a:lnTo>
                  <a:pt x="861670" y="520523"/>
                </a:lnTo>
                <a:moveTo>
                  <a:pt x="1024555" y="453711"/>
                </a:moveTo>
                <a:lnTo>
                  <a:pt x="1004063" y="434189"/>
                </a:lnTo>
                <a:moveTo>
                  <a:pt x="963129" y="556770"/>
                </a:moveTo>
                <a:lnTo>
                  <a:pt x="997640" y="463394"/>
                </a:lnTo>
                <a:moveTo>
                  <a:pt x="997640" y="463394"/>
                </a:moveTo>
                <a:lnTo>
                  <a:pt x="874561" y="470638"/>
                </a:lnTo>
                <a:moveTo>
                  <a:pt x="1437704" y="518454"/>
                </a:moveTo>
                <a:lnTo>
                  <a:pt x="1416076" y="543583"/>
                </a:lnTo>
                <a:moveTo>
                  <a:pt x="1493165" y="1078967"/>
                </a:moveTo>
                <a:lnTo>
                  <a:pt x="1508833" y="1026397"/>
                </a:lnTo>
                <a:moveTo>
                  <a:pt x="1534977" y="584477"/>
                </a:moveTo>
                <a:lnTo>
                  <a:pt x="1512685" y="586327"/>
                </a:lnTo>
                <a:moveTo>
                  <a:pt x="1675889" y="553619"/>
                </a:moveTo>
                <a:lnTo>
                  <a:pt x="1693434" y="468424"/>
                </a:lnTo>
                <a:moveTo>
                  <a:pt x="1508833" y="1026397"/>
                </a:moveTo>
                <a:lnTo>
                  <a:pt x="1404948" y="1034245"/>
                </a:lnTo>
                <a:moveTo>
                  <a:pt x="1493165" y="1078967"/>
                </a:moveTo>
                <a:lnTo>
                  <a:pt x="1404948" y="1034245"/>
                </a:lnTo>
                <a:moveTo>
                  <a:pt x="1493165" y="1078967"/>
                </a:moveTo>
                <a:lnTo>
                  <a:pt x="1391627" y="1033244"/>
                </a:lnTo>
                <a:moveTo>
                  <a:pt x="1493165" y="1078967"/>
                </a:moveTo>
                <a:lnTo>
                  <a:pt x="1355673" y="1154619"/>
                </a:lnTo>
                <a:moveTo>
                  <a:pt x="978660" y="440307"/>
                </a:moveTo>
                <a:lnTo>
                  <a:pt x="899594" y="385634"/>
                </a:lnTo>
                <a:moveTo>
                  <a:pt x="874561" y="470638"/>
                </a:moveTo>
                <a:lnTo>
                  <a:pt x="978660" y="440307"/>
                </a:lnTo>
                <a:moveTo>
                  <a:pt x="1675889" y="553619"/>
                </a:moveTo>
                <a:lnTo>
                  <a:pt x="1641465" y="580703"/>
                </a:lnTo>
                <a:moveTo>
                  <a:pt x="963129" y="556770"/>
                </a:moveTo>
                <a:lnTo>
                  <a:pt x="1024555" y="453711"/>
                </a:lnTo>
                <a:moveTo>
                  <a:pt x="1391627" y="1033244"/>
                </a:moveTo>
                <a:lnTo>
                  <a:pt x="1404948" y="1034245"/>
                </a:lnTo>
                <a:moveTo>
                  <a:pt x="1404948" y="1034245"/>
                </a:moveTo>
                <a:lnTo>
                  <a:pt x="1392839" y="1028943"/>
                </a:lnTo>
                <a:moveTo>
                  <a:pt x="1391627" y="1033244"/>
                </a:moveTo>
                <a:lnTo>
                  <a:pt x="1392839" y="1028943"/>
                </a:lnTo>
                <a:moveTo>
                  <a:pt x="1004063" y="434189"/>
                </a:moveTo>
                <a:lnTo>
                  <a:pt x="918717" y="312509"/>
                </a:lnTo>
                <a:moveTo>
                  <a:pt x="1355673" y="1154619"/>
                </a:moveTo>
                <a:lnTo>
                  <a:pt x="1391627" y="1033244"/>
                </a:lnTo>
                <a:moveTo>
                  <a:pt x="1641465" y="580703"/>
                </a:moveTo>
                <a:lnTo>
                  <a:pt x="1637149" y="562005"/>
                </a:lnTo>
                <a:moveTo>
                  <a:pt x="1773072" y="425523"/>
                </a:moveTo>
                <a:lnTo>
                  <a:pt x="1681947" y="454152"/>
                </a:lnTo>
                <a:moveTo>
                  <a:pt x="1004063" y="434189"/>
                </a:moveTo>
                <a:lnTo>
                  <a:pt x="1026071" y="329384"/>
                </a:lnTo>
                <a:moveTo>
                  <a:pt x="978660" y="440307"/>
                </a:moveTo>
                <a:lnTo>
                  <a:pt x="918717" y="312509"/>
                </a:lnTo>
                <a:moveTo>
                  <a:pt x="1535444" y="1072358"/>
                </a:moveTo>
                <a:lnTo>
                  <a:pt x="1508833" y="1026397"/>
                </a:lnTo>
                <a:moveTo>
                  <a:pt x="1535444" y="1072358"/>
                </a:moveTo>
                <a:lnTo>
                  <a:pt x="1493165" y="1078967"/>
                </a:lnTo>
                <a:moveTo>
                  <a:pt x="963129" y="556770"/>
                </a:moveTo>
                <a:lnTo>
                  <a:pt x="861670" y="520523"/>
                </a:lnTo>
                <a:moveTo>
                  <a:pt x="861670" y="520523"/>
                </a:moveTo>
                <a:lnTo>
                  <a:pt x="874561" y="470638"/>
                </a:lnTo>
                <a:moveTo>
                  <a:pt x="1416076" y="543583"/>
                </a:moveTo>
                <a:lnTo>
                  <a:pt x="1393400" y="471116"/>
                </a:lnTo>
                <a:moveTo>
                  <a:pt x="1693434" y="468424"/>
                </a:moveTo>
                <a:lnTo>
                  <a:pt x="1773072" y="425523"/>
                </a:lnTo>
                <a:moveTo>
                  <a:pt x="1458447" y="1174871"/>
                </a:moveTo>
                <a:lnTo>
                  <a:pt x="1493165" y="1078967"/>
                </a:lnTo>
                <a:moveTo>
                  <a:pt x="874561" y="470638"/>
                </a:moveTo>
                <a:lnTo>
                  <a:pt x="899594" y="385634"/>
                </a:lnTo>
                <a:moveTo>
                  <a:pt x="1508833" y="1026397"/>
                </a:moveTo>
                <a:lnTo>
                  <a:pt x="1420080" y="912922"/>
                </a:lnTo>
                <a:moveTo>
                  <a:pt x="826028" y="627669"/>
                </a:moveTo>
                <a:lnTo>
                  <a:pt x="861670" y="520523"/>
                </a:lnTo>
                <a:moveTo>
                  <a:pt x="861670" y="520523"/>
                </a:moveTo>
                <a:lnTo>
                  <a:pt x="846869" y="492135"/>
                </a:lnTo>
                <a:moveTo>
                  <a:pt x="1458447" y="1174871"/>
                </a:moveTo>
                <a:lnTo>
                  <a:pt x="1355673" y="1154619"/>
                </a:lnTo>
                <a:moveTo>
                  <a:pt x="899594" y="385634"/>
                </a:moveTo>
                <a:lnTo>
                  <a:pt x="918717" y="312509"/>
                </a:lnTo>
                <a:moveTo>
                  <a:pt x="963129" y="556770"/>
                </a:moveTo>
                <a:lnTo>
                  <a:pt x="826028" y="627669"/>
                </a:lnTo>
                <a:moveTo>
                  <a:pt x="899594" y="385634"/>
                </a:moveTo>
                <a:lnTo>
                  <a:pt x="846869" y="492135"/>
                </a:lnTo>
                <a:moveTo>
                  <a:pt x="1404948" y="1034245"/>
                </a:moveTo>
                <a:lnTo>
                  <a:pt x="1420080" y="912922"/>
                </a:lnTo>
                <a:moveTo>
                  <a:pt x="874561" y="470638"/>
                </a:moveTo>
                <a:lnTo>
                  <a:pt x="846869" y="492135"/>
                </a:lnTo>
                <a:moveTo>
                  <a:pt x="1392839" y="1028943"/>
                </a:moveTo>
                <a:lnTo>
                  <a:pt x="1420080" y="912922"/>
                </a:lnTo>
                <a:moveTo>
                  <a:pt x="1508833" y="1026397"/>
                </a:moveTo>
                <a:lnTo>
                  <a:pt x="1521750" y="943479"/>
                </a:lnTo>
                <a:moveTo>
                  <a:pt x="1391627" y="1033244"/>
                </a:moveTo>
                <a:lnTo>
                  <a:pt x="1285467" y="1089669"/>
                </a:lnTo>
                <a:moveTo>
                  <a:pt x="1047256" y="550660"/>
                </a:moveTo>
                <a:lnTo>
                  <a:pt x="1024555" y="453711"/>
                </a:lnTo>
                <a:moveTo>
                  <a:pt x="1355673" y="1154619"/>
                </a:moveTo>
                <a:lnTo>
                  <a:pt x="1285467" y="1089669"/>
                </a:lnTo>
                <a:moveTo>
                  <a:pt x="1458447" y="1174871"/>
                </a:moveTo>
                <a:lnTo>
                  <a:pt x="1535444" y="1072358"/>
                </a:lnTo>
                <a:moveTo>
                  <a:pt x="899594" y="385634"/>
                </a:moveTo>
                <a:lnTo>
                  <a:pt x="827014" y="329857"/>
                </a:lnTo>
                <a:moveTo>
                  <a:pt x="1026071" y="329384"/>
                </a:moveTo>
                <a:lnTo>
                  <a:pt x="918717" y="312509"/>
                </a:lnTo>
                <a:moveTo>
                  <a:pt x="1675889" y="553619"/>
                </a:moveTo>
                <a:lnTo>
                  <a:pt x="1637149" y="562005"/>
                </a:lnTo>
                <a:moveTo>
                  <a:pt x="1094754" y="408053"/>
                </a:moveTo>
                <a:lnTo>
                  <a:pt x="1004063" y="434189"/>
                </a:lnTo>
                <a:moveTo>
                  <a:pt x="1392839" y="1028943"/>
                </a:moveTo>
                <a:lnTo>
                  <a:pt x="1299661" y="937335"/>
                </a:lnTo>
                <a:moveTo>
                  <a:pt x="918717" y="312509"/>
                </a:moveTo>
                <a:lnTo>
                  <a:pt x="827014" y="329857"/>
                </a:lnTo>
                <a:moveTo>
                  <a:pt x="1047256" y="550660"/>
                </a:moveTo>
                <a:lnTo>
                  <a:pt x="963129" y="556770"/>
                </a:lnTo>
                <a:moveTo>
                  <a:pt x="1391627" y="1033244"/>
                </a:moveTo>
                <a:lnTo>
                  <a:pt x="1294164" y="940736"/>
                </a:lnTo>
                <a:moveTo>
                  <a:pt x="1392839" y="1028943"/>
                </a:moveTo>
                <a:lnTo>
                  <a:pt x="1294164" y="940736"/>
                </a:lnTo>
                <a:moveTo>
                  <a:pt x="806638" y="685990"/>
                </a:moveTo>
                <a:lnTo>
                  <a:pt x="826028" y="627669"/>
                </a:lnTo>
                <a:moveTo>
                  <a:pt x="1391627" y="1033244"/>
                </a:moveTo>
                <a:lnTo>
                  <a:pt x="1259028" y="1059807"/>
                </a:lnTo>
                <a:moveTo>
                  <a:pt x="846869" y="492135"/>
                </a:moveTo>
                <a:lnTo>
                  <a:pt x="827014" y="329857"/>
                </a:lnTo>
                <a:moveTo>
                  <a:pt x="1024555" y="453711"/>
                </a:moveTo>
                <a:lnTo>
                  <a:pt x="1094754" y="408053"/>
                </a:lnTo>
                <a:moveTo>
                  <a:pt x="1675889" y="553619"/>
                </a:moveTo>
                <a:lnTo>
                  <a:pt x="1773072" y="425523"/>
                </a:lnTo>
                <a:moveTo>
                  <a:pt x="1323389" y="1220911"/>
                </a:moveTo>
                <a:lnTo>
                  <a:pt x="1355673" y="1154619"/>
                </a:lnTo>
                <a:moveTo>
                  <a:pt x="861670" y="520523"/>
                </a:moveTo>
                <a:lnTo>
                  <a:pt x="785043" y="564397"/>
                </a:lnTo>
                <a:moveTo>
                  <a:pt x="930374" y="628798"/>
                </a:moveTo>
                <a:lnTo>
                  <a:pt x="963129" y="556770"/>
                </a:lnTo>
                <a:moveTo>
                  <a:pt x="1512685" y="586327"/>
                </a:moveTo>
                <a:lnTo>
                  <a:pt x="1416076" y="543583"/>
                </a:lnTo>
                <a:moveTo>
                  <a:pt x="1637149" y="562005"/>
                </a:moveTo>
                <a:lnTo>
                  <a:pt x="1512685" y="586327"/>
                </a:lnTo>
                <a:moveTo>
                  <a:pt x="1557886" y="1012752"/>
                </a:moveTo>
                <a:lnTo>
                  <a:pt x="1508833" y="1026397"/>
                </a:lnTo>
                <a:moveTo>
                  <a:pt x="1407912" y="554442"/>
                </a:moveTo>
                <a:lnTo>
                  <a:pt x="1416076" y="543583"/>
                </a:lnTo>
                <a:moveTo>
                  <a:pt x="1313457" y="471927"/>
                </a:moveTo>
                <a:lnTo>
                  <a:pt x="1393400" y="471116"/>
                </a:lnTo>
                <a:moveTo>
                  <a:pt x="1521750" y="943479"/>
                </a:moveTo>
                <a:lnTo>
                  <a:pt x="1420080" y="912922"/>
                </a:lnTo>
                <a:moveTo>
                  <a:pt x="790684" y="731171"/>
                </a:moveTo>
                <a:lnTo>
                  <a:pt x="806638" y="685990"/>
                </a:lnTo>
                <a:moveTo>
                  <a:pt x="1525693" y="1159829"/>
                </a:moveTo>
                <a:lnTo>
                  <a:pt x="1535444" y="1072358"/>
                </a:lnTo>
                <a:moveTo>
                  <a:pt x="1420080" y="912922"/>
                </a:moveTo>
                <a:lnTo>
                  <a:pt x="1299661" y="937335"/>
                </a:lnTo>
                <a:moveTo>
                  <a:pt x="930374" y="628798"/>
                </a:moveTo>
                <a:lnTo>
                  <a:pt x="826028" y="627669"/>
                </a:lnTo>
                <a:moveTo>
                  <a:pt x="1458447" y="1174871"/>
                </a:moveTo>
                <a:lnTo>
                  <a:pt x="1323389" y="1220911"/>
                </a:lnTo>
                <a:moveTo>
                  <a:pt x="1094754" y="408053"/>
                </a:moveTo>
                <a:lnTo>
                  <a:pt x="1026071" y="329384"/>
                </a:lnTo>
                <a:moveTo>
                  <a:pt x="826028" y="627669"/>
                </a:moveTo>
                <a:lnTo>
                  <a:pt x="785043" y="564397"/>
                </a:lnTo>
                <a:moveTo>
                  <a:pt x="1355673" y="1154619"/>
                </a:moveTo>
                <a:lnTo>
                  <a:pt x="1269021" y="1175185"/>
                </a:lnTo>
                <a:moveTo>
                  <a:pt x="785043" y="564397"/>
                </a:moveTo>
                <a:lnTo>
                  <a:pt x="846869" y="492135"/>
                </a:lnTo>
                <a:moveTo>
                  <a:pt x="1525693" y="1159829"/>
                </a:moveTo>
                <a:lnTo>
                  <a:pt x="1458447" y="1174871"/>
                </a:lnTo>
                <a:moveTo>
                  <a:pt x="826958" y="733118"/>
                </a:moveTo>
                <a:lnTo>
                  <a:pt x="806638" y="685990"/>
                </a:lnTo>
                <a:moveTo>
                  <a:pt x="1285467" y="1089669"/>
                </a:moveTo>
                <a:lnTo>
                  <a:pt x="1259028" y="1059807"/>
                </a:lnTo>
                <a:moveTo>
                  <a:pt x="1512685" y="586327"/>
                </a:moveTo>
                <a:lnTo>
                  <a:pt x="1407912" y="554442"/>
                </a:lnTo>
                <a:moveTo>
                  <a:pt x="1535444" y="1072358"/>
                </a:moveTo>
                <a:lnTo>
                  <a:pt x="1557886" y="1012752"/>
                </a:lnTo>
                <a:moveTo>
                  <a:pt x="918717" y="312509"/>
                </a:moveTo>
                <a:lnTo>
                  <a:pt x="926785" y="241265"/>
                </a:lnTo>
                <a:moveTo>
                  <a:pt x="894342" y="740684"/>
                </a:moveTo>
                <a:lnTo>
                  <a:pt x="826028" y="627669"/>
                </a:lnTo>
                <a:moveTo>
                  <a:pt x="1026071" y="329384"/>
                </a:moveTo>
                <a:lnTo>
                  <a:pt x="926785" y="241265"/>
                </a:lnTo>
                <a:moveTo>
                  <a:pt x="1509682" y="586906"/>
                </a:moveTo>
                <a:lnTo>
                  <a:pt x="1512685" y="586327"/>
                </a:lnTo>
                <a:moveTo>
                  <a:pt x="1068321" y="547624"/>
                </a:moveTo>
                <a:lnTo>
                  <a:pt x="1047256" y="550660"/>
                </a:lnTo>
                <a:moveTo>
                  <a:pt x="1299661" y="937335"/>
                </a:moveTo>
                <a:lnTo>
                  <a:pt x="1294164" y="940736"/>
                </a:lnTo>
                <a:moveTo>
                  <a:pt x="1299661" y="937335"/>
                </a:moveTo>
                <a:lnTo>
                  <a:pt x="1296262" y="933315"/>
                </a:lnTo>
                <a:moveTo>
                  <a:pt x="826958" y="733118"/>
                </a:moveTo>
                <a:lnTo>
                  <a:pt x="790684" y="731171"/>
                </a:lnTo>
                <a:moveTo>
                  <a:pt x="1294164" y="940736"/>
                </a:moveTo>
                <a:lnTo>
                  <a:pt x="1296262" y="933315"/>
                </a:lnTo>
                <a:moveTo>
                  <a:pt x="1509682" y="586906"/>
                </a:moveTo>
                <a:lnTo>
                  <a:pt x="1407912" y="554442"/>
                </a:lnTo>
                <a:moveTo>
                  <a:pt x="1259028" y="1059807"/>
                </a:moveTo>
                <a:lnTo>
                  <a:pt x="1294164" y="940736"/>
                </a:lnTo>
                <a:moveTo>
                  <a:pt x="1675889" y="553619"/>
                </a:moveTo>
                <a:lnTo>
                  <a:pt x="1737566" y="505472"/>
                </a:lnTo>
                <a:moveTo>
                  <a:pt x="930374" y="628798"/>
                </a:moveTo>
                <a:lnTo>
                  <a:pt x="1047256" y="550660"/>
                </a:lnTo>
                <a:moveTo>
                  <a:pt x="855775" y="883392"/>
                </a:moveTo>
                <a:lnTo>
                  <a:pt x="790684" y="731171"/>
                </a:lnTo>
                <a:moveTo>
                  <a:pt x="1047256" y="550660"/>
                </a:moveTo>
                <a:lnTo>
                  <a:pt x="1094754" y="408053"/>
                </a:lnTo>
                <a:moveTo>
                  <a:pt x="894342" y="740684"/>
                </a:moveTo>
                <a:lnTo>
                  <a:pt x="806638" y="685990"/>
                </a:lnTo>
                <a:moveTo>
                  <a:pt x="1426580" y="1236093"/>
                </a:moveTo>
                <a:lnTo>
                  <a:pt x="1458447" y="1174871"/>
                </a:lnTo>
                <a:moveTo>
                  <a:pt x="1416076" y="543583"/>
                </a:moveTo>
                <a:lnTo>
                  <a:pt x="1313457" y="471927"/>
                </a:lnTo>
                <a:moveTo>
                  <a:pt x="1700316" y="306287"/>
                </a:moveTo>
                <a:lnTo>
                  <a:pt x="1617991" y="229154"/>
                </a:lnTo>
                <a:moveTo>
                  <a:pt x="855775" y="883392"/>
                </a:moveTo>
                <a:lnTo>
                  <a:pt x="826958" y="733118"/>
                </a:lnTo>
                <a:moveTo>
                  <a:pt x="1068321" y="547624"/>
                </a:moveTo>
                <a:lnTo>
                  <a:pt x="1094754" y="408053"/>
                </a:lnTo>
                <a:moveTo>
                  <a:pt x="1269021" y="1175185"/>
                </a:moveTo>
                <a:lnTo>
                  <a:pt x="1285467" y="1089669"/>
                </a:lnTo>
                <a:moveTo>
                  <a:pt x="1420080" y="912922"/>
                </a:moveTo>
                <a:lnTo>
                  <a:pt x="1318154" y="831158"/>
                </a:lnTo>
                <a:moveTo>
                  <a:pt x="1557886" y="1012752"/>
                </a:moveTo>
                <a:lnTo>
                  <a:pt x="1521750" y="943479"/>
                </a:lnTo>
                <a:moveTo>
                  <a:pt x="756261" y="823485"/>
                </a:moveTo>
                <a:lnTo>
                  <a:pt x="790684" y="731171"/>
                </a:lnTo>
                <a:moveTo>
                  <a:pt x="1068321" y="547624"/>
                </a:moveTo>
                <a:lnTo>
                  <a:pt x="1103314" y="418750"/>
                </a:lnTo>
                <a:moveTo>
                  <a:pt x="1420080" y="912922"/>
                </a:moveTo>
                <a:lnTo>
                  <a:pt x="1425029" y="849185"/>
                </a:lnTo>
                <a:moveTo>
                  <a:pt x="1026071" y="329384"/>
                </a:moveTo>
                <a:lnTo>
                  <a:pt x="1017258" y="298780"/>
                </a:lnTo>
                <a:moveTo>
                  <a:pt x="1407912" y="554442"/>
                </a:moveTo>
                <a:lnTo>
                  <a:pt x="1272435" y="605570"/>
                </a:lnTo>
                <a:moveTo>
                  <a:pt x="1737566" y="505472"/>
                </a:moveTo>
                <a:lnTo>
                  <a:pt x="1773072" y="425523"/>
                </a:lnTo>
                <a:moveTo>
                  <a:pt x="887953" y="765553"/>
                </a:moveTo>
                <a:lnTo>
                  <a:pt x="826958" y="733118"/>
                </a:lnTo>
                <a:moveTo>
                  <a:pt x="1675889" y="553619"/>
                </a:moveTo>
                <a:lnTo>
                  <a:pt x="1624502" y="540635"/>
                </a:lnTo>
                <a:moveTo>
                  <a:pt x="1103314" y="418750"/>
                </a:moveTo>
                <a:lnTo>
                  <a:pt x="1094754" y="408053"/>
                </a:lnTo>
                <a:moveTo>
                  <a:pt x="894342" y="740684"/>
                </a:moveTo>
                <a:lnTo>
                  <a:pt x="826958" y="733118"/>
                </a:lnTo>
                <a:moveTo>
                  <a:pt x="855775" y="883392"/>
                </a:moveTo>
                <a:lnTo>
                  <a:pt x="887953" y="765553"/>
                </a:lnTo>
                <a:moveTo>
                  <a:pt x="1009988" y="630094"/>
                </a:moveTo>
                <a:lnTo>
                  <a:pt x="1047256" y="550660"/>
                </a:lnTo>
                <a:moveTo>
                  <a:pt x="1407912" y="554442"/>
                </a:moveTo>
                <a:lnTo>
                  <a:pt x="1313457" y="471927"/>
                </a:lnTo>
                <a:moveTo>
                  <a:pt x="1637149" y="562005"/>
                </a:moveTo>
                <a:lnTo>
                  <a:pt x="1624502" y="540635"/>
                </a:lnTo>
                <a:moveTo>
                  <a:pt x="1407912" y="554442"/>
                </a:moveTo>
                <a:lnTo>
                  <a:pt x="1309350" y="473378"/>
                </a:lnTo>
                <a:moveTo>
                  <a:pt x="1521750" y="943479"/>
                </a:moveTo>
                <a:lnTo>
                  <a:pt x="1425029" y="849185"/>
                </a:lnTo>
                <a:moveTo>
                  <a:pt x="894342" y="740684"/>
                </a:moveTo>
                <a:lnTo>
                  <a:pt x="930374" y="628798"/>
                </a:lnTo>
                <a:moveTo>
                  <a:pt x="1269021" y="1175185"/>
                </a:moveTo>
                <a:lnTo>
                  <a:pt x="1259028" y="1059807"/>
                </a:lnTo>
                <a:moveTo>
                  <a:pt x="1299661" y="937335"/>
                </a:moveTo>
                <a:lnTo>
                  <a:pt x="1318154" y="831158"/>
                </a:lnTo>
                <a:moveTo>
                  <a:pt x="1773072" y="425523"/>
                </a:moveTo>
                <a:lnTo>
                  <a:pt x="1716561" y="342858"/>
                </a:lnTo>
                <a:moveTo>
                  <a:pt x="1171585" y="561924"/>
                </a:moveTo>
                <a:lnTo>
                  <a:pt x="1068321" y="547624"/>
                </a:lnTo>
                <a:moveTo>
                  <a:pt x="790684" y="731171"/>
                </a:moveTo>
                <a:lnTo>
                  <a:pt x="723423" y="793199"/>
                </a:lnTo>
                <a:moveTo>
                  <a:pt x="958137" y="908662"/>
                </a:moveTo>
                <a:lnTo>
                  <a:pt x="855775" y="883392"/>
                </a:lnTo>
                <a:moveTo>
                  <a:pt x="1031740" y="323489"/>
                </a:moveTo>
                <a:lnTo>
                  <a:pt x="1026071" y="329384"/>
                </a:lnTo>
                <a:moveTo>
                  <a:pt x="1296262" y="933315"/>
                </a:moveTo>
                <a:lnTo>
                  <a:pt x="1318154" y="831158"/>
                </a:lnTo>
                <a:moveTo>
                  <a:pt x="855775" y="883392"/>
                </a:moveTo>
                <a:lnTo>
                  <a:pt x="756261" y="823485"/>
                </a:lnTo>
                <a:moveTo>
                  <a:pt x="1294164" y="940736"/>
                </a:moveTo>
                <a:lnTo>
                  <a:pt x="1220822" y="1004629"/>
                </a:lnTo>
                <a:moveTo>
                  <a:pt x="1296262" y="933315"/>
                </a:moveTo>
                <a:lnTo>
                  <a:pt x="1220822" y="1004629"/>
                </a:lnTo>
                <a:moveTo>
                  <a:pt x="1525693" y="1159829"/>
                </a:moveTo>
                <a:lnTo>
                  <a:pt x="1557886" y="1012752"/>
                </a:lnTo>
                <a:moveTo>
                  <a:pt x="1259028" y="1059807"/>
                </a:moveTo>
                <a:lnTo>
                  <a:pt x="1220822" y="1004629"/>
                </a:lnTo>
                <a:moveTo>
                  <a:pt x="1323389" y="1220911"/>
                </a:moveTo>
                <a:lnTo>
                  <a:pt x="1269021" y="1175185"/>
                </a:lnTo>
                <a:moveTo>
                  <a:pt x="1034783" y="629164"/>
                </a:moveTo>
                <a:lnTo>
                  <a:pt x="1047256" y="550660"/>
                </a:lnTo>
                <a:moveTo>
                  <a:pt x="1296262" y="933315"/>
                </a:moveTo>
                <a:lnTo>
                  <a:pt x="1198920" y="846989"/>
                </a:lnTo>
                <a:moveTo>
                  <a:pt x="1296262" y="933315"/>
                </a:moveTo>
                <a:lnTo>
                  <a:pt x="1202824" y="833487"/>
                </a:lnTo>
                <a:moveTo>
                  <a:pt x="887953" y="765553"/>
                </a:moveTo>
                <a:lnTo>
                  <a:pt x="894342" y="740684"/>
                </a:lnTo>
                <a:moveTo>
                  <a:pt x="1375092" y="627254"/>
                </a:moveTo>
                <a:lnTo>
                  <a:pt x="1407912" y="554442"/>
                </a:lnTo>
                <a:moveTo>
                  <a:pt x="1426580" y="1236093"/>
                </a:moveTo>
                <a:lnTo>
                  <a:pt x="1323389" y="1220911"/>
                </a:lnTo>
                <a:moveTo>
                  <a:pt x="958137" y="908662"/>
                </a:moveTo>
                <a:lnTo>
                  <a:pt x="887953" y="765553"/>
                </a:lnTo>
                <a:moveTo>
                  <a:pt x="1009988" y="630094"/>
                </a:moveTo>
                <a:lnTo>
                  <a:pt x="930374" y="628798"/>
                </a:lnTo>
                <a:moveTo>
                  <a:pt x="1171585" y="561924"/>
                </a:moveTo>
                <a:lnTo>
                  <a:pt x="1103314" y="418750"/>
                </a:lnTo>
                <a:moveTo>
                  <a:pt x="1426580" y="1236093"/>
                </a:moveTo>
                <a:lnTo>
                  <a:pt x="1525693" y="1159829"/>
                </a:lnTo>
                <a:moveTo>
                  <a:pt x="1624502" y="540635"/>
                </a:moveTo>
                <a:lnTo>
                  <a:pt x="1512685" y="586327"/>
                </a:lnTo>
                <a:moveTo>
                  <a:pt x="1034783" y="629164"/>
                </a:moveTo>
                <a:lnTo>
                  <a:pt x="1068321" y="547624"/>
                </a:lnTo>
                <a:moveTo>
                  <a:pt x="821290" y="976458"/>
                </a:moveTo>
                <a:lnTo>
                  <a:pt x="855775" y="883392"/>
                </a:lnTo>
                <a:moveTo>
                  <a:pt x="1509682" y="586906"/>
                </a:moveTo>
                <a:lnTo>
                  <a:pt x="1375092" y="627254"/>
                </a:lnTo>
                <a:moveTo>
                  <a:pt x="1521750" y="943479"/>
                </a:moveTo>
                <a:lnTo>
                  <a:pt x="1517400" y="902134"/>
                </a:lnTo>
                <a:moveTo>
                  <a:pt x="1851910" y="561651"/>
                </a:moveTo>
                <a:lnTo>
                  <a:pt x="1866861" y="507810"/>
                </a:lnTo>
                <a:moveTo>
                  <a:pt x="1272435" y="605570"/>
                </a:moveTo>
                <a:lnTo>
                  <a:pt x="1171585" y="561924"/>
                </a:lnTo>
                <a:moveTo>
                  <a:pt x="1262789" y="637298"/>
                </a:moveTo>
                <a:lnTo>
                  <a:pt x="1272435" y="605570"/>
                </a:lnTo>
                <a:moveTo>
                  <a:pt x="935680" y="977805"/>
                </a:moveTo>
                <a:lnTo>
                  <a:pt x="958137" y="908662"/>
                </a:lnTo>
                <a:moveTo>
                  <a:pt x="982188" y="814014"/>
                </a:moveTo>
                <a:lnTo>
                  <a:pt x="887953" y="765553"/>
                </a:lnTo>
                <a:moveTo>
                  <a:pt x="1617991" y="229154"/>
                </a:moveTo>
                <a:lnTo>
                  <a:pt x="1604074" y="210839"/>
                </a:lnTo>
                <a:moveTo>
                  <a:pt x="1624502" y="540635"/>
                </a:moveTo>
                <a:lnTo>
                  <a:pt x="1509682" y="586906"/>
                </a:lnTo>
                <a:moveTo>
                  <a:pt x="1458400" y="1230495"/>
                </a:moveTo>
                <a:lnTo>
                  <a:pt x="1525693" y="1159829"/>
                </a:lnTo>
                <a:moveTo>
                  <a:pt x="1190191" y="484927"/>
                </a:moveTo>
                <a:lnTo>
                  <a:pt x="1103314" y="418750"/>
                </a:lnTo>
                <a:moveTo>
                  <a:pt x="1235514" y="728266"/>
                </a:moveTo>
                <a:lnTo>
                  <a:pt x="1262789" y="637298"/>
                </a:lnTo>
                <a:moveTo>
                  <a:pt x="998104" y="748922"/>
                </a:moveTo>
                <a:lnTo>
                  <a:pt x="930374" y="628798"/>
                </a:lnTo>
                <a:moveTo>
                  <a:pt x="1272435" y="605570"/>
                </a:moveTo>
                <a:lnTo>
                  <a:pt x="1309350" y="473378"/>
                </a:lnTo>
                <a:moveTo>
                  <a:pt x="983798" y="1214097"/>
                </a:moveTo>
                <a:lnTo>
                  <a:pt x="982444" y="1181807"/>
                </a:lnTo>
                <a:moveTo>
                  <a:pt x="983798" y="1214097"/>
                </a:moveTo>
                <a:lnTo>
                  <a:pt x="986546" y="1182499"/>
                </a:lnTo>
                <a:moveTo>
                  <a:pt x="987431" y="1183263"/>
                </a:moveTo>
                <a:lnTo>
                  <a:pt x="983798" y="1214097"/>
                </a:lnTo>
                <a:moveTo>
                  <a:pt x="1566637" y="1129248"/>
                </a:moveTo>
                <a:lnTo>
                  <a:pt x="1525693" y="1159829"/>
                </a:lnTo>
                <a:moveTo>
                  <a:pt x="983798" y="1214097"/>
                </a:moveTo>
                <a:lnTo>
                  <a:pt x="985434" y="1185176"/>
                </a:lnTo>
                <a:moveTo>
                  <a:pt x="958137" y="908662"/>
                </a:moveTo>
                <a:lnTo>
                  <a:pt x="982188" y="814014"/>
                </a:lnTo>
                <a:moveTo>
                  <a:pt x="958137" y="908662"/>
                </a:moveTo>
                <a:lnTo>
                  <a:pt x="831744" y="981314"/>
                </a:lnTo>
                <a:moveTo>
                  <a:pt x="739708" y="641476"/>
                </a:moveTo>
                <a:lnTo>
                  <a:pt x="785043" y="564397"/>
                </a:lnTo>
                <a:moveTo>
                  <a:pt x="958137" y="908662"/>
                </a:moveTo>
                <a:lnTo>
                  <a:pt x="821290" y="976458"/>
                </a:lnTo>
                <a:moveTo>
                  <a:pt x="756261" y="823485"/>
                </a:moveTo>
                <a:lnTo>
                  <a:pt x="723423" y="793199"/>
                </a:lnTo>
                <a:moveTo>
                  <a:pt x="821290" y="976458"/>
                </a:moveTo>
                <a:lnTo>
                  <a:pt x="756261" y="823485"/>
                </a:lnTo>
                <a:moveTo>
                  <a:pt x="1716561" y="342858"/>
                </a:moveTo>
                <a:lnTo>
                  <a:pt x="1700316" y="306287"/>
                </a:lnTo>
                <a:moveTo>
                  <a:pt x="1851910" y="561651"/>
                </a:moveTo>
                <a:lnTo>
                  <a:pt x="1815719" y="528297"/>
                </a:lnTo>
                <a:moveTo>
                  <a:pt x="1272435" y="605570"/>
                </a:moveTo>
                <a:lnTo>
                  <a:pt x="1143386" y="649433"/>
                </a:lnTo>
                <a:moveTo>
                  <a:pt x="1589104" y="552432"/>
                </a:moveTo>
                <a:lnTo>
                  <a:pt x="1509682" y="586906"/>
                </a:lnTo>
                <a:moveTo>
                  <a:pt x="921683" y="1025678"/>
                </a:moveTo>
                <a:lnTo>
                  <a:pt x="935680" y="977805"/>
                </a:lnTo>
                <a:moveTo>
                  <a:pt x="1309350" y="473378"/>
                </a:moveTo>
                <a:lnTo>
                  <a:pt x="1313457" y="471927"/>
                </a:lnTo>
                <a:moveTo>
                  <a:pt x="1143386" y="649433"/>
                </a:moveTo>
                <a:lnTo>
                  <a:pt x="1171585" y="561924"/>
                </a:lnTo>
                <a:moveTo>
                  <a:pt x="1262789" y="637298"/>
                </a:moveTo>
                <a:lnTo>
                  <a:pt x="1143386" y="649433"/>
                </a:lnTo>
                <a:moveTo>
                  <a:pt x="1866861" y="507810"/>
                </a:moveTo>
                <a:lnTo>
                  <a:pt x="1815719" y="528297"/>
                </a:lnTo>
                <a:moveTo>
                  <a:pt x="1227854" y="1112606"/>
                </a:moveTo>
                <a:lnTo>
                  <a:pt x="1259028" y="1059807"/>
                </a:lnTo>
                <a:moveTo>
                  <a:pt x="1094754" y="408053"/>
                </a:moveTo>
                <a:lnTo>
                  <a:pt x="1031740" y="323489"/>
                </a:lnTo>
                <a:moveTo>
                  <a:pt x="998104" y="748922"/>
                </a:moveTo>
                <a:lnTo>
                  <a:pt x="887953" y="765553"/>
                </a:lnTo>
                <a:moveTo>
                  <a:pt x="1235514" y="728266"/>
                </a:moveTo>
                <a:lnTo>
                  <a:pt x="1143386" y="649433"/>
                </a:lnTo>
                <a:moveTo>
                  <a:pt x="1202824" y="833487"/>
                </a:moveTo>
                <a:lnTo>
                  <a:pt x="1235514" y="728266"/>
                </a:lnTo>
                <a:moveTo>
                  <a:pt x="1017258" y="298780"/>
                </a:moveTo>
                <a:lnTo>
                  <a:pt x="926785" y="241265"/>
                </a:lnTo>
                <a:moveTo>
                  <a:pt x="1272435" y="605570"/>
                </a:moveTo>
                <a:lnTo>
                  <a:pt x="1190191" y="484927"/>
                </a:lnTo>
                <a:moveTo>
                  <a:pt x="1375092" y="627254"/>
                </a:moveTo>
                <a:lnTo>
                  <a:pt x="1272435" y="605570"/>
                </a:lnTo>
                <a:moveTo>
                  <a:pt x="1539443" y="941205"/>
                </a:moveTo>
                <a:lnTo>
                  <a:pt x="1521750" y="943479"/>
                </a:lnTo>
                <a:moveTo>
                  <a:pt x="1425029" y="849185"/>
                </a:moveTo>
                <a:lnTo>
                  <a:pt x="1318154" y="831158"/>
                </a:lnTo>
                <a:moveTo>
                  <a:pt x="935680" y="977805"/>
                </a:moveTo>
                <a:lnTo>
                  <a:pt x="831744" y="981314"/>
                </a:lnTo>
                <a:moveTo>
                  <a:pt x="921683" y="1025678"/>
                </a:moveTo>
                <a:lnTo>
                  <a:pt x="831744" y="981314"/>
                </a:lnTo>
                <a:moveTo>
                  <a:pt x="1171585" y="561924"/>
                </a:moveTo>
                <a:lnTo>
                  <a:pt x="1190191" y="484927"/>
                </a:lnTo>
                <a:moveTo>
                  <a:pt x="1171585" y="561924"/>
                </a:moveTo>
                <a:lnTo>
                  <a:pt x="1100106" y="656414"/>
                </a:lnTo>
                <a:moveTo>
                  <a:pt x="1375092" y="627254"/>
                </a:moveTo>
                <a:lnTo>
                  <a:pt x="1262789" y="637298"/>
                </a:lnTo>
                <a:moveTo>
                  <a:pt x="1171585" y="561924"/>
                </a:moveTo>
                <a:lnTo>
                  <a:pt x="1034783" y="629164"/>
                </a:lnTo>
                <a:moveTo>
                  <a:pt x="1318154" y="831158"/>
                </a:moveTo>
                <a:lnTo>
                  <a:pt x="1202824" y="833487"/>
                </a:lnTo>
                <a:moveTo>
                  <a:pt x="1296262" y="933315"/>
                </a:moveTo>
                <a:lnTo>
                  <a:pt x="1164711" y="936691"/>
                </a:lnTo>
                <a:moveTo>
                  <a:pt x="1737566" y="505472"/>
                </a:moveTo>
                <a:lnTo>
                  <a:pt x="1716561" y="342858"/>
                </a:lnTo>
                <a:moveTo>
                  <a:pt x="1235514" y="728266"/>
                </a:moveTo>
                <a:lnTo>
                  <a:pt x="1185153" y="837732"/>
                </a:lnTo>
                <a:moveTo>
                  <a:pt x="998104" y="748922"/>
                </a:moveTo>
                <a:lnTo>
                  <a:pt x="894342" y="740684"/>
                </a:lnTo>
                <a:moveTo>
                  <a:pt x="1313457" y="471927"/>
                </a:moveTo>
                <a:lnTo>
                  <a:pt x="1311145" y="461117"/>
                </a:lnTo>
                <a:moveTo>
                  <a:pt x="1103314" y="418750"/>
                </a:moveTo>
                <a:lnTo>
                  <a:pt x="1031740" y="323489"/>
                </a:lnTo>
                <a:moveTo>
                  <a:pt x="1235514" y="728266"/>
                </a:moveTo>
                <a:lnTo>
                  <a:pt x="1135692" y="672106"/>
                </a:lnTo>
                <a:moveTo>
                  <a:pt x="1309350" y="473378"/>
                </a:moveTo>
                <a:lnTo>
                  <a:pt x="1311145" y="461117"/>
                </a:lnTo>
                <a:moveTo>
                  <a:pt x="1965432" y="924809"/>
                </a:moveTo>
                <a:lnTo>
                  <a:pt x="1978951" y="904293"/>
                </a:lnTo>
                <a:moveTo>
                  <a:pt x="1566637" y="1129248"/>
                </a:moveTo>
                <a:lnTo>
                  <a:pt x="1557886" y="1012752"/>
                </a:lnTo>
                <a:moveTo>
                  <a:pt x="982444" y="1181807"/>
                </a:moveTo>
                <a:lnTo>
                  <a:pt x="921683" y="1025678"/>
                </a:lnTo>
                <a:moveTo>
                  <a:pt x="785043" y="564397"/>
                </a:moveTo>
                <a:lnTo>
                  <a:pt x="766034" y="492686"/>
                </a:lnTo>
                <a:moveTo>
                  <a:pt x="1309350" y="473378"/>
                </a:moveTo>
                <a:lnTo>
                  <a:pt x="1190191" y="484927"/>
                </a:lnTo>
                <a:moveTo>
                  <a:pt x="1338281" y="748609"/>
                </a:moveTo>
                <a:lnTo>
                  <a:pt x="1262789" y="637298"/>
                </a:lnTo>
                <a:moveTo>
                  <a:pt x="1198920" y="846989"/>
                </a:moveTo>
                <a:lnTo>
                  <a:pt x="1202824" y="833487"/>
                </a:lnTo>
                <a:moveTo>
                  <a:pt x="831744" y="981314"/>
                </a:moveTo>
                <a:lnTo>
                  <a:pt x="821290" y="976458"/>
                </a:lnTo>
                <a:moveTo>
                  <a:pt x="1478887" y="635087"/>
                </a:moveTo>
                <a:lnTo>
                  <a:pt x="1509682" y="586906"/>
                </a:lnTo>
                <a:moveTo>
                  <a:pt x="1034783" y="629164"/>
                </a:moveTo>
                <a:lnTo>
                  <a:pt x="1009988" y="630094"/>
                </a:lnTo>
                <a:moveTo>
                  <a:pt x="1354710" y="691327"/>
                </a:moveTo>
                <a:lnTo>
                  <a:pt x="1262789" y="637298"/>
                </a:lnTo>
                <a:moveTo>
                  <a:pt x="1259028" y="1059807"/>
                </a:moveTo>
                <a:lnTo>
                  <a:pt x="1212453" y="1092504"/>
                </a:lnTo>
                <a:moveTo>
                  <a:pt x="1027139" y="653970"/>
                </a:moveTo>
                <a:lnTo>
                  <a:pt x="1009988" y="630094"/>
                </a:lnTo>
                <a:moveTo>
                  <a:pt x="1458400" y="1230495"/>
                </a:moveTo>
                <a:lnTo>
                  <a:pt x="1426580" y="1236093"/>
                </a:lnTo>
                <a:moveTo>
                  <a:pt x="1338281" y="748609"/>
                </a:moveTo>
                <a:lnTo>
                  <a:pt x="1235514" y="728266"/>
                </a:lnTo>
                <a:moveTo>
                  <a:pt x="1198920" y="846989"/>
                </a:moveTo>
                <a:lnTo>
                  <a:pt x="1185153" y="837732"/>
                </a:lnTo>
                <a:moveTo>
                  <a:pt x="1202824" y="833487"/>
                </a:moveTo>
                <a:lnTo>
                  <a:pt x="1185153" y="837732"/>
                </a:lnTo>
                <a:moveTo>
                  <a:pt x="1323389" y="1220911"/>
                </a:moveTo>
                <a:lnTo>
                  <a:pt x="1295303" y="1265152"/>
                </a:lnTo>
                <a:moveTo>
                  <a:pt x="1579508" y="1079760"/>
                </a:moveTo>
                <a:lnTo>
                  <a:pt x="1557886" y="1012752"/>
                </a:lnTo>
                <a:moveTo>
                  <a:pt x="1135692" y="672106"/>
                </a:moveTo>
                <a:lnTo>
                  <a:pt x="1143386" y="649433"/>
                </a:lnTo>
                <a:moveTo>
                  <a:pt x="1062460" y="910079"/>
                </a:moveTo>
                <a:lnTo>
                  <a:pt x="958137" y="908662"/>
                </a:lnTo>
                <a:moveTo>
                  <a:pt x="1313457" y="471927"/>
                </a:moveTo>
                <a:lnTo>
                  <a:pt x="1373911" y="333104"/>
                </a:lnTo>
                <a:moveTo>
                  <a:pt x="1143386" y="649433"/>
                </a:moveTo>
                <a:lnTo>
                  <a:pt x="1100106" y="656414"/>
                </a:lnTo>
                <a:moveTo>
                  <a:pt x="1318154" y="831158"/>
                </a:moveTo>
                <a:lnTo>
                  <a:pt x="1338281" y="748609"/>
                </a:lnTo>
                <a:moveTo>
                  <a:pt x="1624502" y="540635"/>
                </a:moveTo>
                <a:lnTo>
                  <a:pt x="1737566" y="505472"/>
                </a:lnTo>
                <a:moveTo>
                  <a:pt x="998104" y="748922"/>
                </a:moveTo>
                <a:lnTo>
                  <a:pt x="1009988" y="630094"/>
                </a:lnTo>
                <a:moveTo>
                  <a:pt x="974960" y="1023142"/>
                </a:moveTo>
                <a:lnTo>
                  <a:pt x="935680" y="977805"/>
                </a:lnTo>
                <a:moveTo>
                  <a:pt x="921683" y="1025678"/>
                </a:moveTo>
                <a:lnTo>
                  <a:pt x="974960" y="1023142"/>
                </a:lnTo>
                <a:moveTo>
                  <a:pt x="1235514" y="728266"/>
                </a:moveTo>
                <a:lnTo>
                  <a:pt x="1099531" y="785564"/>
                </a:lnTo>
                <a:moveTo>
                  <a:pt x="986546" y="1182499"/>
                </a:moveTo>
                <a:lnTo>
                  <a:pt x="982444" y="1181807"/>
                </a:lnTo>
                <a:moveTo>
                  <a:pt x="1135692" y="672106"/>
                </a:moveTo>
                <a:lnTo>
                  <a:pt x="1100106" y="656414"/>
                </a:lnTo>
                <a:moveTo>
                  <a:pt x="987431" y="1183263"/>
                </a:moveTo>
                <a:lnTo>
                  <a:pt x="986546" y="1182499"/>
                </a:lnTo>
                <a:moveTo>
                  <a:pt x="1100106" y="656414"/>
                </a:moveTo>
                <a:lnTo>
                  <a:pt x="1034783" y="629164"/>
                </a:lnTo>
                <a:moveTo>
                  <a:pt x="1855314" y="520257"/>
                </a:moveTo>
                <a:lnTo>
                  <a:pt x="1866861" y="507810"/>
                </a:lnTo>
                <a:moveTo>
                  <a:pt x="1691106" y="303294"/>
                </a:moveTo>
                <a:lnTo>
                  <a:pt x="1700316" y="306287"/>
                </a:lnTo>
                <a:moveTo>
                  <a:pt x="985434" y="1185176"/>
                </a:moveTo>
                <a:lnTo>
                  <a:pt x="982444" y="1181807"/>
                </a:lnTo>
                <a:moveTo>
                  <a:pt x="1338281" y="748609"/>
                </a:moveTo>
                <a:lnTo>
                  <a:pt x="1202824" y="833487"/>
                </a:lnTo>
                <a:moveTo>
                  <a:pt x="987431" y="1183263"/>
                </a:moveTo>
                <a:lnTo>
                  <a:pt x="985434" y="1185176"/>
                </a:lnTo>
                <a:moveTo>
                  <a:pt x="1135692" y="672106"/>
                </a:moveTo>
                <a:lnTo>
                  <a:pt x="1027139" y="653970"/>
                </a:lnTo>
                <a:moveTo>
                  <a:pt x="982188" y="814014"/>
                </a:moveTo>
                <a:lnTo>
                  <a:pt x="998104" y="748922"/>
                </a:lnTo>
                <a:moveTo>
                  <a:pt x="1027139" y="653970"/>
                </a:moveTo>
                <a:lnTo>
                  <a:pt x="1100106" y="656414"/>
                </a:lnTo>
                <a:moveTo>
                  <a:pt x="723423" y="793199"/>
                </a:moveTo>
                <a:lnTo>
                  <a:pt x="739708" y="641476"/>
                </a:lnTo>
                <a:moveTo>
                  <a:pt x="1027139" y="653970"/>
                </a:moveTo>
                <a:lnTo>
                  <a:pt x="1034783" y="629164"/>
                </a:lnTo>
                <a:moveTo>
                  <a:pt x="1398599" y="1291795"/>
                </a:moveTo>
                <a:lnTo>
                  <a:pt x="1323389" y="1220911"/>
                </a:lnTo>
                <a:moveTo>
                  <a:pt x="886668" y="1125194"/>
                </a:moveTo>
                <a:lnTo>
                  <a:pt x="921683" y="1025678"/>
                </a:lnTo>
                <a:moveTo>
                  <a:pt x="1700316" y="306287"/>
                </a:moveTo>
                <a:lnTo>
                  <a:pt x="1604074" y="210839"/>
                </a:lnTo>
                <a:moveTo>
                  <a:pt x="756261" y="823485"/>
                </a:moveTo>
                <a:lnTo>
                  <a:pt x="737554" y="852316"/>
                </a:lnTo>
                <a:moveTo>
                  <a:pt x="1978951" y="904293"/>
                </a:moveTo>
                <a:lnTo>
                  <a:pt x="1885911" y="952075"/>
                </a:lnTo>
                <a:moveTo>
                  <a:pt x="1099531" y="785564"/>
                </a:moveTo>
                <a:lnTo>
                  <a:pt x="982188" y="814014"/>
                </a:lnTo>
                <a:moveTo>
                  <a:pt x="1135692" y="672106"/>
                </a:moveTo>
                <a:lnTo>
                  <a:pt x="998104" y="748922"/>
                </a:lnTo>
                <a:moveTo>
                  <a:pt x="1078181" y="858239"/>
                </a:moveTo>
                <a:lnTo>
                  <a:pt x="982188" y="814014"/>
                </a:lnTo>
                <a:moveTo>
                  <a:pt x="1354710" y="691327"/>
                </a:moveTo>
                <a:lnTo>
                  <a:pt x="1375092" y="627254"/>
                </a:lnTo>
                <a:moveTo>
                  <a:pt x="1198920" y="846989"/>
                </a:moveTo>
                <a:lnTo>
                  <a:pt x="1078181" y="858239"/>
                </a:lnTo>
                <a:moveTo>
                  <a:pt x="1269021" y="1175185"/>
                </a:moveTo>
                <a:lnTo>
                  <a:pt x="1227854" y="1112606"/>
                </a:lnTo>
                <a:moveTo>
                  <a:pt x="1851910" y="561651"/>
                </a:moveTo>
                <a:lnTo>
                  <a:pt x="1831795" y="592236"/>
                </a:lnTo>
                <a:moveTo>
                  <a:pt x="998104" y="748922"/>
                </a:moveTo>
                <a:lnTo>
                  <a:pt x="1027139" y="653970"/>
                </a:lnTo>
                <a:moveTo>
                  <a:pt x="1062460" y="910079"/>
                </a:moveTo>
                <a:lnTo>
                  <a:pt x="982188" y="814014"/>
                </a:lnTo>
                <a:moveTo>
                  <a:pt x="1026554" y="1020423"/>
                </a:moveTo>
                <a:lnTo>
                  <a:pt x="958137" y="908662"/>
                </a:lnTo>
                <a:moveTo>
                  <a:pt x="1198920" y="846989"/>
                </a:moveTo>
                <a:lnTo>
                  <a:pt x="1062460" y="910079"/>
                </a:lnTo>
                <a:moveTo>
                  <a:pt x="1185153" y="837732"/>
                </a:moveTo>
                <a:lnTo>
                  <a:pt x="1099531" y="785564"/>
                </a:lnTo>
                <a:moveTo>
                  <a:pt x="1517400" y="902134"/>
                </a:moveTo>
                <a:lnTo>
                  <a:pt x="1425029" y="849185"/>
                </a:lnTo>
                <a:moveTo>
                  <a:pt x="1078181" y="858239"/>
                </a:moveTo>
                <a:lnTo>
                  <a:pt x="1185153" y="837732"/>
                </a:lnTo>
                <a:moveTo>
                  <a:pt x="1099531" y="785564"/>
                </a:moveTo>
                <a:lnTo>
                  <a:pt x="1135692" y="672106"/>
                </a:lnTo>
                <a:moveTo>
                  <a:pt x="1295303" y="1265152"/>
                </a:moveTo>
                <a:lnTo>
                  <a:pt x="1269021" y="1175185"/>
                </a:lnTo>
                <a:moveTo>
                  <a:pt x="1855314" y="520257"/>
                </a:moveTo>
                <a:lnTo>
                  <a:pt x="1815719" y="528297"/>
                </a:lnTo>
                <a:moveTo>
                  <a:pt x="1338281" y="748609"/>
                </a:moveTo>
                <a:lnTo>
                  <a:pt x="1354710" y="691327"/>
                </a:lnTo>
                <a:moveTo>
                  <a:pt x="982444" y="1181807"/>
                </a:moveTo>
                <a:lnTo>
                  <a:pt x="886668" y="1125194"/>
                </a:lnTo>
                <a:moveTo>
                  <a:pt x="985434" y="1185176"/>
                </a:moveTo>
                <a:lnTo>
                  <a:pt x="886668" y="1125194"/>
                </a:lnTo>
                <a:moveTo>
                  <a:pt x="1557886" y="1012752"/>
                </a:moveTo>
                <a:lnTo>
                  <a:pt x="1539443" y="941205"/>
                </a:lnTo>
                <a:moveTo>
                  <a:pt x="1716561" y="342858"/>
                </a:moveTo>
                <a:lnTo>
                  <a:pt x="1691106" y="303294"/>
                </a:lnTo>
                <a:moveTo>
                  <a:pt x="737554" y="852316"/>
                </a:moveTo>
                <a:lnTo>
                  <a:pt x="723423" y="793199"/>
                </a:lnTo>
                <a:moveTo>
                  <a:pt x="1031740" y="323489"/>
                </a:moveTo>
                <a:lnTo>
                  <a:pt x="1017258" y="298780"/>
                </a:lnTo>
                <a:moveTo>
                  <a:pt x="1220822" y="1004629"/>
                </a:moveTo>
                <a:lnTo>
                  <a:pt x="1164711" y="936691"/>
                </a:lnTo>
                <a:moveTo>
                  <a:pt x="1313457" y="471927"/>
                </a:moveTo>
                <a:lnTo>
                  <a:pt x="1327153" y="378695"/>
                </a:lnTo>
                <a:moveTo>
                  <a:pt x="1026554" y="1020423"/>
                </a:moveTo>
                <a:lnTo>
                  <a:pt x="935680" y="977805"/>
                </a:lnTo>
                <a:moveTo>
                  <a:pt x="1099531" y="785564"/>
                </a:moveTo>
                <a:lnTo>
                  <a:pt x="998104" y="748922"/>
                </a:lnTo>
                <a:moveTo>
                  <a:pt x="1103314" y="418750"/>
                </a:moveTo>
                <a:lnTo>
                  <a:pt x="1091122" y="396286"/>
                </a:lnTo>
                <a:moveTo>
                  <a:pt x="1012466" y="1068274"/>
                </a:moveTo>
                <a:lnTo>
                  <a:pt x="921683" y="1025678"/>
                </a:lnTo>
                <a:moveTo>
                  <a:pt x="1441593" y="762327"/>
                </a:moveTo>
                <a:lnTo>
                  <a:pt x="1318154" y="831158"/>
                </a:lnTo>
                <a:moveTo>
                  <a:pt x="1566637" y="1129248"/>
                </a:moveTo>
                <a:lnTo>
                  <a:pt x="1579508" y="1079760"/>
                </a:lnTo>
                <a:moveTo>
                  <a:pt x="1533746" y="1202928"/>
                </a:moveTo>
                <a:lnTo>
                  <a:pt x="1525693" y="1159829"/>
                </a:lnTo>
                <a:moveTo>
                  <a:pt x="742091" y="888970"/>
                </a:moveTo>
                <a:lnTo>
                  <a:pt x="756261" y="823485"/>
                </a:lnTo>
                <a:moveTo>
                  <a:pt x="1700316" y="306287"/>
                </a:moveTo>
                <a:lnTo>
                  <a:pt x="1622482" y="249222"/>
                </a:lnTo>
                <a:moveTo>
                  <a:pt x="1831795" y="592236"/>
                </a:moveTo>
                <a:lnTo>
                  <a:pt x="1815719" y="528297"/>
                </a:lnTo>
                <a:moveTo>
                  <a:pt x="1164711" y="936691"/>
                </a:moveTo>
                <a:lnTo>
                  <a:pt x="1198920" y="846989"/>
                </a:lnTo>
                <a:moveTo>
                  <a:pt x="1425029" y="849185"/>
                </a:moveTo>
                <a:lnTo>
                  <a:pt x="1441593" y="762327"/>
                </a:lnTo>
                <a:moveTo>
                  <a:pt x="1078181" y="858239"/>
                </a:moveTo>
                <a:lnTo>
                  <a:pt x="1099531" y="785564"/>
                </a:lnTo>
                <a:moveTo>
                  <a:pt x="1212453" y="1092504"/>
                </a:moveTo>
                <a:lnTo>
                  <a:pt x="1220822" y="1004629"/>
                </a:lnTo>
                <a:moveTo>
                  <a:pt x="1426580" y="1236093"/>
                </a:moveTo>
                <a:lnTo>
                  <a:pt x="1398599" y="1291795"/>
                </a:lnTo>
                <a:moveTo>
                  <a:pt x="1624502" y="540635"/>
                </a:moveTo>
                <a:lnTo>
                  <a:pt x="1589104" y="552432"/>
                </a:lnTo>
                <a:moveTo>
                  <a:pt x="1062460" y="910079"/>
                </a:moveTo>
                <a:lnTo>
                  <a:pt x="1078181" y="858239"/>
                </a:lnTo>
                <a:moveTo>
                  <a:pt x="1311145" y="461117"/>
                </a:moveTo>
                <a:lnTo>
                  <a:pt x="1327153" y="378695"/>
                </a:lnTo>
                <a:moveTo>
                  <a:pt x="1737566" y="505472"/>
                </a:moveTo>
                <a:lnTo>
                  <a:pt x="1702411" y="429045"/>
                </a:lnTo>
                <a:moveTo>
                  <a:pt x="739708" y="641476"/>
                </a:moveTo>
                <a:lnTo>
                  <a:pt x="766034" y="492686"/>
                </a:lnTo>
                <a:moveTo>
                  <a:pt x="1010868" y="302502"/>
                </a:moveTo>
                <a:lnTo>
                  <a:pt x="1017258" y="298780"/>
                </a:lnTo>
                <a:moveTo>
                  <a:pt x="1478887" y="635087"/>
                </a:moveTo>
                <a:lnTo>
                  <a:pt x="1375092" y="627254"/>
                </a:lnTo>
                <a:moveTo>
                  <a:pt x="1012466" y="1068274"/>
                </a:moveTo>
                <a:lnTo>
                  <a:pt x="982444" y="1181807"/>
                </a:lnTo>
                <a:moveTo>
                  <a:pt x="1543155" y="797320"/>
                </a:moveTo>
                <a:lnTo>
                  <a:pt x="1425029" y="849185"/>
                </a:lnTo>
                <a:moveTo>
                  <a:pt x="986546" y="1182499"/>
                </a:moveTo>
                <a:lnTo>
                  <a:pt x="1012466" y="1068274"/>
                </a:lnTo>
                <a:moveTo>
                  <a:pt x="921683" y="1025678"/>
                </a:moveTo>
                <a:lnTo>
                  <a:pt x="869132" y="1082553"/>
                </a:lnTo>
                <a:moveTo>
                  <a:pt x="1965432" y="924809"/>
                </a:moveTo>
                <a:lnTo>
                  <a:pt x="1885911" y="952075"/>
                </a:lnTo>
                <a:moveTo>
                  <a:pt x="1441593" y="762327"/>
                </a:moveTo>
                <a:lnTo>
                  <a:pt x="1338281" y="748609"/>
                </a:lnTo>
                <a:moveTo>
                  <a:pt x="1596001" y="1114203"/>
                </a:moveTo>
                <a:lnTo>
                  <a:pt x="1566637" y="1129248"/>
                </a:lnTo>
                <a:moveTo>
                  <a:pt x="1327153" y="378695"/>
                </a:moveTo>
                <a:lnTo>
                  <a:pt x="1373911" y="333104"/>
                </a:lnTo>
                <a:moveTo>
                  <a:pt x="821290" y="976458"/>
                </a:moveTo>
                <a:lnTo>
                  <a:pt x="742091" y="888970"/>
                </a:lnTo>
                <a:moveTo>
                  <a:pt x="1702411" y="429045"/>
                </a:moveTo>
                <a:lnTo>
                  <a:pt x="1716561" y="342858"/>
                </a:lnTo>
                <a:moveTo>
                  <a:pt x="1478887" y="635087"/>
                </a:moveTo>
                <a:lnTo>
                  <a:pt x="1354710" y="691327"/>
                </a:lnTo>
                <a:moveTo>
                  <a:pt x="1441593" y="762327"/>
                </a:moveTo>
                <a:lnTo>
                  <a:pt x="1354710" y="691327"/>
                </a:lnTo>
                <a:moveTo>
                  <a:pt x="1604074" y="210839"/>
                </a:moveTo>
                <a:lnTo>
                  <a:pt x="1488370" y="228577"/>
                </a:lnTo>
                <a:moveTo>
                  <a:pt x="869132" y="1082553"/>
                </a:moveTo>
                <a:lnTo>
                  <a:pt x="831744" y="981314"/>
                </a:lnTo>
                <a:moveTo>
                  <a:pt x="1311145" y="461117"/>
                </a:moveTo>
                <a:lnTo>
                  <a:pt x="1288250" y="398405"/>
                </a:lnTo>
                <a:moveTo>
                  <a:pt x="1444467" y="750568"/>
                </a:moveTo>
                <a:lnTo>
                  <a:pt x="1354710" y="691327"/>
                </a:lnTo>
                <a:moveTo>
                  <a:pt x="1026554" y="1020423"/>
                </a:moveTo>
                <a:lnTo>
                  <a:pt x="974960" y="1023142"/>
                </a:lnTo>
                <a:moveTo>
                  <a:pt x="1012466" y="1068274"/>
                </a:moveTo>
                <a:lnTo>
                  <a:pt x="974960" y="1023142"/>
                </a:lnTo>
                <a:moveTo>
                  <a:pt x="1031740" y="323489"/>
                </a:moveTo>
                <a:lnTo>
                  <a:pt x="1010868" y="302502"/>
                </a:lnTo>
                <a:moveTo>
                  <a:pt x="1309350" y="473378"/>
                </a:moveTo>
                <a:lnTo>
                  <a:pt x="1199253" y="411288"/>
                </a:lnTo>
                <a:moveTo>
                  <a:pt x="1458400" y="1230495"/>
                </a:moveTo>
                <a:lnTo>
                  <a:pt x="1398599" y="1291795"/>
                </a:lnTo>
                <a:moveTo>
                  <a:pt x="1596001" y="1114203"/>
                </a:moveTo>
                <a:lnTo>
                  <a:pt x="1579508" y="1079760"/>
                </a:lnTo>
                <a:moveTo>
                  <a:pt x="1164711" y="936691"/>
                </a:moveTo>
                <a:lnTo>
                  <a:pt x="1062460" y="910079"/>
                </a:lnTo>
                <a:moveTo>
                  <a:pt x="1831795" y="592236"/>
                </a:moveTo>
                <a:lnTo>
                  <a:pt x="1855314" y="520257"/>
                </a:lnTo>
                <a:moveTo>
                  <a:pt x="1737566" y="505472"/>
                </a:moveTo>
                <a:lnTo>
                  <a:pt x="1638207" y="455818"/>
                </a:lnTo>
                <a:moveTo>
                  <a:pt x="723423" y="793199"/>
                </a:moveTo>
                <a:lnTo>
                  <a:pt x="719634" y="725932"/>
                </a:lnTo>
                <a:moveTo>
                  <a:pt x="1026554" y="1020423"/>
                </a:moveTo>
                <a:lnTo>
                  <a:pt x="1062460" y="910079"/>
                </a:lnTo>
                <a:moveTo>
                  <a:pt x="1478887" y="635087"/>
                </a:moveTo>
                <a:lnTo>
                  <a:pt x="1589104" y="552432"/>
                </a:lnTo>
                <a:moveTo>
                  <a:pt x="1311145" y="461117"/>
                </a:moveTo>
                <a:lnTo>
                  <a:pt x="1199253" y="411288"/>
                </a:lnTo>
                <a:moveTo>
                  <a:pt x="1190191" y="484927"/>
                </a:moveTo>
                <a:lnTo>
                  <a:pt x="1091122" y="396286"/>
                </a:lnTo>
                <a:moveTo>
                  <a:pt x="1554878" y="229477"/>
                </a:moveTo>
                <a:lnTo>
                  <a:pt x="1488370" y="228577"/>
                </a:lnTo>
                <a:moveTo>
                  <a:pt x="1295303" y="1265152"/>
                </a:moveTo>
                <a:lnTo>
                  <a:pt x="1227854" y="1112606"/>
                </a:lnTo>
                <a:moveTo>
                  <a:pt x="1539443" y="941205"/>
                </a:moveTo>
                <a:lnTo>
                  <a:pt x="1517400" y="902134"/>
                </a:lnTo>
                <a:moveTo>
                  <a:pt x="1190191" y="484927"/>
                </a:moveTo>
                <a:lnTo>
                  <a:pt x="1199253" y="411288"/>
                </a:lnTo>
                <a:moveTo>
                  <a:pt x="1517400" y="902134"/>
                </a:moveTo>
                <a:lnTo>
                  <a:pt x="1543155" y="797320"/>
                </a:lnTo>
                <a:moveTo>
                  <a:pt x="886668" y="1125194"/>
                </a:moveTo>
                <a:lnTo>
                  <a:pt x="869132" y="1082553"/>
                </a:lnTo>
                <a:moveTo>
                  <a:pt x="1227854" y="1112606"/>
                </a:moveTo>
                <a:lnTo>
                  <a:pt x="1212453" y="1092504"/>
                </a:lnTo>
                <a:moveTo>
                  <a:pt x="719634" y="725932"/>
                </a:moveTo>
                <a:lnTo>
                  <a:pt x="739708" y="641476"/>
                </a:lnTo>
                <a:moveTo>
                  <a:pt x="1533746" y="1202928"/>
                </a:moveTo>
                <a:lnTo>
                  <a:pt x="1458400" y="1230495"/>
                </a:lnTo>
                <a:moveTo>
                  <a:pt x="1164711" y="936691"/>
                </a:moveTo>
                <a:lnTo>
                  <a:pt x="1026554" y="1020423"/>
                </a:lnTo>
                <a:moveTo>
                  <a:pt x="1395480" y="1287987"/>
                </a:moveTo>
                <a:lnTo>
                  <a:pt x="1458400" y="1230495"/>
                </a:lnTo>
                <a:moveTo>
                  <a:pt x="1948376" y="949797"/>
                </a:moveTo>
                <a:lnTo>
                  <a:pt x="1965432" y="924809"/>
                </a:lnTo>
                <a:moveTo>
                  <a:pt x="1604074" y="210839"/>
                </a:moveTo>
                <a:lnTo>
                  <a:pt x="1554878" y="229477"/>
                </a:lnTo>
                <a:moveTo>
                  <a:pt x="1533746" y="1202928"/>
                </a:moveTo>
                <a:lnTo>
                  <a:pt x="1566637" y="1129248"/>
                </a:lnTo>
                <a:moveTo>
                  <a:pt x="1778646" y="772016"/>
                </a:moveTo>
                <a:lnTo>
                  <a:pt x="1781959" y="759712"/>
                </a:lnTo>
                <a:moveTo>
                  <a:pt x="1012466" y="1068274"/>
                </a:moveTo>
                <a:lnTo>
                  <a:pt x="1026554" y="1020423"/>
                </a:lnTo>
                <a:moveTo>
                  <a:pt x="1702411" y="429045"/>
                </a:moveTo>
                <a:lnTo>
                  <a:pt x="1691106" y="303294"/>
                </a:lnTo>
                <a:moveTo>
                  <a:pt x="1444467" y="750568"/>
                </a:moveTo>
                <a:lnTo>
                  <a:pt x="1478887" y="635087"/>
                </a:lnTo>
                <a:moveTo>
                  <a:pt x="1563958" y="1038684"/>
                </a:moveTo>
                <a:lnTo>
                  <a:pt x="1557886" y="1012752"/>
                </a:lnTo>
                <a:moveTo>
                  <a:pt x="1441593" y="762327"/>
                </a:moveTo>
                <a:lnTo>
                  <a:pt x="1444467" y="750568"/>
                </a:lnTo>
                <a:moveTo>
                  <a:pt x="1091122" y="396286"/>
                </a:moveTo>
                <a:lnTo>
                  <a:pt x="1031740" y="323489"/>
                </a:lnTo>
                <a:moveTo>
                  <a:pt x="1691106" y="303294"/>
                </a:moveTo>
                <a:lnTo>
                  <a:pt x="1622482" y="249222"/>
                </a:lnTo>
                <a:moveTo>
                  <a:pt x="1074463" y="1142522"/>
                </a:moveTo>
                <a:lnTo>
                  <a:pt x="986546" y="1182499"/>
                </a:lnTo>
                <a:moveTo>
                  <a:pt x="742091" y="888970"/>
                </a:moveTo>
                <a:lnTo>
                  <a:pt x="737554" y="852316"/>
                </a:lnTo>
                <a:moveTo>
                  <a:pt x="987431" y="1183263"/>
                </a:moveTo>
                <a:lnTo>
                  <a:pt x="1074463" y="1142522"/>
                </a:lnTo>
                <a:moveTo>
                  <a:pt x="1398599" y="1291795"/>
                </a:moveTo>
                <a:lnTo>
                  <a:pt x="1295303" y="1265152"/>
                </a:lnTo>
                <a:moveTo>
                  <a:pt x="1624502" y="540635"/>
                </a:moveTo>
                <a:lnTo>
                  <a:pt x="1638207" y="455818"/>
                </a:lnTo>
                <a:moveTo>
                  <a:pt x="1455467" y="302405"/>
                </a:moveTo>
                <a:lnTo>
                  <a:pt x="1373911" y="333104"/>
                </a:lnTo>
                <a:moveTo>
                  <a:pt x="1778646" y="772016"/>
                </a:moveTo>
                <a:lnTo>
                  <a:pt x="1662500" y="776309"/>
                </a:lnTo>
                <a:moveTo>
                  <a:pt x="1543155" y="797320"/>
                </a:moveTo>
                <a:lnTo>
                  <a:pt x="1441593" y="762327"/>
                </a:lnTo>
                <a:moveTo>
                  <a:pt x="1622482" y="249222"/>
                </a:moveTo>
                <a:lnTo>
                  <a:pt x="1604074" y="210839"/>
                </a:lnTo>
                <a:moveTo>
                  <a:pt x="1781959" y="759712"/>
                </a:moveTo>
                <a:lnTo>
                  <a:pt x="1662500" y="776309"/>
                </a:lnTo>
                <a:moveTo>
                  <a:pt x="1543155" y="797320"/>
                </a:moveTo>
                <a:lnTo>
                  <a:pt x="1444467" y="750568"/>
                </a:lnTo>
                <a:moveTo>
                  <a:pt x="1227854" y="1112606"/>
                </a:moveTo>
                <a:lnTo>
                  <a:pt x="1219912" y="1119504"/>
                </a:lnTo>
                <a:moveTo>
                  <a:pt x="1327153" y="378695"/>
                </a:moveTo>
                <a:lnTo>
                  <a:pt x="1288250" y="398405"/>
                </a:lnTo>
                <a:moveTo>
                  <a:pt x="1548820" y="774667"/>
                </a:moveTo>
                <a:lnTo>
                  <a:pt x="1444467" y="750568"/>
                </a:lnTo>
                <a:moveTo>
                  <a:pt x="1638207" y="455818"/>
                </a:moveTo>
                <a:lnTo>
                  <a:pt x="1589104" y="552432"/>
                </a:lnTo>
                <a:moveTo>
                  <a:pt x="737554" y="852316"/>
                </a:moveTo>
                <a:lnTo>
                  <a:pt x="719634" y="725932"/>
                </a:lnTo>
                <a:moveTo>
                  <a:pt x="1455467" y="302405"/>
                </a:moveTo>
                <a:lnTo>
                  <a:pt x="1488370" y="228577"/>
                </a:lnTo>
                <a:moveTo>
                  <a:pt x="1091122" y="396286"/>
                </a:moveTo>
                <a:lnTo>
                  <a:pt x="1010868" y="302502"/>
                </a:lnTo>
                <a:moveTo>
                  <a:pt x="1571819" y="1066223"/>
                </a:moveTo>
                <a:lnTo>
                  <a:pt x="1579508" y="1079760"/>
                </a:lnTo>
                <a:moveTo>
                  <a:pt x="739708" y="641476"/>
                </a:moveTo>
                <a:lnTo>
                  <a:pt x="783270" y="588038"/>
                </a:lnTo>
                <a:moveTo>
                  <a:pt x="956128" y="1224269"/>
                </a:moveTo>
                <a:lnTo>
                  <a:pt x="987431" y="1183263"/>
                </a:lnTo>
                <a:moveTo>
                  <a:pt x="821290" y="976458"/>
                </a:moveTo>
                <a:lnTo>
                  <a:pt x="802095" y="972265"/>
                </a:lnTo>
                <a:moveTo>
                  <a:pt x="1948376" y="949797"/>
                </a:moveTo>
                <a:lnTo>
                  <a:pt x="1885911" y="952075"/>
                </a:lnTo>
                <a:moveTo>
                  <a:pt x="1560732" y="634465"/>
                </a:moveTo>
                <a:lnTo>
                  <a:pt x="1589104" y="552432"/>
                </a:lnTo>
                <a:moveTo>
                  <a:pt x="956128" y="1224269"/>
                </a:moveTo>
                <a:lnTo>
                  <a:pt x="985434" y="1185176"/>
                </a:lnTo>
                <a:moveTo>
                  <a:pt x="1932045" y="1005189"/>
                </a:moveTo>
                <a:lnTo>
                  <a:pt x="1885911" y="952075"/>
                </a:lnTo>
                <a:moveTo>
                  <a:pt x="1644506" y="834885"/>
                </a:moveTo>
                <a:lnTo>
                  <a:pt x="1543155" y="797320"/>
                </a:lnTo>
                <a:moveTo>
                  <a:pt x="1543155" y="797320"/>
                </a:moveTo>
                <a:lnTo>
                  <a:pt x="1548820" y="774667"/>
                </a:lnTo>
                <a:moveTo>
                  <a:pt x="1644506" y="834885"/>
                </a:moveTo>
                <a:lnTo>
                  <a:pt x="1662500" y="776309"/>
                </a:lnTo>
                <a:moveTo>
                  <a:pt x="1662500" y="776309"/>
                </a:moveTo>
                <a:lnTo>
                  <a:pt x="1548820" y="774667"/>
                </a:lnTo>
                <a:moveTo>
                  <a:pt x="1183635" y="1017927"/>
                </a:moveTo>
                <a:lnTo>
                  <a:pt x="1220822" y="1004629"/>
                </a:lnTo>
                <a:moveTo>
                  <a:pt x="1781959" y="759712"/>
                </a:moveTo>
                <a:lnTo>
                  <a:pt x="1815614" y="631193"/>
                </a:lnTo>
                <a:moveTo>
                  <a:pt x="1746393" y="865925"/>
                </a:moveTo>
                <a:lnTo>
                  <a:pt x="1778646" y="772016"/>
                </a:lnTo>
                <a:moveTo>
                  <a:pt x="1644506" y="834885"/>
                </a:moveTo>
                <a:lnTo>
                  <a:pt x="1548820" y="774667"/>
                </a:lnTo>
                <a:moveTo>
                  <a:pt x="1294841" y="1241762"/>
                </a:moveTo>
                <a:lnTo>
                  <a:pt x="1227854" y="1112606"/>
                </a:lnTo>
                <a:moveTo>
                  <a:pt x="1219912" y="1119504"/>
                </a:moveTo>
                <a:lnTo>
                  <a:pt x="1212453" y="1092504"/>
                </a:lnTo>
                <a:moveTo>
                  <a:pt x="1533746" y="1202928"/>
                </a:moveTo>
                <a:lnTo>
                  <a:pt x="1596001" y="1114203"/>
                </a:lnTo>
                <a:moveTo>
                  <a:pt x="1746393" y="865925"/>
                </a:moveTo>
                <a:lnTo>
                  <a:pt x="1662500" y="776309"/>
                </a:lnTo>
                <a:moveTo>
                  <a:pt x="1294841" y="1241762"/>
                </a:moveTo>
                <a:lnTo>
                  <a:pt x="1295303" y="1265152"/>
                </a:lnTo>
                <a:moveTo>
                  <a:pt x="1589104" y="552432"/>
                </a:moveTo>
                <a:lnTo>
                  <a:pt x="1570723" y="480903"/>
                </a:lnTo>
                <a:moveTo>
                  <a:pt x="783270" y="588038"/>
                </a:moveTo>
                <a:lnTo>
                  <a:pt x="766034" y="492686"/>
                </a:lnTo>
                <a:moveTo>
                  <a:pt x="1560732" y="634465"/>
                </a:moveTo>
                <a:lnTo>
                  <a:pt x="1478887" y="635087"/>
                </a:lnTo>
                <a:moveTo>
                  <a:pt x="956128" y="1224269"/>
                </a:moveTo>
                <a:lnTo>
                  <a:pt x="886668" y="1125194"/>
                </a:lnTo>
                <a:moveTo>
                  <a:pt x="886668" y="1125194"/>
                </a:moveTo>
                <a:lnTo>
                  <a:pt x="865565" y="1146614"/>
                </a:lnTo>
                <a:moveTo>
                  <a:pt x="1746393" y="865925"/>
                </a:moveTo>
                <a:lnTo>
                  <a:pt x="1644506" y="834885"/>
                </a:lnTo>
                <a:moveTo>
                  <a:pt x="1781959" y="759712"/>
                </a:moveTo>
                <a:lnTo>
                  <a:pt x="1683646" y="685196"/>
                </a:lnTo>
                <a:moveTo>
                  <a:pt x="1455467" y="302405"/>
                </a:moveTo>
                <a:lnTo>
                  <a:pt x="1327153" y="378695"/>
                </a:lnTo>
                <a:moveTo>
                  <a:pt x="1596001" y="1114203"/>
                </a:moveTo>
                <a:lnTo>
                  <a:pt x="1571819" y="1066223"/>
                </a:lnTo>
                <a:moveTo>
                  <a:pt x="1395480" y="1287987"/>
                </a:moveTo>
                <a:lnTo>
                  <a:pt x="1398599" y="1291795"/>
                </a:lnTo>
                <a:moveTo>
                  <a:pt x="1444467" y="750568"/>
                </a:moveTo>
                <a:lnTo>
                  <a:pt x="1560732" y="634465"/>
                </a:lnTo>
                <a:moveTo>
                  <a:pt x="856379" y="1012668"/>
                </a:moveTo>
                <a:lnTo>
                  <a:pt x="831744" y="981314"/>
                </a:lnTo>
                <a:moveTo>
                  <a:pt x="856379" y="1012668"/>
                </a:moveTo>
                <a:lnTo>
                  <a:pt x="821290" y="976458"/>
                </a:lnTo>
                <a:moveTo>
                  <a:pt x="1288250" y="398405"/>
                </a:moveTo>
                <a:lnTo>
                  <a:pt x="1199253" y="411288"/>
                </a:lnTo>
                <a:moveTo>
                  <a:pt x="1658616" y="372094"/>
                </a:moveTo>
                <a:lnTo>
                  <a:pt x="1691106" y="303294"/>
                </a:lnTo>
                <a:moveTo>
                  <a:pt x="1579508" y="1079760"/>
                </a:moveTo>
                <a:lnTo>
                  <a:pt x="1563958" y="1038684"/>
                </a:lnTo>
                <a:moveTo>
                  <a:pt x="1398599" y="1291795"/>
                </a:moveTo>
                <a:lnTo>
                  <a:pt x="1294841" y="1241762"/>
                </a:lnTo>
                <a:moveTo>
                  <a:pt x="1074463" y="1142522"/>
                </a:moveTo>
                <a:lnTo>
                  <a:pt x="1012466" y="1068274"/>
                </a:lnTo>
                <a:moveTo>
                  <a:pt x="1662500" y="776309"/>
                </a:moveTo>
                <a:lnTo>
                  <a:pt x="1683646" y="685196"/>
                </a:lnTo>
                <a:moveTo>
                  <a:pt x="1638207" y="455818"/>
                </a:moveTo>
                <a:lnTo>
                  <a:pt x="1702411" y="429045"/>
                </a:lnTo>
                <a:moveTo>
                  <a:pt x="1455467" y="302405"/>
                </a:moveTo>
                <a:lnTo>
                  <a:pt x="1554878" y="229477"/>
                </a:lnTo>
                <a:moveTo>
                  <a:pt x="1610898" y="917286"/>
                </a:moveTo>
                <a:lnTo>
                  <a:pt x="1517400" y="902134"/>
                </a:lnTo>
                <a:moveTo>
                  <a:pt x="1580046" y="647666"/>
                </a:moveTo>
                <a:lnTo>
                  <a:pt x="1444467" y="750568"/>
                </a:lnTo>
                <a:moveTo>
                  <a:pt x="1781959" y="759712"/>
                </a:moveTo>
                <a:lnTo>
                  <a:pt x="1689082" y="660492"/>
                </a:lnTo>
                <a:moveTo>
                  <a:pt x="983798" y="1206361"/>
                </a:moveTo>
                <a:lnTo>
                  <a:pt x="987431" y="1183263"/>
                </a:lnTo>
                <a:moveTo>
                  <a:pt x="1932045" y="1005189"/>
                </a:moveTo>
                <a:lnTo>
                  <a:pt x="1948376" y="949797"/>
                </a:lnTo>
                <a:moveTo>
                  <a:pt x="1199253" y="411288"/>
                </a:moveTo>
                <a:lnTo>
                  <a:pt x="1091122" y="396286"/>
                </a:lnTo>
                <a:moveTo>
                  <a:pt x="1391265" y="1309454"/>
                </a:moveTo>
                <a:lnTo>
                  <a:pt x="1395480" y="1287987"/>
                </a:lnTo>
                <a:moveTo>
                  <a:pt x="1662500" y="776309"/>
                </a:moveTo>
                <a:lnTo>
                  <a:pt x="1580046" y="647666"/>
                </a:lnTo>
                <a:moveTo>
                  <a:pt x="1576808" y="1198917"/>
                </a:moveTo>
                <a:lnTo>
                  <a:pt x="1596001" y="1114203"/>
                </a:lnTo>
                <a:moveTo>
                  <a:pt x="1802483" y="861549"/>
                </a:moveTo>
                <a:lnTo>
                  <a:pt x="1778646" y="772016"/>
                </a:lnTo>
                <a:moveTo>
                  <a:pt x="1164711" y="936691"/>
                </a:moveTo>
                <a:lnTo>
                  <a:pt x="1137908" y="989780"/>
                </a:lnTo>
                <a:moveTo>
                  <a:pt x="1391265" y="1309454"/>
                </a:moveTo>
                <a:lnTo>
                  <a:pt x="1294841" y="1241762"/>
                </a:lnTo>
                <a:moveTo>
                  <a:pt x="1548820" y="774667"/>
                </a:moveTo>
                <a:lnTo>
                  <a:pt x="1580046" y="647666"/>
                </a:lnTo>
                <a:moveTo>
                  <a:pt x="1137908" y="989780"/>
                </a:moveTo>
                <a:lnTo>
                  <a:pt x="1026554" y="1020423"/>
                </a:lnTo>
                <a:moveTo>
                  <a:pt x="1294841" y="1241762"/>
                </a:moveTo>
                <a:lnTo>
                  <a:pt x="1219912" y="1119504"/>
                </a:lnTo>
                <a:moveTo>
                  <a:pt x="1327153" y="378695"/>
                </a:moveTo>
                <a:lnTo>
                  <a:pt x="1230834" y="283434"/>
                </a:lnTo>
                <a:moveTo>
                  <a:pt x="1691106" y="303294"/>
                </a:moveTo>
                <a:lnTo>
                  <a:pt x="1600384" y="333087"/>
                </a:lnTo>
                <a:moveTo>
                  <a:pt x="1436669" y="1248307"/>
                </a:moveTo>
                <a:lnTo>
                  <a:pt x="1458400" y="1230495"/>
                </a:lnTo>
                <a:moveTo>
                  <a:pt x="737554" y="852316"/>
                </a:moveTo>
                <a:lnTo>
                  <a:pt x="738751" y="797612"/>
                </a:lnTo>
                <a:moveTo>
                  <a:pt x="1327153" y="378695"/>
                </a:moveTo>
                <a:lnTo>
                  <a:pt x="1338241" y="300179"/>
                </a:lnTo>
                <a:moveTo>
                  <a:pt x="1125422" y="1000925"/>
                </a:moveTo>
                <a:lnTo>
                  <a:pt x="1026554" y="1020423"/>
                </a:lnTo>
                <a:moveTo>
                  <a:pt x="1510078" y="306712"/>
                </a:moveTo>
                <a:lnTo>
                  <a:pt x="1554878" y="229477"/>
                </a:lnTo>
                <a:moveTo>
                  <a:pt x="1012466" y="1068274"/>
                </a:moveTo>
                <a:lnTo>
                  <a:pt x="1125422" y="1000925"/>
                </a:lnTo>
                <a:moveTo>
                  <a:pt x="1702411" y="429045"/>
                </a:moveTo>
                <a:lnTo>
                  <a:pt x="1658616" y="372094"/>
                </a:lnTo>
                <a:moveTo>
                  <a:pt x="1395480" y="1287987"/>
                </a:moveTo>
                <a:lnTo>
                  <a:pt x="1294841" y="1241762"/>
                </a:lnTo>
                <a:moveTo>
                  <a:pt x="1815614" y="631193"/>
                </a:moveTo>
                <a:lnTo>
                  <a:pt x="1689082" y="660492"/>
                </a:lnTo>
                <a:moveTo>
                  <a:pt x="1610898" y="917286"/>
                </a:moveTo>
                <a:lnTo>
                  <a:pt x="1539443" y="941205"/>
                </a:lnTo>
                <a:moveTo>
                  <a:pt x="1183635" y="1017927"/>
                </a:moveTo>
                <a:lnTo>
                  <a:pt x="1164711" y="936691"/>
                </a:lnTo>
                <a:moveTo>
                  <a:pt x="1288250" y="398405"/>
                </a:moveTo>
                <a:lnTo>
                  <a:pt x="1217427" y="330719"/>
                </a:lnTo>
                <a:moveTo>
                  <a:pt x="1610898" y="917286"/>
                </a:moveTo>
                <a:lnTo>
                  <a:pt x="1543155" y="797320"/>
                </a:lnTo>
                <a:moveTo>
                  <a:pt x="1563958" y="1038684"/>
                </a:moveTo>
                <a:lnTo>
                  <a:pt x="1539443" y="941205"/>
                </a:lnTo>
                <a:moveTo>
                  <a:pt x="1778646" y="772016"/>
                </a:moveTo>
                <a:lnTo>
                  <a:pt x="1831255" y="713473"/>
                </a:lnTo>
                <a:moveTo>
                  <a:pt x="1288250" y="398405"/>
                </a:moveTo>
                <a:lnTo>
                  <a:pt x="1230834" y="283434"/>
                </a:lnTo>
                <a:moveTo>
                  <a:pt x="719634" y="725932"/>
                </a:moveTo>
                <a:lnTo>
                  <a:pt x="783270" y="588038"/>
                </a:lnTo>
                <a:moveTo>
                  <a:pt x="1831255" y="713473"/>
                </a:moveTo>
                <a:lnTo>
                  <a:pt x="1781959" y="759712"/>
                </a:lnTo>
                <a:moveTo>
                  <a:pt x="865565" y="1146614"/>
                </a:moveTo>
                <a:lnTo>
                  <a:pt x="869132" y="1082553"/>
                </a:lnTo>
                <a:moveTo>
                  <a:pt x="1080983" y="393612"/>
                </a:moveTo>
                <a:lnTo>
                  <a:pt x="1010868" y="302502"/>
                </a:lnTo>
                <a:moveTo>
                  <a:pt x="1610898" y="917286"/>
                </a:moveTo>
                <a:lnTo>
                  <a:pt x="1644506" y="834885"/>
                </a:lnTo>
                <a:moveTo>
                  <a:pt x="745876" y="823916"/>
                </a:moveTo>
                <a:lnTo>
                  <a:pt x="737554" y="852316"/>
                </a:lnTo>
                <a:moveTo>
                  <a:pt x="802095" y="972265"/>
                </a:moveTo>
                <a:lnTo>
                  <a:pt x="742091" y="888970"/>
                </a:lnTo>
                <a:moveTo>
                  <a:pt x="1212453" y="1092504"/>
                </a:moveTo>
                <a:lnTo>
                  <a:pt x="1183635" y="1017927"/>
                </a:lnTo>
                <a:moveTo>
                  <a:pt x="1217427" y="330719"/>
                </a:moveTo>
                <a:lnTo>
                  <a:pt x="1091122" y="396286"/>
                </a:lnTo>
                <a:moveTo>
                  <a:pt x="1802483" y="861549"/>
                </a:moveTo>
                <a:lnTo>
                  <a:pt x="1746393" y="865925"/>
                </a:lnTo>
                <a:moveTo>
                  <a:pt x="1391265" y="1309454"/>
                </a:moveTo>
                <a:lnTo>
                  <a:pt x="1351804" y="1333500"/>
                </a:lnTo>
                <a:moveTo>
                  <a:pt x="1580046" y="647666"/>
                </a:moveTo>
                <a:lnTo>
                  <a:pt x="1560732" y="634465"/>
                </a:lnTo>
                <a:moveTo>
                  <a:pt x="1683646" y="685196"/>
                </a:moveTo>
                <a:lnTo>
                  <a:pt x="1580046" y="647666"/>
                </a:lnTo>
                <a:moveTo>
                  <a:pt x="1199253" y="411288"/>
                </a:moveTo>
                <a:lnTo>
                  <a:pt x="1217427" y="330719"/>
                </a:lnTo>
                <a:moveTo>
                  <a:pt x="1683646" y="685196"/>
                </a:moveTo>
                <a:lnTo>
                  <a:pt x="1689082" y="660492"/>
                </a:lnTo>
                <a:moveTo>
                  <a:pt x="1576808" y="1198917"/>
                </a:moveTo>
                <a:lnTo>
                  <a:pt x="1533746" y="1202928"/>
                </a:lnTo>
                <a:moveTo>
                  <a:pt x="1683646" y="685196"/>
                </a:moveTo>
                <a:lnTo>
                  <a:pt x="1636812" y="656684"/>
                </a:lnTo>
                <a:moveTo>
                  <a:pt x="1638207" y="455818"/>
                </a:moveTo>
                <a:lnTo>
                  <a:pt x="1570723" y="480903"/>
                </a:lnTo>
                <a:moveTo>
                  <a:pt x="1600384" y="333087"/>
                </a:moveTo>
                <a:lnTo>
                  <a:pt x="1622482" y="249222"/>
                </a:lnTo>
                <a:moveTo>
                  <a:pt x="1638207" y="455818"/>
                </a:moveTo>
                <a:lnTo>
                  <a:pt x="1658616" y="372094"/>
                </a:lnTo>
                <a:moveTo>
                  <a:pt x="1746393" y="865925"/>
                </a:moveTo>
                <a:lnTo>
                  <a:pt x="1610898" y="917286"/>
                </a:lnTo>
                <a:moveTo>
                  <a:pt x="1560732" y="634465"/>
                </a:moveTo>
                <a:lnTo>
                  <a:pt x="1570723" y="480903"/>
                </a:lnTo>
                <a:moveTo>
                  <a:pt x="1636812" y="656684"/>
                </a:moveTo>
                <a:lnTo>
                  <a:pt x="1580046" y="647666"/>
                </a:lnTo>
                <a:moveTo>
                  <a:pt x="1010868" y="302502"/>
                </a:moveTo>
                <a:lnTo>
                  <a:pt x="983426" y="328415"/>
                </a:lnTo>
                <a:moveTo>
                  <a:pt x="1689082" y="660492"/>
                </a:moveTo>
                <a:lnTo>
                  <a:pt x="1636812" y="656684"/>
                </a:lnTo>
                <a:moveTo>
                  <a:pt x="1576808" y="1198917"/>
                </a:moveTo>
                <a:lnTo>
                  <a:pt x="1571819" y="1066223"/>
                </a:lnTo>
                <a:moveTo>
                  <a:pt x="1283001" y="1203427"/>
                </a:moveTo>
                <a:lnTo>
                  <a:pt x="1219912" y="1119504"/>
                </a:lnTo>
                <a:moveTo>
                  <a:pt x="1831255" y="713473"/>
                </a:moveTo>
                <a:lnTo>
                  <a:pt x="1815614" y="631193"/>
                </a:lnTo>
                <a:moveTo>
                  <a:pt x="1219912" y="1119504"/>
                </a:moveTo>
                <a:lnTo>
                  <a:pt x="1183635" y="1017927"/>
                </a:lnTo>
                <a:moveTo>
                  <a:pt x="738751" y="797612"/>
                </a:moveTo>
                <a:lnTo>
                  <a:pt x="719634" y="725932"/>
                </a:lnTo>
                <a:moveTo>
                  <a:pt x="1298846" y="1333500"/>
                </a:moveTo>
                <a:lnTo>
                  <a:pt x="1294841" y="1241762"/>
                </a:lnTo>
                <a:moveTo>
                  <a:pt x="1510078" y="306712"/>
                </a:moveTo>
                <a:lnTo>
                  <a:pt x="1455467" y="302405"/>
                </a:lnTo>
                <a:moveTo>
                  <a:pt x="742091" y="888970"/>
                </a:moveTo>
                <a:lnTo>
                  <a:pt x="745876" y="823916"/>
                </a:lnTo>
                <a:moveTo>
                  <a:pt x="1298011" y="1203211"/>
                </a:moveTo>
                <a:lnTo>
                  <a:pt x="1219912" y="1119504"/>
                </a:lnTo>
                <a:moveTo>
                  <a:pt x="766541" y="698455"/>
                </a:moveTo>
                <a:lnTo>
                  <a:pt x="719634" y="725932"/>
                </a:lnTo>
                <a:moveTo>
                  <a:pt x="1533746" y="1202928"/>
                </a:moveTo>
                <a:lnTo>
                  <a:pt x="1519735" y="1223670"/>
                </a:lnTo>
                <a:moveTo>
                  <a:pt x="1414393" y="369086"/>
                </a:moveTo>
                <a:lnTo>
                  <a:pt x="1327153" y="378695"/>
                </a:lnTo>
                <a:moveTo>
                  <a:pt x="869132" y="1082553"/>
                </a:moveTo>
                <a:lnTo>
                  <a:pt x="856379" y="1012668"/>
                </a:lnTo>
                <a:moveTo>
                  <a:pt x="1219912" y="1119504"/>
                </a:moveTo>
                <a:lnTo>
                  <a:pt x="1232240" y="1038005"/>
                </a:lnTo>
                <a:moveTo>
                  <a:pt x="1080983" y="393612"/>
                </a:moveTo>
                <a:lnTo>
                  <a:pt x="1091122" y="396286"/>
                </a:lnTo>
                <a:moveTo>
                  <a:pt x="1571819" y="1066223"/>
                </a:moveTo>
                <a:lnTo>
                  <a:pt x="1563958" y="1038684"/>
                </a:lnTo>
                <a:moveTo>
                  <a:pt x="1294841" y="1241762"/>
                </a:moveTo>
                <a:lnTo>
                  <a:pt x="1283001" y="1203427"/>
                </a:lnTo>
                <a:moveTo>
                  <a:pt x="1074463" y="1142522"/>
                </a:moveTo>
                <a:lnTo>
                  <a:pt x="1125422" y="1000925"/>
                </a:lnTo>
                <a:moveTo>
                  <a:pt x="1638207" y="455818"/>
                </a:moveTo>
                <a:lnTo>
                  <a:pt x="1550665" y="339427"/>
                </a:lnTo>
                <a:moveTo>
                  <a:pt x="1638207" y="455818"/>
                </a:moveTo>
                <a:lnTo>
                  <a:pt x="1522067" y="436275"/>
                </a:lnTo>
                <a:moveTo>
                  <a:pt x="1217427" y="330719"/>
                </a:moveTo>
                <a:lnTo>
                  <a:pt x="1230834" y="283434"/>
                </a:lnTo>
                <a:moveTo>
                  <a:pt x="1230834" y="283434"/>
                </a:moveTo>
                <a:lnTo>
                  <a:pt x="1254858" y="201825"/>
                </a:lnTo>
                <a:moveTo>
                  <a:pt x="956128" y="1224269"/>
                </a:moveTo>
                <a:lnTo>
                  <a:pt x="865565" y="1146614"/>
                </a:lnTo>
                <a:moveTo>
                  <a:pt x="1713978" y="933817"/>
                </a:moveTo>
                <a:lnTo>
                  <a:pt x="1746393" y="865925"/>
                </a:lnTo>
                <a:moveTo>
                  <a:pt x="1294841" y="1241762"/>
                </a:moveTo>
                <a:lnTo>
                  <a:pt x="1293187" y="1218428"/>
                </a:lnTo>
                <a:moveTo>
                  <a:pt x="1522067" y="436275"/>
                </a:moveTo>
                <a:lnTo>
                  <a:pt x="1455467" y="302405"/>
                </a:lnTo>
                <a:moveTo>
                  <a:pt x="787795" y="627715"/>
                </a:moveTo>
                <a:lnTo>
                  <a:pt x="783270" y="588038"/>
                </a:lnTo>
                <a:moveTo>
                  <a:pt x="1338241" y="300179"/>
                </a:moveTo>
                <a:lnTo>
                  <a:pt x="1230834" y="283434"/>
                </a:lnTo>
                <a:moveTo>
                  <a:pt x="803726" y="572543"/>
                </a:moveTo>
                <a:lnTo>
                  <a:pt x="783270" y="588038"/>
                </a:lnTo>
                <a:moveTo>
                  <a:pt x="1137908" y="989780"/>
                </a:moveTo>
                <a:lnTo>
                  <a:pt x="1125422" y="1000925"/>
                </a:lnTo>
                <a:moveTo>
                  <a:pt x="1533746" y="1202928"/>
                </a:moveTo>
                <a:lnTo>
                  <a:pt x="1436669" y="1248307"/>
                </a:lnTo>
                <a:moveTo>
                  <a:pt x="1254858" y="201825"/>
                </a:moveTo>
                <a:lnTo>
                  <a:pt x="1276599" y="121430"/>
                </a:lnTo>
                <a:moveTo>
                  <a:pt x="1436669" y="1248307"/>
                </a:moveTo>
                <a:lnTo>
                  <a:pt x="1395480" y="1287987"/>
                </a:lnTo>
                <a:moveTo>
                  <a:pt x="766541" y="698455"/>
                </a:moveTo>
                <a:lnTo>
                  <a:pt x="783270" y="588038"/>
                </a:lnTo>
                <a:moveTo>
                  <a:pt x="1658616" y="372094"/>
                </a:moveTo>
                <a:lnTo>
                  <a:pt x="1600384" y="333087"/>
                </a:lnTo>
                <a:moveTo>
                  <a:pt x="1576808" y="1198917"/>
                </a:moveTo>
                <a:lnTo>
                  <a:pt x="1519735" y="1223670"/>
                </a:lnTo>
                <a:moveTo>
                  <a:pt x="1802483" y="861549"/>
                </a:moveTo>
                <a:lnTo>
                  <a:pt x="1831255" y="713473"/>
                </a:lnTo>
                <a:moveTo>
                  <a:pt x="1217427" y="330719"/>
                </a:moveTo>
                <a:lnTo>
                  <a:pt x="1192035" y="304144"/>
                </a:lnTo>
                <a:moveTo>
                  <a:pt x="1588715" y="953954"/>
                </a:moveTo>
                <a:lnTo>
                  <a:pt x="1539443" y="941205"/>
                </a:lnTo>
                <a:moveTo>
                  <a:pt x="1183635" y="1017927"/>
                </a:moveTo>
                <a:lnTo>
                  <a:pt x="1137908" y="989780"/>
                </a:lnTo>
                <a:moveTo>
                  <a:pt x="1570723" y="480903"/>
                </a:moveTo>
                <a:lnTo>
                  <a:pt x="1522067" y="436275"/>
                </a:lnTo>
                <a:moveTo>
                  <a:pt x="1658616" y="372094"/>
                </a:moveTo>
                <a:lnTo>
                  <a:pt x="1550665" y="339427"/>
                </a:lnTo>
                <a:moveTo>
                  <a:pt x="1230834" y="283434"/>
                </a:moveTo>
                <a:lnTo>
                  <a:pt x="1192035" y="304144"/>
                </a:lnTo>
                <a:moveTo>
                  <a:pt x="983798" y="1206361"/>
                </a:moveTo>
                <a:lnTo>
                  <a:pt x="1074463" y="1142522"/>
                </a:lnTo>
                <a:moveTo>
                  <a:pt x="956128" y="1224269"/>
                </a:moveTo>
                <a:lnTo>
                  <a:pt x="853583" y="1175461"/>
                </a:lnTo>
                <a:moveTo>
                  <a:pt x="956128" y="1224269"/>
                </a:moveTo>
                <a:lnTo>
                  <a:pt x="892773" y="1179777"/>
                </a:lnTo>
                <a:moveTo>
                  <a:pt x="892773" y="1179777"/>
                </a:moveTo>
                <a:lnTo>
                  <a:pt x="865565" y="1146614"/>
                </a:lnTo>
                <a:moveTo>
                  <a:pt x="1550665" y="339427"/>
                </a:moveTo>
                <a:lnTo>
                  <a:pt x="1510078" y="306712"/>
                </a:lnTo>
                <a:moveTo>
                  <a:pt x="1522067" y="436275"/>
                </a:moveTo>
                <a:lnTo>
                  <a:pt x="1510078" y="306712"/>
                </a:lnTo>
                <a:moveTo>
                  <a:pt x="1357652" y="221832"/>
                </a:moveTo>
                <a:lnTo>
                  <a:pt x="1254858" y="201825"/>
                </a:lnTo>
                <a:moveTo>
                  <a:pt x="1422675" y="374880"/>
                </a:moveTo>
                <a:lnTo>
                  <a:pt x="1455467" y="302405"/>
                </a:lnTo>
                <a:moveTo>
                  <a:pt x="1560732" y="634465"/>
                </a:moveTo>
                <a:lnTo>
                  <a:pt x="1519955" y="556395"/>
                </a:lnTo>
                <a:moveTo>
                  <a:pt x="1357652" y="221832"/>
                </a:moveTo>
                <a:lnTo>
                  <a:pt x="1230834" y="283434"/>
                </a:lnTo>
                <a:moveTo>
                  <a:pt x="1320294" y="1101346"/>
                </a:moveTo>
                <a:lnTo>
                  <a:pt x="1219912" y="1119504"/>
                </a:lnTo>
                <a:moveTo>
                  <a:pt x="1298709" y="1333500"/>
                </a:moveTo>
                <a:lnTo>
                  <a:pt x="1293187" y="1218428"/>
                </a:lnTo>
                <a:moveTo>
                  <a:pt x="1455467" y="302405"/>
                </a:moveTo>
                <a:lnTo>
                  <a:pt x="1414393" y="369086"/>
                </a:lnTo>
                <a:moveTo>
                  <a:pt x="1254858" y="201825"/>
                </a:moveTo>
                <a:lnTo>
                  <a:pt x="1169665" y="141132"/>
                </a:lnTo>
                <a:moveTo>
                  <a:pt x="1687928" y="633117"/>
                </a:moveTo>
                <a:lnTo>
                  <a:pt x="1689082" y="660492"/>
                </a:lnTo>
                <a:moveTo>
                  <a:pt x="1553725" y="969536"/>
                </a:moveTo>
                <a:lnTo>
                  <a:pt x="1539443" y="941205"/>
                </a:lnTo>
                <a:moveTo>
                  <a:pt x="1687928" y="633117"/>
                </a:moveTo>
                <a:lnTo>
                  <a:pt x="1636812" y="656684"/>
                </a:lnTo>
                <a:moveTo>
                  <a:pt x="1539113" y="1137650"/>
                </a:moveTo>
                <a:lnTo>
                  <a:pt x="1571819" y="1066223"/>
                </a:lnTo>
                <a:moveTo>
                  <a:pt x="1111437" y="370924"/>
                </a:moveTo>
                <a:lnTo>
                  <a:pt x="1091122" y="396286"/>
                </a:lnTo>
                <a:moveTo>
                  <a:pt x="865565" y="1146614"/>
                </a:moveTo>
                <a:lnTo>
                  <a:pt x="856379" y="1012668"/>
                </a:lnTo>
                <a:moveTo>
                  <a:pt x="1234958" y="1026204"/>
                </a:moveTo>
                <a:lnTo>
                  <a:pt x="1137908" y="989780"/>
                </a:lnTo>
                <a:moveTo>
                  <a:pt x="1338241" y="300179"/>
                </a:moveTo>
                <a:lnTo>
                  <a:pt x="1357652" y="221832"/>
                </a:lnTo>
                <a:moveTo>
                  <a:pt x="738751" y="797612"/>
                </a:moveTo>
                <a:lnTo>
                  <a:pt x="766541" y="698455"/>
                </a:lnTo>
                <a:moveTo>
                  <a:pt x="787795" y="627715"/>
                </a:moveTo>
                <a:lnTo>
                  <a:pt x="803726" y="572543"/>
                </a:lnTo>
                <a:moveTo>
                  <a:pt x="1713978" y="933817"/>
                </a:moveTo>
                <a:lnTo>
                  <a:pt x="1802483" y="861549"/>
                </a:lnTo>
                <a:moveTo>
                  <a:pt x="1580046" y="647666"/>
                </a:moveTo>
                <a:lnTo>
                  <a:pt x="1519955" y="556395"/>
                </a:lnTo>
                <a:moveTo>
                  <a:pt x="983798" y="1206361"/>
                </a:moveTo>
                <a:lnTo>
                  <a:pt x="956128" y="1224269"/>
                </a:lnTo>
                <a:moveTo>
                  <a:pt x="1550665" y="339427"/>
                </a:moveTo>
                <a:lnTo>
                  <a:pt x="1600384" y="333087"/>
                </a:lnTo>
                <a:moveTo>
                  <a:pt x="1357652" y="221832"/>
                </a:moveTo>
                <a:lnTo>
                  <a:pt x="1276599" y="121430"/>
                </a:lnTo>
                <a:moveTo>
                  <a:pt x="766541" y="698455"/>
                </a:moveTo>
                <a:lnTo>
                  <a:pt x="787795" y="627715"/>
                </a:lnTo>
                <a:moveTo>
                  <a:pt x="1254858" y="201825"/>
                </a:moveTo>
                <a:lnTo>
                  <a:pt x="1149429" y="152267"/>
                </a:lnTo>
                <a:moveTo>
                  <a:pt x="802095" y="972265"/>
                </a:moveTo>
                <a:lnTo>
                  <a:pt x="745876" y="823916"/>
                </a:lnTo>
                <a:moveTo>
                  <a:pt x="1376162" y="157063"/>
                </a:moveTo>
                <a:lnTo>
                  <a:pt x="1276599" y="121430"/>
                </a:lnTo>
                <a:moveTo>
                  <a:pt x="856379" y="1012668"/>
                </a:moveTo>
                <a:lnTo>
                  <a:pt x="802095" y="972265"/>
                </a:lnTo>
                <a:moveTo>
                  <a:pt x="1230834" y="283434"/>
                </a:moveTo>
                <a:lnTo>
                  <a:pt x="1149429" y="152267"/>
                </a:lnTo>
                <a:moveTo>
                  <a:pt x="1276599" y="121430"/>
                </a:moveTo>
                <a:lnTo>
                  <a:pt x="1169665" y="141132"/>
                </a:lnTo>
                <a:moveTo>
                  <a:pt x="1298011" y="1203211"/>
                </a:moveTo>
                <a:lnTo>
                  <a:pt x="1283001" y="1203427"/>
                </a:lnTo>
                <a:moveTo>
                  <a:pt x="1815614" y="631193"/>
                </a:moveTo>
                <a:lnTo>
                  <a:pt x="1796889" y="624454"/>
                </a:lnTo>
                <a:moveTo>
                  <a:pt x="1293187" y="1218428"/>
                </a:moveTo>
                <a:lnTo>
                  <a:pt x="1283001" y="1203427"/>
                </a:lnTo>
                <a:moveTo>
                  <a:pt x="853583" y="1175461"/>
                </a:moveTo>
                <a:lnTo>
                  <a:pt x="892773" y="1179777"/>
                </a:lnTo>
                <a:moveTo>
                  <a:pt x="1519955" y="556395"/>
                </a:moveTo>
                <a:lnTo>
                  <a:pt x="1570723" y="480903"/>
                </a:lnTo>
                <a:moveTo>
                  <a:pt x="1713978" y="933817"/>
                </a:moveTo>
                <a:lnTo>
                  <a:pt x="1610898" y="917286"/>
                </a:lnTo>
                <a:moveTo>
                  <a:pt x="1522067" y="436275"/>
                </a:moveTo>
                <a:lnTo>
                  <a:pt x="1550665" y="339427"/>
                </a:lnTo>
                <a:moveTo>
                  <a:pt x="745876" y="823916"/>
                </a:moveTo>
                <a:lnTo>
                  <a:pt x="738751" y="797612"/>
                </a:lnTo>
                <a:moveTo>
                  <a:pt x="1232240" y="1038005"/>
                </a:moveTo>
                <a:lnTo>
                  <a:pt x="1183635" y="1017927"/>
                </a:lnTo>
                <a:moveTo>
                  <a:pt x="1576808" y="1198917"/>
                </a:moveTo>
                <a:lnTo>
                  <a:pt x="1539113" y="1137650"/>
                </a:lnTo>
                <a:moveTo>
                  <a:pt x="1571819" y="1066223"/>
                </a:moveTo>
                <a:lnTo>
                  <a:pt x="1529896" y="1119055"/>
                </a:lnTo>
                <a:moveTo>
                  <a:pt x="1746111" y="935404"/>
                </a:moveTo>
                <a:lnTo>
                  <a:pt x="1802483" y="861549"/>
                </a:lnTo>
                <a:moveTo>
                  <a:pt x="1234958" y="1026204"/>
                </a:moveTo>
                <a:lnTo>
                  <a:pt x="1183635" y="1017927"/>
                </a:lnTo>
                <a:moveTo>
                  <a:pt x="1293187" y="1218428"/>
                </a:moveTo>
                <a:lnTo>
                  <a:pt x="1298011" y="1203211"/>
                </a:lnTo>
                <a:moveTo>
                  <a:pt x="1074463" y="1142522"/>
                </a:moveTo>
                <a:lnTo>
                  <a:pt x="1077855" y="1077352"/>
                </a:lnTo>
                <a:moveTo>
                  <a:pt x="1799121" y="637928"/>
                </a:moveTo>
                <a:lnTo>
                  <a:pt x="1815614" y="631193"/>
                </a:lnTo>
                <a:moveTo>
                  <a:pt x="1519735" y="1223670"/>
                </a:moveTo>
                <a:lnTo>
                  <a:pt x="1436669" y="1248307"/>
                </a:lnTo>
                <a:moveTo>
                  <a:pt x="1357652" y="221832"/>
                </a:moveTo>
                <a:lnTo>
                  <a:pt x="1376162" y="157063"/>
                </a:lnTo>
                <a:moveTo>
                  <a:pt x="1414393" y="369086"/>
                </a:moveTo>
                <a:lnTo>
                  <a:pt x="1338241" y="300179"/>
                </a:lnTo>
                <a:moveTo>
                  <a:pt x="865565" y="1146614"/>
                </a:moveTo>
                <a:lnTo>
                  <a:pt x="883110" y="1052552"/>
                </a:lnTo>
                <a:moveTo>
                  <a:pt x="1230834" y="283434"/>
                </a:moveTo>
                <a:lnTo>
                  <a:pt x="1120462" y="239809"/>
                </a:lnTo>
                <a:moveTo>
                  <a:pt x="1232240" y="1038005"/>
                </a:moveTo>
                <a:lnTo>
                  <a:pt x="1234958" y="1026204"/>
                </a:lnTo>
                <a:moveTo>
                  <a:pt x="1580046" y="647666"/>
                </a:moveTo>
                <a:lnTo>
                  <a:pt x="1578284" y="600090"/>
                </a:lnTo>
                <a:moveTo>
                  <a:pt x="1688587" y="609864"/>
                </a:moveTo>
                <a:lnTo>
                  <a:pt x="1580046" y="647666"/>
                </a:lnTo>
                <a:moveTo>
                  <a:pt x="960442" y="1171800"/>
                </a:moveTo>
                <a:lnTo>
                  <a:pt x="865565" y="1146614"/>
                </a:lnTo>
                <a:moveTo>
                  <a:pt x="1688587" y="609864"/>
                </a:moveTo>
                <a:lnTo>
                  <a:pt x="1636812" y="656684"/>
                </a:lnTo>
                <a:moveTo>
                  <a:pt x="1519735" y="1223670"/>
                </a:moveTo>
                <a:lnTo>
                  <a:pt x="1539113" y="1137650"/>
                </a:lnTo>
                <a:moveTo>
                  <a:pt x="1217427" y="330719"/>
                </a:moveTo>
                <a:lnTo>
                  <a:pt x="1111437" y="370924"/>
                </a:lnTo>
                <a:moveTo>
                  <a:pt x="803726" y="572543"/>
                </a:moveTo>
                <a:lnTo>
                  <a:pt x="819742" y="498980"/>
                </a:lnTo>
                <a:moveTo>
                  <a:pt x="738751" y="797612"/>
                </a:moveTo>
                <a:lnTo>
                  <a:pt x="796425" y="682200"/>
                </a:lnTo>
                <a:moveTo>
                  <a:pt x="1169665" y="141132"/>
                </a:moveTo>
                <a:lnTo>
                  <a:pt x="1149429" y="152267"/>
                </a:lnTo>
                <a:moveTo>
                  <a:pt x="1519735" y="1223670"/>
                </a:moveTo>
                <a:lnTo>
                  <a:pt x="1400915" y="1221885"/>
                </a:lnTo>
                <a:moveTo>
                  <a:pt x="923383" y="1296174"/>
                </a:moveTo>
                <a:lnTo>
                  <a:pt x="956128" y="1224269"/>
                </a:lnTo>
                <a:moveTo>
                  <a:pt x="1796889" y="624454"/>
                </a:moveTo>
                <a:lnTo>
                  <a:pt x="1689082" y="660492"/>
                </a:lnTo>
                <a:moveTo>
                  <a:pt x="1522067" y="436275"/>
                </a:moveTo>
                <a:lnTo>
                  <a:pt x="1422675" y="374880"/>
                </a:lnTo>
                <a:moveTo>
                  <a:pt x="796425" y="682200"/>
                </a:moveTo>
                <a:lnTo>
                  <a:pt x="787795" y="627715"/>
                </a:lnTo>
                <a:moveTo>
                  <a:pt x="1704469" y="950604"/>
                </a:moveTo>
                <a:lnTo>
                  <a:pt x="1610898" y="917286"/>
                </a:lnTo>
                <a:moveTo>
                  <a:pt x="1080983" y="393612"/>
                </a:moveTo>
                <a:lnTo>
                  <a:pt x="983426" y="328415"/>
                </a:lnTo>
                <a:moveTo>
                  <a:pt x="1077855" y="1077352"/>
                </a:moveTo>
                <a:lnTo>
                  <a:pt x="1125422" y="1000925"/>
                </a:lnTo>
                <a:moveTo>
                  <a:pt x="1519955" y="556395"/>
                </a:moveTo>
                <a:lnTo>
                  <a:pt x="1522067" y="436275"/>
                </a:lnTo>
                <a:moveTo>
                  <a:pt x="1338241" y="300179"/>
                </a:moveTo>
                <a:lnTo>
                  <a:pt x="1431631" y="217641"/>
                </a:lnTo>
                <a:moveTo>
                  <a:pt x="766541" y="698455"/>
                </a:moveTo>
                <a:lnTo>
                  <a:pt x="796425" y="682200"/>
                </a:lnTo>
                <a:moveTo>
                  <a:pt x="1192035" y="304144"/>
                </a:moveTo>
                <a:lnTo>
                  <a:pt x="1120462" y="239809"/>
                </a:lnTo>
                <a:moveTo>
                  <a:pt x="1400915" y="1221885"/>
                </a:moveTo>
                <a:lnTo>
                  <a:pt x="1298011" y="1203211"/>
                </a:lnTo>
                <a:moveTo>
                  <a:pt x="1529896" y="1119055"/>
                </a:moveTo>
                <a:lnTo>
                  <a:pt x="1563958" y="1038684"/>
                </a:lnTo>
                <a:moveTo>
                  <a:pt x="1080983" y="393612"/>
                </a:moveTo>
                <a:lnTo>
                  <a:pt x="990760" y="335679"/>
                </a:lnTo>
                <a:moveTo>
                  <a:pt x="1400915" y="1221885"/>
                </a:moveTo>
                <a:lnTo>
                  <a:pt x="1293187" y="1218428"/>
                </a:lnTo>
                <a:moveTo>
                  <a:pt x="1486966" y="536828"/>
                </a:moveTo>
                <a:lnTo>
                  <a:pt x="1522067" y="436275"/>
                </a:lnTo>
                <a:moveTo>
                  <a:pt x="1802483" y="861549"/>
                </a:moveTo>
                <a:lnTo>
                  <a:pt x="1853356" y="810247"/>
                </a:lnTo>
                <a:moveTo>
                  <a:pt x="1610898" y="917286"/>
                </a:moveTo>
                <a:lnTo>
                  <a:pt x="1588715" y="953954"/>
                </a:lnTo>
                <a:moveTo>
                  <a:pt x="1169665" y="141132"/>
                </a:moveTo>
                <a:lnTo>
                  <a:pt x="1157300" y="118119"/>
                </a:lnTo>
                <a:moveTo>
                  <a:pt x="1252717" y="936885"/>
                </a:moveTo>
                <a:lnTo>
                  <a:pt x="1137908" y="989780"/>
                </a:lnTo>
                <a:moveTo>
                  <a:pt x="1563295" y="261192"/>
                </a:moveTo>
                <a:lnTo>
                  <a:pt x="1510078" y="306712"/>
                </a:lnTo>
                <a:moveTo>
                  <a:pt x="1137908" y="989780"/>
                </a:moveTo>
                <a:lnTo>
                  <a:pt x="1139842" y="933303"/>
                </a:lnTo>
                <a:moveTo>
                  <a:pt x="1080983" y="393612"/>
                </a:moveTo>
                <a:lnTo>
                  <a:pt x="976081" y="346098"/>
                </a:lnTo>
                <a:moveTo>
                  <a:pt x="960442" y="1171800"/>
                </a:moveTo>
                <a:lnTo>
                  <a:pt x="853583" y="1175461"/>
                </a:lnTo>
                <a:moveTo>
                  <a:pt x="745876" y="823916"/>
                </a:moveTo>
                <a:lnTo>
                  <a:pt x="796425" y="682200"/>
                </a:lnTo>
                <a:moveTo>
                  <a:pt x="1111437" y="370924"/>
                </a:moveTo>
                <a:lnTo>
                  <a:pt x="1192035" y="304144"/>
                </a:lnTo>
                <a:moveTo>
                  <a:pt x="960442" y="1171800"/>
                </a:moveTo>
                <a:lnTo>
                  <a:pt x="892773" y="1179777"/>
                </a:lnTo>
                <a:moveTo>
                  <a:pt x="1600384" y="333087"/>
                </a:moveTo>
                <a:lnTo>
                  <a:pt x="1572173" y="235825"/>
                </a:lnTo>
                <a:moveTo>
                  <a:pt x="1376162" y="157063"/>
                </a:moveTo>
                <a:lnTo>
                  <a:pt x="1397143" y="67885"/>
                </a:lnTo>
                <a:moveTo>
                  <a:pt x="1276599" y="121430"/>
                </a:moveTo>
                <a:lnTo>
                  <a:pt x="1288238" y="41588"/>
                </a:lnTo>
                <a:moveTo>
                  <a:pt x="1149429" y="152267"/>
                </a:moveTo>
                <a:lnTo>
                  <a:pt x="1157300" y="118119"/>
                </a:lnTo>
                <a:moveTo>
                  <a:pt x="1746111" y="935404"/>
                </a:moveTo>
                <a:lnTo>
                  <a:pt x="1713978" y="933817"/>
                </a:lnTo>
                <a:moveTo>
                  <a:pt x="802095" y="972265"/>
                </a:moveTo>
                <a:lnTo>
                  <a:pt x="809194" y="903353"/>
                </a:lnTo>
                <a:moveTo>
                  <a:pt x="883110" y="1052552"/>
                </a:moveTo>
                <a:lnTo>
                  <a:pt x="856379" y="1012668"/>
                </a:lnTo>
                <a:moveTo>
                  <a:pt x="1436669" y="1248307"/>
                </a:moveTo>
                <a:lnTo>
                  <a:pt x="1400915" y="1221885"/>
                </a:lnTo>
                <a:moveTo>
                  <a:pt x="1298011" y="1203211"/>
                </a:moveTo>
                <a:lnTo>
                  <a:pt x="1320294" y="1101346"/>
                </a:lnTo>
                <a:moveTo>
                  <a:pt x="1139842" y="933303"/>
                </a:moveTo>
                <a:lnTo>
                  <a:pt x="1125422" y="1000925"/>
                </a:lnTo>
                <a:moveTo>
                  <a:pt x="973340" y="1110654"/>
                </a:moveTo>
                <a:lnTo>
                  <a:pt x="865565" y="1146614"/>
                </a:lnTo>
                <a:moveTo>
                  <a:pt x="1431631" y="217641"/>
                </a:moveTo>
                <a:lnTo>
                  <a:pt x="1357652" y="221832"/>
                </a:lnTo>
                <a:moveTo>
                  <a:pt x="898326" y="983388"/>
                </a:moveTo>
                <a:lnTo>
                  <a:pt x="802095" y="972265"/>
                </a:lnTo>
                <a:moveTo>
                  <a:pt x="1111437" y="370924"/>
                </a:moveTo>
                <a:lnTo>
                  <a:pt x="1080983" y="393612"/>
                </a:lnTo>
                <a:moveTo>
                  <a:pt x="1600384" y="333087"/>
                </a:moveTo>
                <a:lnTo>
                  <a:pt x="1563295" y="261192"/>
                </a:lnTo>
                <a:moveTo>
                  <a:pt x="1320294" y="1101346"/>
                </a:moveTo>
                <a:lnTo>
                  <a:pt x="1232240" y="1038005"/>
                </a:lnTo>
                <a:moveTo>
                  <a:pt x="1378365" y="1288691"/>
                </a:moveTo>
                <a:lnTo>
                  <a:pt x="1293187" y="1218428"/>
                </a:lnTo>
                <a:moveTo>
                  <a:pt x="1125422" y="1000925"/>
                </a:moveTo>
                <a:lnTo>
                  <a:pt x="1130382" y="936214"/>
                </a:lnTo>
                <a:moveTo>
                  <a:pt x="1563958" y="1038684"/>
                </a:moveTo>
                <a:lnTo>
                  <a:pt x="1553725" y="969536"/>
                </a:lnTo>
                <a:moveTo>
                  <a:pt x="787795" y="627715"/>
                </a:moveTo>
                <a:lnTo>
                  <a:pt x="863166" y="545213"/>
                </a:lnTo>
                <a:moveTo>
                  <a:pt x="1431631" y="217641"/>
                </a:moveTo>
                <a:lnTo>
                  <a:pt x="1376162" y="157063"/>
                </a:lnTo>
                <a:moveTo>
                  <a:pt x="1120462" y="239809"/>
                </a:moveTo>
                <a:lnTo>
                  <a:pt x="1149429" y="152267"/>
                </a:lnTo>
                <a:moveTo>
                  <a:pt x="1422675" y="374880"/>
                </a:moveTo>
                <a:lnTo>
                  <a:pt x="1414393" y="369086"/>
                </a:lnTo>
                <a:moveTo>
                  <a:pt x="990760" y="335679"/>
                </a:moveTo>
                <a:lnTo>
                  <a:pt x="983426" y="328415"/>
                </a:lnTo>
                <a:moveTo>
                  <a:pt x="803726" y="572543"/>
                </a:moveTo>
                <a:lnTo>
                  <a:pt x="863166" y="545213"/>
                </a:lnTo>
                <a:moveTo>
                  <a:pt x="983798" y="1206361"/>
                </a:moveTo>
                <a:lnTo>
                  <a:pt x="1077855" y="1077352"/>
                </a:lnTo>
                <a:moveTo>
                  <a:pt x="983798" y="1206361"/>
                </a:moveTo>
                <a:lnTo>
                  <a:pt x="960442" y="1171800"/>
                </a:lnTo>
                <a:moveTo>
                  <a:pt x="1853356" y="810247"/>
                </a:moveTo>
                <a:lnTo>
                  <a:pt x="1831255" y="713473"/>
                </a:lnTo>
                <a:moveTo>
                  <a:pt x="1276599" y="121430"/>
                </a:moveTo>
                <a:lnTo>
                  <a:pt x="1169359" y="52464"/>
                </a:lnTo>
                <a:moveTo>
                  <a:pt x="1550665" y="339427"/>
                </a:moveTo>
                <a:lnTo>
                  <a:pt x="1563295" y="261192"/>
                </a:lnTo>
                <a:moveTo>
                  <a:pt x="1713978" y="933817"/>
                </a:moveTo>
                <a:lnTo>
                  <a:pt x="1704469" y="950604"/>
                </a:lnTo>
                <a:moveTo>
                  <a:pt x="1519735" y="1223670"/>
                </a:moveTo>
                <a:lnTo>
                  <a:pt x="1419457" y="1137939"/>
                </a:lnTo>
                <a:moveTo>
                  <a:pt x="1486966" y="536828"/>
                </a:moveTo>
                <a:lnTo>
                  <a:pt x="1422675" y="374880"/>
                </a:lnTo>
                <a:moveTo>
                  <a:pt x="923383" y="1296174"/>
                </a:moveTo>
                <a:lnTo>
                  <a:pt x="983798" y="1206361"/>
                </a:lnTo>
                <a:moveTo>
                  <a:pt x="1419207" y="380585"/>
                </a:moveTo>
                <a:lnTo>
                  <a:pt x="1422675" y="374880"/>
                </a:lnTo>
                <a:moveTo>
                  <a:pt x="1445871" y="264570"/>
                </a:moveTo>
                <a:lnTo>
                  <a:pt x="1338241" y="300179"/>
                </a:lnTo>
                <a:moveTo>
                  <a:pt x="1519955" y="556395"/>
                </a:moveTo>
                <a:lnTo>
                  <a:pt x="1486966" y="536828"/>
                </a:lnTo>
                <a:moveTo>
                  <a:pt x="982257" y="324126"/>
                </a:moveTo>
                <a:lnTo>
                  <a:pt x="983426" y="328415"/>
                </a:lnTo>
                <a:moveTo>
                  <a:pt x="1376162" y="157063"/>
                </a:moveTo>
                <a:lnTo>
                  <a:pt x="1288238" y="41588"/>
                </a:lnTo>
                <a:moveTo>
                  <a:pt x="1831255" y="713473"/>
                </a:moveTo>
                <a:lnTo>
                  <a:pt x="1799121" y="637928"/>
                </a:lnTo>
                <a:moveTo>
                  <a:pt x="1419207" y="380585"/>
                </a:moveTo>
                <a:lnTo>
                  <a:pt x="1414393" y="369086"/>
                </a:lnTo>
                <a:moveTo>
                  <a:pt x="1378365" y="1288691"/>
                </a:moveTo>
                <a:lnTo>
                  <a:pt x="1436669" y="1248307"/>
                </a:lnTo>
                <a:moveTo>
                  <a:pt x="976081" y="346098"/>
                </a:moveTo>
                <a:lnTo>
                  <a:pt x="990760" y="335679"/>
                </a:lnTo>
                <a:moveTo>
                  <a:pt x="990760" y="335679"/>
                </a:moveTo>
                <a:lnTo>
                  <a:pt x="982257" y="324126"/>
                </a:lnTo>
                <a:moveTo>
                  <a:pt x="1234958" y="1026204"/>
                </a:moveTo>
                <a:lnTo>
                  <a:pt x="1252717" y="936885"/>
                </a:lnTo>
                <a:moveTo>
                  <a:pt x="809194" y="903353"/>
                </a:moveTo>
                <a:lnTo>
                  <a:pt x="745876" y="823916"/>
                </a:lnTo>
                <a:moveTo>
                  <a:pt x="1746111" y="935404"/>
                </a:moveTo>
                <a:lnTo>
                  <a:pt x="1704469" y="950604"/>
                </a:lnTo>
                <a:moveTo>
                  <a:pt x="1339750" y="1021907"/>
                </a:moveTo>
                <a:lnTo>
                  <a:pt x="1232240" y="1038005"/>
                </a:lnTo>
                <a:moveTo>
                  <a:pt x="1539113" y="1137650"/>
                </a:moveTo>
                <a:lnTo>
                  <a:pt x="1529896" y="1119055"/>
                </a:lnTo>
                <a:moveTo>
                  <a:pt x="903878" y="950732"/>
                </a:moveTo>
                <a:lnTo>
                  <a:pt x="802095" y="972265"/>
                </a:lnTo>
                <a:moveTo>
                  <a:pt x="1688587" y="609864"/>
                </a:moveTo>
                <a:lnTo>
                  <a:pt x="1687928" y="633117"/>
                </a:lnTo>
                <a:moveTo>
                  <a:pt x="976081" y="346098"/>
                </a:moveTo>
                <a:lnTo>
                  <a:pt x="982257" y="324126"/>
                </a:lnTo>
                <a:moveTo>
                  <a:pt x="1400915" y="1221885"/>
                </a:moveTo>
                <a:lnTo>
                  <a:pt x="1320294" y="1101346"/>
                </a:lnTo>
                <a:moveTo>
                  <a:pt x="898326" y="983388"/>
                </a:moveTo>
                <a:lnTo>
                  <a:pt x="856379" y="1012668"/>
                </a:lnTo>
                <a:moveTo>
                  <a:pt x="1424262" y="355582"/>
                </a:moveTo>
                <a:lnTo>
                  <a:pt x="1414393" y="369086"/>
                </a:lnTo>
                <a:moveTo>
                  <a:pt x="1339750" y="1021907"/>
                </a:moveTo>
                <a:lnTo>
                  <a:pt x="1234958" y="1026204"/>
                </a:lnTo>
                <a:moveTo>
                  <a:pt x="1169665" y="141132"/>
                </a:moveTo>
                <a:lnTo>
                  <a:pt x="1169359" y="52464"/>
                </a:lnTo>
                <a:moveTo>
                  <a:pt x="1378365" y="1288691"/>
                </a:moveTo>
                <a:lnTo>
                  <a:pt x="1400915" y="1221885"/>
                </a:lnTo>
                <a:moveTo>
                  <a:pt x="1796889" y="624454"/>
                </a:moveTo>
                <a:lnTo>
                  <a:pt x="1687928" y="633117"/>
                </a:lnTo>
                <a:moveTo>
                  <a:pt x="931711" y="1281468"/>
                </a:moveTo>
                <a:lnTo>
                  <a:pt x="983798" y="1206361"/>
                </a:lnTo>
                <a:moveTo>
                  <a:pt x="1756339" y="625433"/>
                </a:moveTo>
                <a:lnTo>
                  <a:pt x="1687928" y="633117"/>
                </a:lnTo>
                <a:moveTo>
                  <a:pt x="1578284" y="600090"/>
                </a:moveTo>
                <a:lnTo>
                  <a:pt x="1519955" y="556395"/>
                </a:lnTo>
                <a:moveTo>
                  <a:pt x="1111437" y="370924"/>
                </a:moveTo>
                <a:lnTo>
                  <a:pt x="1120462" y="239809"/>
                </a:lnTo>
                <a:moveTo>
                  <a:pt x="1463478" y="204971"/>
                </a:moveTo>
                <a:lnTo>
                  <a:pt x="1376162" y="157063"/>
                </a:lnTo>
                <a:moveTo>
                  <a:pt x="1498881" y="100741"/>
                </a:moveTo>
                <a:lnTo>
                  <a:pt x="1397143" y="67885"/>
                </a:lnTo>
                <a:moveTo>
                  <a:pt x="1419207" y="380585"/>
                </a:moveTo>
                <a:lnTo>
                  <a:pt x="1424262" y="355582"/>
                </a:lnTo>
                <a:moveTo>
                  <a:pt x="983798" y="1206361"/>
                </a:moveTo>
                <a:lnTo>
                  <a:pt x="973340" y="1110654"/>
                </a:lnTo>
                <a:moveTo>
                  <a:pt x="863166" y="545213"/>
                </a:moveTo>
                <a:lnTo>
                  <a:pt x="819742" y="498980"/>
                </a:lnTo>
                <a:moveTo>
                  <a:pt x="1397143" y="67885"/>
                </a:moveTo>
                <a:lnTo>
                  <a:pt x="1364480" y="41550"/>
                </a:lnTo>
                <a:moveTo>
                  <a:pt x="1578284" y="600090"/>
                </a:moveTo>
                <a:lnTo>
                  <a:pt x="1486966" y="536828"/>
                </a:lnTo>
                <a:moveTo>
                  <a:pt x="796425" y="682200"/>
                </a:moveTo>
                <a:lnTo>
                  <a:pt x="863166" y="545213"/>
                </a:lnTo>
                <a:moveTo>
                  <a:pt x="1746111" y="935404"/>
                </a:moveTo>
                <a:lnTo>
                  <a:pt x="1853356" y="810247"/>
                </a:lnTo>
                <a:moveTo>
                  <a:pt x="1397143" y="67885"/>
                </a:moveTo>
                <a:lnTo>
                  <a:pt x="1288238" y="41588"/>
                </a:lnTo>
                <a:moveTo>
                  <a:pt x="1539113" y="1137650"/>
                </a:moveTo>
                <a:lnTo>
                  <a:pt x="1419457" y="1137939"/>
                </a:lnTo>
                <a:moveTo>
                  <a:pt x="1704469" y="950604"/>
                </a:moveTo>
                <a:lnTo>
                  <a:pt x="1588715" y="953954"/>
                </a:lnTo>
                <a:moveTo>
                  <a:pt x="1400915" y="1221885"/>
                </a:moveTo>
                <a:lnTo>
                  <a:pt x="1419457" y="1137939"/>
                </a:lnTo>
                <a:moveTo>
                  <a:pt x="1572173" y="235825"/>
                </a:moveTo>
                <a:lnTo>
                  <a:pt x="1498881" y="100741"/>
                </a:lnTo>
                <a:moveTo>
                  <a:pt x="1157300" y="118119"/>
                </a:moveTo>
                <a:lnTo>
                  <a:pt x="1169359" y="52464"/>
                </a:lnTo>
                <a:moveTo>
                  <a:pt x="883110" y="1052552"/>
                </a:moveTo>
                <a:lnTo>
                  <a:pt x="898326" y="983388"/>
                </a:lnTo>
                <a:moveTo>
                  <a:pt x="1445871" y="264570"/>
                </a:moveTo>
                <a:lnTo>
                  <a:pt x="1414393" y="369086"/>
                </a:lnTo>
                <a:moveTo>
                  <a:pt x="1364480" y="41550"/>
                </a:moveTo>
                <a:lnTo>
                  <a:pt x="1288238" y="41588"/>
                </a:lnTo>
                <a:moveTo>
                  <a:pt x="973340" y="1110654"/>
                </a:moveTo>
                <a:lnTo>
                  <a:pt x="883110" y="1052552"/>
                </a:lnTo>
                <a:moveTo>
                  <a:pt x="1077855" y="1077352"/>
                </a:moveTo>
                <a:lnTo>
                  <a:pt x="1130382" y="936214"/>
                </a:lnTo>
                <a:moveTo>
                  <a:pt x="853583" y="1175461"/>
                </a:moveTo>
                <a:lnTo>
                  <a:pt x="841088" y="1153725"/>
                </a:lnTo>
                <a:moveTo>
                  <a:pt x="745876" y="823916"/>
                </a:moveTo>
                <a:lnTo>
                  <a:pt x="826630" y="781340"/>
                </a:lnTo>
                <a:moveTo>
                  <a:pt x="1563295" y="261192"/>
                </a:moveTo>
                <a:lnTo>
                  <a:pt x="1572173" y="235825"/>
                </a:lnTo>
                <a:moveTo>
                  <a:pt x="1529896" y="1119055"/>
                </a:moveTo>
                <a:lnTo>
                  <a:pt x="1553725" y="969536"/>
                </a:lnTo>
                <a:moveTo>
                  <a:pt x="1688587" y="609864"/>
                </a:moveTo>
                <a:lnTo>
                  <a:pt x="1578284" y="600090"/>
                </a:lnTo>
                <a:moveTo>
                  <a:pt x="1419457" y="1137939"/>
                </a:moveTo>
                <a:lnTo>
                  <a:pt x="1320294" y="1101346"/>
                </a:lnTo>
                <a:moveTo>
                  <a:pt x="1419457" y="1137939"/>
                </a:moveTo>
                <a:lnTo>
                  <a:pt x="1529896" y="1119055"/>
                </a:lnTo>
                <a:moveTo>
                  <a:pt x="931711" y="1281468"/>
                </a:moveTo>
                <a:lnTo>
                  <a:pt x="960442" y="1171800"/>
                </a:lnTo>
                <a:moveTo>
                  <a:pt x="1320294" y="1101346"/>
                </a:moveTo>
                <a:lnTo>
                  <a:pt x="1339750" y="1021907"/>
                </a:lnTo>
                <a:moveTo>
                  <a:pt x="1463478" y="204971"/>
                </a:moveTo>
                <a:lnTo>
                  <a:pt x="1397143" y="67885"/>
                </a:lnTo>
                <a:moveTo>
                  <a:pt x="973340" y="1110654"/>
                </a:moveTo>
                <a:lnTo>
                  <a:pt x="1077855" y="1077352"/>
                </a:lnTo>
                <a:moveTo>
                  <a:pt x="960442" y="1171800"/>
                </a:moveTo>
                <a:lnTo>
                  <a:pt x="973340" y="1110654"/>
                </a:lnTo>
                <a:moveTo>
                  <a:pt x="931711" y="1281468"/>
                </a:moveTo>
                <a:lnTo>
                  <a:pt x="923383" y="1296174"/>
                </a:lnTo>
                <a:moveTo>
                  <a:pt x="1414286" y="459373"/>
                </a:moveTo>
                <a:lnTo>
                  <a:pt x="1422675" y="374880"/>
                </a:lnTo>
                <a:moveTo>
                  <a:pt x="1588715" y="953954"/>
                </a:moveTo>
                <a:lnTo>
                  <a:pt x="1553725" y="969536"/>
                </a:lnTo>
                <a:moveTo>
                  <a:pt x="1819717" y="918008"/>
                </a:moveTo>
                <a:lnTo>
                  <a:pt x="1746111" y="935404"/>
                </a:lnTo>
                <a:moveTo>
                  <a:pt x="1756339" y="625433"/>
                </a:moveTo>
                <a:lnTo>
                  <a:pt x="1688587" y="609864"/>
                </a:lnTo>
                <a:moveTo>
                  <a:pt x="1564130" y="251034"/>
                </a:moveTo>
                <a:lnTo>
                  <a:pt x="1498881" y="100741"/>
                </a:lnTo>
                <a:moveTo>
                  <a:pt x="1796889" y="624454"/>
                </a:moveTo>
                <a:lnTo>
                  <a:pt x="1756339" y="625433"/>
                </a:lnTo>
                <a:moveTo>
                  <a:pt x="1564130" y="251034"/>
                </a:moveTo>
                <a:lnTo>
                  <a:pt x="1572173" y="235825"/>
                </a:lnTo>
                <a:moveTo>
                  <a:pt x="1252717" y="936885"/>
                </a:moveTo>
                <a:lnTo>
                  <a:pt x="1139842" y="933303"/>
                </a:lnTo>
                <a:moveTo>
                  <a:pt x="1463478" y="204971"/>
                </a:moveTo>
                <a:lnTo>
                  <a:pt x="1431631" y="217641"/>
                </a:lnTo>
                <a:moveTo>
                  <a:pt x="1445871" y="264570"/>
                </a:moveTo>
                <a:lnTo>
                  <a:pt x="1431631" y="217641"/>
                </a:lnTo>
                <a:moveTo>
                  <a:pt x="1463478" y="204971"/>
                </a:moveTo>
                <a:lnTo>
                  <a:pt x="1498881" y="100741"/>
                </a:lnTo>
                <a:moveTo>
                  <a:pt x="925744" y="1267456"/>
                </a:moveTo>
                <a:lnTo>
                  <a:pt x="960442" y="1171800"/>
                </a:lnTo>
                <a:moveTo>
                  <a:pt x="1486966" y="536828"/>
                </a:moveTo>
                <a:lnTo>
                  <a:pt x="1414286" y="459373"/>
                </a:lnTo>
                <a:moveTo>
                  <a:pt x="1339750" y="1021907"/>
                </a:moveTo>
                <a:lnTo>
                  <a:pt x="1252717" y="936885"/>
                </a:lnTo>
                <a:moveTo>
                  <a:pt x="1414286" y="459373"/>
                </a:moveTo>
                <a:lnTo>
                  <a:pt x="1419207" y="380585"/>
                </a:lnTo>
                <a:moveTo>
                  <a:pt x="1288238" y="41588"/>
                </a:moveTo>
                <a:lnTo>
                  <a:pt x="1169359" y="52464"/>
                </a:lnTo>
                <a:moveTo>
                  <a:pt x="1424262" y="355582"/>
                </a:moveTo>
                <a:lnTo>
                  <a:pt x="1445871" y="264570"/>
                </a:lnTo>
                <a:moveTo>
                  <a:pt x="1799121" y="637928"/>
                </a:moveTo>
                <a:lnTo>
                  <a:pt x="1796889" y="624454"/>
                </a:lnTo>
                <a:moveTo>
                  <a:pt x="1139842" y="933303"/>
                </a:moveTo>
                <a:lnTo>
                  <a:pt x="1130382" y="936214"/>
                </a:lnTo>
                <a:moveTo>
                  <a:pt x="1851339" y="820520"/>
                </a:moveTo>
                <a:lnTo>
                  <a:pt x="1853356" y="810247"/>
                </a:lnTo>
                <a:moveTo>
                  <a:pt x="1853356" y="810247"/>
                </a:moveTo>
                <a:lnTo>
                  <a:pt x="1799121" y="637928"/>
                </a:lnTo>
                <a:moveTo>
                  <a:pt x="1441902" y="1049734"/>
                </a:moveTo>
                <a:lnTo>
                  <a:pt x="1320294" y="1101346"/>
                </a:lnTo>
                <a:moveTo>
                  <a:pt x="1529896" y="1119055"/>
                </a:moveTo>
                <a:lnTo>
                  <a:pt x="1441902" y="1049734"/>
                </a:lnTo>
                <a:moveTo>
                  <a:pt x="1529896" y="1119055"/>
                </a:moveTo>
                <a:lnTo>
                  <a:pt x="1458661" y="991731"/>
                </a:lnTo>
                <a:moveTo>
                  <a:pt x="826630" y="781340"/>
                </a:moveTo>
                <a:lnTo>
                  <a:pt x="796425" y="682200"/>
                </a:lnTo>
                <a:moveTo>
                  <a:pt x="1087266" y="317199"/>
                </a:moveTo>
                <a:lnTo>
                  <a:pt x="1120462" y="239809"/>
                </a:lnTo>
                <a:moveTo>
                  <a:pt x="1353566" y="969420"/>
                </a:moveTo>
                <a:lnTo>
                  <a:pt x="1252717" y="936885"/>
                </a:lnTo>
                <a:moveTo>
                  <a:pt x="1792841" y="627357"/>
                </a:moveTo>
                <a:lnTo>
                  <a:pt x="1796889" y="624454"/>
                </a:lnTo>
                <a:moveTo>
                  <a:pt x="879382" y="1200024"/>
                </a:moveTo>
                <a:lnTo>
                  <a:pt x="853583" y="1175461"/>
                </a:lnTo>
                <a:moveTo>
                  <a:pt x="1001779" y="995393"/>
                </a:moveTo>
                <a:lnTo>
                  <a:pt x="883110" y="1052552"/>
                </a:lnTo>
                <a:moveTo>
                  <a:pt x="1792841" y="627357"/>
                </a:moveTo>
                <a:lnTo>
                  <a:pt x="1756339" y="625433"/>
                </a:lnTo>
                <a:moveTo>
                  <a:pt x="1704469" y="950604"/>
                </a:moveTo>
                <a:lnTo>
                  <a:pt x="1581134" y="952930"/>
                </a:lnTo>
                <a:moveTo>
                  <a:pt x="1339750" y="1021907"/>
                </a:moveTo>
                <a:lnTo>
                  <a:pt x="1353566" y="969420"/>
                </a:lnTo>
                <a:moveTo>
                  <a:pt x="1077855" y="1077352"/>
                </a:moveTo>
                <a:lnTo>
                  <a:pt x="1001779" y="995393"/>
                </a:lnTo>
                <a:moveTo>
                  <a:pt x="1111437" y="370924"/>
                </a:moveTo>
                <a:lnTo>
                  <a:pt x="1087266" y="317199"/>
                </a:lnTo>
                <a:moveTo>
                  <a:pt x="1454785" y="601867"/>
                </a:moveTo>
                <a:lnTo>
                  <a:pt x="1486966" y="536828"/>
                </a:lnTo>
                <a:moveTo>
                  <a:pt x="1799121" y="637928"/>
                </a:moveTo>
                <a:lnTo>
                  <a:pt x="1792841" y="627357"/>
                </a:lnTo>
                <a:moveTo>
                  <a:pt x="1419207" y="380585"/>
                </a:moveTo>
                <a:lnTo>
                  <a:pt x="1447327" y="312544"/>
                </a:lnTo>
                <a:moveTo>
                  <a:pt x="1819717" y="918008"/>
                </a:moveTo>
                <a:lnTo>
                  <a:pt x="1853356" y="810247"/>
                </a:lnTo>
                <a:moveTo>
                  <a:pt x="1564130" y="251034"/>
                </a:moveTo>
                <a:lnTo>
                  <a:pt x="1463478" y="204971"/>
                </a:lnTo>
                <a:moveTo>
                  <a:pt x="1077855" y="1077352"/>
                </a:moveTo>
                <a:lnTo>
                  <a:pt x="1004505" y="983802"/>
                </a:lnTo>
                <a:moveTo>
                  <a:pt x="1401195" y="18594"/>
                </a:moveTo>
                <a:lnTo>
                  <a:pt x="1364480" y="41550"/>
                </a:lnTo>
                <a:moveTo>
                  <a:pt x="1419457" y="1137939"/>
                </a:moveTo>
                <a:lnTo>
                  <a:pt x="1441902" y="1049734"/>
                </a:lnTo>
                <a:moveTo>
                  <a:pt x="1581134" y="952930"/>
                </a:moveTo>
                <a:lnTo>
                  <a:pt x="1588715" y="953954"/>
                </a:lnTo>
                <a:moveTo>
                  <a:pt x="903878" y="950732"/>
                </a:moveTo>
                <a:lnTo>
                  <a:pt x="809194" y="903353"/>
                </a:lnTo>
                <a:moveTo>
                  <a:pt x="1252717" y="936885"/>
                </a:moveTo>
                <a:lnTo>
                  <a:pt x="1277707" y="832623"/>
                </a:lnTo>
                <a:moveTo>
                  <a:pt x="1458661" y="991731"/>
                </a:moveTo>
                <a:lnTo>
                  <a:pt x="1553725" y="969536"/>
                </a:lnTo>
                <a:moveTo>
                  <a:pt x="931711" y="1281468"/>
                </a:moveTo>
                <a:lnTo>
                  <a:pt x="925744" y="1267456"/>
                </a:lnTo>
                <a:moveTo>
                  <a:pt x="796425" y="682200"/>
                </a:moveTo>
                <a:lnTo>
                  <a:pt x="852291" y="632356"/>
                </a:lnTo>
                <a:moveTo>
                  <a:pt x="1441902" y="1049734"/>
                </a:moveTo>
                <a:lnTo>
                  <a:pt x="1339750" y="1021907"/>
                </a:lnTo>
                <a:moveTo>
                  <a:pt x="1683899" y="973293"/>
                </a:moveTo>
                <a:lnTo>
                  <a:pt x="1746111" y="935404"/>
                </a:lnTo>
                <a:moveTo>
                  <a:pt x="898326" y="983388"/>
                </a:moveTo>
                <a:lnTo>
                  <a:pt x="903878" y="950732"/>
                </a:lnTo>
                <a:moveTo>
                  <a:pt x="1099478" y="457750"/>
                </a:moveTo>
                <a:lnTo>
                  <a:pt x="1111437" y="370924"/>
                </a:lnTo>
                <a:moveTo>
                  <a:pt x="1445871" y="264570"/>
                </a:moveTo>
                <a:lnTo>
                  <a:pt x="1463478" y="204971"/>
                </a:lnTo>
                <a:moveTo>
                  <a:pt x="1819717" y="918008"/>
                </a:moveTo>
                <a:lnTo>
                  <a:pt x="1851339" y="820520"/>
                </a:lnTo>
                <a:moveTo>
                  <a:pt x="1379047" y="870323"/>
                </a:moveTo>
                <a:lnTo>
                  <a:pt x="1252717" y="936885"/>
                </a:lnTo>
                <a:moveTo>
                  <a:pt x="1139842" y="933303"/>
                </a:moveTo>
                <a:lnTo>
                  <a:pt x="1061689" y="794305"/>
                </a:lnTo>
                <a:moveTo>
                  <a:pt x="1447327" y="312544"/>
                </a:moveTo>
                <a:lnTo>
                  <a:pt x="1424262" y="355582"/>
                </a:lnTo>
                <a:moveTo>
                  <a:pt x="1441902" y="1049734"/>
                </a:moveTo>
                <a:lnTo>
                  <a:pt x="1353566" y="969420"/>
                </a:lnTo>
                <a:moveTo>
                  <a:pt x="809194" y="903353"/>
                </a:moveTo>
                <a:lnTo>
                  <a:pt x="826630" y="781340"/>
                </a:lnTo>
                <a:moveTo>
                  <a:pt x="1130382" y="936214"/>
                </a:moveTo>
                <a:lnTo>
                  <a:pt x="1061689" y="794305"/>
                </a:lnTo>
                <a:moveTo>
                  <a:pt x="1458661" y="991731"/>
                </a:moveTo>
                <a:lnTo>
                  <a:pt x="1353566" y="969420"/>
                </a:lnTo>
                <a:moveTo>
                  <a:pt x="1252717" y="936885"/>
                </a:moveTo>
                <a:lnTo>
                  <a:pt x="1168139" y="813356"/>
                </a:lnTo>
                <a:moveTo>
                  <a:pt x="1581134" y="952930"/>
                </a:moveTo>
                <a:lnTo>
                  <a:pt x="1553725" y="969536"/>
                </a:lnTo>
                <a:moveTo>
                  <a:pt x="1139842" y="933303"/>
                </a:moveTo>
                <a:lnTo>
                  <a:pt x="1168139" y="813356"/>
                </a:lnTo>
                <a:moveTo>
                  <a:pt x="1683899" y="973293"/>
                </a:moveTo>
                <a:lnTo>
                  <a:pt x="1704469" y="950604"/>
                </a:lnTo>
                <a:moveTo>
                  <a:pt x="809194" y="903353"/>
                </a:moveTo>
                <a:lnTo>
                  <a:pt x="834378" y="790902"/>
                </a:lnTo>
                <a:moveTo>
                  <a:pt x="1001779" y="995393"/>
                </a:moveTo>
                <a:lnTo>
                  <a:pt x="898326" y="983388"/>
                </a:lnTo>
                <a:moveTo>
                  <a:pt x="1130382" y="936214"/>
                </a:moveTo>
                <a:lnTo>
                  <a:pt x="1039219" y="866385"/>
                </a:lnTo>
                <a:moveTo>
                  <a:pt x="1441902" y="1049734"/>
                </a:moveTo>
                <a:lnTo>
                  <a:pt x="1458661" y="991731"/>
                </a:lnTo>
                <a:moveTo>
                  <a:pt x="1004505" y="983802"/>
                </a:moveTo>
                <a:lnTo>
                  <a:pt x="1130382" y="936214"/>
                </a:lnTo>
                <a:moveTo>
                  <a:pt x="1353566" y="969420"/>
                </a:moveTo>
                <a:lnTo>
                  <a:pt x="1379047" y="870323"/>
                </a:lnTo>
                <a:moveTo>
                  <a:pt x="973340" y="1110654"/>
                </a:moveTo>
                <a:lnTo>
                  <a:pt x="1001779" y="995393"/>
                </a:lnTo>
                <a:moveTo>
                  <a:pt x="852291" y="632356"/>
                </a:moveTo>
                <a:lnTo>
                  <a:pt x="863166" y="545213"/>
                </a:lnTo>
                <a:moveTo>
                  <a:pt x="960442" y="1171800"/>
                </a:moveTo>
                <a:lnTo>
                  <a:pt x="879382" y="1200024"/>
                </a:lnTo>
                <a:moveTo>
                  <a:pt x="1061689" y="794305"/>
                </a:moveTo>
                <a:lnTo>
                  <a:pt x="1075444" y="752159"/>
                </a:lnTo>
                <a:moveTo>
                  <a:pt x="1486966" y="536828"/>
                </a:moveTo>
                <a:lnTo>
                  <a:pt x="1375761" y="538441"/>
                </a:lnTo>
                <a:moveTo>
                  <a:pt x="1075444" y="752159"/>
                </a:moveTo>
                <a:lnTo>
                  <a:pt x="1000531" y="614391"/>
                </a:lnTo>
                <a:moveTo>
                  <a:pt x="1177275" y="783879"/>
                </a:moveTo>
                <a:lnTo>
                  <a:pt x="1075444" y="752159"/>
                </a:lnTo>
                <a:moveTo>
                  <a:pt x="1558473" y="611011"/>
                </a:moveTo>
                <a:lnTo>
                  <a:pt x="1486966" y="536828"/>
                </a:lnTo>
                <a:moveTo>
                  <a:pt x="1277707" y="832623"/>
                </a:moveTo>
                <a:lnTo>
                  <a:pt x="1231494" y="809265"/>
                </a:lnTo>
                <a:moveTo>
                  <a:pt x="1379047" y="870323"/>
                </a:moveTo>
                <a:lnTo>
                  <a:pt x="1277707" y="832623"/>
                </a:lnTo>
                <a:moveTo>
                  <a:pt x="1447327" y="312544"/>
                </a:moveTo>
                <a:lnTo>
                  <a:pt x="1463478" y="204971"/>
                </a:lnTo>
                <a:moveTo>
                  <a:pt x="1277707" y="832623"/>
                </a:moveTo>
                <a:lnTo>
                  <a:pt x="1281527" y="815703"/>
                </a:lnTo>
                <a:moveTo>
                  <a:pt x="1447327" y="312544"/>
                </a:moveTo>
                <a:lnTo>
                  <a:pt x="1445871" y="264570"/>
                </a:lnTo>
                <a:moveTo>
                  <a:pt x="1001779" y="995393"/>
                </a:moveTo>
                <a:lnTo>
                  <a:pt x="903878" y="950732"/>
                </a:lnTo>
                <a:moveTo>
                  <a:pt x="1850706" y="899792"/>
                </a:moveTo>
                <a:lnTo>
                  <a:pt x="1851339" y="820520"/>
                </a:lnTo>
                <a:moveTo>
                  <a:pt x="1277707" y="832623"/>
                </a:moveTo>
                <a:lnTo>
                  <a:pt x="1168139" y="813356"/>
                </a:lnTo>
                <a:moveTo>
                  <a:pt x="1281527" y="815703"/>
                </a:moveTo>
                <a:lnTo>
                  <a:pt x="1231494" y="809265"/>
                </a:lnTo>
                <a:moveTo>
                  <a:pt x="1379047" y="870323"/>
                </a:moveTo>
                <a:lnTo>
                  <a:pt x="1281527" y="815703"/>
                </a:lnTo>
                <a:moveTo>
                  <a:pt x="1075444" y="752159"/>
                </a:moveTo>
                <a:lnTo>
                  <a:pt x="1105576" y="636825"/>
                </a:lnTo>
                <a:moveTo>
                  <a:pt x="1177275" y="783879"/>
                </a:moveTo>
                <a:lnTo>
                  <a:pt x="1061689" y="794305"/>
                </a:lnTo>
                <a:moveTo>
                  <a:pt x="903878" y="950732"/>
                </a:moveTo>
                <a:lnTo>
                  <a:pt x="834378" y="790902"/>
                </a:lnTo>
                <a:moveTo>
                  <a:pt x="1004505" y="983802"/>
                </a:moveTo>
                <a:lnTo>
                  <a:pt x="903878" y="950732"/>
                </a:lnTo>
                <a:moveTo>
                  <a:pt x="1000531" y="614391"/>
                </a:moveTo>
                <a:lnTo>
                  <a:pt x="1012486" y="573996"/>
                </a:lnTo>
                <a:moveTo>
                  <a:pt x="1231494" y="809265"/>
                </a:moveTo>
                <a:lnTo>
                  <a:pt x="1177275" y="783879"/>
                </a:lnTo>
                <a:moveTo>
                  <a:pt x="1853356" y="810247"/>
                </a:moveTo>
                <a:lnTo>
                  <a:pt x="1832535" y="738006"/>
                </a:lnTo>
                <a:moveTo>
                  <a:pt x="1168139" y="813356"/>
                </a:moveTo>
                <a:lnTo>
                  <a:pt x="1061689" y="794305"/>
                </a:lnTo>
                <a:moveTo>
                  <a:pt x="1168139" y="813356"/>
                </a:moveTo>
                <a:lnTo>
                  <a:pt x="1231494" y="809265"/>
                </a:lnTo>
                <a:moveTo>
                  <a:pt x="1075444" y="752159"/>
                </a:moveTo>
                <a:lnTo>
                  <a:pt x="976119" y="689953"/>
                </a:lnTo>
                <a:moveTo>
                  <a:pt x="1039219" y="866385"/>
                </a:moveTo>
                <a:lnTo>
                  <a:pt x="1061689" y="794305"/>
                </a:lnTo>
                <a:moveTo>
                  <a:pt x="1379047" y="870323"/>
                </a:moveTo>
                <a:lnTo>
                  <a:pt x="1389017" y="832248"/>
                </a:lnTo>
                <a:moveTo>
                  <a:pt x="1389017" y="832248"/>
                </a:moveTo>
                <a:lnTo>
                  <a:pt x="1281527" y="815703"/>
                </a:lnTo>
                <a:moveTo>
                  <a:pt x="1168139" y="813356"/>
                </a:moveTo>
                <a:lnTo>
                  <a:pt x="1177275" y="783879"/>
                </a:lnTo>
                <a:moveTo>
                  <a:pt x="1414286" y="459373"/>
                </a:moveTo>
                <a:lnTo>
                  <a:pt x="1447327" y="312544"/>
                </a:lnTo>
                <a:moveTo>
                  <a:pt x="1288238" y="41588"/>
                </a:moveTo>
                <a:lnTo>
                  <a:pt x="1286264" y="0"/>
                </a:lnTo>
                <a:moveTo>
                  <a:pt x="1832535" y="738006"/>
                </a:moveTo>
                <a:lnTo>
                  <a:pt x="1799121" y="637928"/>
                </a:lnTo>
                <a:moveTo>
                  <a:pt x="1105576" y="636825"/>
                </a:moveTo>
                <a:lnTo>
                  <a:pt x="1000531" y="614391"/>
                </a:lnTo>
                <a:moveTo>
                  <a:pt x="834378" y="790902"/>
                </a:moveTo>
                <a:lnTo>
                  <a:pt x="826630" y="781340"/>
                </a:lnTo>
                <a:moveTo>
                  <a:pt x="1075444" y="752159"/>
                </a:moveTo>
                <a:lnTo>
                  <a:pt x="959006" y="820002"/>
                </a:lnTo>
                <a:moveTo>
                  <a:pt x="1177275" y="783879"/>
                </a:moveTo>
                <a:lnTo>
                  <a:pt x="1105576" y="636825"/>
                </a:lnTo>
                <a:moveTo>
                  <a:pt x="1558473" y="611011"/>
                </a:moveTo>
                <a:lnTo>
                  <a:pt x="1578284" y="600090"/>
                </a:lnTo>
                <a:moveTo>
                  <a:pt x="1353566" y="969420"/>
                </a:moveTo>
                <a:lnTo>
                  <a:pt x="1475312" y="880474"/>
                </a:lnTo>
                <a:moveTo>
                  <a:pt x="1001779" y="995393"/>
                </a:moveTo>
                <a:lnTo>
                  <a:pt x="1004505" y="983802"/>
                </a:lnTo>
                <a:moveTo>
                  <a:pt x="1004505" y="983802"/>
                </a:moveTo>
                <a:lnTo>
                  <a:pt x="1039219" y="866385"/>
                </a:lnTo>
                <a:moveTo>
                  <a:pt x="976119" y="689953"/>
                </a:moveTo>
                <a:lnTo>
                  <a:pt x="1000531" y="614391"/>
                </a:lnTo>
                <a:moveTo>
                  <a:pt x="1850706" y="899792"/>
                </a:moveTo>
                <a:lnTo>
                  <a:pt x="1819717" y="918008"/>
                </a:lnTo>
                <a:moveTo>
                  <a:pt x="1819717" y="918008"/>
                </a:moveTo>
                <a:lnTo>
                  <a:pt x="1683899" y="973293"/>
                </a:lnTo>
                <a:moveTo>
                  <a:pt x="1481120" y="885840"/>
                </a:moveTo>
                <a:lnTo>
                  <a:pt x="1353566" y="969420"/>
                </a:lnTo>
                <a:moveTo>
                  <a:pt x="903878" y="950732"/>
                </a:moveTo>
                <a:lnTo>
                  <a:pt x="934295" y="825679"/>
                </a:lnTo>
                <a:moveTo>
                  <a:pt x="1087266" y="317199"/>
                </a:moveTo>
                <a:lnTo>
                  <a:pt x="1048028" y="286245"/>
                </a:lnTo>
                <a:moveTo>
                  <a:pt x="1061689" y="794305"/>
                </a:moveTo>
                <a:lnTo>
                  <a:pt x="959006" y="820002"/>
                </a:lnTo>
                <a:moveTo>
                  <a:pt x="1075444" y="752159"/>
                </a:moveTo>
                <a:lnTo>
                  <a:pt x="939842" y="804808"/>
                </a:lnTo>
                <a:moveTo>
                  <a:pt x="1677728" y="584187"/>
                </a:moveTo>
                <a:lnTo>
                  <a:pt x="1578284" y="600090"/>
                </a:lnTo>
                <a:moveTo>
                  <a:pt x="1688587" y="609864"/>
                </a:moveTo>
                <a:lnTo>
                  <a:pt x="1677728" y="584187"/>
                </a:lnTo>
                <a:moveTo>
                  <a:pt x="826630" y="781340"/>
                </a:moveTo>
                <a:lnTo>
                  <a:pt x="852291" y="632356"/>
                </a:lnTo>
                <a:moveTo>
                  <a:pt x="1458661" y="991731"/>
                </a:moveTo>
                <a:lnTo>
                  <a:pt x="1481120" y="885840"/>
                </a:lnTo>
                <a:moveTo>
                  <a:pt x="1824115" y="864522"/>
                </a:moveTo>
                <a:lnTo>
                  <a:pt x="1851339" y="820520"/>
                </a:lnTo>
                <a:moveTo>
                  <a:pt x="925744" y="1267456"/>
                </a:moveTo>
                <a:lnTo>
                  <a:pt x="879382" y="1200024"/>
                </a:lnTo>
                <a:moveTo>
                  <a:pt x="1683899" y="973293"/>
                </a:moveTo>
                <a:lnTo>
                  <a:pt x="1581134" y="952930"/>
                </a:lnTo>
                <a:moveTo>
                  <a:pt x="1039219" y="866385"/>
                </a:moveTo>
                <a:lnTo>
                  <a:pt x="959006" y="820002"/>
                </a:lnTo>
                <a:moveTo>
                  <a:pt x="1115453" y="591904"/>
                </a:moveTo>
                <a:lnTo>
                  <a:pt x="1012486" y="573996"/>
                </a:lnTo>
                <a:moveTo>
                  <a:pt x="1012486" y="573996"/>
                </a:moveTo>
                <a:lnTo>
                  <a:pt x="910153" y="649255"/>
                </a:lnTo>
                <a:moveTo>
                  <a:pt x="1115453" y="591904"/>
                </a:moveTo>
                <a:lnTo>
                  <a:pt x="1000531" y="614391"/>
                </a:lnTo>
                <a:moveTo>
                  <a:pt x="1389017" y="832248"/>
                </a:moveTo>
                <a:lnTo>
                  <a:pt x="1418096" y="721748"/>
                </a:lnTo>
                <a:moveTo>
                  <a:pt x="1000531" y="614391"/>
                </a:moveTo>
                <a:lnTo>
                  <a:pt x="910153" y="649255"/>
                </a:lnTo>
                <a:moveTo>
                  <a:pt x="1380808" y="42238"/>
                </a:moveTo>
                <a:lnTo>
                  <a:pt x="1364480" y="41550"/>
                </a:lnTo>
                <a:moveTo>
                  <a:pt x="1475312" y="880474"/>
                </a:moveTo>
                <a:lnTo>
                  <a:pt x="1379047" y="870323"/>
                </a:lnTo>
                <a:moveTo>
                  <a:pt x="1039219" y="866385"/>
                </a:moveTo>
                <a:lnTo>
                  <a:pt x="934295" y="825679"/>
                </a:lnTo>
                <a:moveTo>
                  <a:pt x="1574268" y="936917"/>
                </a:moveTo>
                <a:lnTo>
                  <a:pt x="1553725" y="969536"/>
                </a:lnTo>
                <a:moveTo>
                  <a:pt x="934295" y="825679"/>
                </a:moveTo>
                <a:lnTo>
                  <a:pt x="834378" y="790902"/>
                </a:lnTo>
                <a:moveTo>
                  <a:pt x="1004505" y="983802"/>
                </a:moveTo>
                <a:lnTo>
                  <a:pt x="934295" y="825679"/>
                </a:lnTo>
                <a:moveTo>
                  <a:pt x="1380808" y="42238"/>
                </a:moveTo>
                <a:lnTo>
                  <a:pt x="1288238" y="41588"/>
                </a:lnTo>
                <a:moveTo>
                  <a:pt x="1087266" y="317199"/>
                </a:moveTo>
                <a:lnTo>
                  <a:pt x="1081197" y="316541"/>
                </a:lnTo>
                <a:moveTo>
                  <a:pt x="1231494" y="809265"/>
                </a:moveTo>
                <a:lnTo>
                  <a:pt x="1198626" y="688135"/>
                </a:lnTo>
                <a:moveTo>
                  <a:pt x="1105576" y="636825"/>
                </a:moveTo>
                <a:lnTo>
                  <a:pt x="1115453" y="591904"/>
                </a:lnTo>
                <a:moveTo>
                  <a:pt x="1115453" y="591904"/>
                </a:moveTo>
                <a:lnTo>
                  <a:pt x="1099478" y="457750"/>
                </a:lnTo>
                <a:moveTo>
                  <a:pt x="1281527" y="815703"/>
                </a:moveTo>
                <a:lnTo>
                  <a:pt x="1309847" y="695699"/>
                </a:lnTo>
                <a:moveTo>
                  <a:pt x="1475312" y="880474"/>
                </a:moveTo>
                <a:lnTo>
                  <a:pt x="1389017" y="832248"/>
                </a:lnTo>
                <a:moveTo>
                  <a:pt x="1112350" y="395350"/>
                </a:moveTo>
                <a:lnTo>
                  <a:pt x="1111437" y="370924"/>
                </a:lnTo>
                <a:moveTo>
                  <a:pt x="1428251" y="685970"/>
                </a:moveTo>
                <a:lnTo>
                  <a:pt x="1454785" y="601867"/>
                </a:lnTo>
                <a:moveTo>
                  <a:pt x="1281527" y="815703"/>
                </a:moveTo>
                <a:lnTo>
                  <a:pt x="1198626" y="688135"/>
                </a:lnTo>
                <a:moveTo>
                  <a:pt x="1177275" y="783879"/>
                </a:moveTo>
                <a:lnTo>
                  <a:pt x="1198626" y="688135"/>
                </a:lnTo>
                <a:moveTo>
                  <a:pt x="1375761" y="538441"/>
                </a:moveTo>
                <a:lnTo>
                  <a:pt x="1414286" y="459373"/>
                </a:lnTo>
                <a:moveTo>
                  <a:pt x="976119" y="689953"/>
                </a:moveTo>
                <a:lnTo>
                  <a:pt x="910153" y="649255"/>
                </a:lnTo>
                <a:moveTo>
                  <a:pt x="939842" y="804808"/>
                </a:moveTo>
                <a:lnTo>
                  <a:pt x="976119" y="689953"/>
                </a:lnTo>
                <a:moveTo>
                  <a:pt x="1389017" y="832248"/>
                </a:moveTo>
                <a:lnTo>
                  <a:pt x="1309847" y="695699"/>
                </a:lnTo>
                <a:moveTo>
                  <a:pt x="934295" y="825679"/>
                </a:moveTo>
                <a:lnTo>
                  <a:pt x="959006" y="820002"/>
                </a:lnTo>
                <a:moveTo>
                  <a:pt x="1418096" y="721748"/>
                </a:moveTo>
                <a:lnTo>
                  <a:pt x="1428251" y="685970"/>
                </a:lnTo>
                <a:moveTo>
                  <a:pt x="1389017" y="832248"/>
                </a:moveTo>
                <a:lnTo>
                  <a:pt x="1443685" y="714758"/>
                </a:lnTo>
                <a:moveTo>
                  <a:pt x="1198626" y="688135"/>
                </a:moveTo>
                <a:lnTo>
                  <a:pt x="1105576" y="636825"/>
                </a:lnTo>
                <a:moveTo>
                  <a:pt x="959006" y="820002"/>
                </a:moveTo>
                <a:lnTo>
                  <a:pt x="939842" y="804808"/>
                </a:lnTo>
                <a:moveTo>
                  <a:pt x="879382" y="1200024"/>
                </a:moveTo>
                <a:lnTo>
                  <a:pt x="841088" y="1153725"/>
                </a:lnTo>
                <a:moveTo>
                  <a:pt x="1081197" y="316541"/>
                </a:moveTo>
                <a:lnTo>
                  <a:pt x="1048028" y="286245"/>
                </a:lnTo>
                <a:moveTo>
                  <a:pt x="1574268" y="936917"/>
                </a:moveTo>
                <a:lnTo>
                  <a:pt x="1458661" y="991731"/>
                </a:lnTo>
                <a:moveTo>
                  <a:pt x="934295" y="825679"/>
                </a:moveTo>
                <a:lnTo>
                  <a:pt x="939842" y="804808"/>
                </a:lnTo>
                <a:moveTo>
                  <a:pt x="1418096" y="721748"/>
                </a:moveTo>
                <a:lnTo>
                  <a:pt x="1373405" y="694232"/>
                </a:lnTo>
                <a:moveTo>
                  <a:pt x="1767626" y="643087"/>
                </a:moveTo>
                <a:lnTo>
                  <a:pt x="1688587" y="609864"/>
                </a:lnTo>
                <a:moveTo>
                  <a:pt x="1134118" y="516287"/>
                </a:moveTo>
                <a:lnTo>
                  <a:pt x="1099478" y="457750"/>
                </a:lnTo>
                <a:moveTo>
                  <a:pt x="1428251" y="685970"/>
                </a:moveTo>
                <a:lnTo>
                  <a:pt x="1373405" y="694232"/>
                </a:lnTo>
                <a:moveTo>
                  <a:pt x="1564130" y="251034"/>
                </a:moveTo>
                <a:lnTo>
                  <a:pt x="1545998" y="247023"/>
                </a:lnTo>
                <a:moveTo>
                  <a:pt x="1803079" y="819722"/>
                </a:moveTo>
                <a:lnTo>
                  <a:pt x="1853356" y="810247"/>
                </a:lnTo>
                <a:moveTo>
                  <a:pt x="1418096" y="721748"/>
                </a:moveTo>
                <a:lnTo>
                  <a:pt x="1309847" y="695699"/>
                </a:lnTo>
                <a:moveTo>
                  <a:pt x="1454785" y="601867"/>
                </a:moveTo>
                <a:lnTo>
                  <a:pt x="1375761" y="538441"/>
                </a:lnTo>
                <a:moveTo>
                  <a:pt x="1414286" y="459373"/>
                </a:moveTo>
                <a:lnTo>
                  <a:pt x="1413846" y="393085"/>
                </a:lnTo>
                <a:moveTo>
                  <a:pt x="1788193" y="975064"/>
                </a:moveTo>
                <a:lnTo>
                  <a:pt x="1819717" y="918008"/>
                </a:lnTo>
                <a:moveTo>
                  <a:pt x="1767626" y="643087"/>
                </a:moveTo>
                <a:lnTo>
                  <a:pt x="1756339" y="625433"/>
                </a:lnTo>
                <a:moveTo>
                  <a:pt x="1545998" y="247023"/>
                </a:moveTo>
                <a:lnTo>
                  <a:pt x="1463478" y="204971"/>
                </a:lnTo>
                <a:moveTo>
                  <a:pt x="1581134" y="952930"/>
                </a:moveTo>
                <a:lnTo>
                  <a:pt x="1574268" y="936917"/>
                </a:lnTo>
                <a:moveTo>
                  <a:pt x="1851339" y="820520"/>
                </a:moveTo>
                <a:lnTo>
                  <a:pt x="1803079" y="819722"/>
                </a:lnTo>
                <a:moveTo>
                  <a:pt x="1558473" y="611011"/>
                </a:moveTo>
                <a:lnTo>
                  <a:pt x="1454785" y="601867"/>
                </a:lnTo>
                <a:moveTo>
                  <a:pt x="1443685" y="714758"/>
                </a:moveTo>
                <a:lnTo>
                  <a:pt x="1418096" y="721748"/>
                </a:lnTo>
                <a:moveTo>
                  <a:pt x="1443685" y="714758"/>
                </a:moveTo>
                <a:lnTo>
                  <a:pt x="1428251" y="685970"/>
                </a:lnTo>
                <a:moveTo>
                  <a:pt x="1481120" y="885840"/>
                </a:moveTo>
                <a:lnTo>
                  <a:pt x="1475312" y="880474"/>
                </a:lnTo>
                <a:moveTo>
                  <a:pt x="1482707" y="879796"/>
                </a:moveTo>
                <a:lnTo>
                  <a:pt x="1475312" y="880474"/>
                </a:lnTo>
                <a:moveTo>
                  <a:pt x="1309847" y="695699"/>
                </a:moveTo>
                <a:lnTo>
                  <a:pt x="1373405" y="694232"/>
                </a:lnTo>
                <a:moveTo>
                  <a:pt x="1428251" y="685970"/>
                </a:moveTo>
                <a:lnTo>
                  <a:pt x="1318749" y="659808"/>
                </a:lnTo>
                <a:moveTo>
                  <a:pt x="1470010" y="125515"/>
                </a:moveTo>
                <a:lnTo>
                  <a:pt x="1401195" y="18594"/>
                </a:lnTo>
                <a:moveTo>
                  <a:pt x="1481120" y="885840"/>
                </a:moveTo>
                <a:lnTo>
                  <a:pt x="1482707" y="879796"/>
                </a:lnTo>
                <a:moveTo>
                  <a:pt x="1454785" y="601867"/>
                </a:moveTo>
                <a:lnTo>
                  <a:pt x="1347880" y="552311"/>
                </a:lnTo>
                <a:moveTo>
                  <a:pt x="1380808" y="42238"/>
                </a:moveTo>
                <a:lnTo>
                  <a:pt x="1401195" y="18594"/>
                </a:lnTo>
                <a:moveTo>
                  <a:pt x="1115453" y="591904"/>
                </a:moveTo>
                <a:lnTo>
                  <a:pt x="1134118" y="516287"/>
                </a:lnTo>
                <a:moveTo>
                  <a:pt x="1767700" y="652910"/>
                </a:moveTo>
                <a:lnTo>
                  <a:pt x="1799121" y="637928"/>
                </a:lnTo>
                <a:moveTo>
                  <a:pt x="1309847" y="695699"/>
                </a:moveTo>
                <a:lnTo>
                  <a:pt x="1198626" y="688135"/>
                </a:lnTo>
                <a:moveTo>
                  <a:pt x="1850706" y="899792"/>
                </a:moveTo>
                <a:lnTo>
                  <a:pt x="1824115" y="864522"/>
                </a:lnTo>
                <a:moveTo>
                  <a:pt x="1792841" y="627357"/>
                </a:moveTo>
                <a:lnTo>
                  <a:pt x="1767626" y="643087"/>
                </a:lnTo>
                <a:moveTo>
                  <a:pt x="1373405" y="694232"/>
                </a:moveTo>
                <a:lnTo>
                  <a:pt x="1318749" y="659808"/>
                </a:lnTo>
                <a:moveTo>
                  <a:pt x="1413846" y="393085"/>
                </a:moveTo>
                <a:lnTo>
                  <a:pt x="1447327" y="312544"/>
                </a:lnTo>
                <a:moveTo>
                  <a:pt x="1428251" y="685970"/>
                </a:moveTo>
                <a:lnTo>
                  <a:pt x="1347880" y="552311"/>
                </a:lnTo>
                <a:moveTo>
                  <a:pt x="1309847" y="695699"/>
                </a:moveTo>
                <a:lnTo>
                  <a:pt x="1318749" y="659808"/>
                </a:lnTo>
                <a:moveTo>
                  <a:pt x="1767700" y="652910"/>
                </a:moveTo>
                <a:lnTo>
                  <a:pt x="1792841" y="627357"/>
                </a:lnTo>
                <a:moveTo>
                  <a:pt x="1318749" y="659808"/>
                </a:moveTo>
                <a:lnTo>
                  <a:pt x="1198626" y="688135"/>
                </a:lnTo>
                <a:moveTo>
                  <a:pt x="1672064" y="976802"/>
                </a:moveTo>
                <a:lnTo>
                  <a:pt x="1581134" y="952930"/>
                </a:lnTo>
                <a:moveTo>
                  <a:pt x="1112350" y="395350"/>
                </a:moveTo>
                <a:lnTo>
                  <a:pt x="1087266" y="317199"/>
                </a:lnTo>
                <a:moveTo>
                  <a:pt x="1220053" y="589953"/>
                </a:moveTo>
                <a:lnTo>
                  <a:pt x="1105576" y="636825"/>
                </a:lnTo>
                <a:moveTo>
                  <a:pt x="1500966" y="786239"/>
                </a:moveTo>
                <a:lnTo>
                  <a:pt x="1389017" y="832248"/>
                </a:lnTo>
                <a:moveTo>
                  <a:pt x="1389791" y="73101"/>
                </a:moveTo>
                <a:lnTo>
                  <a:pt x="1401195" y="18594"/>
                </a:lnTo>
                <a:moveTo>
                  <a:pt x="976119" y="689953"/>
                </a:moveTo>
                <a:lnTo>
                  <a:pt x="854362" y="723280"/>
                </a:lnTo>
                <a:moveTo>
                  <a:pt x="1545998" y="247023"/>
                </a:moveTo>
                <a:lnTo>
                  <a:pt x="1447327" y="312544"/>
                </a:lnTo>
                <a:moveTo>
                  <a:pt x="1099478" y="457750"/>
                </a:moveTo>
                <a:lnTo>
                  <a:pt x="1112350" y="395350"/>
                </a:lnTo>
                <a:moveTo>
                  <a:pt x="1788193" y="975064"/>
                </a:moveTo>
                <a:lnTo>
                  <a:pt x="1850706" y="899792"/>
                </a:lnTo>
                <a:moveTo>
                  <a:pt x="1788193" y="975064"/>
                </a:moveTo>
                <a:lnTo>
                  <a:pt x="1683899" y="973293"/>
                </a:lnTo>
                <a:moveTo>
                  <a:pt x="1574268" y="936917"/>
                </a:moveTo>
                <a:lnTo>
                  <a:pt x="1481120" y="885840"/>
                </a:lnTo>
                <a:moveTo>
                  <a:pt x="1791576" y="972842"/>
                </a:moveTo>
                <a:lnTo>
                  <a:pt x="1850706" y="899792"/>
                </a:lnTo>
                <a:moveTo>
                  <a:pt x="1048028" y="286245"/>
                </a:moveTo>
                <a:lnTo>
                  <a:pt x="1007812" y="208339"/>
                </a:lnTo>
                <a:moveTo>
                  <a:pt x="1318749" y="659808"/>
                </a:moveTo>
                <a:lnTo>
                  <a:pt x="1347880" y="552311"/>
                </a:lnTo>
                <a:moveTo>
                  <a:pt x="1220053" y="589953"/>
                </a:moveTo>
                <a:lnTo>
                  <a:pt x="1115453" y="591904"/>
                </a:lnTo>
                <a:moveTo>
                  <a:pt x="1347880" y="552311"/>
                </a:moveTo>
                <a:lnTo>
                  <a:pt x="1375761" y="538441"/>
                </a:lnTo>
                <a:moveTo>
                  <a:pt x="854362" y="723280"/>
                </a:moveTo>
                <a:lnTo>
                  <a:pt x="910153" y="649255"/>
                </a:lnTo>
                <a:moveTo>
                  <a:pt x="939842" y="804808"/>
                </a:moveTo>
                <a:lnTo>
                  <a:pt x="854362" y="723280"/>
                </a:lnTo>
                <a:moveTo>
                  <a:pt x="1447327" y="312544"/>
                </a:moveTo>
                <a:lnTo>
                  <a:pt x="1511577" y="265149"/>
                </a:lnTo>
                <a:moveTo>
                  <a:pt x="1683899" y="973293"/>
                </a:moveTo>
                <a:lnTo>
                  <a:pt x="1672064" y="976802"/>
                </a:lnTo>
                <a:moveTo>
                  <a:pt x="1677728" y="584187"/>
                </a:moveTo>
                <a:lnTo>
                  <a:pt x="1558473" y="611011"/>
                </a:lnTo>
                <a:moveTo>
                  <a:pt x="1375761" y="538441"/>
                </a:moveTo>
                <a:lnTo>
                  <a:pt x="1413846" y="393085"/>
                </a:lnTo>
                <a:moveTo>
                  <a:pt x="1198626" y="688135"/>
                </a:moveTo>
                <a:lnTo>
                  <a:pt x="1220053" y="589953"/>
                </a:lnTo>
                <a:moveTo>
                  <a:pt x="1778779" y="995215"/>
                </a:moveTo>
                <a:lnTo>
                  <a:pt x="1683899" y="973293"/>
                </a:lnTo>
                <a:moveTo>
                  <a:pt x="1500966" y="786239"/>
                </a:moveTo>
                <a:lnTo>
                  <a:pt x="1475312" y="880474"/>
                </a:lnTo>
                <a:moveTo>
                  <a:pt x="1112350" y="395350"/>
                </a:moveTo>
                <a:lnTo>
                  <a:pt x="1081197" y="316541"/>
                </a:lnTo>
                <a:moveTo>
                  <a:pt x="1081197" y="316541"/>
                </a:moveTo>
                <a:lnTo>
                  <a:pt x="1007812" y="208339"/>
                </a:lnTo>
                <a:moveTo>
                  <a:pt x="1380808" y="42238"/>
                </a:moveTo>
                <a:lnTo>
                  <a:pt x="1295913" y="0"/>
                </a:lnTo>
                <a:moveTo>
                  <a:pt x="1482707" y="879796"/>
                </a:moveTo>
                <a:lnTo>
                  <a:pt x="1500966" y="786239"/>
                </a:lnTo>
                <a:moveTo>
                  <a:pt x="1318749" y="659808"/>
                </a:moveTo>
                <a:lnTo>
                  <a:pt x="1220053" y="589953"/>
                </a:lnTo>
                <a:moveTo>
                  <a:pt x="1220053" y="589953"/>
                </a:moveTo>
                <a:lnTo>
                  <a:pt x="1134118" y="516287"/>
                </a:lnTo>
                <a:moveTo>
                  <a:pt x="1791576" y="972842"/>
                </a:moveTo>
                <a:lnTo>
                  <a:pt x="1824115" y="864522"/>
                </a:lnTo>
                <a:moveTo>
                  <a:pt x="1318749" y="659808"/>
                </a:moveTo>
                <a:lnTo>
                  <a:pt x="1222844" y="578010"/>
                </a:lnTo>
                <a:moveTo>
                  <a:pt x="1222844" y="578010"/>
                </a:moveTo>
                <a:lnTo>
                  <a:pt x="1134118" y="516287"/>
                </a:lnTo>
                <a:moveTo>
                  <a:pt x="1525654" y="683807"/>
                </a:moveTo>
                <a:lnTo>
                  <a:pt x="1454785" y="601867"/>
                </a:lnTo>
                <a:moveTo>
                  <a:pt x="1803079" y="819722"/>
                </a:moveTo>
                <a:lnTo>
                  <a:pt x="1832535" y="738006"/>
                </a:lnTo>
                <a:moveTo>
                  <a:pt x="1500966" y="786239"/>
                </a:moveTo>
                <a:lnTo>
                  <a:pt x="1443685" y="714758"/>
                </a:lnTo>
                <a:moveTo>
                  <a:pt x="1788600" y="970114"/>
                </a:moveTo>
                <a:lnTo>
                  <a:pt x="1824115" y="864522"/>
                </a:lnTo>
                <a:moveTo>
                  <a:pt x="1605128" y="605430"/>
                </a:moveTo>
                <a:lnTo>
                  <a:pt x="1558473" y="611011"/>
                </a:lnTo>
                <a:moveTo>
                  <a:pt x="1375761" y="538441"/>
                </a:moveTo>
                <a:lnTo>
                  <a:pt x="1358760" y="499523"/>
                </a:lnTo>
                <a:moveTo>
                  <a:pt x="1134118" y="516287"/>
                </a:moveTo>
                <a:lnTo>
                  <a:pt x="1112350" y="395350"/>
                </a:lnTo>
                <a:moveTo>
                  <a:pt x="1832535" y="738006"/>
                </a:moveTo>
                <a:lnTo>
                  <a:pt x="1767700" y="652910"/>
                </a:lnTo>
                <a:moveTo>
                  <a:pt x="1525654" y="683807"/>
                </a:moveTo>
                <a:lnTo>
                  <a:pt x="1428251" y="685970"/>
                </a:lnTo>
                <a:moveTo>
                  <a:pt x="1347880" y="552311"/>
                </a:moveTo>
                <a:lnTo>
                  <a:pt x="1222844" y="578010"/>
                </a:lnTo>
                <a:moveTo>
                  <a:pt x="1375761" y="538441"/>
                </a:moveTo>
                <a:lnTo>
                  <a:pt x="1377640" y="428843"/>
                </a:lnTo>
                <a:moveTo>
                  <a:pt x="1677728" y="584187"/>
                </a:moveTo>
                <a:lnTo>
                  <a:pt x="1605128" y="605430"/>
                </a:lnTo>
                <a:moveTo>
                  <a:pt x="1347880" y="552311"/>
                </a:moveTo>
                <a:lnTo>
                  <a:pt x="1358760" y="499523"/>
                </a:lnTo>
                <a:moveTo>
                  <a:pt x="1824115" y="864522"/>
                </a:moveTo>
                <a:lnTo>
                  <a:pt x="1803079" y="819722"/>
                </a:lnTo>
                <a:moveTo>
                  <a:pt x="1589068" y="856421"/>
                </a:moveTo>
                <a:lnTo>
                  <a:pt x="1481120" y="885840"/>
                </a:lnTo>
                <a:moveTo>
                  <a:pt x="1791576" y="972842"/>
                </a:moveTo>
                <a:lnTo>
                  <a:pt x="1788193" y="975064"/>
                </a:lnTo>
                <a:moveTo>
                  <a:pt x="1589068" y="856421"/>
                </a:moveTo>
                <a:lnTo>
                  <a:pt x="1482707" y="879796"/>
                </a:lnTo>
                <a:moveTo>
                  <a:pt x="1672064" y="976802"/>
                </a:moveTo>
                <a:lnTo>
                  <a:pt x="1574268" y="936917"/>
                </a:lnTo>
                <a:moveTo>
                  <a:pt x="1824115" y="864522"/>
                </a:moveTo>
                <a:lnTo>
                  <a:pt x="1689190" y="908940"/>
                </a:lnTo>
                <a:moveTo>
                  <a:pt x="1791576" y="972842"/>
                </a:moveTo>
                <a:lnTo>
                  <a:pt x="1788600" y="970114"/>
                </a:lnTo>
                <a:moveTo>
                  <a:pt x="1767626" y="643087"/>
                </a:moveTo>
                <a:lnTo>
                  <a:pt x="1677728" y="584187"/>
                </a:lnTo>
                <a:moveTo>
                  <a:pt x="1525654" y="683807"/>
                </a:moveTo>
                <a:lnTo>
                  <a:pt x="1443685" y="714758"/>
                </a:lnTo>
                <a:moveTo>
                  <a:pt x="1220053" y="589953"/>
                </a:moveTo>
                <a:lnTo>
                  <a:pt x="1222844" y="578010"/>
                </a:lnTo>
                <a:moveTo>
                  <a:pt x="1377640" y="428843"/>
                </a:moveTo>
                <a:lnTo>
                  <a:pt x="1413846" y="393085"/>
                </a:lnTo>
                <a:moveTo>
                  <a:pt x="1788600" y="970114"/>
                </a:moveTo>
                <a:lnTo>
                  <a:pt x="1672064" y="976802"/>
                </a:lnTo>
                <a:moveTo>
                  <a:pt x="1788193" y="975064"/>
                </a:moveTo>
                <a:lnTo>
                  <a:pt x="1778779" y="995215"/>
                </a:lnTo>
                <a:moveTo>
                  <a:pt x="1081197" y="316541"/>
                </a:moveTo>
                <a:lnTo>
                  <a:pt x="1075659" y="278054"/>
                </a:lnTo>
                <a:moveTo>
                  <a:pt x="1413846" y="393085"/>
                </a:moveTo>
                <a:lnTo>
                  <a:pt x="1511577" y="265149"/>
                </a:lnTo>
                <a:moveTo>
                  <a:pt x="1689190" y="908940"/>
                </a:moveTo>
                <a:lnTo>
                  <a:pt x="1574268" y="936917"/>
                </a:lnTo>
                <a:moveTo>
                  <a:pt x="1470010" y="125515"/>
                </a:moveTo>
                <a:lnTo>
                  <a:pt x="1389791" y="73101"/>
                </a:lnTo>
                <a:moveTo>
                  <a:pt x="1525654" y="683807"/>
                </a:moveTo>
                <a:lnTo>
                  <a:pt x="1558473" y="611011"/>
                </a:lnTo>
                <a:moveTo>
                  <a:pt x="1791576" y="972842"/>
                </a:moveTo>
                <a:lnTo>
                  <a:pt x="1778779" y="995215"/>
                </a:lnTo>
                <a:moveTo>
                  <a:pt x="1389791" y="73101"/>
                </a:moveTo>
                <a:lnTo>
                  <a:pt x="1380808" y="42238"/>
                </a:lnTo>
                <a:moveTo>
                  <a:pt x="1778779" y="995215"/>
                </a:moveTo>
                <a:lnTo>
                  <a:pt x="1788600" y="970114"/>
                </a:lnTo>
                <a:moveTo>
                  <a:pt x="1134118" y="516287"/>
                </a:moveTo>
                <a:lnTo>
                  <a:pt x="1137993" y="455138"/>
                </a:lnTo>
                <a:moveTo>
                  <a:pt x="1370980" y="59721"/>
                </a:moveTo>
                <a:lnTo>
                  <a:pt x="1380808" y="42238"/>
                </a:lnTo>
                <a:moveTo>
                  <a:pt x="1824115" y="864522"/>
                </a:moveTo>
                <a:lnTo>
                  <a:pt x="1699194" y="859665"/>
                </a:lnTo>
                <a:moveTo>
                  <a:pt x="1574268" y="936917"/>
                </a:moveTo>
                <a:lnTo>
                  <a:pt x="1589068" y="856421"/>
                </a:lnTo>
                <a:moveTo>
                  <a:pt x="1778779" y="995215"/>
                </a:moveTo>
                <a:lnTo>
                  <a:pt x="1672064" y="976802"/>
                </a:lnTo>
                <a:moveTo>
                  <a:pt x="1358760" y="499523"/>
                </a:moveTo>
                <a:lnTo>
                  <a:pt x="1377640" y="428843"/>
                </a:lnTo>
                <a:moveTo>
                  <a:pt x="1788600" y="970114"/>
                </a:moveTo>
                <a:lnTo>
                  <a:pt x="1689190" y="908940"/>
                </a:lnTo>
                <a:moveTo>
                  <a:pt x="1545998" y="247023"/>
                </a:moveTo>
                <a:lnTo>
                  <a:pt x="1511577" y="265149"/>
                </a:lnTo>
                <a:moveTo>
                  <a:pt x="1672064" y="976802"/>
                </a:moveTo>
                <a:lnTo>
                  <a:pt x="1689190" y="908940"/>
                </a:lnTo>
                <a:moveTo>
                  <a:pt x="1161497" y="358240"/>
                </a:moveTo>
                <a:lnTo>
                  <a:pt x="1081197" y="316541"/>
                </a:lnTo>
                <a:moveTo>
                  <a:pt x="1470010" y="125515"/>
                </a:moveTo>
                <a:lnTo>
                  <a:pt x="1356717" y="100239"/>
                </a:lnTo>
                <a:moveTo>
                  <a:pt x="1435751" y="215837"/>
                </a:moveTo>
                <a:lnTo>
                  <a:pt x="1470010" y="125515"/>
                </a:lnTo>
                <a:moveTo>
                  <a:pt x="1389791" y="73101"/>
                </a:moveTo>
                <a:lnTo>
                  <a:pt x="1370980" y="59721"/>
                </a:lnTo>
                <a:moveTo>
                  <a:pt x="1803079" y="819722"/>
                </a:moveTo>
                <a:lnTo>
                  <a:pt x="1767700" y="652910"/>
                </a:lnTo>
                <a:moveTo>
                  <a:pt x="1525654" y="683807"/>
                </a:moveTo>
                <a:lnTo>
                  <a:pt x="1605128" y="605430"/>
                </a:lnTo>
                <a:moveTo>
                  <a:pt x="1165962" y="335980"/>
                </a:moveTo>
                <a:lnTo>
                  <a:pt x="1081197" y="316541"/>
                </a:lnTo>
                <a:moveTo>
                  <a:pt x="1665428" y="580415"/>
                </a:moveTo>
                <a:lnTo>
                  <a:pt x="1677728" y="584187"/>
                </a:lnTo>
                <a:moveTo>
                  <a:pt x="1767700" y="652910"/>
                </a:moveTo>
                <a:lnTo>
                  <a:pt x="1767626" y="643087"/>
                </a:lnTo>
                <a:moveTo>
                  <a:pt x="1589068" y="856421"/>
                </a:moveTo>
                <a:lnTo>
                  <a:pt x="1500966" y="786239"/>
                </a:lnTo>
                <a:moveTo>
                  <a:pt x="1358760" y="499523"/>
                </a:moveTo>
                <a:lnTo>
                  <a:pt x="1335376" y="460486"/>
                </a:lnTo>
                <a:moveTo>
                  <a:pt x="1500966" y="786239"/>
                </a:moveTo>
                <a:lnTo>
                  <a:pt x="1525654" y="683807"/>
                </a:lnTo>
                <a:moveTo>
                  <a:pt x="1764373" y="647245"/>
                </a:moveTo>
                <a:lnTo>
                  <a:pt x="1767626" y="643087"/>
                </a:lnTo>
                <a:moveTo>
                  <a:pt x="1347880" y="552311"/>
                </a:moveTo>
                <a:lnTo>
                  <a:pt x="1235508" y="495700"/>
                </a:lnTo>
                <a:moveTo>
                  <a:pt x="1222844" y="578010"/>
                </a:moveTo>
                <a:lnTo>
                  <a:pt x="1137993" y="455138"/>
                </a:lnTo>
                <a:moveTo>
                  <a:pt x="1356717" y="100239"/>
                </a:moveTo>
                <a:lnTo>
                  <a:pt x="1389791" y="73101"/>
                </a:lnTo>
                <a:moveTo>
                  <a:pt x="1590569" y="845850"/>
                </a:moveTo>
                <a:lnTo>
                  <a:pt x="1500966" y="786239"/>
                </a:lnTo>
                <a:moveTo>
                  <a:pt x="1767700" y="652910"/>
                </a:moveTo>
                <a:lnTo>
                  <a:pt x="1764373" y="647245"/>
                </a:lnTo>
                <a:moveTo>
                  <a:pt x="1137993" y="455138"/>
                </a:moveTo>
                <a:lnTo>
                  <a:pt x="1112350" y="395350"/>
                </a:lnTo>
                <a:moveTo>
                  <a:pt x="1803079" y="819722"/>
                </a:moveTo>
                <a:lnTo>
                  <a:pt x="1754402" y="674927"/>
                </a:lnTo>
                <a:moveTo>
                  <a:pt x="1377640" y="428843"/>
                </a:moveTo>
                <a:lnTo>
                  <a:pt x="1335376" y="460486"/>
                </a:lnTo>
                <a:moveTo>
                  <a:pt x="1546262" y="678556"/>
                </a:moveTo>
                <a:lnTo>
                  <a:pt x="1605128" y="605430"/>
                </a:lnTo>
                <a:moveTo>
                  <a:pt x="1511577" y="265149"/>
                </a:moveTo>
                <a:lnTo>
                  <a:pt x="1435751" y="215837"/>
                </a:lnTo>
                <a:moveTo>
                  <a:pt x="1689190" y="908940"/>
                </a:moveTo>
                <a:lnTo>
                  <a:pt x="1589068" y="856421"/>
                </a:lnTo>
                <a:moveTo>
                  <a:pt x="1356717" y="100239"/>
                </a:moveTo>
                <a:lnTo>
                  <a:pt x="1370980" y="59721"/>
                </a:lnTo>
                <a:moveTo>
                  <a:pt x="1075659" y="278054"/>
                </a:moveTo>
                <a:lnTo>
                  <a:pt x="1007812" y="208339"/>
                </a:lnTo>
                <a:moveTo>
                  <a:pt x="1470010" y="125515"/>
                </a:moveTo>
                <a:lnTo>
                  <a:pt x="1336594" y="151589"/>
                </a:lnTo>
                <a:moveTo>
                  <a:pt x="1665428" y="580415"/>
                </a:moveTo>
                <a:lnTo>
                  <a:pt x="1605128" y="605430"/>
                </a:lnTo>
                <a:moveTo>
                  <a:pt x="1699194" y="859665"/>
                </a:moveTo>
                <a:lnTo>
                  <a:pt x="1803079" y="819722"/>
                </a:lnTo>
                <a:moveTo>
                  <a:pt x="1500966" y="786239"/>
                </a:moveTo>
                <a:lnTo>
                  <a:pt x="1546262" y="678556"/>
                </a:lnTo>
                <a:moveTo>
                  <a:pt x="1754402" y="674927"/>
                </a:moveTo>
                <a:lnTo>
                  <a:pt x="1767700" y="652910"/>
                </a:lnTo>
                <a:moveTo>
                  <a:pt x="1689190" y="908940"/>
                </a:moveTo>
                <a:lnTo>
                  <a:pt x="1590569" y="845850"/>
                </a:lnTo>
                <a:moveTo>
                  <a:pt x="1413846" y="393085"/>
                </a:moveTo>
                <a:lnTo>
                  <a:pt x="1496501" y="351065"/>
                </a:lnTo>
                <a:moveTo>
                  <a:pt x="1754402" y="674927"/>
                </a:moveTo>
                <a:lnTo>
                  <a:pt x="1764373" y="647245"/>
                </a:lnTo>
                <a:moveTo>
                  <a:pt x="1689190" y="908940"/>
                </a:moveTo>
                <a:lnTo>
                  <a:pt x="1699194" y="859665"/>
                </a:lnTo>
                <a:moveTo>
                  <a:pt x="1222844" y="578010"/>
                </a:moveTo>
                <a:lnTo>
                  <a:pt x="1235508" y="495700"/>
                </a:lnTo>
                <a:moveTo>
                  <a:pt x="1358760" y="499523"/>
                </a:moveTo>
                <a:lnTo>
                  <a:pt x="1235508" y="495700"/>
                </a:lnTo>
                <a:moveTo>
                  <a:pt x="1767626" y="643087"/>
                </a:moveTo>
                <a:lnTo>
                  <a:pt x="1665428" y="580415"/>
                </a:lnTo>
                <a:moveTo>
                  <a:pt x="1589068" y="856421"/>
                </a:moveTo>
                <a:lnTo>
                  <a:pt x="1590569" y="845850"/>
                </a:lnTo>
                <a:moveTo>
                  <a:pt x="1161497" y="358240"/>
                </a:moveTo>
                <a:lnTo>
                  <a:pt x="1112350" y="395350"/>
                </a:lnTo>
                <a:moveTo>
                  <a:pt x="1413846" y="393085"/>
                </a:moveTo>
                <a:lnTo>
                  <a:pt x="1380048" y="371225"/>
                </a:lnTo>
                <a:moveTo>
                  <a:pt x="1803079" y="819722"/>
                </a:moveTo>
                <a:lnTo>
                  <a:pt x="1730066" y="738137"/>
                </a:lnTo>
                <a:moveTo>
                  <a:pt x="1109463" y="144847"/>
                </a:moveTo>
                <a:lnTo>
                  <a:pt x="1007812" y="208339"/>
                </a:lnTo>
                <a:moveTo>
                  <a:pt x="1764373" y="647245"/>
                </a:moveTo>
                <a:lnTo>
                  <a:pt x="1665428" y="580415"/>
                </a:lnTo>
                <a:moveTo>
                  <a:pt x="1370980" y="59721"/>
                </a:moveTo>
                <a:lnTo>
                  <a:pt x="1313368" y="141100"/>
                </a:lnTo>
                <a:moveTo>
                  <a:pt x="1098454" y="181119"/>
                </a:moveTo>
                <a:lnTo>
                  <a:pt x="1007812" y="208339"/>
                </a:lnTo>
                <a:moveTo>
                  <a:pt x="1699194" y="859665"/>
                </a:moveTo>
                <a:lnTo>
                  <a:pt x="1590569" y="845850"/>
                </a:lnTo>
                <a:moveTo>
                  <a:pt x="1546262" y="678556"/>
                </a:moveTo>
                <a:lnTo>
                  <a:pt x="1525654" y="683807"/>
                </a:lnTo>
                <a:moveTo>
                  <a:pt x="1496501" y="351065"/>
                </a:moveTo>
                <a:lnTo>
                  <a:pt x="1511577" y="265149"/>
                </a:lnTo>
                <a:moveTo>
                  <a:pt x="1336594" y="151589"/>
                </a:moveTo>
                <a:lnTo>
                  <a:pt x="1356717" y="100239"/>
                </a:lnTo>
                <a:moveTo>
                  <a:pt x="1356717" y="100239"/>
                </a:moveTo>
                <a:lnTo>
                  <a:pt x="1313368" y="141100"/>
                </a:lnTo>
                <a:moveTo>
                  <a:pt x="1435751" y="215837"/>
                </a:moveTo>
                <a:lnTo>
                  <a:pt x="1336594" y="151589"/>
                </a:lnTo>
                <a:moveTo>
                  <a:pt x="1764373" y="647245"/>
                </a:moveTo>
                <a:lnTo>
                  <a:pt x="1717302" y="728510"/>
                </a:lnTo>
                <a:moveTo>
                  <a:pt x="1235508" y="495700"/>
                </a:moveTo>
                <a:lnTo>
                  <a:pt x="1335376" y="460486"/>
                </a:lnTo>
                <a:moveTo>
                  <a:pt x="1607791" y="752567"/>
                </a:moveTo>
                <a:lnTo>
                  <a:pt x="1500966" y="786239"/>
                </a:lnTo>
                <a:moveTo>
                  <a:pt x="1377640" y="428843"/>
                </a:moveTo>
                <a:lnTo>
                  <a:pt x="1269909" y="361056"/>
                </a:lnTo>
                <a:moveTo>
                  <a:pt x="1377640" y="428843"/>
                </a:moveTo>
                <a:lnTo>
                  <a:pt x="1380048" y="371225"/>
                </a:lnTo>
                <a:moveTo>
                  <a:pt x="1402287" y="296488"/>
                </a:moveTo>
                <a:lnTo>
                  <a:pt x="1511577" y="265149"/>
                </a:lnTo>
                <a:moveTo>
                  <a:pt x="1730066" y="738137"/>
                </a:moveTo>
                <a:lnTo>
                  <a:pt x="1754402" y="674927"/>
                </a:lnTo>
                <a:moveTo>
                  <a:pt x="1235508" y="495700"/>
                </a:moveTo>
                <a:lnTo>
                  <a:pt x="1137993" y="455138"/>
                </a:lnTo>
                <a:moveTo>
                  <a:pt x="1754402" y="674927"/>
                </a:moveTo>
                <a:lnTo>
                  <a:pt x="1717302" y="728510"/>
                </a:lnTo>
                <a:moveTo>
                  <a:pt x="1137993" y="455138"/>
                </a:moveTo>
                <a:lnTo>
                  <a:pt x="1161497" y="358240"/>
                </a:lnTo>
                <a:moveTo>
                  <a:pt x="1699194" y="859665"/>
                </a:moveTo>
                <a:lnTo>
                  <a:pt x="1730066" y="738137"/>
                </a:lnTo>
                <a:moveTo>
                  <a:pt x="1335376" y="460486"/>
                </a:moveTo>
                <a:lnTo>
                  <a:pt x="1263643" y="386136"/>
                </a:lnTo>
                <a:moveTo>
                  <a:pt x="1336594" y="151589"/>
                </a:moveTo>
                <a:lnTo>
                  <a:pt x="1313368" y="141100"/>
                </a:lnTo>
                <a:moveTo>
                  <a:pt x="1435751" y="215837"/>
                </a:moveTo>
                <a:lnTo>
                  <a:pt x="1301271" y="254848"/>
                </a:lnTo>
                <a:moveTo>
                  <a:pt x="1075659" y="278054"/>
                </a:moveTo>
                <a:lnTo>
                  <a:pt x="1098454" y="181119"/>
                </a:lnTo>
                <a:moveTo>
                  <a:pt x="1402287" y="296488"/>
                </a:moveTo>
                <a:lnTo>
                  <a:pt x="1435751" y="215837"/>
                </a:lnTo>
                <a:moveTo>
                  <a:pt x="1335376" y="460486"/>
                </a:moveTo>
                <a:lnTo>
                  <a:pt x="1269909" y="361056"/>
                </a:lnTo>
                <a:moveTo>
                  <a:pt x="1165962" y="335980"/>
                </a:moveTo>
                <a:lnTo>
                  <a:pt x="1075659" y="278054"/>
                </a:lnTo>
                <a:moveTo>
                  <a:pt x="1263643" y="386136"/>
                </a:moveTo>
                <a:lnTo>
                  <a:pt x="1137993" y="455138"/>
                </a:lnTo>
                <a:moveTo>
                  <a:pt x="1200070" y="215463"/>
                </a:moveTo>
                <a:lnTo>
                  <a:pt x="1075659" y="278054"/>
                </a:lnTo>
                <a:moveTo>
                  <a:pt x="1633845" y="638185"/>
                </a:moveTo>
                <a:lnTo>
                  <a:pt x="1605128" y="605430"/>
                </a:lnTo>
                <a:moveTo>
                  <a:pt x="1336594" y="151589"/>
                </a:moveTo>
                <a:lnTo>
                  <a:pt x="1220588" y="152643"/>
                </a:lnTo>
                <a:moveTo>
                  <a:pt x="1590569" y="845850"/>
                </a:moveTo>
                <a:lnTo>
                  <a:pt x="1607791" y="752567"/>
                </a:lnTo>
                <a:moveTo>
                  <a:pt x="1220588" y="152643"/>
                </a:moveTo>
                <a:lnTo>
                  <a:pt x="1313368" y="141100"/>
                </a:lnTo>
                <a:moveTo>
                  <a:pt x="1699194" y="859665"/>
                </a:moveTo>
                <a:lnTo>
                  <a:pt x="1607791" y="752567"/>
                </a:lnTo>
                <a:moveTo>
                  <a:pt x="1730066" y="738137"/>
                </a:moveTo>
                <a:lnTo>
                  <a:pt x="1717302" y="728510"/>
                </a:lnTo>
                <a:moveTo>
                  <a:pt x="1607791" y="752567"/>
                </a:moveTo>
                <a:lnTo>
                  <a:pt x="1546262" y="678556"/>
                </a:lnTo>
                <a:moveTo>
                  <a:pt x="1336594" y="151589"/>
                </a:moveTo>
                <a:lnTo>
                  <a:pt x="1200070" y="215463"/>
                </a:lnTo>
                <a:moveTo>
                  <a:pt x="1235508" y="495700"/>
                </a:moveTo>
                <a:lnTo>
                  <a:pt x="1263643" y="386136"/>
                </a:lnTo>
                <a:moveTo>
                  <a:pt x="1161497" y="358240"/>
                </a:moveTo>
                <a:lnTo>
                  <a:pt x="1165962" y="335980"/>
                </a:lnTo>
                <a:moveTo>
                  <a:pt x="1220588" y="152643"/>
                </a:moveTo>
                <a:lnTo>
                  <a:pt x="1109463" y="144847"/>
                </a:lnTo>
                <a:moveTo>
                  <a:pt x="1301271" y="254848"/>
                </a:moveTo>
                <a:lnTo>
                  <a:pt x="1336594" y="151589"/>
                </a:lnTo>
                <a:moveTo>
                  <a:pt x="1098454" y="181119"/>
                </a:moveTo>
                <a:lnTo>
                  <a:pt x="1109463" y="144847"/>
                </a:lnTo>
                <a:moveTo>
                  <a:pt x="1263643" y="386136"/>
                </a:moveTo>
                <a:lnTo>
                  <a:pt x="1161497" y="358240"/>
                </a:lnTo>
                <a:moveTo>
                  <a:pt x="1200070" y="215463"/>
                </a:moveTo>
                <a:lnTo>
                  <a:pt x="1220588" y="152643"/>
                </a:lnTo>
                <a:moveTo>
                  <a:pt x="1200070" y="215463"/>
                </a:moveTo>
                <a:lnTo>
                  <a:pt x="1109463" y="144847"/>
                </a:lnTo>
                <a:moveTo>
                  <a:pt x="1764373" y="647245"/>
                </a:moveTo>
                <a:lnTo>
                  <a:pt x="1633845" y="638185"/>
                </a:lnTo>
                <a:moveTo>
                  <a:pt x="1496501" y="351065"/>
                </a:moveTo>
                <a:lnTo>
                  <a:pt x="1402287" y="296488"/>
                </a:lnTo>
                <a:moveTo>
                  <a:pt x="1200070" y="215463"/>
                </a:moveTo>
                <a:lnTo>
                  <a:pt x="1098454" y="181119"/>
                </a:lnTo>
                <a:moveTo>
                  <a:pt x="1730066" y="738137"/>
                </a:moveTo>
                <a:lnTo>
                  <a:pt x="1607791" y="752567"/>
                </a:lnTo>
                <a:moveTo>
                  <a:pt x="1380048" y="371225"/>
                </a:moveTo>
                <a:lnTo>
                  <a:pt x="1496501" y="351065"/>
                </a:lnTo>
                <a:moveTo>
                  <a:pt x="1263643" y="386136"/>
                </a:moveTo>
                <a:lnTo>
                  <a:pt x="1165962" y="335980"/>
                </a:lnTo>
                <a:moveTo>
                  <a:pt x="1165962" y="335980"/>
                </a:moveTo>
                <a:lnTo>
                  <a:pt x="1200070" y="215463"/>
                </a:lnTo>
                <a:moveTo>
                  <a:pt x="1607791" y="752567"/>
                </a:moveTo>
                <a:lnTo>
                  <a:pt x="1717302" y="728510"/>
                </a:lnTo>
                <a:moveTo>
                  <a:pt x="1301271" y="254848"/>
                </a:moveTo>
                <a:lnTo>
                  <a:pt x="1165962" y="335980"/>
                </a:lnTo>
                <a:moveTo>
                  <a:pt x="1269909" y="361056"/>
                </a:moveTo>
                <a:lnTo>
                  <a:pt x="1165962" y="335980"/>
                </a:lnTo>
                <a:moveTo>
                  <a:pt x="1301271" y="254848"/>
                </a:moveTo>
                <a:lnTo>
                  <a:pt x="1200070" y="215463"/>
                </a:lnTo>
                <a:moveTo>
                  <a:pt x="1263643" y="386136"/>
                </a:moveTo>
                <a:lnTo>
                  <a:pt x="1269909" y="361056"/>
                </a:lnTo>
                <a:moveTo>
                  <a:pt x="1402287" y="296488"/>
                </a:moveTo>
                <a:lnTo>
                  <a:pt x="1301271" y="254848"/>
                </a:lnTo>
                <a:moveTo>
                  <a:pt x="1269909" y="361056"/>
                </a:moveTo>
                <a:lnTo>
                  <a:pt x="1301271" y="254848"/>
                </a:lnTo>
                <a:moveTo>
                  <a:pt x="1402287" y="296488"/>
                </a:moveTo>
                <a:lnTo>
                  <a:pt x="1269909" y="361056"/>
                </a:lnTo>
                <a:moveTo>
                  <a:pt x="1380048" y="371225"/>
                </a:moveTo>
                <a:lnTo>
                  <a:pt x="1402287" y="296488"/>
                </a:lnTo>
                <a:moveTo>
                  <a:pt x="1380048" y="371225"/>
                </a:moveTo>
                <a:lnTo>
                  <a:pt x="1269909" y="361056"/>
                </a:lnTo>
                <a:moveTo>
                  <a:pt x="1633845" y="638185"/>
                </a:moveTo>
                <a:lnTo>
                  <a:pt x="1546262" y="678556"/>
                </a:lnTo>
                <a:moveTo>
                  <a:pt x="1633845" y="638185"/>
                </a:moveTo>
                <a:lnTo>
                  <a:pt x="1665428" y="580415"/>
                </a:lnTo>
                <a:moveTo>
                  <a:pt x="1717302" y="728510"/>
                </a:moveTo>
                <a:lnTo>
                  <a:pt x="1633845" y="638185"/>
                </a:lnTo>
                <a:moveTo>
                  <a:pt x="1607791" y="752567"/>
                </a:moveTo>
                <a:lnTo>
                  <a:pt x="1633845" y="638185"/>
                </a:lnTo>
                <a:moveTo>
                  <a:pt x="1469430" y="423744"/>
                </a:moveTo>
                <a:lnTo>
                  <a:pt x="1507312" y="289364"/>
                </a:lnTo>
                <a:moveTo>
                  <a:pt x="1469430" y="423744"/>
                </a:moveTo>
                <a:lnTo>
                  <a:pt x="1507936" y="288244"/>
                </a:lnTo>
                <a:moveTo>
                  <a:pt x="1507312" y="289364"/>
                </a:moveTo>
                <a:lnTo>
                  <a:pt x="1507439" y="288039"/>
                </a:lnTo>
                <a:moveTo>
                  <a:pt x="1507312" y="289364"/>
                </a:moveTo>
                <a:lnTo>
                  <a:pt x="1507334" y="288068"/>
                </a:lnTo>
                <a:moveTo>
                  <a:pt x="1507936" y="288244"/>
                </a:moveTo>
                <a:lnTo>
                  <a:pt x="1507312" y="289364"/>
                </a:lnTo>
                <a:moveTo>
                  <a:pt x="1507439" y="288039"/>
                </a:moveTo>
                <a:lnTo>
                  <a:pt x="1507334" y="288068"/>
                </a:lnTo>
                <a:moveTo>
                  <a:pt x="1507420" y="288045"/>
                </a:moveTo>
                <a:lnTo>
                  <a:pt x="1507439" y="288039"/>
                </a:lnTo>
                <a:moveTo>
                  <a:pt x="1507936" y="288244"/>
                </a:moveTo>
                <a:lnTo>
                  <a:pt x="1507439" y="288039"/>
                </a:lnTo>
                <a:moveTo>
                  <a:pt x="1507420" y="288045"/>
                </a:moveTo>
                <a:lnTo>
                  <a:pt x="1507334" y="288068"/>
                </a:lnTo>
                <a:moveTo>
                  <a:pt x="1507936" y="288244"/>
                </a:moveTo>
                <a:lnTo>
                  <a:pt x="1507420" y="288045"/>
                </a:lnTo>
                <a:moveTo>
                  <a:pt x="1469430" y="423744"/>
                </a:moveTo>
                <a:lnTo>
                  <a:pt x="1458682" y="364178"/>
                </a:lnTo>
                <a:moveTo>
                  <a:pt x="1495914" y="375052"/>
                </a:moveTo>
                <a:lnTo>
                  <a:pt x="1469430" y="423744"/>
                </a:lnTo>
                <a:moveTo>
                  <a:pt x="1507312" y="289364"/>
                </a:moveTo>
                <a:lnTo>
                  <a:pt x="1458682" y="364178"/>
                </a:lnTo>
                <a:moveTo>
                  <a:pt x="1458682" y="364178"/>
                </a:moveTo>
                <a:lnTo>
                  <a:pt x="1507334" y="288068"/>
                </a:lnTo>
                <a:moveTo>
                  <a:pt x="1469430" y="423744"/>
                </a:moveTo>
                <a:lnTo>
                  <a:pt x="1468713" y="381274"/>
                </a:lnTo>
                <a:moveTo>
                  <a:pt x="1495914" y="375052"/>
                </a:moveTo>
                <a:lnTo>
                  <a:pt x="1507420" y="288045"/>
                </a:lnTo>
                <a:moveTo>
                  <a:pt x="1495914" y="375052"/>
                </a:moveTo>
                <a:lnTo>
                  <a:pt x="1507936" y="288244"/>
                </a:lnTo>
                <a:moveTo>
                  <a:pt x="1468713" y="381274"/>
                </a:moveTo>
                <a:lnTo>
                  <a:pt x="1458682" y="364178"/>
                </a:lnTo>
                <a:moveTo>
                  <a:pt x="1495914" y="375052"/>
                </a:moveTo>
                <a:lnTo>
                  <a:pt x="1468713" y="381274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29538BEC-5001-4652-95F4-5CC4C96B1BD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338" y="505477"/>
                </a:moveTo>
                <a:lnTo>
                  <a:pt x="1515211" y="4820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3C3B27F4-4287-4339-BB62-70738784078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449" y="579772"/>
                </a:moveTo>
                <a:lnTo>
                  <a:pt x="940827" y="644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662C5A3C-3B1D-48C7-B282-9AA3A910717D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6932" y="1116901"/>
                </a:moveTo>
                <a:lnTo>
                  <a:pt x="1468397" y="11283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8FCE3CB8-8687-4A3F-AA96-0E6E4DB076AD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338" y="505477"/>
                </a:moveTo>
                <a:lnTo>
                  <a:pt x="1699377" y="584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11ED3063-5649-4D55-9622-EB393E7F437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482" y="614441"/>
                </a:moveTo>
                <a:lnTo>
                  <a:pt x="1559338" y="505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FFB93671-256F-44D6-AFDD-52B549F4CD61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1187" y="418629"/>
                </a:moveTo>
                <a:lnTo>
                  <a:pt x="975449" y="5797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A642AB17-31D5-4651-89F9-6A7149801EE3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338" y="505477"/>
                </a:moveTo>
                <a:lnTo>
                  <a:pt x="1545569" y="3741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54BD0A32-1BE3-4F7C-BAB4-6546E99D950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449" y="579772"/>
                </a:moveTo>
                <a:lnTo>
                  <a:pt x="1134070" y="6393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A0E90C08-BA18-4C73-A842-B1C9A977C74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9098" y="951335"/>
                </a:moveTo>
                <a:lnTo>
                  <a:pt x="1416932" y="11169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D03C84C7-9708-40D9-97EE-6A87E1EC5050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6932" y="1116901"/>
                </a:moveTo>
                <a:lnTo>
                  <a:pt x="1281986" y="12002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8E1677E2-5515-46A4-B508-DB22ECAB74AC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449" y="579772"/>
                </a:moveTo>
                <a:lnTo>
                  <a:pt x="885177" y="636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0A44640D-6EC7-407C-9281-8C7F7BA7BB03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8893" y="973739"/>
                </a:moveTo>
                <a:lnTo>
                  <a:pt x="849054" y="9162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9A2D7962-6808-4F7D-BD73-D8C772BED1A6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6932" y="1116901"/>
                </a:moveTo>
                <a:lnTo>
                  <a:pt x="1533781" y="11380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8B944EB7-1654-4BBA-9802-BEFC5D229C15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4210" y="635022"/>
                </a:moveTo>
                <a:lnTo>
                  <a:pt x="1440482" y="614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3061C984-6EA1-4524-AB5E-61D060C4F97C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973" y="898247"/>
                </a:moveTo>
                <a:lnTo>
                  <a:pt x="1369098" y="9513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B6C4D388-7F9D-4A1F-94D5-4CA8BA0D217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3313" y="909250"/>
                </a:moveTo>
                <a:lnTo>
                  <a:pt x="948893" y="9737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B0B5A8DD-F121-4BA3-867E-E390CEE3740D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070" y="639358"/>
                </a:moveTo>
                <a:lnTo>
                  <a:pt x="1164947" y="6782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58AD43FB-47CB-474F-A67B-F54C7DCE0E5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8893" y="973739"/>
                </a:moveTo>
                <a:lnTo>
                  <a:pt x="971687" y="11342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8F05C0A6-9D8E-4011-9E82-FD6A31724BC5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9925" y="841178"/>
                </a:moveTo>
                <a:lnTo>
                  <a:pt x="1103313" y="90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4DD65BFD-BC40-4B1D-BAB1-84331CCDCC5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273" y="847282"/>
                </a:moveTo>
                <a:lnTo>
                  <a:pt x="1853706" y="826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14CC4EC3-8743-4F5E-AAF6-B9F39D6F35EE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3859" y="791162"/>
                </a:moveTo>
                <a:lnTo>
                  <a:pt x="1591809" y="8332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1B1BBCD5-B24A-4888-8E34-0B4C4F18ED1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9925" y="841178"/>
                </a:moveTo>
                <a:lnTo>
                  <a:pt x="1344973" y="8982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FB739FC-F116-4E89-950C-F72CA28EAAD1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4947" y="678276"/>
                </a:moveTo>
                <a:lnTo>
                  <a:pt x="1189925" y="8411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00A2BDDD-C5A6-42B2-96F5-43EDF3A1710E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809" y="833270"/>
                </a:moveTo>
                <a:lnTo>
                  <a:pt x="1740273" y="8472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30803E50-7568-4B31-BEDC-D247E4AFCF50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973" y="898247"/>
                </a:moveTo>
                <a:lnTo>
                  <a:pt x="1463859" y="7911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ADC56D43-CF24-4213-9BA9-AC8D73C90B4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3859" y="791162"/>
                </a:moveTo>
                <a:lnTo>
                  <a:pt x="1434210" y="6350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C83BAEBF-F17A-46DF-9471-FAC562C7116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8893" y="973739"/>
                </a:moveTo>
                <a:lnTo>
                  <a:pt x="922021" y="913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575D803F-11FC-4629-903A-83707E61217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4210" y="635022"/>
                </a:moveTo>
                <a:lnTo>
                  <a:pt x="1289568" y="5875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C834C056-793E-4BD7-BEF3-A2C3861B212D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568" y="587532"/>
                </a:moveTo>
                <a:lnTo>
                  <a:pt x="1164947" y="6782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54D6406F-DACD-4E0B-BE1F-0C88B13DDC3C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568" y="587532"/>
                </a:moveTo>
                <a:lnTo>
                  <a:pt x="1264903" y="44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6D10D7AC-301D-4A13-83D0-C063CF4A643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03" y="442400"/>
                </a:moveTo>
                <a:lnTo>
                  <a:pt x="1284630" y="3151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7ED75E53-C0A0-4BA3-9542-33AD1B3FCD7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273" y="847282"/>
                </a:moveTo>
                <a:lnTo>
                  <a:pt x="1734846" y="996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33955AF0-99BC-4CF6-B217-D5BDB2C0AF11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4630" y="315142"/>
                </a:moveTo>
                <a:lnTo>
                  <a:pt x="1304336" y="1827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34E425F0-C872-456B-9828-55E6AEAE085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273" y="847282"/>
                </a:moveTo>
                <a:lnTo>
                  <a:pt x="1732997" y="7277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CCE01E0B-8ECD-4ED7-A13F-380D5EA7950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4630" y="315142"/>
                </a:moveTo>
                <a:lnTo>
                  <a:pt x="1416674" y="359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121AC2DB-F120-4BC3-A0C5-FBD8CDA6886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4630" y="315142"/>
                </a:moveTo>
                <a:lnTo>
                  <a:pt x="1146847" y="3181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8F7B0D03-C61F-4D0F-9DDF-09AF38784401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043" y="425472"/>
                </a:moveTo>
                <a:lnTo>
                  <a:pt x="1490139" y="4254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01722DE8-CB32-44FF-B900-5267D7CF69E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8700" y="542920"/>
                </a:moveTo>
                <a:lnTo>
                  <a:pt x="888845" y="6350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DED683D9-1D68-4D84-8E41-69F79DE82E08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043" y="425472"/>
                </a:moveTo>
                <a:lnTo>
                  <a:pt x="1732627" y="5056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37DF147E-2903-4898-9A90-96760B38E698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8700" y="542920"/>
                </a:moveTo>
                <a:lnTo>
                  <a:pt x="1013458" y="4169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E1526A83-029E-4A36-8E7B-2F9FA7F5D45A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8874" y="1137690"/>
                </a:moveTo>
                <a:lnTo>
                  <a:pt x="1485656" y="1092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F7F3EB59-39B9-4FDB-8464-D5A3AF5307AA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043" y="425472"/>
                </a:moveTo>
                <a:lnTo>
                  <a:pt x="1628863" y="2765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B62555A2-0169-49EA-8067-DFCB569C005E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920" y="496483"/>
                </a:moveTo>
                <a:lnTo>
                  <a:pt x="928700" y="5429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D8CBBCB4-503B-46DE-9A56-35F1C0EA15D4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917" y="505752"/>
                </a:moveTo>
                <a:lnTo>
                  <a:pt x="1597043" y="4254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56FD5FC9-E162-40B9-9FA0-BE34F4FA1B4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8700" y="542920"/>
                </a:moveTo>
                <a:lnTo>
                  <a:pt x="1022988" y="6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16F92790-BA8F-4463-B0DE-D74CD74AF6C8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8874" y="1137690"/>
                </a:moveTo>
                <a:lnTo>
                  <a:pt x="1317882" y="12587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4F1EAFD5-CCC0-44B5-BDC8-B4B7D6E958BE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6813" y="666155"/>
                </a:moveTo>
                <a:lnTo>
                  <a:pt x="1193737" y="8173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97C03639-6316-4CD2-985B-E24E805737AC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3737" y="817356"/>
                </a:moveTo>
                <a:lnTo>
                  <a:pt x="1341054" y="8713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FA1E8D4D-D012-4BB0-AFEF-53C4B7E322C8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4226" y="758540"/>
                </a:moveTo>
                <a:lnTo>
                  <a:pt x="1421466" y="6102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B71DA4E4-1911-4025-98D5-44CC1806918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1054" y="871306"/>
                </a:moveTo>
                <a:lnTo>
                  <a:pt x="1454226" y="758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8FBC3AA9-6E17-4156-8555-46DE1D41CAC8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988" y="635287"/>
                </a:moveTo>
                <a:lnTo>
                  <a:pt x="1166813" y="6661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0AD747F5-D636-4DEC-9671-4F4CA8D50A35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1466" y="610221"/>
                </a:moveTo>
                <a:lnTo>
                  <a:pt x="1526917" y="50575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95AA206C-52D5-4242-8932-578EFFD4CEED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413" y="577924"/>
                </a:moveTo>
                <a:lnTo>
                  <a:pt x="1166813" y="6661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0D509D6D-EDA3-4E84-B420-CD3570504774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1466" y="610221"/>
                </a:moveTo>
                <a:lnTo>
                  <a:pt x="1282413" y="5779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D80D38CD-09F7-4206-BBA2-25BD79A1854C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1054" y="871306"/>
                </a:moveTo>
                <a:lnTo>
                  <a:pt x="1348175" y="10049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B42D937A-E1B3-4E50-A2C9-1F06E05419CD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8175" y="1004931"/>
                </a:moveTo>
                <a:lnTo>
                  <a:pt x="1418874" y="11376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B9F9EFA8-7A71-4AB0-8707-EBF273E96B53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4755" y="978361"/>
                </a:moveTo>
                <a:lnTo>
                  <a:pt x="887555" y="9140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F8045778-F6D0-429D-8D84-F18673E2D6B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8874" y="1137690"/>
                </a:moveTo>
                <a:lnTo>
                  <a:pt x="1533649" y="1186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B5ABBA7A-7B21-4868-B025-23808E7BCEC0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3737" y="817356"/>
                </a:moveTo>
                <a:lnTo>
                  <a:pt x="1109887" y="8690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DD5FB5D4-EC32-4A93-9F91-01B909D20AB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4755" y="978361"/>
                </a:moveTo>
                <a:lnTo>
                  <a:pt x="1051989" y="11224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4953E1A6-54EC-44E5-8C32-B18410415E4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4226" y="758540"/>
                </a:moveTo>
                <a:lnTo>
                  <a:pt x="1535290" y="7990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276F25A5-DF0E-4BCD-BF91-5F70488A9AFD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887" y="869091"/>
                </a:moveTo>
                <a:lnTo>
                  <a:pt x="984755" y="978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6D34027A-6BE0-43B4-A121-22610DB3EF0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790" y="819620"/>
                </a:moveTo>
                <a:lnTo>
                  <a:pt x="1775069" y="7900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301F4216-72D5-451F-91C4-86E039DEB8C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413" y="577924"/>
                </a:moveTo>
                <a:lnTo>
                  <a:pt x="1245551" y="52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6211EC3E-AD4A-40B7-A8F6-1A34C5522C05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4755" y="978361"/>
                </a:moveTo>
                <a:lnTo>
                  <a:pt x="902470" y="10062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BA08824D-3D82-4CA3-AABD-B4E84617DFB4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290" y="799012"/>
                </a:moveTo>
                <a:lnTo>
                  <a:pt x="1696790" y="8196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D9BD3C48-EA0E-4115-8A8B-29390FC2490E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790" y="819620"/>
                </a:moveTo>
                <a:lnTo>
                  <a:pt x="1722125" y="9736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E7735D22-286F-40EA-99BA-51117A77C916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6929" y="380156"/>
                </a:moveTo>
                <a:lnTo>
                  <a:pt x="1301659" y="2780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DF419703-D52D-4125-ADC0-142A059A9E03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551" y="529582"/>
                </a:moveTo>
                <a:lnTo>
                  <a:pt x="1266929" y="3801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7FDCA9E0-6F2D-42D6-88AF-C5EF719137DA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790" y="819620"/>
                </a:moveTo>
                <a:lnTo>
                  <a:pt x="1752590" y="727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69A192BA-55C7-49DF-9A7B-56E342F90D44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6929" y="380156"/>
                </a:moveTo>
                <a:lnTo>
                  <a:pt x="1121761" y="340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70D77273-5825-4DD5-8CBE-CFEEED6EECBB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6929" y="380156"/>
                </a:moveTo>
                <a:lnTo>
                  <a:pt x="1385576" y="3908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04A7FE4B-0399-4620-877F-266E4B5A6415}"/>
              </a:ext>
            </a:extLst>
          </p:cNvPr>
          <p:cNvSpPr>
            <a:spLocks/>
          </p:cNvSpPr>
          <p:nvPr/>
        </p:nvSpPr>
        <p:spPr>
          <a:xfrm>
            <a:off x="3967127" y="48522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CA700C33-0418-4EC8-AA81-77107F39E125}"/>
              </a:ext>
            </a:extLst>
          </p:cNvPr>
          <p:cNvSpPr>
            <a:spLocks/>
          </p:cNvSpPr>
          <p:nvPr/>
        </p:nvSpPr>
        <p:spPr>
          <a:xfrm>
            <a:off x="4112907" y="48987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31FC6EAF-6372-4C06-BFBD-ED337C043518}"/>
              </a:ext>
            </a:extLst>
          </p:cNvPr>
          <p:cNvSpPr>
            <a:spLocks/>
          </p:cNvSpPr>
          <p:nvPr/>
        </p:nvSpPr>
        <p:spPr>
          <a:xfrm>
            <a:off x="4197666" y="47727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C81F6A8E-1F1F-4607-9DD5-2AAF96EC888A}"/>
              </a:ext>
            </a:extLst>
          </p:cNvPr>
          <p:cNvSpPr>
            <a:spLocks/>
          </p:cNvSpPr>
          <p:nvPr/>
        </p:nvSpPr>
        <p:spPr>
          <a:xfrm>
            <a:off x="4073053" y="49908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BF14BF2B-CADF-47B7-91EB-78A78B4061E2}"/>
              </a:ext>
            </a:extLst>
          </p:cNvPr>
          <p:cNvSpPr>
            <a:spLocks/>
          </p:cNvSpPr>
          <p:nvPr/>
        </p:nvSpPr>
        <p:spPr>
          <a:xfrm>
            <a:off x="4207196" y="49910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29F58964-479E-4BE7-BED7-AB15B8EBAAB2}"/>
              </a:ext>
            </a:extLst>
          </p:cNvPr>
          <p:cNvSpPr>
            <a:spLocks/>
          </p:cNvSpPr>
          <p:nvPr/>
        </p:nvSpPr>
        <p:spPr>
          <a:xfrm>
            <a:off x="4351020" y="50219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B07AD971-0671-402C-B0B4-1F08F0B2140C}"/>
              </a:ext>
            </a:extLst>
          </p:cNvPr>
          <p:cNvSpPr>
            <a:spLocks/>
          </p:cNvSpPr>
          <p:nvPr/>
        </p:nvSpPr>
        <p:spPr>
          <a:xfrm>
            <a:off x="4377944" y="51731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151513CA-3CCB-42CE-B50B-903E1E56A6F7}"/>
              </a:ext>
            </a:extLst>
          </p:cNvPr>
          <p:cNvSpPr>
            <a:spLocks/>
          </p:cNvSpPr>
          <p:nvPr/>
        </p:nvSpPr>
        <p:spPr>
          <a:xfrm>
            <a:off x="4294095" y="52248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5E8D7AE5-10F6-45E6-94B0-AD92D9264D59}"/>
              </a:ext>
            </a:extLst>
          </p:cNvPr>
          <p:cNvSpPr>
            <a:spLocks/>
          </p:cNvSpPr>
          <p:nvPr/>
        </p:nvSpPr>
        <p:spPr>
          <a:xfrm>
            <a:off x="4168963" y="53341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817A50D0-9FA4-44F5-8783-BBAE6D6B9127}"/>
              </a:ext>
            </a:extLst>
          </p:cNvPr>
          <p:cNvSpPr>
            <a:spLocks/>
          </p:cNvSpPr>
          <p:nvPr/>
        </p:nvSpPr>
        <p:spPr>
          <a:xfrm>
            <a:off x="4086677" y="53620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06E17340-BBBB-4C13-BA3E-CA759DCDA61F}"/>
              </a:ext>
            </a:extLst>
          </p:cNvPr>
          <p:cNvSpPr>
            <a:spLocks/>
          </p:cNvSpPr>
          <p:nvPr/>
        </p:nvSpPr>
        <p:spPr>
          <a:xfrm>
            <a:off x="4071763" y="52698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70C0587E-923B-4377-92EB-8C64E2BB5450}"/>
              </a:ext>
            </a:extLst>
          </p:cNvPr>
          <p:cNvSpPr>
            <a:spLocks/>
          </p:cNvSpPr>
          <p:nvPr/>
        </p:nvSpPr>
        <p:spPr>
          <a:xfrm>
            <a:off x="4236196" y="54782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9B17E504-3CF2-4DB2-897E-1F1F2447B963}"/>
              </a:ext>
            </a:extLst>
          </p:cNvPr>
          <p:cNvSpPr>
            <a:spLocks/>
          </p:cNvSpPr>
          <p:nvPr/>
        </p:nvSpPr>
        <p:spPr>
          <a:xfrm>
            <a:off x="4525261" y="52270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7B6FB82B-772E-463E-97E8-E4A5E7908506}"/>
              </a:ext>
            </a:extLst>
          </p:cNvPr>
          <p:cNvSpPr>
            <a:spLocks/>
          </p:cNvSpPr>
          <p:nvPr/>
        </p:nvSpPr>
        <p:spPr>
          <a:xfrm>
            <a:off x="4532383" y="53607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C35DE4DF-71F1-4878-A233-7544B4BFDBA9}"/>
              </a:ext>
            </a:extLst>
          </p:cNvPr>
          <p:cNvSpPr>
            <a:spLocks/>
          </p:cNvSpPr>
          <p:nvPr/>
        </p:nvSpPr>
        <p:spPr>
          <a:xfrm>
            <a:off x="4603081" y="54934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51ABDAB0-3F5D-40AD-AB55-910CF3A44E07}"/>
              </a:ext>
            </a:extLst>
          </p:cNvPr>
          <p:cNvSpPr>
            <a:spLocks/>
          </p:cNvSpPr>
          <p:nvPr/>
        </p:nvSpPr>
        <p:spPr>
          <a:xfrm>
            <a:off x="4502090" y="56145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41D8B753-7E05-4CF0-A487-3229C01CE901}"/>
              </a:ext>
            </a:extLst>
          </p:cNvPr>
          <p:cNvSpPr>
            <a:spLocks/>
          </p:cNvSpPr>
          <p:nvPr/>
        </p:nvSpPr>
        <p:spPr>
          <a:xfrm>
            <a:off x="4717857" y="55427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98DD258E-0BC4-4A7C-ADCF-0CC5C920E1C0}"/>
              </a:ext>
            </a:extLst>
          </p:cNvPr>
          <p:cNvSpPr>
            <a:spLocks/>
          </p:cNvSpPr>
          <p:nvPr/>
        </p:nvSpPr>
        <p:spPr>
          <a:xfrm>
            <a:off x="4669863" y="544840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D1D1C7EE-03EB-4845-A74F-B01DF060D7CF}"/>
              </a:ext>
            </a:extLst>
          </p:cNvPr>
          <p:cNvSpPr>
            <a:spLocks/>
          </p:cNvSpPr>
          <p:nvPr/>
        </p:nvSpPr>
        <p:spPr>
          <a:xfrm>
            <a:off x="4638433" y="51143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D45DD9B4-D252-4077-968A-73BB26F9368E}"/>
              </a:ext>
            </a:extLst>
          </p:cNvPr>
          <p:cNvSpPr>
            <a:spLocks/>
          </p:cNvSpPr>
          <p:nvPr/>
        </p:nvSpPr>
        <p:spPr>
          <a:xfrm>
            <a:off x="4719497" y="51547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4CFED060-54D4-450C-AC4D-43988026FB51}"/>
              </a:ext>
            </a:extLst>
          </p:cNvPr>
          <p:cNvSpPr>
            <a:spLocks/>
          </p:cNvSpPr>
          <p:nvPr/>
        </p:nvSpPr>
        <p:spPr>
          <a:xfrm>
            <a:off x="4880998" y="51754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8099D9C3-F027-4096-AEE6-317CF01F93EE}"/>
              </a:ext>
            </a:extLst>
          </p:cNvPr>
          <p:cNvSpPr>
            <a:spLocks/>
          </p:cNvSpPr>
          <p:nvPr/>
        </p:nvSpPr>
        <p:spPr>
          <a:xfrm>
            <a:off x="4959276" y="514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CD87F8F-93B9-4836-9AC4-85CEF7ED1D91}"/>
              </a:ext>
            </a:extLst>
          </p:cNvPr>
          <p:cNvSpPr>
            <a:spLocks/>
          </p:cNvSpPr>
          <p:nvPr/>
        </p:nvSpPr>
        <p:spPr>
          <a:xfrm>
            <a:off x="4936798" y="50831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0BE3CE0B-FE21-4852-B1FF-B8F85DBCC858}"/>
              </a:ext>
            </a:extLst>
          </p:cNvPr>
          <p:cNvSpPr>
            <a:spLocks/>
          </p:cNvSpPr>
          <p:nvPr/>
        </p:nvSpPr>
        <p:spPr>
          <a:xfrm>
            <a:off x="4906332" y="53294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8A574FA3-20E9-4A1E-9FBD-53DF0710CC8A}"/>
              </a:ext>
            </a:extLst>
          </p:cNvPr>
          <p:cNvSpPr>
            <a:spLocks/>
          </p:cNvSpPr>
          <p:nvPr/>
        </p:nvSpPr>
        <p:spPr>
          <a:xfrm>
            <a:off x="4605673" y="49660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05DA83B6-BB7F-4E69-B578-94F8796FBADC}"/>
              </a:ext>
            </a:extLst>
          </p:cNvPr>
          <p:cNvSpPr>
            <a:spLocks/>
          </p:cNvSpPr>
          <p:nvPr/>
        </p:nvSpPr>
        <p:spPr>
          <a:xfrm>
            <a:off x="4711125" y="48615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DDFE5598-D543-4430-BBC8-8D88EC275137}"/>
              </a:ext>
            </a:extLst>
          </p:cNvPr>
          <p:cNvSpPr>
            <a:spLocks/>
          </p:cNvSpPr>
          <p:nvPr/>
        </p:nvSpPr>
        <p:spPr>
          <a:xfrm>
            <a:off x="4781250" y="47812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35D35787-2992-478B-9D5B-E7A4207170D6}"/>
              </a:ext>
            </a:extLst>
          </p:cNvPr>
          <p:cNvSpPr>
            <a:spLocks/>
          </p:cNvSpPr>
          <p:nvPr/>
        </p:nvSpPr>
        <p:spPr>
          <a:xfrm>
            <a:off x="4813071" y="46323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A376BE5B-76F7-45AE-B260-55442BFA1147}"/>
              </a:ext>
            </a:extLst>
          </p:cNvPr>
          <p:cNvSpPr>
            <a:spLocks/>
          </p:cNvSpPr>
          <p:nvPr/>
        </p:nvSpPr>
        <p:spPr>
          <a:xfrm>
            <a:off x="4674346" y="47811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BF2091C4-FBFD-404B-9107-42D40C6867D1}"/>
              </a:ext>
            </a:extLst>
          </p:cNvPr>
          <p:cNvSpPr>
            <a:spLocks/>
          </p:cNvSpPr>
          <p:nvPr/>
        </p:nvSpPr>
        <p:spPr>
          <a:xfrm>
            <a:off x="4916834" y="48614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FC753C52-F843-4455-B2BD-B2C079BB19B3}"/>
              </a:ext>
            </a:extLst>
          </p:cNvPr>
          <p:cNvSpPr>
            <a:spLocks/>
          </p:cNvSpPr>
          <p:nvPr/>
        </p:nvSpPr>
        <p:spPr>
          <a:xfrm>
            <a:off x="4466621" y="493370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82561D99-DF37-422B-9482-28F75EFAA015}"/>
              </a:ext>
            </a:extLst>
          </p:cNvPr>
          <p:cNvSpPr>
            <a:spLocks/>
          </p:cNvSpPr>
          <p:nvPr/>
        </p:nvSpPr>
        <p:spPr>
          <a:xfrm>
            <a:off x="4429759" y="4885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C6E1FDB3-F613-4325-A4B1-F52C8CE0175F}"/>
              </a:ext>
            </a:extLst>
          </p:cNvPr>
          <p:cNvSpPr>
            <a:spLocks/>
          </p:cNvSpPr>
          <p:nvPr/>
        </p:nvSpPr>
        <p:spPr>
          <a:xfrm>
            <a:off x="4451137" y="47359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AE8C8327-F5F7-42D4-B324-B41D8E945696}"/>
              </a:ext>
            </a:extLst>
          </p:cNvPr>
          <p:cNvSpPr>
            <a:spLocks/>
          </p:cNvSpPr>
          <p:nvPr/>
        </p:nvSpPr>
        <p:spPr>
          <a:xfrm>
            <a:off x="4485866" y="46337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BD4FB6D9-C8B9-4862-863C-D7FE38CE8E96}"/>
              </a:ext>
            </a:extLst>
          </p:cNvPr>
          <p:cNvSpPr>
            <a:spLocks/>
          </p:cNvSpPr>
          <p:nvPr/>
        </p:nvSpPr>
        <p:spPr>
          <a:xfrm>
            <a:off x="4305969" y="46963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E357F8E2-9AEB-4182-94C2-FEF9900CCED2}"/>
              </a:ext>
            </a:extLst>
          </p:cNvPr>
          <p:cNvSpPr>
            <a:spLocks/>
          </p:cNvSpPr>
          <p:nvPr/>
        </p:nvSpPr>
        <p:spPr>
          <a:xfrm>
            <a:off x="4569783" y="4746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density_27">
            <a:extLst>
              <a:ext uri="{FF2B5EF4-FFF2-40B4-BE49-F238E27FC236}">
                <a16:creationId xmlns:a16="http://schemas.microsoft.com/office/drawing/2014/main" id="{A0A7C0A2-BC41-48B8-9AD3-77D031797632}"/>
              </a:ext>
            </a:extLst>
          </p:cNvPr>
          <p:cNvSpPr>
            <a:spLocks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BE63656B-F2A8-4B77-8F0E-75F8D8FCBCE5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123" y="870605"/>
                </a:moveTo>
                <a:lnTo>
                  <a:pt x="1437389" y="919243"/>
                </a:lnTo>
                <a:moveTo>
                  <a:pt x="1102011" y="592371"/>
                </a:moveTo>
                <a:lnTo>
                  <a:pt x="977447" y="600420"/>
                </a:lnTo>
                <a:moveTo>
                  <a:pt x="472159" y="695578"/>
                </a:moveTo>
                <a:lnTo>
                  <a:pt x="347457" y="651374"/>
                </a:lnTo>
                <a:moveTo>
                  <a:pt x="1228525" y="573336"/>
                </a:moveTo>
                <a:lnTo>
                  <a:pt x="1102011" y="592371"/>
                </a:lnTo>
                <a:moveTo>
                  <a:pt x="1437389" y="919243"/>
                </a:moveTo>
                <a:lnTo>
                  <a:pt x="1315398" y="817916"/>
                </a:lnTo>
                <a:moveTo>
                  <a:pt x="583247" y="650840"/>
                </a:moveTo>
                <a:lnTo>
                  <a:pt x="472159" y="695578"/>
                </a:lnTo>
                <a:moveTo>
                  <a:pt x="1315398" y="817916"/>
                </a:moveTo>
                <a:lnTo>
                  <a:pt x="1342068" y="677191"/>
                </a:lnTo>
                <a:moveTo>
                  <a:pt x="1342068" y="677191"/>
                </a:moveTo>
                <a:lnTo>
                  <a:pt x="1228525" y="573336"/>
                </a:lnTo>
                <a:moveTo>
                  <a:pt x="1315398" y="817916"/>
                </a:moveTo>
                <a:lnTo>
                  <a:pt x="1197368" y="865998"/>
                </a:lnTo>
                <a:moveTo>
                  <a:pt x="1228525" y="573336"/>
                </a:moveTo>
                <a:lnTo>
                  <a:pt x="1287373" y="420242"/>
                </a:lnTo>
                <a:moveTo>
                  <a:pt x="1437389" y="919243"/>
                </a:moveTo>
                <a:lnTo>
                  <a:pt x="1543533" y="931933"/>
                </a:lnTo>
                <a:moveTo>
                  <a:pt x="583247" y="650840"/>
                </a:moveTo>
                <a:lnTo>
                  <a:pt x="629373" y="494841"/>
                </a:lnTo>
                <a:moveTo>
                  <a:pt x="708734" y="744128"/>
                </a:moveTo>
                <a:lnTo>
                  <a:pt x="583247" y="650840"/>
                </a:lnTo>
                <a:moveTo>
                  <a:pt x="911108" y="961581"/>
                </a:moveTo>
                <a:lnTo>
                  <a:pt x="835979" y="962970"/>
                </a:lnTo>
                <a:moveTo>
                  <a:pt x="1287373" y="420242"/>
                </a:moveTo>
                <a:lnTo>
                  <a:pt x="1378200" y="376770"/>
                </a:lnTo>
                <a:moveTo>
                  <a:pt x="699774" y="872786"/>
                </a:moveTo>
                <a:lnTo>
                  <a:pt x="708734" y="744128"/>
                </a:lnTo>
                <a:moveTo>
                  <a:pt x="629373" y="494841"/>
                </a:moveTo>
                <a:lnTo>
                  <a:pt x="674865" y="424046"/>
                </a:lnTo>
                <a:moveTo>
                  <a:pt x="835979" y="962970"/>
                </a:moveTo>
                <a:lnTo>
                  <a:pt x="699774" y="872786"/>
                </a:lnTo>
                <a:moveTo>
                  <a:pt x="699774" y="872786"/>
                </a:moveTo>
                <a:lnTo>
                  <a:pt x="585990" y="918270"/>
                </a:lnTo>
                <a:moveTo>
                  <a:pt x="1378200" y="376770"/>
                </a:moveTo>
                <a:lnTo>
                  <a:pt x="1519807" y="417383"/>
                </a:lnTo>
                <a:moveTo>
                  <a:pt x="1543533" y="931933"/>
                </a:moveTo>
                <a:lnTo>
                  <a:pt x="1476035" y="984238"/>
                </a:lnTo>
                <a:moveTo>
                  <a:pt x="835979" y="962970"/>
                </a:moveTo>
                <a:lnTo>
                  <a:pt x="935524" y="908975"/>
                </a:lnTo>
                <a:moveTo>
                  <a:pt x="1378200" y="376770"/>
                </a:moveTo>
                <a:lnTo>
                  <a:pt x="1347594" y="295450"/>
                </a:lnTo>
                <a:moveTo>
                  <a:pt x="674865" y="424046"/>
                </a:moveTo>
                <a:lnTo>
                  <a:pt x="805149" y="458147"/>
                </a:lnTo>
                <a:moveTo>
                  <a:pt x="674865" y="424046"/>
                </a:moveTo>
                <a:lnTo>
                  <a:pt x="586275" y="325763"/>
                </a:lnTo>
                <a:moveTo>
                  <a:pt x="1519807" y="417383"/>
                </a:moveTo>
                <a:lnTo>
                  <a:pt x="1572544" y="363311"/>
                </a:lnTo>
                <a:moveTo>
                  <a:pt x="1062020" y="1148291"/>
                </a:moveTo>
                <a:lnTo>
                  <a:pt x="1146338" y="1254304"/>
                </a:lnTo>
                <a:moveTo>
                  <a:pt x="1027785" y="1024708"/>
                </a:moveTo>
                <a:lnTo>
                  <a:pt x="1062020" y="1148291"/>
                </a:lnTo>
                <a:moveTo>
                  <a:pt x="935524" y="908975"/>
                </a:moveTo>
                <a:lnTo>
                  <a:pt x="1027785" y="1024708"/>
                </a:lnTo>
                <a:moveTo>
                  <a:pt x="1476035" y="984238"/>
                </a:moveTo>
                <a:lnTo>
                  <a:pt x="1570070" y="949705"/>
                </a:lnTo>
                <a:moveTo>
                  <a:pt x="805149" y="458147"/>
                </a:moveTo>
                <a:lnTo>
                  <a:pt x="846670" y="394955"/>
                </a:lnTo>
                <a:moveTo>
                  <a:pt x="1347594" y="295450"/>
                </a:moveTo>
                <a:lnTo>
                  <a:pt x="1470330" y="288802"/>
                </a:lnTo>
                <a:moveTo>
                  <a:pt x="586275" y="325763"/>
                </a:moveTo>
                <a:lnTo>
                  <a:pt x="626955" y="262014"/>
                </a:lnTo>
                <a:moveTo>
                  <a:pt x="1572544" y="363311"/>
                </a:moveTo>
                <a:lnTo>
                  <a:pt x="1470330" y="288802"/>
                </a:lnTo>
                <a:moveTo>
                  <a:pt x="1146338" y="1254304"/>
                </a:moveTo>
                <a:lnTo>
                  <a:pt x="1197768" y="1237437"/>
                </a:lnTo>
                <a:moveTo>
                  <a:pt x="1027785" y="1024708"/>
                </a:moveTo>
                <a:lnTo>
                  <a:pt x="1080886" y="1010236"/>
                </a:lnTo>
                <a:moveTo>
                  <a:pt x="1570070" y="949705"/>
                </a:moveTo>
                <a:lnTo>
                  <a:pt x="1541079" y="799136"/>
                </a:lnTo>
                <a:moveTo>
                  <a:pt x="846670" y="394955"/>
                </a:moveTo>
                <a:lnTo>
                  <a:pt x="757295" y="296833"/>
                </a:lnTo>
                <a:moveTo>
                  <a:pt x="626955" y="262014"/>
                </a:moveTo>
                <a:lnTo>
                  <a:pt x="757295" y="296833"/>
                </a:lnTo>
                <a:moveTo>
                  <a:pt x="2178005" y="1278528"/>
                </a:moveTo>
                <a:lnTo>
                  <a:pt x="2265394" y="1231192"/>
                </a:lnTo>
                <a:moveTo>
                  <a:pt x="1541079" y="799136"/>
                </a:moveTo>
                <a:lnTo>
                  <a:pt x="1638893" y="760682"/>
                </a:lnTo>
                <a:moveTo>
                  <a:pt x="1165326" y="1115714"/>
                </a:moveTo>
                <a:lnTo>
                  <a:pt x="1197768" y="1237437"/>
                </a:lnTo>
                <a:moveTo>
                  <a:pt x="2265394" y="1231192"/>
                </a:moveTo>
                <a:lnTo>
                  <a:pt x="2418004" y="1288389"/>
                </a:lnTo>
                <a:moveTo>
                  <a:pt x="1080886" y="1010236"/>
                </a:moveTo>
                <a:lnTo>
                  <a:pt x="1165326" y="1115714"/>
                </a:lnTo>
                <a:moveTo>
                  <a:pt x="757295" y="296833"/>
                </a:moveTo>
                <a:lnTo>
                  <a:pt x="798183" y="233450"/>
                </a:lnTo>
                <a:moveTo>
                  <a:pt x="2265394" y="1231192"/>
                </a:moveTo>
                <a:lnTo>
                  <a:pt x="2198373" y="1277253"/>
                </a:lnTo>
                <a:moveTo>
                  <a:pt x="1281440" y="39606"/>
                </a:moveTo>
                <a:lnTo>
                  <a:pt x="1154122" y="112724"/>
                </a:lnTo>
                <a:moveTo>
                  <a:pt x="1936972" y="1223951"/>
                </a:moveTo>
                <a:lnTo>
                  <a:pt x="1831210" y="1146167"/>
                </a:lnTo>
                <a:moveTo>
                  <a:pt x="2059078" y="1203907"/>
                </a:moveTo>
                <a:lnTo>
                  <a:pt x="1936972" y="1223951"/>
                </a:lnTo>
                <a:moveTo>
                  <a:pt x="2198373" y="1277253"/>
                </a:moveTo>
                <a:lnTo>
                  <a:pt x="2059078" y="1203907"/>
                </a:lnTo>
                <a:moveTo>
                  <a:pt x="1154122" y="112724"/>
                </a:moveTo>
                <a:lnTo>
                  <a:pt x="1200166" y="235874"/>
                </a:lnTo>
                <a:moveTo>
                  <a:pt x="1831210" y="1146167"/>
                </a:moveTo>
                <a:lnTo>
                  <a:pt x="1880462" y="1076322"/>
                </a:lnTo>
                <a:moveTo>
                  <a:pt x="2059078" y="1203907"/>
                </a:moveTo>
                <a:lnTo>
                  <a:pt x="2022725" y="1110695"/>
                </a:lnTo>
                <a:moveTo>
                  <a:pt x="2022725" y="1110695"/>
                </a:moveTo>
                <a:lnTo>
                  <a:pt x="1880462" y="1076322"/>
                </a:lnTo>
                <a:moveTo>
                  <a:pt x="375968" y="1019900"/>
                </a:moveTo>
                <a:lnTo>
                  <a:pt x="530559" y="1037221"/>
                </a:lnTo>
                <a:moveTo>
                  <a:pt x="530559" y="1037221"/>
                </a:moveTo>
                <a:lnTo>
                  <a:pt x="570117" y="1180016"/>
                </a:lnTo>
                <a:moveTo>
                  <a:pt x="530559" y="1037221"/>
                </a:moveTo>
                <a:lnTo>
                  <a:pt x="589601" y="916139"/>
                </a:lnTo>
                <a:moveTo>
                  <a:pt x="570117" y="1180016"/>
                </a:moveTo>
                <a:lnTo>
                  <a:pt x="706806" y="1218733"/>
                </a:lnTo>
                <a:moveTo>
                  <a:pt x="589601" y="916139"/>
                </a:moveTo>
                <a:lnTo>
                  <a:pt x="562391" y="767195"/>
                </a:lnTo>
                <a:moveTo>
                  <a:pt x="2173895" y="742913"/>
                </a:moveTo>
                <a:lnTo>
                  <a:pt x="2116488" y="878923"/>
                </a:lnTo>
                <a:moveTo>
                  <a:pt x="562391" y="767195"/>
                </a:moveTo>
                <a:lnTo>
                  <a:pt x="627466" y="651570"/>
                </a:lnTo>
                <a:moveTo>
                  <a:pt x="570117" y="1180016"/>
                </a:moveTo>
                <a:lnTo>
                  <a:pt x="478798" y="1254272"/>
                </a:lnTo>
                <a:moveTo>
                  <a:pt x="2177815" y="957279"/>
                </a:moveTo>
                <a:lnTo>
                  <a:pt x="2116488" y="878923"/>
                </a:lnTo>
                <a:moveTo>
                  <a:pt x="2272731" y="740651"/>
                </a:moveTo>
                <a:lnTo>
                  <a:pt x="2173895" y="742913"/>
                </a:lnTo>
                <a:moveTo>
                  <a:pt x="627466" y="651570"/>
                </a:moveTo>
                <a:lnTo>
                  <a:pt x="564332" y="656728"/>
                </a:lnTo>
                <a:moveTo>
                  <a:pt x="2272562" y="876363"/>
                </a:moveTo>
                <a:lnTo>
                  <a:pt x="2177815" y="957279"/>
                </a:lnTo>
                <a:moveTo>
                  <a:pt x="2368358" y="622801"/>
                </a:moveTo>
                <a:lnTo>
                  <a:pt x="2272731" y="740651"/>
                </a:lnTo>
                <a:moveTo>
                  <a:pt x="2272731" y="740651"/>
                </a:moveTo>
                <a:lnTo>
                  <a:pt x="2272562" y="876363"/>
                </a:lnTo>
                <a:moveTo>
                  <a:pt x="564332" y="656728"/>
                </a:moveTo>
                <a:lnTo>
                  <a:pt x="406513" y="629765"/>
                </a:lnTo>
                <a:moveTo>
                  <a:pt x="2316953" y="554140"/>
                </a:moveTo>
                <a:lnTo>
                  <a:pt x="2368358" y="622801"/>
                </a:lnTo>
                <a:moveTo>
                  <a:pt x="2392343" y="419920"/>
                </a:moveTo>
                <a:lnTo>
                  <a:pt x="2316953" y="554140"/>
                </a:lnTo>
                <a:moveTo>
                  <a:pt x="2316953" y="554140"/>
                </a:moveTo>
                <a:lnTo>
                  <a:pt x="2340119" y="656081"/>
                </a:lnTo>
                <a:moveTo>
                  <a:pt x="2340119" y="656081"/>
                </a:moveTo>
                <a:lnTo>
                  <a:pt x="2461091" y="671833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616FE7FA-E2F0-4074-B02B-4C248748428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6207" y="609258"/>
                </a:moveTo>
                <a:lnTo>
                  <a:pt x="1470062" y="625826"/>
                </a:lnTo>
                <a:moveTo>
                  <a:pt x="1086209" y="615393"/>
                </a:moveTo>
                <a:lnTo>
                  <a:pt x="1064293" y="597637"/>
                </a:lnTo>
                <a:moveTo>
                  <a:pt x="1091952" y="586569"/>
                </a:moveTo>
                <a:lnTo>
                  <a:pt x="1064293" y="597637"/>
                </a:lnTo>
                <a:moveTo>
                  <a:pt x="1086209" y="615393"/>
                </a:moveTo>
                <a:lnTo>
                  <a:pt x="1091952" y="586569"/>
                </a:lnTo>
                <a:moveTo>
                  <a:pt x="1546207" y="609258"/>
                </a:moveTo>
                <a:lnTo>
                  <a:pt x="1538542" y="575894"/>
                </a:lnTo>
                <a:moveTo>
                  <a:pt x="1538542" y="575894"/>
                </a:moveTo>
                <a:lnTo>
                  <a:pt x="1470062" y="625826"/>
                </a:lnTo>
                <a:moveTo>
                  <a:pt x="1470062" y="625826"/>
                </a:moveTo>
                <a:lnTo>
                  <a:pt x="1533050" y="578062"/>
                </a:lnTo>
                <a:moveTo>
                  <a:pt x="1572514" y="475429"/>
                </a:moveTo>
                <a:lnTo>
                  <a:pt x="1471998" y="427711"/>
                </a:lnTo>
                <a:moveTo>
                  <a:pt x="1572514" y="475429"/>
                </a:moveTo>
                <a:lnTo>
                  <a:pt x="1489524" y="366750"/>
                </a:lnTo>
                <a:moveTo>
                  <a:pt x="1572514" y="475429"/>
                </a:moveTo>
                <a:lnTo>
                  <a:pt x="1598186" y="380476"/>
                </a:lnTo>
                <a:moveTo>
                  <a:pt x="1471998" y="427711"/>
                </a:moveTo>
                <a:lnTo>
                  <a:pt x="1489524" y="366750"/>
                </a:lnTo>
                <a:moveTo>
                  <a:pt x="1598186" y="380476"/>
                </a:moveTo>
                <a:lnTo>
                  <a:pt x="1489524" y="366750"/>
                </a:lnTo>
                <a:moveTo>
                  <a:pt x="1538542" y="575894"/>
                </a:moveTo>
                <a:lnTo>
                  <a:pt x="1572514" y="475429"/>
                </a:lnTo>
                <a:moveTo>
                  <a:pt x="1572514" y="475429"/>
                </a:moveTo>
                <a:lnTo>
                  <a:pt x="1533050" y="578062"/>
                </a:lnTo>
                <a:moveTo>
                  <a:pt x="1471998" y="427711"/>
                </a:moveTo>
                <a:lnTo>
                  <a:pt x="1434352" y="392757"/>
                </a:lnTo>
                <a:moveTo>
                  <a:pt x="1489524" y="366750"/>
                </a:moveTo>
                <a:lnTo>
                  <a:pt x="1434352" y="392757"/>
                </a:lnTo>
                <a:moveTo>
                  <a:pt x="1572514" y="475429"/>
                </a:moveTo>
                <a:lnTo>
                  <a:pt x="1437704" y="518454"/>
                </a:lnTo>
                <a:moveTo>
                  <a:pt x="1538542" y="575894"/>
                </a:moveTo>
                <a:lnTo>
                  <a:pt x="1533050" y="578062"/>
                </a:lnTo>
                <a:moveTo>
                  <a:pt x="1637859" y="624561"/>
                </a:moveTo>
                <a:lnTo>
                  <a:pt x="1549313" y="582812"/>
                </a:lnTo>
                <a:moveTo>
                  <a:pt x="1677371" y="470354"/>
                </a:moveTo>
                <a:lnTo>
                  <a:pt x="1572514" y="475429"/>
                </a:lnTo>
                <a:moveTo>
                  <a:pt x="1549313" y="582812"/>
                </a:moveTo>
                <a:lnTo>
                  <a:pt x="1538542" y="575894"/>
                </a:lnTo>
                <a:moveTo>
                  <a:pt x="1637859" y="624561"/>
                </a:moveTo>
                <a:lnTo>
                  <a:pt x="1534977" y="584477"/>
                </a:lnTo>
                <a:moveTo>
                  <a:pt x="1437704" y="518454"/>
                </a:moveTo>
                <a:lnTo>
                  <a:pt x="1471998" y="427711"/>
                </a:lnTo>
                <a:moveTo>
                  <a:pt x="1534977" y="584477"/>
                </a:moveTo>
                <a:lnTo>
                  <a:pt x="1533050" y="578062"/>
                </a:lnTo>
                <a:moveTo>
                  <a:pt x="1534977" y="584477"/>
                </a:moveTo>
                <a:lnTo>
                  <a:pt x="1549313" y="582812"/>
                </a:lnTo>
                <a:moveTo>
                  <a:pt x="1677371" y="470354"/>
                </a:moveTo>
                <a:lnTo>
                  <a:pt x="1598186" y="380476"/>
                </a:lnTo>
                <a:moveTo>
                  <a:pt x="1681947" y="454152"/>
                </a:moveTo>
                <a:lnTo>
                  <a:pt x="1598186" y="380476"/>
                </a:lnTo>
                <a:moveTo>
                  <a:pt x="1489524" y="366750"/>
                </a:moveTo>
                <a:lnTo>
                  <a:pt x="1506321" y="274491"/>
                </a:lnTo>
                <a:moveTo>
                  <a:pt x="1641465" y="580703"/>
                </a:moveTo>
                <a:lnTo>
                  <a:pt x="1572514" y="475429"/>
                </a:lnTo>
                <a:moveTo>
                  <a:pt x="1598186" y="380476"/>
                </a:moveTo>
                <a:lnTo>
                  <a:pt x="1506321" y="274491"/>
                </a:lnTo>
                <a:moveTo>
                  <a:pt x="1533050" y="578062"/>
                </a:moveTo>
                <a:lnTo>
                  <a:pt x="1437704" y="518454"/>
                </a:lnTo>
                <a:moveTo>
                  <a:pt x="1534977" y="584477"/>
                </a:moveTo>
                <a:lnTo>
                  <a:pt x="1437704" y="518454"/>
                </a:lnTo>
                <a:moveTo>
                  <a:pt x="1637859" y="624561"/>
                </a:moveTo>
                <a:lnTo>
                  <a:pt x="1502201" y="677903"/>
                </a:lnTo>
                <a:moveTo>
                  <a:pt x="1471998" y="427711"/>
                </a:moveTo>
                <a:lnTo>
                  <a:pt x="1393400" y="471116"/>
                </a:lnTo>
                <a:moveTo>
                  <a:pt x="1502201" y="677903"/>
                </a:moveTo>
                <a:lnTo>
                  <a:pt x="1533050" y="578062"/>
                </a:lnTo>
                <a:moveTo>
                  <a:pt x="1506321" y="274491"/>
                </a:moveTo>
                <a:lnTo>
                  <a:pt x="1434352" y="392757"/>
                </a:lnTo>
                <a:moveTo>
                  <a:pt x="1502201" y="677903"/>
                </a:moveTo>
                <a:lnTo>
                  <a:pt x="1534977" y="584477"/>
                </a:lnTo>
                <a:moveTo>
                  <a:pt x="1641465" y="580703"/>
                </a:moveTo>
                <a:lnTo>
                  <a:pt x="1538542" y="575894"/>
                </a:lnTo>
                <a:moveTo>
                  <a:pt x="1641465" y="580703"/>
                </a:moveTo>
                <a:lnTo>
                  <a:pt x="1549313" y="582812"/>
                </a:lnTo>
                <a:moveTo>
                  <a:pt x="1677371" y="470354"/>
                </a:moveTo>
                <a:lnTo>
                  <a:pt x="1681947" y="454152"/>
                </a:lnTo>
                <a:moveTo>
                  <a:pt x="1393400" y="471116"/>
                </a:moveTo>
                <a:lnTo>
                  <a:pt x="1434352" y="392757"/>
                </a:lnTo>
                <a:moveTo>
                  <a:pt x="1604979" y="698103"/>
                </a:moveTo>
                <a:lnTo>
                  <a:pt x="1637859" y="624561"/>
                </a:lnTo>
                <a:moveTo>
                  <a:pt x="1693434" y="468424"/>
                </a:moveTo>
                <a:lnTo>
                  <a:pt x="1677371" y="470354"/>
                </a:lnTo>
                <a:moveTo>
                  <a:pt x="1693434" y="468424"/>
                </a:moveTo>
                <a:lnTo>
                  <a:pt x="1681947" y="454152"/>
                </a:lnTo>
                <a:moveTo>
                  <a:pt x="1641465" y="580703"/>
                </a:moveTo>
                <a:lnTo>
                  <a:pt x="1677371" y="470354"/>
                </a:lnTo>
                <a:moveTo>
                  <a:pt x="1437704" y="518454"/>
                </a:moveTo>
                <a:lnTo>
                  <a:pt x="1393400" y="471116"/>
                </a:lnTo>
                <a:moveTo>
                  <a:pt x="1641465" y="580703"/>
                </a:moveTo>
                <a:lnTo>
                  <a:pt x="1693434" y="468424"/>
                </a:lnTo>
                <a:moveTo>
                  <a:pt x="997640" y="463394"/>
                </a:moveTo>
                <a:lnTo>
                  <a:pt x="1004063" y="434189"/>
                </a:lnTo>
                <a:moveTo>
                  <a:pt x="1604979" y="698103"/>
                </a:moveTo>
                <a:lnTo>
                  <a:pt x="1502201" y="677903"/>
                </a:lnTo>
                <a:moveTo>
                  <a:pt x="997640" y="463394"/>
                </a:moveTo>
                <a:lnTo>
                  <a:pt x="978660" y="440307"/>
                </a:lnTo>
                <a:moveTo>
                  <a:pt x="1024555" y="453711"/>
                </a:moveTo>
                <a:lnTo>
                  <a:pt x="997640" y="463394"/>
                </a:lnTo>
                <a:moveTo>
                  <a:pt x="1637149" y="562005"/>
                </a:moveTo>
                <a:lnTo>
                  <a:pt x="1549313" y="582812"/>
                </a:lnTo>
                <a:moveTo>
                  <a:pt x="1534977" y="584477"/>
                </a:moveTo>
                <a:lnTo>
                  <a:pt x="1416076" y="543583"/>
                </a:lnTo>
                <a:moveTo>
                  <a:pt x="1637149" y="562005"/>
                </a:moveTo>
                <a:lnTo>
                  <a:pt x="1534977" y="584477"/>
                </a:lnTo>
                <a:moveTo>
                  <a:pt x="1004063" y="434189"/>
                </a:moveTo>
                <a:lnTo>
                  <a:pt x="978660" y="440307"/>
                </a:lnTo>
                <a:moveTo>
                  <a:pt x="997640" y="463394"/>
                </a:moveTo>
                <a:lnTo>
                  <a:pt x="861670" y="520523"/>
                </a:lnTo>
                <a:moveTo>
                  <a:pt x="1024555" y="453711"/>
                </a:moveTo>
                <a:lnTo>
                  <a:pt x="1004063" y="434189"/>
                </a:lnTo>
                <a:moveTo>
                  <a:pt x="963129" y="556770"/>
                </a:moveTo>
                <a:lnTo>
                  <a:pt x="997640" y="463394"/>
                </a:lnTo>
                <a:moveTo>
                  <a:pt x="997640" y="463394"/>
                </a:moveTo>
                <a:lnTo>
                  <a:pt x="874561" y="470638"/>
                </a:lnTo>
                <a:moveTo>
                  <a:pt x="1437704" y="518454"/>
                </a:moveTo>
                <a:lnTo>
                  <a:pt x="1416076" y="543583"/>
                </a:lnTo>
                <a:moveTo>
                  <a:pt x="1493165" y="1078967"/>
                </a:moveTo>
                <a:lnTo>
                  <a:pt x="1508833" y="1026397"/>
                </a:lnTo>
                <a:moveTo>
                  <a:pt x="1534977" y="584477"/>
                </a:moveTo>
                <a:lnTo>
                  <a:pt x="1512685" y="586327"/>
                </a:lnTo>
                <a:moveTo>
                  <a:pt x="1675889" y="553619"/>
                </a:moveTo>
                <a:lnTo>
                  <a:pt x="1693434" y="468424"/>
                </a:lnTo>
                <a:moveTo>
                  <a:pt x="1508833" y="1026397"/>
                </a:moveTo>
                <a:lnTo>
                  <a:pt x="1404948" y="1034245"/>
                </a:lnTo>
                <a:moveTo>
                  <a:pt x="1493165" y="1078967"/>
                </a:moveTo>
                <a:lnTo>
                  <a:pt x="1404948" y="1034245"/>
                </a:lnTo>
                <a:moveTo>
                  <a:pt x="1493165" y="1078967"/>
                </a:moveTo>
                <a:lnTo>
                  <a:pt x="1391627" y="1033244"/>
                </a:lnTo>
                <a:moveTo>
                  <a:pt x="1493165" y="1078967"/>
                </a:moveTo>
                <a:lnTo>
                  <a:pt x="1355673" y="1154619"/>
                </a:lnTo>
                <a:moveTo>
                  <a:pt x="978660" y="440307"/>
                </a:moveTo>
                <a:lnTo>
                  <a:pt x="899594" y="385634"/>
                </a:lnTo>
                <a:moveTo>
                  <a:pt x="874561" y="470638"/>
                </a:moveTo>
                <a:lnTo>
                  <a:pt x="978660" y="440307"/>
                </a:lnTo>
                <a:moveTo>
                  <a:pt x="1675889" y="553619"/>
                </a:moveTo>
                <a:lnTo>
                  <a:pt x="1641465" y="580703"/>
                </a:lnTo>
                <a:moveTo>
                  <a:pt x="963129" y="556770"/>
                </a:moveTo>
                <a:lnTo>
                  <a:pt x="1024555" y="453711"/>
                </a:lnTo>
                <a:moveTo>
                  <a:pt x="1391627" y="1033244"/>
                </a:moveTo>
                <a:lnTo>
                  <a:pt x="1404948" y="1034245"/>
                </a:lnTo>
                <a:moveTo>
                  <a:pt x="1404948" y="1034245"/>
                </a:moveTo>
                <a:lnTo>
                  <a:pt x="1392839" y="1028943"/>
                </a:lnTo>
                <a:moveTo>
                  <a:pt x="1391627" y="1033244"/>
                </a:moveTo>
                <a:lnTo>
                  <a:pt x="1392839" y="1028943"/>
                </a:lnTo>
                <a:moveTo>
                  <a:pt x="1004063" y="434189"/>
                </a:moveTo>
                <a:lnTo>
                  <a:pt x="918717" y="312509"/>
                </a:lnTo>
                <a:moveTo>
                  <a:pt x="1355673" y="1154619"/>
                </a:moveTo>
                <a:lnTo>
                  <a:pt x="1391627" y="1033244"/>
                </a:lnTo>
                <a:moveTo>
                  <a:pt x="1641465" y="580703"/>
                </a:moveTo>
                <a:lnTo>
                  <a:pt x="1637149" y="562005"/>
                </a:lnTo>
                <a:moveTo>
                  <a:pt x="1773072" y="425523"/>
                </a:moveTo>
                <a:lnTo>
                  <a:pt x="1681947" y="454152"/>
                </a:lnTo>
                <a:moveTo>
                  <a:pt x="1004063" y="434189"/>
                </a:moveTo>
                <a:lnTo>
                  <a:pt x="1026071" y="329384"/>
                </a:lnTo>
                <a:moveTo>
                  <a:pt x="978660" y="440307"/>
                </a:moveTo>
                <a:lnTo>
                  <a:pt x="918717" y="312509"/>
                </a:lnTo>
                <a:moveTo>
                  <a:pt x="1535444" y="1072358"/>
                </a:moveTo>
                <a:lnTo>
                  <a:pt x="1508833" y="1026397"/>
                </a:lnTo>
                <a:moveTo>
                  <a:pt x="1535444" y="1072358"/>
                </a:moveTo>
                <a:lnTo>
                  <a:pt x="1493165" y="1078967"/>
                </a:lnTo>
                <a:moveTo>
                  <a:pt x="963129" y="556770"/>
                </a:moveTo>
                <a:lnTo>
                  <a:pt x="861670" y="520523"/>
                </a:lnTo>
                <a:moveTo>
                  <a:pt x="861670" y="520523"/>
                </a:moveTo>
                <a:lnTo>
                  <a:pt x="874561" y="470638"/>
                </a:lnTo>
                <a:moveTo>
                  <a:pt x="1416076" y="543583"/>
                </a:moveTo>
                <a:lnTo>
                  <a:pt x="1393400" y="471116"/>
                </a:lnTo>
                <a:moveTo>
                  <a:pt x="1693434" y="468424"/>
                </a:moveTo>
                <a:lnTo>
                  <a:pt x="1773072" y="425523"/>
                </a:lnTo>
                <a:moveTo>
                  <a:pt x="1458447" y="1174871"/>
                </a:moveTo>
                <a:lnTo>
                  <a:pt x="1493165" y="1078967"/>
                </a:lnTo>
                <a:moveTo>
                  <a:pt x="874561" y="470638"/>
                </a:moveTo>
                <a:lnTo>
                  <a:pt x="899594" y="385634"/>
                </a:lnTo>
                <a:moveTo>
                  <a:pt x="1508833" y="1026397"/>
                </a:moveTo>
                <a:lnTo>
                  <a:pt x="1420080" y="912922"/>
                </a:lnTo>
                <a:moveTo>
                  <a:pt x="826028" y="627669"/>
                </a:moveTo>
                <a:lnTo>
                  <a:pt x="861670" y="520523"/>
                </a:lnTo>
                <a:moveTo>
                  <a:pt x="861670" y="520523"/>
                </a:moveTo>
                <a:lnTo>
                  <a:pt x="846869" y="492135"/>
                </a:lnTo>
                <a:moveTo>
                  <a:pt x="1458447" y="1174871"/>
                </a:moveTo>
                <a:lnTo>
                  <a:pt x="1355673" y="1154619"/>
                </a:lnTo>
                <a:moveTo>
                  <a:pt x="899594" y="385634"/>
                </a:moveTo>
                <a:lnTo>
                  <a:pt x="918717" y="312509"/>
                </a:lnTo>
                <a:moveTo>
                  <a:pt x="963129" y="556770"/>
                </a:moveTo>
                <a:lnTo>
                  <a:pt x="826028" y="627669"/>
                </a:lnTo>
                <a:moveTo>
                  <a:pt x="899594" y="385634"/>
                </a:moveTo>
                <a:lnTo>
                  <a:pt x="846869" y="492135"/>
                </a:lnTo>
                <a:moveTo>
                  <a:pt x="1404948" y="1034245"/>
                </a:moveTo>
                <a:lnTo>
                  <a:pt x="1420080" y="912922"/>
                </a:lnTo>
                <a:moveTo>
                  <a:pt x="874561" y="470638"/>
                </a:moveTo>
                <a:lnTo>
                  <a:pt x="846869" y="492135"/>
                </a:lnTo>
                <a:moveTo>
                  <a:pt x="1392839" y="1028943"/>
                </a:moveTo>
                <a:lnTo>
                  <a:pt x="1420080" y="912922"/>
                </a:lnTo>
                <a:moveTo>
                  <a:pt x="1508833" y="1026397"/>
                </a:moveTo>
                <a:lnTo>
                  <a:pt x="1521750" y="943479"/>
                </a:lnTo>
                <a:moveTo>
                  <a:pt x="1391627" y="1033244"/>
                </a:moveTo>
                <a:lnTo>
                  <a:pt x="1285467" y="1089669"/>
                </a:lnTo>
                <a:moveTo>
                  <a:pt x="1047256" y="550660"/>
                </a:moveTo>
                <a:lnTo>
                  <a:pt x="1024555" y="453711"/>
                </a:lnTo>
                <a:moveTo>
                  <a:pt x="1355673" y="1154619"/>
                </a:moveTo>
                <a:lnTo>
                  <a:pt x="1285467" y="1089669"/>
                </a:lnTo>
                <a:moveTo>
                  <a:pt x="1458447" y="1174871"/>
                </a:moveTo>
                <a:lnTo>
                  <a:pt x="1535444" y="1072358"/>
                </a:lnTo>
                <a:moveTo>
                  <a:pt x="899594" y="385634"/>
                </a:moveTo>
                <a:lnTo>
                  <a:pt x="827014" y="329857"/>
                </a:lnTo>
                <a:moveTo>
                  <a:pt x="1026071" y="329384"/>
                </a:moveTo>
                <a:lnTo>
                  <a:pt x="918717" y="312509"/>
                </a:lnTo>
                <a:moveTo>
                  <a:pt x="1675889" y="553619"/>
                </a:moveTo>
                <a:lnTo>
                  <a:pt x="1637149" y="562005"/>
                </a:lnTo>
                <a:moveTo>
                  <a:pt x="1094754" y="408053"/>
                </a:moveTo>
                <a:lnTo>
                  <a:pt x="1004063" y="434189"/>
                </a:lnTo>
                <a:moveTo>
                  <a:pt x="1392839" y="1028943"/>
                </a:moveTo>
                <a:lnTo>
                  <a:pt x="1299661" y="937335"/>
                </a:lnTo>
                <a:moveTo>
                  <a:pt x="918717" y="312509"/>
                </a:moveTo>
                <a:lnTo>
                  <a:pt x="827014" y="329857"/>
                </a:lnTo>
                <a:moveTo>
                  <a:pt x="1047256" y="550660"/>
                </a:moveTo>
                <a:lnTo>
                  <a:pt x="963129" y="556770"/>
                </a:lnTo>
                <a:moveTo>
                  <a:pt x="1391627" y="1033244"/>
                </a:moveTo>
                <a:lnTo>
                  <a:pt x="1294164" y="940736"/>
                </a:lnTo>
                <a:moveTo>
                  <a:pt x="1392839" y="1028943"/>
                </a:moveTo>
                <a:lnTo>
                  <a:pt x="1294164" y="940736"/>
                </a:lnTo>
                <a:moveTo>
                  <a:pt x="806638" y="685990"/>
                </a:moveTo>
                <a:lnTo>
                  <a:pt x="826028" y="627669"/>
                </a:lnTo>
                <a:moveTo>
                  <a:pt x="1391627" y="1033244"/>
                </a:moveTo>
                <a:lnTo>
                  <a:pt x="1259028" y="1059807"/>
                </a:lnTo>
                <a:moveTo>
                  <a:pt x="846869" y="492135"/>
                </a:moveTo>
                <a:lnTo>
                  <a:pt x="827014" y="329857"/>
                </a:lnTo>
                <a:moveTo>
                  <a:pt x="1024555" y="453711"/>
                </a:moveTo>
                <a:lnTo>
                  <a:pt x="1094754" y="408053"/>
                </a:lnTo>
                <a:moveTo>
                  <a:pt x="1675889" y="553619"/>
                </a:moveTo>
                <a:lnTo>
                  <a:pt x="1773072" y="425523"/>
                </a:lnTo>
                <a:moveTo>
                  <a:pt x="1323389" y="1220911"/>
                </a:moveTo>
                <a:lnTo>
                  <a:pt x="1355673" y="1154619"/>
                </a:lnTo>
                <a:moveTo>
                  <a:pt x="861670" y="520523"/>
                </a:moveTo>
                <a:lnTo>
                  <a:pt x="785043" y="564397"/>
                </a:lnTo>
                <a:moveTo>
                  <a:pt x="930374" y="628798"/>
                </a:moveTo>
                <a:lnTo>
                  <a:pt x="963129" y="556770"/>
                </a:lnTo>
                <a:moveTo>
                  <a:pt x="1512685" y="586327"/>
                </a:moveTo>
                <a:lnTo>
                  <a:pt x="1416076" y="543583"/>
                </a:lnTo>
                <a:moveTo>
                  <a:pt x="1637149" y="562005"/>
                </a:moveTo>
                <a:lnTo>
                  <a:pt x="1512685" y="586327"/>
                </a:lnTo>
                <a:moveTo>
                  <a:pt x="1557886" y="1012752"/>
                </a:moveTo>
                <a:lnTo>
                  <a:pt x="1508833" y="1026397"/>
                </a:lnTo>
                <a:moveTo>
                  <a:pt x="1407912" y="554442"/>
                </a:moveTo>
                <a:lnTo>
                  <a:pt x="1416076" y="543583"/>
                </a:lnTo>
                <a:moveTo>
                  <a:pt x="1313457" y="471927"/>
                </a:moveTo>
                <a:lnTo>
                  <a:pt x="1393400" y="471116"/>
                </a:lnTo>
                <a:moveTo>
                  <a:pt x="1521750" y="943479"/>
                </a:moveTo>
                <a:lnTo>
                  <a:pt x="1420080" y="912922"/>
                </a:lnTo>
                <a:moveTo>
                  <a:pt x="790684" y="731171"/>
                </a:moveTo>
                <a:lnTo>
                  <a:pt x="806638" y="685990"/>
                </a:lnTo>
                <a:moveTo>
                  <a:pt x="1525693" y="1159829"/>
                </a:moveTo>
                <a:lnTo>
                  <a:pt x="1535444" y="1072358"/>
                </a:lnTo>
                <a:moveTo>
                  <a:pt x="1420080" y="912922"/>
                </a:moveTo>
                <a:lnTo>
                  <a:pt x="1299661" y="937335"/>
                </a:lnTo>
                <a:moveTo>
                  <a:pt x="930374" y="628798"/>
                </a:moveTo>
                <a:lnTo>
                  <a:pt x="826028" y="627669"/>
                </a:lnTo>
                <a:moveTo>
                  <a:pt x="1458447" y="1174871"/>
                </a:moveTo>
                <a:lnTo>
                  <a:pt x="1323389" y="1220911"/>
                </a:lnTo>
                <a:moveTo>
                  <a:pt x="1094754" y="408053"/>
                </a:moveTo>
                <a:lnTo>
                  <a:pt x="1026071" y="329384"/>
                </a:lnTo>
                <a:moveTo>
                  <a:pt x="826028" y="627669"/>
                </a:moveTo>
                <a:lnTo>
                  <a:pt x="785043" y="564397"/>
                </a:lnTo>
                <a:moveTo>
                  <a:pt x="1355673" y="1154619"/>
                </a:moveTo>
                <a:lnTo>
                  <a:pt x="1269021" y="1175185"/>
                </a:lnTo>
                <a:moveTo>
                  <a:pt x="785043" y="564397"/>
                </a:moveTo>
                <a:lnTo>
                  <a:pt x="846869" y="492135"/>
                </a:lnTo>
                <a:moveTo>
                  <a:pt x="1525693" y="1159829"/>
                </a:moveTo>
                <a:lnTo>
                  <a:pt x="1458447" y="1174871"/>
                </a:lnTo>
                <a:moveTo>
                  <a:pt x="826958" y="733118"/>
                </a:moveTo>
                <a:lnTo>
                  <a:pt x="806638" y="685990"/>
                </a:lnTo>
                <a:moveTo>
                  <a:pt x="1285467" y="1089669"/>
                </a:moveTo>
                <a:lnTo>
                  <a:pt x="1259028" y="1059807"/>
                </a:lnTo>
                <a:moveTo>
                  <a:pt x="1512685" y="586327"/>
                </a:moveTo>
                <a:lnTo>
                  <a:pt x="1407912" y="554442"/>
                </a:lnTo>
                <a:moveTo>
                  <a:pt x="1535444" y="1072358"/>
                </a:moveTo>
                <a:lnTo>
                  <a:pt x="1557886" y="1012752"/>
                </a:lnTo>
                <a:moveTo>
                  <a:pt x="918717" y="312509"/>
                </a:moveTo>
                <a:lnTo>
                  <a:pt x="926785" y="241265"/>
                </a:lnTo>
                <a:moveTo>
                  <a:pt x="894342" y="740684"/>
                </a:moveTo>
                <a:lnTo>
                  <a:pt x="826028" y="627669"/>
                </a:lnTo>
                <a:moveTo>
                  <a:pt x="1026071" y="329384"/>
                </a:moveTo>
                <a:lnTo>
                  <a:pt x="926785" y="241265"/>
                </a:lnTo>
                <a:moveTo>
                  <a:pt x="1509682" y="586906"/>
                </a:moveTo>
                <a:lnTo>
                  <a:pt x="1512685" y="586327"/>
                </a:lnTo>
                <a:moveTo>
                  <a:pt x="1068321" y="547624"/>
                </a:moveTo>
                <a:lnTo>
                  <a:pt x="1047256" y="550660"/>
                </a:lnTo>
                <a:moveTo>
                  <a:pt x="1299661" y="937335"/>
                </a:moveTo>
                <a:lnTo>
                  <a:pt x="1294164" y="940736"/>
                </a:lnTo>
                <a:moveTo>
                  <a:pt x="1299661" y="937335"/>
                </a:moveTo>
                <a:lnTo>
                  <a:pt x="1296262" y="933315"/>
                </a:lnTo>
                <a:moveTo>
                  <a:pt x="826958" y="733118"/>
                </a:moveTo>
                <a:lnTo>
                  <a:pt x="790684" y="731171"/>
                </a:lnTo>
                <a:moveTo>
                  <a:pt x="1294164" y="940736"/>
                </a:moveTo>
                <a:lnTo>
                  <a:pt x="1296262" y="933315"/>
                </a:lnTo>
                <a:moveTo>
                  <a:pt x="1509682" y="586906"/>
                </a:moveTo>
                <a:lnTo>
                  <a:pt x="1407912" y="554442"/>
                </a:lnTo>
                <a:moveTo>
                  <a:pt x="1259028" y="1059807"/>
                </a:moveTo>
                <a:lnTo>
                  <a:pt x="1294164" y="940736"/>
                </a:lnTo>
                <a:moveTo>
                  <a:pt x="1675889" y="553619"/>
                </a:moveTo>
                <a:lnTo>
                  <a:pt x="1737566" y="505472"/>
                </a:lnTo>
                <a:moveTo>
                  <a:pt x="930374" y="628798"/>
                </a:moveTo>
                <a:lnTo>
                  <a:pt x="1047256" y="550660"/>
                </a:lnTo>
                <a:moveTo>
                  <a:pt x="855775" y="883392"/>
                </a:moveTo>
                <a:lnTo>
                  <a:pt x="790684" y="731171"/>
                </a:lnTo>
                <a:moveTo>
                  <a:pt x="1047256" y="550660"/>
                </a:moveTo>
                <a:lnTo>
                  <a:pt x="1094754" y="408053"/>
                </a:lnTo>
                <a:moveTo>
                  <a:pt x="894342" y="740684"/>
                </a:moveTo>
                <a:lnTo>
                  <a:pt x="806638" y="685990"/>
                </a:lnTo>
                <a:moveTo>
                  <a:pt x="1426580" y="1236093"/>
                </a:moveTo>
                <a:lnTo>
                  <a:pt x="1458447" y="1174871"/>
                </a:lnTo>
                <a:moveTo>
                  <a:pt x="1416076" y="543583"/>
                </a:moveTo>
                <a:lnTo>
                  <a:pt x="1313457" y="471927"/>
                </a:lnTo>
                <a:moveTo>
                  <a:pt x="1700316" y="306287"/>
                </a:moveTo>
                <a:lnTo>
                  <a:pt x="1617991" y="229154"/>
                </a:lnTo>
                <a:moveTo>
                  <a:pt x="855775" y="883392"/>
                </a:moveTo>
                <a:lnTo>
                  <a:pt x="826958" y="733118"/>
                </a:lnTo>
                <a:moveTo>
                  <a:pt x="1068321" y="547624"/>
                </a:moveTo>
                <a:lnTo>
                  <a:pt x="1094754" y="408053"/>
                </a:lnTo>
                <a:moveTo>
                  <a:pt x="1269021" y="1175185"/>
                </a:moveTo>
                <a:lnTo>
                  <a:pt x="1285467" y="1089669"/>
                </a:lnTo>
                <a:moveTo>
                  <a:pt x="1420080" y="912922"/>
                </a:moveTo>
                <a:lnTo>
                  <a:pt x="1318154" y="831158"/>
                </a:lnTo>
                <a:moveTo>
                  <a:pt x="1557886" y="1012752"/>
                </a:moveTo>
                <a:lnTo>
                  <a:pt x="1521750" y="943479"/>
                </a:lnTo>
                <a:moveTo>
                  <a:pt x="756261" y="823485"/>
                </a:moveTo>
                <a:lnTo>
                  <a:pt x="790684" y="731171"/>
                </a:lnTo>
                <a:moveTo>
                  <a:pt x="1068321" y="547624"/>
                </a:moveTo>
                <a:lnTo>
                  <a:pt x="1103314" y="418750"/>
                </a:lnTo>
                <a:moveTo>
                  <a:pt x="1420080" y="912922"/>
                </a:moveTo>
                <a:lnTo>
                  <a:pt x="1425029" y="849185"/>
                </a:lnTo>
                <a:moveTo>
                  <a:pt x="1026071" y="329384"/>
                </a:moveTo>
                <a:lnTo>
                  <a:pt x="1017258" y="298780"/>
                </a:lnTo>
                <a:moveTo>
                  <a:pt x="1407912" y="554442"/>
                </a:moveTo>
                <a:lnTo>
                  <a:pt x="1272435" y="605570"/>
                </a:lnTo>
                <a:moveTo>
                  <a:pt x="1737566" y="505472"/>
                </a:moveTo>
                <a:lnTo>
                  <a:pt x="1773072" y="425523"/>
                </a:lnTo>
                <a:moveTo>
                  <a:pt x="887953" y="765553"/>
                </a:moveTo>
                <a:lnTo>
                  <a:pt x="826958" y="733118"/>
                </a:lnTo>
                <a:moveTo>
                  <a:pt x="1675889" y="553619"/>
                </a:moveTo>
                <a:lnTo>
                  <a:pt x="1624502" y="540635"/>
                </a:lnTo>
                <a:moveTo>
                  <a:pt x="1103314" y="418750"/>
                </a:moveTo>
                <a:lnTo>
                  <a:pt x="1094754" y="408053"/>
                </a:lnTo>
                <a:moveTo>
                  <a:pt x="894342" y="740684"/>
                </a:moveTo>
                <a:lnTo>
                  <a:pt x="826958" y="733118"/>
                </a:lnTo>
                <a:moveTo>
                  <a:pt x="855775" y="883392"/>
                </a:moveTo>
                <a:lnTo>
                  <a:pt x="887953" y="765553"/>
                </a:lnTo>
                <a:moveTo>
                  <a:pt x="1009988" y="630094"/>
                </a:moveTo>
                <a:lnTo>
                  <a:pt x="1047256" y="550660"/>
                </a:lnTo>
                <a:moveTo>
                  <a:pt x="1407912" y="554442"/>
                </a:moveTo>
                <a:lnTo>
                  <a:pt x="1313457" y="471927"/>
                </a:lnTo>
                <a:moveTo>
                  <a:pt x="1637149" y="562005"/>
                </a:moveTo>
                <a:lnTo>
                  <a:pt x="1624502" y="540635"/>
                </a:lnTo>
                <a:moveTo>
                  <a:pt x="1407912" y="554442"/>
                </a:moveTo>
                <a:lnTo>
                  <a:pt x="1309350" y="473378"/>
                </a:lnTo>
                <a:moveTo>
                  <a:pt x="1521750" y="943479"/>
                </a:moveTo>
                <a:lnTo>
                  <a:pt x="1425029" y="849185"/>
                </a:lnTo>
                <a:moveTo>
                  <a:pt x="894342" y="740684"/>
                </a:moveTo>
                <a:lnTo>
                  <a:pt x="930374" y="628798"/>
                </a:lnTo>
                <a:moveTo>
                  <a:pt x="1269021" y="1175185"/>
                </a:moveTo>
                <a:lnTo>
                  <a:pt x="1259028" y="1059807"/>
                </a:lnTo>
                <a:moveTo>
                  <a:pt x="1299661" y="937335"/>
                </a:moveTo>
                <a:lnTo>
                  <a:pt x="1318154" y="831158"/>
                </a:lnTo>
                <a:moveTo>
                  <a:pt x="1773072" y="425523"/>
                </a:moveTo>
                <a:lnTo>
                  <a:pt x="1716561" y="342858"/>
                </a:lnTo>
                <a:moveTo>
                  <a:pt x="1171585" y="561924"/>
                </a:moveTo>
                <a:lnTo>
                  <a:pt x="1068321" y="547624"/>
                </a:lnTo>
                <a:moveTo>
                  <a:pt x="790684" y="731171"/>
                </a:moveTo>
                <a:lnTo>
                  <a:pt x="723423" y="793199"/>
                </a:lnTo>
                <a:moveTo>
                  <a:pt x="958137" y="908662"/>
                </a:moveTo>
                <a:lnTo>
                  <a:pt x="855775" y="883392"/>
                </a:lnTo>
                <a:moveTo>
                  <a:pt x="1031740" y="323489"/>
                </a:moveTo>
                <a:lnTo>
                  <a:pt x="1026071" y="329384"/>
                </a:lnTo>
                <a:moveTo>
                  <a:pt x="1296262" y="933315"/>
                </a:moveTo>
                <a:lnTo>
                  <a:pt x="1318154" y="831158"/>
                </a:lnTo>
                <a:moveTo>
                  <a:pt x="855775" y="883392"/>
                </a:moveTo>
                <a:lnTo>
                  <a:pt x="756261" y="823485"/>
                </a:lnTo>
                <a:moveTo>
                  <a:pt x="1294164" y="940736"/>
                </a:moveTo>
                <a:lnTo>
                  <a:pt x="1220822" y="1004629"/>
                </a:lnTo>
                <a:moveTo>
                  <a:pt x="1296262" y="933315"/>
                </a:moveTo>
                <a:lnTo>
                  <a:pt x="1220822" y="1004629"/>
                </a:lnTo>
                <a:moveTo>
                  <a:pt x="1525693" y="1159829"/>
                </a:moveTo>
                <a:lnTo>
                  <a:pt x="1557886" y="1012752"/>
                </a:lnTo>
                <a:moveTo>
                  <a:pt x="1259028" y="1059807"/>
                </a:moveTo>
                <a:lnTo>
                  <a:pt x="1220822" y="1004629"/>
                </a:lnTo>
                <a:moveTo>
                  <a:pt x="1323389" y="1220911"/>
                </a:moveTo>
                <a:lnTo>
                  <a:pt x="1269021" y="1175185"/>
                </a:lnTo>
                <a:moveTo>
                  <a:pt x="1034783" y="629164"/>
                </a:moveTo>
                <a:lnTo>
                  <a:pt x="1047256" y="550660"/>
                </a:lnTo>
                <a:moveTo>
                  <a:pt x="1296262" y="933315"/>
                </a:moveTo>
                <a:lnTo>
                  <a:pt x="1198920" y="846989"/>
                </a:lnTo>
                <a:moveTo>
                  <a:pt x="1296262" y="933315"/>
                </a:moveTo>
                <a:lnTo>
                  <a:pt x="1202824" y="833487"/>
                </a:lnTo>
                <a:moveTo>
                  <a:pt x="887953" y="765553"/>
                </a:moveTo>
                <a:lnTo>
                  <a:pt x="894342" y="740684"/>
                </a:lnTo>
                <a:moveTo>
                  <a:pt x="1375092" y="627254"/>
                </a:moveTo>
                <a:lnTo>
                  <a:pt x="1407912" y="554442"/>
                </a:lnTo>
                <a:moveTo>
                  <a:pt x="1426580" y="1236093"/>
                </a:moveTo>
                <a:lnTo>
                  <a:pt x="1323389" y="1220911"/>
                </a:lnTo>
                <a:moveTo>
                  <a:pt x="958137" y="908662"/>
                </a:moveTo>
                <a:lnTo>
                  <a:pt x="887953" y="765553"/>
                </a:lnTo>
                <a:moveTo>
                  <a:pt x="1009988" y="630094"/>
                </a:moveTo>
                <a:lnTo>
                  <a:pt x="930374" y="628798"/>
                </a:lnTo>
                <a:moveTo>
                  <a:pt x="1171585" y="561924"/>
                </a:moveTo>
                <a:lnTo>
                  <a:pt x="1103314" y="418750"/>
                </a:lnTo>
                <a:moveTo>
                  <a:pt x="1426580" y="1236093"/>
                </a:moveTo>
                <a:lnTo>
                  <a:pt x="1525693" y="1159829"/>
                </a:lnTo>
                <a:moveTo>
                  <a:pt x="1624502" y="540635"/>
                </a:moveTo>
                <a:lnTo>
                  <a:pt x="1512685" y="586327"/>
                </a:lnTo>
                <a:moveTo>
                  <a:pt x="1034783" y="629164"/>
                </a:moveTo>
                <a:lnTo>
                  <a:pt x="1068321" y="547624"/>
                </a:lnTo>
                <a:moveTo>
                  <a:pt x="821290" y="976458"/>
                </a:moveTo>
                <a:lnTo>
                  <a:pt x="855775" y="883392"/>
                </a:lnTo>
                <a:moveTo>
                  <a:pt x="1509682" y="586906"/>
                </a:moveTo>
                <a:lnTo>
                  <a:pt x="1375092" y="627254"/>
                </a:lnTo>
                <a:moveTo>
                  <a:pt x="1521750" y="943479"/>
                </a:moveTo>
                <a:lnTo>
                  <a:pt x="1517400" y="902134"/>
                </a:lnTo>
                <a:moveTo>
                  <a:pt x="1851910" y="561651"/>
                </a:moveTo>
                <a:lnTo>
                  <a:pt x="1866861" y="507810"/>
                </a:lnTo>
                <a:moveTo>
                  <a:pt x="1272435" y="605570"/>
                </a:moveTo>
                <a:lnTo>
                  <a:pt x="1171585" y="561924"/>
                </a:lnTo>
                <a:moveTo>
                  <a:pt x="1262789" y="637298"/>
                </a:moveTo>
                <a:lnTo>
                  <a:pt x="1272435" y="605570"/>
                </a:lnTo>
                <a:moveTo>
                  <a:pt x="935680" y="977805"/>
                </a:moveTo>
                <a:lnTo>
                  <a:pt x="958137" y="908662"/>
                </a:lnTo>
                <a:moveTo>
                  <a:pt x="982188" y="814014"/>
                </a:moveTo>
                <a:lnTo>
                  <a:pt x="887953" y="765553"/>
                </a:lnTo>
                <a:moveTo>
                  <a:pt x="1617991" y="229154"/>
                </a:moveTo>
                <a:lnTo>
                  <a:pt x="1604074" y="210839"/>
                </a:lnTo>
                <a:moveTo>
                  <a:pt x="1624502" y="540635"/>
                </a:moveTo>
                <a:lnTo>
                  <a:pt x="1509682" y="586906"/>
                </a:lnTo>
                <a:moveTo>
                  <a:pt x="1458400" y="1230495"/>
                </a:moveTo>
                <a:lnTo>
                  <a:pt x="1525693" y="1159829"/>
                </a:lnTo>
                <a:moveTo>
                  <a:pt x="1190191" y="484927"/>
                </a:moveTo>
                <a:lnTo>
                  <a:pt x="1103314" y="418750"/>
                </a:lnTo>
                <a:moveTo>
                  <a:pt x="1235514" y="728266"/>
                </a:moveTo>
                <a:lnTo>
                  <a:pt x="1262789" y="637298"/>
                </a:lnTo>
                <a:moveTo>
                  <a:pt x="998104" y="748922"/>
                </a:moveTo>
                <a:lnTo>
                  <a:pt x="930374" y="628798"/>
                </a:lnTo>
                <a:moveTo>
                  <a:pt x="1272435" y="605570"/>
                </a:moveTo>
                <a:lnTo>
                  <a:pt x="1309350" y="473378"/>
                </a:lnTo>
                <a:moveTo>
                  <a:pt x="983798" y="1214097"/>
                </a:moveTo>
                <a:lnTo>
                  <a:pt x="982444" y="1181807"/>
                </a:lnTo>
                <a:moveTo>
                  <a:pt x="983798" y="1214097"/>
                </a:moveTo>
                <a:lnTo>
                  <a:pt x="986546" y="1182499"/>
                </a:lnTo>
                <a:moveTo>
                  <a:pt x="987431" y="1183263"/>
                </a:moveTo>
                <a:lnTo>
                  <a:pt x="983798" y="1214097"/>
                </a:lnTo>
                <a:moveTo>
                  <a:pt x="1566637" y="1129248"/>
                </a:moveTo>
                <a:lnTo>
                  <a:pt x="1525693" y="1159829"/>
                </a:lnTo>
                <a:moveTo>
                  <a:pt x="983798" y="1214097"/>
                </a:moveTo>
                <a:lnTo>
                  <a:pt x="985434" y="1185176"/>
                </a:lnTo>
                <a:moveTo>
                  <a:pt x="958137" y="908662"/>
                </a:moveTo>
                <a:lnTo>
                  <a:pt x="982188" y="814014"/>
                </a:lnTo>
                <a:moveTo>
                  <a:pt x="958137" y="908662"/>
                </a:moveTo>
                <a:lnTo>
                  <a:pt x="831744" y="981314"/>
                </a:lnTo>
                <a:moveTo>
                  <a:pt x="739708" y="641476"/>
                </a:moveTo>
                <a:lnTo>
                  <a:pt x="785043" y="564397"/>
                </a:lnTo>
                <a:moveTo>
                  <a:pt x="958137" y="908662"/>
                </a:moveTo>
                <a:lnTo>
                  <a:pt x="821290" y="976458"/>
                </a:lnTo>
                <a:moveTo>
                  <a:pt x="756261" y="823485"/>
                </a:moveTo>
                <a:lnTo>
                  <a:pt x="723423" y="793199"/>
                </a:lnTo>
                <a:moveTo>
                  <a:pt x="821290" y="976458"/>
                </a:moveTo>
                <a:lnTo>
                  <a:pt x="756261" y="823485"/>
                </a:lnTo>
                <a:moveTo>
                  <a:pt x="1716561" y="342858"/>
                </a:moveTo>
                <a:lnTo>
                  <a:pt x="1700316" y="306287"/>
                </a:lnTo>
                <a:moveTo>
                  <a:pt x="1851910" y="561651"/>
                </a:moveTo>
                <a:lnTo>
                  <a:pt x="1815719" y="528297"/>
                </a:lnTo>
                <a:moveTo>
                  <a:pt x="1272435" y="605570"/>
                </a:moveTo>
                <a:lnTo>
                  <a:pt x="1143386" y="649433"/>
                </a:lnTo>
                <a:moveTo>
                  <a:pt x="1589104" y="552432"/>
                </a:moveTo>
                <a:lnTo>
                  <a:pt x="1509682" y="586906"/>
                </a:lnTo>
                <a:moveTo>
                  <a:pt x="921683" y="1025678"/>
                </a:moveTo>
                <a:lnTo>
                  <a:pt x="935680" y="977805"/>
                </a:lnTo>
                <a:moveTo>
                  <a:pt x="1309350" y="473378"/>
                </a:moveTo>
                <a:lnTo>
                  <a:pt x="1313457" y="471927"/>
                </a:lnTo>
                <a:moveTo>
                  <a:pt x="1143386" y="649433"/>
                </a:moveTo>
                <a:lnTo>
                  <a:pt x="1171585" y="561924"/>
                </a:lnTo>
                <a:moveTo>
                  <a:pt x="1262789" y="637298"/>
                </a:moveTo>
                <a:lnTo>
                  <a:pt x="1143386" y="649433"/>
                </a:lnTo>
                <a:moveTo>
                  <a:pt x="1866861" y="507810"/>
                </a:moveTo>
                <a:lnTo>
                  <a:pt x="1815719" y="528297"/>
                </a:lnTo>
                <a:moveTo>
                  <a:pt x="1227854" y="1112606"/>
                </a:moveTo>
                <a:lnTo>
                  <a:pt x="1259028" y="1059807"/>
                </a:lnTo>
                <a:moveTo>
                  <a:pt x="1094754" y="408053"/>
                </a:moveTo>
                <a:lnTo>
                  <a:pt x="1031740" y="323489"/>
                </a:lnTo>
                <a:moveTo>
                  <a:pt x="998104" y="748922"/>
                </a:moveTo>
                <a:lnTo>
                  <a:pt x="887953" y="765553"/>
                </a:lnTo>
                <a:moveTo>
                  <a:pt x="1235514" y="728266"/>
                </a:moveTo>
                <a:lnTo>
                  <a:pt x="1143386" y="649433"/>
                </a:lnTo>
                <a:moveTo>
                  <a:pt x="1202824" y="833487"/>
                </a:moveTo>
                <a:lnTo>
                  <a:pt x="1235514" y="728266"/>
                </a:lnTo>
                <a:moveTo>
                  <a:pt x="1017258" y="298780"/>
                </a:moveTo>
                <a:lnTo>
                  <a:pt x="926785" y="241265"/>
                </a:lnTo>
                <a:moveTo>
                  <a:pt x="1272435" y="605570"/>
                </a:moveTo>
                <a:lnTo>
                  <a:pt x="1190191" y="484927"/>
                </a:lnTo>
                <a:moveTo>
                  <a:pt x="1375092" y="627254"/>
                </a:moveTo>
                <a:lnTo>
                  <a:pt x="1272435" y="605570"/>
                </a:lnTo>
                <a:moveTo>
                  <a:pt x="1539443" y="941205"/>
                </a:moveTo>
                <a:lnTo>
                  <a:pt x="1521750" y="943479"/>
                </a:lnTo>
                <a:moveTo>
                  <a:pt x="1425029" y="849185"/>
                </a:moveTo>
                <a:lnTo>
                  <a:pt x="1318154" y="831158"/>
                </a:lnTo>
                <a:moveTo>
                  <a:pt x="935680" y="977805"/>
                </a:moveTo>
                <a:lnTo>
                  <a:pt x="831744" y="981314"/>
                </a:lnTo>
                <a:moveTo>
                  <a:pt x="921683" y="1025678"/>
                </a:moveTo>
                <a:lnTo>
                  <a:pt x="831744" y="981314"/>
                </a:lnTo>
                <a:moveTo>
                  <a:pt x="1171585" y="561924"/>
                </a:moveTo>
                <a:lnTo>
                  <a:pt x="1190191" y="484927"/>
                </a:lnTo>
                <a:moveTo>
                  <a:pt x="1171585" y="561924"/>
                </a:moveTo>
                <a:lnTo>
                  <a:pt x="1100106" y="656414"/>
                </a:lnTo>
                <a:moveTo>
                  <a:pt x="1375092" y="627254"/>
                </a:moveTo>
                <a:lnTo>
                  <a:pt x="1262789" y="637298"/>
                </a:lnTo>
                <a:moveTo>
                  <a:pt x="1171585" y="561924"/>
                </a:moveTo>
                <a:lnTo>
                  <a:pt x="1034783" y="629164"/>
                </a:lnTo>
                <a:moveTo>
                  <a:pt x="1318154" y="831158"/>
                </a:moveTo>
                <a:lnTo>
                  <a:pt x="1202824" y="833487"/>
                </a:lnTo>
                <a:moveTo>
                  <a:pt x="1296262" y="933315"/>
                </a:moveTo>
                <a:lnTo>
                  <a:pt x="1164711" y="936691"/>
                </a:lnTo>
                <a:moveTo>
                  <a:pt x="1737566" y="505472"/>
                </a:moveTo>
                <a:lnTo>
                  <a:pt x="1716561" y="342858"/>
                </a:lnTo>
                <a:moveTo>
                  <a:pt x="1235514" y="728266"/>
                </a:moveTo>
                <a:lnTo>
                  <a:pt x="1185153" y="837732"/>
                </a:lnTo>
                <a:moveTo>
                  <a:pt x="998104" y="748922"/>
                </a:moveTo>
                <a:lnTo>
                  <a:pt x="894342" y="740684"/>
                </a:lnTo>
                <a:moveTo>
                  <a:pt x="1313457" y="471927"/>
                </a:moveTo>
                <a:lnTo>
                  <a:pt x="1311145" y="461117"/>
                </a:lnTo>
                <a:moveTo>
                  <a:pt x="1103314" y="418750"/>
                </a:moveTo>
                <a:lnTo>
                  <a:pt x="1031740" y="323489"/>
                </a:lnTo>
                <a:moveTo>
                  <a:pt x="1235514" y="728266"/>
                </a:moveTo>
                <a:lnTo>
                  <a:pt x="1135692" y="672106"/>
                </a:lnTo>
                <a:moveTo>
                  <a:pt x="1309350" y="473378"/>
                </a:moveTo>
                <a:lnTo>
                  <a:pt x="1311145" y="461117"/>
                </a:lnTo>
                <a:moveTo>
                  <a:pt x="1965432" y="924809"/>
                </a:moveTo>
                <a:lnTo>
                  <a:pt x="1978951" y="904293"/>
                </a:lnTo>
                <a:moveTo>
                  <a:pt x="1566637" y="1129248"/>
                </a:moveTo>
                <a:lnTo>
                  <a:pt x="1557886" y="1012752"/>
                </a:lnTo>
                <a:moveTo>
                  <a:pt x="982444" y="1181807"/>
                </a:moveTo>
                <a:lnTo>
                  <a:pt x="921683" y="1025678"/>
                </a:lnTo>
                <a:moveTo>
                  <a:pt x="785043" y="564397"/>
                </a:moveTo>
                <a:lnTo>
                  <a:pt x="766034" y="492686"/>
                </a:lnTo>
                <a:moveTo>
                  <a:pt x="1309350" y="473378"/>
                </a:moveTo>
                <a:lnTo>
                  <a:pt x="1190191" y="484927"/>
                </a:lnTo>
                <a:moveTo>
                  <a:pt x="1338281" y="748609"/>
                </a:moveTo>
                <a:lnTo>
                  <a:pt x="1262789" y="637298"/>
                </a:lnTo>
                <a:moveTo>
                  <a:pt x="1198920" y="846989"/>
                </a:moveTo>
                <a:lnTo>
                  <a:pt x="1202824" y="833487"/>
                </a:lnTo>
                <a:moveTo>
                  <a:pt x="831744" y="981314"/>
                </a:moveTo>
                <a:lnTo>
                  <a:pt x="821290" y="976458"/>
                </a:lnTo>
                <a:moveTo>
                  <a:pt x="1478887" y="635087"/>
                </a:moveTo>
                <a:lnTo>
                  <a:pt x="1509682" y="586906"/>
                </a:lnTo>
                <a:moveTo>
                  <a:pt x="1034783" y="629164"/>
                </a:moveTo>
                <a:lnTo>
                  <a:pt x="1009988" y="630094"/>
                </a:lnTo>
                <a:moveTo>
                  <a:pt x="1354710" y="691327"/>
                </a:moveTo>
                <a:lnTo>
                  <a:pt x="1262789" y="637298"/>
                </a:lnTo>
                <a:moveTo>
                  <a:pt x="1259028" y="1059807"/>
                </a:moveTo>
                <a:lnTo>
                  <a:pt x="1212453" y="1092504"/>
                </a:lnTo>
                <a:moveTo>
                  <a:pt x="1027139" y="653970"/>
                </a:moveTo>
                <a:lnTo>
                  <a:pt x="1009988" y="630094"/>
                </a:lnTo>
                <a:moveTo>
                  <a:pt x="1458400" y="1230495"/>
                </a:moveTo>
                <a:lnTo>
                  <a:pt x="1426580" y="1236093"/>
                </a:lnTo>
                <a:moveTo>
                  <a:pt x="1338281" y="748609"/>
                </a:moveTo>
                <a:lnTo>
                  <a:pt x="1235514" y="728266"/>
                </a:lnTo>
                <a:moveTo>
                  <a:pt x="1198920" y="846989"/>
                </a:moveTo>
                <a:lnTo>
                  <a:pt x="1185153" y="837732"/>
                </a:lnTo>
                <a:moveTo>
                  <a:pt x="1202824" y="833487"/>
                </a:moveTo>
                <a:lnTo>
                  <a:pt x="1185153" y="837732"/>
                </a:lnTo>
                <a:moveTo>
                  <a:pt x="1323389" y="1220911"/>
                </a:moveTo>
                <a:lnTo>
                  <a:pt x="1295303" y="1265152"/>
                </a:lnTo>
                <a:moveTo>
                  <a:pt x="1579508" y="1079760"/>
                </a:moveTo>
                <a:lnTo>
                  <a:pt x="1557886" y="1012752"/>
                </a:lnTo>
                <a:moveTo>
                  <a:pt x="1135692" y="672106"/>
                </a:moveTo>
                <a:lnTo>
                  <a:pt x="1143386" y="649433"/>
                </a:lnTo>
                <a:moveTo>
                  <a:pt x="1062460" y="910079"/>
                </a:moveTo>
                <a:lnTo>
                  <a:pt x="958137" y="908662"/>
                </a:lnTo>
                <a:moveTo>
                  <a:pt x="1313457" y="471927"/>
                </a:moveTo>
                <a:lnTo>
                  <a:pt x="1373911" y="333104"/>
                </a:lnTo>
                <a:moveTo>
                  <a:pt x="1143386" y="649433"/>
                </a:moveTo>
                <a:lnTo>
                  <a:pt x="1100106" y="656414"/>
                </a:lnTo>
                <a:moveTo>
                  <a:pt x="1318154" y="831158"/>
                </a:moveTo>
                <a:lnTo>
                  <a:pt x="1338281" y="748609"/>
                </a:lnTo>
                <a:moveTo>
                  <a:pt x="1624502" y="540635"/>
                </a:moveTo>
                <a:lnTo>
                  <a:pt x="1737566" y="505472"/>
                </a:lnTo>
                <a:moveTo>
                  <a:pt x="998104" y="748922"/>
                </a:moveTo>
                <a:lnTo>
                  <a:pt x="1009988" y="630094"/>
                </a:lnTo>
                <a:moveTo>
                  <a:pt x="974960" y="1023142"/>
                </a:moveTo>
                <a:lnTo>
                  <a:pt x="935680" y="977805"/>
                </a:lnTo>
                <a:moveTo>
                  <a:pt x="921683" y="1025678"/>
                </a:moveTo>
                <a:lnTo>
                  <a:pt x="974960" y="1023142"/>
                </a:lnTo>
                <a:moveTo>
                  <a:pt x="1235514" y="728266"/>
                </a:moveTo>
                <a:lnTo>
                  <a:pt x="1099531" y="785564"/>
                </a:lnTo>
                <a:moveTo>
                  <a:pt x="986546" y="1182499"/>
                </a:moveTo>
                <a:lnTo>
                  <a:pt x="982444" y="1181807"/>
                </a:lnTo>
                <a:moveTo>
                  <a:pt x="1135692" y="672106"/>
                </a:moveTo>
                <a:lnTo>
                  <a:pt x="1100106" y="656414"/>
                </a:lnTo>
                <a:moveTo>
                  <a:pt x="987431" y="1183263"/>
                </a:moveTo>
                <a:lnTo>
                  <a:pt x="986546" y="1182499"/>
                </a:lnTo>
                <a:moveTo>
                  <a:pt x="1100106" y="656414"/>
                </a:moveTo>
                <a:lnTo>
                  <a:pt x="1034783" y="629164"/>
                </a:lnTo>
                <a:moveTo>
                  <a:pt x="1855314" y="520257"/>
                </a:moveTo>
                <a:lnTo>
                  <a:pt x="1866861" y="507810"/>
                </a:lnTo>
                <a:moveTo>
                  <a:pt x="1691106" y="303294"/>
                </a:moveTo>
                <a:lnTo>
                  <a:pt x="1700316" y="306287"/>
                </a:lnTo>
                <a:moveTo>
                  <a:pt x="985434" y="1185176"/>
                </a:moveTo>
                <a:lnTo>
                  <a:pt x="982444" y="1181807"/>
                </a:lnTo>
                <a:moveTo>
                  <a:pt x="1338281" y="748609"/>
                </a:moveTo>
                <a:lnTo>
                  <a:pt x="1202824" y="833487"/>
                </a:lnTo>
                <a:moveTo>
                  <a:pt x="987431" y="1183263"/>
                </a:moveTo>
                <a:lnTo>
                  <a:pt x="985434" y="1185176"/>
                </a:lnTo>
                <a:moveTo>
                  <a:pt x="1135692" y="672106"/>
                </a:moveTo>
                <a:lnTo>
                  <a:pt x="1027139" y="653970"/>
                </a:lnTo>
                <a:moveTo>
                  <a:pt x="982188" y="814014"/>
                </a:moveTo>
                <a:lnTo>
                  <a:pt x="998104" y="748922"/>
                </a:lnTo>
                <a:moveTo>
                  <a:pt x="1027139" y="653970"/>
                </a:moveTo>
                <a:lnTo>
                  <a:pt x="1100106" y="656414"/>
                </a:lnTo>
                <a:moveTo>
                  <a:pt x="723423" y="793199"/>
                </a:moveTo>
                <a:lnTo>
                  <a:pt x="739708" y="641476"/>
                </a:lnTo>
                <a:moveTo>
                  <a:pt x="1027139" y="653970"/>
                </a:moveTo>
                <a:lnTo>
                  <a:pt x="1034783" y="629164"/>
                </a:lnTo>
                <a:moveTo>
                  <a:pt x="1398599" y="1291795"/>
                </a:moveTo>
                <a:lnTo>
                  <a:pt x="1323389" y="1220911"/>
                </a:lnTo>
                <a:moveTo>
                  <a:pt x="886668" y="1125194"/>
                </a:moveTo>
                <a:lnTo>
                  <a:pt x="921683" y="1025678"/>
                </a:lnTo>
                <a:moveTo>
                  <a:pt x="1700316" y="306287"/>
                </a:moveTo>
                <a:lnTo>
                  <a:pt x="1604074" y="210839"/>
                </a:lnTo>
                <a:moveTo>
                  <a:pt x="756261" y="823485"/>
                </a:moveTo>
                <a:lnTo>
                  <a:pt x="737554" y="852316"/>
                </a:lnTo>
                <a:moveTo>
                  <a:pt x="1978951" y="904293"/>
                </a:moveTo>
                <a:lnTo>
                  <a:pt x="1885911" y="952075"/>
                </a:lnTo>
                <a:moveTo>
                  <a:pt x="1099531" y="785564"/>
                </a:moveTo>
                <a:lnTo>
                  <a:pt x="982188" y="814014"/>
                </a:lnTo>
                <a:moveTo>
                  <a:pt x="1135692" y="672106"/>
                </a:moveTo>
                <a:lnTo>
                  <a:pt x="998104" y="748922"/>
                </a:lnTo>
                <a:moveTo>
                  <a:pt x="1078181" y="858239"/>
                </a:moveTo>
                <a:lnTo>
                  <a:pt x="982188" y="814014"/>
                </a:lnTo>
                <a:moveTo>
                  <a:pt x="1354710" y="691327"/>
                </a:moveTo>
                <a:lnTo>
                  <a:pt x="1375092" y="627254"/>
                </a:lnTo>
                <a:moveTo>
                  <a:pt x="1198920" y="846989"/>
                </a:moveTo>
                <a:lnTo>
                  <a:pt x="1078181" y="858239"/>
                </a:lnTo>
                <a:moveTo>
                  <a:pt x="1269021" y="1175185"/>
                </a:moveTo>
                <a:lnTo>
                  <a:pt x="1227854" y="1112606"/>
                </a:lnTo>
                <a:moveTo>
                  <a:pt x="1851910" y="561651"/>
                </a:moveTo>
                <a:lnTo>
                  <a:pt x="1831795" y="592236"/>
                </a:lnTo>
                <a:moveTo>
                  <a:pt x="998104" y="748922"/>
                </a:moveTo>
                <a:lnTo>
                  <a:pt x="1027139" y="653970"/>
                </a:lnTo>
                <a:moveTo>
                  <a:pt x="1062460" y="910079"/>
                </a:moveTo>
                <a:lnTo>
                  <a:pt x="982188" y="814014"/>
                </a:lnTo>
                <a:moveTo>
                  <a:pt x="1026554" y="1020423"/>
                </a:moveTo>
                <a:lnTo>
                  <a:pt x="958137" y="908662"/>
                </a:lnTo>
                <a:moveTo>
                  <a:pt x="1198920" y="846989"/>
                </a:moveTo>
                <a:lnTo>
                  <a:pt x="1062460" y="910079"/>
                </a:lnTo>
                <a:moveTo>
                  <a:pt x="1185153" y="837732"/>
                </a:moveTo>
                <a:lnTo>
                  <a:pt x="1099531" y="785564"/>
                </a:lnTo>
                <a:moveTo>
                  <a:pt x="1517400" y="902134"/>
                </a:moveTo>
                <a:lnTo>
                  <a:pt x="1425029" y="849185"/>
                </a:lnTo>
                <a:moveTo>
                  <a:pt x="1078181" y="858239"/>
                </a:moveTo>
                <a:lnTo>
                  <a:pt x="1185153" y="837732"/>
                </a:lnTo>
                <a:moveTo>
                  <a:pt x="1099531" y="785564"/>
                </a:moveTo>
                <a:lnTo>
                  <a:pt x="1135692" y="672106"/>
                </a:lnTo>
                <a:moveTo>
                  <a:pt x="1295303" y="1265152"/>
                </a:moveTo>
                <a:lnTo>
                  <a:pt x="1269021" y="1175185"/>
                </a:lnTo>
                <a:moveTo>
                  <a:pt x="1855314" y="520257"/>
                </a:moveTo>
                <a:lnTo>
                  <a:pt x="1815719" y="528297"/>
                </a:lnTo>
                <a:moveTo>
                  <a:pt x="1338281" y="748609"/>
                </a:moveTo>
                <a:lnTo>
                  <a:pt x="1354710" y="691327"/>
                </a:lnTo>
                <a:moveTo>
                  <a:pt x="982444" y="1181807"/>
                </a:moveTo>
                <a:lnTo>
                  <a:pt x="886668" y="1125194"/>
                </a:lnTo>
                <a:moveTo>
                  <a:pt x="985434" y="1185176"/>
                </a:moveTo>
                <a:lnTo>
                  <a:pt x="886668" y="1125194"/>
                </a:lnTo>
                <a:moveTo>
                  <a:pt x="1557886" y="1012752"/>
                </a:moveTo>
                <a:lnTo>
                  <a:pt x="1539443" y="941205"/>
                </a:lnTo>
                <a:moveTo>
                  <a:pt x="1716561" y="342858"/>
                </a:moveTo>
                <a:lnTo>
                  <a:pt x="1691106" y="303294"/>
                </a:lnTo>
                <a:moveTo>
                  <a:pt x="737554" y="852316"/>
                </a:moveTo>
                <a:lnTo>
                  <a:pt x="723423" y="793199"/>
                </a:lnTo>
                <a:moveTo>
                  <a:pt x="1031740" y="323489"/>
                </a:moveTo>
                <a:lnTo>
                  <a:pt x="1017258" y="298780"/>
                </a:lnTo>
                <a:moveTo>
                  <a:pt x="1220822" y="1004629"/>
                </a:moveTo>
                <a:lnTo>
                  <a:pt x="1164711" y="936691"/>
                </a:lnTo>
                <a:moveTo>
                  <a:pt x="1313457" y="471927"/>
                </a:moveTo>
                <a:lnTo>
                  <a:pt x="1327153" y="378695"/>
                </a:lnTo>
                <a:moveTo>
                  <a:pt x="1026554" y="1020423"/>
                </a:moveTo>
                <a:lnTo>
                  <a:pt x="935680" y="977805"/>
                </a:lnTo>
                <a:moveTo>
                  <a:pt x="1099531" y="785564"/>
                </a:moveTo>
                <a:lnTo>
                  <a:pt x="998104" y="748922"/>
                </a:lnTo>
                <a:moveTo>
                  <a:pt x="1103314" y="418750"/>
                </a:moveTo>
                <a:lnTo>
                  <a:pt x="1091122" y="396286"/>
                </a:lnTo>
                <a:moveTo>
                  <a:pt x="1012466" y="1068274"/>
                </a:moveTo>
                <a:lnTo>
                  <a:pt x="921683" y="1025678"/>
                </a:lnTo>
                <a:moveTo>
                  <a:pt x="1441593" y="762327"/>
                </a:moveTo>
                <a:lnTo>
                  <a:pt x="1318154" y="831158"/>
                </a:lnTo>
                <a:moveTo>
                  <a:pt x="1566637" y="1129248"/>
                </a:moveTo>
                <a:lnTo>
                  <a:pt x="1579508" y="1079760"/>
                </a:lnTo>
                <a:moveTo>
                  <a:pt x="1533746" y="1202928"/>
                </a:moveTo>
                <a:lnTo>
                  <a:pt x="1525693" y="1159829"/>
                </a:lnTo>
                <a:moveTo>
                  <a:pt x="742091" y="888970"/>
                </a:moveTo>
                <a:lnTo>
                  <a:pt x="756261" y="823485"/>
                </a:lnTo>
                <a:moveTo>
                  <a:pt x="1700316" y="306287"/>
                </a:moveTo>
                <a:lnTo>
                  <a:pt x="1622482" y="249222"/>
                </a:lnTo>
                <a:moveTo>
                  <a:pt x="1831795" y="592236"/>
                </a:moveTo>
                <a:lnTo>
                  <a:pt x="1815719" y="528297"/>
                </a:lnTo>
                <a:moveTo>
                  <a:pt x="1164711" y="936691"/>
                </a:moveTo>
                <a:lnTo>
                  <a:pt x="1198920" y="846989"/>
                </a:lnTo>
                <a:moveTo>
                  <a:pt x="1425029" y="849185"/>
                </a:moveTo>
                <a:lnTo>
                  <a:pt x="1441593" y="762327"/>
                </a:lnTo>
                <a:moveTo>
                  <a:pt x="1078181" y="858239"/>
                </a:moveTo>
                <a:lnTo>
                  <a:pt x="1099531" y="785564"/>
                </a:lnTo>
                <a:moveTo>
                  <a:pt x="1212453" y="1092504"/>
                </a:moveTo>
                <a:lnTo>
                  <a:pt x="1220822" y="1004629"/>
                </a:lnTo>
                <a:moveTo>
                  <a:pt x="1426580" y="1236093"/>
                </a:moveTo>
                <a:lnTo>
                  <a:pt x="1398599" y="1291795"/>
                </a:lnTo>
                <a:moveTo>
                  <a:pt x="1624502" y="540635"/>
                </a:moveTo>
                <a:lnTo>
                  <a:pt x="1589104" y="552432"/>
                </a:lnTo>
                <a:moveTo>
                  <a:pt x="1062460" y="910079"/>
                </a:moveTo>
                <a:lnTo>
                  <a:pt x="1078181" y="858239"/>
                </a:lnTo>
                <a:moveTo>
                  <a:pt x="1311145" y="461117"/>
                </a:moveTo>
                <a:lnTo>
                  <a:pt x="1327153" y="378695"/>
                </a:lnTo>
                <a:moveTo>
                  <a:pt x="1737566" y="505472"/>
                </a:moveTo>
                <a:lnTo>
                  <a:pt x="1702411" y="429045"/>
                </a:lnTo>
                <a:moveTo>
                  <a:pt x="739708" y="641476"/>
                </a:moveTo>
                <a:lnTo>
                  <a:pt x="766034" y="492686"/>
                </a:lnTo>
                <a:moveTo>
                  <a:pt x="1010868" y="302502"/>
                </a:moveTo>
                <a:lnTo>
                  <a:pt x="1017258" y="298780"/>
                </a:lnTo>
                <a:moveTo>
                  <a:pt x="1478887" y="635087"/>
                </a:moveTo>
                <a:lnTo>
                  <a:pt x="1375092" y="627254"/>
                </a:lnTo>
                <a:moveTo>
                  <a:pt x="1012466" y="1068274"/>
                </a:moveTo>
                <a:lnTo>
                  <a:pt x="982444" y="1181807"/>
                </a:lnTo>
                <a:moveTo>
                  <a:pt x="1543155" y="797320"/>
                </a:moveTo>
                <a:lnTo>
                  <a:pt x="1425029" y="849185"/>
                </a:lnTo>
                <a:moveTo>
                  <a:pt x="986546" y="1182499"/>
                </a:moveTo>
                <a:lnTo>
                  <a:pt x="1012466" y="1068274"/>
                </a:lnTo>
                <a:moveTo>
                  <a:pt x="921683" y="1025678"/>
                </a:moveTo>
                <a:lnTo>
                  <a:pt x="869132" y="1082553"/>
                </a:lnTo>
                <a:moveTo>
                  <a:pt x="1965432" y="924809"/>
                </a:moveTo>
                <a:lnTo>
                  <a:pt x="1885911" y="952075"/>
                </a:lnTo>
                <a:moveTo>
                  <a:pt x="1441593" y="762327"/>
                </a:moveTo>
                <a:lnTo>
                  <a:pt x="1338281" y="748609"/>
                </a:lnTo>
                <a:moveTo>
                  <a:pt x="1596001" y="1114203"/>
                </a:moveTo>
                <a:lnTo>
                  <a:pt x="1566637" y="1129248"/>
                </a:lnTo>
                <a:moveTo>
                  <a:pt x="1327153" y="378695"/>
                </a:moveTo>
                <a:lnTo>
                  <a:pt x="1373911" y="333104"/>
                </a:lnTo>
                <a:moveTo>
                  <a:pt x="821290" y="976458"/>
                </a:moveTo>
                <a:lnTo>
                  <a:pt x="742091" y="888970"/>
                </a:lnTo>
                <a:moveTo>
                  <a:pt x="1702411" y="429045"/>
                </a:moveTo>
                <a:lnTo>
                  <a:pt x="1716561" y="342858"/>
                </a:lnTo>
                <a:moveTo>
                  <a:pt x="1478887" y="635087"/>
                </a:moveTo>
                <a:lnTo>
                  <a:pt x="1354710" y="691327"/>
                </a:lnTo>
                <a:moveTo>
                  <a:pt x="1441593" y="762327"/>
                </a:moveTo>
                <a:lnTo>
                  <a:pt x="1354710" y="691327"/>
                </a:lnTo>
                <a:moveTo>
                  <a:pt x="1604074" y="210839"/>
                </a:moveTo>
                <a:lnTo>
                  <a:pt x="1488370" y="228577"/>
                </a:lnTo>
                <a:moveTo>
                  <a:pt x="869132" y="1082553"/>
                </a:moveTo>
                <a:lnTo>
                  <a:pt x="831744" y="981314"/>
                </a:lnTo>
                <a:moveTo>
                  <a:pt x="1311145" y="461117"/>
                </a:moveTo>
                <a:lnTo>
                  <a:pt x="1288250" y="398405"/>
                </a:lnTo>
                <a:moveTo>
                  <a:pt x="1444467" y="750568"/>
                </a:moveTo>
                <a:lnTo>
                  <a:pt x="1354710" y="691327"/>
                </a:lnTo>
                <a:moveTo>
                  <a:pt x="1026554" y="1020423"/>
                </a:moveTo>
                <a:lnTo>
                  <a:pt x="974960" y="1023142"/>
                </a:lnTo>
                <a:moveTo>
                  <a:pt x="1012466" y="1068274"/>
                </a:moveTo>
                <a:lnTo>
                  <a:pt x="974960" y="1023142"/>
                </a:lnTo>
                <a:moveTo>
                  <a:pt x="1031740" y="323489"/>
                </a:moveTo>
                <a:lnTo>
                  <a:pt x="1010868" y="302502"/>
                </a:lnTo>
                <a:moveTo>
                  <a:pt x="1309350" y="473378"/>
                </a:moveTo>
                <a:lnTo>
                  <a:pt x="1199253" y="411288"/>
                </a:lnTo>
                <a:moveTo>
                  <a:pt x="1458400" y="1230495"/>
                </a:moveTo>
                <a:lnTo>
                  <a:pt x="1398599" y="1291795"/>
                </a:lnTo>
                <a:moveTo>
                  <a:pt x="1596001" y="1114203"/>
                </a:moveTo>
                <a:lnTo>
                  <a:pt x="1579508" y="1079760"/>
                </a:lnTo>
                <a:moveTo>
                  <a:pt x="1164711" y="936691"/>
                </a:moveTo>
                <a:lnTo>
                  <a:pt x="1062460" y="910079"/>
                </a:lnTo>
                <a:moveTo>
                  <a:pt x="1831795" y="592236"/>
                </a:moveTo>
                <a:lnTo>
                  <a:pt x="1855314" y="520257"/>
                </a:lnTo>
                <a:moveTo>
                  <a:pt x="1737566" y="505472"/>
                </a:moveTo>
                <a:lnTo>
                  <a:pt x="1638207" y="455818"/>
                </a:lnTo>
                <a:moveTo>
                  <a:pt x="723423" y="793199"/>
                </a:moveTo>
                <a:lnTo>
                  <a:pt x="719634" y="725932"/>
                </a:lnTo>
                <a:moveTo>
                  <a:pt x="1026554" y="1020423"/>
                </a:moveTo>
                <a:lnTo>
                  <a:pt x="1062460" y="910079"/>
                </a:lnTo>
                <a:moveTo>
                  <a:pt x="1478887" y="635087"/>
                </a:moveTo>
                <a:lnTo>
                  <a:pt x="1589104" y="552432"/>
                </a:lnTo>
                <a:moveTo>
                  <a:pt x="1311145" y="461117"/>
                </a:moveTo>
                <a:lnTo>
                  <a:pt x="1199253" y="411288"/>
                </a:lnTo>
                <a:moveTo>
                  <a:pt x="1190191" y="484927"/>
                </a:moveTo>
                <a:lnTo>
                  <a:pt x="1091122" y="396286"/>
                </a:lnTo>
                <a:moveTo>
                  <a:pt x="1554878" y="229477"/>
                </a:moveTo>
                <a:lnTo>
                  <a:pt x="1488370" y="228577"/>
                </a:lnTo>
                <a:moveTo>
                  <a:pt x="1295303" y="1265152"/>
                </a:moveTo>
                <a:lnTo>
                  <a:pt x="1227854" y="1112606"/>
                </a:lnTo>
                <a:moveTo>
                  <a:pt x="1539443" y="941205"/>
                </a:moveTo>
                <a:lnTo>
                  <a:pt x="1517400" y="902134"/>
                </a:lnTo>
                <a:moveTo>
                  <a:pt x="1190191" y="484927"/>
                </a:moveTo>
                <a:lnTo>
                  <a:pt x="1199253" y="411288"/>
                </a:lnTo>
                <a:moveTo>
                  <a:pt x="1517400" y="902134"/>
                </a:moveTo>
                <a:lnTo>
                  <a:pt x="1543155" y="797320"/>
                </a:lnTo>
                <a:moveTo>
                  <a:pt x="886668" y="1125194"/>
                </a:moveTo>
                <a:lnTo>
                  <a:pt x="869132" y="1082553"/>
                </a:lnTo>
                <a:moveTo>
                  <a:pt x="1227854" y="1112606"/>
                </a:moveTo>
                <a:lnTo>
                  <a:pt x="1212453" y="1092504"/>
                </a:lnTo>
                <a:moveTo>
                  <a:pt x="719634" y="725932"/>
                </a:moveTo>
                <a:lnTo>
                  <a:pt x="739708" y="641476"/>
                </a:lnTo>
                <a:moveTo>
                  <a:pt x="1533746" y="1202928"/>
                </a:moveTo>
                <a:lnTo>
                  <a:pt x="1458400" y="1230495"/>
                </a:lnTo>
                <a:moveTo>
                  <a:pt x="1164711" y="936691"/>
                </a:moveTo>
                <a:lnTo>
                  <a:pt x="1026554" y="1020423"/>
                </a:lnTo>
                <a:moveTo>
                  <a:pt x="1395480" y="1287987"/>
                </a:moveTo>
                <a:lnTo>
                  <a:pt x="1458400" y="1230495"/>
                </a:lnTo>
                <a:moveTo>
                  <a:pt x="1948376" y="949797"/>
                </a:moveTo>
                <a:lnTo>
                  <a:pt x="1965432" y="924809"/>
                </a:lnTo>
                <a:moveTo>
                  <a:pt x="1604074" y="210839"/>
                </a:moveTo>
                <a:lnTo>
                  <a:pt x="1554878" y="229477"/>
                </a:lnTo>
                <a:moveTo>
                  <a:pt x="1533746" y="1202928"/>
                </a:moveTo>
                <a:lnTo>
                  <a:pt x="1566637" y="1129248"/>
                </a:lnTo>
                <a:moveTo>
                  <a:pt x="1778646" y="772016"/>
                </a:moveTo>
                <a:lnTo>
                  <a:pt x="1781959" y="759712"/>
                </a:lnTo>
                <a:moveTo>
                  <a:pt x="1012466" y="1068274"/>
                </a:moveTo>
                <a:lnTo>
                  <a:pt x="1026554" y="1020423"/>
                </a:lnTo>
                <a:moveTo>
                  <a:pt x="1702411" y="429045"/>
                </a:moveTo>
                <a:lnTo>
                  <a:pt x="1691106" y="303294"/>
                </a:lnTo>
                <a:moveTo>
                  <a:pt x="1444467" y="750568"/>
                </a:moveTo>
                <a:lnTo>
                  <a:pt x="1478887" y="635087"/>
                </a:lnTo>
                <a:moveTo>
                  <a:pt x="1563958" y="1038684"/>
                </a:moveTo>
                <a:lnTo>
                  <a:pt x="1557886" y="1012752"/>
                </a:lnTo>
                <a:moveTo>
                  <a:pt x="1441593" y="762327"/>
                </a:moveTo>
                <a:lnTo>
                  <a:pt x="1444467" y="750568"/>
                </a:lnTo>
                <a:moveTo>
                  <a:pt x="1091122" y="396286"/>
                </a:moveTo>
                <a:lnTo>
                  <a:pt x="1031740" y="323489"/>
                </a:lnTo>
                <a:moveTo>
                  <a:pt x="1691106" y="303294"/>
                </a:moveTo>
                <a:lnTo>
                  <a:pt x="1622482" y="249222"/>
                </a:lnTo>
                <a:moveTo>
                  <a:pt x="1074463" y="1142522"/>
                </a:moveTo>
                <a:lnTo>
                  <a:pt x="986546" y="1182499"/>
                </a:lnTo>
                <a:moveTo>
                  <a:pt x="742091" y="888970"/>
                </a:moveTo>
                <a:lnTo>
                  <a:pt x="737554" y="852316"/>
                </a:lnTo>
                <a:moveTo>
                  <a:pt x="987431" y="1183263"/>
                </a:moveTo>
                <a:lnTo>
                  <a:pt x="1074463" y="1142522"/>
                </a:lnTo>
                <a:moveTo>
                  <a:pt x="1398599" y="1291795"/>
                </a:moveTo>
                <a:lnTo>
                  <a:pt x="1295303" y="1265152"/>
                </a:lnTo>
                <a:moveTo>
                  <a:pt x="1624502" y="540635"/>
                </a:moveTo>
                <a:lnTo>
                  <a:pt x="1638207" y="455818"/>
                </a:lnTo>
                <a:moveTo>
                  <a:pt x="1455467" y="302405"/>
                </a:moveTo>
                <a:lnTo>
                  <a:pt x="1373911" y="333104"/>
                </a:lnTo>
                <a:moveTo>
                  <a:pt x="1778646" y="772016"/>
                </a:moveTo>
                <a:lnTo>
                  <a:pt x="1662500" y="776309"/>
                </a:lnTo>
                <a:moveTo>
                  <a:pt x="1543155" y="797320"/>
                </a:moveTo>
                <a:lnTo>
                  <a:pt x="1441593" y="762327"/>
                </a:lnTo>
                <a:moveTo>
                  <a:pt x="1622482" y="249222"/>
                </a:moveTo>
                <a:lnTo>
                  <a:pt x="1604074" y="210839"/>
                </a:lnTo>
                <a:moveTo>
                  <a:pt x="1781959" y="759712"/>
                </a:moveTo>
                <a:lnTo>
                  <a:pt x="1662500" y="776309"/>
                </a:lnTo>
                <a:moveTo>
                  <a:pt x="1543155" y="797320"/>
                </a:moveTo>
                <a:lnTo>
                  <a:pt x="1444467" y="750568"/>
                </a:lnTo>
                <a:moveTo>
                  <a:pt x="1227854" y="1112606"/>
                </a:moveTo>
                <a:lnTo>
                  <a:pt x="1219912" y="1119504"/>
                </a:lnTo>
                <a:moveTo>
                  <a:pt x="1327153" y="378695"/>
                </a:moveTo>
                <a:lnTo>
                  <a:pt x="1288250" y="398405"/>
                </a:lnTo>
                <a:moveTo>
                  <a:pt x="1548820" y="774667"/>
                </a:moveTo>
                <a:lnTo>
                  <a:pt x="1444467" y="750568"/>
                </a:lnTo>
                <a:moveTo>
                  <a:pt x="1638207" y="455818"/>
                </a:moveTo>
                <a:lnTo>
                  <a:pt x="1589104" y="552432"/>
                </a:lnTo>
                <a:moveTo>
                  <a:pt x="737554" y="852316"/>
                </a:moveTo>
                <a:lnTo>
                  <a:pt x="719634" y="725932"/>
                </a:lnTo>
                <a:moveTo>
                  <a:pt x="1455467" y="302405"/>
                </a:moveTo>
                <a:lnTo>
                  <a:pt x="1488370" y="228577"/>
                </a:lnTo>
                <a:moveTo>
                  <a:pt x="1091122" y="396286"/>
                </a:moveTo>
                <a:lnTo>
                  <a:pt x="1010868" y="302502"/>
                </a:lnTo>
                <a:moveTo>
                  <a:pt x="1571819" y="1066223"/>
                </a:moveTo>
                <a:lnTo>
                  <a:pt x="1579508" y="1079760"/>
                </a:lnTo>
                <a:moveTo>
                  <a:pt x="739708" y="641476"/>
                </a:moveTo>
                <a:lnTo>
                  <a:pt x="783270" y="588038"/>
                </a:lnTo>
                <a:moveTo>
                  <a:pt x="956128" y="1224269"/>
                </a:moveTo>
                <a:lnTo>
                  <a:pt x="987431" y="1183263"/>
                </a:lnTo>
                <a:moveTo>
                  <a:pt x="821290" y="976458"/>
                </a:moveTo>
                <a:lnTo>
                  <a:pt x="802095" y="972265"/>
                </a:lnTo>
                <a:moveTo>
                  <a:pt x="1948376" y="949797"/>
                </a:moveTo>
                <a:lnTo>
                  <a:pt x="1885911" y="952075"/>
                </a:lnTo>
                <a:moveTo>
                  <a:pt x="1560732" y="634465"/>
                </a:moveTo>
                <a:lnTo>
                  <a:pt x="1589104" y="552432"/>
                </a:lnTo>
                <a:moveTo>
                  <a:pt x="956128" y="1224269"/>
                </a:moveTo>
                <a:lnTo>
                  <a:pt x="985434" y="1185176"/>
                </a:lnTo>
                <a:moveTo>
                  <a:pt x="1932045" y="1005189"/>
                </a:moveTo>
                <a:lnTo>
                  <a:pt x="1885911" y="952075"/>
                </a:lnTo>
                <a:moveTo>
                  <a:pt x="1644506" y="834885"/>
                </a:moveTo>
                <a:lnTo>
                  <a:pt x="1543155" y="797320"/>
                </a:lnTo>
                <a:moveTo>
                  <a:pt x="1543155" y="797320"/>
                </a:moveTo>
                <a:lnTo>
                  <a:pt x="1548820" y="774667"/>
                </a:lnTo>
                <a:moveTo>
                  <a:pt x="1644506" y="834885"/>
                </a:moveTo>
                <a:lnTo>
                  <a:pt x="1662500" y="776309"/>
                </a:lnTo>
                <a:moveTo>
                  <a:pt x="1662500" y="776309"/>
                </a:moveTo>
                <a:lnTo>
                  <a:pt x="1548820" y="774667"/>
                </a:lnTo>
                <a:moveTo>
                  <a:pt x="1183635" y="1017927"/>
                </a:moveTo>
                <a:lnTo>
                  <a:pt x="1220822" y="1004629"/>
                </a:lnTo>
                <a:moveTo>
                  <a:pt x="1781959" y="759712"/>
                </a:moveTo>
                <a:lnTo>
                  <a:pt x="1815614" y="631193"/>
                </a:lnTo>
                <a:moveTo>
                  <a:pt x="1746393" y="865925"/>
                </a:moveTo>
                <a:lnTo>
                  <a:pt x="1778646" y="772016"/>
                </a:lnTo>
                <a:moveTo>
                  <a:pt x="1644506" y="834885"/>
                </a:moveTo>
                <a:lnTo>
                  <a:pt x="1548820" y="774667"/>
                </a:lnTo>
                <a:moveTo>
                  <a:pt x="1294841" y="1241762"/>
                </a:moveTo>
                <a:lnTo>
                  <a:pt x="1227854" y="1112606"/>
                </a:lnTo>
                <a:moveTo>
                  <a:pt x="1219912" y="1119504"/>
                </a:moveTo>
                <a:lnTo>
                  <a:pt x="1212453" y="1092504"/>
                </a:lnTo>
                <a:moveTo>
                  <a:pt x="1533746" y="1202928"/>
                </a:moveTo>
                <a:lnTo>
                  <a:pt x="1596001" y="1114203"/>
                </a:lnTo>
                <a:moveTo>
                  <a:pt x="1746393" y="865925"/>
                </a:moveTo>
                <a:lnTo>
                  <a:pt x="1662500" y="776309"/>
                </a:lnTo>
                <a:moveTo>
                  <a:pt x="1294841" y="1241762"/>
                </a:moveTo>
                <a:lnTo>
                  <a:pt x="1295303" y="1265152"/>
                </a:lnTo>
                <a:moveTo>
                  <a:pt x="1589104" y="552432"/>
                </a:moveTo>
                <a:lnTo>
                  <a:pt x="1570723" y="480903"/>
                </a:lnTo>
                <a:moveTo>
                  <a:pt x="783270" y="588038"/>
                </a:moveTo>
                <a:lnTo>
                  <a:pt x="766034" y="492686"/>
                </a:lnTo>
                <a:moveTo>
                  <a:pt x="1560732" y="634465"/>
                </a:moveTo>
                <a:lnTo>
                  <a:pt x="1478887" y="635087"/>
                </a:lnTo>
                <a:moveTo>
                  <a:pt x="956128" y="1224269"/>
                </a:moveTo>
                <a:lnTo>
                  <a:pt x="886668" y="1125194"/>
                </a:lnTo>
                <a:moveTo>
                  <a:pt x="886668" y="1125194"/>
                </a:moveTo>
                <a:lnTo>
                  <a:pt x="865565" y="1146614"/>
                </a:lnTo>
                <a:moveTo>
                  <a:pt x="1746393" y="865925"/>
                </a:moveTo>
                <a:lnTo>
                  <a:pt x="1644506" y="834885"/>
                </a:lnTo>
                <a:moveTo>
                  <a:pt x="1781959" y="759712"/>
                </a:moveTo>
                <a:lnTo>
                  <a:pt x="1683646" y="685196"/>
                </a:lnTo>
                <a:moveTo>
                  <a:pt x="1455467" y="302405"/>
                </a:moveTo>
                <a:lnTo>
                  <a:pt x="1327153" y="378695"/>
                </a:lnTo>
                <a:moveTo>
                  <a:pt x="1596001" y="1114203"/>
                </a:moveTo>
                <a:lnTo>
                  <a:pt x="1571819" y="1066223"/>
                </a:lnTo>
                <a:moveTo>
                  <a:pt x="1395480" y="1287987"/>
                </a:moveTo>
                <a:lnTo>
                  <a:pt x="1398599" y="1291795"/>
                </a:lnTo>
                <a:moveTo>
                  <a:pt x="1444467" y="750568"/>
                </a:moveTo>
                <a:lnTo>
                  <a:pt x="1560732" y="634465"/>
                </a:lnTo>
                <a:moveTo>
                  <a:pt x="856379" y="1012668"/>
                </a:moveTo>
                <a:lnTo>
                  <a:pt x="831744" y="981314"/>
                </a:lnTo>
                <a:moveTo>
                  <a:pt x="856379" y="1012668"/>
                </a:moveTo>
                <a:lnTo>
                  <a:pt x="821290" y="976458"/>
                </a:lnTo>
                <a:moveTo>
                  <a:pt x="1288250" y="398405"/>
                </a:moveTo>
                <a:lnTo>
                  <a:pt x="1199253" y="411288"/>
                </a:lnTo>
                <a:moveTo>
                  <a:pt x="1658616" y="372094"/>
                </a:moveTo>
                <a:lnTo>
                  <a:pt x="1691106" y="303294"/>
                </a:lnTo>
                <a:moveTo>
                  <a:pt x="1579508" y="1079760"/>
                </a:moveTo>
                <a:lnTo>
                  <a:pt x="1563958" y="1038684"/>
                </a:lnTo>
                <a:moveTo>
                  <a:pt x="1398599" y="1291795"/>
                </a:moveTo>
                <a:lnTo>
                  <a:pt x="1294841" y="1241762"/>
                </a:lnTo>
                <a:moveTo>
                  <a:pt x="1074463" y="1142522"/>
                </a:moveTo>
                <a:lnTo>
                  <a:pt x="1012466" y="1068274"/>
                </a:lnTo>
                <a:moveTo>
                  <a:pt x="1662500" y="776309"/>
                </a:moveTo>
                <a:lnTo>
                  <a:pt x="1683646" y="685196"/>
                </a:lnTo>
                <a:moveTo>
                  <a:pt x="1638207" y="455818"/>
                </a:moveTo>
                <a:lnTo>
                  <a:pt x="1702411" y="429045"/>
                </a:lnTo>
                <a:moveTo>
                  <a:pt x="1455467" y="302405"/>
                </a:moveTo>
                <a:lnTo>
                  <a:pt x="1554878" y="229477"/>
                </a:lnTo>
                <a:moveTo>
                  <a:pt x="1610898" y="917286"/>
                </a:moveTo>
                <a:lnTo>
                  <a:pt x="1517400" y="902134"/>
                </a:lnTo>
                <a:moveTo>
                  <a:pt x="1580046" y="647666"/>
                </a:moveTo>
                <a:lnTo>
                  <a:pt x="1444467" y="750568"/>
                </a:lnTo>
                <a:moveTo>
                  <a:pt x="1781959" y="759712"/>
                </a:moveTo>
                <a:lnTo>
                  <a:pt x="1689082" y="660492"/>
                </a:lnTo>
                <a:moveTo>
                  <a:pt x="983798" y="1206361"/>
                </a:moveTo>
                <a:lnTo>
                  <a:pt x="987431" y="1183263"/>
                </a:lnTo>
                <a:moveTo>
                  <a:pt x="1932045" y="1005189"/>
                </a:moveTo>
                <a:lnTo>
                  <a:pt x="1948376" y="949797"/>
                </a:lnTo>
                <a:moveTo>
                  <a:pt x="1199253" y="411288"/>
                </a:moveTo>
                <a:lnTo>
                  <a:pt x="1091122" y="396286"/>
                </a:lnTo>
                <a:moveTo>
                  <a:pt x="1391265" y="1309454"/>
                </a:moveTo>
                <a:lnTo>
                  <a:pt x="1395480" y="1287987"/>
                </a:lnTo>
                <a:moveTo>
                  <a:pt x="1662500" y="776309"/>
                </a:moveTo>
                <a:lnTo>
                  <a:pt x="1580046" y="647666"/>
                </a:lnTo>
                <a:moveTo>
                  <a:pt x="1576808" y="1198917"/>
                </a:moveTo>
                <a:lnTo>
                  <a:pt x="1596001" y="1114203"/>
                </a:lnTo>
                <a:moveTo>
                  <a:pt x="1802483" y="861549"/>
                </a:moveTo>
                <a:lnTo>
                  <a:pt x="1778646" y="772016"/>
                </a:lnTo>
                <a:moveTo>
                  <a:pt x="1164711" y="936691"/>
                </a:moveTo>
                <a:lnTo>
                  <a:pt x="1137908" y="989780"/>
                </a:lnTo>
                <a:moveTo>
                  <a:pt x="1391265" y="1309454"/>
                </a:moveTo>
                <a:lnTo>
                  <a:pt x="1294841" y="1241762"/>
                </a:lnTo>
                <a:moveTo>
                  <a:pt x="1548820" y="774667"/>
                </a:moveTo>
                <a:lnTo>
                  <a:pt x="1580046" y="647666"/>
                </a:lnTo>
                <a:moveTo>
                  <a:pt x="1137908" y="989780"/>
                </a:moveTo>
                <a:lnTo>
                  <a:pt x="1026554" y="1020423"/>
                </a:lnTo>
                <a:moveTo>
                  <a:pt x="1294841" y="1241762"/>
                </a:moveTo>
                <a:lnTo>
                  <a:pt x="1219912" y="1119504"/>
                </a:lnTo>
                <a:moveTo>
                  <a:pt x="1327153" y="378695"/>
                </a:moveTo>
                <a:lnTo>
                  <a:pt x="1230834" y="283434"/>
                </a:lnTo>
                <a:moveTo>
                  <a:pt x="1691106" y="303294"/>
                </a:moveTo>
                <a:lnTo>
                  <a:pt x="1600384" y="333087"/>
                </a:lnTo>
                <a:moveTo>
                  <a:pt x="1436669" y="1248307"/>
                </a:moveTo>
                <a:lnTo>
                  <a:pt x="1458400" y="1230495"/>
                </a:lnTo>
                <a:moveTo>
                  <a:pt x="737554" y="852316"/>
                </a:moveTo>
                <a:lnTo>
                  <a:pt x="738751" y="797612"/>
                </a:lnTo>
                <a:moveTo>
                  <a:pt x="1327153" y="378695"/>
                </a:moveTo>
                <a:lnTo>
                  <a:pt x="1338241" y="300179"/>
                </a:lnTo>
                <a:moveTo>
                  <a:pt x="1125422" y="1000925"/>
                </a:moveTo>
                <a:lnTo>
                  <a:pt x="1026554" y="1020423"/>
                </a:lnTo>
                <a:moveTo>
                  <a:pt x="1510078" y="306712"/>
                </a:moveTo>
                <a:lnTo>
                  <a:pt x="1554878" y="229477"/>
                </a:lnTo>
                <a:moveTo>
                  <a:pt x="1012466" y="1068274"/>
                </a:moveTo>
                <a:lnTo>
                  <a:pt x="1125422" y="1000925"/>
                </a:lnTo>
                <a:moveTo>
                  <a:pt x="1702411" y="429045"/>
                </a:moveTo>
                <a:lnTo>
                  <a:pt x="1658616" y="372094"/>
                </a:lnTo>
                <a:moveTo>
                  <a:pt x="1395480" y="1287987"/>
                </a:moveTo>
                <a:lnTo>
                  <a:pt x="1294841" y="1241762"/>
                </a:lnTo>
                <a:moveTo>
                  <a:pt x="1815614" y="631193"/>
                </a:moveTo>
                <a:lnTo>
                  <a:pt x="1689082" y="660492"/>
                </a:lnTo>
                <a:moveTo>
                  <a:pt x="1610898" y="917286"/>
                </a:moveTo>
                <a:lnTo>
                  <a:pt x="1539443" y="941205"/>
                </a:lnTo>
                <a:moveTo>
                  <a:pt x="1183635" y="1017927"/>
                </a:moveTo>
                <a:lnTo>
                  <a:pt x="1164711" y="936691"/>
                </a:lnTo>
                <a:moveTo>
                  <a:pt x="1288250" y="398405"/>
                </a:moveTo>
                <a:lnTo>
                  <a:pt x="1217427" y="330719"/>
                </a:lnTo>
                <a:moveTo>
                  <a:pt x="1610898" y="917286"/>
                </a:moveTo>
                <a:lnTo>
                  <a:pt x="1543155" y="797320"/>
                </a:lnTo>
                <a:moveTo>
                  <a:pt x="1563958" y="1038684"/>
                </a:moveTo>
                <a:lnTo>
                  <a:pt x="1539443" y="941205"/>
                </a:lnTo>
                <a:moveTo>
                  <a:pt x="1778646" y="772016"/>
                </a:moveTo>
                <a:lnTo>
                  <a:pt x="1831255" y="713473"/>
                </a:lnTo>
                <a:moveTo>
                  <a:pt x="1288250" y="398405"/>
                </a:moveTo>
                <a:lnTo>
                  <a:pt x="1230834" y="283434"/>
                </a:lnTo>
                <a:moveTo>
                  <a:pt x="719634" y="725932"/>
                </a:moveTo>
                <a:lnTo>
                  <a:pt x="783270" y="588038"/>
                </a:lnTo>
                <a:moveTo>
                  <a:pt x="1831255" y="713473"/>
                </a:moveTo>
                <a:lnTo>
                  <a:pt x="1781959" y="759712"/>
                </a:lnTo>
                <a:moveTo>
                  <a:pt x="865565" y="1146614"/>
                </a:moveTo>
                <a:lnTo>
                  <a:pt x="869132" y="1082553"/>
                </a:lnTo>
                <a:moveTo>
                  <a:pt x="1080983" y="393612"/>
                </a:moveTo>
                <a:lnTo>
                  <a:pt x="1010868" y="302502"/>
                </a:lnTo>
                <a:moveTo>
                  <a:pt x="1610898" y="917286"/>
                </a:moveTo>
                <a:lnTo>
                  <a:pt x="1644506" y="834885"/>
                </a:lnTo>
                <a:moveTo>
                  <a:pt x="745876" y="823916"/>
                </a:moveTo>
                <a:lnTo>
                  <a:pt x="737554" y="852316"/>
                </a:lnTo>
                <a:moveTo>
                  <a:pt x="802095" y="972265"/>
                </a:moveTo>
                <a:lnTo>
                  <a:pt x="742091" y="888970"/>
                </a:lnTo>
                <a:moveTo>
                  <a:pt x="1212453" y="1092504"/>
                </a:moveTo>
                <a:lnTo>
                  <a:pt x="1183635" y="1017927"/>
                </a:lnTo>
                <a:moveTo>
                  <a:pt x="1217427" y="330719"/>
                </a:moveTo>
                <a:lnTo>
                  <a:pt x="1091122" y="396286"/>
                </a:lnTo>
                <a:moveTo>
                  <a:pt x="1802483" y="861549"/>
                </a:moveTo>
                <a:lnTo>
                  <a:pt x="1746393" y="865925"/>
                </a:lnTo>
                <a:moveTo>
                  <a:pt x="1391265" y="1309454"/>
                </a:moveTo>
                <a:lnTo>
                  <a:pt x="1351804" y="1333500"/>
                </a:lnTo>
                <a:moveTo>
                  <a:pt x="1580046" y="647666"/>
                </a:moveTo>
                <a:lnTo>
                  <a:pt x="1560732" y="634465"/>
                </a:lnTo>
                <a:moveTo>
                  <a:pt x="1683646" y="685196"/>
                </a:moveTo>
                <a:lnTo>
                  <a:pt x="1580046" y="647666"/>
                </a:lnTo>
                <a:moveTo>
                  <a:pt x="1199253" y="411288"/>
                </a:moveTo>
                <a:lnTo>
                  <a:pt x="1217427" y="330719"/>
                </a:lnTo>
                <a:moveTo>
                  <a:pt x="1683646" y="685196"/>
                </a:moveTo>
                <a:lnTo>
                  <a:pt x="1689082" y="660492"/>
                </a:lnTo>
                <a:moveTo>
                  <a:pt x="1576808" y="1198917"/>
                </a:moveTo>
                <a:lnTo>
                  <a:pt x="1533746" y="1202928"/>
                </a:lnTo>
                <a:moveTo>
                  <a:pt x="1683646" y="685196"/>
                </a:moveTo>
                <a:lnTo>
                  <a:pt x="1636812" y="656684"/>
                </a:lnTo>
                <a:moveTo>
                  <a:pt x="1638207" y="455818"/>
                </a:moveTo>
                <a:lnTo>
                  <a:pt x="1570723" y="480903"/>
                </a:lnTo>
                <a:moveTo>
                  <a:pt x="1600384" y="333087"/>
                </a:moveTo>
                <a:lnTo>
                  <a:pt x="1622482" y="249222"/>
                </a:lnTo>
                <a:moveTo>
                  <a:pt x="1638207" y="455818"/>
                </a:moveTo>
                <a:lnTo>
                  <a:pt x="1658616" y="372094"/>
                </a:lnTo>
                <a:moveTo>
                  <a:pt x="1746393" y="865925"/>
                </a:moveTo>
                <a:lnTo>
                  <a:pt x="1610898" y="917286"/>
                </a:lnTo>
                <a:moveTo>
                  <a:pt x="1560732" y="634465"/>
                </a:moveTo>
                <a:lnTo>
                  <a:pt x="1570723" y="480903"/>
                </a:lnTo>
                <a:moveTo>
                  <a:pt x="1636812" y="656684"/>
                </a:moveTo>
                <a:lnTo>
                  <a:pt x="1580046" y="647666"/>
                </a:lnTo>
                <a:moveTo>
                  <a:pt x="1010868" y="302502"/>
                </a:moveTo>
                <a:lnTo>
                  <a:pt x="983426" y="328415"/>
                </a:lnTo>
                <a:moveTo>
                  <a:pt x="1689082" y="660492"/>
                </a:moveTo>
                <a:lnTo>
                  <a:pt x="1636812" y="656684"/>
                </a:lnTo>
                <a:moveTo>
                  <a:pt x="1576808" y="1198917"/>
                </a:moveTo>
                <a:lnTo>
                  <a:pt x="1571819" y="1066223"/>
                </a:lnTo>
                <a:moveTo>
                  <a:pt x="1283001" y="1203427"/>
                </a:moveTo>
                <a:lnTo>
                  <a:pt x="1219912" y="1119504"/>
                </a:lnTo>
                <a:moveTo>
                  <a:pt x="1831255" y="713473"/>
                </a:moveTo>
                <a:lnTo>
                  <a:pt x="1815614" y="631193"/>
                </a:lnTo>
                <a:moveTo>
                  <a:pt x="1219912" y="1119504"/>
                </a:moveTo>
                <a:lnTo>
                  <a:pt x="1183635" y="1017927"/>
                </a:lnTo>
                <a:moveTo>
                  <a:pt x="738751" y="797612"/>
                </a:moveTo>
                <a:lnTo>
                  <a:pt x="719634" y="725932"/>
                </a:lnTo>
                <a:moveTo>
                  <a:pt x="1298846" y="1333500"/>
                </a:moveTo>
                <a:lnTo>
                  <a:pt x="1294841" y="1241762"/>
                </a:lnTo>
                <a:moveTo>
                  <a:pt x="1510078" y="306712"/>
                </a:moveTo>
                <a:lnTo>
                  <a:pt x="1455467" y="302405"/>
                </a:lnTo>
                <a:moveTo>
                  <a:pt x="742091" y="888970"/>
                </a:moveTo>
                <a:lnTo>
                  <a:pt x="745876" y="823916"/>
                </a:lnTo>
                <a:moveTo>
                  <a:pt x="1298011" y="1203211"/>
                </a:moveTo>
                <a:lnTo>
                  <a:pt x="1219912" y="1119504"/>
                </a:lnTo>
                <a:moveTo>
                  <a:pt x="766541" y="698455"/>
                </a:moveTo>
                <a:lnTo>
                  <a:pt x="719634" y="725932"/>
                </a:lnTo>
                <a:moveTo>
                  <a:pt x="1533746" y="1202928"/>
                </a:moveTo>
                <a:lnTo>
                  <a:pt x="1519735" y="1223670"/>
                </a:lnTo>
                <a:moveTo>
                  <a:pt x="1414393" y="369086"/>
                </a:moveTo>
                <a:lnTo>
                  <a:pt x="1327153" y="378695"/>
                </a:lnTo>
                <a:moveTo>
                  <a:pt x="869132" y="1082553"/>
                </a:moveTo>
                <a:lnTo>
                  <a:pt x="856379" y="1012668"/>
                </a:lnTo>
                <a:moveTo>
                  <a:pt x="1219912" y="1119504"/>
                </a:moveTo>
                <a:lnTo>
                  <a:pt x="1232240" y="1038005"/>
                </a:lnTo>
                <a:moveTo>
                  <a:pt x="1080983" y="393612"/>
                </a:moveTo>
                <a:lnTo>
                  <a:pt x="1091122" y="396286"/>
                </a:lnTo>
                <a:moveTo>
                  <a:pt x="1571819" y="1066223"/>
                </a:moveTo>
                <a:lnTo>
                  <a:pt x="1563958" y="1038684"/>
                </a:lnTo>
                <a:moveTo>
                  <a:pt x="1294841" y="1241762"/>
                </a:moveTo>
                <a:lnTo>
                  <a:pt x="1283001" y="1203427"/>
                </a:lnTo>
                <a:moveTo>
                  <a:pt x="1074463" y="1142522"/>
                </a:moveTo>
                <a:lnTo>
                  <a:pt x="1125422" y="1000925"/>
                </a:lnTo>
                <a:moveTo>
                  <a:pt x="1638207" y="455818"/>
                </a:moveTo>
                <a:lnTo>
                  <a:pt x="1550665" y="339427"/>
                </a:lnTo>
                <a:moveTo>
                  <a:pt x="1638207" y="455818"/>
                </a:moveTo>
                <a:lnTo>
                  <a:pt x="1522067" y="436275"/>
                </a:lnTo>
                <a:moveTo>
                  <a:pt x="1217427" y="330719"/>
                </a:moveTo>
                <a:lnTo>
                  <a:pt x="1230834" y="283434"/>
                </a:lnTo>
                <a:moveTo>
                  <a:pt x="1230834" y="283434"/>
                </a:moveTo>
                <a:lnTo>
                  <a:pt x="1254858" y="201825"/>
                </a:lnTo>
                <a:moveTo>
                  <a:pt x="956128" y="1224269"/>
                </a:moveTo>
                <a:lnTo>
                  <a:pt x="865565" y="1146614"/>
                </a:lnTo>
                <a:moveTo>
                  <a:pt x="1713978" y="933817"/>
                </a:moveTo>
                <a:lnTo>
                  <a:pt x="1746393" y="865925"/>
                </a:lnTo>
                <a:moveTo>
                  <a:pt x="1294841" y="1241762"/>
                </a:moveTo>
                <a:lnTo>
                  <a:pt x="1293187" y="1218428"/>
                </a:lnTo>
                <a:moveTo>
                  <a:pt x="1522067" y="436275"/>
                </a:moveTo>
                <a:lnTo>
                  <a:pt x="1455467" y="302405"/>
                </a:lnTo>
                <a:moveTo>
                  <a:pt x="787795" y="627715"/>
                </a:moveTo>
                <a:lnTo>
                  <a:pt x="783270" y="588038"/>
                </a:lnTo>
                <a:moveTo>
                  <a:pt x="1338241" y="300179"/>
                </a:moveTo>
                <a:lnTo>
                  <a:pt x="1230834" y="283434"/>
                </a:lnTo>
                <a:moveTo>
                  <a:pt x="803726" y="572543"/>
                </a:moveTo>
                <a:lnTo>
                  <a:pt x="783270" y="588038"/>
                </a:lnTo>
                <a:moveTo>
                  <a:pt x="1137908" y="989780"/>
                </a:moveTo>
                <a:lnTo>
                  <a:pt x="1125422" y="1000925"/>
                </a:lnTo>
                <a:moveTo>
                  <a:pt x="1533746" y="1202928"/>
                </a:moveTo>
                <a:lnTo>
                  <a:pt x="1436669" y="1248307"/>
                </a:lnTo>
                <a:moveTo>
                  <a:pt x="1254858" y="201825"/>
                </a:moveTo>
                <a:lnTo>
                  <a:pt x="1276599" y="121430"/>
                </a:lnTo>
                <a:moveTo>
                  <a:pt x="1436669" y="1248307"/>
                </a:moveTo>
                <a:lnTo>
                  <a:pt x="1395480" y="1287987"/>
                </a:lnTo>
                <a:moveTo>
                  <a:pt x="766541" y="698455"/>
                </a:moveTo>
                <a:lnTo>
                  <a:pt x="783270" y="588038"/>
                </a:lnTo>
                <a:moveTo>
                  <a:pt x="1658616" y="372094"/>
                </a:moveTo>
                <a:lnTo>
                  <a:pt x="1600384" y="333087"/>
                </a:lnTo>
                <a:moveTo>
                  <a:pt x="1576808" y="1198917"/>
                </a:moveTo>
                <a:lnTo>
                  <a:pt x="1519735" y="1223670"/>
                </a:lnTo>
                <a:moveTo>
                  <a:pt x="1802483" y="861549"/>
                </a:moveTo>
                <a:lnTo>
                  <a:pt x="1831255" y="713473"/>
                </a:lnTo>
                <a:moveTo>
                  <a:pt x="1217427" y="330719"/>
                </a:moveTo>
                <a:lnTo>
                  <a:pt x="1192035" y="304144"/>
                </a:lnTo>
                <a:moveTo>
                  <a:pt x="1588715" y="953954"/>
                </a:moveTo>
                <a:lnTo>
                  <a:pt x="1539443" y="941205"/>
                </a:lnTo>
                <a:moveTo>
                  <a:pt x="1183635" y="1017927"/>
                </a:moveTo>
                <a:lnTo>
                  <a:pt x="1137908" y="989780"/>
                </a:lnTo>
                <a:moveTo>
                  <a:pt x="1570723" y="480903"/>
                </a:moveTo>
                <a:lnTo>
                  <a:pt x="1522067" y="436275"/>
                </a:lnTo>
                <a:moveTo>
                  <a:pt x="1658616" y="372094"/>
                </a:moveTo>
                <a:lnTo>
                  <a:pt x="1550665" y="339427"/>
                </a:lnTo>
                <a:moveTo>
                  <a:pt x="1230834" y="283434"/>
                </a:moveTo>
                <a:lnTo>
                  <a:pt x="1192035" y="304144"/>
                </a:lnTo>
                <a:moveTo>
                  <a:pt x="983798" y="1206361"/>
                </a:moveTo>
                <a:lnTo>
                  <a:pt x="1074463" y="1142522"/>
                </a:lnTo>
                <a:moveTo>
                  <a:pt x="956128" y="1224269"/>
                </a:moveTo>
                <a:lnTo>
                  <a:pt x="853583" y="1175461"/>
                </a:lnTo>
                <a:moveTo>
                  <a:pt x="956128" y="1224269"/>
                </a:moveTo>
                <a:lnTo>
                  <a:pt x="892773" y="1179777"/>
                </a:lnTo>
                <a:moveTo>
                  <a:pt x="892773" y="1179777"/>
                </a:moveTo>
                <a:lnTo>
                  <a:pt x="865565" y="1146614"/>
                </a:lnTo>
                <a:moveTo>
                  <a:pt x="1550665" y="339427"/>
                </a:moveTo>
                <a:lnTo>
                  <a:pt x="1510078" y="306712"/>
                </a:lnTo>
                <a:moveTo>
                  <a:pt x="1522067" y="436275"/>
                </a:moveTo>
                <a:lnTo>
                  <a:pt x="1510078" y="306712"/>
                </a:lnTo>
                <a:moveTo>
                  <a:pt x="1357652" y="221832"/>
                </a:moveTo>
                <a:lnTo>
                  <a:pt x="1254858" y="201825"/>
                </a:lnTo>
                <a:moveTo>
                  <a:pt x="1422675" y="374880"/>
                </a:moveTo>
                <a:lnTo>
                  <a:pt x="1455467" y="302405"/>
                </a:lnTo>
                <a:moveTo>
                  <a:pt x="1560732" y="634465"/>
                </a:moveTo>
                <a:lnTo>
                  <a:pt x="1519955" y="556395"/>
                </a:lnTo>
                <a:moveTo>
                  <a:pt x="1357652" y="221832"/>
                </a:moveTo>
                <a:lnTo>
                  <a:pt x="1230834" y="283434"/>
                </a:lnTo>
                <a:moveTo>
                  <a:pt x="1320294" y="1101346"/>
                </a:moveTo>
                <a:lnTo>
                  <a:pt x="1219912" y="1119504"/>
                </a:lnTo>
                <a:moveTo>
                  <a:pt x="1298709" y="1333500"/>
                </a:moveTo>
                <a:lnTo>
                  <a:pt x="1293187" y="1218428"/>
                </a:lnTo>
                <a:moveTo>
                  <a:pt x="1455467" y="302405"/>
                </a:moveTo>
                <a:lnTo>
                  <a:pt x="1414393" y="369086"/>
                </a:lnTo>
                <a:moveTo>
                  <a:pt x="1254858" y="201825"/>
                </a:moveTo>
                <a:lnTo>
                  <a:pt x="1169665" y="141132"/>
                </a:lnTo>
                <a:moveTo>
                  <a:pt x="1687928" y="633117"/>
                </a:moveTo>
                <a:lnTo>
                  <a:pt x="1689082" y="660492"/>
                </a:lnTo>
                <a:moveTo>
                  <a:pt x="1553725" y="969536"/>
                </a:moveTo>
                <a:lnTo>
                  <a:pt x="1539443" y="941205"/>
                </a:lnTo>
                <a:moveTo>
                  <a:pt x="1687928" y="633117"/>
                </a:moveTo>
                <a:lnTo>
                  <a:pt x="1636812" y="656684"/>
                </a:lnTo>
                <a:moveTo>
                  <a:pt x="1539113" y="1137650"/>
                </a:moveTo>
                <a:lnTo>
                  <a:pt x="1571819" y="1066223"/>
                </a:lnTo>
                <a:moveTo>
                  <a:pt x="1111437" y="370924"/>
                </a:moveTo>
                <a:lnTo>
                  <a:pt x="1091122" y="396286"/>
                </a:lnTo>
                <a:moveTo>
                  <a:pt x="865565" y="1146614"/>
                </a:moveTo>
                <a:lnTo>
                  <a:pt x="856379" y="1012668"/>
                </a:lnTo>
                <a:moveTo>
                  <a:pt x="1234958" y="1026204"/>
                </a:moveTo>
                <a:lnTo>
                  <a:pt x="1137908" y="989780"/>
                </a:lnTo>
                <a:moveTo>
                  <a:pt x="1338241" y="300179"/>
                </a:moveTo>
                <a:lnTo>
                  <a:pt x="1357652" y="221832"/>
                </a:lnTo>
                <a:moveTo>
                  <a:pt x="738751" y="797612"/>
                </a:moveTo>
                <a:lnTo>
                  <a:pt x="766541" y="698455"/>
                </a:lnTo>
                <a:moveTo>
                  <a:pt x="787795" y="627715"/>
                </a:moveTo>
                <a:lnTo>
                  <a:pt x="803726" y="572543"/>
                </a:lnTo>
                <a:moveTo>
                  <a:pt x="1713978" y="933817"/>
                </a:moveTo>
                <a:lnTo>
                  <a:pt x="1802483" y="861549"/>
                </a:lnTo>
                <a:moveTo>
                  <a:pt x="1580046" y="647666"/>
                </a:moveTo>
                <a:lnTo>
                  <a:pt x="1519955" y="556395"/>
                </a:lnTo>
                <a:moveTo>
                  <a:pt x="983798" y="1206361"/>
                </a:moveTo>
                <a:lnTo>
                  <a:pt x="956128" y="1224269"/>
                </a:lnTo>
                <a:moveTo>
                  <a:pt x="1550665" y="339427"/>
                </a:moveTo>
                <a:lnTo>
                  <a:pt x="1600384" y="333087"/>
                </a:lnTo>
                <a:moveTo>
                  <a:pt x="1357652" y="221832"/>
                </a:moveTo>
                <a:lnTo>
                  <a:pt x="1276599" y="121430"/>
                </a:lnTo>
                <a:moveTo>
                  <a:pt x="766541" y="698455"/>
                </a:moveTo>
                <a:lnTo>
                  <a:pt x="787795" y="627715"/>
                </a:lnTo>
                <a:moveTo>
                  <a:pt x="1254858" y="201825"/>
                </a:moveTo>
                <a:lnTo>
                  <a:pt x="1149429" y="152267"/>
                </a:lnTo>
                <a:moveTo>
                  <a:pt x="802095" y="972265"/>
                </a:moveTo>
                <a:lnTo>
                  <a:pt x="745876" y="823916"/>
                </a:lnTo>
                <a:moveTo>
                  <a:pt x="1376162" y="157063"/>
                </a:moveTo>
                <a:lnTo>
                  <a:pt x="1276599" y="121430"/>
                </a:lnTo>
                <a:moveTo>
                  <a:pt x="856379" y="1012668"/>
                </a:moveTo>
                <a:lnTo>
                  <a:pt x="802095" y="972265"/>
                </a:lnTo>
                <a:moveTo>
                  <a:pt x="1230834" y="283434"/>
                </a:moveTo>
                <a:lnTo>
                  <a:pt x="1149429" y="152267"/>
                </a:lnTo>
                <a:moveTo>
                  <a:pt x="1276599" y="121430"/>
                </a:moveTo>
                <a:lnTo>
                  <a:pt x="1169665" y="141132"/>
                </a:lnTo>
                <a:moveTo>
                  <a:pt x="1298011" y="1203211"/>
                </a:moveTo>
                <a:lnTo>
                  <a:pt x="1283001" y="1203427"/>
                </a:lnTo>
                <a:moveTo>
                  <a:pt x="1815614" y="631193"/>
                </a:moveTo>
                <a:lnTo>
                  <a:pt x="1796889" y="624454"/>
                </a:lnTo>
                <a:moveTo>
                  <a:pt x="1293187" y="1218428"/>
                </a:moveTo>
                <a:lnTo>
                  <a:pt x="1283001" y="1203427"/>
                </a:lnTo>
                <a:moveTo>
                  <a:pt x="853583" y="1175461"/>
                </a:moveTo>
                <a:lnTo>
                  <a:pt x="892773" y="1179777"/>
                </a:lnTo>
                <a:moveTo>
                  <a:pt x="1519955" y="556395"/>
                </a:moveTo>
                <a:lnTo>
                  <a:pt x="1570723" y="480903"/>
                </a:lnTo>
                <a:moveTo>
                  <a:pt x="1713978" y="933817"/>
                </a:moveTo>
                <a:lnTo>
                  <a:pt x="1610898" y="917286"/>
                </a:lnTo>
                <a:moveTo>
                  <a:pt x="1522067" y="436275"/>
                </a:moveTo>
                <a:lnTo>
                  <a:pt x="1550665" y="339427"/>
                </a:lnTo>
                <a:moveTo>
                  <a:pt x="745876" y="823916"/>
                </a:moveTo>
                <a:lnTo>
                  <a:pt x="738751" y="797612"/>
                </a:lnTo>
                <a:moveTo>
                  <a:pt x="1232240" y="1038005"/>
                </a:moveTo>
                <a:lnTo>
                  <a:pt x="1183635" y="1017927"/>
                </a:lnTo>
                <a:moveTo>
                  <a:pt x="1576808" y="1198917"/>
                </a:moveTo>
                <a:lnTo>
                  <a:pt x="1539113" y="1137650"/>
                </a:lnTo>
                <a:moveTo>
                  <a:pt x="1571819" y="1066223"/>
                </a:moveTo>
                <a:lnTo>
                  <a:pt x="1529896" y="1119055"/>
                </a:lnTo>
                <a:moveTo>
                  <a:pt x="1746111" y="935404"/>
                </a:moveTo>
                <a:lnTo>
                  <a:pt x="1802483" y="861549"/>
                </a:lnTo>
                <a:moveTo>
                  <a:pt x="1234958" y="1026204"/>
                </a:moveTo>
                <a:lnTo>
                  <a:pt x="1183635" y="1017927"/>
                </a:lnTo>
                <a:moveTo>
                  <a:pt x="1293187" y="1218428"/>
                </a:moveTo>
                <a:lnTo>
                  <a:pt x="1298011" y="1203211"/>
                </a:lnTo>
                <a:moveTo>
                  <a:pt x="1074463" y="1142522"/>
                </a:moveTo>
                <a:lnTo>
                  <a:pt x="1077855" y="1077352"/>
                </a:lnTo>
                <a:moveTo>
                  <a:pt x="1799121" y="637928"/>
                </a:moveTo>
                <a:lnTo>
                  <a:pt x="1815614" y="631193"/>
                </a:lnTo>
                <a:moveTo>
                  <a:pt x="1519735" y="1223670"/>
                </a:moveTo>
                <a:lnTo>
                  <a:pt x="1436669" y="1248307"/>
                </a:lnTo>
                <a:moveTo>
                  <a:pt x="1357652" y="221832"/>
                </a:moveTo>
                <a:lnTo>
                  <a:pt x="1376162" y="157063"/>
                </a:lnTo>
                <a:moveTo>
                  <a:pt x="1414393" y="369086"/>
                </a:moveTo>
                <a:lnTo>
                  <a:pt x="1338241" y="300179"/>
                </a:lnTo>
                <a:moveTo>
                  <a:pt x="865565" y="1146614"/>
                </a:moveTo>
                <a:lnTo>
                  <a:pt x="883110" y="1052552"/>
                </a:lnTo>
                <a:moveTo>
                  <a:pt x="1230834" y="283434"/>
                </a:moveTo>
                <a:lnTo>
                  <a:pt x="1120462" y="239809"/>
                </a:lnTo>
                <a:moveTo>
                  <a:pt x="1232240" y="1038005"/>
                </a:moveTo>
                <a:lnTo>
                  <a:pt x="1234958" y="1026204"/>
                </a:lnTo>
                <a:moveTo>
                  <a:pt x="1580046" y="647666"/>
                </a:moveTo>
                <a:lnTo>
                  <a:pt x="1578284" y="600090"/>
                </a:lnTo>
                <a:moveTo>
                  <a:pt x="1688587" y="609864"/>
                </a:moveTo>
                <a:lnTo>
                  <a:pt x="1580046" y="647666"/>
                </a:lnTo>
                <a:moveTo>
                  <a:pt x="960442" y="1171800"/>
                </a:moveTo>
                <a:lnTo>
                  <a:pt x="865565" y="1146614"/>
                </a:lnTo>
                <a:moveTo>
                  <a:pt x="1688587" y="609864"/>
                </a:moveTo>
                <a:lnTo>
                  <a:pt x="1636812" y="656684"/>
                </a:lnTo>
                <a:moveTo>
                  <a:pt x="1519735" y="1223670"/>
                </a:moveTo>
                <a:lnTo>
                  <a:pt x="1539113" y="1137650"/>
                </a:lnTo>
                <a:moveTo>
                  <a:pt x="1217427" y="330719"/>
                </a:moveTo>
                <a:lnTo>
                  <a:pt x="1111437" y="370924"/>
                </a:lnTo>
                <a:moveTo>
                  <a:pt x="803726" y="572543"/>
                </a:moveTo>
                <a:lnTo>
                  <a:pt x="819742" y="498980"/>
                </a:lnTo>
                <a:moveTo>
                  <a:pt x="738751" y="797612"/>
                </a:moveTo>
                <a:lnTo>
                  <a:pt x="796425" y="682200"/>
                </a:lnTo>
                <a:moveTo>
                  <a:pt x="1169665" y="141132"/>
                </a:moveTo>
                <a:lnTo>
                  <a:pt x="1149429" y="152267"/>
                </a:lnTo>
                <a:moveTo>
                  <a:pt x="1519735" y="1223670"/>
                </a:moveTo>
                <a:lnTo>
                  <a:pt x="1400915" y="1221885"/>
                </a:lnTo>
                <a:moveTo>
                  <a:pt x="923383" y="1296174"/>
                </a:moveTo>
                <a:lnTo>
                  <a:pt x="956128" y="1224269"/>
                </a:lnTo>
                <a:moveTo>
                  <a:pt x="1796889" y="624454"/>
                </a:moveTo>
                <a:lnTo>
                  <a:pt x="1689082" y="660492"/>
                </a:lnTo>
                <a:moveTo>
                  <a:pt x="1522067" y="436275"/>
                </a:moveTo>
                <a:lnTo>
                  <a:pt x="1422675" y="374880"/>
                </a:lnTo>
                <a:moveTo>
                  <a:pt x="796425" y="682200"/>
                </a:moveTo>
                <a:lnTo>
                  <a:pt x="787795" y="627715"/>
                </a:lnTo>
                <a:moveTo>
                  <a:pt x="1704469" y="950604"/>
                </a:moveTo>
                <a:lnTo>
                  <a:pt x="1610898" y="917286"/>
                </a:lnTo>
                <a:moveTo>
                  <a:pt x="1080983" y="393612"/>
                </a:moveTo>
                <a:lnTo>
                  <a:pt x="983426" y="328415"/>
                </a:lnTo>
                <a:moveTo>
                  <a:pt x="1077855" y="1077352"/>
                </a:moveTo>
                <a:lnTo>
                  <a:pt x="1125422" y="1000925"/>
                </a:lnTo>
                <a:moveTo>
                  <a:pt x="1519955" y="556395"/>
                </a:moveTo>
                <a:lnTo>
                  <a:pt x="1522067" y="436275"/>
                </a:lnTo>
                <a:moveTo>
                  <a:pt x="1338241" y="300179"/>
                </a:moveTo>
                <a:lnTo>
                  <a:pt x="1431631" y="217641"/>
                </a:lnTo>
                <a:moveTo>
                  <a:pt x="766541" y="698455"/>
                </a:moveTo>
                <a:lnTo>
                  <a:pt x="796425" y="682200"/>
                </a:lnTo>
                <a:moveTo>
                  <a:pt x="1192035" y="304144"/>
                </a:moveTo>
                <a:lnTo>
                  <a:pt x="1120462" y="239809"/>
                </a:lnTo>
                <a:moveTo>
                  <a:pt x="1400915" y="1221885"/>
                </a:moveTo>
                <a:lnTo>
                  <a:pt x="1298011" y="1203211"/>
                </a:lnTo>
                <a:moveTo>
                  <a:pt x="1529896" y="1119055"/>
                </a:moveTo>
                <a:lnTo>
                  <a:pt x="1563958" y="1038684"/>
                </a:lnTo>
                <a:moveTo>
                  <a:pt x="1080983" y="393612"/>
                </a:moveTo>
                <a:lnTo>
                  <a:pt x="990760" y="335679"/>
                </a:lnTo>
                <a:moveTo>
                  <a:pt x="1400915" y="1221885"/>
                </a:moveTo>
                <a:lnTo>
                  <a:pt x="1293187" y="1218428"/>
                </a:lnTo>
                <a:moveTo>
                  <a:pt x="1486966" y="536828"/>
                </a:moveTo>
                <a:lnTo>
                  <a:pt x="1522067" y="436275"/>
                </a:lnTo>
                <a:moveTo>
                  <a:pt x="1802483" y="861549"/>
                </a:moveTo>
                <a:lnTo>
                  <a:pt x="1853356" y="810247"/>
                </a:lnTo>
                <a:moveTo>
                  <a:pt x="1610898" y="917286"/>
                </a:moveTo>
                <a:lnTo>
                  <a:pt x="1588715" y="953954"/>
                </a:lnTo>
                <a:moveTo>
                  <a:pt x="1169665" y="141132"/>
                </a:moveTo>
                <a:lnTo>
                  <a:pt x="1157300" y="118119"/>
                </a:lnTo>
                <a:moveTo>
                  <a:pt x="1252717" y="936885"/>
                </a:moveTo>
                <a:lnTo>
                  <a:pt x="1137908" y="989780"/>
                </a:lnTo>
                <a:moveTo>
                  <a:pt x="1563295" y="261192"/>
                </a:moveTo>
                <a:lnTo>
                  <a:pt x="1510078" y="306712"/>
                </a:lnTo>
                <a:moveTo>
                  <a:pt x="1137908" y="989780"/>
                </a:moveTo>
                <a:lnTo>
                  <a:pt x="1139842" y="933303"/>
                </a:lnTo>
                <a:moveTo>
                  <a:pt x="1080983" y="393612"/>
                </a:moveTo>
                <a:lnTo>
                  <a:pt x="976081" y="346098"/>
                </a:lnTo>
                <a:moveTo>
                  <a:pt x="960442" y="1171800"/>
                </a:moveTo>
                <a:lnTo>
                  <a:pt x="853583" y="1175461"/>
                </a:lnTo>
                <a:moveTo>
                  <a:pt x="745876" y="823916"/>
                </a:moveTo>
                <a:lnTo>
                  <a:pt x="796425" y="682200"/>
                </a:lnTo>
                <a:moveTo>
                  <a:pt x="1111437" y="370924"/>
                </a:moveTo>
                <a:lnTo>
                  <a:pt x="1192035" y="304144"/>
                </a:lnTo>
                <a:moveTo>
                  <a:pt x="960442" y="1171800"/>
                </a:moveTo>
                <a:lnTo>
                  <a:pt x="892773" y="1179777"/>
                </a:lnTo>
                <a:moveTo>
                  <a:pt x="1600384" y="333087"/>
                </a:moveTo>
                <a:lnTo>
                  <a:pt x="1572173" y="235825"/>
                </a:lnTo>
                <a:moveTo>
                  <a:pt x="1376162" y="157063"/>
                </a:moveTo>
                <a:lnTo>
                  <a:pt x="1397143" y="67885"/>
                </a:lnTo>
                <a:moveTo>
                  <a:pt x="1276599" y="121430"/>
                </a:moveTo>
                <a:lnTo>
                  <a:pt x="1288238" y="41588"/>
                </a:lnTo>
                <a:moveTo>
                  <a:pt x="1149429" y="152267"/>
                </a:moveTo>
                <a:lnTo>
                  <a:pt x="1157300" y="118119"/>
                </a:lnTo>
                <a:moveTo>
                  <a:pt x="1746111" y="935404"/>
                </a:moveTo>
                <a:lnTo>
                  <a:pt x="1713978" y="933817"/>
                </a:lnTo>
                <a:moveTo>
                  <a:pt x="802095" y="972265"/>
                </a:moveTo>
                <a:lnTo>
                  <a:pt x="809194" y="903353"/>
                </a:lnTo>
                <a:moveTo>
                  <a:pt x="883110" y="1052552"/>
                </a:moveTo>
                <a:lnTo>
                  <a:pt x="856379" y="1012668"/>
                </a:lnTo>
                <a:moveTo>
                  <a:pt x="1436669" y="1248307"/>
                </a:moveTo>
                <a:lnTo>
                  <a:pt x="1400915" y="1221885"/>
                </a:lnTo>
                <a:moveTo>
                  <a:pt x="1298011" y="1203211"/>
                </a:moveTo>
                <a:lnTo>
                  <a:pt x="1320294" y="1101346"/>
                </a:lnTo>
                <a:moveTo>
                  <a:pt x="1139842" y="933303"/>
                </a:moveTo>
                <a:lnTo>
                  <a:pt x="1125422" y="1000925"/>
                </a:lnTo>
                <a:moveTo>
                  <a:pt x="973340" y="1110654"/>
                </a:moveTo>
                <a:lnTo>
                  <a:pt x="865565" y="1146614"/>
                </a:lnTo>
                <a:moveTo>
                  <a:pt x="1431631" y="217641"/>
                </a:moveTo>
                <a:lnTo>
                  <a:pt x="1357652" y="221832"/>
                </a:lnTo>
                <a:moveTo>
                  <a:pt x="898326" y="983388"/>
                </a:moveTo>
                <a:lnTo>
                  <a:pt x="802095" y="972265"/>
                </a:lnTo>
                <a:moveTo>
                  <a:pt x="1111437" y="370924"/>
                </a:moveTo>
                <a:lnTo>
                  <a:pt x="1080983" y="393612"/>
                </a:lnTo>
                <a:moveTo>
                  <a:pt x="1600384" y="333087"/>
                </a:moveTo>
                <a:lnTo>
                  <a:pt x="1563295" y="261192"/>
                </a:lnTo>
                <a:moveTo>
                  <a:pt x="1320294" y="1101346"/>
                </a:moveTo>
                <a:lnTo>
                  <a:pt x="1232240" y="1038005"/>
                </a:lnTo>
                <a:moveTo>
                  <a:pt x="1378365" y="1288691"/>
                </a:moveTo>
                <a:lnTo>
                  <a:pt x="1293187" y="1218428"/>
                </a:lnTo>
                <a:moveTo>
                  <a:pt x="1125422" y="1000925"/>
                </a:moveTo>
                <a:lnTo>
                  <a:pt x="1130382" y="936214"/>
                </a:lnTo>
                <a:moveTo>
                  <a:pt x="1563958" y="1038684"/>
                </a:moveTo>
                <a:lnTo>
                  <a:pt x="1553725" y="969536"/>
                </a:lnTo>
                <a:moveTo>
                  <a:pt x="787795" y="627715"/>
                </a:moveTo>
                <a:lnTo>
                  <a:pt x="863166" y="545213"/>
                </a:lnTo>
                <a:moveTo>
                  <a:pt x="1431631" y="217641"/>
                </a:moveTo>
                <a:lnTo>
                  <a:pt x="1376162" y="157063"/>
                </a:lnTo>
                <a:moveTo>
                  <a:pt x="1120462" y="239809"/>
                </a:moveTo>
                <a:lnTo>
                  <a:pt x="1149429" y="152267"/>
                </a:lnTo>
                <a:moveTo>
                  <a:pt x="1422675" y="374880"/>
                </a:moveTo>
                <a:lnTo>
                  <a:pt x="1414393" y="369086"/>
                </a:lnTo>
                <a:moveTo>
                  <a:pt x="990760" y="335679"/>
                </a:moveTo>
                <a:lnTo>
                  <a:pt x="983426" y="328415"/>
                </a:lnTo>
                <a:moveTo>
                  <a:pt x="803726" y="572543"/>
                </a:moveTo>
                <a:lnTo>
                  <a:pt x="863166" y="545213"/>
                </a:lnTo>
                <a:moveTo>
                  <a:pt x="983798" y="1206361"/>
                </a:moveTo>
                <a:lnTo>
                  <a:pt x="1077855" y="1077352"/>
                </a:lnTo>
                <a:moveTo>
                  <a:pt x="983798" y="1206361"/>
                </a:moveTo>
                <a:lnTo>
                  <a:pt x="960442" y="1171800"/>
                </a:lnTo>
                <a:moveTo>
                  <a:pt x="1853356" y="810247"/>
                </a:moveTo>
                <a:lnTo>
                  <a:pt x="1831255" y="713473"/>
                </a:lnTo>
                <a:moveTo>
                  <a:pt x="1276599" y="121430"/>
                </a:moveTo>
                <a:lnTo>
                  <a:pt x="1169359" y="52464"/>
                </a:lnTo>
                <a:moveTo>
                  <a:pt x="1550665" y="339427"/>
                </a:moveTo>
                <a:lnTo>
                  <a:pt x="1563295" y="261192"/>
                </a:lnTo>
                <a:moveTo>
                  <a:pt x="1713978" y="933817"/>
                </a:moveTo>
                <a:lnTo>
                  <a:pt x="1704469" y="950604"/>
                </a:lnTo>
                <a:moveTo>
                  <a:pt x="1519735" y="1223670"/>
                </a:moveTo>
                <a:lnTo>
                  <a:pt x="1419457" y="1137939"/>
                </a:lnTo>
                <a:moveTo>
                  <a:pt x="1486966" y="536828"/>
                </a:moveTo>
                <a:lnTo>
                  <a:pt x="1422675" y="374880"/>
                </a:lnTo>
                <a:moveTo>
                  <a:pt x="923383" y="1296174"/>
                </a:moveTo>
                <a:lnTo>
                  <a:pt x="983798" y="1206361"/>
                </a:lnTo>
                <a:moveTo>
                  <a:pt x="1419207" y="380585"/>
                </a:moveTo>
                <a:lnTo>
                  <a:pt x="1422675" y="374880"/>
                </a:lnTo>
                <a:moveTo>
                  <a:pt x="1445871" y="264570"/>
                </a:moveTo>
                <a:lnTo>
                  <a:pt x="1338241" y="300179"/>
                </a:lnTo>
                <a:moveTo>
                  <a:pt x="1519955" y="556395"/>
                </a:moveTo>
                <a:lnTo>
                  <a:pt x="1486966" y="536828"/>
                </a:lnTo>
                <a:moveTo>
                  <a:pt x="982257" y="324126"/>
                </a:moveTo>
                <a:lnTo>
                  <a:pt x="983426" y="328415"/>
                </a:lnTo>
                <a:moveTo>
                  <a:pt x="1376162" y="157063"/>
                </a:moveTo>
                <a:lnTo>
                  <a:pt x="1288238" y="41588"/>
                </a:lnTo>
                <a:moveTo>
                  <a:pt x="1831255" y="713473"/>
                </a:moveTo>
                <a:lnTo>
                  <a:pt x="1799121" y="637928"/>
                </a:lnTo>
                <a:moveTo>
                  <a:pt x="1419207" y="380585"/>
                </a:moveTo>
                <a:lnTo>
                  <a:pt x="1414393" y="369086"/>
                </a:lnTo>
                <a:moveTo>
                  <a:pt x="1378365" y="1288691"/>
                </a:moveTo>
                <a:lnTo>
                  <a:pt x="1436669" y="1248307"/>
                </a:lnTo>
                <a:moveTo>
                  <a:pt x="976081" y="346098"/>
                </a:moveTo>
                <a:lnTo>
                  <a:pt x="990760" y="335679"/>
                </a:lnTo>
                <a:moveTo>
                  <a:pt x="990760" y="335679"/>
                </a:moveTo>
                <a:lnTo>
                  <a:pt x="982257" y="324126"/>
                </a:lnTo>
                <a:moveTo>
                  <a:pt x="1234958" y="1026204"/>
                </a:moveTo>
                <a:lnTo>
                  <a:pt x="1252717" y="936885"/>
                </a:lnTo>
                <a:moveTo>
                  <a:pt x="809194" y="903353"/>
                </a:moveTo>
                <a:lnTo>
                  <a:pt x="745876" y="823916"/>
                </a:lnTo>
                <a:moveTo>
                  <a:pt x="1746111" y="935404"/>
                </a:moveTo>
                <a:lnTo>
                  <a:pt x="1704469" y="950604"/>
                </a:lnTo>
                <a:moveTo>
                  <a:pt x="1339750" y="1021907"/>
                </a:moveTo>
                <a:lnTo>
                  <a:pt x="1232240" y="1038005"/>
                </a:lnTo>
                <a:moveTo>
                  <a:pt x="1539113" y="1137650"/>
                </a:moveTo>
                <a:lnTo>
                  <a:pt x="1529896" y="1119055"/>
                </a:lnTo>
                <a:moveTo>
                  <a:pt x="903878" y="950732"/>
                </a:moveTo>
                <a:lnTo>
                  <a:pt x="802095" y="972265"/>
                </a:lnTo>
                <a:moveTo>
                  <a:pt x="1688587" y="609864"/>
                </a:moveTo>
                <a:lnTo>
                  <a:pt x="1687928" y="633117"/>
                </a:lnTo>
                <a:moveTo>
                  <a:pt x="976081" y="346098"/>
                </a:moveTo>
                <a:lnTo>
                  <a:pt x="982257" y="324126"/>
                </a:lnTo>
                <a:moveTo>
                  <a:pt x="1400915" y="1221885"/>
                </a:moveTo>
                <a:lnTo>
                  <a:pt x="1320294" y="1101346"/>
                </a:lnTo>
                <a:moveTo>
                  <a:pt x="898326" y="983388"/>
                </a:moveTo>
                <a:lnTo>
                  <a:pt x="856379" y="1012668"/>
                </a:lnTo>
                <a:moveTo>
                  <a:pt x="1424262" y="355582"/>
                </a:moveTo>
                <a:lnTo>
                  <a:pt x="1414393" y="369086"/>
                </a:lnTo>
                <a:moveTo>
                  <a:pt x="1339750" y="1021907"/>
                </a:moveTo>
                <a:lnTo>
                  <a:pt x="1234958" y="1026204"/>
                </a:lnTo>
                <a:moveTo>
                  <a:pt x="1169665" y="141132"/>
                </a:moveTo>
                <a:lnTo>
                  <a:pt x="1169359" y="52464"/>
                </a:lnTo>
                <a:moveTo>
                  <a:pt x="1378365" y="1288691"/>
                </a:moveTo>
                <a:lnTo>
                  <a:pt x="1400915" y="1221885"/>
                </a:lnTo>
                <a:moveTo>
                  <a:pt x="1796889" y="624454"/>
                </a:moveTo>
                <a:lnTo>
                  <a:pt x="1687928" y="633117"/>
                </a:lnTo>
                <a:moveTo>
                  <a:pt x="931711" y="1281468"/>
                </a:moveTo>
                <a:lnTo>
                  <a:pt x="983798" y="1206361"/>
                </a:lnTo>
                <a:moveTo>
                  <a:pt x="1756339" y="625433"/>
                </a:moveTo>
                <a:lnTo>
                  <a:pt x="1687928" y="633117"/>
                </a:lnTo>
                <a:moveTo>
                  <a:pt x="1578284" y="600090"/>
                </a:moveTo>
                <a:lnTo>
                  <a:pt x="1519955" y="556395"/>
                </a:lnTo>
                <a:moveTo>
                  <a:pt x="1111437" y="370924"/>
                </a:moveTo>
                <a:lnTo>
                  <a:pt x="1120462" y="239809"/>
                </a:lnTo>
                <a:moveTo>
                  <a:pt x="1463478" y="204971"/>
                </a:moveTo>
                <a:lnTo>
                  <a:pt x="1376162" y="157063"/>
                </a:lnTo>
                <a:moveTo>
                  <a:pt x="1498881" y="100741"/>
                </a:moveTo>
                <a:lnTo>
                  <a:pt x="1397143" y="67885"/>
                </a:lnTo>
                <a:moveTo>
                  <a:pt x="1419207" y="380585"/>
                </a:moveTo>
                <a:lnTo>
                  <a:pt x="1424262" y="355582"/>
                </a:lnTo>
                <a:moveTo>
                  <a:pt x="983798" y="1206361"/>
                </a:moveTo>
                <a:lnTo>
                  <a:pt x="973340" y="1110654"/>
                </a:lnTo>
                <a:moveTo>
                  <a:pt x="863166" y="545213"/>
                </a:moveTo>
                <a:lnTo>
                  <a:pt x="819742" y="498980"/>
                </a:lnTo>
                <a:moveTo>
                  <a:pt x="1397143" y="67885"/>
                </a:moveTo>
                <a:lnTo>
                  <a:pt x="1364480" y="41550"/>
                </a:lnTo>
                <a:moveTo>
                  <a:pt x="1578284" y="600090"/>
                </a:moveTo>
                <a:lnTo>
                  <a:pt x="1486966" y="536828"/>
                </a:lnTo>
                <a:moveTo>
                  <a:pt x="796425" y="682200"/>
                </a:moveTo>
                <a:lnTo>
                  <a:pt x="863166" y="545213"/>
                </a:lnTo>
                <a:moveTo>
                  <a:pt x="1746111" y="935404"/>
                </a:moveTo>
                <a:lnTo>
                  <a:pt x="1853356" y="810247"/>
                </a:lnTo>
                <a:moveTo>
                  <a:pt x="1397143" y="67885"/>
                </a:moveTo>
                <a:lnTo>
                  <a:pt x="1288238" y="41588"/>
                </a:lnTo>
                <a:moveTo>
                  <a:pt x="1539113" y="1137650"/>
                </a:moveTo>
                <a:lnTo>
                  <a:pt x="1419457" y="1137939"/>
                </a:lnTo>
                <a:moveTo>
                  <a:pt x="1704469" y="950604"/>
                </a:moveTo>
                <a:lnTo>
                  <a:pt x="1588715" y="953954"/>
                </a:lnTo>
                <a:moveTo>
                  <a:pt x="1400915" y="1221885"/>
                </a:moveTo>
                <a:lnTo>
                  <a:pt x="1419457" y="1137939"/>
                </a:lnTo>
                <a:moveTo>
                  <a:pt x="1572173" y="235825"/>
                </a:moveTo>
                <a:lnTo>
                  <a:pt x="1498881" y="100741"/>
                </a:lnTo>
                <a:moveTo>
                  <a:pt x="1157300" y="118119"/>
                </a:moveTo>
                <a:lnTo>
                  <a:pt x="1169359" y="52464"/>
                </a:lnTo>
                <a:moveTo>
                  <a:pt x="883110" y="1052552"/>
                </a:moveTo>
                <a:lnTo>
                  <a:pt x="898326" y="983388"/>
                </a:lnTo>
                <a:moveTo>
                  <a:pt x="1445871" y="264570"/>
                </a:moveTo>
                <a:lnTo>
                  <a:pt x="1414393" y="369086"/>
                </a:lnTo>
                <a:moveTo>
                  <a:pt x="1364480" y="41550"/>
                </a:moveTo>
                <a:lnTo>
                  <a:pt x="1288238" y="41588"/>
                </a:lnTo>
                <a:moveTo>
                  <a:pt x="973340" y="1110654"/>
                </a:moveTo>
                <a:lnTo>
                  <a:pt x="883110" y="1052552"/>
                </a:lnTo>
                <a:moveTo>
                  <a:pt x="1077855" y="1077352"/>
                </a:moveTo>
                <a:lnTo>
                  <a:pt x="1130382" y="936214"/>
                </a:lnTo>
                <a:moveTo>
                  <a:pt x="853583" y="1175461"/>
                </a:moveTo>
                <a:lnTo>
                  <a:pt x="841088" y="1153725"/>
                </a:lnTo>
                <a:moveTo>
                  <a:pt x="745876" y="823916"/>
                </a:moveTo>
                <a:lnTo>
                  <a:pt x="826630" y="781340"/>
                </a:lnTo>
                <a:moveTo>
                  <a:pt x="1563295" y="261192"/>
                </a:moveTo>
                <a:lnTo>
                  <a:pt x="1572173" y="235825"/>
                </a:lnTo>
                <a:moveTo>
                  <a:pt x="1529896" y="1119055"/>
                </a:moveTo>
                <a:lnTo>
                  <a:pt x="1553725" y="969536"/>
                </a:lnTo>
                <a:moveTo>
                  <a:pt x="1688587" y="609864"/>
                </a:moveTo>
                <a:lnTo>
                  <a:pt x="1578284" y="600090"/>
                </a:lnTo>
                <a:moveTo>
                  <a:pt x="1419457" y="1137939"/>
                </a:moveTo>
                <a:lnTo>
                  <a:pt x="1320294" y="1101346"/>
                </a:lnTo>
                <a:moveTo>
                  <a:pt x="1419457" y="1137939"/>
                </a:moveTo>
                <a:lnTo>
                  <a:pt x="1529896" y="1119055"/>
                </a:lnTo>
                <a:moveTo>
                  <a:pt x="931711" y="1281468"/>
                </a:moveTo>
                <a:lnTo>
                  <a:pt x="960442" y="1171800"/>
                </a:lnTo>
                <a:moveTo>
                  <a:pt x="1320294" y="1101346"/>
                </a:moveTo>
                <a:lnTo>
                  <a:pt x="1339750" y="1021907"/>
                </a:lnTo>
                <a:moveTo>
                  <a:pt x="1463478" y="204971"/>
                </a:moveTo>
                <a:lnTo>
                  <a:pt x="1397143" y="67885"/>
                </a:lnTo>
                <a:moveTo>
                  <a:pt x="973340" y="1110654"/>
                </a:moveTo>
                <a:lnTo>
                  <a:pt x="1077855" y="1077352"/>
                </a:lnTo>
                <a:moveTo>
                  <a:pt x="960442" y="1171800"/>
                </a:moveTo>
                <a:lnTo>
                  <a:pt x="973340" y="1110654"/>
                </a:lnTo>
                <a:moveTo>
                  <a:pt x="931711" y="1281468"/>
                </a:moveTo>
                <a:lnTo>
                  <a:pt x="923383" y="1296174"/>
                </a:lnTo>
                <a:moveTo>
                  <a:pt x="1414286" y="459373"/>
                </a:moveTo>
                <a:lnTo>
                  <a:pt x="1422675" y="374880"/>
                </a:lnTo>
                <a:moveTo>
                  <a:pt x="1588715" y="953954"/>
                </a:moveTo>
                <a:lnTo>
                  <a:pt x="1553725" y="969536"/>
                </a:lnTo>
                <a:moveTo>
                  <a:pt x="1819717" y="918008"/>
                </a:moveTo>
                <a:lnTo>
                  <a:pt x="1746111" y="935404"/>
                </a:lnTo>
                <a:moveTo>
                  <a:pt x="1756339" y="625433"/>
                </a:moveTo>
                <a:lnTo>
                  <a:pt x="1688587" y="609864"/>
                </a:lnTo>
                <a:moveTo>
                  <a:pt x="1564130" y="251034"/>
                </a:moveTo>
                <a:lnTo>
                  <a:pt x="1498881" y="100741"/>
                </a:lnTo>
                <a:moveTo>
                  <a:pt x="1796889" y="624454"/>
                </a:moveTo>
                <a:lnTo>
                  <a:pt x="1756339" y="625433"/>
                </a:lnTo>
                <a:moveTo>
                  <a:pt x="1564130" y="251034"/>
                </a:moveTo>
                <a:lnTo>
                  <a:pt x="1572173" y="235825"/>
                </a:lnTo>
                <a:moveTo>
                  <a:pt x="1252717" y="936885"/>
                </a:moveTo>
                <a:lnTo>
                  <a:pt x="1139842" y="933303"/>
                </a:lnTo>
                <a:moveTo>
                  <a:pt x="1463478" y="204971"/>
                </a:moveTo>
                <a:lnTo>
                  <a:pt x="1431631" y="217641"/>
                </a:lnTo>
                <a:moveTo>
                  <a:pt x="1445871" y="264570"/>
                </a:moveTo>
                <a:lnTo>
                  <a:pt x="1431631" y="217641"/>
                </a:lnTo>
                <a:moveTo>
                  <a:pt x="1463478" y="204971"/>
                </a:moveTo>
                <a:lnTo>
                  <a:pt x="1498881" y="100741"/>
                </a:lnTo>
                <a:moveTo>
                  <a:pt x="925744" y="1267456"/>
                </a:moveTo>
                <a:lnTo>
                  <a:pt x="960442" y="1171800"/>
                </a:lnTo>
                <a:moveTo>
                  <a:pt x="1486966" y="536828"/>
                </a:moveTo>
                <a:lnTo>
                  <a:pt x="1414286" y="459373"/>
                </a:lnTo>
                <a:moveTo>
                  <a:pt x="1339750" y="1021907"/>
                </a:moveTo>
                <a:lnTo>
                  <a:pt x="1252717" y="936885"/>
                </a:lnTo>
                <a:moveTo>
                  <a:pt x="1414286" y="459373"/>
                </a:moveTo>
                <a:lnTo>
                  <a:pt x="1419207" y="380585"/>
                </a:lnTo>
                <a:moveTo>
                  <a:pt x="1288238" y="41588"/>
                </a:moveTo>
                <a:lnTo>
                  <a:pt x="1169359" y="52464"/>
                </a:lnTo>
                <a:moveTo>
                  <a:pt x="1424262" y="355582"/>
                </a:moveTo>
                <a:lnTo>
                  <a:pt x="1445871" y="264570"/>
                </a:lnTo>
                <a:moveTo>
                  <a:pt x="1799121" y="637928"/>
                </a:moveTo>
                <a:lnTo>
                  <a:pt x="1796889" y="624454"/>
                </a:lnTo>
                <a:moveTo>
                  <a:pt x="1139842" y="933303"/>
                </a:moveTo>
                <a:lnTo>
                  <a:pt x="1130382" y="936214"/>
                </a:lnTo>
                <a:moveTo>
                  <a:pt x="1851339" y="820520"/>
                </a:moveTo>
                <a:lnTo>
                  <a:pt x="1853356" y="810247"/>
                </a:lnTo>
                <a:moveTo>
                  <a:pt x="1853356" y="810247"/>
                </a:moveTo>
                <a:lnTo>
                  <a:pt x="1799121" y="637928"/>
                </a:lnTo>
                <a:moveTo>
                  <a:pt x="1441902" y="1049734"/>
                </a:moveTo>
                <a:lnTo>
                  <a:pt x="1320294" y="1101346"/>
                </a:lnTo>
                <a:moveTo>
                  <a:pt x="1529896" y="1119055"/>
                </a:moveTo>
                <a:lnTo>
                  <a:pt x="1441902" y="1049734"/>
                </a:lnTo>
                <a:moveTo>
                  <a:pt x="1529896" y="1119055"/>
                </a:moveTo>
                <a:lnTo>
                  <a:pt x="1458661" y="991731"/>
                </a:lnTo>
                <a:moveTo>
                  <a:pt x="826630" y="781340"/>
                </a:moveTo>
                <a:lnTo>
                  <a:pt x="796425" y="682200"/>
                </a:lnTo>
                <a:moveTo>
                  <a:pt x="1087266" y="317199"/>
                </a:moveTo>
                <a:lnTo>
                  <a:pt x="1120462" y="239809"/>
                </a:lnTo>
                <a:moveTo>
                  <a:pt x="1353566" y="969420"/>
                </a:moveTo>
                <a:lnTo>
                  <a:pt x="1252717" y="936885"/>
                </a:lnTo>
                <a:moveTo>
                  <a:pt x="1792841" y="627357"/>
                </a:moveTo>
                <a:lnTo>
                  <a:pt x="1796889" y="624454"/>
                </a:lnTo>
                <a:moveTo>
                  <a:pt x="879382" y="1200024"/>
                </a:moveTo>
                <a:lnTo>
                  <a:pt x="853583" y="1175461"/>
                </a:lnTo>
                <a:moveTo>
                  <a:pt x="1001779" y="995393"/>
                </a:moveTo>
                <a:lnTo>
                  <a:pt x="883110" y="1052552"/>
                </a:lnTo>
                <a:moveTo>
                  <a:pt x="1792841" y="627357"/>
                </a:moveTo>
                <a:lnTo>
                  <a:pt x="1756339" y="625433"/>
                </a:lnTo>
                <a:moveTo>
                  <a:pt x="1704469" y="950604"/>
                </a:moveTo>
                <a:lnTo>
                  <a:pt x="1581134" y="952930"/>
                </a:lnTo>
                <a:moveTo>
                  <a:pt x="1339750" y="1021907"/>
                </a:moveTo>
                <a:lnTo>
                  <a:pt x="1353566" y="969420"/>
                </a:lnTo>
                <a:moveTo>
                  <a:pt x="1077855" y="1077352"/>
                </a:moveTo>
                <a:lnTo>
                  <a:pt x="1001779" y="995393"/>
                </a:lnTo>
                <a:moveTo>
                  <a:pt x="1111437" y="370924"/>
                </a:moveTo>
                <a:lnTo>
                  <a:pt x="1087266" y="317199"/>
                </a:lnTo>
                <a:moveTo>
                  <a:pt x="1454785" y="601867"/>
                </a:moveTo>
                <a:lnTo>
                  <a:pt x="1486966" y="536828"/>
                </a:lnTo>
                <a:moveTo>
                  <a:pt x="1799121" y="637928"/>
                </a:moveTo>
                <a:lnTo>
                  <a:pt x="1792841" y="627357"/>
                </a:lnTo>
                <a:moveTo>
                  <a:pt x="1419207" y="380585"/>
                </a:moveTo>
                <a:lnTo>
                  <a:pt x="1447327" y="312544"/>
                </a:lnTo>
                <a:moveTo>
                  <a:pt x="1819717" y="918008"/>
                </a:moveTo>
                <a:lnTo>
                  <a:pt x="1853356" y="810247"/>
                </a:lnTo>
                <a:moveTo>
                  <a:pt x="1564130" y="251034"/>
                </a:moveTo>
                <a:lnTo>
                  <a:pt x="1463478" y="204971"/>
                </a:lnTo>
                <a:moveTo>
                  <a:pt x="1077855" y="1077352"/>
                </a:moveTo>
                <a:lnTo>
                  <a:pt x="1004505" y="983802"/>
                </a:lnTo>
                <a:moveTo>
                  <a:pt x="1401195" y="18594"/>
                </a:moveTo>
                <a:lnTo>
                  <a:pt x="1364480" y="41550"/>
                </a:lnTo>
                <a:moveTo>
                  <a:pt x="1419457" y="1137939"/>
                </a:moveTo>
                <a:lnTo>
                  <a:pt x="1441902" y="1049734"/>
                </a:lnTo>
                <a:moveTo>
                  <a:pt x="1581134" y="952930"/>
                </a:moveTo>
                <a:lnTo>
                  <a:pt x="1588715" y="953954"/>
                </a:lnTo>
                <a:moveTo>
                  <a:pt x="903878" y="950732"/>
                </a:moveTo>
                <a:lnTo>
                  <a:pt x="809194" y="903353"/>
                </a:lnTo>
                <a:moveTo>
                  <a:pt x="1252717" y="936885"/>
                </a:moveTo>
                <a:lnTo>
                  <a:pt x="1277707" y="832623"/>
                </a:lnTo>
                <a:moveTo>
                  <a:pt x="1458661" y="991731"/>
                </a:moveTo>
                <a:lnTo>
                  <a:pt x="1553725" y="969536"/>
                </a:lnTo>
                <a:moveTo>
                  <a:pt x="931711" y="1281468"/>
                </a:moveTo>
                <a:lnTo>
                  <a:pt x="925744" y="1267456"/>
                </a:lnTo>
                <a:moveTo>
                  <a:pt x="796425" y="682200"/>
                </a:moveTo>
                <a:lnTo>
                  <a:pt x="852291" y="632356"/>
                </a:lnTo>
                <a:moveTo>
                  <a:pt x="1441902" y="1049734"/>
                </a:moveTo>
                <a:lnTo>
                  <a:pt x="1339750" y="1021907"/>
                </a:lnTo>
                <a:moveTo>
                  <a:pt x="1683899" y="973293"/>
                </a:moveTo>
                <a:lnTo>
                  <a:pt x="1746111" y="935404"/>
                </a:lnTo>
                <a:moveTo>
                  <a:pt x="898326" y="983388"/>
                </a:moveTo>
                <a:lnTo>
                  <a:pt x="903878" y="950732"/>
                </a:lnTo>
                <a:moveTo>
                  <a:pt x="1099478" y="457750"/>
                </a:moveTo>
                <a:lnTo>
                  <a:pt x="1111437" y="370924"/>
                </a:lnTo>
                <a:moveTo>
                  <a:pt x="1445871" y="264570"/>
                </a:moveTo>
                <a:lnTo>
                  <a:pt x="1463478" y="204971"/>
                </a:lnTo>
                <a:moveTo>
                  <a:pt x="1819717" y="918008"/>
                </a:moveTo>
                <a:lnTo>
                  <a:pt x="1851339" y="820520"/>
                </a:lnTo>
                <a:moveTo>
                  <a:pt x="1379047" y="870323"/>
                </a:moveTo>
                <a:lnTo>
                  <a:pt x="1252717" y="936885"/>
                </a:lnTo>
                <a:moveTo>
                  <a:pt x="1139842" y="933303"/>
                </a:moveTo>
                <a:lnTo>
                  <a:pt x="1061689" y="794305"/>
                </a:lnTo>
                <a:moveTo>
                  <a:pt x="1447327" y="312544"/>
                </a:moveTo>
                <a:lnTo>
                  <a:pt x="1424262" y="355582"/>
                </a:lnTo>
                <a:moveTo>
                  <a:pt x="1441902" y="1049734"/>
                </a:moveTo>
                <a:lnTo>
                  <a:pt x="1353566" y="969420"/>
                </a:lnTo>
                <a:moveTo>
                  <a:pt x="809194" y="903353"/>
                </a:moveTo>
                <a:lnTo>
                  <a:pt x="826630" y="781340"/>
                </a:lnTo>
                <a:moveTo>
                  <a:pt x="1130382" y="936214"/>
                </a:moveTo>
                <a:lnTo>
                  <a:pt x="1061689" y="794305"/>
                </a:lnTo>
                <a:moveTo>
                  <a:pt x="1458661" y="991731"/>
                </a:moveTo>
                <a:lnTo>
                  <a:pt x="1353566" y="969420"/>
                </a:lnTo>
                <a:moveTo>
                  <a:pt x="1252717" y="936885"/>
                </a:moveTo>
                <a:lnTo>
                  <a:pt x="1168139" y="813356"/>
                </a:lnTo>
                <a:moveTo>
                  <a:pt x="1581134" y="952930"/>
                </a:moveTo>
                <a:lnTo>
                  <a:pt x="1553725" y="969536"/>
                </a:lnTo>
                <a:moveTo>
                  <a:pt x="1139842" y="933303"/>
                </a:moveTo>
                <a:lnTo>
                  <a:pt x="1168139" y="813356"/>
                </a:lnTo>
                <a:moveTo>
                  <a:pt x="1683899" y="973293"/>
                </a:moveTo>
                <a:lnTo>
                  <a:pt x="1704469" y="950604"/>
                </a:lnTo>
                <a:moveTo>
                  <a:pt x="809194" y="903353"/>
                </a:moveTo>
                <a:lnTo>
                  <a:pt x="834378" y="790902"/>
                </a:lnTo>
                <a:moveTo>
                  <a:pt x="1001779" y="995393"/>
                </a:moveTo>
                <a:lnTo>
                  <a:pt x="898326" y="983388"/>
                </a:lnTo>
                <a:moveTo>
                  <a:pt x="1130382" y="936214"/>
                </a:moveTo>
                <a:lnTo>
                  <a:pt x="1039219" y="866385"/>
                </a:lnTo>
                <a:moveTo>
                  <a:pt x="1441902" y="1049734"/>
                </a:moveTo>
                <a:lnTo>
                  <a:pt x="1458661" y="991731"/>
                </a:lnTo>
                <a:moveTo>
                  <a:pt x="1004505" y="983802"/>
                </a:moveTo>
                <a:lnTo>
                  <a:pt x="1130382" y="936214"/>
                </a:lnTo>
                <a:moveTo>
                  <a:pt x="1353566" y="969420"/>
                </a:moveTo>
                <a:lnTo>
                  <a:pt x="1379047" y="870323"/>
                </a:lnTo>
                <a:moveTo>
                  <a:pt x="973340" y="1110654"/>
                </a:moveTo>
                <a:lnTo>
                  <a:pt x="1001779" y="995393"/>
                </a:lnTo>
                <a:moveTo>
                  <a:pt x="852291" y="632356"/>
                </a:moveTo>
                <a:lnTo>
                  <a:pt x="863166" y="545213"/>
                </a:lnTo>
                <a:moveTo>
                  <a:pt x="960442" y="1171800"/>
                </a:moveTo>
                <a:lnTo>
                  <a:pt x="879382" y="1200024"/>
                </a:lnTo>
                <a:moveTo>
                  <a:pt x="1061689" y="794305"/>
                </a:moveTo>
                <a:lnTo>
                  <a:pt x="1075444" y="752159"/>
                </a:lnTo>
                <a:moveTo>
                  <a:pt x="1486966" y="536828"/>
                </a:moveTo>
                <a:lnTo>
                  <a:pt x="1375761" y="538441"/>
                </a:lnTo>
                <a:moveTo>
                  <a:pt x="1075444" y="752159"/>
                </a:moveTo>
                <a:lnTo>
                  <a:pt x="1000531" y="614391"/>
                </a:lnTo>
                <a:moveTo>
                  <a:pt x="1177275" y="783879"/>
                </a:moveTo>
                <a:lnTo>
                  <a:pt x="1075444" y="752159"/>
                </a:lnTo>
                <a:moveTo>
                  <a:pt x="1558473" y="611011"/>
                </a:moveTo>
                <a:lnTo>
                  <a:pt x="1486966" y="536828"/>
                </a:lnTo>
                <a:moveTo>
                  <a:pt x="1277707" y="832623"/>
                </a:moveTo>
                <a:lnTo>
                  <a:pt x="1231494" y="809265"/>
                </a:lnTo>
                <a:moveTo>
                  <a:pt x="1379047" y="870323"/>
                </a:moveTo>
                <a:lnTo>
                  <a:pt x="1277707" y="832623"/>
                </a:lnTo>
                <a:moveTo>
                  <a:pt x="1447327" y="312544"/>
                </a:moveTo>
                <a:lnTo>
                  <a:pt x="1463478" y="204971"/>
                </a:lnTo>
                <a:moveTo>
                  <a:pt x="1277707" y="832623"/>
                </a:moveTo>
                <a:lnTo>
                  <a:pt x="1281527" y="815703"/>
                </a:lnTo>
                <a:moveTo>
                  <a:pt x="1447327" y="312544"/>
                </a:moveTo>
                <a:lnTo>
                  <a:pt x="1445871" y="264570"/>
                </a:lnTo>
                <a:moveTo>
                  <a:pt x="1001779" y="995393"/>
                </a:moveTo>
                <a:lnTo>
                  <a:pt x="903878" y="950732"/>
                </a:lnTo>
                <a:moveTo>
                  <a:pt x="1850706" y="899792"/>
                </a:moveTo>
                <a:lnTo>
                  <a:pt x="1851339" y="820520"/>
                </a:lnTo>
                <a:moveTo>
                  <a:pt x="1277707" y="832623"/>
                </a:moveTo>
                <a:lnTo>
                  <a:pt x="1168139" y="813356"/>
                </a:lnTo>
                <a:moveTo>
                  <a:pt x="1281527" y="815703"/>
                </a:moveTo>
                <a:lnTo>
                  <a:pt x="1231494" y="809265"/>
                </a:lnTo>
                <a:moveTo>
                  <a:pt x="1379047" y="870323"/>
                </a:moveTo>
                <a:lnTo>
                  <a:pt x="1281527" y="815703"/>
                </a:lnTo>
                <a:moveTo>
                  <a:pt x="1075444" y="752159"/>
                </a:moveTo>
                <a:lnTo>
                  <a:pt x="1105576" y="636825"/>
                </a:lnTo>
                <a:moveTo>
                  <a:pt x="1177275" y="783879"/>
                </a:moveTo>
                <a:lnTo>
                  <a:pt x="1061689" y="794305"/>
                </a:lnTo>
                <a:moveTo>
                  <a:pt x="903878" y="950732"/>
                </a:moveTo>
                <a:lnTo>
                  <a:pt x="834378" y="790902"/>
                </a:lnTo>
                <a:moveTo>
                  <a:pt x="1004505" y="983802"/>
                </a:moveTo>
                <a:lnTo>
                  <a:pt x="903878" y="950732"/>
                </a:lnTo>
                <a:moveTo>
                  <a:pt x="1000531" y="614391"/>
                </a:moveTo>
                <a:lnTo>
                  <a:pt x="1012486" y="573996"/>
                </a:lnTo>
                <a:moveTo>
                  <a:pt x="1231494" y="809265"/>
                </a:moveTo>
                <a:lnTo>
                  <a:pt x="1177275" y="783879"/>
                </a:lnTo>
                <a:moveTo>
                  <a:pt x="1853356" y="810247"/>
                </a:moveTo>
                <a:lnTo>
                  <a:pt x="1832535" y="738006"/>
                </a:lnTo>
                <a:moveTo>
                  <a:pt x="1168139" y="813356"/>
                </a:moveTo>
                <a:lnTo>
                  <a:pt x="1061689" y="794305"/>
                </a:lnTo>
                <a:moveTo>
                  <a:pt x="1168139" y="813356"/>
                </a:moveTo>
                <a:lnTo>
                  <a:pt x="1231494" y="809265"/>
                </a:lnTo>
                <a:moveTo>
                  <a:pt x="1075444" y="752159"/>
                </a:moveTo>
                <a:lnTo>
                  <a:pt x="976119" y="689953"/>
                </a:lnTo>
                <a:moveTo>
                  <a:pt x="1039219" y="866385"/>
                </a:moveTo>
                <a:lnTo>
                  <a:pt x="1061689" y="794305"/>
                </a:lnTo>
                <a:moveTo>
                  <a:pt x="1379047" y="870323"/>
                </a:moveTo>
                <a:lnTo>
                  <a:pt x="1389017" y="832248"/>
                </a:lnTo>
                <a:moveTo>
                  <a:pt x="1389017" y="832248"/>
                </a:moveTo>
                <a:lnTo>
                  <a:pt x="1281527" y="815703"/>
                </a:lnTo>
                <a:moveTo>
                  <a:pt x="1168139" y="813356"/>
                </a:moveTo>
                <a:lnTo>
                  <a:pt x="1177275" y="783879"/>
                </a:lnTo>
                <a:moveTo>
                  <a:pt x="1414286" y="459373"/>
                </a:moveTo>
                <a:lnTo>
                  <a:pt x="1447327" y="312544"/>
                </a:lnTo>
                <a:moveTo>
                  <a:pt x="1288238" y="41588"/>
                </a:moveTo>
                <a:lnTo>
                  <a:pt x="1286264" y="0"/>
                </a:lnTo>
                <a:moveTo>
                  <a:pt x="1832535" y="738006"/>
                </a:moveTo>
                <a:lnTo>
                  <a:pt x="1799121" y="637928"/>
                </a:lnTo>
                <a:moveTo>
                  <a:pt x="1105576" y="636825"/>
                </a:moveTo>
                <a:lnTo>
                  <a:pt x="1000531" y="614391"/>
                </a:lnTo>
                <a:moveTo>
                  <a:pt x="834378" y="790902"/>
                </a:moveTo>
                <a:lnTo>
                  <a:pt x="826630" y="781340"/>
                </a:lnTo>
                <a:moveTo>
                  <a:pt x="1075444" y="752159"/>
                </a:moveTo>
                <a:lnTo>
                  <a:pt x="959006" y="820002"/>
                </a:lnTo>
                <a:moveTo>
                  <a:pt x="1177275" y="783879"/>
                </a:moveTo>
                <a:lnTo>
                  <a:pt x="1105576" y="636825"/>
                </a:lnTo>
                <a:moveTo>
                  <a:pt x="1558473" y="611011"/>
                </a:moveTo>
                <a:lnTo>
                  <a:pt x="1578284" y="600090"/>
                </a:lnTo>
                <a:moveTo>
                  <a:pt x="1353566" y="969420"/>
                </a:moveTo>
                <a:lnTo>
                  <a:pt x="1475312" y="880474"/>
                </a:lnTo>
                <a:moveTo>
                  <a:pt x="1001779" y="995393"/>
                </a:moveTo>
                <a:lnTo>
                  <a:pt x="1004505" y="983802"/>
                </a:lnTo>
                <a:moveTo>
                  <a:pt x="1004505" y="983802"/>
                </a:moveTo>
                <a:lnTo>
                  <a:pt x="1039219" y="866385"/>
                </a:lnTo>
                <a:moveTo>
                  <a:pt x="976119" y="689953"/>
                </a:moveTo>
                <a:lnTo>
                  <a:pt x="1000531" y="614391"/>
                </a:lnTo>
                <a:moveTo>
                  <a:pt x="1850706" y="899792"/>
                </a:moveTo>
                <a:lnTo>
                  <a:pt x="1819717" y="918008"/>
                </a:lnTo>
                <a:moveTo>
                  <a:pt x="1819717" y="918008"/>
                </a:moveTo>
                <a:lnTo>
                  <a:pt x="1683899" y="973293"/>
                </a:lnTo>
                <a:moveTo>
                  <a:pt x="1481120" y="885840"/>
                </a:moveTo>
                <a:lnTo>
                  <a:pt x="1353566" y="969420"/>
                </a:lnTo>
                <a:moveTo>
                  <a:pt x="903878" y="950732"/>
                </a:moveTo>
                <a:lnTo>
                  <a:pt x="934295" y="825679"/>
                </a:lnTo>
                <a:moveTo>
                  <a:pt x="1087266" y="317199"/>
                </a:moveTo>
                <a:lnTo>
                  <a:pt x="1048028" y="286245"/>
                </a:lnTo>
                <a:moveTo>
                  <a:pt x="1061689" y="794305"/>
                </a:moveTo>
                <a:lnTo>
                  <a:pt x="959006" y="820002"/>
                </a:lnTo>
                <a:moveTo>
                  <a:pt x="1075444" y="752159"/>
                </a:moveTo>
                <a:lnTo>
                  <a:pt x="939842" y="804808"/>
                </a:lnTo>
                <a:moveTo>
                  <a:pt x="1677728" y="584187"/>
                </a:moveTo>
                <a:lnTo>
                  <a:pt x="1578284" y="600090"/>
                </a:lnTo>
                <a:moveTo>
                  <a:pt x="1688587" y="609864"/>
                </a:moveTo>
                <a:lnTo>
                  <a:pt x="1677728" y="584187"/>
                </a:lnTo>
                <a:moveTo>
                  <a:pt x="826630" y="781340"/>
                </a:moveTo>
                <a:lnTo>
                  <a:pt x="852291" y="632356"/>
                </a:lnTo>
                <a:moveTo>
                  <a:pt x="1458661" y="991731"/>
                </a:moveTo>
                <a:lnTo>
                  <a:pt x="1481120" y="885840"/>
                </a:lnTo>
                <a:moveTo>
                  <a:pt x="1824115" y="864522"/>
                </a:moveTo>
                <a:lnTo>
                  <a:pt x="1851339" y="820520"/>
                </a:lnTo>
                <a:moveTo>
                  <a:pt x="925744" y="1267456"/>
                </a:moveTo>
                <a:lnTo>
                  <a:pt x="879382" y="1200024"/>
                </a:lnTo>
                <a:moveTo>
                  <a:pt x="1683899" y="973293"/>
                </a:moveTo>
                <a:lnTo>
                  <a:pt x="1581134" y="952930"/>
                </a:lnTo>
                <a:moveTo>
                  <a:pt x="1039219" y="866385"/>
                </a:moveTo>
                <a:lnTo>
                  <a:pt x="959006" y="820002"/>
                </a:lnTo>
                <a:moveTo>
                  <a:pt x="1115453" y="591904"/>
                </a:moveTo>
                <a:lnTo>
                  <a:pt x="1012486" y="573996"/>
                </a:lnTo>
                <a:moveTo>
                  <a:pt x="1012486" y="573996"/>
                </a:moveTo>
                <a:lnTo>
                  <a:pt x="910153" y="649255"/>
                </a:lnTo>
                <a:moveTo>
                  <a:pt x="1115453" y="591904"/>
                </a:moveTo>
                <a:lnTo>
                  <a:pt x="1000531" y="614391"/>
                </a:lnTo>
                <a:moveTo>
                  <a:pt x="1389017" y="832248"/>
                </a:moveTo>
                <a:lnTo>
                  <a:pt x="1418096" y="721748"/>
                </a:lnTo>
                <a:moveTo>
                  <a:pt x="1000531" y="614391"/>
                </a:moveTo>
                <a:lnTo>
                  <a:pt x="910153" y="649255"/>
                </a:lnTo>
                <a:moveTo>
                  <a:pt x="1380808" y="42238"/>
                </a:moveTo>
                <a:lnTo>
                  <a:pt x="1364480" y="41550"/>
                </a:lnTo>
                <a:moveTo>
                  <a:pt x="1475312" y="880474"/>
                </a:moveTo>
                <a:lnTo>
                  <a:pt x="1379047" y="870323"/>
                </a:lnTo>
                <a:moveTo>
                  <a:pt x="1039219" y="866385"/>
                </a:moveTo>
                <a:lnTo>
                  <a:pt x="934295" y="825679"/>
                </a:lnTo>
                <a:moveTo>
                  <a:pt x="1574268" y="936917"/>
                </a:moveTo>
                <a:lnTo>
                  <a:pt x="1553725" y="969536"/>
                </a:lnTo>
                <a:moveTo>
                  <a:pt x="934295" y="825679"/>
                </a:moveTo>
                <a:lnTo>
                  <a:pt x="834378" y="790902"/>
                </a:lnTo>
                <a:moveTo>
                  <a:pt x="1004505" y="983802"/>
                </a:moveTo>
                <a:lnTo>
                  <a:pt x="934295" y="825679"/>
                </a:lnTo>
                <a:moveTo>
                  <a:pt x="1380808" y="42238"/>
                </a:moveTo>
                <a:lnTo>
                  <a:pt x="1288238" y="41588"/>
                </a:lnTo>
                <a:moveTo>
                  <a:pt x="1087266" y="317199"/>
                </a:moveTo>
                <a:lnTo>
                  <a:pt x="1081197" y="316541"/>
                </a:lnTo>
                <a:moveTo>
                  <a:pt x="1231494" y="809265"/>
                </a:moveTo>
                <a:lnTo>
                  <a:pt x="1198626" y="688135"/>
                </a:lnTo>
                <a:moveTo>
                  <a:pt x="1105576" y="636825"/>
                </a:moveTo>
                <a:lnTo>
                  <a:pt x="1115453" y="591904"/>
                </a:lnTo>
                <a:moveTo>
                  <a:pt x="1115453" y="591904"/>
                </a:moveTo>
                <a:lnTo>
                  <a:pt x="1099478" y="457750"/>
                </a:lnTo>
                <a:moveTo>
                  <a:pt x="1281527" y="815703"/>
                </a:moveTo>
                <a:lnTo>
                  <a:pt x="1309847" y="695699"/>
                </a:lnTo>
                <a:moveTo>
                  <a:pt x="1475312" y="880474"/>
                </a:moveTo>
                <a:lnTo>
                  <a:pt x="1389017" y="832248"/>
                </a:lnTo>
                <a:moveTo>
                  <a:pt x="1112350" y="395350"/>
                </a:moveTo>
                <a:lnTo>
                  <a:pt x="1111437" y="370924"/>
                </a:lnTo>
                <a:moveTo>
                  <a:pt x="1428251" y="685970"/>
                </a:moveTo>
                <a:lnTo>
                  <a:pt x="1454785" y="601867"/>
                </a:lnTo>
                <a:moveTo>
                  <a:pt x="1281527" y="815703"/>
                </a:moveTo>
                <a:lnTo>
                  <a:pt x="1198626" y="688135"/>
                </a:lnTo>
                <a:moveTo>
                  <a:pt x="1177275" y="783879"/>
                </a:moveTo>
                <a:lnTo>
                  <a:pt x="1198626" y="688135"/>
                </a:lnTo>
                <a:moveTo>
                  <a:pt x="1375761" y="538441"/>
                </a:moveTo>
                <a:lnTo>
                  <a:pt x="1414286" y="459373"/>
                </a:lnTo>
                <a:moveTo>
                  <a:pt x="976119" y="689953"/>
                </a:moveTo>
                <a:lnTo>
                  <a:pt x="910153" y="649255"/>
                </a:lnTo>
                <a:moveTo>
                  <a:pt x="939842" y="804808"/>
                </a:moveTo>
                <a:lnTo>
                  <a:pt x="976119" y="689953"/>
                </a:lnTo>
                <a:moveTo>
                  <a:pt x="1389017" y="832248"/>
                </a:moveTo>
                <a:lnTo>
                  <a:pt x="1309847" y="695699"/>
                </a:lnTo>
                <a:moveTo>
                  <a:pt x="934295" y="825679"/>
                </a:moveTo>
                <a:lnTo>
                  <a:pt x="959006" y="820002"/>
                </a:lnTo>
                <a:moveTo>
                  <a:pt x="1418096" y="721748"/>
                </a:moveTo>
                <a:lnTo>
                  <a:pt x="1428251" y="685970"/>
                </a:lnTo>
                <a:moveTo>
                  <a:pt x="1389017" y="832248"/>
                </a:moveTo>
                <a:lnTo>
                  <a:pt x="1443685" y="714758"/>
                </a:lnTo>
                <a:moveTo>
                  <a:pt x="1198626" y="688135"/>
                </a:moveTo>
                <a:lnTo>
                  <a:pt x="1105576" y="636825"/>
                </a:lnTo>
                <a:moveTo>
                  <a:pt x="959006" y="820002"/>
                </a:moveTo>
                <a:lnTo>
                  <a:pt x="939842" y="804808"/>
                </a:lnTo>
                <a:moveTo>
                  <a:pt x="879382" y="1200024"/>
                </a:moveTo>
                <a:lnTo>
                  <a:pt x="841088" y="1153725"/>
                </a:lnTo>
                <a:moveTo>
                  <a:pt x="1081197" y="316541"/>
                </a:moveTo>
                <a:lnTo>
                  <a:pt x="1048028" y="286245"/>
                </a:lnTo>
                <a:moveTo>
                  <a:pt x="1574268" y="936917"/>
                </a:moveTo>
                <a:lnTo>
                  <a:pt x="1458661" y="991731"/>
                </a:lnTo>
                <a:moveTo>
                  <a:pt x="934295" y="825679"/>
                </a:moveTo>
                <a:lnTo>
                  <a:pt x="939842" y="804808"/>
                </a:lnTo>
                <a:moveTo>
                  <a:pt x="1418096" y="721748"/>
                </a:moveTo>
                <a:lnTo>
                  <a:pt x="1373405" y="694232"/>
                </a:lnTo>
                <a:moveTo>
                  <a:pt x="1767626" y="643087"/>
                </a:moveTo>
                <a:lnTo>
                  <a:pt x="1688587" y="609864"/>
                </a:lnTo>
                <a:moveTo>
                  <a:pt x="1134118" y="516287"/>
                </a:moveTo>
                <a:lnTo>
                  <a:pt x="1099478" y="457750"/>
                </a:lnTo>
                <a:moveTo>
                  <a:pt x="1428251" y="685970"/>
                </a:moveTo>
                <a:lnTo>
                  <a:pt x="1373405" y="694232"/>
                </a:lnTo>
                <a:moveTo>
                  <a:pt x="1564130" y="251034"/>
                </a:moveTo>
                <a:lnTo>
                  <a:pt x="1545998" y="247023"/>
                </a:lnTo>
                <a:moveTo>
                  <a:pt x="1803079" y="819722"/>
                </a:moveTo>
                <a:lnTo>
                  <a:pt x="1853356" y="810247"/>
                </a:lnTo>
                <a:moveTo>
                  <a:pt x="1418096" y="721748"/>
                </a:moveTo>
                <a:lnTo>
                  <a:pt x="1309847" y="695699"/>
                </a:lnTo>
                <a:moveTo>
                  <a:pt x="1454785" y="601867"/>
                </a:moveTo>
                <a:lnTo>
                  <a:pt x="1375761" y="538441"/>
                </a:lnTo>
                <a:moveTo>
                  <a:pt x="1414286" y="459373"/>
                </a:moveTo>
                <a:lnTo>
                  <a:pt x="1413846" y="393085"/>
                </a:lnTo>
                <a:moveTo>
                  <a:pt x="1788193" y="975064"/>
                </a:moveTo>
                <a:lnTo>
                  <a:pt x="1819717" y="918008"/>
                </a:lnTo>
                <a:moveTo>
                  <a:pt x="1767626" y="643087"/>
                </a:moveTo>
                <a:lnTo>
                  <a:pt x="1756339" y="625433"/>
                </a:lnTo>
                <a:moveTo>
                  <a:pt x="1545998" y="247023"/>
                </a:moveTo>
                <a:lnTo>
                  <a:pt x="1463478" y="204971"/>
                </a:lnTo>
                <a:moveTo>
                  <a:pt x="1581134" y="952930"/>
                </a:moveTo>
                <a:lnTo>
                  <a:pt x="1574268" y="936917"/>
                </a:lnTo>
                <a:moveTo>
                  <a:pt x="1851339" y="820520"/>
                </a:moveTo>
                <a:lnTo>
                  <a:pt x="1803079" y="819722"/>
                </a:lnTo>
                <a:moveTo>
                  <a:pt x="1558473" y="611011"/>
                </a:moveTo>
                <a:lnTo>
                  <a:pt x="1454785" y="601867"/>
                </a:lnTo>
                <a:moveTo>
                  <a:pt x="1443685" y="714758"/>
                </a:moveTo>
                <a:lnTo>
                  <a:pt x="1418096" y="721748"/>
                </a:lnTo>
                <a:moveTo>
                  <a:pt x="1443685" y="714758"/>
                </a:moveTo>
                <a:lnTo>
                  <a:pt x="1428251" y="685970"/>
                </a:lnTo>
                <a:moveTo>
                  <a:pt x="1481120" y="885840"/>
                </a:moveTo>
                <a:lnTo>
                  <a:pt x="1475312" y="880474"/>
                </a:lnTo>
                <a:moveTo>
                  <a:pt x="1482707" y="879796"/>
                </a:moveTo>
                <a:lnTo>
                  <a:pt x="1475312" y="880474"/>
                </a:lnTo>
                <a:moveTo>
                  <a:pt x="1309847" y="695699"/>
                </a:moveTo>
                <a:lnTo>
                  <a:pt x="1373405" y="694232"/>
                </a:lnTo>
                <a:moveTo>
                  <a:pt x="1428251" y="685970"/>
                </a:moveTo>
                <a:lnTo>
                  <a:pt x="1318749" y="659808"/>
                </a:lnTo>
                <a:moveTo>
                  <a:pt x="1470010" y="125515"/>
                </a:moveTo>
                <a:lnTo>
                  <a:pt x="1401195" y="18594"/>
                </a:lnTo>
                <a:moveTo>
                  <a:pt x="1481120" y="885840"/>
                </a:moveTo>
                <a:lnTo>
                  <a:pt x="1482707" y="879796"/>
                </a:lnTo>
                <a:moveTo>
                  <a:pt x="1454785" y="601867"/>
                </a:moveTo>
                <a:lnTo>
                  <a:pt x="1347880" y="552311"/>
                </a:lnTo>
                <a:moveTo>
                  <a:pt x="1380808" y="42238"/>
                </a:moveTo>
                <a:lnTo>
                  <a:pt x="1401195" y="18594"/>
                </a:lnTo>
                <a:moveTo>
                  <a:pt x="1115453" y="591904"/>
                </a:moveTo>
                <a:lnTo>
                  <a:pt x="1134118" y="516287"/>
                </a:lnTo>
                <a:moveTo>
                  <a:pt x="1767700" y="652910"/>
                </a:moveTo>
                <a:lnTo>
                  <a:pt x="1799121" y="637928"/>
                </a:lnTo>
                <a:moveTo>
                  <a:pt x="1309847" y="695699"/>
                </a:moveTo>
                <a:lnTo>
                  <a:pt x="1198626" y="688135"/>
                </a:lnTo>
                <a:moveTo>
                  <a:pt x="1850706" y="899792"/>
                </a:moveTo>
                <a:lnTo>
                  <a:pt x="1824115" y="864522"/>
                </a:lnTo>
                <a:moveTo>
                  <a:pt x="1792841" y="627357"/>
                </a:moveTo>
                <a:lnTo>
                  <a:pt x="1767626" y="643087"/>
                </a:lnTo>
                <a:moveTo>
                  <a:pt x="1373405" y="694232"/>
                </a:moveTo>
                <a:lnTo>
                  <a:pt x="1318749" y="659808"/>
                </a:lnTo>
                <a:moveTo>
                  <a:pt x="1413846" y="393085"/>
                </a:moveTo>
                <a:lnTo>
                  <a:pt x="1447327" y="312544"/>
                </a:lnTo>
                <a:moveTo>
                  <a:pt x="1428251" y="685970"/>
                </a:moveTo>
                <a:lnTo>
                  <a:pt x="1347880" y="552311"/>
                </a:lnTo>
                <a:moveTo>
                  <a:pt x="1309847" y="695699"/>
                </a:moveTo>
                <a:lnTo>
                  <a:pt x="1318749" y="659808"/>
                </a:lnTo>
                <a:moveTo>
                  <a:pt x="1767700" y="652910"/>
                </a:moveTo>
                <a:lnTo>
                  <a:pt x="1792841" y="627357"/>
                </a:lnTo>
                <a:moveTo>
                  <a:pt x="1318749" y="659808"/>
                </a:moveTo>
                <a:lnTo>
                  <a:pt x="1198626" y="688135"/>
                </a:lnTo>
                <a:moveTo>
                  <a:pt x="1672064" y="976802"/>
                </a:moveTo>
                <a:lnTo>
                  <a:pt x="1581134" y="952930"/>
                </a:lnTo>
                <a:moveTo>
                  <a:pt x="1112350" y="395350"/>
                </a:moveTo>
                <a:lnTo>
                  <a:pt x="1087266" y="317199"/>
                </a:lnTo>
                <a:moveTo>
                  <a:pt x="1220053" y="589953"/>
                </a:moveTo>
                <a:lnTo>
                  <a:pt x="1105576" y="636825"/>
                </a:lnTo>
                <a:moveTo>
                  <a:pt x="1500966" y="786239"/>
                </a:moveTo>
                <a:lnTo>
                  <a:pt x="1389017" y="832248"/>
                </a:lnTo>
                <a:moveTo>
                  <a:pt x="1389791" y="73101"/>
                </a:moveTo>
                <a:lnTo>
                  <a:pt x="1401195" y="18594"/>
                </a:lnTo>
                <a:moveTo>
                  <a:pt x="976119" y="689953"/>
                </a:moveTo>
                <a:lnTo>
                  <a:pt x="854362" y="723280"/>
                </a:lnTo>
                <a:moveTo>
                  <a:pt x="1545998" y="247023"/>
                </a:moveTo>
                <a:lnTo>
                  <a:pt x="1447327" y="312544"/>
                </a:lnTo>
                <a:moveTo>
                  <a:pt x="1099478" y="457750"/>
                </a:moveTo>
                <a:lnTo>
                  <a:pt x="1112350" y="395350"/>
                </a:lnTo>
                <a:moveTo>
                  <a:pt x="1788193" y="975064"/>
                </a:moveTo>
                <a:lnTo>
                  <a:pt x="1850706" y="899792"/>
                </a:lnTo>
                <a:moveTo>
                  <a:pt x="1788193" y="975064"/>
                </a:moveTo>
                <a:lnTo>
                  <a:pt x="1683899" y="973293"/>
                </a:lnTo>
                <a:moveTo>
                  <a:pt x="1574268" y="936917"/>
                </a:moveTo>
                <a:lnTo>
                  <a:pt x="1481120" y="885840"/>
                </a:lnTo>
                <a:moveTo>
                  <a:pt x="1791576" y="972842"/>
                </a:moveTo>
                <a:lnTo>
                  <a:pt x="1850706" y="899792"/>
                </a:lnTo>
                <a:moveTo>
                  <a:pt x="1048028" y="286245"/>
                </a:moveTo>
                <a:lnTo>
                  <a:pt x="1007812" y="208339"/>
                </a:lnTo>
                <a:moveTo>
                  <a:pt x="1318749" y="659808"/>
                </a:moveTo>
                <a:lnTo>
                  <a:pt x="1347880" y="552311"/>
                </a:lnTo>
                <a:moveTo>
                  <a:pt x="1220053" y="589953"/>
                </a:moveTo>
                <a:lnTo>
                  <a:pt x="1115453" y="591904"/>
                </a:lnTo>
                <a:moveTo>
                  <a:pt x="1347880" y="552311"/>
                </a:moveTo>
                <a:lnTo>
                  <a:pt x="1375761" y="538441"/>
                </a:lnTo>
                <a:moveTo>
                  <a:pt x="854362" y="723280"/>
                </a:moveTo>
                <a:lnTo>
                  <a:pt x="910153" y="649255"/>
                </a:lnTo>
                <a:moveTo>
                  <a:pt x="939842" y="804808"/>
                </a:moveTo>
                <a:lnTo>
                  <a:pt x="854362" y="723280"/>
                </a:lnTo>
                <a:moveTo>
                  <a:pt x="1447327" y="312544"/>
                </a:moveTo>
                <a:lnTo>
                  <a:pt x="1511577" y="265149"/>
                </a:lnTo>
                <a:moveTo>
                  <a:pt x="1683899" y="973293"/>
                </a:moveTo>
                <a:lnTo>
                  <a:pt x="1672064" y="976802"/>
                </a:lnTo>
                <a:moveTo>
                  <a:pt x="1677728" y="584187"/>
                </a:moveTo>
                <a:lnTo>
                  <a:pt x="1558473" y="611011"/>
                </a:lnTo>
                <a:moveTo>
                  <a:pt x="1375761" y="538441"/>
                </a:moveTo>
                <a:lnTo>
                  <a:pt x="1413846" y="393085"/>
                </a:lnTo>
                <a:moveTo>
                  <a:pt x="1198626" y="688135"/>
                </a:moveTo>
                <a:lnTo>
                  <a:pt x="1220053" y="589953"/>
                </a:lnTo>
                <a:moveTo>
                  <a:pt x="1778779" y="995215"/>
                </a:moveTo>
                <a:lnTo>
                  <a:pt x="1683899" y="973293"/>
                </a:lnTo>
                <a:moveTo>
                  <a:pt x="1500966" y="786239"/>
                </a:moveTo>
                <a:lnTo>
                  <a:pt x="1475312" y="880474"/>
                </a:lnTo>
                <a:moveTo>
                  <a:pt x="1112350" y="395350"/>
                </a:moveTo>
                <a:lnTo>
                  <a:pt x="1081197" y="316541"/>
                </a:lnTo>
                <a:moveTo>
                  <a:pt x="1081197" y="316541"/>
                </a:moveTo>
                <a:lnTo>
                  <a:pt x="1007812" y="208339"/>
                </a:lnTo>
                <a:moveTo>
                  <a:pt x="1380808" y="42238"/>
                </a:moveTo>
                <a:lnTo>
                  <a:pt x="1295913" y="0"/>
                </a:lnTo>
                <a:moveTo>
                  <a:pt x="1482707" y="879796"/>
                </a:moveTo>
                <a:lnTo>
                  <a:pt x="1500966" y="786239"/>
                </a:lnTo>
                <a:moveTo>
                  <a:pt x="1318749" y="659808"/>
                </a:moveTo>
                <a:lnTo>
                  <a:pt x="1220053" y="589953"/>
                </a:lnTo>
                <a:moveTo>
                  <a:pt x="1220053" y="589953"/>
                </a:moveTo>
                <a:lnTo>
                  <a:pt x="1134118" y="516287"/>
                </a:lnTo>
                <a:moveTo>
                  <a:pt x="1791576" y="972842"/>
                </a:moveTo>
                <a:lnTo>
                  <a:pt x="1824115" y="864522"/>
                </a:lnTo>
                <a:moveTo>
                  <a:pt x="1318749" y="659808"/>
                </a:moveTo>
                <a:lnTo>
                  <a:pt x="1222844" y="578010"/>
                </a:lnTo>
                <a:moveTo>
                  <a:pt x="1222844" y="578010"/>
                </a:moveTo>
                <a:lnTo>
                  <a:pt x="1134118" y="516287"/>
                </a:lnTo>
                <a:moveTo>
                  <a:pt x="1525654" y="683807"/>
                </a:moveTo>
                <a:lnTo>
                  <a:pt x="1454785" y="601867"/>
                </a:lnTo>
                <a:moveTo>
                  <a:pt x="1803079" y="819722"/>
                </a:moveTo>
                <a:lnTo>
                  <a:pt x="1832535" y="738006"/>
                </a:lnTo>
                <a:moveTo>
                  <a:pt x="1500966" y="786239"/>
                </a:moveTo>
                <a:lnTo>
                  <a:pt x="1443685" y="714758"/>
                </a:lnTo>
                <a:moveTo>
                  <a:pt x="1788600" y="970114"/>
                </a:moveTo>
                <a:lnTo>
                  <a:pt x="1824115" y="864522"/>
                </a:lnTo>
                <a:moveTo>
                  <a:pt x="1605128" y="605430"/>
                </a:moveTo>
                <a:lnTo>
                  <a:pt x="1558473" y="611011"/>
                </a:lnTo>
                <a:moveTo>
                  <a:pt x="1375761" y="538441"/>
                </a:moveTo>
                <a:lnTo>
                  <a:pt x="1358760" y="499523"/>
                </a:lnTo>
                <a:moveTo>
                  <a:pt x="1134118" y="516287"/>
                </a:moveTo>
                <a:lnTo>
                  <a:pt x="1112350" y="395350"/>
                </a:lnTo>
                <a:moveTo>
                  <a:pt x="1832535" y="738006"/>
                </a:moveTo>
                <a:lnTo>
                  <a:pt x="1767700" y="652910"/>
                </a:lnTo>
                <a:moveTo>
                  <a:pt x="1525654" y="683807"/>
                </a:moveTo>
                <a:lnTo>
                  <a:pt x="1428251" y="685970"/>
                </a:lnTo>
                <a:moveTo>
                  <a:pt x="1347880" y="552311"/>
                </a:moveTo>
                <a:lnTo>
                  <a:pt x="1222844" y="578010"/>
                </a:lnTo>
                <a:moveTo>
                  <a:pt x="1375761" y="538441"/>
                </a:moveTo>
                <a:lnTo>
                  <a:pt x="1377640" y="428843"/>
                </a:lnTo>
                <a:moveTo>
                  <a:pt x="1677728" y="584187"/>
                </a:moveTo>
                <a:lnTo>
                  <a:pt x="1605128" y="605430"/>
                </a:lnTo>
                <a:moveTo>
                  <a:pt x="1347880" y="552311"/>
                </a:moveTo>
                <a:lnTo>
                  <a:pt x="1358760" y="499523"/>
                </a:lnTo>
                <a:moveTo>
                  <a:pt x="1824115" y="864522"/>
                </a:moveTo>
                <a:lnTo>
                  <a:pt x="1803079" y="819722"/>
                </a:lnTo>
                <a:moveTo>
                  <a:pt x="1589068" y="856421"/>
                </a:moveTo>
                <a:lnTo>
                  <a:pt x="1481120" y="885840"/>
                </a:lnTo>
                <a:moveTo>
                  <a:pt x="1791576" y="972842"/>
                </a:moveTo>
                <a:lnTo>
                  <a:pt x="1788193" y="975064"/>
                </a:lnTo>
                <a:moveTo>
                  <a:pt x="1589068" y="856421"/>
                </a:moveTo>
                <a:lnTo>
                  <a:pt x="1482707" y="879796"/>
                </a:lnTo>
                <a:moveTo>
                  <a:pt x="1672064" y="976802"/>
                </a:moveTo>
                <a:lnTo>
                  <a:pt x="1574268" y="936917"/>
                </a:lnTo>
                <a:moveTo>
                  <a:pt x="1824115" y="864522"/>
                </a:moveTo>
                <a:lnTo>
                  <a:pt x="1689190" y="908940"/>
                </a:lnTo>
                <a:moveTo>
                  <a:pt x="1791576" y="972842"/>
                </a:moveTo>
                <a:lnTo>
                  <a:pt x="1788600" y="970114"/>
                </a:lnTo>
                <a:moveTo>
                  <a:pt x="1767626" y="643087"/>
                </a:moveTo>
                <a:lnTo>
                  <a:pt x="1677728" y="584187"/>
                </a:lnTo>
                <a:moveTo>
                  <a:pt x="1525654" y="683807"/>
                </a:moveTo>
                <a:lnTo>
                  <a:pt x="1443685" y="714758"/>
                </a:lnTo>
                <a:moveTo>
                  <a:pt x="1220053" y="589953"/>
                </a:moveTo>
                <a:lnTo>
                  <a:pt x="1222844" y="578010"/>
                </a:lnTo>
                <a:moveTo>
                  <a:pt x="1377640" y="428843"/>
                </a:moveTo>
                <a:lnTo>
                  <a:pt x="1413846" y="393085"/>
                </a:lnTo>
                <a:moveTo>
                  <a:pt x="1788600" y="970114"/>
                </a:moveTo>
                <a:lnTo>
                  <a:pt x="1672064" y="976802"/>
                </a:lnTo>
                <a:moveTo>
                  <a:pt x="1788193" y="975064"/>
                </a:moveTo>
                <a:lnTo>
                  <a:pt x="1778779" y="995215"/>
                </a:lnTo>
                <a:moveTo>
                  <a:pt x="1081197" y="316541"/>
                </a:moveTo>
                <a:lnTo>
                  <a:pt x="1075659" y="278054"/>
                </a:lnTo>
                <a:moveTo>
                  <a:pt x="1413846" y="393085"/>
                </a:moveTo>
                <a:lnTo>
                  <a:pt x="1511577" y="265149"/>
                </a:lnTo>
                <a:moveTo>
                  <a:pt x="1689190" y="908940"/>
                </a:moveTo>
                <a:lnTo>
                  <a:pt x="1574268" y="936917"/>
                </a:lnTo>
                <a:moveTo>
                  <a:pt x="1470010" y="125515"/>
                </a:moveTo>
                <a:lnTo>
                  <a:pt x="1389791" y="73101"/>
                </a:lnTo>
                <a:moveTo>
                  <a:pt x="1525654" y="683807"/>
                </a:moveTo>
                <a:lnTo>
                  <a:pt x="1558473" y="611011"/>
                </a:lnTo>
                <a:moveTo>
                  <a:pt x="1791576" y="972842"/>
                </a:moveTo>
                <a:lnTo>
                  <a:pt x="1778779" y="995215"/>
                </a:lnTo>
                <a:moveTo>
                  <a:pt x="1389791" y="73101"/>
                </a:moveTo>
                <a:lnTo>
                  <a:pt x="1380808" y="42238"/>
                </a:lnTo>
                <a:moveTo>
                  <a:pt x="1778779" y="995215"/>
                </a:moveTo>
                <a:lnTo>
                  <a:pt x="1788600" y="970114"/>
                </a:lnTo>
                <a:moveTo>
                  <a:pt x="1134118" y="516287"/>
                </a:moveTo>
                <a:lnTo>
                  <a:pt x="1137993" y="455138"/>
                </a:lnTo>
                <a:moveTo>
                  <a:pt x="1370980" y="59721"/>
                </a:moveTo>
                <a:lnTo>
                  <a:pt x="1380808" y="42238"/>
                </a:lnTo>
                <a:moveTo>
                  <a:pt x="1824115" y="864522"/>
                </a:moveTo>
                <a:lnTo>
                  <a:pt x="1699194" y="859665"/>
                </a:lnTo>
                <a:moveTo>
                  <a:pt x="1574268" y="936917"/>
                </a:moveTo>
                <a:lnTo>
                  <a:pt x="1589068" y="856421"/>
                </a:lnTo>
                <a:moveTo>
                  <a:pt x="1778779" y="995215"/>
                </a:moveTo>
                <a:lnTo>
                  <a:pt x="1672064" y="976802"/>
                </a:lnTo>
                <a:moveTo>
                  <a:pt x="1358760" y="499523"/>
                </a:moveTo>
                <a:lnTo>
                  <a:pt x="1377640" y="428843"/>
                </a:lnTo>
                <a:moveTo>
                  <a:pt x="1788600" y="970114"/>
                </a:moveTo>
                <a:lnTo>
                  <a:pt x="1689190" y="908940"/>
                </a:lnTo>
                <a:moveTo>
                  <a:pt x="1545998" y="247023"/>
                </a:moveTo>
                <a:lnTo>
                  <a:pt x="1511577" y="265149"/>
                </a:lnTo>
                <a:moveTo>
                  <a:pt x="1672064" y="976802"/>
                </a:moveTo>
                <a:lnTo>
                  <a:pt x="1689190" y="908940"/>
                </a:lnTo>
                <a:moveTo>
                  <a:pt x="1161497" y="358240"/>
                </a:moveTo>
                <a:lnTo>
                  <a:pt x="1081197" y="316541"/>
                </a:lnTo>
                <a:moveTo>
                  <a:pt x="1470010" y="125515"/>
                </a:moveTo>
                <a:lnTo>
                  <a:pt x="1356717" y="100239"/>
                </a:lnTo>
                <a:moveTo>
                  <a:pt x="1435751" y="215837"/>
                </a:moveTo>
                <a:lnTo>
                  <a:pt x="1470010" y="125515"/>
                </a:lnTo>
                <a:moveTo>
                  <a:pt x="1389791" y="73101"/>
                </a:moveTo>
                <a:lnTo>
                  <a:pt x="1370980" y="59721"/>
                </a:lnTo>
                <a:moveTo>
                  <a:pt x="1803079" y="819722"/>
                </a:moveTo>
                <a:lnTo>
                  <a:pt x="1767700" y="652910"/>
                </a:lnTo>
                <a:moveTo>
                  <a:pt x="1525654" y="683807"/>
                </a:moveTo>
                <a:lnTo>
                  <a:pt x="1605128" y="605430"/>
                </a:lnTo>
                <a:moveTo>
                  <a:pt x="1165962" y="335980"/>
                </a:moveTo>
                <a:lnTo>
                  <a:pt x="1081197" y="316541"/>
                </a:lnTo>
                <a:moveTo>
                  <a:pt x="1665428" y="580415"/>
                </a:moveTo>
                <a:lnTo>
                  <a:pt x="1677728" y="584187"/>
                </a:lnTo>
                <a:moveTo>
                  <a:pt x="1767700" y="652910"/>
                </a:moveTo>
                <a:lnTo>
                  <a:pt x="1767626" y="643087"/>
                </a:lnTo>
                <a:moveTo>
                  <a:pt x="1589068" y="856421"/>
                </a:moveTo>
                <a:lnTo>
                  <a:pt x="1500966" y="786239"/>
                </a:lnTo>
                <a:moveTo>
                  <a:pt x="1358760" y="499523"/>
                </a:moveTo>
                <a:lnTo>
                  <a:pt x="1335376" y="460486"/>
                </a:lnTo>
                <a:moveTo>
                  <a:pt x="1500966" y="786239"/>
                </a:moveTo>
                <a:lnTo>
                  <a:pt x="1525654" y="683807"/>
                </a:lnTo>
                <a:moveTo>
                  <a:pt x="1764373" y="647245"/>
                </a:moveTo>
                <a:lnTo>
                  <a:pt x="1767626" y="643087"/>
                </a:lnTo>
                <a:moveTo>
                  <a:pt x="1347880" y="552311"/>
                </a:moveTo>
                <a:lnTo>
                  <a:pt x="1235508" y="495700"/>
                </a:lnTo>
                <a:moveTo>
                  <a:pt x="1222844" y="578010"/>
                </a:moveTo>
                <a:lnTo>
                  <a:pt x="1137993" y="455138"/>
                </a:lnTo>
                <a:moveTo>
                  <a:pt x="1356717" y="100239"/>
                </a:moveTo>
                <a:lnTo>
                  <a:pt x="1389791" y="73101"/>
                </a:lnTo>
                <a:moveTo>
                  <a:pt x="1590569" y="845850"/>
                </a:moveTo>
                <a:lnTo>
                  <a:pt x="1500966" y="786239"/>
                </a:lnTo>
                <a:moveTo>
                  <a:pt x="1767700" y="652910"/>
                </a:moveTo>
                <a:lnTo>
                  <a:pt x="1764373" y="647245"/>
                </a:lnTo>
                <a:moveTo>
                  <a:pt x="1137993" y="455138"/>
                </a:moveTo>
                <a:lnTo>
                  <a:pt x="1112350" y="395350"/>
                </a:lnTo>
                <a:moveTo>
                  <a:pt x="1803079" y="819722"/>
                </a:moveTo>
                <a:lnTo>
                  <a:pt x="1754402" y="674927"/>
                </a:lnTo>
                <a:moveTo>
                  <a:pt x="1377640" y="428843"/>
                </a:moveTo>
                <a:lnTo>
                  <a:pt x="1335376" y="460486"/>
                </a:lnTo>
                <a:moveTo>
                  <a:pt x="1546262" y="678556"/>
                </a:moveTo>
                <a:lnTo>
                  <a:pt x="1605128" y="605430"/>
                </a:lnTo>
                <a:moveTo>
                  <a:pt x="1511577" y="265149"/>
                </a:moveTo>
                <a:lnTo>
                  <a:pt x="1435751" y="215837"/>
                </a:lnTo>
                <a:moveTo>
                  <a:pt x="1689190" y="908940"/>
                </a:moveTo>
                <a:lnTo>
                  <a:pt x="1589068" y="856421"/>
                </a:lnTo>
                <a:moveTo>
                  <a:pt x="1356717" y="100239"/>
                </a:moveTo>
                <a:lnTo>
                  <a:pt x="1370980" y="59721"/>
                </a:lnTo>
                <a:moveTo>
                  <a:pt x="1075659" y="278054"/>
                </a:moveTo>
                <a:lnTo>
                  <a:pt x="1007812" y="208339"/>
                </a:lnTo>
                <a:moveTo>
                  <a:pt x="1470010" y="125515"/>
                </a:moveTo>
                <a:lnTo>
                  <a:pt x="1336594" y="151589"/>
                </a:lnTo>
                <a:moveTo>
                  <a:pt x="1665428" y="580415"/>
                </a:moveTo>
                <a:lnTo>
                  <a:pt x="1605128" y="605430"/>
                </a:lnTo>
                <a:moveTo>
                  <a:pt x="1699194" y="859665"/>
                </a:moveTo>
                <a:lnTo>
                  <a:pt x="1803079" y="819722"/>
                </a:lnTo>
                <a:moveTo>
                  <a:pt x="1500966" y="786239"/>
                </a:moveTo>
                <a:lnTo>
                  <a:pt x="1546262" y="678556"/>
                </a:lnTo>
                <a:moveTo>
                  <a:pt x="1754402" y="674927"/>
                </a:moveTo>
                <a:lnTo>
                  <a:pt x="1767700" y="652910"/>
                </a:lnTo>
                <a:moveTo>
                  <a:pt x="1689190" y="908940"/>
                </a:moveTo>
                <a:lnTo>
                  <a:pt x="1590569" y="845850"/>
                </a:lnTo>
                <a:moveTo>
                  <a:pt x="1413846" y="393085"/>
                </a:moveTo>
                <a:lnTo>
                  <a:pt x="1496501" y="351065"/>
                </a:lnTo>
                <a:moveTo>
                  <a:pt x="1754402" y="674927"/>
                </a:moveTo>
                <a:lnTo>
                  <a:pt x="1764373" y="647245"/>
                </a:lnTo>
                <a:moveTo>
                  <a:pt x="1689190" y="908940"/>
                </a:moveTo>
                <a:lnTo>
                  <a:pt x="1699194" y="859665"/>
                </a:lnTo>
                <a:moveTo>
                  <a:pt x="1222844" y="578010"/>
                </a:moveTo>
                <a:lnTo>
                  <a:pt x="1235508" y="495700"/>
                </a:lnTo>
                <a:moveTo>
                  <a:pt x="1358760" y="499523"/>
                </a:moveTo>
                <a:lnTo>
                  <a:pt x="1235508" y="495700"/>
                </a:lnTo>
                <a:moveTo>
                  <a:pt x="1767626" y="643087"/>
                </a:moveTo>
                <a:lnTo>
                  <a:pt x="1665428" y="580415"/>
                </a:lnTo>
                <a:moveTo>
                  <a:pt x="1589068" y="856421"/>
                </a:moveTo>
                <a:lnTo>
                  <a:pt x="1590569" y="845850"/>
                </a:lnTo>
                <a:moveTo>
                  <a:pt x="1161497" y="358240"/>
                </a:moveTo>
                <a:lnTo>
                  <a:pt x="1112350" y="395350"/>
                </a:lnTo>
                <a:moveTo>
                  <a:pt x="1413846" y="393085"/>
                </a:moveTo>
                <a:lnTo>
                  <a:pt x="1380048" y="371225"/>
                </a:lnTo>
                <a:moveTo>
                  <a:pt x="1803079" y="819722"/>
                </a:moveTo>
                <a:lnTo>
                  <a:pt x="1730066" y="738137"/>
                </a:lnTo>
                <a:moveTo>
                  <a:pt x="1109463" y="144847"/>
                </a:moveTo>
                <a:lnTo>
                  <a:pt x="1007812" y="208339"/>
                </a:lnTo>
                <a:moveTo>
                  <a:pt x="1764373" y="647245"/>
                </a:moveTo>
                <a:lnTo>
                  <a:pt x="1665428" y="580415"/>
                </a:lnTo>
                <a:moveTo>
                  <a:pt x="1370980" y="59721"/>
                </a:moveTo>
                <a:lnTo>
                  <a:pt x="1313368" y="141100"/>
                </a:lnTo>
                <a:moveTo>
                  <a:pt x="1098454" y="181119"/>
                </a:moveTo>
                <a:lnTo>
                  <a:pt x="1007812" y="208339"/>
                </a:lnTo>
                <a:moveTo>
                  <a:pt x="1699194" y="859665"/>
                </a:moveTo>
                <a:lnTo>
                  <a:pt x="1590569" y="845850"/>
                </a:lnTo>
                <a:moveTo>
                  <a:pt x="1546262" y="678556"/>
                </a:moveTo>
                <a:lnTo>
                  <a:pt x="1525654" y="683807"/>
                </a:lnTo>
                <a:moveTo>
                  <a:pt x="1496501" y="351065"/>
                </a:moveTo>
                <a:lnTo>
                  <a:pt x="1511577" y="265149"/>
                </a:lnTo>
                <a:moveTo>
                  <a:pt x="1336594" y="151589"/>
                </a:moveTo>
                <a:lnTo>
                  <a:pt x="1356717" y="100239"/>
                </a:lnTo>
                <a:moveTo>
                  <a:pt x="1356717" y="100239"/>
                </a:moveTo>
                <a:lnTo>
                  <a:pt x="1313368" y="141100"/>
                </a:lnTo>
                <a:moveTo>
                  <a:pt x="1435751" y="215837"/>
                </a:moveTo>
                <a:lnTo>
                  <a:pt x="1336594" y="151589"/>
                </a:lnTo>
                <a:moveTo>
                  <a:pt x="1764373" y="647245"/>
                </a:moveTo>
                <a:lnTo>
                  <a:pt x="1717302" y="728510"/>
                </a:lnTo>
                <a:moveTo>
                  <a:pt x="1235508" y="495700"/>
                </a:moveTo>
                <a:lnTo>
                  <a:pt x="1335376" y="460486"/>
                </a:lnTo>
                <a:moveTo>
                  <a:pt x="1607791" y="752567"/>
                </a:moveTo>
                <a:lnTo>
                  <a:pt x="1500966" y="786239"/>
                </a:lnTo>
                <a:moveTo>
                  <a:pt x="1377640" y="428843"/>
                </a:moveTo>
                <a:lnTo>
                  <a:pt x="1269909" y="361056"/>
                </a:lnTo>
                <a:moveTo>
                  <a:pt x="1377640" y="428843"/>
                </a:moveTo>
                <a:lnTo>
                  <a:pt x="1380048" y="371225"/>
                </a:lnTo>
                <a:moveTo>
                  <a:pt x="1402287" y="296488"/>
                </a:moveTo>
                <a:lnTo>
                  <a:pt x="1511577" y="265149"/>
                </a:lnTo>
                <a:moveTo>
                  <a:pt x="1730066" y="738137"/>
                </a:moveTo>
                <a:lnTo>
                  <a:pt x="1754402" y="674927"/>
                </a:lnTo>
                <a:moveTo>
                  <a:pt x="1235508" y="495700"/>
                </a:moveTo>
                <a:lnTo>
                  <a:pt x="1137993" y="455138"/>
                </a:lnTo>
                <a:moveTo>
                  <a:pt x="1754402" y="674927"/>
                </a:moveTo>
                <a:lnTo>
                  <a:pt x="1717302" y="728510"/>
                </a:lnTo>
                <a:moveTo>
                  <a:pt x="1137993" y="455138"/>
                </a:moveTo>
                <a:lnTo>
                  <a:pt x="1161497" y="358240"/>
                </a:lnTo>
                <a:moveTo>
                  <a:pt x="1699194" y="859665"/>
                </a:moveTo>
                <a:lnTo>
                  <a:pt x="1730066" y="738137"/>
                </a:lnTo>
                <a:moveTo>
                  <a:pt x="1335376" y="460486"/>
                </a:moveTo>
                <a:lnTo>
                  <a:pt x="1263643" y="386136"/>
                </a:lnTo>
                <a:moveTo>
                  <a:pt x="1336594" y="151589"/>
                </a:moveTo>
                <a:lnTo>
                  <a:pt x="1313368" y="141100"/>
                </a:lnTo>
                <a:moveTo>
                  <a:pt x="1435751" y="215837"/>
                </a:moveTo>
                <a:lnTo>
                  <a:pt x="1301271" y="254848"/>
                </a:lnTo>
                <a:moveTo>
                  <a:pt x="1075659" y="278054"/>
                </a:moveTo>
                <a:lnTo>
                  <a:pt x="1098454" y="181119"/>
                </a:lnTo>
                <a:moveTo>
                  <a:pt x="1402287" y="296488"/>
                </a:moveTo>
                <a:lnTo>
                  <a:pt x="1435751" y="215837"/>
                </a:lnTo>
                <a:moveTo>
                  <a:pt x="1335376" y="460486"/>
                </a:moveTo>
                <a:lnTo>
                  <a:pt x="1269909" y="361056"/>
                </a:lnTo>
                <a:moveTo>
                  <a:pt x="1165962" y="335980"/>
                </a:moveTo>
                <a:lnTo>
                  <a:pt x="1075659" y="278054"/>
                </a:lnTo>
                <a:moveTo>
                  <a:pt x="1263643" y="386136"/>
                </a:moveTo>
                <a:lnTo>
                  <a:pt x="1137993" y="455138"/>
                </a:lnTo>
                <a:moveTo>
                  <a:pt x="1200070" y="215463"/>
                </a:moveTo>
                <a:lnTo>
                  <a:pt x="1075659" y="278054"/>
                </a:lnTo>
                <a:moveTo>
                  <a:pt x="1633845" y="638185"/>
                </a:moveTo>
                <a:lnTo>
                  <a:pt x="1605128" y="605430"/>
                </a:lnTo>
                <a:moveTo>
                  <a:pt x="1336594" y="151589"/>
                </a:moveTo>
                <a:lnTo>
                  <a:pt x="1220588" y="152643"/>
                </a:lnTo>
                <a:moveTo>
                  <a:pt x="1590569" y="845850"/>
                </a:moveTo>
                <a:lnTo>
                  <a:pt x="1607791" y="752567"/>
                </a:lnTo>
                <a:moveTo>
                  <a:pt x="1220588" y="152643"/>
                </a:moveTo>
                <a:lnTo>
                  <a:pt x="1313368" y="141100"/>
                </a:lnTo>
                <a:moveTo>
                  <a:pt x="1699194" y="859665"/>
                </a:moveTo>
                <a:lnTo>
                  <a:pt x="1607791" y="752567"/>
                </a:lnTo>
                <a:moveTo>
                  <a:pt x="1730066" y="738137"/>
                </a:moveTo>
                <a:lnTo>
                  <a:pt x="1717302" y="728510"/>
                </a:lnTo>
                <a:moveTo>
                  <a:pt x="1607791" y="752567"/>
                </a:moveTo>
                <a:lnTo>
                  <a:pt x="1546262" y="678556"/>
                </a:lnTo>
                <a:moveTo>
                  <a:pt x="1336594" y="151589"/>
                </a:moveTo>
                <a:lnTo>
                  <a:pt x="1200070" y="215463"/>
                </a:lnTo>
                <a:moveTo>
                  <a:pt x="1235508" y="495700"/>
                </a:moveTo>
                <a:lnTo>
                  <a:pt x="1263643" y="386136"/>
                </a:lnTo>
                <a:moveTo>
                  <a:pt x="1161497" y="358240"/>
                </a:moveTo>
                <a:lnTo>
                  <a:pt x="1165962" y="335980"/>
                </a:lnTo>
                <a:moveTo>
                  <a:pt x="1220588" y="152643"/>
                </a:moveTo>
                <a:lnTo>
                  <a:pt x="1109463" y="144847"/>
                </a:lnTo>
                <a:moveTo>
                  <a:pt x="1301271" y="254848"/>
                </a:moveTo>
                <a:lnTo>
                  <a:pt x="1336594" y="151589"/>
                </a:lnTo>
                <a:moveTo>
                  <a:pt x="1098454" y="181119"/>
                </a:moveTo>
                <a:lnTo>
                  <a:pt x="1109463" y="144847"/>
                </a:lnTo>
                <a:moveTo>
                  <a:pt x="1263643" y="386136"/>
                </a:moveTo>
                <a:lnTo>
                  <a:pt x="1161497" y="358240"/>
                </a:lnTo>
                <a:moveTo>
                  <a:pt x="1200070" y="215463"/>
                </a:moveTo>
                <a:lnTo>
                  <a:pt x="1220588" y="152643"/>
                </a:lnTo>
                <a:moveTo>
                  <a:pt x="1200070" y="215463"/>
                </a:moveTo>
                <a:lnTo>
                  <a:pt x="1109463" y="144847"/>
                </a:lnTo>
                <a:moveTo>
                  <a:pt x="1764373" y="647245"/>
                </a:moveTo>
                <a:lnTo>
                  <a:pt x="1633845" y="638185"/>
                </a:lnTo>
                <a:moveTo>
                  <a:pt x="1496501" y="351065"/>
                </a:moveTo>
                <a:lnTo>
                  <a:pt x="1402287" y="296488"/>
                </a:lnTo>
                <a:moveTo>
                  <a:pt x="1200070" y="215463"/>
                </a:moveTo>
                <a:lnTo>
                  <a:pt x="1098454" y="181119"/>
                </a:lnTo>
                <a:moveTo>
                  <a:pt x="1730066" y="738137"/>
                </a:moveTo>
                <a:lnTo>
                  <a:pt x="1607791" y="752567"/>
                </a:lnTo>
                <a:moveTo>
                  <a:pt x="1380048" y="371225"/>
                </a:moveTo>
                <a:lnTo>
                  <a:pt x="1496501" y="351065"/>
                </a:lnTo>
                <a:moveTo>
                  <a:pt x="1263643" y="386136"/>
                </a:moveTo>
                <a:lnTo>
                  <a:pt x="1165962" y="335980"/>
                </a:lnTo>
                <a:moveTo>
                  <a:pt x="1165962" y="335980"/>
                </a:moveTo>
                <a:lnTo>
                  <a:pt x="1200070" y="215463"/>
                </a:lnTo>
                <a:moveTo>
                  <a:pt x="1607791" y="752567"/>
                </a:moveTo>
                <a:lnTo>
                  <a:pt x="1717302" y="728510"/>
                </a:lnTo>
                <a:moveTo>
                  <a:pt x="1301271" y="254848"/>
                </a:moveTo>
                <a:lnTo>
                  <a:pt x="1165962" y="335980"/>
                </a:lnTo>
                <a:moveTo>
                  <a:pt x="1269909" y="361056"/>
                </a:moveTo>
                <a:lnTo>
                  <a:pt x="1165962" y="335980"/>
                </a:lnTo>
                <a:moveTo>
                  <a:pt x="1301271" y="254848"/>
                </a:moveTo>
                <a:lnTo>
                  <a:pt x="1200070" y="215463"/>
                </a:lnTo>
                <a:moveTo>
                  <a:pt x="1263643" y="386136"/>
                </a:moveTo>
                <a:lnTo>
                  <a:pt x="1269909" y="361056"/>
                </a:lnTo>
                <a:moveTo>
                  <a:pt x="1402287" y="296488"/>
                </a:moveTo>
                <a:lnTo>
                  <a:pt x="1301271" y="254848"/>
                </a:lnTo>
                <a:moveTo>
                  <a:pt x="1269909" y="361056"/>
                </a:moveTo>
                <a:lnTo>
                  <a:pt x="1301271" y="254848"/>
                </a:lnTo>
                <a:moveTo>
                  <a:pt x="1402287" y="296488"/>
                </a:moveTo>
                <a:lnTo>
                  <a:pt x="1269909" y="361056"/>
                </a:lnTo>
                <a:moveTo>
                  <a:pt x="1380048" y="371225"/>
                </a:moveTo>
                <a:lnTo>
                  <a:pt x="1402287" y="296488"/>
                </a:lnTo>
                <a:moveTo>
                  <a:pt x="1380048" y="371225"/>
                </a:moveTo>
                <a:lnTo>
                  <a:pt x="1269909" y="361056"/>
                </a:lnTo>
                <a:moveTo>
                  <a:pt x="1633845" y="638185"/>
                </a:moveTo>
                <a:lnTo>
                  <a:pt x="1546262" y="678556"/>
                </a:lnTo>
                <a:moveTo>
                  <a:pt x="1633845" y="638185"/>
                </a:moveTo>
                <a:lnTo>
                  <a:pt x="1665428" y="580415"/>
                </a:lnTo>
                <a:moveTo>
                  <a:pt x="1717302" y="728510"/>
                </a:moveTo>
                <a:lnTo>
                  <a:pt x="1633845" y="638185"/>
                </a:lnTo>
                <a:moveTo>
                  <a:pt x="1607791" y="752567"/>
                </a:moveTo>
                <a:lnTo>
                  <a:pt x="1633845" y="638185"/>
                </a:lnTo>
                <a:moveTo>
                  <a:pt x="1469430" y="423744"/>
                </a:moveTo>
                <a:lnTo>
                  <a:pt x="1507312" y="289364"/>
                </a:lnTo>
                <a:moveTo>
                  <a:pt x="1469430" y="423744"/>
                </a:moveTo>
                <a:lnTo>
                  <a:pt x="1507936" y="288244"/>
                </a:lnTo>
                <a:moveTo>
                  <a:pt x="1507312" y="289364"/>
                </a:moveTo>
                <a:lnTo>
                  <a:pt x="1507439" y="288039"/>
                </a:lnTo>
                <a:moveTo>
                  <a:pt x="1507312" y="289364"/>
                </a:moveTo>
                <a:lnTo>
                  <a:pt x="1507334" y="288068"/>
                </a:lnTo>
                <a:moveTo>
                  <a:pt x="1507936" y="288244"/>
                </a:moveTo>
                <a:lnTo>
                  <a:pt x="1507312" y="289364"/>
                </a:lnTo>
                <a:moveTo>
                  <a:pt x="1507439" y="288039"/>
                </a:moveTo>
                <a:lnTo>
                  <a:pt x="1507334" y="288068"/>
                </a:lnTo>
                <a:moveTo>
                  <a:pt x="1507420" y="288045"/>
                </a:moveTo>
                <a:lnTo>
                  <a:pt x="1507439" y="288039"/>
                </a:lnTo>
                <a:moveTo>
                  <a:pt x="1507936" y="288244"/>
                </a:moveTo>
                <a:lnTo>
                  <a:pt x="1507439" y="288039"/>
                </a:lnTo>
                <a:moveTo>
                  <a:pt x="1507420" y="288045"/>
                </a:moveTo>
                <a:lnTo>
                  <a:pt x="1507334" y="288068"/>
                </a:lnTo>
                <a:moveTo>
                  <a:pt x="1507936" y="288244"/>
                </a:moveTo>
                <a:lnTo>
                  <a:pt x="1507420" y="288045"/>
                </a:lnTo>
                <a:moveTo>
                  <a:pt x="1469430" y="423744"/>
                </a:moveTo>
                <a:lnTo>
                  <a:pt x="1458682" y="364178"/>
                </a:lnTo>
                <a:moveTo>
                  <a:pt x="1495914" y="375052"/>
                </a:moveTo>
                <a:lnTo>
                  <a:pt x="1469430" y="423744"/>
                </a:lnTo>
                <a:moveTo>
                  <a:pt x="1507312" y="289364"/>
                </a:moveTo>
                <a:lnTo>
                  <a:pt x="1458682" y="364178"/>
                </a:lnTo>
                <a:moveTo>
                  <a:pt x="1458682" y="364178"/>
                </a:moveTo>
                <a:lnTo>
                  <a:pt x="1507334" y="288068"/>
                </a:lnTo>
                <a:moveTo>
                  <a:pt x="1469430" y="423744"/>
                </a:moveTo>
                <a:lnTo>
                  <a:pt x="1468713" y="381274"/>
                </a:lnTo>
                <a:moveTo>
                  <a:pt x="1495914" y="375052"/>
                </a:moveTo>
                <a:lnTo>
                  <a:pt x="1507420" y="288045"/>
                </a:lnTo>
                <a:moveTo>
                  <a:pt x="1495914" y="375052"/>
                </a:moveTo>
                <a:lnTo>
                  <a:pt x="1507936" y="288244"/>
                </a:lnTo>
                <a:moveTo>
                  <a:pt x="1468713" y="381274"/>
                </a:moveTo>
                <a:lnTo>
                  <a:pt x="1458682" y="364178"/>
                </a:lnTo>
                <a:moveTo>
                  <a:pt x="1495914" y="375052"/>
                </a:moveTo>
                <a:lnTo>
                  <a:pt x="1468713" y="381274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9EED40B7-177C-4BEB-80C7-6D62968D98A0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338" y="505477"/>
                </a:moveTo>
                <a:lnTo>
                  <a:pt x="1515211" y="4820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290019F0-27AB-4E67-87D7-5CF7408AFF8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449" y="579772"/>
                </a:moveTo>
                <a:lnTo>
                  <a:pt x="940827" y="644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DDAC38DB-5824-4334-BD5A-66FC3E01E67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6932" y="1116901"/>
                </a:moveTo>
                <a:lnTo>
                  <a:pt x="1468397" y="11283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57857A90-AC00-4761-9D04-7194702DAC6F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338" y="505477"/>
                </a:moveTo>
                <a:lnTo>
                  <a:pt x="1699377" y="584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E54E4D31-9572-4E88-B1F1-2AA15B2C5881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482" y="614441"/>
                </a:moveTo>
                <a:lnTo>
                  <a:pt x="1559338" y="505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7AE0D7C7-8B0B-406C-A648-2A9709992560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1187" y="418629"/>
                </a:moveTo>
                <a:lnTo>
                  <a:pt x="975449" y="5797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DB7AB7D9-75A4-4B06-B023-FC27375D328E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338" y="505477"/>
                </a:moveTo>
                <a:lnTo>
                  <a:pt x="1545569" y="3741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20BF0FBB-B71A-485B-ABFB-E28C519879B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449" y="579772"/>
                </a:moveTo>
                <a:lnTo>
                  <a:pt x="1134070" y="6393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215336A7-3709-4A82-8579-2253954A065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9098" y="951335"/>
                </a:moveTo>
                <a:lnTo>
                  <a:pt x="1416932" y="11169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7BD80F12-AB95-4CED-91E1-DFD807B171A8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6932" y="1116901"/>
                </a:moveTo>
                <a:lnTo>
                  <a:pt x="1281986" y="12002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EB1941B4-81CF-4752-8837-C40EFCB26A83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449" y="579772"/>
                </a:moveTo>
                <a:lnTo>
                  <a:pt x="885177" y="636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E4CC22F3-9BC9-46B6-A308-7AD683F353D3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8893" y="973739"/>
                </a:moveTo>
                <a:lnTo>
                  <a:pt x="849054" y="9162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50869256-BD8D-437D-813D-0603142E91B1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6932" y="1116901"/>
                </a:moveTo>
                <a:lnTo>
                  <a:pt x="1533781" y="11380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A24BE97F-9DA0-452F-A65D-5FBB29AD8049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4210" y="635022"/>
                </a:moveTo>
                <a:lnTo>
                  <a:pt x="1440482" y="614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AF55B8EC-36AB-4613-974C-036F837958B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973" y="898247"/>
                </a:moveTo>
                <a:lnTo>
                  <a:pt x="1369098" y="9513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A2D6BC5D-2985-403E-8FBC-F2932552ABE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3313" y="909250"/>
                </a:moveTo>
                <a:lnTo>
                  <a:pt x="948893" y="9737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A8E61D42-7BE7-4FD9-9A61-0E7F53A24F6F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070" y="639358"/>
                </a:moveTo>
                <a:lnTo>
                  <a:pt x="1164947" y="6782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D85F0F80-E738-48EB-A2D6-6632DE62BDFF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8893" y="973739"/>
                </a:moveTo>
                <a:lnTo>
                  <a:pt x="971687" y="11342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75F5B2A4-8497-41B8-BECC-441C9E304C01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9925" y="841178"/>
                </a:moveTo>
                <a:lnTo>
                  <a:pt x="1103313" y="90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BD2FC0D5-D904-48FE-AB09-65A29AF9821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273" y="847282"/>
                </a:moveTo>
                <a:lnTo>
                  <a:pt x="1853706" y="826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697F7999-1BE3-40BE-83B5-9751281785B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3859" y="791162"/>
                </a:moveTo>
                <a:lnTo>
                  <a:pt x="1591809" y="8332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AA019B92-C00D-4FF9-BAAC-242C685DBFD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9925" y="841178"/>
                </a:moveTo>
                <a:lnTo>
                  <a:pt x="1344973" y="8982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F2CEEC54-01F9-4097-8845-3800DBF8D19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4947" y="678276"/>
                </a:moveTo>
                <a:lnTo>
                  <a:pt x="1189925" y="8411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C698FD5A-06F4-4041-8897-E07F3DEB53D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809" y="833270"/>
                </a:moveTo>
                <a:lnTo>
                  <a:pt x="1740273" y="8472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D2A0E055-DE13-4728-B768-ED15C3BCC5B7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973" y="898247"/>
                </a:moveTo>
                <a:lnTo>
                  <a:pt x="1463859" y="7911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1C23CA6D-9E26-4CE5-BE2C-C49D1E6A7341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3859" y="791162"/>
                </a:moveTo>
                <a:lnTo>
                  <a:pt x="1434210" y="6350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BC17DC90-B71C-493C-81B9-18EA7E30E2A6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8893" y="973739"/>
                </a:moveTo>
                <a:lnTo>
                  <a:pt x="922021" y="913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DE937538-0117-4A6B-82BF-FDEF412F543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4210" y="635022"/>
                </a:moveTo>
                <a:lnTo>
                  <a:pt x="1289568" y="5875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3CF5C62C-106A-4550-9E22-A08868C1760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568" y="587532"/>
                </a:moveTo>
                <a:lnTo>
                  <a:pt x="1164947" y="6782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C530FD43-D451-42D4-A2BE-A0E1721DCE3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568" y="587532"/>
                </a:moveTo>
                <a:lnTo>
                  <a:pt x="1264903" y="44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46A44F0C-034E-41C8-87C7-5AB76D952490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03" y="442400"/>
                </a:moveTo>
                <a:lnTo>
                  <a:pt x="1284630" y="3151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93923005-C881-4A66-9E4A-088424227F07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273" y="847282"/>
                </a:moveTo>
                <a:lnTo>
                  <a:pt x="1734846" y="996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21B644B3-D8C8-4C2E-B6D1-C0CDABAE03C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4630" y="315142"/>
                </a:moveTo>
                <a:lnTo>
                  <a:pt x="1304336" y="1827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71895269-429E-466E-AEEA-0484C71FB61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273" y="847282"/>
                </a:moveTo>
                <a:lnTo>
                  <a:pt x="1732997" y="7277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BCD321F8-04FB-40A7-A308-1BA1802C1BAE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4630" y="315142"/>
                </a:moveTo>
                <a:lnTo>
                  <a:pt x="1416674" y="359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60A5C7B1-B31A-4FE1-9539-BB5A003CB7D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4630" y="315142"/>
                </a:moveTo>
                <a:lnTo>
                  <a:pt x="1146847" y="3181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FB861F5A-E64A-44BD-8E8D-3781FEE69CF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9278" y="515112"/>
                </a:moveTo>
                <a:lnTo>
                  <a:pt x="1474394" y="4904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006E1E5E-7AAC-4F77-B5E8-6EC0C18E99CE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4263" y="1169768"/>
                </a:moveTo>
                <a:lnTo>
                  <a:pt x="1397457" y="11092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82383D4E-46C0-46D8-85FC-0C2C818C693E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9278" y="515112"/>
                </a:moveTo>
                <a:lnTo>
                  <a:pt x="1672824" y="62156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983ABE02-A8CF-45F8-A2E2-1AAAED91A9F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711" y="512346"/>
                </a:moveTo>
                <a:lnTo>
                  <a:pt x="994771" y="5016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FCBBE98C-C67F-4F3F-B21B-1183F4228E0F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9278" y="515112"/>
                </a:moveTo>
                <a:lnTo>
                  <a:pt x="1649398" y="3746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EDDC79C3-AFE6-4E0D-A16A-23FF313C9D3C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4263" y="1169768"/>
                </a:moveTo>
                <a:lnTo>
                  <a:pt x="1310039" y="1306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276BC9DC-CE5F-4A0D-B354-3C7AE947ADF3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4263" y="1169768"/>
                </a:moveTo>
                <a:lnTo>
                  <a:pt x="1550637" y="11702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8162AEA5-8EF4-4ACF-9A0D-6D9270620B86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8290" y="562572"/>
                </a:moveTo>
                <a:lnTo>
                  <a:pt x="1579278" y="5151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2C6EA59A-43BB-4969-8954-1A0561684A90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794" y="1052151"/>
                </a:moveTo>
                <a:lnTo>
                  <a:pt x="1404263" y="116976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B363354C-040D-4A62-BBFF-5C30C75CE1C9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711" y="512346"/>
                </a:moveTo>
                <a:lnTo>
                  <a:pt x="781923" y="5140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ED3FDF37-51E2-40DB-81DD-6311B0D64E8E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6419" y="1018811"/>
                </a:moveTo>
                <a:lnTo>
                  <a:pt x="862300" y="10899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01AD821C-4970-4158-875B-FE69BB59B8B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5980" y="857577"/>
                </a:moveTo>
                <a:lnTo>
                  <a:pt x="1082987" y="9302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508C6BC4-2B9D-4AD2-ADEF-F35C560CD679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2987" y="930214"/>
                </a:moveTo>
                <a:lnTo>
                  <a:pt x="956419" y="10188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D10EF47B-0671-4DA5-8C90-A7048F7CFAF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5701" y="660672"/>
                </a:moveTo>
                <a:lnTo>
                  <a:pt x="947711" y="5123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EF6E5C38-BD3E-4D7D-9D4C-1CD585103B78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556" y="911446"/>
                </a:moveTo>
                <a:lnTo>
                  <a:pt x="1318794" y="10521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36C3508D-547B-4205-A2DC-00697A70C19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556" y="911446"/>
                </a:moveTo>
                <a:lnTo>
                  <a:pt x="1165980" y="8575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8534A79D-0851-4008-9C0D-05B0CEDDC3F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5980" y="857577"/>
                </a:moveTo>
                <a:lnTo>
                  <a:pt x="1147424" y="7004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1348A8C1-8E90-46F1-A296-42EE138E8E9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424" y="700429"/>
                </a:moveTo>
                <a:lnTo>
                  <a:pt x="1005701" y="6606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86BA2A7D-A762-4756-BB80-CD329C413E58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711" y="512346"/>
                </a:moveTo>
                <a:lnTo>
                  <a:pt x="970300" y="40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D927B3A1-E2E9-4FD1-ACB8-06A8C9090C4C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424" y="700429"/>
                </a:moveTo>
                <a:lnTo>
                  <a:pt x="1256748" y="6102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4821379A-D3F5-4E16-88F0-DC5119CFFC8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3716" y="673239"/>
                </a:moveTo>
                <a:lnTo>
                  <a:pt x="1498290" y="5625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DFDE492B-FDB3-47EB-99FD-9E005EEB0977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9519" y="828787"/>
                </a:moveTo>
                <a:lnTo>
                  <a:pt x="1331556" y="9114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CF08534A-9F8B-40E0-8FBD-6B7CE3178A36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250" y="347204"/>
                </a:moveTo>
                <a:lnTo>
                  <a:pt x="1251917" y="3201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002D9EF2-5045-46D1-9785-B4E6FB5FD488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6748" y="610283"/>
                </a:moveTo>
                <a:lnTo>
                  <a:pt x="1403716" y="6732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C2DAA348-7601-4BFC-A6D4-6A3824E9AE1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6419" y="1018811"/>
                </a:moveTo>
                <a:lnTo>
                  <a:pt x="886099" y="92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6DE2297D-6EEA-4EA8-BB94-C91605CB8F59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3716" y="673239"/>
                </a:moveTo>
                <a:lnTo>
                  <a:pt x="1439519" y="8287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F25ADA87-FB85-49B1-B2A8-4BEF584347DE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9836" y="845328"/>
                </a:moveTo>
                <a:lnTo>
                  <a:pt x="1439519" y="8287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3C124920-5CC7-4C7D-9189-453281C1917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6419" y="1018811"/>
                </a:moveTo>
                <a:lnTo>
                  <a:pt x="1033257" y="11096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6F6CB7DF-8C7E-4395-A6C9-848B735DCC68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0573" y="881257"/>
                </a:moveTo>
                <a:lnTo>
                  <a:pt x="1579836" y="8453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484BAC85-A29A-4242-99DA-AF08F64D1B3C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6748" y="610283"/>
                </a:moveTo>
                <a:lnTo>
                  <a:pt x="1239163" y="5308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47B8DE8F-74DB-41E5-B60E-7D852F0A81F9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0573" y="881257"/>
                </a:moveTo>
                <a:lnTo>
                  <a:pt x="1846987" y="8591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8221F710-FFD0-4916-BDA1-FEC43819AF5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250" y="347204"/>
                </a:moveTo>
                <a:lnTo>
                  <a:pt x="1418368" y="3378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6A7F7E1D-D469-4CEE-BC3C-611C885F8B5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9163" y="530878"/>
                </a:moveTo>
                <a:lnTo>
                  <a:pt x="1285250" y="3472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C85CBCE0-5478-4AEE-A17A-7D7CECB2B087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250" y="347204"/>
                </a:moveTo>
                <a:lnTo>
                  <a:pt x="1193942" y="2566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66EE9C4B-E314-4F7E-9447-49AE8CBD71F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0573" y="881257"/>
                </a:moveTo>
                <a:lnTo>
                  <a:pt x="1686068" y="10353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4A3C365A-17CF-47C1-A98D-42F5A80E7948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9472" y="802675"/>
                </a:moveTo>
                <a:lnTo>
                  <a:pt x="1700573" y="8812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8D1114AC-DACC-431B-8D26-E390DCBCE6AB}"/>
              </a:ext>
            </a:extLst>
          </p:cNvPr>
          <p:cNvSpPr>
            <a:spLocks/>
          </p:cNvSpPr>
          <p:nvPr/>
        </p:nvSpPr>
        <p:spPr>
          <a:xfrm>
            <a:off x="7845479" y="51584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6CF92ABC-47EA-4783-AAF7-DE2812FEDB78}"/>
              </a:ext>
            </a:extLst>
          </p:cNvPr>
          <p:cNvSpPr>
            <a:spLocks/>
          </p:cNvSpPr>
          <p:nvPr/>
        </p:nvSpPr>
        <p:spPr>
          <a:xfrm>
            <a:off x="7856581" y="52370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FEE19417-7357-47E8-8D0F-88B22CE79732}"/>
              </a:ext>
            </a:extLst>
          </p:cNvPr>
          <p:cNvSpPr>
            <a:spLocks/>
          </p:cNvSpPr>
          <p:nvPr/>
        </p:nvSpPr>
        <p:spPr>
          <a:xfrm>
            <a:off x="7842076" y="53911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7ECCAB23-0BD7-402A-B303-978FF677D0AF}"/>
              </a:ext>
            </a:extLst>
          </p:cNvPr>
          <p:cNvSpPr>
            <a:spLocks/>
          </p:cNvSpPr>
          <p:nvPr/>
        </p:nvSpPr>
        <p:spPr>
          <a:xfrm>
            <a:off x="8002994" y="52149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14E9966B-C326-4B09-AB02-47CDA602970F}"/>
              </a:ext>
            </a:extLst>
          </p:cNvPr>
          <p:cNvSpPr>
            <a:spLocks/>
          </p:cNvSpPr>
          <p:nvPr/>
        </p:nvSpPr>
        <p:spPr>
          <a:xfrm>
            <a:off x="7735844" y="52011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A4B6F9D3-8F2C-4ED4-8207-4E85D2E988CE}"/>
              </a:ext>
            </a:extLst>
          </p:cNvPr>
          <p:cNvSpPr>
            <a:spLocks/>
          </p:cNvSpPr>
          <p:nvPr/>
        </p:nvSpPr>
        <p:spPr>
          <a:xfrm>
            <a:off x="7595527" y="51845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DCAA09EB-CE39-4028-89F8-2FC39C411C34}"/>
              </a:ext>
            </a:extLst>
          </p:cNvPr>
          <p:cNvSpPr>
            <a:spLocks/>
          </p:cNvSpPr>
          <p:nvPr/>
        </p:nvSpPr>
        <p:spPr>
          <a:xfrm>
            <a:off x="7487563" y="52672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DDC01C67-127F-4A2F-9CCC-29EFD9EAC414}"/>
              </a:ext>
            </a:extLst>
          </p:cNvPr>
          <p:cNvSpPr>
            <a:spLocks/>
          </p:cNvSpPr>
          <p:nvPr/>
        </p:nvSpPr>
        <p:spPr>
          <a:xfrm>
            <a:off x="7474801" y="54079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8D38CB3C-C912-4E7E-88D4-EF3B83E48AB5}"/>
              </a:ext>
            </a:extLst>
          </p:cNvPr>
          <p:cNvSpPr>
            <a:spLocks/>
          </p:cNvSpPr>
          <p:nvPr/>
        </p:nvSpPr>
        <p:spPr>
          <a:xfrm>
            <a:off x="7560270" y="55255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69B854DF-2651-4307-94E8-32EC747C2A6C}"/>
              </a:ext>
            </a:extLst>
          </p:cNvPr>
          <p:cNvSpPr>
            <a:spLocks/>
          </p:cNvSpPr>
          <p:nvPr/>
        </p:nvSpPr>
        <p:spPr>
          <a:xfrm>
            <a:off x="7553464" y="54650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53D9A527-EB07-46F1-A0FD-6A28FC7026F8}"/>
              </a:ext>
            </a:extLst>
          </p:cNvPr>
          <p:cNvSpPr>
            <a:spLocks/>
          </p:cNvSpPr>
          <p:nvPr/>
        </p:nvSpPr>
        <p:spPr>
          <a:xfrm>
            <a:off x="7466047" y="56625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19A03732-A0C5-480A-A225-D9B1EED3AEE3}"/>
              </a:ext>
            </a:extLst>
          </p:cNvPr>
          <p:cNvSpPr>
            <a:spLocks/>
          </p:cNvSpPr>
          <p:nvPr/>
        </p:nvSpPr>
        <p:spPr>
          <a:xfrm>
            <a:off x="7706644" y="55260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E5C1CE79-AEF9-4867-9726-3A8CA27FDB6F}"/>
              </a:ext>
            </a:extLst>
          </p:cNvPr>
          <p:cNvSpPr>
            <a:spLocks/>
          </p:cNvSpPr>
          <p:nvPr/>
        </p:nvSpPr>
        <p:spPr>
          <a:xfrm>
            <a:off x="7321988" y="52133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16A24652-766D-4C9A-A421-94ED806FC396}"/>
              </a:ext>
            </a:extLst>
          </p:cNvPr>
          <p:cNvSpPr>
            <a:spLocks/>
          </p:cNvSpPr>
          <p:nvPr/>
        </p:nvSpPr>
        <p:spPr>
          <a:xfrm>
            <a:off x="7238995" y="52859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F6612473-EAAB-4A74-8BE6-BBC55F977355}"/>
              </a:ext>
            </a:extLst>
          </p:cNvPr>
          <p:cNvSpPr>
            <a:spLocks/>
          </p:cNvSpPr>
          <p:nvPr/>
        </p:nvSpPr>
        <p:spPr>
          <a:xfrm>
            <a:off x="7112426" y="53745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3DFA9328-4597-4990-ABB5-AED9C43FE828}"/>
              </a:ext>
            </a:extLst>
          </p:cNvPr>
          <p:cNvSpPr>
            <a:spLocks/>
          </p:cNvSpPr>
          <p:nvPr/>
        </p:nvSpPr>
        <p:spPr>
          <a:xfrm>
            <a:off x="7042106" y="52776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1F72F931-5859-406B-82C1-D5E5C60983B6}"/>
              </a:ext>
            </a:extLst>
          </p:cNvPr>
          <p:cNvSpPr>
            <a:spLocks/>
          </p:cNvSpPr>
          <p:nvPr/>
        </p:nvSpPr>
        <p:spPr>
          <a:xfrm>
            <a:off x="7018307" y="54457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9E1F91FF-0742-4F6A-A148-574BB8FB005C}"/>
              </a:ext>
            </a:extLst>
          </p:cNvPr>
          <p:cNvSpPr>
            <a:spLocks/>
          </p:cNvSpPr>
          <p:nvPr/>
        </p:nvSpPr>
        <p:spPr>
          <a:xfrm>
            <a:off x="7189265" y="546540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AD43B824-BC89-49F0-9FC0-8D30687464F8}"/>
              </a:ext>
            </a:extLst>
          </p:cNvPr>
          <p:cNvSpPr>
            <a:spLocks/>
          </p:cNvSpPr>
          <p:nvPr/>
        </p:nvSpPr>
        <p:spPr>
          <a:xfrm>
            <a:off x="7303432" y="50562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21CD7F97-F46B-442B-BECE-EFF38ABBFA76}"/>
              </a:ext>
            </a:extLst>
          </p:cNvPr>
          <p:cNvSpPr>
            <a:spLocks/>
          </p:cNvSpPr>
          <p:nvPr/>
        </p:nvSpPr>
        <p:spPr>
          <a:xfrm>
            <a:off x="7161709" y="50164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A4099CC6-1ED5-4299-959D-828714A2619E}"/>
              </a:ext>
            </a:extLst>
          </p:cNvPr>
          <p:cNvSpPr>
            <a:spLocks/>
          </p:cNvSpPr>
          <p:nvPr/>
        </p:nvSpPr>
        <p:spPr>
          <a:xfrm>
            <a:off x="7103719" y="4868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B7180B0F-7609-4B93-BB87-A188BF47AE42}"/>
              </a:ext>
            </a:extLst>
          </p:cNvPr>
          <p:cNvSpPr>
            <a:spLocks/>
          </p:cNvSpPr>
          <p:nvPr/>
        </p:nvSpPr>
        <p:spPr>
          <a:xfrm>
            <a:off x="7150778" y="48574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81DD5015-1E7B-4019-9890-5E569F2DFFCC}"/>
              </a:ext>
            </a:extLst>
          </p:cNvPr>
          <p:cNvSpPr>
            <a:spLocks/>
          </p:cNvSpPr>
          <p:nvPr/>
        </p:nvSpPr>
        <p:spPr>
          <a:xfrm>
            <a:off x="6937931" y="48698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4EA1D379-A321-44CA-B548-66AC08F3D950}"/>
              </a:ext>
            </a:extLst>
          </p:cNvPr>
          <p:cNvSpPr>
            <a:spLocks/>
          </p:cNvSpPr>
          <p:nvPr/>
        </p:nvSpPr>
        <p:spPr>
          <a:xfrm>
            <a:off x="7126307" y="47623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DD84B9A8-58AD-4426-9CCA-DAF1161A5493}"/>
              </a:ext>
            </a:extLst>
          </p:cNvPr>
          <p:cNvSpPr>
            <a:spLocks/>
          </p:cNvSpPr>
          <p:nvPr/>
        </p:nvSpPr>
        <p:spPr>
          <a:xfrm>
            <a:off x="7412755" y="49660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C092C247-9173-43DE-88C8-082630F593C0}"/>
              </a:ext>
            </a:extLst>
          </p:cNvPr>
          <p:cNvSpPr>
            <a:spLocks/>
          </p:cNvSpPr>
          <p:nvPr/>
        </p:nvSpPr>
        <p:spPr>
          <a:xfrm>
            <a:off x="7395171" y="48866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CADBE521-AED5-44B0-9255-8B2967FF2EBB}"/>
              </a:ext>
            </a:extLst>
          </p:cNvPr>
          <p:cNvSpPr>
            <a:spLocks/>
          </p:cNvSpPr>
          <p:nvPr/>
        </p:nvSpPr>
        <p:spPr>
          <a:xfrm>
            <a:off x="7441258" y="47029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977A29DC-2AD4-480C-B80A-7277C5286BDA}"/>
              </a:ext>
            </a:extLst>
          </p:cNvPr>
          <p:cNvSpPr>
            <a:spLocks/>
          </p:cNvSpPr>
          <p:nvPr/>
        </p:nvSpPr>
        <p:spPr>
          <a:xfrm>
            <a:off x="7407925" y="46759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6844C17C-01E7-4EA5-8027-1161262E63FE}"/>
              </a:ext>
            </a:extLst>
          </p:cNvPr>
          <p:cNvSpPr>
            <a:spLocks/>
          </p:cNvSpPr>
          <p:nvPr/>
        </p:nvSpPr>
        <p:spPr>
          <a:xfrm>
            <a:off x="7574375" y="46935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D56FC6E0-929C-494A-851A-8FBA8080AD16}"/>
              </a:ext>
            </a:extLst>
          </p:cNvPr>
          <p:cNvSpPr>
            <a:spLocks/>
          </p:cNvSpPr>
          <p:nvPr/>
        </p:nvSpPr>
        <p:spPr>
          <a:xfrm>
            <a:off x="7349949" y="46124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6E36CA51-AC8F-44D6-A039-48CE1E637FB7}"/>
              </a:ext>
            </a:extLst>
          </p:cNvPr>
          <p:cNvSpPr>
            <a:spLocks/>
          </p:cNvSpPr>
          <p:nvPr/>
        </p:nvSpPr>
        <p:spPr>
          <a:xfrm>
            <a:off x="7559724" y="50290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D72CAB4E-13E7-4DD9-822A-71EA9E5F2C18}"/>
              </a:ext>
            </a:extLst>
          </p:cNvPr>
          <p:cNvSpPr>
            <a:spLocks/>
          </p:cNvSpPr>
          <p:nvPr/>
        </p:nvSpPr>
        <p:spPr>
          <a:xfrm>
            <a:off x="7654298" y="49183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8CCBCC1A-2307-4FDA-B3BE-82782EB6C9B8}"/>
              </a:ext>
            </a:extLst>
          </p:cNvPr>
          <p:cNvSpPr>
            <a:spLocks/>
          </p:cNvSpPr>
          <p:nvPr/>
        </p:nvSpPr>
        <p:spPr>
          <a:xfrm>
            <a:off x="7735285" y="48708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9AD8BC7B-027F-413E-BB43-A5496A223C3C}"/>
              </a:ext>
            </a:extLst>
          </p:cNvPr>
          <p:cNvSpPr>
            <a:spLocks/>
          </p:cNvSpPr>
          <p:nvPr/>
        </p:nvSpPr>
        <p:spPr>
          <a:xfrm>
            <a:off x="7630402" y="4846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9458883D-1BE2-4F87-A682-A18C111CB5DA}"/>
              </a:ext>
            </a:extLst>
          </p:cNvPr>
          <p:cNvSpPr>
            <a:spLocks/>
          </p:cNvSpPr>
          <p:nvPr/>
        </p:nvSpPr>
        <p:spPr>
          <a:xfrm>
            <a:off x="7805406" y="47304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0F9D8574-78F9-4FA4-BE79-BE13117B8062}"/>
              </a:ext>
            </a:extLst>
          </p:cNvPr>
          <p:cNvSpPr>
            <a:spLocks/>
          </p:cNvSpPr>
          <p:nvPr/>
        </p:nvSpPr>
        <p:spPr>
          <a:xfrm>
            <a:off x="7828832" y="49773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10DB98CF-4C90-42C8-B70F-C30551C5DD36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039" y="1306748"/>
                </a:moveTo>
                <a:lnTo>
                  <a:pt x="13160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es_1">
            <a:extLst>
              <a:ext uri="{FF2B5EF4-FFF2-40B4-BE49-F238E27FC236}">
                <a16:creationId xmlns:a16="http://schemas.microsoft.com/office/drawing/2014/main" id="{ADB414E4-F301-416B-87F2-390CAB0C283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917" y="320156"/>
                </a:moveTo>
                <a:lnTo>
                  <a:pt x="1200166" y="23587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2" name="9r3d_0_build_ClashingReceptorAtoms_1">
            <a:extLst>
              <a:ext uri="{FF2B5EF4-FFF2-40B4-BE49-F238E27FC236}">
                <a16:creationId xmlns:a16="http://schemas.microsoft.com/office/drawing/2014/main" id="{D6024928-A735-4259-9BD0-06D8C642D5E9}"/>
              </a:ext>
            </a:extLst>
          </p:cNvPr>
          <p:cNvSpPr>
            <a:spLocks/>
          </p:cNvSpPr>
          <p:nvPr/>
        </p:nvSpPr>
        <p:spPr>
          <a:xfrm>
            <a:off x="7348553" y="458403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3" name="stage3-cases-density_29">
            <a:extLst>
              <a:ext uri="{FF2B5EF4-FFF2-40B4-BE49-F238E27FC236}">
                <a16:creationId xmlns:a16="http://schemas.microsoft.com/office/drawing/2014/main" id="{60D1CD16-BD14-4899-9D03-6537BAB3C1BB}"/>
              </a:ext>
            </a:extLst>
          </p:cNvPr>
          <p:cNvSpPr>
            <a:spLocks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5.47 Å   D 81%   Clash 2</a:t>
            </a:r>
          </a:p>
        </p:txBody>
      </p:sp>
      <p:sp>
        <p:nvSpPr>
          <p:cNvPr id="994" name="stage3-cases-density_30">
            <a:extLst>
              <a:ext uri="{FF2B5EF4-FFF2-40B4-BE49-F238E27FC236}">
                <a16:creationId xmlns:a16="http://schemas.microsoft.com/office/drawing/2014/main" id="{5696CBD8-1E4B-4DBA-895C-79DA076E6E67}"/>
              </a:ext>
            </a:extLst>
          </p:cNvPr>
          <p:cNvSpPr>
            <a:spLocks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9R7L · IHP (C:101)</a:t>
            </a:r>
          </a:p>
        </p:txBody>
      </p:sp>
      <p:sp>
        <p:nvSpPr>
          <p:cNvPr id="995" name="stage3-cases-density_31">
            <a:extLst>
              <a:ext uri="{FF2B5EF4-FFF2-40B4-BE49-F238E27FC236}">
                <a16:creationId xmlns:a16="http://schemas.microsoft.com/office/drawing/2014/main" id="{2742C5BF-0D2C-4A23-AD12-821BC6CED377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4925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96" name="stage3-cases-density_32">
            <a:extLst>
              <a:ext uri="{FF2B5EF4-FFF2-40B4-BE49-F238E27FC236}">
                <a16:creationId xmlns:a16="http://schemas.microsoft.com/office/drawing/2014/main" id="{9CD4AB0F-ABB7-44D1-9587-DB4B2D69917D}"/>
              </a:ext>
            </a:extLst>
          </p:cNvPr>
          <p:cNvSpPr>
            <a:spLocks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97" name="9r7l_1_official_Receptor">
            <a:extLst>
              <a:ext uri="{FF2B5EF4-FFF2-40B4-BE49-F238E27FC236}">
                <a16:creationId xmlns:a16="http://schemas.microsoft.com/office/drawing/2014/main" id="{D9E00AD0-5B3C-4FCB-8431-8EA3C644631C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287" y="129983"/>
                </a:moveTo>
                <a:lnTo>
                  <a:pt x="1682111" y="73442"/>
                </a:lnTo>
                <a:moveTo>
                  <a:pt x="1077249" y="255934"/>
                </a:moveTo>
                <a:lnTo>
                  <a:pt x="941787" y="256664"/>
                </a:lnTo>
                <a:moveTo>
                  <a:pt x="1821611" y="440273"/>
                </a:moveTo>
                <a:lnTo>
                  <a:pt x="1750774" y="575538"/>
                </a:lnTo>
                <a:moveTo>
                  <a:pt x="1740031" y="339464"/>
                </a:moveTo>
                <a:lnTo>
                  <a:pt x="1821611" y="440273"/>
                </a:lnTo>
                <a:moveTo>
                  <a:pt x="1185167" y="289947"/>
                </a:moveTo>
                <a:lnTo>
                  <a:pt x="1077249" y="255934"/>
                </a:lnTo>
                <a:moveTo>
                  <a:pt x="1682111" y="73442"/>
                </a:moveTo>
                <a:lnTo>
                  <a:pt x="1763657" y="176296"/>
                </a:lnTo>
                <a:moveTo>
                  <a:pt x="1630642" y="558958"/>
                </a:moveTo>
                <a:lnTo>
                  <a:pt x="1750774" y="575538"/>
                </a:lnTo>
                <a:moveTo>
                  <a:pt x="1763657" y="176296"/>
                </a:moveTo>
                <a:lnTo>
                  <a:pt x="1740031" y="339464"/>
                </a:lnTo>
                <a:moveTo>
                  <a:pt x="1185167" y="289947"/>
                </a:moveTo>
                <a:lnTo>
                  <a:pt x="1235082" y="451011"/>
                </a:lnTo>
                <a:moveTo>
                  <a:pt x="1740031" y="339464"/>
                </a:moveTo>
                <a:lnTo>
                  <a:pt x="1621853" y="417505"/>
                </a:lnTo>
                <a:moveTo>
                  <a:pt x="1621853" y="417505"/>
                </a:moveTo>
                <a:lnTo>
                  <a:pt x="1630642" y="558958"/>
                </a:lnTo>
                <a:moveTo>
                  <a:pt x="2183811" y="237609"/>
                </a:moveTo>
                <a:lnTo>
                  <a:pt x="2222931" y="269300"/>
                </a:lnTo>
                <a:moveTo>
                  <a:pt x="1116034" y="257835"/>
                </a:moveTo>
                <a:lnTo>
                  <a:pt x="1185167" y="289947"/>
                </a:lnTo>
                <a:moveTo>
                  <a:pt x="2183811" y="237609"/>
                </a:moveTo>
                <a:lnTo>
                  <a:pt x="2078673" y="317744"/>
                </a:lnTo>
                <a:moveTo>
                  <a:pt x="2251196" y="126212"/>
                </a:moveTo>
                <a:lnTo>
                  <a:pt x="2183811" y="237609"/>
                </a:lnTo>
                <a:moveTo>
                  <a:pt x="2217736" y="80501"/>
                </a:moveTo>
                <a:lnTo>
                  <a:pt x="2251196" y="126212"/>
                </a:lnTo>
                <a:moveTo>
                  <a:pt x="649014" y="24375"/>
                </a:moveTo>
                <a:lnTo>
                  <a:pt x="764026" y="55236"/>
                </a:lnTo>
                <a:moveTo>
                  <a:pt x="688395" y="1142594"/>
                </a:moveTo>
                <a:lnTo>
                  <a:pt x="825755" y="1156552"/>
                </a:lnTo>
                <a:moveTo>
                  <a:pt x="499680" y="370046"/>
                </a:moveTo>
                <a:lnTo>
                  <a:pt x="565129" y="446407"/>
                </a:lnTo>
                <a:moveTo>
                  <a:pt x="595376" y="1200095"/>
                </a:moveTo>
                <a:lnTo>
                  <a:pt x="688395" y="1142594"/>
                </a:lnTo>
                <a:moveTo>
                  <a:pt x="1989021" y="1326027"/>
                </a:moveTo>
                <a:lnTo>
                  <a:pt x="2023431" y="1187547"/>
                </a:lnTo>
                <a:moveTo>
                  <a:pt x="364290" y="300322"/>
                </a:moveTo>
                <a:lnTo>
                  <a:pt x="499680" y="370046"/>
                </a:lnTo>
                <a:moveTo>
                  <a:pt x="820459" y="1225252"/>
                </a:moveTo>
                <a:lnTo>
                  <a:pt x="825755" y="1156552"/>
                </a:lnTo>
                <a:moveTo>
                  <a:pt x="299766" y="224067"/>
                </a:moveTo>
                <a:lnTo>
                  <a:pt x="364290" y="300322"/>
                </a:lnTo>
                <a:moveTo>
                  <a:pt x="675103" y="1253579"/>
                </a:moveTo>
                <a:lnTo>
                  <a:pt x="595376" y="1200095"/>
                </a:lnTo>
                <a:moveTo>
                  <a:pt x="570430" y="364070"/>
                </a:moveTo>
                <a:lnTo>
                  <a:pt x="499680" y="370046"/>
                </a:lnTo>
                <a:moveTo>
                  <a:pt x="675103" y="1253579"/>
                </a:moveTo>
                <a:lnTo>
                  <a:pt x="820459" y="1225252"/>
                </a:lnTo>
                <a:moveTo>
                  <a:pt x="369069" y="216409"/>
                </a:moveTo>
                <a:lnTo>
                  <a:pt x="299766" y="224067"/>
                </a:lnTo>
                <a:moveTo>
                  <a:pt x="602055" y="1325186"/>
                </a:moveTo>
                <a:lnTo>
                  <a:pt x="675103" y="1253579"/>
                </a:lnTo>
                <a:moveTo>
                  <a:pt x="505384" y="287567"/>
                </a:moveTo>
                <a:lnTo>
                  <a:pt x="570430" y="364070"/>
                </a:lnTo>
                <a:moveTo>
                  <a:pt x="1360130" y="64796"/>
                </a:moveTo>
                <a:lnTo>
                  <a:pt x="1375939" y="158125"/>
                </a:lnTo>
                <a:moveTo>
                  <a:pt x="369069" y="216409"/>
                </a:moveTo>
                <a:lnTo>
                  <a:pt x="505384" y="287567"/>
                </a:lnTo>
                <a:moveTo>
                  <a:pt x="298130" y="133122"/>
                </a:moveTo>
                <a:lnTo>
                  <a:pt x="369069" y="216409"/>
                </a:lnTo>
                <a:moveTo>
                  <a:pt x="1375939" y="158125"/>
                </a:moveTo>
                <a:lnTo>
                  <a:pt x="1270553" y="129127"/>
                </a:lnTo>
                <a:moveTo>
                  <a:pt x="1695693" y="1027297"/>
                </a:moveTo>
                <a:lnTo>
                  <a:pt x="1793145" y="917150"/>
                </a:lnTo>
                <a:moveTo>
                  <a:pt x="1766473" y="1160974"/>
                </a:moveTo>
                <a:lnTo>
                  <a:pt x="1695693" y="1027297"/>
                </a:lnTo>
                <a:moveTo>
                  <a:pt x="1184587" y="12918"/>
                </a:moveTo>
                <a:lnTo>
                  <a:pt x="1270553" y="129127"/>
                </a:lnTo>
                <a:moveTo>
                  <a:pt x="186089" y="14104"/>
                </a:moveTo>
                <a:lnTo>
                  <a:pt x="298130" y="133122"/>
                </a:lnTo>
                <a:moveTo>
                  <a:pt x="1686786" y="1307751"/>
                </a:moveTo>
                <a:lnTo>
                  <a:pt x="1766473" y="1160974"/>
                </a:lnTo>
                <a:moveTo>
                  <a:pt x="1793145" y="917150"/>
                </a:moveTo>
                <a:lnTo>
                  <a:pt x="1924804" y="974644"/>
                </a:lnTo>
                <a:moveTo>
                  <a:pt x="1766473" y="1160974"/>
                </a:moveTo>
                <a:lnTo>
                  <a:pt x="1911276" y="1127046"/>
                </a:lnTo>
                <a:moveTo>
                  <a:pt x="1911276" y="1127046"/>
                </a:moveTo>
                <a:lnTo>
                  <a:pt x="1924804" y="974644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98" name="9r7l_1_official_ExperimentalDensity">
            <a:extLst>
              <a:ext uri="{FF2B5EF4-FFF2-40B4-BE49-F238E27FC236}">
                <a16:creationId xmlns:a16="http://schemas.microsoft.com/office/drawing/2014/main" id="{D8D34CC1-29D1-4B00-B3E1-4781E6F28E2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62" y="222978"/>
                </a:moveTo>
                <a:lnTo>
                  <a:pt x="1557704" y="327360"/>
                </a:lnTo>
                <a:moveTo>
                  <a:pt x="1617458" y="334202"/>
                </a:moveTo>
                <a:lnTo>
                  <a:pt x="1570762" y="222978"/>
                </a:lnTo>
                <a:moveTo>
                  <a:pt x="1617458" y="334202"/>
                </a:moveTo>
                <a:lnTo>
                  <a:pt x="1557704" y="327360"/>
                </a:lnTo>
                <a:moveTo>
                  <a:pt x="1557704" y="327360"/>
                </a:moveTo>
                <a:lnTo>
                  <a:pt x="1525450" y="422628"/>
                </a:lnTo>
                <a:moveTo>
                  <a:pt x="1587791" y="428583"/>
                </a:moveTo>
                <a:lnTo>
                  <a:pt x="1557704" y="327360"/>
                </a:lnTo>
                <a:moveTo>
                  <a:pt x="1080995" y="930591"/>
                </a:moveTo>
                <a:lnTo>
                  <a:pt x="969612" y="898232"/>
                </a:lnTo>
                <a:moveTo>
                  <a:pt x="1002479" y="835444"/>
                </a:moveTo>
                <a:lnTo>
                  <a:pt x="969612" y="898232"/>
                </a:lnTo>
                <a:moveTo>
                  <a:pt x="1084174" y="931470"/>
                </a:moveTo>
                <a:lnTo>
                  <a:pt x="1080995" y="930591"/>
                </a:lnTo>
                <a:moveTo>
                  <a:pt x="1002479" y="835444"/>
                </a:moveTo>
                <a:lnTo>
                  <a:pt x="1080995" y="930591"/>
                </a:lnTo>
                <a:moveTo>
                  <a:pt x="1617458" y="334202"/>
                </a:moveTo>
                <a:lnTo>
                  <a:pt x="1587791" y="428583"/>
                </a:lnTo>
                <a:moveTo>
                  <a:pt x="901814" y="798450"/>
                </a:moveTo>
                <a:lnTo>
                  <a:pt x="969612" y="898232"/>
                </a:lnTo>
                <a:moveTo>
                  <a:pt x="1587791" y="428583"/>
                </a:moveTo>
                <a:lnTo>
                  <a:pt x="1525450" y="422628"/>
                </a:lnTo>
                <a:moveTo>
                  <a:pt x="1042270" y="770640"/>
                </a:moveTo>
                <a:lnTo>
                  <a:pt x="1002479" y="835444"/>
                </a:lnTo>
                <a:moveTo>
                  <a:pt x="1002479" y="835444"/>
                </a:moveTo>
                <a:lnTo>
                  <a:pt x="901814" y="798450"/>
                </a:lnTo>
                <a:moveTo>
                  <a:pt x="1150317" y="829638"/>
                </a:moveTo>
                <a:lnTo>
                  <a:pt x="1080995" y="930591"/>
                </a:lnTo>
                <a:moveTo>
                  <a:pt x="1150317" y="829638"/>
                </a:moveTo>
                <a:lnTo>
                  <a:pt x="1084174" y="931470"/>
                </a:lnTo>
                <a:moveTo>
                  <a:pt x="1223489" y="945586"/>
                </a:moveTo>
                <a:lnTo>
                  <a:pt x="1084174" y="931470"/>
                </a:lnTo>
                <a:moveTo>
                  <a:pt x="1150317" y="829638"/>
                </a:moveTo>
                <a:lnTo>
                  <a:pt x="1002479" y="835444"/>
                </a:lnTo>
                <a:moveTo>
                  <a:pt x="1102588" y="774904"/>
                </a:moveTo>
                <a:lnTo>
                  <a:pt x="1002479" y="835444"/>
                </a:lnTo>
                <a:moveTo>
                  <a:pt x="1042270" y="770640"/>
                </a:moveTo>
                <a:lnTo>
                  <a:pt x="901814" y="798450"/>
                </a:lnTo>
                <a:moveTo>
                  <a:pt x="1084174" y="931470"/>
                </a:moveTo>
                <a:lnTo>
                  <a:pt x="1068003" y="1015426"/>
                </a:lnTo>
                <a:moveTo>
                  <a:pt x="1102588" y="774904"/>
                </a:moveTo>
                <a:lnTo>
                  <a:pt x="1042270" y="770640"/>
                </a:lnTo>
                <a:moveTo>
                  <a:pt x="1068891" y="733944"/>
                </a:moveTo>
                <a:lnTo>
                  <a:pt x="1042270" y="770640"/>
                </a:lnTo>
                <a:moveTo>
                  <a:pt x="1042270" y="770640"/>
                </a:moveTo>
                <a:lnTo>
                  <a:pt x="947305" y="722263"/>
                </a:lnTo>
                <a:moveTo>
                  <a:pt x="947305" y="722263"/>
                </a:moveTo>
                <a:lnTo>
                  <a:pt x="901814" y="798450"/>
                </a:lnTo>
                <a:moveTo>
                  <a:pt x="901814" y="798450"/>
                </a:moveTo>
                <a:lnTo>
                  <a:pt x="833433" y="813054"/>
                </a:lnTo>
                <a:moveTo>
                  <a:pt x="1427934" y="237135"/>
                </a:moveTo>
                <a:lnTo>
                  <a:pt x="1322154" y="197112"/>
                </a:lnTo>
                <a:moveTo>
                  <a:pt x="1465033" y="172798"/>
                </a:moveTo>
                <a:lnTo>
                  <a:pt x="1427934" y="237135"/>
                </a:lnTo>
                <a:moveTo>
                  <a:pt x="1520759" y="254462"/>
                </a:moveTo>
                <a:lnTo>
                  <a:pt x="1427934" y="237135"/>
                </a:lnTo>
                <a:moveTo>
                  <a:pt x="1150317" y="829638"/>
                </a:moveTo>
                <a:lnTo>
                  <a:pt x="1223489" y="945586"/>
                </a:lnTo>
                <a:moveTo>
                  <a:pt x="1242449" y="951889"/>
                </a:moveTo>
                <a:lnTo>
                  <a:pt x="1223489" y="945586"/>
                </a:lnTo>
                <a:moveTo>
                  <a:pt x="1150317" y="829638"/>
                </a:moveTo>
                <a:lnTo>
                  <a:pt x="1102588" y="774904"/>
                </a:lnTo>
                <a:moveTo>
                  <a:pt x="1427934" y="237135"/>
                </a:moveTo>
                <a:lnTo>
                  <a:pt x="1387889" y="339533"/>
                </a:lnTo>
                <a:moveTo>
                  <a:pt x="1226089" y="942584"/>
                </a:moveTo>
                <a:lnTo>
                  <a:pt x="1150317" y="829638"/>
                </a:lnTo>
                <a:moveTo>
                  <a:pt x="969994" y="691555"/>
                </a:moveTo>
                <a:lnTo>
                  <a:pt x="1042270" y="770640"/>
                </a:lnTo>
                <a:moveTo>
                  <a:pt x="1068891" y="733944"/>
                </a:moveTo>
                <a:lnTo>
                  <a:pt x="1102588" y="774904"/>
                </a:lnTo>
                <a:moveTo>
                  <a:pt x="1226089" y="942584"/>
                </a:moveTo>
                <a:lnTo>
                  <a:pt x="1242449" y="951889"/>
                </a:lnTo>
                <a:moveTo>
                  <a:pt x="1226089" y="942584"/>
                </a:moveTo>
                <a:lnTo>
                  <a:pt x="1223489" y="945586"/>
                </a:lnTo>
                <a:moveTo>
                  <a:pt x="1226572" y="943205"/>
                </a:moveTo>
                <a:lnTo>
                  <a:pt x="1242449" y="951889"/>
                </a:lnTo>
                <a:moveTo>
                  <a:pt x="1242449" y="951889"/>
                </a:moveTo>
                <a:lnTo>
                  <a:pt x="1224273" y="948126"/>
                </a:lnTo>
                <a:moveTo>
                  <a:pt x="1224273" y="948126"/>
                </a:moveTo>
                <a:lnTo>
                  <a:pt x="1223489" y="945586"/>
                </a:lnTo>
                <a:moveTo>
                  <a:pt x="1376267" y="99498"/>
                </a:moveTo>
                <a:lnTo>
                  <a:pt x="1427934" y="237135"/>
                </a:lnTo>
                <a:moveTo>
                  <a:pt x="1226572" y="943205"/>
                </a:moveTo>
                <a:lnTo>
                  <a:pt x="1226089" y="942584"/>
                </a:lnTo>
                <a:moveTo>
                  <a:pt x="1226572" y="943205"/>
                </a:moveTo>
                <a:lnTo>
                  <a:pt x="1224273" y="948126"/>
                </a:lnTo>
                <a:moveTo>
                  <a:pt x="1427934" y="237135"/>
                </a:moveTo>
                <a:lnTo>
                  <a:pt x="1284885" y="297366"/>
                </a:lnTo>
                <a:moveTo>
                  <a:pt x="1223489" y="945586"/>
                </a:moveTo>
                <a:lnTo>
                  <a:pt x="1068003" y="1015426"/>
                </a:lnTo>
                <a:moveTo>
                  <a:pt x="1376267" y="99498"/>
                </a:moveTo>
                <a:lnTo>
                  <a:pt x="1322154" y="197112"/>
                </a:lnTo>
                <a:moveTo>
                  <a:pt x="1465033" y="172798"/>
                </a:moveTo>
                <a:lnTo>
                  <a:pt x="1520759" y="254462"/>
                </a:lnTo>
                <a:moveTo>
                  <a:pt x="1224273" y="948126"/>
                </a:moveTo>
                <a:lnTo>
                  <a:pt x="1068003" y="1015426"/>
                </a:lnTo>
                <a:moveTo>
                  <a:pt x="922980" y="689630"/>
                </a:moveTo>
                <a:lnTo>
                  <a:pt x="901814" y="798450"/>
                </a:lnTo>
                <a:moveTo>
                  <a:pt x="1520759" y="254462"/>
                </a:moveTo>
                <a:lnTo>
                  <a:pt x="1387889" y="339533"/>
                </a:lnTo>
                <a:moveTo>
                  <a:pt x="1322154" y="197112"/>
                </a:moveTo>
                <a:lnTo>
                  <a:pt x="1284885" y="297366"/>
                </a:lnTo>
                <a:moveTo>
                  <a:pt x="1465033" y="172798"/>
                </a:moveTo>
                <a:lnTo>
                  <a:pt x="1376267" y="99498"/>
                </a:lnTo>
                <a:moveTo>
                  <a:pt x="1068891" y="733944"/>
                </a:moveTo>
                <a:lnTo>
                  <a:pt x="969994" y="691555"/>
                </a:lnTo>
                <a:moveTo>
                  <a:pt x="969994" y="691555"/>
                </a:moveTo>
                <a:lnTo>
                  <a:pt x="947305" y="722263"/>
                </a:lnTo>
                <a:moveTo>
                  <a:pt x="1387889" y="339533"/>
                </a:moveTo>
                <a:lnTo>
                  <a:pt x="1284885" y="297366"/>
                </a:lnTo>
                <a:moveTo>
                  <a:pt x="922980" y="689630"/>
                </a:moveTo>
                <a:lnTo>
                  <a:pt x="947305" y="722263"/>
                </a:lnTo>
                <a:moveTo>
                  <a:pt x="805096" y="781846"/>
                </a:moveTo>
                <a:lnTo>
                  <a:pt x="833433" y="813054"/>
                </a:lnTo>
                <a:moveTo>
                  <a:pt x="922980" y="689630"/>
                </a:moveTo>
                <a:lnTo>
                  <a:pt x="833433" y="813054"/>
                </a:lnTo>
                <a:moveTo>
                  <a:pt x="1322154" y="197112"/>
                </a:moveTo>
                <a:lnTo>
                  <a:pt x="1243539" y="136105"/>
                </a:lnTo>
                <a:moveTo>
                  <a:pt x="1570614" y="248651"/>
                </a:moveTo>
                <a:lnTo>
                  <a:pt x="1465033" y="172798"/>
                </a:lnTo>
                <a:moveTo>
                  <a:pt x="1267077" y="88515"/>
                </a:moveTo>
                <a:lnTo>
                  <a:pt x="1322154" y="197112"/>
                </a:lnTo>
                <a:moveTo>
                  <a:pt x="1520759" y="254462"/>
                </a:moveTo>
                <a:lnTo>
                  <a:pt x="1508344" y="359149"/>
                </a:lnTo>
                <a:moveTo>
                  <a:pt x="1226572" y="943205"/>
                </a:moveTo>
                <a:lnTo>
                  <a:pt x="1169326" y="1027753"/>
                </a:lnTo>
                <a:moveTo>
                  <a:pt x="1224273" y="948126"/>
                </a:moveTo>
                <a:lnTo>
                  <a:pt x="1169326" y="1027753"/>
                </a:lnTo>
                <a:moveTo>
                  <a:pt x="1570614" y="248651"/>
                </a:moveTo>
                <a:lnTo>
                  <a:pt x="1520759" y="254462"/>
                </a:lnTo>
                <a:moveTo>
                  <a:pt x="1508344" y="359149"/>
                </a:moveTo>
                <a:lnTo>
                  <a:pt x="1387889" y="339533"/>
                </a:lnTo>
                <a:moveTo>
                  <a:pt x="1916192" y="861072"/>
                </a:moveTo>
                <a:lnTo>
                  <a:pt x="1897061" y="891011"/>
                </a:lnTo>
                <a:moveTo>
                  <a:pt x="1520670" y="358696"/>
                </a:moveTo>
                <a:lnTo>
                  <a:pt x="1520759" y="254462"/>
                </a:lnTo>
                <a:moveTo>
                  <a:pt x="1169326" y="1027753"/>
                </a:moveTo>
                <a:lnTo>
                  <a:pt x="1068003" y="1015426"/>
                </a:lnTo>
                <a:moveTo>
                  <a:pt x="1915541" y="884222"/>
                </a:moveTo>
                <a:lnTo>
                  <a:pt x="1897061" y="891011"/>
                </a:lnTo>
                <a:moveTo>
                  <a:pt x="1897061" y="891011"/>
                </a:moveTo>
                <a:lnTo>
                  <a:pt x="1798860" y="845134"/>
                </a:lnTo>
                <a:moveTo>
                  <a:pt x="1405963" y="60906"/>
                </a:moveTo>
                <a:lnTo>
                  <a:pt x="1376267" y="99498"/>
                </a:lnTo>
                <a:moveTo>
                  <a:pt x="969994" y="691555"/>
                </a:moveTo>
                <a:lnTo>
                  <a:pt x="922980" y="689630"/>
                </a:lnTo>
                <a:moveTo>
                  <a:pt x="1906961" y="889234"/>
                </a:moveTo>
                <a:lnTo>
                  <a:pt x="1897061" y="891011"/>
                </a:lnTo>
                <a:moveTo>
                  <a:pt x="1897061" y="891011"/>
                </a:moveTo>
                <a:lnTo>
                  <a:pt x="1748398" y="955579"/>
                </a:lnTo>
                <a:moveTo>
                  <a:pt x="1376267" y="99498"/>
                </a:moveTo>
                <a:lnTo>
                  <a:pt x="1267077" y="88515"/>
                </a:lnTo>
                <a:moveTo>
                  <a:pt x="1520689" y="104117"/>
                </a:moveTo>
                <a:lnTo>
                  <a:pt x="1465033" y="172798"/>
                </a:lnTo>
                <a:moveTo>
                  <a:pt x="1387889" y="339533"/>
                </a:moveTo>
                <a:lnTo>
                  <a:pt x="1364419" y="429126"/>
                </a:lnTo>
                <a:moveTo>
                  <a:pt x="1141552" y="738046"/>
                </a:moveTo>
                <a:lnTo>
                  <a:pt x="1150317" y="829638"/>
                </a:lnTo>
                <a:moveTo>
                  <a:pt x="853772" y="702025"/>
                </a:moveTo>
                <a:lnTo>
                  <a:pt x="833433" y="813054"/>
                </a:lnTo>
                <a:moveTo>
                  <a:pt x="1916192" y="861072"/>
                </a:moveTo>
                <a:lnTo>
                  <a:pt x="1915541" y="884222"/>
                </a:lnTo>
                <a:moveTo>
                  <a:pt x="1190567" y="807962"/>
                </a:moveTo>
                <a:lnTo>
                  <a:pt x="1150317" y="829638"/>
                </a:lnTo>
                <a:moveTo>
                  <a:pt x="1141552" y="738046"/>
                </a:moveTo>
                <a:lnTo>
                  <a:pt x="1102588" y="774904"/>
                </a:lnTo>
                <a:moveTo>
                  <a:pt x="1141552" y="738046"/>
                </a:moveTo>
                <a:lnTo>
                  <a:pt x="1068891" y="733944"/>
                </a:lnTo>
                <a:moveTo>
                  <a:pt x="1596458" y="217072"/>
                </a:moveTo>
                <a:lnTo>
                  <a:pt x="1465033" y="172798"/>
                </a:lnTo>
                <a:moveTo>
                  <a:pt x="1818224" y="815847"/>
                </a:moveTo>
                <a:lnTo>
                  <a:pt x="1897061" y="891011"/>
                </a:lnTo>
                <a:moveTo>
                  <a:pt x="1111663" y="704571"/>
                </a:moveTo>
                <a:lnTo>
                  <a:pt x="1068891" y="733944"/>
                </a:lnTo>
                <a:moveTo>
                  <a:pt x="1578984" y="1036178"/>
                </a:moveTo>
                <a:lnTo>
                  <a:pt x="1469324" y="999153"/>
                </a:lnTo>
                <a:moveTo>
                  <a:pt x="1190567" y="807962"/>
                </a:moveTo>
                <a:lnTo>
                  <a:pt x="1226089" y="942584"/>
                </a:lnTo>
                <a:moveTo>
                  <a:pt x="1520689" y="104117"/>
                </a:moveTo>
                <a:lnTo>
                  <a:pt x="1376267" y="99498"/>
                </a:lnTo>
                <a:moveTo>
                  <a:pt x="1915541" y="884222"/>
                </a:moveTo>
                <a:lnTo>
                  <a:pt x="1906961" y="889234"/>
                </a:lnTo>
                <a:moveTo>
                  <a:pt x="1951200" y="237529"/>
                </a:moveTo>
                <a:lnTo>
                  <a:pt x="1953315" y="246763"/>
                </a:lnTo>
                <a:moveTo>
                  <a:pt x="1228982" y="890137"/>
                </a:moveTo>
                <a:lnTo>
                  <a:pt x="1226089" y="942584"/>
                </a:lnTo>
                <a:moveTo>
                  <a:pt x="1917012" y="875599"/>
                </a:moveTo>
                <a:lnTo>
                  <a:pt x="1916192" y="861072"/>
                </a:lnTo>
                <a:moveTo>
                  <a:pt x="1798860" y="845134"/>
                </a:moveTo>
                <a:lnTo>
                  <a:pt x="1748398" y="955579"/>
                </a:lnTo>
                <a:moveTo>
                  <a:pt x="1520670" y="358696"/>
                </a:moveTo>
                <a:lnTo>
                  <a:pt x="1508344" y="359149"/>
                </a:lnTo>
                <a:moveTo>
                  <a:pt x="1474393" y="66509"/>
                </a:moveTo>
                <a:lnTo>
                  <a:pt x="1376267" y="99498"/>
                </a:lnTo>
                <a:moveTo>
                  <a:pt x="1570614" y="248651"/>
                </a:moveTo>
                <a:lnTo>
                  <a:pt x="1520670" y="358696"/>
                </a:lnTo>
                <a:moveTo>
                  <a:pt x="1228982" y="890137"/>
                </a:moveTo>
                <a:lnTo>
                  <a:pt x="1226572" y="943205"/>
                </a:lnTo>
                <a:moveTo>
                  <a:pt x="1916192" y="861072"/>
                </a:moveTo>
                <a:lnTo>
                  <a:pt x="1818224" y="815847"/>
                </a:lnTo>
                <a:moveTo>
                  <a:pt x="1634324" y="931680"/>
                </a:moveTo>
                <a:lnTo>
                  <a:pt x="1578984" y="1036178"/>
                </a:lnTo>
                <a:moveTo>
                  <a:pt x="1906961" y="889234"/>
                </a:moveTo>
                <a:lnTo>
                  <a:pt x="1748398" y="955579"/>
                </a:lnTo>
                <a:moveTo>
                  <a:pt x="1917012" y="875599"/>
                </a:moveTo>
                <a:lnTo>
                  <a:pt x="1915541" y="884222"/>
                </a:lnTo>
                <a:moveTo>
                  <a:pt x="1798860" y="845134"/>
                </a:moveTo>
                <a:lnTo>
                  <a:pt x="1641854" y="916147"/>
                </a:lnTo>
                <a:moveTo>
                  <a:pt x="1387889" y="339533"/>
                </a:moveTo>
                <a:lnTo>
                  <a:pt x="1269011" y="381092"/>
                </a:lnTo>
                <a:moveTo>
                  <a:pt x="1015319" y="654392"/>
                </a:moveTo>
                <a:lnTo>
                  <a:pt x="1068891" y="733944"/>
                </a:lnTo>
                <a:moveTo>
                  <a:pt x="1818224" y="815847"/>
                </a:moveTo>
                <a:lnTo>
                  <a:pt x="1798860" y="845134"/>
                </a:lnTo>
                <a:moveTo>
                  <a:pt x="1917012" y="875599"/>
                </a:moveTo>
                <a:lnTo>
                  <a:pt x="1906961" y="889234"/>
                </a:lnTo>
                <a:moveTo>
                  <a:pt x="1076191" y="1055803"/>
                </a:moveTo>
                <a:lnTo>
                  <a:pt x="1068003" y="1015426"/>
                </a:lnTo>
                <a:moveTo>
                  <a:pt x="1748398" y="955579"/>
                </a:moveTo>
                <a:lnTo>
                  <a:pt x="1641854" y="916147"/>
                </a:lnTo>
                <a:moveTo>
                  <a:pt x="1508344" y="359149"/>
                </a:moveTo>
                <a:lnTo>
                  <a:pt x="1364419" y="429126"/>
                </a:lnTo>
                <a:moveTo>
                  <a:pt x="1267077" y="88515"/>
                </a:moveTo>
                <a:lnTo>
                  <a:pt x="1243539" y="136105"/>
                </a:lnTo>
                <a:moveTo>
                  <a:pt x="1818637" y="451112"/>
                </a:moveTo>
                <a:lnTo>
                  <a:pt x="1742726" y="430632"/>
                </a:lnTo>
                <a:moveTo>
                  <a:pt x="853772" y="702025"/>
                </a:moveTo>
                <a:lnTo>
                  <a:pt x="805096" y="781846"/>
                </a:lnTo>
                <a:moveTo>
                  <a:pt x="1641854" y="916147"/>
                </a:moveTo>
                <a:lnTo>
                  <a:pt x="1634324" y="931680"/>
                </a:lnTo>
                <a:moveTo>
                  <a:pt x="922980" y="689630"/>
                </a:moveTo>
                <a:lnTo>
                  <a:pt x="853772" y="702025"/>
                </a:lnTo>
                <a:moveTo>
                  <a:pt x="1938787" y="306122"/>
                </a:moveTo>
                <a:lnTo>
                  <a:pt x="1953315" y="246763"/>
                </a:lnTo>
                <a:moveTo>
                  <a:pt x="1284885" y="297366"/>
                </a:moveTo>
                <a:lnTo>
                  <a:pt x="1269011" y="381092"/>
                </a:lnTo>
                <a:moveTo>
                  <a:pt x="1667698" y="1043073"/>
                </a:moveTo>
                <a:lnTo>
                  <a:pt x="1578984" y="1036178"/>
                </a:lnTo>
                <a:moveTo>
                  <a:pt x="1761363" y="402198"/>
                </a:moveTo>
                <a:lnTo>
                  <a:pt x="1742726" y="430632"/>
                </a:lnTo>
                <a:moveTo>
                  <a:pt x="1596458" y="217072"/>
                </a:moveTo>
                <a:lnTo>
                  <a:pt x="1570614" y="248651"/>
                </a:lnTo>
                <a:moveTo>
                  <a:pt x="1778652" y="819230"/>
                </a:moveTo>
                <a:lnTo>
                  <a:pt x="1798860" y="845134"/>
                </a:lnTo>
                <a:moveTo>
                  <a:pt x="1615615" y="244140"/>
                </a:moveTo>
                <a:lnTo>
                  <a:pt x="1570614" y="248651"/>
                </a:lnTo>
                <a:moveTo>
                  <a:pt x="1845361" y="490046"/>
                </a:moveTo>
                <a:lnTo>
                  <a:pt x="1818637" y="451112"/>
                </a:lnTo>
                <a:moveTo>
                  <a:pt x="1859985" y="461787"/>
                </a:moveTo>
                <a:lnTo>
                  <a:pt x="1818637" y="451112"/>
                </a:lnTo>
                <a:moveTo>
                  <a:pt x="1810809" y="571239"/>
                </a:moveTo>
                <a:lnTo>
                  <a:pt x="1742726" y="430632"/>
                </a:lnTo>
                <a:moveTo>
                  <a:pt x="1859985" y="461787"/>
                </a:moveTo>
                <a:lnTo>
                  <a:pt x="1845361" y="490046"/>
                </a:lnTo>
                <a:moveTo>
                  <a:pt x="1761363" y="402198"/>
                </a:moveTo>
                <a:lnTo>
                  <a:pt x="1818637" y="451112"/>
                </a:lnTo>
                <a:moveTo>
                  <a:pt x="1742726" y="430632"/>
                </a:moveTo>
                <a:lnTo>
                  <a:pt x="1701513" y="533933"/>
                </a:lnTo>
                <a:moveTo>
                  <a:pt x="1474393" y="66509"/>
                </a:moveTo>
                <a:lnTo>
                  <a:pt x="1405963" y="60906"/>
                </a:lnTo>
                <a:moveTo>
                  <a:pt x="1015319" y="654392"/>
                </a:moveTo>
                <a:lnTo>
                  <a:pt x="969994" y="691555"/>
                </a:lnTo>
                <a:moveTo>
                  <a:pt x="1578984" y="1036178"/>
                </a:moveTo>
                <a:lnTo>
                  <a:pt x="1551990" y="1128494"/>
                </a:lnTo>
                <a:moveTo>
                  <a:pt x="1434687" y="22381"/>
                </a:moveTo>
                <a:lnTo>
                  <a:pt x="1405963" y="60906"/>
                </a:lnTo>
                <a:moveTo>
                  <a:pt x="1235432" y="118995"/>
                </a:moveTo>
                <a:lnTo>
                  <a:pt x="1243539" y="136105"/>
                </a:lnTo>
                <a:moveTo>
                  <a:pt x="1859985" y="461787"/>
                </a:moveTo>
                <a:lnTo>
                  <a:pt x="1761363" y="402198"/>
                </a:lnTo>
                <a:moveTo>
                  <a:pt x="1938787" y="306122"/>
                </a:moveTo>
                <a:lnTo>
                  <a:pt x="1951200" y="237529"/>
                </a:lnTo>
                <a:moveTo>
                  <a:pt x="1818637" y="451112"/>
                </a:moveTo>
                <a:lnTo>
                  <a:pt x="1810809" y="571239"/>
                </a:lnTo>
                <a:moveTo>
                  <a:pt x="1267077" y="88515"/>
                </a:moveTo>
                <a:lnTo>
                  <a:pt x="1235432" y="118995"/>
                </a:lnTo>
                <a:moveTo>
                  <a:pt x="1845361" y="490046"/>
                </a:moveTo>
                <a:lnTo>
                  <a:pt x="1810809" y="571239"/>
                </a:lnTo>
                <a:moveTo>
                  <a:pt x="1526682" y="915973"/>
                </a:moveTo>
                <a:lnTo>
                  <a:pt x="1578984" y="1036178"/>
                </a:lnTo>
                <a:moveTo>
                  <a:pt x="1634324" y="931680"/>
                </a:moveTo>
                <a:lnTo>
                  <a:pt x="1667698" y="1043073"/>
                </a:lnTo>
                <a:moveTo>
                  <a:pt x="1508344" y="359149"/>
                </a:moveTo>
                <a:lnTo>
                  <a:pt x="1448273" y="441211"/>
                </a:lnTo>
                <a:moveTo>
                  <a:pt x="1578984" y="1036178"/>
                </a:moveTo>
                <a:lnTo>
                  <a:pt x="1444160" y="1090056"/>
                </a:lnTo>
                <a:moveTo>
                  <a:pt x="1526682" y="915973"/>
                </a:moveTo>
                <a:lnTo>
                  <a:pt x="1469324" y="999153"/>
                </a:lnTo>
                <a:moveTo>
                  <a:pt x="1325225" y="12228"/>
                </a:moveTo>
                <a:lnTo>
                  <a:pt x="1376267" y="99498"/>
                </a:lnTo>
                <a:moveTo>
                  <a:pt x="1818224" y="815847"/>
                </a:moveTo>
                <a:lnTo>
                  <a:pt x="1778652" y="819230"/>
                </a:lnTo>
                <a:moveTo>
                  <a:pt x="1653903" y="377511"/>
                </a:moveTo>
                <a:lnTo>
                  <a:pt x="1570614" y="248651"/>
                </a:lnTo>
                <a:moveTo>
                  <a:pt x="1469324" y="999153"/>
                </a:moveTo>
                <a:lnTo>
                  <a:pt x="1444160" y="1090056"/>
                </a:lnTo>
                <a:moveTo>
                  <a:pt x="2033752" y="360510"/>
                </a:moveTo>
                <a:lnTo>
                  <a:pt x="1938787" y="306122"/>
                </a:lnTo>
                <a:moveTo>
                  <a:pt x="1169326" y="1027753"/>
                </a:moveTo>
                <a:lnTo>
                  <a:pt x="1076191" y="1055803"/>
                </a:lnTo>
                <a:moveTo>
                  <a:pt x="1906961" y="889234"/>
                </a:moveTo>
                <a:lnTo>
                  <a:pt x="1846025" y="961799"/>
                </a:lnTo>
                <a:moveTo>
                  <a:pt x="1228982" y="890137"/>
                </a:moveTo>
                <a:lnTo>
                  <a:pt x="1169326" y="1027753"/>
                </a:lnTo>
                <a:moveTo>
                  <a:pt x="1846025" y="961799"/>
                </a:moveTo>
                <a:lnTo>
                  <a:pt x="1748398" y="955579"/>
                </a:lnTo>
                <a:moveTo>
                  <a:pt x="1845361" y="490046"/>
                </a:moveTo>
                <a:lnTo>
                  <a:pt x="1862344" y="582444"/>
                </a:lnTo>
                <a:moveTo>
                  <a:pt x="1653903" y="377511"/>
                </a:moveTo>
                <a:lnTo>
                  <a:pt x="1520670" y="358696"/>
                </a:lnTo>
                <a:moveTo>
                  <a:pt x="1708597" y="806196"/>
                </a:moveTo>
                <a:lnTo>
                  <a:pt x="1798860" y="845134"/>
                </a:lnTo>
                <a:moveTo>
                  <a:pt x="1742726" y="430632"/>
                </a:moveTo>
                <a:lnTo>
                  <a:pt x="1653903" y="377511"/>
                </a:lnTo>
                <a:moveTo>
                  <a:pt x="1748398" y="955579"/>
                </a:moveTo>
                <a:lnTo>
                  <a:pt x="1719732" y="1049187"/>
                </a:lnTo>
                <a:moveTo>
                  <a:pt x="1596458" y="217072"/>
                </a:moveTo>
                <a:lnTo>
                  <a:pt x="1520689" y="104117"/>
                </a:lnTo>
                <a:moveTo>
                  <a:pt x="800591" y="742105"/>
                </a:moveTo>
                <a:lnTo>
                  <a:pt x="805096" y="781846"/>
                </a:lnTo>
                <a:moveTo>
                  <a:pt x="1015319" y="654392"/>
                </a:moveTo>
                <a:lnTo>
                  <a:pt x="922980" y="689630"/>
                </a:lnTo>
                <a:moveTo>
                  <a:pt x="1810809" y="571239"/>
                </a:moveTo>
                <a:lnTo>
                  <a:pt x="1701513" y="533933"/>
                </a:lnTo>
                <a:moveTo>
                  <a:pt x="1659696" y="368260"/>
                </a:moveTo>
                <a:lnTo>
                  <a:pt x="1742726" y="430632"/>
                </a:lnTo>
                <a:moveTo>
                  <a:pt x="1520689" y="104117"/>
                </a:moveTo>
                <a:lnTo>
                  <a:pt x="1474393" y="66509"/>
                </a:lnTo>
                <a:moveTo>
                  <a:pt x="1917012" y="875599"/>
                </a:moveTo>
                <a:lnTo>
                  <a:pt x="1846025" y="961799"/>
                </a:lnTo>
                <a:moveTo>
                  <a:pt x="1634324" y="931680"/>
                </a:moveTo>
                <a:lnTo>
                  <a:pt x="1526682" y="915973"/>
                </a:lnTo>
                <a:moveTo>
                  <a:pt x="1641854" y="916147"/>
                </a:moveTo>
                <a:lnTo>
                  <a:pt x="1526682" y="915973"/>
                </a:lnTo>
                <a:moveTo>
                  <a:pt x="1596458" y="217072"/>
                </a:moveTo>
                <a:lnTo>
                  <a:pt x="1615615" y="244140"/>
                </a:lnTo>
                <a:moveTo>
                  <a:pt x="1719732" y="1049187"/>
                </a:moveTo>
                <a:lnTo>
                  <a:pt x="1634324" y="931680"/>
                </a:lnTo>
                <a:moveTo>
                  <a:pt x="1719732" y="1049187"/>
                </a:moveTo>
                <a:lnTo>
                  <a:pt x="1641854" y="916147"/>
                </a:lnTo>
                <a:moveTo>
                  <a:pt x="1880035" y="728386"/>
                </a:moveTo>
                <a:lnTo>
                  <a:pt x="1916192" y="861072"/>
                </a:lnTo>
                <a:moveTo>
                  <a:pt x="1862344" y="582444"/>
                </a:moveTo>
                <a:lnTo>
                  <a:pt x="1810809" y="571239"/>
                </a:lnTo>
                <a:moveTo>
                  <a:pt x="1362551" y="13409"/>
                </a:moveTo>
                <a:lnTo>
                  <a:pt x="1405963" y="60906"/>
                </a:lnTo>
                <a:moveTo>
                  <a:pt x="1448273" y="441211"/>
                </a:moveTo>
                <a:lnTo>
                  <a:pt x="1364419" y="429126"/>
                </a:lnTo>
                <a:moveTo>
                  <a:pt x="1708597" y="806196"/>
                </a:moveTo>
                <a:lnTo>
                  <a:pt x="1641854" y="916147"/>
                </a:lnTo>
                <a:moveTo>
                  <a:pt x="1434687" y="22381"/>
                </a:moveTo>
                <a:lnTo>
                  <a:pt x="1474393" y="66509"/>
                </a:lnTo>
                <a:moveTo>
                  <a:pt x="1364419" y="429126"/>
                </a:moveTo>
                <a:lnTo>
                  <a:pt x="1269011" y="381092"/>
                </a:lnTo>
                <a:moveTo>
                  <a:pt x="1926153" y="344670"/>
                </a:moveTo>
                <a:lnTo>
                  <a:pt x="1859985" y="461787"/>
                </a:lnTo>
                <a:moveTo>
                  <a:pt x="1503036" y="443782"/>
                </a:moveTo>
                <a:lnTo>
                  <a:pt x="1508344" y="359149"/>
                </a:lnTo>
                <a:moveTo>
                  <a:pt x="1926153" y="344670"/>
                </a:moveTo>
                <a:lnTo>
                  <a:pt x="1761363" y="402198"/>
                </a:lnTo>
                <a:moveTo>
                  <a:pt x="1111663" y="704571"/>
                </a:moveTo>
                <a:lnTo>
                  <a:pt x="1141552" y="738046"/>
                </a:lnTo>
                <a:moveTo>
                  <a:pt x="1761363" y="402198"/>
                </a:moveTo>
                <a:lnTo>
                  <a:pt x="1659696" y="368260"/>
                </a:lnTo>
                <a:moveTo>
                  <a:pt x="1190567" y="807962"/>
                </a:moveTo>
                <a:lnTo>
                  <a:pt x="1141552" y="738046"/>
                </a:lnTo>
                <a:moveTo>
                  <a:pt x="1742726" y="430632"/>
                </a:moveTo>
                <a:lnTo>
                  <a:pt x="1611491" y="481738"/>
                </a:lnTo>
                <a:moveTo>
                  <a:pt x="1641854" y="916147"/>
                </a:moveTo>
                <a:lnTo>
                  <a:pt x="1558712" y="858636"/>
                </a:lnTo>
                <a:moveTo>
                  <a:pt x="1667698" y="1043073"/>
                </a:moveTo>
                <a:lnTo>
                  <a:pt x="1551990" y="1128494"/>
                </a:lnTo>
                <a:moveTo>
                  <a:pt x="1520670" y="358696"/>
                </a:moveTo>
                <a:lnTo>
                  <a:pt x="1503036" y="443782"/>
                </a:lnTo>
                <a:moveTo>
                  <a:pt x="1615615" y="244140"/>
                </a:moveTo>
                <a:lnTo>
                  <a:pt x="1653903" y="377511"/>
                </a:lnTo>
                <a:moveTo>
                  <a:pt x="1922875" y="832347"/>
                </a:moveTo>
                <a:lnTo>
                  <a:pt x="1916192" y="861072"/>
                </a:lnTo>
                <a:moveTo>
                  <a:pt x="1325225" y="12228"/>
                </a:moveTo>
                <a:lnTo>
                  <a:pt x="1405963" y="60906"/>
                </a:lnTo>
                <a:moveTo>
                  <a:pt x="1659696" y="368260"/>
                </a:moveTo>
                <a:lnTo>
                  <a:pt x="1615615" y="244140"/>
                </a:lnTo>
                <a:moveTo>
                  <a:pt x="1719732" y="1049187"/>
                </a:moveTo>
                <a:lnTo>
                  <a:pt x="1667698" y="1043073"/>
                </a:lnTo>
                <a:moveTo>
                  <a:pt x="1364419" y="429126"/>
                </a:moveTo>
                <a:lnTo>
                  <a:pt x="1333890" y="524173"/>
                </a:lnTo>
                <a:moveTo>
                  <a:pt x="1446185" y="937903"/>
                </a:moveTo>
                <a:lnTo>
                  <a:pt x="1469324" y="999153"/>
                </a:lnTo>
                <a:moveTo>
                  <a:pt x="1325225" y="12228"/>
                </a:moveTo>
                <a:lnTo>
                  <a:pt x="1267077" y="88515"/>
                </a:lnTo>
                <a:moveTo>
                  <a:pt x="1190567" y="807962"/>
                </a:moveTo>
                <a:lnTo>
                  <a:pt x="1228982" y="890137"/>
                </a:lnTo>
                <a:moveTo>
                  <a:pt x="1778652" y="819230"/>
                </a:moveTo>
                <a:lnTo>
                  <a:pt x="1708597" y="806196"/>
                </a:lnTo>
                <a:moveTo>
                  <a:pt x="918505" y="632148"/>
                </a:moveTo>
                <a:lnTo>
                  <a:pt x="922980" y="689630"/>
                </a:lnTo>
                <a:moveTo>
                  <a:pt x="853772" y="702025"/>
                </a:moveTo>
                <a:lnTo>
                  <a:pt x="800591" y="742105"/>
                </a:lnTo>
                <a:moveTo>
                  <a:pt x="1880035" y="728386"/>
                </a:moveTo>
                <a:lnTo>
                  <a:pt x="1818224" y="815847"/>
                </a:lnTo>
                <a:moveTo>
                  <a:pt x="2090849" y="287429"/>
                </a:moveTo>
                <a:lnTo>
                  <a:pt x="2033752" y="360510"/>
                </a:lnTo>
                <a:moveTo>
                  <a:pt x="1194710" y="984448"/>
                </a:moveTo>
                <a:lnTo>
                  <a:pt x="1169326" y="1027753"/>
                </a:lnTo>
                <a:moveTo>
                  <a:pt x="909173" y="634118"/>
                </a:moveTo>
                <a:lnTo>
                  <a:pt x="922980" y="689630"/>
                </a:lnTo>
                <a:moveTo>
                  <a:pt x="1941565" y="454118"/>
                </a:moveTo>
                <a:lnTo>
                  <a:pt x="1845361" y="490046"/>
                </a:lnTo>
                <a:moveTo>
                  <a:pt x="1551990" y="1128494"/>
                </a:moveTo>
                <a:lnTo>
                  <a:pt x="1444160" y="1090056"/>
                </a:lnTo>
                <a:moveTo>
                  <a:pt x="1810809" y="571239"/>
                </a:moveTo>
                <a:lnTo>
                  <a:pt x="1778770" y="667452"/>
                </a:lnTo>
                <a:moveTo>
                  <a:pt x="1829307" y="296022"/>
                </a:moveTo>
                <a:lnTo>
                  <a:pt x="1761363" y="402198"/>
                </a:lnTo>
                <a:moveTo>
                  <a:pt x="1434687" y="22381"/>
                </a:moveTo>
                <a:lnTo>
                  <a:pt x="1362551" y="13409"/>
                </a:lnTo>
                <a:moveTo>
                  <a:pt x="1941565" y="454118"/>
                </a:moveTo>
                <a:lnTo>
                  <a:pt x="1859985" y="461787"/>
                </a:lnTo>
                <a:moveTo>
                  <a:pt x="1111663" y="704571"/>
                </a:moveTo>
                <a:lnTo>
                  <a:pt x="1015319" y="654392"/>
                </a:lnTo>
                <a:moveTo>
                  <a:pt x="1701513" y="533933"/>
                </a:moveTo>
                <a:lnTo>
                  <a:pt x="1611491" y="481738"/>
                </a:lnTo>
                <a:moveTo>
                  <a:pt x="1778770" y="667452"/>
                </a:moveTo>
                <a:lnTo>
                  <a:pt x="1778652" y="819230"/>
                </a:lnTo>
                <a:moveTo>
                  <a:pt x="1846025" y="961799"/>
                </a:moveTo>
                <a:lnTo>
                  <a:pt x="1719732" y="1049187"/>
                </a:lnTo>
                <a:moveTo>
                  <a:pt x="1659696" y="368260"/>
                </a:moveTo>
                <a:lnTo>
                  <a:pt x="1653903" y="377511"/>
                </a:lnTo>
                <a:moveTo>
                  <a:pt x="1922875" y="832347"/>
                </a:moveTo>
                <a:lnTo>
                  <a:pt x="1917012" y="875599"/>
                </a:lnTo>
                <a:moveTo>
                  <a:pt x="1862344" y="582444"/>
                </a:moveTo>
                <a:lnTo>
                  <a:pt x="1778770" y="667452"/>
                </a:lnTo>
                <a:moveTo>
                  <a:pt x="1778652" y="819230"/>
                </a:moveTo>
                <a:lnTo>
                  <a:pt x="1728279" y="777920"/>
                </a:lnTo>
                <a:moveTo>
                  <a:pt x="1600740" y="791144"/>
                </a:moveTo>
                <a:lnTo>
                  <a:pt x="1641854" y="916147"/>
                </a:lnTo>
                <a:moveTo>
                  <a:pt x="1880035" y="728386"/>
                </a:moveTo>
                <a:lnTo>
                  <a:pt x="1778652" y="819230"/>
                </a:lnTo>
                <a:moveTo>
                  <a:pt x="1862344" y="582444"/>
                </a:moveTo>
                <a:lnTo>
                  <a:pt x="1864988" y="694281"/>
                </a:lnTo>
                <a:moveTo>
                  <a:pt x="1325225" y="12228"/>
                </a:moveTo>
                <a:lnTo>
                  <a:pt x="1235432" y="118995"/>
                </a:lnTo>
                <a:moveTo>
                  <a:pt x="1958024" y="185411"/>
                </a:moveTo>
                <a:lnTo>
                  <a:pt x="1951200" y="237529"/>
                </a:lnTo>
                <a:moveTo>
                  <a:pt x="1448273" y="441211"/>
                </a:moveTo>
                <a:lnTo>
                  <a:pt x="1333890" y="524173"/>
                </a:lnTo>
                <a:moveTo>
                  <a:pt x="1667698" y="1043073"/>
                </a:moveTo>
                <a:lnTo>
                  <a:pt x="1617827" y="1129976"/>
                </a:lnTo>
                <a:moveTo>
                  <a:pt x="1810809" y="571239"/>
                </a:moveTo>
                <a:lnTo>
                  <a:pt x="1677218" y="624164"/>
                </a:lnTo>
                <a:moveTo>
                  <a:pt x="1558712" y="858636"/>
                </a:moveTo>
                <a:lnTo>
                  <a:pt x="1526682" y="915973"/>
                </a:lnTo>
                <a:moveTo>
                  <a:pt x="1701513" y="533933"/>
                </a:moveTo>
                <a:lnTo>
                  <a:pt x="1677218" y="624164"/>
                </a:lnTo>
                <a:moveTo>
                  <a:pt x="1941565" y="454118"/>
                </a:moveTo>
                <a:lnTo>
                  <a:pt x="1862344" y="582444"/>
                </a:lnTo>
                <a:moveTo>
                  <a:pt x="1653903" y="377511"/>
                </a:moveTo>
                <a:lnTo>
                  <a:pt x="1611491" y="481738"/>
                </a:lnTo>
                <a:moveTo>
                  <a:pt x="1487264" y="0"/>
                </a:moveTo>
                <a:lnTo>
                  <a:pt x="1474393" y="66509"/>
                </a:lnTo>
                <a:moveTo>
                  <a:pt x="1503036" y="443782"/>
                </a:moveTo>
                <a:lnTo>
                  <a:pt x="1448273" y="441211"/>
                </a:lnTo>
                <a:moveTo>
                  <a:pt x="1653903" y="377511"/>
                </a:moveTo>
                <a:lnTo>
                  <a:pt x="1503036" y="443782"/>
                </a:lnTo>
                <a:moveTo>
                  <a:pt x="1986188" y="262626"/>
                </a:moveTo>
                <a:lnTo>
                  <a:pt x="1951200" y="237529"/>
                </a:lnTo>
                <a:moveTo>
                  <a:pt x="1448865" y="0"/>
                </a:moveTo>
                <a:lnTo>
                  <a:pt x="1434687" y="22381"/>
                </a:lnTo>
                <a:moveTo>
                  <a:pt x="1449031" y="0"/>
                </a:moveTo>
                <a:lnTo>
                  <a:pt x="1434687" y="22381"/>
                </a:lnTo>
                <a:moveTo>
                  <a:pt x="1431093" y="1041319"/>
                </a:moveTo>
                <a:lnTo>
                  <a:pt x="1469324" y="999153"/>
                </a:lnTo>
                <a:moveTo>
                  <a:pt x="1617827" y="1129976"/>
                </a:moveTo>
                <a:lnTo>
                  <a:pt x="1551990" y="1128494"/>
                </a:lnTo>
                <a:moveTo>
                  <a:pt x="909173" y="634118"/>
                </a:moveTo>
                <a:lnTo>
                  <a:pt x="853772" y="702025"/>
                </a:lnTo>
                <a:moveTo>
                  <a:pt x="1926153" y="344670"/>
                </a:moveTo>
                <a:lnTo>
                  <a:pt x="1829307" y="296022"/>
                </a:lnTo>
                <a:moveTo>
                  <a:pt x="1986188" y="262626"/>
                </a:moveTo>
                <a:lnTo>
                  <a:pt x="2033752" y="360510"/>
                </a:lnTo>
                <a:moveTo>
                  <a:pt x="1926153" y="344670"/>
                </a:moveTo>
                <a:lnTo>
                  <a:pt x="1941565" y="454118"/>
                </a:lnTo>
                <a:moveTo>
                  <a:pt x="1728279" y="777920"/>
                </a:moveTo>
                <a:lnTo>
                  <a:pt x="1708597" y="806196"/>
                </a:lnTo>
                <a:moveTo>
                  <a:pt x="1364419" y="429126"/>
                </a:moveTo>
                <a:lnTo>
                  <a:pt x="1247644" y="469061"/>
                </a:lnTo>
                <a:moveTo>
                  <a:pt x="1569295" y="56942"/>
                </a:moveTo>
                <a:lnTo>
                  <a:pt x="1520689" y="104117"/>
                </a:lnTo>
                <a:moveTo>
                  <a:pt x="1242854" y="737425"/>
                </a:moveTo>
                <a:lnTo>
                  <a:pt x="1141552" y="738046"/>
                </a:lnTo>
                <a:moveTo>
                  <a:pt x="1567814" y="55506"/>
                </a:moveTo>
                <a:lnTo>
                  <a:pt x="1520689" y="104117"/>
                </a:lnTo>
                <a:moveTo>
                  <a:pt x="1448273" y="441211"/>
                </a:moveTo>
                <a:lnTo>
                  <a:pt x="1433637" y="544843"/>
                </a:lnTo>
                <a:moveTo>
                  <a:pt x="1242854" y="737425"/>
                </a:moveTo>
                <a:lnTo>
                  <a:pt x="1111663" y="704571"/>
                </a:lnTo>
                <a:moveTo>
                  <a:pt x="1242854" y="737425"/>
                </a:moveTo>
                <a:lnTo>
                  <a:pt x="1190567" y="807962"/>
                </a:lnTo>
                <a:moveTo>
                  <a:pt x="1722431" y="277977"/>
                </a:moveTo>
                <a:lnTo>
                  <a:pt x="1761363" y="402198"/>
                </a:lnTo>
                <a:moveTo>
                  <a:pt x="1076191" y="1055803"/>
                </a:moveTo>
                <a:lnTo>
                  <a:pt x="968869" y="1039118"/>
                </a:lnTo>
                <a:moveTo>
                  <a:pt x="1569295" y="56942"/>
                </a:moveTo>
                <a:lnTo>
                  <a:pt x="1596458" y="217072"/>
                </a:lnTo>
                <a:moveTo>
                  <a:pt x="1362551" y="13409"/>
                </a:moveTo>
                <a:lnTo>
                  <a:pt x="1325225" y="12228"/>
                </a:lnTo>
                <a:moveTo>
                  <a:pt x="1251880" y="722019"/>
                </a:moveTo>
                <a:lnTo>
                  <a:pt x="1111663" y="704571"/>
                </a:lnTo>
                <a:moveTo>
                  <a:pt x="1567814" y="55506"/>
                </a:moveTo>
                <a:lnTo>
                  <a:pt x="1474393" y="66509"/>
                </a:lnTo>
                <a:moveTo>
                  <a:pt x="1526682" y="915973"/>
                </a:moveTo>
                <a:lnTo>
                  <a:pt x="1446185" y="937903"/>
                </a:lnTo>
                <a:moveTo>
                  <a:pt x="1117374" y="1031278"/>
                </a:moveTo>
                <a:lnTo>
                  <a:pt x="1169326" y="1027753"/>
                </a:lnTo>
                <a:moveTo>
                  <a:pt x="1922875" y="832347"/>
                </a:moveTo>
                <a:lnTo>
                  <a:pt x="1846025" y="961799"/>
                </a:lnTo>
                <a:moveTo>
                  <a:pt x="1864988" y="694281"/>
                </a:moveTo>
                <a:lnTo>
                  <a:pt x="1778770" y="667452"/>
                </a:lnTo>
                <a:moveTo>
                  <a:pt x="1228982" y="890137"/>
                </a:moveTo>
                <a:lnTo>
                  <a:pt x="1194710" y="984448"/>
                </a:lnTo>
                <a:moveTo>
                  <a:pt x="1255450" y="736765"/>
                </a:moveTo>
                <a:lnTo>
                  <a:pt x="1190567" y="807962"/>
                </a:lnTo>
                <a:moveTo>
                  <a:pt x="1460969" y="547742"/>
                </a:moveTo>
                <a:lnTo>
                  <a:pt x="1448273" y="441211"/>
                </a:lnTo>
                <a:moveTo>
                  <a:pt x="1701513" y="533933"/>
                </a:moveTo>
                <a:lnTo>
                  <a:pt x="1580576" y="577083"/>
                </a:lnTo>
                <a:moveTo>
                  <a:pt x="1611491" y="481738"/>
                </a:moveTo>
                <a:lnTo>
                  <a:pt x="1503036" y="443782"/>
                </a:lnTo>
                <a:moveTo>
                  <a:pt x="1778770" y="667452"/>
                </a:moveTo>
                <a:lnTo>
                  <a:pt x="1728279" y="777920"/>
                </a:lnTo>
                <a:moveTo>
                  <a:pt x="1880035" y="728386"/>
                </a:moveTo>
                <a:lnTo>
                  <a:pt x="1778770" y="667452"/>
                </a:lnTo>
                <a:moveTo>
                  <a:pt x="1846025" y="961799"/>
                </a:moveTo>
                <a:lnTo>
                  <a:pt x="1796796" y="1049008"/>
                </a:lnTo>
                <a:moveTo>
                  <a:pt x="1880035" y="728386"/>
                </a:moveTo>
                <a:lnTo>
                  <a:pt x="1864988" y="694281"/>
                </a:lnTo>
                <a:moveTo>
                  <a:pt x="1796796" y="1049008"/>
                </a:moveTo>
                <a:lnTo>
                  <a:pt x="1719732" y="1049187"/>
                </a:lnTo>
                <a:moveTo>
                  <a:pt x="1333890" y="524173"/>
                </a:moveTo>
                <a:lnTo>
                  <a:pt x="1290401" y="629232"/>
                </a:lnTo>
                <a:moveTo>
                  <a:pt x="1950475" y="568930"/>
                </a:moveTo>
                <a:lnTo>
                  <a:pt x="1862344" y="582444"/>
                </a:lnTo>
                <a:moveTo>
                  <a:pt x="1986188" y="262626"/>
                </a:moveTo>
                <a:lnTo>
                  <a:pt x="1938787" y="306122"/>
                </a:lnTo>
                <a:moveTo>
                  <a:pt x="1381588" y="0"/>
                </a:moveTo>
                <a:lnTo>
                  <a:pt x="1362551" y="13409"/>
                </a:lnTo>
                <a:moveTo>
                  <a:pt x="1433637" y="544843"/>
                </a:moveTo>
                <a:lnTo>
                  <a:pt x="1333890" y="524173"/>
                </a:lnTo>
                <a:moveTo>
                  <a:pt x="1238604" y="341664"/>
                </a:moveTo>
                <a:lnTo>
                  <a:pt x="1269011" y="381092"/>
                </a:lnTo>
                <a:moveTo>
                  <a:pt x="1708597" y="806196"/>
                </a:moveTo>
                <a:lnTo>
                  <a:pt x="1600740" y="791144"/>
                </a:lnTo>
                <a:moveTo>
                  <a:pt x="1163485" y="647585"/>
                </a:moveTo>
                <a:lnTo>
                  <a:pt x="1111663" y="704571"/>
                </a:lnTo>
                <a:moveTo>
                  <a:pt x="1380025" y="0"/>
                </a:moveTo>
                <a:lnTo>
                  <a:pt x="1362551" y="13409"/>
                </a:lnTo>
                <a:moveTo>
                  <a:pt x="1255450" y="736765"/>
                </a:moveTo>
                <a:lnTo>
                  <a:pt x="1228982" y="890137"/>
                </a:lnTo>
                <a:moveTo>
                  <a:pt x="1636154" y="198534"/>
                </a:moveTo>
                <a:lnTo>
                  <a:pt x="1596458" y="217072"/>
                </a:lnTo>
                <a:moveTo>
                  <a:pt x="1635787" y="198204"/>
                </a:moveTo>
                <a:lnTo>
                  <a:pt x="1596458" y="217072"/>
                </a:lnTo>
                <a:moveTo>
                  <a:pt x="1558712" y="858636"/>
                </a:moveTo>
                <a:lnTo>
                  <a:pt x="1446185" y="937903"/>
                </a:lnTo>
                <a:moveTo>
                  <a:pt x="1636154" y="198534"/>
                </a:moveTo>
                <a:lnTo>
                  <a:pt x="1615615" y="244140"/>
                </a:lnTo>
                <a:moveTo>
                  <a:pt x="1015319" y="654392"/>
                </a:moveTo>
                <a:lnTo>
                  <a:pt x="918505" y="632148"/>
                </a:lnTo>
                <a:moveTo>
                  <a:pt x="1778770" y="667452"/>
                </a:moveTo>
                <a:lnTo>
                  <a:pt x="1677218" y="624164"/>
                </a:lnTo>
                <a:moveTo>
                  <a:pt x="1249433" y="70285"/>
                </a:moveTo>
                <a:lnTo>
                  <a:pt x="1235432" y="118995"/>
                </a:lnTo>
                <a:moveTo>
                  <a:pt x="1600740" y="791144"/>
                </a:moveTo>
                <a:lnTo>
                  <a:pt x="1558712" y="858636"/>
                </a:lnTo>
                <a:moveTo>
                  <a:pt x="909173" y="634118"/>
                </a:moveTo>
                <a:lnTo>
                  <a:pt x="800591" y="742105"/>
                </a:lnTo>
                <a:moveTo>
                  <a:pt x="1269011" y="381092"/>
                </a:moveTo>
                <a:lnTo>
                  <a:pt x="1247644" y="469061"/>
                </a:lnTo>
                <a:moveTo>
                  <a:pt x="1408016" y="660111"/>
                </a:moveTo>
                <a:lnTo>
                  <a:pt x="1333890" y="524173"/>
                </a:lnTo>
                <a:moveTo>
                  <a:pt x="1556207" y="1170021"/>
                </a:moveTo>
                <a:lnTo>
                  <a:pt x="1551990" y="1128494"/>
                </a:lnTo>
                <a:moveTo>
                  <a:pt x="1706969" y="1130509"/>
                </a:moveTo>
                <a:lnTo>
                  <a:pt x="1667698" y="1043073"/>
                </a:lnTo>
                <a:moveTo>
                  <a:pt x="1722431" y="277977"/>
                </a:moveTo>
                <a:lnTo>
                  <a:pt x="1659696" y="368260"/>
                </a:lnTo>
                <a:moveTo>
                  <a:pt x="1611491" y="481738"/>
                </a:moveTo>
                <a:lnTo>
                  <a:pt x="1460969" y="547742"/>
                </a:lnTo>
                <a:moveTo>
                  <a:pt x="1922875" y="832347"/>
                </a:moveTo>
                <a:lnTo>
                  <a:pt x="1880035" y="728386"/>
                </a:lnTo>
                <a:moveTo>
                  <a:pt x="1556207" y="1170021"/>
                </a:moveTo>
                <a:lnTo>
                  <a:pt x="1444160" y="1090056"/>
                </a:lnTo>
                <a:moveTo>
                  <a:pt x="1728279" y="777920"/>
                </a:moveTo>
                <a:lnTo>
                  <a:pt x="1600740" y="791144"/>
                </a:lnTo>
                <a:moveTo>
                  <a:pt x="1503036" y="443782"/>
                </a:moveTo>
                <a:lnTo>
                  <a:pt x="1460969" y="547742"/>
                </a:lnTo>
                <a:moveTo>
                  <a:pt x="1636154" y="198534"/>
                </a:moveTo>
                <a:lnTo>
                  <a:pt x="1659696" y="368260"/>
                </a:lnTo>
                <a:moveTo>
                  <a:pt x="1333890" y="524173"/>
                </a:moveTo>
                <a:lnTo>
                  <a:pt x="1247644" y="469061"/>
                </a:lnTo>
                <a:moveTo>
                  <a:pt x="1444278" y="580257"/>
                </a:moveTo>
                <a:lnTo>
                  <a:pt x="1433637" y="544843"/>
                </a:lnTo>
                <a:moveTo>
                  <a:pt x="1431093" y="1041319"/>
                </a:moveTo>
                <a:lnTo>
                  <a:pt x="1444160" y="1090056"/>
                </a:lnTo>
                <a:moveTo>
                  <a:pt x="1907996" y="935864"/>
                </a:moveTo>
                <a:lnTo>
                  <a:pt x="1846025" y="961799"/>
                </a:lnTo>
                <a:moveTo>
                  <a:pt x="1062594" y="611280"/>
                </a:moveTo>
                <a:lnTo>
                  <a:pt x="1111663" y="704571"/>
                </a:lnTo>
                <a:moveTo>
                  <a:pt x="1408016" y="660111"/>
                </a:moveTo>
                <a:lnTo>
                  <a:pt x="1290401" y="629232"/>
                </a:lnTo>
                <a:moveTo>
                  <a:pt x="1460969" y="547742"/>
                </a:moveTo>
                <a:lnTo>
                  <a:pt x="1433637" y="544843"/>
                </a:lnTo>
                <a:moveTo>
                  <a:pt x="1719732" y="1049187"/>
                </a:moveTo>
                <a:lnTo>
                  <a:pt x="1706969" y="1130509"/>
                </a:lnTo>
                <a:moveTo>
                  <a:pt x="1433637" y="544843"/>
                </a:moveTo>
                <a:lnTo>
                  <a:pt x="1408016" y="660111"/>
                </a:lnTo>
                <a:moveTo>
                  <a:pt x="1950475" y="568930"/>
                </a:moveTo>
                <a:lnTo>
                  <a:pt x="1864988" y="694281"/>
                </a:lnTo>
                <a:moveTo>
                  <a:pt x="1611491" y="481738"/>
                </a:moveTo>
                <a:lnTo>
                  <a:pt x="1580576" y="577083"/>
                </a:lnTo>
                <a:moveTo>
                  <a:pt x="1290401" y="629232"/>
                </a:moveTo>
                <a:lnTo>
                  <a:pt x="1251880" y="722019"/>
                </a:lnTo>
                <a:moveTo>
                  <a:pt x="949183" y="269040"/>
                </a:moveTo>
                <a:lnTo>
                  <a:pt x="853916" y="215576"/>
                </a:lnTo>
                <a:moveTo>
                  <a:pt x="1333890" y="524173"/>
                </a:moveTo>
                <a:lnTo>
                  <a:pt x="1198817" y="578243"/>
                </a:lnTo>
                <a:moveTo>
                  <a:pt x="949183" y="269040"/>
                </a:moveTo>
                <a:lnTo>
                  <a:pt x="984097" y="386769"/>
                </a:lnTo>
                <a:moveTo>
                  <a:pt x="1117374" y="1031278"/>
                </a:moveTo>
                <a:lnTo>
                  <a:pt x="1076191" y="1055803"/>
                </a:lnTo>
                <a:moveTo>
                  <a:pt x="1829307" y="296022"/>
                </a:moveTo>
                <a:lnTo>
                  <a:pt x="1722431" y="277977"/>
                </a:lnTo>
                <a:moveTo>
                  <a:pt x="1460969" y="547742"/>
                </a:moveTo>
                <a:lnTo>
                  <a:pt x="1444278" y="580257"/>
                </a:lnTo>
                <a:moveTo>
                  <a:pt x="1248888" y="844231"/>
                </a:moveTo>
                <a:lnTo>
                  <a:pt x="1228982" y="890137"/>
                </a:lnTo>
                <a:moveTo>
                  <a:pt x="1444278" y="580257"/>
                </a:moveTo>
                <a:lnTo>
                  <a:pt x="1408016" y="660111"/>
                </a:lnTo>
                <a:moveTo>
                  <a:pt x="1220290" y="443551"/>
                </a:moveTo>
                <a:lnTo>
                  <a:pt x="1269011" y="381092"/>
                </a:lnTo>
                <a:moveTo>
                  <a:pt x="1460640" y="1117471"/>
                </a:moveTo>
                <a:lnTo>
                  <a:pt x="1444160" y="1090056"/>
                </a:lnTo>
                <a:moveTo>
                  <a:pt x="1941565" y="454118"/>
                </a:moveTo>
                <a:lnTo>
                  <a:pt x="1950475" y="568930"/>
                </a:lnTo>
                <a:moveTo>
                  <a:pt x="918505" y="632148"/>
                </a:moveTo>
                <a:lnTo>
                  <a:pt x="909173" y="634118"/>
                </a:lnTo>
                <a:moveTo>
                  <a:pt x="1778770" y="667452"/>
                </a:moveTo>
                <a:lnTo>
                  <a:pt x="1642965" y="722087"/>
                </a:lnTo>
                <a:moveTo>
                  <a:pt x="1558712" y="858636"/>
                </a:moveTo>
                <a:lnTo>
                  <a:pt x="1481047" y="796896"/>
                </a:lnTo>
                <a:moveTo>
                  <a:pt x="1542611" y="0"/>
                </a:moveTo>
                <a:lnTo>
                  <a:pt x="1567814" y="55506"/>
                </a:lnTo>
                <a:moveTo>
                  <a:pt x="918505" y="632148"/>
                </a:moveTo>
                <a:lnTo>
                  <a:pt x="913266" y="626820"/>
                </a:lnTo>
                <a:moveTo>
                  <a:pt x="2090849" y="287429"/>
                </a:moveTo>
                <a:lnTo>
                  <a:pt x="1986188" y="262626"/>
                </a:lnTo>
                <a:moveTo>
                  <a:pt x="1251880" y="722019"/>
                </a:moveTo>
                <a:lnTo>
                  <a:pt x="1242854" y="737425"/>
                </a:lnTo>
                <a:moveTo>
                  <a:pt x="1494578" y="770920"/>
                </a:moveTo>
                <a:lnTo>
                  <a:pt x="1558712" y="858636"/>
                </a:lnTo>
                <a:moveTo>
                  <a:pt x="1558712" y="858636"/>
                </a:moveTo>
                <a:lnTo>
                  <a:pt x="1429367" y="908281"/>
                </a:lnTo>
                <a:moveTo>
                  <a:pt x="1290401" y="629232"/>
                </a:moveTo>
                <a:lnTo>
                  <a:pt x="1163485" y="647585"/>
                </a:lnTo>
                <a:moveTo>
                  <a:pt x="1617827" y="1129976"/>
                </a:moveTo>
                <a:lnTo>
                  <a:pt x="1556207" y="1170021"/>
                </a:lnTo>
                <a:moveTo>
                  <a:pt x="1572009" y="54372"/>
                </a:moveTo>
                <a:lnTo>
                  <a:pt x="1545489" y="0"/>
                </a:lnTo>
                <a:moveTo>
                  <a:pt x="913266" y="626820"/>
                </a:moveTo>
                <a:lnTo>
                  <a:pt x="909173" y="634118"/>
                </a:lnTo>
                <a:moveTo>
                  <a:pt x="1728279" y="777920"/>
                </a:moveTo>
                <a:lnTo>
                  <a:pt x="1642965" y="722087"/>
                </a:lnTo>
                <a:moveTo>
                  <a:pt x="1255450" y="736765"/>
                </a:moveTo>
                <a:lnTo>
                  <a:pt x="1242854" y="737425"/>
                </a:lnTo>
                <a:moveTo>
                  <a:pt x="1677218" y="624164"/>
                </a:moveTo>
                <a:lnTo>
                  <a:pt x="1580576" y="577083"/>
                </a:lnTo>
                <a:moveTo>
                  <a:pt x="1325225" y="12228"/>
                </a:moveTo>
                <a:lnTo>
                  <a:pt x="1249433" y="70285"/>
                </a:lnTo>
                <a:moveTo>
                  <a:pt x="971629" y="510272"/>
                </a:moveTo>
                <a:lnTo>
                  <a:pt x="918505" y="632148"/>
                </a:lnTo>
                <a:moveTo>
                  <a:pt x="1062594" y="611280"/>
                </a:moveTo>
                <a:lnTo>
                  <a:pt x="1015319" y="654392"/>
                </a:lnTo>
                <a:moveTo>
                  <a:pt x="1290401" y="629232"/>
                </a:moveTo>
                <a:lnTo>
                  <a:pt x="1198817" y="578243"/>
                </a:lnTo>
                <a:moveTo>
                  <a:pt x="1251880" y="722019"/>
                </a:moveTo>
                <a:lnTo>
                  <a:pt x="1255450" y="736765"/>
                </a:lnTo>
                <a:moveTo>
                  <a:pt x="1922857" y="677882"/>
                </a:moveTo>
                <a:lnTo>
                  <a:pt x="1864988" y="694281"/>
                </a:lnTo>
                <a:moveTo>
                  <a:pt x="1444278" y="580257"/>
                </a:moveTo>
                <a:lnTo>
                  <a:pt x="1462032" y="668906"/>
                </a:lnTo>
                <a:moveTo>
                  <a:pt x="984590" y="1029587"/>
                </a:moveTo>
                <a:lnTo>
                  <a:pt x="968869" y="1039118"/>
                </a:lnTo>
                <a:moveTo>
                  <a:pt x="1382027" y="0"/>
                </a:moveTo>
                <a:lnTo>
                  <a:pt x="1362551" y="13409"/>
                </a:lnTo>
                <a:moveTo>
                  <a:pt x="971629" y="510272"/>
                </a:moveTo>
                <a:lnTo>
                  <a:pt x="913266" y="626820"/>
                </a:lnTo>
                <a:moveTo>
                  <a:pt x="1922857" y="677882"/>
                </a:moveTo>
                <a:lnTo>
                  <a:pt x="1880035" y="728386"/>
                </a:lnTo>
                <a:moveTo>
                  <a:pt x="1580576" y="577083"/>
                </a:moveTo>
                <a:lnTo>
                  <a:pt x="1460969" y="547742"/>
                </a:lnTo>
                <a:moveTo>
                  <a:pt x="842533" y="706660"/>
                </a:moveTo>
                <a:lnTo>
                  <a:pt x="800591" y="742105"/>
                </a:lnTo>
                <a:moveTo>
                  <a:pt x="1677218" y="624164"/>
                </a:moveTo>
                <a:lnTo>
                  <a:pt x="1642965" y="722087"/>
                </a:lnTo>
                <a:moveTo>
                  <a:pt x="1369476" y="761347"/>
                </a:moveTo>
                <a:lnTo>
                  <a:pt x="1290401" y="629232"/>
                </a:lnTo>
                <a:moveTo>
                  <a:pt x="1462032" y="668906"/>
                </a:moveTo>
                <a:lnTo>
                  <a:pt x="1408016" y="660111"/>
                </a:lnTo>
                <a:moveTo>
                  <a:pt x="1706969" y="1130509"/>
                </a:moveTo>
                <a:lnTo>
                  <a:pt x="1617827" y="1129976"/>
                </a:lnTo>
                <a:moveTo>
                  <a:pt x="1569295" y="56942"/>
                </a:moveTo>
                <a:lnTo>
                  <a:pt x="1567814" y="55506"/>
                </a:lnTo>
                <a:moveTo>
                  <a:pt x="984097" y="386769"/>
                </a:moveTo>
                <a:lnTo>
                  <a:pt x="971629" y="510272"/>
                </a:lnTo>
                <a:moveTo>
                  <a:pt x="1251880" y="722019"/>
                </a:moveTo>
                <a:lnTo>
                  <a:pt x="1163485" y="647585"/>
                </a:lnTo>
                <a:moveTo>
                  <a:pt x="1935014" y="403826"/>
                </a:moveTo>
                <a:lnTo>
                  <a:pt x="1926153" y="344670"/>
                </a:lnTo>
                <a:moveTo>
                  <a:pt x="1865788" y="264103"/>
                </a:moveTo>
                <a:lnTo>
                  <a:pt x="1829307" y="296022"/>
                </a:lnTo>
                <a:moveTo>
                  <a:pt x="1572009" y="54372"/>
                </a:moveTo>
                <a:lnTo>
                  <a:pt x="1569295" y="56942"/>
                </a:lnTo>
                <a:moveTo>
                  <a:pt x="1572009" y="54372"/>
                </a:moveTo>
                <a:lnTo>
                  <a:pt x="1567814" y="55506"/>
                </a:lnTo>
                <a:moveTo>
                  <a:pt x="1986188" y="262626"/>
                </a:moveTo>
                <a:lnTo>
                  <a:pt x="1958024" y="185411"/>
                </a:lnTo>
                <a:moveTo>
                  <a:pt x="1446185" y="937903"/>
                </a:moveTo>
                <a:lnTo>
                  <a:pt x="1431093" y="1041319"/>
                </a:lnTo>
                <a:moveTo>
                  <a:pt x="1642965" y="722087"/>
                </a:moveTo>
                <a:lnTo>
                  <a:pt x="1600740" y="791144"/>
                </a:lnTo>
                <a:moveTo>
                  <a:pt x="1922875" y="832347"/>
                </a:moveTo>
                <a:lnTo>
                  <a:pt x="1907996" y="935864"/>
                </a:lnTo>
                <a:moveTo>
                  <a:pt x="1446185" y="937903"/>
                </a:moveTo>
                <a:lnTo>
                  <a:pt x="1429367" y="908281"/>
                </a:lnTo>
                <a:moveTo>
                  <a:pt x="1408016" y="660111"/>
                </a:moveTo>
                <a:lnTo>
                  <a:pt x="1369476" y="761347"/>
                </a:lnTo>
                <a:moveTo>
                  <a:pt x="1000155" y="457654"/>
                </a:moveTo>
                <a:lnTo>
                  <a:pt x="984097" y="386769"/>
                </a:lnTo>
                <a:moveTo>
                  <a:pt x="1922857" y="677882"/>
                </a:moveTo>
                <a:lnTo>
                  <a:pt x="1922875" y="832347"/>
                </a:lnTo>
                <a:moveTo>
                  <a:pt x="1117374" y="1031278"/>
                </a:moveTo>
                <a:lnTo>
                  <a:pt x="968869" y="1039118"/>
                </a:lnTo>
                <a:moveTo>
                  <a:pt x="1481047" y="796896"/>
                </a:moveTo>
                <a:lnTo>
                  <a:pt x="1408016" y="660111"/>
                </a:lnTo>
                <a:moveTo>
                  <a:pt x="1907996" y="935864"/>
                </a:moveTo>
                <a:lnTo>
                  <a:pt x="1796796" y="1049008"/>
                </a:lnTo>
                <a:moveTo>
                  <a:pt x="1796796" y="1049008"/>
                </a:moveTo>
                <a:lnTo>
                  <a:pt x="1706969" y="1130509"/>
                </a:lnTo>
                <a:moveTo>
                  <a:pt x="1600740" y="791144"/>
                </a:moveTo>
                <a:lnTo>
                  <a:pt x="1494578" y="770920"/>
                </a:lnTo>
                <a:moveTo>
                  <a:pt x="1369476" y="761347"/>
                </a:moveTo>
                <a:lnTo>
                  <a:pt x="1251880" y="722019"/>
                </a:lnTo>
                <a:moveTo>
                  <a:pt x="1635787" y="198204"/>
                </a:moveTo>
                <a:lnTo>
                  <a:pt x="1569295" y="56942"/>
                </a:lnTo>
                <a:moveTo>
                  <a:pt x="1000155" y="457654"/>
                </a:moveTo>
                <a:lnTo>
                  <a:pt x="971629" y="510272"/>
                </a:lnTo>
                <a:moveTo>
                  <a:pt x="1677218" y="624164"/>
                </a:moveTo>
                <a:lnTo>
                  <a:pt x="1542357" y="678070"/>
                </a:lnTo>
                <a:moveTo>
                  <a:pt x="1369476" y="761347"/>
                </a:moveTo>
                <a:lnTo>
                  <a:pt x="1255450" y="736765"/>
                </a:lnTo>
                <a:moveTo>
                  <a:pt x="1194710" y="984448"/>
                </a:moveTo>
                <a:lnTo>
                  <a:pt x="1117374" y="1031278"/>
                </a:lnTo>
                <a:moveTo>
                  <a:pt x="1882214" y="260000"/>
                </a:moveTo>
                <a:lnTo>
                  <a:pt x="1829307" y="296022"/>
                </a:lnTo>
                <a:moveTo>
                  <a:pt x="1247644" y="469061"/>
                </a:moveTo>
                <a:lnTo>
                  <a:pt x="1198817" y="578243"/>
                </a:lnTo>
                <a:moveTo>
                  <a:pt x="1248888" y="844231"/>
                </a:moveTo>
                <a:lnTo>
                  <a:pt x="1194710" y="984448"/>
                </a:lnTo>
                <a:moveTo>
                  <a:pt x="1635787" y="198204"/>
                </a:moveTo>
                <a:lnTo>
                  <a:pt x="1572009" y="54372"/>
                </a:lnTo>
                <a:moveTo>
                  <a:pt x="1198817" y="578243"/>
                </a:moveTo>
                <a:lnTo>
                  <a:pt x="1163485" y="647585"/>
                </a:lnTo>
                <a:moveTo>
                  <a:pt x="1542357" y="678070"/>
                </a:moveTo>
                <a:lnTo>
                  <a:pt x="1444278" y="580257"/>
                </a:lnTo>
                <a:moveTo>
                  <a:pt x="1360856" y="4641"/>
                </a:moveTo>
                <a:lnTo>
                  <a:pt x="1362551" y="13409"/>
                </a:lnTo>
                <a:moveTo>
                  <a:pt x="1722431" y="277977"/>
                </a:moveTo>
                <a:lnTo>
                  <a:pt x="1636154" y="198534"/>
                </a:lnTo>
                <a:moveTo>
                  <a:pt x="1722431" y="277977"/>
                </a:moveTo>
                <a:lnTo>
                  <a:pt x="1635834" y="198267"/>
                </a:lnTo>
                <a:moveTo>
                  <a:pt x="1062594" y="611280"/>
                </a:moveTo>
                <a:lnTo>
                  <a:pt x="918505" y="632148"/>
                </a:lnTo>
                <a:moveTo>
                  <a:pt x="1935014" y="403826"/>
                </a:moveTo>
                <a:lnTo>
                  <a:pt x="1829307" y="296022"/>
                </a:lnTo>
                <a:moveTo>
                  <a:pt x="1542357" y="678070"/>
                </a:moveTo>
                <a:lnTo>
                  <a:pt x="1460969" y="547742"/>
                </a:lnTo>
                <a:moveTo>
                  <a:pt x="1016878" y="512915"/>
                </a:moveTo>
                <a:lnTo>
                  <a:pt x="971629" y="510272"/>
                </a:lnTo>
                <a:moveTo>
                  <a:pt x="1600749" y="0"/>
                </a:moveTo>
                <a:lnTo>
                  <a:pt x="1572009" y="54372"/>
                </a:lnTo>
                <a:moveTo>
                  <a:pt x="1937997" y="673587"/>
                </a:moveTo>
                <a:lnTo>
                  <a:pt x="1922875" y="832347"/>
                </a:lnTo>
                <a:moveTo>
                  <a:pt x="1462032" y="668906"/>
                </a:moveTo>
                <a:lnTo>
                  <a:pt x="1481047" y="796896"/>
                </a:lnTo>
                <a:moveTo>
                  <a:pt x="1238604" y="341664"/>
                </a:moveTo>
                <a:lnTo>
                  <a:pt x="1220290" y="443551"/>
                </a:lnTo>
                <a:moveTo>
                  <a:pt x="1935014" y="403826"/>
                </a:moveTo>
                <a:lnTo>
                  <a:pt x="1941565" y="454118"/>
                </a:lnTo>
                <a:moveTo>
                  <a:pt x="1796796" y="1049008"/>
                </a:moveTo>
                <a:lnTo>
                  <a:pt x="1734744" y="1130129"/>
                </a:lnTo>
                <a:moveTo>
                  <a:pt x="1708503" y="1150614"/>
                </a:moveTo>
                <a:lnTo>
                  <a:pt x="1617827" y="1129976"/>
                </a:lnTo>
                <a:moveTo>
                  <a:pt x="1255450" y="736765"/>
                </a:moveTo>
                <a:lnTo>
                  <a:pt x="1248888" y="844231"/>
                </a:lnTo>
                <a:moveTo>
                  <a:pt x="1494578" y="770920"/>
                </a:moveTo>
                <a:lnTo>
                  <a:pt x="1462032" y="668906"/>
                </a:lnTo>
                <a:moveTo>
                  <a:pt x="1950475" y="568930"/>
                </a:moveTo>
                <a:lnTo>
                  <a:pt x="1922857" y="677882"/>
                </a:lnTo>
                <a:moveTo>
                  <a:pt x="1635787" y="198204"/>
                </a:moveTo>
                <a:lnTo>
                  <a:pt x="1636154" y="198534"/>
                </a:lnTo>
                <a:moveTo>
                  <a:pt x="909173" y="634118"/>
                </a:moveTo>
                <a:lnTo>
                  <a:pt x="842533" y="706660"/>
                </a:lnTo>
                <a:moveTo>
                  <a:pt x="1635834" y="198267"/>
                </a:moveTo>
                <a:lnTo>
                  <a:pt x="1636154" y="198534"/>
                </a:lnTo>
                <a:moveTo>
                  <a:pt x="1635834" y="198267"/>
                </a:moveTo>
                <a:lnTo>
                  <a:pt x="1635787" y="198204"/>
                </a:lnTo>
                <a:moveTo>
                  <a:pt x="1000155" y="457654"/>
                </a:moveTo>
                <a:lnTo>
                  <a:pt x="1016878" y="512915"/>
                </a:lnTo>
                <a:moveTo>
                  <a:pt x="1360856" y="4641"/>
                </a:moveTo>
                <a:lnTo>
                  <a:pt x="1325225" y="12228"/>
                </a:lnTo>
                <a:moveTo>
                  <a:pt x="1220290" y="443551"/>
                </a:moveTo>
                <a:lnTo>
                  <a:pt x="1247644" y="469061"/>
                </a:lnTo>
                <a:moveTo>
                  <a:pt x="1062594" y="611280"/>
                </a:moveTo>
                <a:lnTo>
                  <a:pt x="971629" y="510272"/>
                </a:lnTo>
                <a:moveTo>
                  <a:pt x="1865788" y="264103"/>
                </a:moveTo>
                <a:lnTo>
                  <a:pt x="1722431" y="277977"/>
                </a:lnTo>
                <a:moveTo>
                  <a:pt x="1924052" y="695212"/>
                </a:moveTo>
                <a:lnTo>
                  <a:pt x="1922875" y="832347"/>
                </a:lnTo>
                <a:moveTo>
                  <a:pt x="1613381" y="0"/>
                </a:moveTo>
                <a:lnTo>
                  <a:pt x="1572009" y="54372"/>
                </a:lnTo>
                <a:moveTo>
                  <a:pt x="1481047" y="796896"/>
                </a:moveTo>
                <a:lnTo>
                  <a:pt x="1369476" y="761347"/>
                </a:lnTo>
                <a:moveTo>
                  <a:pt x="1642965" y="722087"/>
                </a:moveTo>
                <a:lnTo>
                  <a:pt x="1494578" y="770920"/>
                </a:lnTo>
                <a:moveTo>
                  <a:pt x="1542357" y="678070"/>
                </a:moveTo>
                <a:lnTo>
                  <a:pt x="1462032" y="668906"/>
                </a:lnTo>
                <a:moveTo>
                  <a:pt x="1163485" y="647585"/>
                </a:moveTo>
                <a:lnTo>
                  <a:pt x="1062594" y="611280"/>
                </a:lnTo>
                <a:moveTo>
                  <a:pt x="909173" y="634118"/>
                </a:moveTo>
                <a:lnTo>
                  <a:pt x="832793" y="567248"/>
                </a:lnTo>
                <a:moveTo>
                  <a:pt x="1580576" y="577083"/>
                </a:moveTo>
                <a:lnTo>
                  <a:pt x="1542357" y="678070"/>
                </a:lnTo>
                <a:moveTo>
                  <a:pt x="1935969" y="658854"/>
                </a:moveTo>
                <a:lnTo>
                  <a:pt x="1950475" y="568930"/>
                </a:lnTo>
                <a:moveTo>
                  <a:pt x="986976" y="254859"/>
                </a:moveTo>
                <a:lnTo>
                  <a:pt x="949183" y="269040"/>
                </a:lnTo>
                <a:moveTo>
                  <a:pt x="1556207" y="1170021"/>
                </a:moveTo>
                <a:lnTo>
                  <a:pt x="1460640" y="1117471"/>
                </a:lnTo>
                <a:moveTo>
                  <a:pt x="913266" y="626820"/>
                </a:moveTo>
                <a:lnTo>
                  <a:pt x="832793" y="567248"/>
                </a:lnTo>
                <a:moveTo>
                  <a:pt x="1117374" y="1031278"/>
                </a:moveTo>
                <a:lnTo>
                  <a:pt x="984590" y="1029587"/>
                </a:lnTo>
                <a:moveTo>
                  <a:pt x="1494578" y="770920"/>
                </a:moveTo>
                <a:lnTo>
                  <a:pt x="1481047" y="796896"/>
                </a:lnTo>
                <a:moveTo>
                  <a:pt x="1481047" y="796896"/>
                </a:moveTo>
                <a:lnTo>
                  <a:pt x="1429367" y="908281"/>
                </a:lnTo>
                <a:moveTo>
                  <a:pt x="853916" y="215576"/>
                </a:moveTo>
                <a:lnTo>
                  <a:pt x="773060" y="286574"/>
                </a:lnTo>
                <a:moveTo>
                  <a:pt x="1059348" y="367139"/>
                </a:moveTo>
                <a:lnTo>
                  <a:pt x="949183" y="269040"/>
                </a:lnTo>
                <a:moveTo>
                  <a:pt x="1198817" y="578243"/>
                </a:moveTo>
                <a:lnTo>
                  <a:pt x="1062594" y="611280"/>
                </a:lnTo>
                <a:moveTo>
                  <a:pt x="2042648" y="191491"/>
                </a:moveTo>
                <a:lnTo>
                  <a:pt x="2090849" y="287429"/>
                </a:lnTo>
                <a:moveTo>
                  <a:pt x="989770" y="997728"/>
                </a:moveTo>
                <a:lnTo>
                  <a:pt x="968869" y="1039118"/>
                </a:lnTo>
                <a:moveTo>
                  <a:pt x="1642965" y="722087"/>
                </a:moveTo>
                <a:lnTo>
                  <a:pt x="1542357" y="678070"/>
                </a:lnTo>
                <a:moveTo>
                  <a:pt x="971629" y="510272"/>
                </a:moveTo>
                <a:lnTo>
                  <a:pt x="832793" y="567248"/>
                </a:lnTo>
                <a:moveTo>
                  <a:pt x="1922875" y="832347"/>
                </a:moveTo>
                <a:lnTo>
                  <a:pt x="1891939" y="773229"/>
                </a:lnTo>
                <a:moveTo>
                  <a:pt x="1460640" y="1117471"/>
                </a:moveTo>
                <a:lnTo>
                  <a:pt x="1431093" y="1041319"/>
                </a:lnTo>
                <a:moveTo>
                  <a:pt x="1874691" y="1030633"/>
                </a:moveTo>
                <a:lnTo>
                  <a:pt x="1796796" y="1049008"/>
                </a:lnTo>
                <a:moveTo>
                  <a:pt x="1222100" y="295592"/>
                </a:moveTo>
                <a:lnTo>
                  <a:pt x="1238604" y="341664"/>
                </a:lnTo>
                <a:moveTo>
                  <a:pt x="1062594" y="611280"/>
                </a:moveTo>
                <a:lnTo>
                  <a:pt x="1016878" y="512915"/>
                </a:lnTo>
                <a:moveTo>
                  <a:pt x="1542357" y="678070"/>
                </a:moveTo>
                <a:lnTo>
                  <a:pt x="1494578" y="770920"/>
                </a:lnTo>
                <a:moveTo>
                  <a:pt x="894831" y="191869"/>
                </a:moveTo>
                <a:lnTo>
                  <a:pt x="949183" y="269040"/>
                </a:lnTo>
                <a:moveTo>
                  <a:pt x="1734744" y="1130129"/>
                </a:moveTo>
                <a:lnTo>
                  <a:pt x="1706969" y="1130509"/>
                </a:lnTo>
                <a:moveTo>
                  <a:pt x="920450" y="943845"/>
                </a:moveTo>
                <a:lnTo>
                  <a:pt x="968869" y="1039118"/>
                </a:lnTo>
                <a:moveTo>
                  <a:pt x="1206318" y="934601"/>
                </a:moveTo>
                <a:lnTo>
                  <a:pt x="1194710" y="984448"/>
                </a:lnTo>
                <a:moveTo>
                  <a:pt x="1935969" y="658854"/>
                </a:moveTo>
                <a:lnTo>
                  <a:pt x="1922857" y="677882"/>
                </a:lnTo>
                <a:moveTo>
                  <a:pt x="1247644" y="469061"/>
                </a:moveTo>
                <a:lnTo>
                  <a:pt x="1112659" y="523063"/>
                </a:lnTo>
                <a:moveTo>
                  <a:pt x="1708503" y="1150614"/>
                </a:moveTo>
                <a:lnTo>
                  <a:pt x="1556207" y="1170021"/>
                </a:lnTo>
                <a:moveTo>
                  <a:pt x="1937997" y="673587"/>
                </a:moveTo>
                <a:lnTo>
                  <a:pt x="1922857" y="677882"/>
                </a:lnTo>
                <a:moveTo>
                  <a:pt x="1959827" y="518013"/>
                </a:moveTo>
                <a:lnTo>
                  <a:pt x="1941565" y="454118"/>
                </a:lnTo>
                <a:moveTo>
                  <a:pt x="1059348" y="367139"/>
                </a:moveTo>
                <a:lnTo>
                  <a:pt x="984097" y="386769"/>
                </a:lnTo>
                <a:moveTo>
                  <a:pt x="1043580" y="1023276"/>
                </a:moveTo>
                <a:lnTo>
                  <a:pt x="984590" y="1029587"/>
                </a:lnTo>
                <a:moveTo>
                  <a:pt x="1345512" y="851322"/>
                </a:moveTo>
                <a:lnTo>
                  <a:pt x="1255450" y="736765"/>
                </a:lnTo>
                <a:moveTo>
                  <a:pt x="1194710" y="984448"/>
                </a:moveTo>
                <a:lnTo>
                  <a:pt x="1134022" y="1035888"/>
                </a:lnTo>
                <a:moveTo>
                  <a:pt x="1112659" y="523063"/>
                </a:moveTo>
                <a:lnTo>
                  <a:pt x="1000155" y="457654"/>
                </a:lnTo>
                <a:moveTo>
                  <a:pt x="2011691" y="155534"/>
                </a:moveTo>
                <a:lnTo>
                  <a:pt x="1958024" y="185411"/>
                </a:lnTo>
                <a:moveTo>
                  <a:pt x="1198817" y="578243"/>
                </a:moveTo>
                <a:lnTo>
                  <a:pt x="1112659" y="523063"/>
                </a:lnTo>
                <a:moveTo>
                  <a:pt x="1142428" y="468828"/>
                </a:moveTo>
                <a:lnTo>
                  <a:pt x="1247644" y="469061"/>
                </a:lnTo>
                <a:moveTo>
                  <a:pt x="1708503" y="1150614"/>
                </a:moveTo>
                <a:lnTo>
                  <a:pt x="1706969" y="1130509"/>
                </a:lnTo>
                <a:moveTo>
                  <a:pt x="1935969" y="658854"/>
                </a:moveTo>
                <a:lnTo>
                  <a:pt x="1937997" y="673587"/>
                </a:lnTo>
                <a:moveTo>
                  <a:pt x="1249433" y="70285"/>
                </a:moveTo>
                <a:lnTo>
                  <a:pt x="1212151" y="163166"/>
                </a:lnTo>
                <a:moveTo>
                  <a:pt x="1876825" y="252168"/>
                </a:moveTo>
                <a:lnTo>
                  <a:pt x="1865788" y="264103"/>
                </a:lnTo>
                <a:moveTo>
                  <a:pt x="1882214" y="260000"/>
                </a:moveTo>
                <a:lnTo>
                  <a:pt x="1865788" y="264103"/>
                </a:lnTo>
                <a:moveTo>
                  <a:pt x="894831" y="191869"/>
                </a:moveTo>
                <a:lnTo>
                  <a:pt x="853916" y="215576"/>
                </a:lnTo>
                <a:moveTo>
                  <a:pt x="1628288" y="28860"/>
                </a:moveTo>
                <a:lnTo>
                  <a:pt x="1572009" y="54372"/>
                </a:lnTo>
                <a:moveTo>
                  <a:pt x="1112659" y="523063"/>
                </a:moveTo>
                <a:lnTo>
                  <a:pt x="1016878" y="512915"/>
                </a:lnTo>
                <a:moveTo>
                  <a:pt x="1008960" y="1017926"/>
                </a:moveTo>
                <a:lnTo>
                  <a:pt x="984590" y="1029587"/>
                </a:lnTo>
                <a:moveTo>
                  <a:pt x="1871767" y="255040"/>
                </a:moveTo>
                <a:lnTo>
                  <a:pt x="1865788" y="264103"/>
                </a:lnTo>
                <a:moveTo>
                  <a:pt x="2042648" y="191491"/>
                </a:moveTo>
                <a:lnTo>
                  <a:pt x="1986188" y="262626"/>
                </a:lnTo>
                <a:moveTo>
                  <a:pt x="1360856" y="4641"/>
                </a:moveTo>
                <a:lnTo>
                  <a:pt x="1249433" y="70285"/>
                </a:lnTo>
                <a:moveTo>
                  <a:pt x="1142428" y="468828"/>
                </a:moveTo>
                <a:lnTo>
                  <a:pt x="1000155" y="457654"/>
                </a:lnTo>
                <a:moveTo>
                  <a:pt x="989770" y="997728"/>
                </a:moveTo>
                <a:lnTo>
                  <a:pt x="984590" y="1029587"/>
                </a:lnTo>
                <a:moveTo>
                  <a:pt x="2011691" y="155534"/>
                </a:moveTo>
                <a:lnTo>
                  <a:pt x="1986188" y="262626"/>
                </a:lnTo>
                <a:moveTo>
                  <a:pt x="1059348" y="367139"/>
                </a:moveTo>
                <a:lnTo>
                  <a:pt x="1000155" y="457654"/>
                </a:lnTo>
                <a:moveTo>
                  <a:pt x="1061609" y="371280"/>
                </a:moveTo>
                <a:lnTo>
                  <a:pt x="1000155" y="457654"/>
                </a:lnTo>
                <a:moveTo>
                  <a:pt x="1907996" y="935864"/>
                </a:moveTo>
                <a:lnTo>
                  <a:pt x="1874691" y="1030633"/>
                </a:lnTo>
                <a:moveTo>
                  <a:pt x="1117374" y="1031278"/>
                </a:moveTo>
                <a:lnTo>
                  <a:pt x="1043580" y="1023276"/>
                </a:lnTo>
                <a:moveTo>
                  <a:pt x="1936803" y="667108"/>
                </a:moveTo>
                <a:lnTo>
                  <a:pt x="1935969" y="658854"/>
                </a:lnTo>
                <a:moveTo>
                  <a:pt x="832793" y="567248"/>
                </a:moveTo>
                <a:lnTo>
                  <a:pt x="842533" y="706660"/>
                </a:lnTo>
                <a:moveTo>
                  <a:pt x="1635834" y="198267"/>
                </a:moveTo>
                <a:lnTo>
                  <a:pt x="1613732" y="286804"/>
                </a:lnTo>
                <a:moveTo>
                  <a:pt x="1369476" y="761347"/>
                </a:moveTo>
                <a:lnTo>
                  <a:pt x="1345512" y="851322"/>
                </a:lnTo>
                <a:moveTo>
                  <a:pt x="1936803" y="667108"/>
                </a:moveTo>
                <a:lnTo>
                  <a:pt x="1937997" y="673587"/>
                </a:lnTo>
                <a:moveTo>
                  <a:pt x="1628288" y="28860"/>
                </a:moveTo>
                <a:lnTo>
                  <a:pt x="1635787" y="198204"/>
                </a:lnTo>
                <a:moveTo>
                  <a:pt x="1628288" y="28860"/>
                </a:moveTo>
                <a:lnTo>
                  <a:pt x="1635834" y="198267"/>
                </a:lnTo>
                <a:moveTo>
                  <a:pt x="1112659" y="523063"/>
                </a:moveTo>
                <a:lnTo>
                  <a:pt x="1062594" y="611280"/>
                </a:lnTo>
                <a:moveTo>
                  <a:pt x="1734744" y="1130129"/>
                </a:moveTo>
                <a:lnTo>
                  <a:pt x="1708503" y="1150614"/>
                </a:lnTo>
                <a:moveTo>
                  <a:pt x="1481047" y="796896"/>
                </a:moveTo>
                <a:lnTo>
                  <a:pt x="1345512" y="851322"/>
                </a:lnTo>
                <a:moveTo>
                  <a:pt x="1937997" y="673587"/>
                </a:moveTo>
                <a:lnTo>
                  <a:pt x="1924052" y="695212"/>
                </a:lnTo>
                <a:moveTo>
                  <a:pt x="1876825" y="252168"/>
                </a:moveTo>
                <a:lnTo>
                  <a:pt x="1882214" y="260000"/>
                </a:lnTo>
                <a:moveTo>
                  <a:pt x="1434317" y="987493"/>
                </a:moveTo>
                <a:lnTo>
                  <a:pt x="1446185" y="937903"/>
                </a:lnTo>
                <a:moveTo>
                  <a:pt x="1429367" y="908281"/>
                </a:moveTo>
                <a:lnTo>
                  <a:pt x="1345512" y="851322"/>
                </a:lnTo>
                <a:moveTo>
                  <a:pt x="1876825" y="252168"/>
                </a:moveTo>
                <a:lnTo>
                  <a:pt x="1871767" y="255040"/>
                </a:lnTo>
                <a:moveTo>
                  <a:pt x="1959827" y="518013"/>
                </a:moveTo>
                <a:lnTo>
                  <a:pt x="1950475" y="568930"/>
                </a:lnTo>
                <a:moveTo>
                  <a:pt x="1181881" y="1033581"/>
                </a:moveTo>
                <a:lnTo>
                  <a:pt x="1194710" y="984448"/>
                </a:lnTo>
                <a:moveTo>
                  <a:pt x="1874691" y="1030633"/>
                </a:moveTo>
                <a:lnTo>
                  <a:pt x="1734744" y="1130129"/>
                </a:lnTo>
                <a:moveTo>
                  <a:pt x="1882214" y="260000"/>
                </a:moveTo>
                <a:lnTo>
                  <a:pt x="1935014" y="403826"/>
                </a:lnTo>
                <a:moveTo>
                  <a:pt x="1220290" y="443551"/>
                </a:moveTo>
                <a:lnTo>
                  <a:pt x="1142428" y="468828"/>
                </a:lnTo>
                <a:moveTo>
                  <a:pt x="1370388" y="0"/>
                </a:moveTo>
                <a:lnTo>
                  <a:pt x="1360856" y="4641"/>
                </a:lnTo>
                <a:moveTo>
                  <a:pt x="1936803" y="667108"/>
                </a:moveTo>
                <a:lnTo>
                  <a:pt x="1924052" y="695212"/>
                </a:lnTo>
                <a:moveTo>
                  <a:pt x="1345512" y="851322"/>
                </a:moveTo>
                <a:lnTo>
                  <a:pt x="1248888" y="844231"/>
                </a:lnTo>
                <a:moveTo>
                  <a:pt x="1880442" y="252782"/>
                </a:moveTo>
                <a:lnTo>
                  <a:pt x="1876825" y="252168"/>
                </a:lnTo>
                <a:moveTo>
                  <a:pt x="1880442" y="252782"/>
                </a:moveTo>
                <a:lnTo>
                  <a:pt x="1882214" y="260000"/>
                </a:lnTo>
                <a:moveTo>
                  <a:pt x="1880466" y="867436"/>
                </a:moveTo>
                <a:lnTo>
                  <a:pt x="1922875" y="832347"/>
                </a:lnTo>
                <a:moveTo>
                  <a:pt x="1597003" y="1146679"/>
                </a:moveTo>
                <a:lnTo>
                  <a:pt x="1556207" y="1170021"/>
                </a:lnTo>
                <a:moveTo>
                  <a:pt x="1248888" y="844231"/>
                </a:moveTo>
                <a:lnTo>
                  <a:pt x="1206318" y="934601"/>
                </a:lnTo>
                <a:moveTo>
                  <a:pt x="1880442" y="252782"/>
                </a:moveTo>
                <a:lnTo>
                  <a:pt x="1871767" y="255040"/>
                </a:lnTo>
                <a:moveTo>
                  <a:pt x="1722431" y="277977"/>
                </a:moveTo>
                <a:lnTo>
                  <a:pt x="1741730" y="309663"/>
                </a:lnTo>
                <a:moveTo>
                  <a:pt x="1638940" y="0"/>
                </a:moveTo>
                <a:lnTo>
                  <a:pt x="1628288" y="28860"/>
                </a:lnTo>
                <a:moveTo>
                  <a:pt x="1314305" y="45727"/>
                </a:moveTo>
                <a:lnTo>
                  <a:pt x="1249433" y="70285"/>
                </a:lnTo>
                <a:moveTo>
                  <a:pt x="1601229" y="60637"/>
                </a:moveTo>
                <a:lnTo>
                  <a:pt x="1635834" y="198267"/>
                </a:lnTo>
                <a:moveTo>
                  <a:pt x="1134022" y="1035888"/>
                </a:moveTo>
                <a:lnTo>
                  <a:pt x="1117374" y="1031278"/>
                </a:lnTo>
                <a:moveTo>
                  <a:pt x="1882214" y="260000"/>
                </a:moveTo>
                <a:lnTo>
                  <a:pt x="1930046" y="393291"/>
                </a:lnTo>
                <a:moveTo>
                  <a:pt x="842533" y="706660"/>
                </a:moveTo>
                <a:lnTo>
                  <a:pt x="822699" y="807825"/>
                </a:lnTo>
                <a:moveTo>
                  <a:pt x="1756073" y="310693"/>
                </a:moveTo>
                <a:lnTo>
                  <a:pt x="1722431" y="277977"/>
                </a:lnTo>
                <a:moveTo>
                  <a:pt x="1218129" y="387168"/>
                </a:moveTo>
                <a:lnTo>
                  <a:pt x="1238604" y="341664"/>
                </a:lnTo>
                <a:moveTo>
                  <a:pt x="1924052" y="695212"/>
                </a:moveTo>
                <a:lnTo>
                  <a:pt x="1891939" y="773229"/>
                </a:lnTo>
                <a:moveTo>
                  <a:pt x="1741730" y="309663"/>
                </a:moveTo>
                <a:lnTo>
                  <a:pt x="1635834" y="198267"/>
                </a:lnTo>
                <a:moveTo>
                  <a:pt x="1930046" y="393291"/>
                </a:moveTo>
                <a:lnTo>
                  <a:pt x="1935014" y="403826"/>
                </a:lnTo>
                <a:moveTo>
                  <a:pt x="1043580" y="1023276"/>
                </a:moveTo>
                <a:lnTo>
                  <a:pt x="1008960" y="1017926"/>
                </a:lnTo>
                <a:moveTo>
                  <a:pt x="1504008" y="1086281"/>
                </a:moveTo>
                <a:lnTo>
                  <a:pt x="1556207" y="1170021"/>
                </a:lnTo>
                <a:moveTo>
                  <a:pt x="1937573" y="410955"/>
                </a:moveTo>
                <a:lnTo>
                  <a:pt x="1935014" y="403826"/>
                </a:lnTo>
                <a:moveTo>
                  <a:pt x="1635834" y="198267"/>
                </a:moveTo>
                <a:lnTo>
                  <a:pt x="1576247" y="122561"/>
                </a:lnTo>
                <a:moveTo>
                  <a:pt x="857013" y="813203"/>
                </a:moveTo>
                <a:lnTo>
                  <a:pt x="842533" y="706660"/>
                </a:lnTo>
                <a:moveTo>
                  <a:pt x="1880442" y="252782"/>
                </a:moveTo>
                <a:lnTo>
                  <a:pt x="1930046" y="393291"/>
                </a:lnTo>
                <a:moveTo>
                  <a:pt x="1142428" y="468828"/>
                </a:moveTo>
                <a:lnTo>
                  <a:pt x="1112659" y="523063"/>
                </a:lnTo>
                <a:moveTo>
                  <a:pt x="2080085" y="188006"/>
                </a:moveTo>
                <a:lnTo>
                  <a:pt x="2042648" y="191491"/>
                </a:lnTo>
                <a:moveTo>
                  <a:pt x="894831" y="191869"/>
                </a:moveTo>
                <a:lnTo>
                  <a:pt x="773060" y="286574"/>
                </a:lnTo>
                <a:moveTo>
                  <a:pt x="1429442" y="969653"/>
                </a:moveTo>
                <a:lnTo>
                  <a:pt x="1429367" y="908281"/>
                </a:lnTo>
                <a:moveTo>
                  <a:pt x="1434317" y="987493"/>
                </a:moveTo>
                <a:lnTo>
                  <a:pt x="1431093" y="1041319"/>
                </a:lnTo>
                <a:moveTo>
                  <a:pt x="1949377" y="623633"/>
                </a:moveTo>
                <a:lnTo>
                  <a:pt x="1950475" y="568930"/>
                </a:lnTo>
                <a:moveTo>
                  <a:pt x="1434317" y="987493"/>
                </a:moveTo>
                <a:lnTo>
                  <a:pt x="1429367" y="908281"/>
                </a:lnTo>
                <a:moveTo>
                  <a:pt x="1008960" y="1017926"/>
                </a:moveTo>
                <a:lnTo>
                  <a:pt x="989770" y="997728"/>
                </a:lnTo>
                <a:moveTo>
                  <a:pt x="986976" y="254859"/>
                </a:moveTo>
                <a:lnTo>
                  <a:pt x="1059348" y="367139"/>
                </a:lnTo>
                <a:moveTo>
                  <a:pt x="917445" y="695055"/>
                </a:moveTo>
                <a:lnTo>
                  <a:pt x="842533" y="706660"/>
                </a:lnTo>
                <a:moveTo>
                  <a:pt x="1924052" y="695212"/>
                </a:moveTo>
                <a:lnTo>
                  <a:pt x="1883078" y="758095"/>
                </a:lnTo>
                <a:moveTo>
                  <a:pt x="1937573" y="410955"/>
                </a:moveTo>
                <a:lnTo>
                  <a:pt x="1930046" y="393291"/>
                </a:lnTo>
                <a:moveTo>
                  <a:pt x="1134022" y="1035888"/>
                </a:moveTo>
                <a:lnTo>
                  <a:pt x="1043580" y="1023276"/>
                </a:lnTo>
                <a:moveTo>
                  <a:pt x="1142428" y="468828"/>
                </a:moveTo>
                <a:lnTo>
                  <a:pt x="1061609" y="371280"/>
                </a:lnTo>
                <a:moveTo>
                  <a:pt x="1840623" y="1125040"/>
                </a:moveTo>
                <a:lnTo>
                  <a:pt x="1734744" y="1130129"/>
                </a:lnTo>
                <a:moveTo>
                  <a:pt x="1880466" y="867436"/>
                </a:moveTo>
                <a:lnTo>
                  <a:pt x="1907996" y="935864"/>
                </a:lnTo>
                <a:moveTo>
                  <a:pt x="1756073" y="310693"/>
                </a:moveTo>
                <a:lnTo>
                  <a:pt x="1865788" y="264103"/>
                </a:lnTo>
                <a:moveTo>
                  <a:pt x="1635834" y="198267"/>
                </a:moveTo>
                <a:lnTo>
                  <a:pt x="1532540" y="227788"/>
                </a:lnTo>
                <a:moveTo>
                  <a:pt x="1061609" y="371280"/>
                </a:moveTo>
                <a:lnTo>
                  <a:pt x="1059348" y="367139"/>
                </a:lnTo>
                <a:moveTo>
                  <a:pt x="1434317" y="987493"/>
                </a:moveTo>
                <a:lnTo>
                  <a:pt x="1460640" y="1117471"/>
                </a:lnTo>
                <a:moveTo>
                  <a:pt x="2080085" y="188006"/>
                </a:moveTo>
                <a:lnTo>
                  <a:pt x="2060255" y="164151"/>
                </a:lnTo>
                <a:moveTo>
                  <a:pt x="1394657" y="0"/>
                </a:moveTo>
                <a:lnTo>
                  <a:pt x="1354115" y="50683"/>
                </a:lnTo>
                <a:moveTo>
                  <a:pt x="1504008" y="1086281"/>
                </a:moveTo>
                <a:lnTo>
                  <a:pt x="1460640" y="1117471"/>
                </a:lnTo>
                <a:moveTo>
                  <a:pt x="1959827" y="518013"/>
                </a:moveTo>
                <a:lnTo>
                  <a:pt x="1935014" y="403826"/>
                </a:lnTo>
                <a:moveTo>
                  <a:pt x="2042648" y="191491"/>
                </a:moveTo>
                <a:lnTo>
                  <a:pt x="2011691" y="155534"/>
                </a:lnTo>
                <a:moveTo>
                  <a:pt x="986976" y="254859"/>
                </a:moveTo>
                <a:lnTo>
                  <a:pt x="894831" y="191869"/>
                </a:lnTo>
                <a:moveTo>
                  <a:pt x="1851617" y="1159223"/>
                </a:moveTo>
                <a:lnTo>
                  <a:pt x="1734744" y="1130129"/>
                </a:lnTo>
                <a:moveTo>
                  <a:pt x="920450" y="943845"/>
                </a:moveTo>
                <a:lnTo>
                  <a:pt x="989770" y="997728"/>
                </a:lnTo>
                <a:moveTo>
                  <a:pt x="1708503" y="1150614"/>
                </a:moveTo>
                <a:lnTo>
                  <a:pt x="1597003" y="1146679"/>
                </a:lnTo>
                <a:moveTo>
                  <a:pt x="1212151" y="163166"/>
                </a:moveTo>
                <a:lnTo>
                  <a:pt x="1218283" y="276659"/>
                </a:lnTo>
                <a:moveTo>
                  <a:pt x="1134022" y="1035888"/>
                </a:moveTo>
                <a:lnTo>
                  <a:pt x="1008960" y="1017926"/>
                </a:lnTo>
                <a:moveTo>
                  <a:pt x="1218283" y="276659"/>
                </a:moveTo>
                <a:lnTo>
                  <a:pt x="1222100" y="295592"/>
                </a:lnTo>
                <a:moveTo>
                  <a:pt x="1883078" y="758095"/>
                </a:moveTo>
                <a:lnTo>
                  <a:pt x="1891939" y="773229"/>
                </a:lnTo>
                <a:moveTo>
                  <a:pt x="1314305" y="45727"/>
                </a:moveTo>
                <a:lnTo>
                  <a:pt x="1212151" y="163166"/>
                </a:lnTo>
                <a:moveTo>
                  <a:pt x="1218129" y="387168"/>
                </a:moveTo>
                <a:lnTo>
                  <a:pt x="1220290" y="443551"/>
                </a:lnTo>
                <a:moveTo>
                  <a:pt x="841384" y="840948"/>
                </a:moveTo>
                <a:lnTo>
                  <a:pt x="822699" y="807825"/>
                </a:lnTo>
                <a:moveTo>
                  <a:pt x="1360856" y="4641"/>
                </a:moveTo>
                <a:lnTo>
                  <a:pt x="1314305" y="45727"/>
                </a:lnTo>
                <a:moveTo>
                  <a:pt x="838738" y="606018"/>
                </a:moveTo>
                <a:lnTo>
                  <a:pt x="842533" y="706660"/>
                </a:lnTo>
                <a:moveTo>
                  <a:pt x="920450" y="943845"/>
                </a:moveTo>
                <a:lnTo>
                  <a:pt x="841384" y="840948"/>
                </a:lnTo>
                <a:moveTo>
                  <a:pt x="2060255" y="164151"/>
                </a:moveTo>
                <a:lnTo>
                  <a:pt x="2042648" y="191491"/>
                </a:lnTo>
                <a:moveTo>
                  <a:pt x="1871767" y="255040"/>
                </a:moveTo>
                <a:lnTo>
                  <a:pt x="1756073" y="310693"/>
                </a:lnTo>
                <a:moveTo>
                  <a:pt x="2060255" y="164151"/>
                </a:moveTo>
                <a:lnTo>
                  <a:pt x="2011691" y="155534"/>
                </a:lnTo>
                <a:moveTo>
                  <a:pt x="857013" y="813203"/>
                </a:moveTo>
                <a:lnTo>
                  <a:pt x="822699" y="807825"/>
                </a:lnTo>
                <a:moveTo>
                  <a:pt x="1331716" y="923693"/>
                </a:moveTo>
                <a:lnTo>
                  <a:pt x="1248888" y="844231"/>
                </a:lnTo>
                <a:moveTo>
                  <a:pt x="1937573" y="410955"/>
                </a:moveTo>
                <a:lnTo>
                  <a:pt x="1959827" y="518013"/>
                </a:lnTo>
                <a:moveTo>
                  <a:pt x="857013" y="813203"/>
                </a:moveTo>
                <a:lnTo>
                  <a:pt x="841384" y="840948"/>
                </a:lnTo>
                <a:moveTo>
                  <a:pt x="1949377" y="623633"/>
                </a:moveTo>
                <a:lnTo>
                  <a:pt x="1935969" y="658854"/>
                </a:lnTo>
                <a:moveTo>
                  <a:pt x="760344" y="501700"/>
                </a:moveTo>
                <a:lnTo>
                  <a:pt x="832793" y="567248"/>
                </a:lnTo>
                <a:moveTo>
                  <a:pt x="1874691" y="1030633"/>
                </a:moveTo>
                <a:lnTo>
                  <a:pt x="1840623" y="1125040"/>
                </a:lnTo>
                <a:moveTo>
                  <a:pt x="838738" y="606018"/>
                </a:moveTo>
                <a:lnTo>
                  <a:pt x="832793" y="567248"/>
                </a:lnTo>
                <a:moveTo>
                  <a:pt x="1321341" y="933854"/>
                </a:moveTo>
                <a:lnTo>
                  <a:pt x="1248888" y="844231"/>
                </a:lnTo>
                <a:moveTo>
                  <a:pt x="1354115" y="50683"/>
                </a:moveTo>
                <a:lnTo>
                  <a:pt x="1360856" y="4641"/>
                </a:lnTo>
                <a:moveTo>
                  <a:pt x="894831" y="191869"/>
                </a:moveTo>
                <a:lnTo>
                  <a:pt x="849964" y="157147"/>
                </a:lnTo>
                <a:moveTo>
                  <a:pt x="1194887" y="409899"/>
                </a:moveTo>
                <a:lnTo>
                  <a:pt x="1220290" y="443551"/>
                </a:lnTo>
                <a:moveTo>
                  <a:pt x="773060" y="286574"/>
                </a:moveTo>
                <a:lnTo>
                  <a:pt x="759389" y="237551"/>
                </a:lnTo>
                <a:moveTo>
                  <a:pt x="1628288" y="28860"/>
                </a:moveTo>
                <a:lnTo>
                  <a:pt x="1601229" y="60637"/>
                </a:lnTo>
                <a:moveTo>
                  <a:pt x="1217425" y="341134"/>
                </a:moveTo>
                <a:lnTo>
                  <a:pt x="1222100" y="295592"/>
                </a:lnTo>
                <a:moveTo>
                  <a:pt x="1881820" y="824066"/>
                </a:moveTo>
                <a:lnTo>
                  <a:pt x="1891939" y="773229"/>
                </a:lnTo>
                <a:moveTo>
                  <a:pt x="1741730" y="309663"/>
                </a:moveTo>
                <a:lnTo>
                  <a:pt x="1613732" y="286804"/>
                </a:lnTo>
                <a:moveTo>
                  <a:pt x="1613732" y="286804"/>
                </a:moveTo>
                <a:lnTo>
                  <a:pt x="1578108" y="385787"/>
                </a:lnTo>
                <a:moveTo>
                  <a:pt x="1949377" y="623633"/>
                </a:moveTo>
                <a:lnTo>
                  <a:pt x="1936803" y="667108"/>
                </a:lnTo>
                <a:moveTo>
                  <a:pt x="1429442" y="969653"/>
                </a:moveTo>
                <a:lnTo>
                  <a:pt x="1345512" y="851322"/>
                </a:lnTo>
                <a:moveTo>
                  <a:pt x="1949377" y="623633"/>
                </a:moveTo>
                <a:lnTo>
                  <a:pt x="1924052" y="695212"/>
                </a:lnTo>
                <a:moveTo>
                  <a:pt x="806772" y="116412"/>
                </a:moveTo>
                <a:lnTo>
                  <a:pt x="849964" y="157147"/>
                </a:lnTo>
                <a:moveTo>
                  <a:pt x="1880466" y="867436"/>
                </a:moveTo>
                <a:lnTo>
                  <a:pt x="1874691" y="1030633"/>
                </a:lnTo>
                <a:moveTo>
                  <a:pt x="917445" y="695055"/>
                </a:moveTo>
                <a:lnTo>
                  <a:pt x="857013" y="813203"/>
                </a:lnTo>
                <a:moveTo>
                  <a:pt x="1218129" y="387168"/>
                </a:moveTo>
                <a:lnTo>
                  <a:pt x="1222100" y="295592"/>
                </a:lnTo>
                <a:moveTo>
                  <a:pt x="1880466" y="867436"/>
                </a:moveTo>
                <a:lnTo>
                  <a:pt x="1891939" y="773229"/>
                </a:lnTo>
                <a:moveTo>
                  <a:pt x="1206318" y="934601"/>
                </a:moveTo>
                <a:lnTo>
                  <a:pt x="1181881" y="1033581"/>
                </a:lnTo>
                <a:moveTo>
                  <a:pt x="1881820" y="824066"/>
                </a:moveTo>
                <a:lnTo>
                  <a:pt x="1883078" y="758095"/>
                </a:lnTo>
                <a:moveTo>
                  <a:pt x="1874613" y="328748"/>
                </a:moveTo>
                <a:lnTo>
                  <a:pt x="1871767" y="255040"/>
                </a:lnTo>
                <a:moveTo>
                  <a:pt x="994815" y="834184"/>
                </a:moveTo>
                <a:lnTo>
                  <a:pt x="989770" y="997728"/>
                </a:lnTo>
                <a:moveTo>
                  <a:pt x="1181881" y="1033581"/>
                </a:moveTo>
                <a:lnTo>
                  <a:pt x="1134022" y="1035888"/>
                </a:lnTo>
                <a:moveTo>
                  <a:pt x="1744877" y="1140762"/>
                </a:moveTo>
                <a:lnTo>
                  <a:pt x="1708503" y="1150614"/>
                </a:lnTo>
                <a:moveTo>
                  <a:pt x="1613732" y="286804"/>
                </a:moveTo>
                <a:lnTo>
                  <a:pt x="1532540" y="227788"/>
                </a:lnTo>
                <a:moveTo>
                  <a:pt x="1354115" y="50683"/>
                </a:moveTo>
                <a:lnTo>
                  <a:pt x="1314305" y="45727"/>
                </a:lnTo>
                <a:moveTo>
                  <a:pt x="1252007" y="126731"/>
                </a:moveTo>
                <a:lnTo>
                  <a:pt x="1212151" y="163166"/>
                </a:lnTo>
                <a:moveTo>
                  <a:pt x="1217425" y="341134"/>
                </a:moveTo>
                <a:lnTo>
                  <a:pt x="1218283" y="276659"/>
                </a:lnTo>
                <a:moveTo>
                  <a:pt x="1880442" y="252782"/>
                </a:moveTo>
                <a:lnTo>
                  <a:pt x="1874613" y="328748"/>
                </a:lnTo>
                <a:moveTo>
                  <a:pt x="1331716" y="923693"/>
                </a:moveTo>
                <a:lnTo>
                  <a:pt x="1345512" y="851322"/>
                </a:lnTo>
                <a:moveTo>
                  <a:pt x="928165" y="677303"/>
                </a:moveTo>
                <a:lnTo>
                  <a:pt x="917445" y="695055"/>
                </a:lnTo>
                <a:moveTo>
                  <a:pt x="1601229" y="60637"/>
                </a:moveTo>
                <a:lnTo>
                  <a:pt x="1576247" y="122561"/>
                </a:lnTo>
                <a:moveTo>
                  <a:pt x="1783479" y="1208491"/>
                </a:moveTo>
                <a:lnTo>
                  <a:pt x="1708503" y="1150614"/>
                </a:lnTo>
                <a:moveTo>
                  <a:pt x="989245" y="832790"/>
                </a:moveTo>
                <a:lnTo>
                  <a:pt x="841384" y="840948"/>
                </a:lnTo>
                <a:moveTo>
                  <a:pt x="989245" y="832790"/>
                </a:moveTo>
                <a:lnTo>
                  <a:pt x="920450" y="943845"/>
                </a:lnTo>
                <a:moveTo>
                  <a:pt x="994815" y="834184"/>
                </a:moveTo>
                <a:lnTo>
                  <a:pt x="920450" y="943845"/>
                </a:lnTo>
                <a:moveTo>
                  <a:pt x="935153" y="695277"/>
                </a:moveTo>
                <a:lnTo>
                  <a:pt x="917445" y="695055"/>
                </a:lnTo>
                <a:moveTo>
                  <a:pt x="1601229" y="60637"/>
                </a:moveTo>
                <a:lnTo>
                  <a:pt x="1518479" y="0"/>
                </a:lnTo>
                <a:moveTo>
                  <a:pt x="1194887" y="409899"/>
                </a:moveTo>
                <a:lnTo>
                  <a:pt x="1142428" y="468828"/>
                </a:lnTo>
                <a:moveTo>
                  <a:pt x="1597003" y="1146679"/>
                </a:moveTo>
                <a:lnTo>
                  <a:pt x="1504008" y="1086281"/>
                </a:lnTo>
                <a:moveTo>
                  <a:pt x="1613732" y="286804"/>
                </a:moveTo>
                <a:lnTo>
                  <a:pt x="1484605" y="336281"/>
                </a:lnTo>
                <a:moveTo>
                  <a:pt x="1741730" y="309663"/>
                </a:moveTo>
                <a:lnTo>
                  <a:pt x="1578108" y="385787"/>
                </a:lnTo>
                <a:moveTo>
                  <a:pt x="989245" y="832790"/>
                </a:moveTo>
                <a:lnTo>
                  <a:pt x="857013" y="813203"/>
                </a:lnTo>
                <a:moveTo>
                  <a:pt x="1054070" y="972899"/>
                </a:moveTo>
                <a:lnTo>
                  <a:pt x="1008960" y="1017926"/>
                </a:lnTo>
                <a:moveTo>
                  <a:pt x="1930046" y="393291"/>
                </a:moveTo>
                <a:lnTo>
                  <a:pt x="1874613" y="328748"/>
                </a:lnTo>
                <a:moveTo>
                  <a:pt x="1321341" y="933854"/>
                </a:moveTo>
                <a:lnTo>
                  <a:pt x="1206318" y="934601"/>
                </a:lnTo>
                <a:moveTo>
                  <a:pt x="935153" y="695277"/>
                </a:moveTo>
                <a:lnTo>
                  <a:pt x="928165" y="677303"/>
                </a:lnTo>
                <a:moveTo>
                  <a:pt x="1851617" y="1159223"/>
                </a:moveTo>
                <a:lnTo>
                  <a:pt x="1840623" y="1125040"/>
                </a:lnTo>
                <a:moveTo>
                  <a:pt x="1054070" y="972899"/>
                </a:moveTo>
                <a:lnTo>
                  <a:pt x="989770" y="997728"/>
                </a:lnTo>
                <a:moveTo>
                  <a:pt x="1748838" y="30737"/>
                </a:moveTo>
                <a:lnTo>
                  <a:pt x="1628288" y="28860"/>
                </a:lnTo>
                <a:moveTo>
                  <a:pt x="1053967" y="981735"/>
                </a:moveTo>
                <a:lnTo>
                  <a:pt x="1008960" y="1017926"/>
                </a:lnTo>
                <a:moveTo>
                  <a:pt x="1756073" y="310693"/>
                </a:moveTo>
                <a:lnTo>
                  <a:pt x="1741730" y="309663"/>
                </a:lnTo>
                <a:moveTo>
                  <a:pt x="1937573" y="410955"/>
                </a:moveTo>
                <a:lnTo>
                  <a:pt x="1874613" y="328748"/>
                </a:lnTo>
                <a:moveTo>
                  <a:pt x="1949377" y="623633"/>
                </a:moveTo>
                <a:lnTo>
                  <a:pt x="1883078" y="758095"/>
                </a:lnTo>
                <a:moveTo>
                  <a:pt x="1876771" y="976263"/>
                </a:moveTo>
                <a:lnTo>
                  <a:pt x="1874691" y="1030633"/>
                </a:lnTo>
                <a:moveTo>
                  <a:pt x="838738" y="606018"/>
                </a:moveTo>
                <a:lnTo>
                  <a:pt x="917445" y="695055"/>
                </a:lnTo>
                <a:moveTo>
                  <a:pt x="1493734" y="0"/>
                </a:moveTo>
                <a:lnTo>
                  <a:pt x="1354115" y="50683"/>
                </a:lnTo>
                <a:moveTo>
                  <a:pt x="1434317" y="987493"/>
                </a:moveTo>
                <a:lnTo>
                  <a:pt x="1429442" y="969653"/>
                </a:lnTo>
                <a:moveTo>
                  <a:pt x="1934155" y="475953"/>
                </a:moveTo>
                <a:lnTo>
                  <a:pt x="1937573" y="410955"/>
                </a:lnTo>
                <a:moveTo>
                  <a:pt x="1220121" y="1162577"/>
                </a:moveTo>
                <a:lnTo>
                  <a:pt x="1134022" y="1035888"/>
                </a:lnTo>
                <a:moveTo>
                  <a:pt x="1649022" y="1089092"/>
                </a:moveTo>
                <a:lnTo>
                  <a:pt x="1708503" y="1150614"/>
                </a:lnTo>
                <a:moveTo>
                  <a:pt x="1959827" y="518013"/>
                </a:moveTo>
                <a:lnTo>
                  <a:pt x="1949377" y="623633"/>
                </a:lnTo>
                <a:moveTo>
                  <a:pt x="1741856" y="319839"/>
                </a:moveTo>
                <a:lnTo>
                  <a:pt x="1741730" y="309663"/>
                </a:lnTo>
                <a:moveTo>
                  <a:pt x="928165" y="677303"/>
                </a:moveTo>
                <a:lnTo>
                  <a:pt x="838738" y="606018"/>
                </a:lnTo>
                <a:moveTo>
                  <a:pt x="989245" y="832790"/>
                </a:moveTo>
                <a:lnTo>
                  <a:pt x="917445" y="695055"/>
                </a:lnTo>
                <a:moveTo>
                  <a:pt x="1741856" y="319839"/>
                </a:moveTo>
                <a:lnTo>
                  <a:pt x="1578108" y="385787"/>
                </a:lnTo>
                <a:moveTo>
                  <a:pt x="1504008" y="1086281"/>
                </a:moveTo>
                <a:lnTo>
                  <a:pt x="1434317" y="987493"/>
                </a:lnTo>
                <a:moveTo>
                  <a:pt x="757040" y="334192"/>
                </a:moveTo>
                <a:lnTo>
                  <a:pt x="773060" y="286574"/>
                </a:lnTo>
                <a:moveTo>
                  <a:pt x="1881820" y="824066"/>
                </a:moveTo>
                <a:lnTo>
                  <a:pt x="1880466" y="867436"/>
                </a:lnTo>
                <a:moveTo>
                  <a:pt x="1134022" y="1035888"/>
                </a:moveTo>
                <a:lnTo>
                  <a:pt x="1113688" y="1123059"/>
                </a:lnTo>
                <a:moveTo>
                  <a:pt x="1756073" y="310693"/>
                </a:moveTo>
                <a:lnTo>
                  <a:pt x="1741856" y="319839"/>
                </a:lnTo>
                <a:moveTo>
                  <a:pt x="1601229" y="60637"/>
                </a:moveTo>
                <a:lnTo>
                  <a:pt x="1479605" y="75480"/>
                </a:lnTo>
                <a:moveTo>
                  <a:pt x="1883078" y="758095"/>
                </a:moveTo>
                <a:lnTo>
                  <a:pt x="1824698" y="703435"/>
                </a:lnTo>
                <a:moveTo>
                  <a:pt x="1252007" y="126731"/>
                </a:moveTo>
                <a:lnTo>
                  <a:pt x="1218283" y="276659"/>
                </a:lnTo>
                <a:moveTo>
                  <a:pt x="991705" y="827569"/>
                </a:moveTo>
                <a:lnTo>
                  <a:pt x="935153" y="695277"/>
                </a:lnTo>
                <a:moveTo>
                  <a:pt x="935153" y="695277"/>
                </a:moveTo>
                <a:lnTo>
                  <a:pt x="989245" y="832790"/>
                </a:lnTo>
                <a:moveTo>
                  <a:pt x="1871948" y="860135"/>
                </a:moveTo>
                <a:lnTo>
                  <a:pt x="1881820" y="824066"/>
                </a:lnTo>
                <a:moveTo>
                  <a:pt x="1218129" y="387168"/>
                </a:moveTo>
                <a:lnTo>
                  <a:pt x="1217425" y="341134"/>
                </a:lnTo>
                <a:moveTo>
                  <a:pt x="1576247" y="122561"/>
                </a:moveTo>
                <a:lnTo>
                  <a:pt x="1532540" y="227788"/>
                </a:lnTo>
                <a:moveTo>
                  <a:pt x="1314305" y="45727"/>
                </a:moveTo>
                <a:lnTo>
                  <a:pt x="1252007" y="126731"/>
                </a:lnTo>
                <a:moveTo>
                  <a:pt x="760344" y="501700"/>
                </a:moveTo>
                <a:lnTo>
                  <a:pt x="760226" y="501433"/>
                </a:lnTo>
                <a:moveTo>
                  <a:pt x="760236" y="501561"/>
                </a:moveTo>
                <a:lnTo>
                  <a:pt x="760226" y="501433"/>
                </a:lnTo>
                <a:moveTo>
                  <a:pt x="760236" y="501561"/>
                </a:moveTo>
                <a:lnTo>
                  <a:pt x="760344" y="501700"/>
                </a:lnTo>
                <a:moveTo>
                  <a:pt x="1027149" y="296495"/>
                </a:moveTo>
                <a:lnTo>
                  <a:pt x="986976" y="254859"/>
                </a:lnTo>
                <a:moveTo>
                  <a:pt x="838738" y="606018"/>
                </a:moveTo>
                <a:lnTo>
                  <a:pt x="760344" y="501700"/>
                </a:lnTo>
                <a:moveTo>
                  <a:pt x="838738" y="606018"/>
                </a:moveTo>
                <a:lnTo>
                  <a:pt x="760236" y="501561"/>
                </a:lnTo>
                <a:moveTo>
                  <a:pt x="1011919" y="279883"/>
                </a:moveTo>
                <a:lnTo>
                  <a:pt x="986976" y="254859"/>
                </a:lnTo>
                <a:moveTo>
                  <a:pt x="1093903" y="373875"/>
                </a:moveTo>
                <a:lnTo>
                  <a:pt x="1142428" y="468828"/>
                </a:lnTo>
                <a:moveTo>
                  <a:pt x="1079682" y="1095641"/>
                </a:moveTo>
                <a:lnTo>
                  <a:pt x="1008960" y="1017926"/>
                </a:lnTo>
                <a:moveTo>
                  <a:pt x="1093903" y="373875"/>
                </a:moveTo>
                <a:lnTo>
                  <a:pt x="1061609" y="371280"/>
                </a:lnTo>
                <a:moveTo>
                  <a:pt x="1429442" y="969653"/>
                </a:moveTo>
                <a:lnTo>
                  <a:pt x="1331716" y="923693"/>
                </a:lnTo>
                <a:moveTo>
                  <a:pt x="1479605" y="75480"/>
                </a:moveTo>
                <a:lnTo>
                  <a:pt x="1354115" y="50683"/>
                </a:lnTo>
                <a:moveTo>
                  <a:pt x="1027149" y="296495"/>
                </a:moveTo>
                <a:lnTo>
                  <a:pt x="1059348" y="367139"/>
                </a:lnTo>
                <a:moveTo>
                  <a:pt x="1027149" y="296495"/>
                </a:moveTo>
                <a:lnTo>
                  <a:pt x="1061609" y="371280"/>
                </a:lnTo>
                <a:moveTo>
                  <a:pt x="1578108" y="385787"/>
                </a:moveTo>
                <a:lnTo>
                  <a:pt x="1484605" y="336281"/>
                </a:lnTo>
                <a:moveTo>
                  <a:pt x="1576247" y="122561"/>
                </a:moveTo>
                <a:lnTo>
                  <a:pt x="1479605" y="75480"/>
                </a:lnTo>
                <a:moveTo>
                  <a:pt x="1934155" y="475953"/>
                </a:moveTo>
                <a:lnTo>
                  <a:pt x="1959827" y="518013"/>
                </a:lnTo>
                <a:moveTo>
                  <a:pt x="1508020" y="0"/>
                </a:moveTo>
                <a:lnTo>
                  <a:pt x="1479605" y="75480"/>
                </a:lnTo>
                <a:moveTo>
                  <a:pt x="1271454" y="1051458"/>
                </a:moveTo>
                <a:lnTo>
                  <a:pt x="1181881" y="1033581"/>
                </a:lnTo>
                <a:moveTo>
                  <a:pt x="1871948" y="860135"/>
                </a:moveTo>
                <a:lnTo>
                  <a:pt x="1880466" y="867436"/>
                </a:lnTo>
                <a:moveTo>
                  <a:pt x="1628288" y="28860"/>
                </a:moveTo>
                <a:lnTo>
                  <a:pt x="1611350" y="95443"/>
                </a:lnTo>
                <a:moveTo>
                  <a:pt x="922218" y="209436"/>
                </a:moveTo>
                <a:lnTo>
                  <a:pt x="986976" y="254859"/>
                </a:lnTo>
                <a:moveTo>
                  <a:pt x="1181881" y="1033581"/>
                </a:moveTo>
                <a:lnTo>
                  <a:pt x="1220121" y="1162577"/>
                </a:lnTo>
                <a:moveTo>
                  <a:pt x="1220596" y="1161600"/>
                </a:moveTo>
                <a:lnTo>
                  <a:pt x="1181881" y="1033581"/>
                </a:lnTo>
                <a:moveTo>
                  <a:pt x="991705" y="827569"/>
                </a:moveTo>
                <a:lnTo>
                  <a:pt x="989245" y="832790"/>
                </a:lnTo>
                <a:moveTo>
                  <a:pt x="991705" y="827569"/>
                </a:moveTo>
                <a:lnTo>
                  <a:pt x="994815" y="834184"/>
                </a:lnTo>
                <a:moveTo>
                  <a:pt x="994815" y="834184"/>
                </a:moveTo>
                <a:lnTo>
                  <a:pt x="989245" y="832790"/>
                </a:lnTo>
                <a:moveTo>
                  <a:pt x="1881820" y="824066"/>
                </a:moveTo>
                <a:lnTo>
                  <a:pt x="1824698" y="703435"/>
                </a:lnTo>
                <a:moveTo>
                  <a:pt x="1321341" y="933854"/>
                </a:moveTo>
                <a:lnTo>
                  <a:pt x="1181881" y="1033581"/>
                </a:lnTo>
                <a:moveTo>
                  <a:pt x="1079682" y="1095641"/>
                </a:moveTo>
                <a:lnTo>
                  <a:pt x="1134022" y="1035888"/>
                </a:lnTo>
                <a:moveTo>
                  <a:pt x="1874613" y="328748"/>
                </a:moveTo>
                <a:lnTo>
                  <a:pt x="1756073" y="310693"/>
                </a:lnTo>
                <a:moveTo>
                  <a:pt x="1056969" y="709010"/>
                </a:moveTo>
                <a:lnTo>
                  <a:pt x="928165" y="677303"/>
                </a:lnTo>
                <a:moveTo>
                  <a:pt x="1876771" y="976263"/>
                </a:moveTo>
                <a:lnTo>
                  <a:pt x="1840623" y="1125040"/>
                </a:lnTo>
                <a:moveTo>
                  <a:pt x="1859722" y="648483"/>
                </a:moveTo>
                <a:lnTo>
                  <a:pt x="1883078" y="758095"/>
                </a:lnTo>
                <a:moveTo>
                  <a:pt x="1056969" y="709010"/>
                </a:moveTo>
                <a:lnTo>
                  <a:pt x="935153" y="695277"/>
                </a:lnTo>
                <a:moveTo>
                  <a:pt x="1275385" y="248413"/>
                </a:moveTo>
                <a:lnTo>
                  <a:pt x="1218283" y="276659"/>
                </a:lnTo>
                <a:moveTo>
                  <a:pt x="1649022" y="1089092"/>
                </a:moveTo>
                <a:lnTo>
                  <a:pt x="1597003" y="1146679"/>
                </a:lnTo>
                <a:moveTo>
                  <a:pt x="1532540" y="227788"/>
                </a:moveTo>
                <a:lnTo>
                  <a:pt x="1484605" y="336281"/>
                </a:lnTo>
                <a:moveTo>
                  <a:pt x="1218129" y="387168"/>
                </a:moveTo>
                <a:lnTo>
                  <a:pt x="1194887" y="409899"/>
                </a:lnTo>
                <a:moveTo>
                  <a:pt x="845450" y="99646"/>
                </a:moveTo>
                <a:lnTo>
                  <a:pt x="894831" y="191869"/>
                </a:lnTo>
                <a:moveTo>
                  <a:pt x="1688573" y="389227"/>
                </a:moveTo>
                <a:lnTo>
                  <a:pt x="1578108" y="385787"/>
                </a:lnTo>
                <a:moveTo>
                  <a:pt x="1071550" y="685083"/>
                </a:moveTo>
                <a:lnTo>
                  <a:pt x="928165" y="677303"/>
                </a:lnTo>
                <a:moveTo>
                  <a:pt x="922218" y="209436"/>
                </a:moveTo>
                <a:lnTo>
                  <a:pt x="894831" y="191869"/>
                </a:lnTo>
                <a:moveTo>
                  <a:pt x="1578108" y="385787"/>
                </a:moveTo>
                <a:lnTo>
                  <a:pt x="1555525" y="474696"/>
                </a:lnTo>
                <a:moveTo>
                  <a:pt x="1611350" y="95443"/>
                </a:moveTo>
                <a:lnTo>
                  <a:pt x="1601229" y="60637"/>
                </a:lnTo>
                <a:moveTo>
                  <a:pt x="1271454" y="1051458"/>
                </a:moveTo>
                <a:lnTo>
                  <a:pt x="1220596" y="1161600"/>
                </a:lnTo>
                <a:moveTo>
                  <a:pt x="1331716" y="923693"/>
                </a:moveTo>
                <a:lnTo>
                  <a:pt x="1321341" y="933854"/>
                </a:lnTo>
                <a:moveTo>
                  <a:pt x="845450" y="99646"/>
                </a:moveTo>
                <a:lnTo>
                  <a:pt x="849964" y="157147"/>
                </a:lnTo>
                <a:moveTo>
                  <a:pt x="994815" y="834184"/>
                </a:moveTo>
                <a:lnTo>
                  <a:pt x="1054070" y="972899"/>
                </a:lnTo>
                <a:moveTo>
                  <a:pt x="1321341" y="933854"/>
                </a:moveTo>
                <a:lnTo>
                  <a:pt x="1271454" y="1051458"/>
                </a:lnTo>
                <a:moveTo>
                  <a:pt x="1649979" y="94383"/>
                </a:moveTo>
                <a:lnTo>
                  <a:pt x="1628288" y="28860"/>
                </a:lnTo>
                <a:moveTo>
                  <a:pt x="1325030" y="944091"/>
                </a:moveTo>
                <a:lnTo>
                  <a:pt x="1271454" y="1051458"/>
                </a:lnTo>
                <a:moveTo>
                  <a:pt x="1871948" y="860135"/>
                </a:moveTo>
                <a:lnTo>
                  <a:pt x="1824698" y="703435"/>
                </a:lnTo>
                <a:moveTo>
                  <a:pt x="1220596" y="1161600"/>
                </a:moveTo>
                <a:lnTo>
                  <a:pt x="1220121" y="1162577"/>
                </a:lnTo>
                <a:moveTo>
                  <a:pt x="1221583" y="1163012"/>
                </a:moveTo>
                <a:lnTo>
                  <a:pt x="1220121" y="1162577"/>
                </a:lnTo>
                <a:moveTo>
                  <a:pt x="1220596" y="1161600"/>
                </a:moveTo>
                <a:lnTo>
                  <a:pt x="1221583" y="1163012"/>
                </a:lnTo>
                <a:moveTo>
                  <a:pt x="1880466" y="867436"/>
                </a:moveTo>
                <a:lnTo>
                  <a:pt x="1876771" y="976263"/>
                </a:lnTo>
                <a:moveTo>
                  <a:pt x="1219712" y="1164299"/>
                </a:moveTo>
                <a:lnTo>
                  <a:pt x="1220121" y="1162577"/>
                </a:lnTo>
                <a:moveTo>
                  <a:pt x="1221583" y="1163012"/>
                </a:moveTo>
                <a:lnTo>
                  <a:pt x="1219712" y="1164299"/>
                </a:lnTo>
                <a:moveTo>
                  <a:pt x="1560252" y="1015804"/>
                </a:moveTo>
                <a:lnTo>
                  <a:pt x="1597003" y="1146679"/>
                </a:lnTo>
                <a:moveTo>
                  <a:pt x="845425" y="99607"/>
                </a:moveTo>
                <a:lnTo>
                  <a:pt x="806772" y="116412"/>
                </a:lnTo>
                <a:moveTo>
                  <a:pt x="845450" y="99646"/>
                </a:moveTo>
                <a:lnTo>
                  <a:pt x="806772" y="116412"/>
                </a:lnTo>
                <a:moveTo>
                  <a:pt x="1578108" y="385787"/>
                </a:moveTo>
                <a:lnTo>
                  <a:pt x="1449106" y="435167"/>
                </a:lnTo>
                <a:moveTo>
                  <a:pt x="759963" y="259229"/>
                </a:moveTo>
                <a:lnTo>
                  <a:pt x="759389" y="237551"/>
                </a:lnTo>
                <a:moveTo>
                  <a:pt x="1056969" y="709010"/>
                </a:moveTo>
                <a:lnTo>
                  <a:pt x="991705" y="827569"/>
                </a:lnTo>
                <a:moveTo>
                  <a:pt x="1325030" y="944091"/>
                </a:moveTo>
                <a:lnTo>
                  <a:pt x="1321341" y="933854"/>
                </a:lnTo>
                <a:moveTo>
                  <a:pt x="1741856" y="319839"/>
                </a:moveTo>
                <a:lnTo>
                  <a:pt x="1688573" y="389227"/>
                </a:lnTo>
                <a:moveTo>
                  <a:pt x="1934155" y="475953"/>
                </a:moveTo>
                <a:lnTo>
                  <a:pt x="1949377" y="623633"/>
                </a:lnTo>
                <a:moveTo>
                  <a:pt x="1275385" y="248413"/>
                </a:moveTo>
                <a:lnTo>
                  <a:pt x="1217425" y="341134"/>
                </a:lnTo>
                <a:moveTo>
                  <a:pt x="1343936" y="130010"/>
                </a:moveTo>
                <a:lnTo>
                  <a:pt x="1314305" y="45727"/>
                </a:lnTo>
                <a:moveTo>
                  <a:pt x="1576247" y="122561"/>
                </a:moveTo>
                <a:lnTo>
                  <a:pt x="1446527" y="172496"/>
                </a:lnTo>
                <a:moveTo>
                  <a:pt x="1278728" y="255222"/>
                </a:moveTo>
                <a:lnTo>
                  <a:pt x="1217425" y="341134"/>
                </a:lnTo>
                <a:moveTo>
                  <a:pt x="1220121" y="1162577"/>
                </a:moveTo>
                <a:lnTo>
                  <a:pt x="1113688" y="1123059"/>
                </a:lnTo>
                <a:moveTo>
                  <a:pt x="1871948" y="860135"/>
                </a:moveTo>
                <a:lnTo>
                  <a:pt x="1876771" y="976263"/>
                </a:lnTo>
                <a:moveTo>
                  <a:pt x="1759434" y="31323"/>
                </a:moveTo>
                <a:lnTo>
                  <a:pt x="1748838" y="30737"/>
                </a:lnTo>
                <a:moveTo>
                  <a:pt x="1219712" y="1164299"/>
                </a:moveTo>
                <a:lnTo>
                  <a:pt x="1113688" y="1123059"/>
                </a:lnTo>
                <a:moveTo>
                  <a:pt x="1341148" y="396828"/>
                </a:moveTo>
                <a:lnTo>
                  <a:pt x="1217425" y="341134"/>
                </a:lnTo>
                <a:moveTo>
                  <a:pt x="1336976" y="929379"/>
                </a:moveTo>
                <a:lnTo>
                  <a:pt x="1331716" y="923693"/>
                </a:lnTo>
                <a:moveTo>
                  <a:pt x="1481222" y="912798"/>
                </a:moveTo>
                <a:lnTo>
                  <a:pt x="1429442" y="969653"/>
                </a:lnTo>
                <a:moveTo>
                  <a:pt x="975850" y="632937"/>
                </a:moveTo>
                <a:lnTo>
                  <a:pt x="928165" y="677303"/>
                </a:lnTo>
                <a:moveTo>
                  <a:pt x="1840623" y="1125040"/>
                </a:moveTo>
                <a:lnTo>
                  <a:pt x="1795964" y="1061760"/>
                </a:lnTo>
                <a:moveTo>
                  <a:pt x="1351479" y="377383"/>
                </a:moveTo>
                <a:lnTo>
                  <a:pt x="1217425" y="341134"/>
                </a:lnTo>
                <a:moveTo>
                  <a:pt x="1521364" y="973463"/>
                </a:moveTo>
                <a:lnTo>
                  <a:pt x="1429442" y="969653"/>
                </a:lnTo>
                <a:moveTo>
                  <a:pt x="1083026" y="710126"/>
                </a:moveTo>
                <a:lnTo>
                  <a:pt x="991705" y="827569"/>
                </a:lnTo>
                <a:moveTo>
                  <a:pt x="1083026" y="710126"/>
                </a:moveTo>
                <a:lnTo>
                  <a:pt x="994815" y="834184"/>
                </a:lnTo>
                <a:moveTo>
                  <a:pt x="1818929" y="1015951"/>
                </a:moveTo>
                <a:lnTo>
                  <a:pt x="1840623" y="1125040"/>
                </a:lnTo>
                <a:moveTo>
                  <a:pt x="1871948" y="860135"/>
                </a:moveTo>
                <a:lnTo>
                  <a:pt x="1781679" y="808131"/>
                </a:lnTo>
                <a:moveTo>
                  <a:pt x="1053967" y="981735"/>
                </a:moveTo>
                <a:lnTo>
                  <a:pt x="1054070" y="972899"/>
                </a:lnTo>
                <a:moveTo>
                  <a:pt x="1521364" y="973463"/>
                </a:moveTo>
                <a:lnTo>
                  <a:pt x="1434317" y="987493"/>
                </a:lnTo>
                <a:moveTo>
                  <a:pt x="1560252" y="1015804"/>
                </a:moveTo>
                <a:lnTo>
                  <a:pt x="1504008" y="1086281"/>
                </a:lnTo>
                <a:moveTo>
                  <a:pt x="1336976" y="929379"/>
                </a:moveTo>
                <a:lnTo>
                  <a:pt x="1321341" y="933854"/>
                </a:lnTo>
                <a:moveTo>
                  <a:pt x="1354115" y="50683"/>
                </a:moveTo>
                <a:lnTo>
                  <a:pt x="1343936" y="130010"/>
                </a:lnTo>
                <a:moveTo>
                  <a:pt x="1336976" y="929379"/>
                </a:moveTo>
                <a:lnTo>
                  <a:pt x="1325030" y="944091"/>
                </a:lnTo>
                <a:moveTo>
                  <a:pt x="1934155" y="475953"/>
                </a:moveTo>
                <a:lnTo>
                  <a:pt x="1874613" y="328748"/>
                </a:lnTo>
                <a:moveTo>
                  <a:pt x="1521364" y="973463"/>
                </a:moveTo>
                <a:lnTo>
                  <a:pt x="1504008" y="1086281"/>
                </a:lnTo>
                <a:moveTo>
                  <a:pt x="1783479" y="1208491"/>
                </a:moveTo>
                <a:lnTo>
                  <a:pt x="1744877" y="1140762"/>
                </a:lnTo>
                <a:moveTo>
                  <a:pt x="1348378" y="1057273"/>
                </a:moveTo>
                <a:lnTo>
                  <a:pt x="1271454" y="1051458"/>
                </a:lnTo>
                <a:moveTo>
                  <a:pt x="1532540" y="227788"/>
                </a:moveTo>
                <a:lnTo>
                  <a:pt x="1446527" y="172496"/>
                </a:lnTo>
                <a:moveTo>
                  <a:pt x="1341148" y="396828"/>
                </a:moveTo>
                <a:lnTo>
                  <a:pt x="1218129" y="387168"/>
                </a:lnTo>
                <a:moveTo>
                  <a:pt x="1756073" y="310693"/>
                </a:moveTo>
                <a:lnTo>
                  <a:pt x="1734072" y="387042"/>
                </a:lnTo>
                <a:moveTo>
                  <a:pt x="757040" y="334192"/>
                </a:moveTo>
                <a:lnTo>
                  <a:pt x="759389" y="237551"/>
                </a:lnTo>
                <a:moveTo>
                  <a:pt x="1949377" y="623633"/>
                </a:moveTo>
                <a:lnTo>
                  <a:pt x="1859722" y="648483"/>
                </a:lnTo>
                <a:moveTo>
                  <a:pt x="1611354" y="76045"/>
                </a:moveTo>
                <a:lnTo>
                  <a:pt x="1601229" y="60637"/>
                </a:lnTo>
                <a:moveTo>
                  <a:pt x="975850" y="632937"/>
                </a:moveTo>
                <a:lnTo>
                  <a:pt x="838738" y="606018"/>
                </a:lnTo>
                <a:moveTo>
                  <a:pt x="1348378" y="1057273"/>
                </a:moveTo>
                <a:lnTo>
                  <a:pt x="1220596" y="1161600"/>
                </a:lnTo>
                <a:moveTo>
                  <a:pt x="1325030" y="944091"/>
                </a:moveTo>
                <a:lnTo>
                  <a:pt x="1348378" y="1057273"/>
                </a:lnTo>
                <a:moveTo>
                  <a:pt x="1479605" y="75480"/>
                </a:moveTo>
                <a:lnTo>
                  <a:pt x="1446527" y="172496"/>
                </a:lnTo>
                <a:moveTo>
                  <a:pt x="1484605" y="336281"/>
                </a:moveTo>
                <a:lnTo>
                  <a:pt x="1449106" y="435167"/>
                </a:lnTo>
                <a:moveTo>
                  <a:pt x="1734072" y="387042"/>
                </a:moveTo>
                <a:lnTo>
                  <a:pt x="1741856" y="319839"/>
                </a:lnTo>
                <a:moveTo>
                  <a:pt x="1871948" y="860135"/>
                </a:moveTo>
                <a:lnTo>
                  <a:pt x="1846908" y="950942"/>
                </a:lnTo>
                <a:moveTo>
                  <a:pt x="1194887" y="409899"/>
                </a:moveTo>
                <a:lnTo>
                  <a:pt x="1093903" y="373875"/>
                </a:lnTo>
                <a:moveTo>
                  <a:pt x="1885647" y="1156523"/>
                </a:moveTo>
                <a:lnTo>
                  <a:pt x="1840623" y="1125040"/>
                </a:lnTo>
                <a:moveTo>
                  <a:pt x="1287031" y="1304667"/>
                </a:moveTo>
                <a:lnTo>
                  <a:pt x="1286676" y="1304363"/>
                </a:lnTo>
                <a:moveTo>
                  <a:pt x="1532540" y="227788"/>
                </a:moveTo>
                <a:lnTo>
                  <a:pt x="1398950" y="280713"/>
                </a:lnTo>
                <a:moveTo>
                  <a:pt x="1824698" y="703435"/>
                </a:moveTo>
                <a:lnTo>
                  <a:pt x="1781679" y="808131"/>
                </a:lnTo>
                <a:moveTo>
                  <a:pt x="1481222" y="912798"/>
                </a:moveTo>
                <a:lnTo>
                  <a:pt x="1331716" y="923693"/>
                </a:lnTo>
                <a:moveTo>
                  <a:pt x="1252007" y="126731"/>
                </a:moveTo>
                <a:lnTo>
                  <a:pt x="1275385" y="248413"/>
                </a:lnTo>
                <a:moveTo>
                  <a:pt x="1744877" y="1140762"/>
                </a:moveTo>
                <a:lnTo>
                  <a:pt x="1649022" y="1089092"/>
                </a:lnTo>
                <a:moveTo>
                  <a:pt x="1071550" y="685083"/>
                </a:moveTo>
                <a:lnTo>
                  <a:pt x="1056969" y="709010"/>
                </a:lnTo>
                <a:moveTo>
                  <a:pt x="1885647" y="1156523"/>
                </a:moveTo>
                <a:lnTo>
                  <a:pt x="1851617" y="1159223"/>
                </a:lnTo>
                <a:moveTo>
                  <a:pt x="1219712" y="1164299"/>
                </a:moveTo>
                <a:lnTo>
                  <a:pt x="1110715" y="1152723"/>
                </a:lnTo>
                <a:moveTo>
                  <a:pt x="1083026" y="710126"/>
                </a:moveTo>
                <a:lnTo>
                  <a:pt x="1056969" y="709010"/>
                </a:lnTo>
                <a:moveTo>
                  <a:pt x="1218129" y="387168"/>
                </a:moveTo>
                <a:lnTo>
                  <a:pt x="1186284" y="466186"/>
                </a:lnTo>
                <a:moveTo>
                  <a:pt x="1079682" y="1095641"/>
                </a:moveTo>
                <a:lnTo>
                  <a:pt x="1113688" y="1123059"/>
                </a:lnTo>
                <a:moveTo>
                  <a:pt x="1859722" y="648483"/>
                </a:moveTo>
                <a:lnTo>
                  <a:pt x="1824698" y="703435"/>
                </a:lnTo>
                <a:moveTo>
                  <a:pt x="1107206" y="832188"/>
                </a:moveTo>
                <a:lnTo>
                  <a:pt x="994815" y="834184"/>
                </a:lnTo>
                <a:moveTo>
                  <a:pt x="1824698" y="703435"/>
                </a:moveTo>
                <a:lnTo>
                  <a:pt x="1675732" y="768237"/>
                </a:lnTo>
                <a:moveTo>
                  <a:pt x="1079682" y="1095641"/>
                </a:moveTo>
                <a:lnTo>
                  <a:pt x="1053967" y="981735"/>
                </a:lnTo>
                <a:moveTo>
                  <a:pt x="1484605" y="336281"/>
                </a:moveTo>
                <a:lnTo>
                  <a:pt x="1398950" y="280713"/>
                </a:lnTo>
                <a:moveTo>
                  <a:pt x="1479605" y="75480"/>
                </a:moveTo>
                <a:lnTo>
                  <a:pt x="1343936" y="130010"/>
                </a:lnTo>
                <a:moveTo>
                  <a:pt x="1110715" y="1152723"/>
                </a:moveTo>
                <a:lnTo>
                  <a:pt x="1113688" y="1123059"/>
                </a:lnTo>
                <a:moveTo>
                  <a:pt x="1688573" y="389227"/>
                </a:moveTo>
                <a:lnTo>
                  <a:pt x="1555525" y="474696"/>
                </a:lnTo>
                <a:moveTo>
                  <a:pt x="1083026" y="710126"/>
                </a:moveTo>
                <a:lnTo>
                  <a:pt x="1071550" y="685083"/>
                </a:lnTo>
                <a:moveTo>
                  <a:pt x="1359175" y="1176895"/>
                </a:moveTo>
                <a:lnTo>
                  <a:pt x="1221583" y="1163012"/>
                </a:lnTo>
                <a:moveTo>
                  <a:pt x="1343936" y="130010"/>
                </a:moveTo>
                <a:lnTo>
                  <a:pt x="1252007" y="126731"/>
                </a:lnTo>
                <a:moveTo>
                  <a:pt x="1363709" y="1170212"/>
                </a:moveTo>
                <a:lnTo>
                  <a:pt x="1220596" y="1161600"/>
                </a:lnTo>
                <a:moveTo>
                  <a:pt x="1363709" y="1170212"/>
                </a:moveTo>
                <a:lnTo>
                  <a:pt x="1221583" y="1163012"/>
                </a:lnTo>
                <a:moveTo>
                  <a:pt x="751333" y="442064"/>
                </a:moveTo>
                <a:lnTo>
                  <a:pt x="760226" y="501433"/>
                </a:lnTo>
                <a:moveTo>
                  <a:pt x="751333" y="442064"/>
                </a:moveTo>
                <a:lnTo>
                  <a:pt x="760236" y="501561"/>
                </a:lnTo>
                <a:moveTo>
                  <a:pt x="1795964" y="1061760"/>
                </a:moveTo>
                <a:lnTo>
                  <a:pt x="1744877" y="1140762"/>
                </a:lnTo>
                <a:moveTo>
                  <a:pt x="869014" y="610730"/>
                </a:moveTo>
                <a:lnTo>
                  <a:pt x="760236" y="501561"/>
                </a:lnTo>
                <a:moveTo>
                  <a:pt x="869014" y="610730"/>
                </a:moveTo>
                <a:lnTo>
                  <a:pt x="838738" y="606018"/>
                </a:lnTo>
                <a:moveTo>
                  <a:pt x="1221583" y="1163012"/>
                </a:moveTo>
                <a:lnTo>
                  <a:pt x="1197968" y="1251153"/>
                </a:lnTo>
                <a:moveTo>
                  <a:pt x="757040" y="334192"/>
                </a:moveTo>
                <a:lnTo>
                  <a:pt x="759963" y="259229"/>
                </a:lnTo>
                <a:moveTo>
                  <a:pt x="1186284" y="466186"/>
                </a:moveTo>
                <a:lnTo>
                  <a:pt x="1194887" y="409899"/>
                </a:lnTo>
                <a:moveTo>
                  <a:pt x="1555525" y="474696"/>
                </a:moveTo>
                <a:lnTo>
                  <a:pt x="1449106" y="435167"/>
                </a:lnTo>
                <a:moveTo>
                  <a:pt x="1219712" y="1164299"/>
                </a:moveTo>
                <a:lnTo>
                  <a:pt x="1197968" y="1251153"/>
                </a:lnTo>
                <a:moveTo>
                  <a:pt x="1824698" y="703435"/>
                </a:moveTo>
                <a:lnTo>
                  <a:pt x="1736657" y="649709"/>
                </a:lnTo>
                <a:moveTo>
                  <a:pt x="1874613" y="328748"/>
                </a:moveTo>
                <a:lnTo>
                  <a:pt x="1734072" y="387042"/>
                </a:lnTo>
                <a:moveTo>
                  <a:pt x="1876771" y="976263"/>
                </a:moveTo>
                <a:lnTo>
                  <a:pt x="1846908" y="950942"/>
                </a:lnTo>
                <a:moveTo>
                  <a:pt x="1481222" y="912798"/>
                </a:moveTo>
                <a:lnTo>
                  <a:pt x="1336976" y="929379"/>
                </a:lnTo>
                <a:moveTo>
                  <a:pt x="1748838" y="30737"/>
                </a:moveTo>
                <a:lnTo>
                  <a:pt x="1649979" y="94383"/>
                </a:lnTo>
                <a:moveTo>
                  <a:pt x="1107206" y="832188"/>
                </a:moveTo>
                <a:lnTo>
                  <a:pt x="1054070" y="972899"/>
                </a:lnTo>
                <a:moveTo>
                  <a:pt x="1949377" y="623633"/>
                </a:moveTo>
                <a:lnTo>
                  <a:pt x="1912838" y="563883"/>
                </a:lnTo>
                <a:moveTo>
                  <a:pt x="1781679" y="808131"/>
                </a:moveTo>
                <a:lnTo>
                  <a:pt x="1675732" y="768237"/>
                </a:lnTo>
                <a:moveTo>
                  <a:pt x="1093903" y="373875"/>
                </a:moveTo>
                <a:lnTo>
                  <a:pt x="1027149" y="296495"/>
                </a:lnTo>
                <a:moveTo>
                  <a:pt x="1278728" y="255222"/>
                </a:moveTo>
                <a:lnTo>
                  <a:pt x="1275385" y="248413"/>
                </a:lnTo>
                <a:moveTo>
                  <a:pt x="1876771" y="976263"/>
                </a:moveTo>
                <a:lnTo>
                  <a:pt x="1818929" y="1015951"/>
                </a:lnTo>
                <a:moveTo>
                  <a:pt x="1011919" y="279883"/>
                </a:moveTo>
                <a:lnTo>
                  <a:pt x="1027149" y="296495"/>
                </a:lnTo>
                <a:moveTo>
                  <a:pt x="1738969" y="118595"/>
                </a:moveTo>
                <a:lnTo>
                  <a:pt x="1748838" y="30737"/>
                </a:lnTo>
                <a:moveTo>
                  <a:pt x="1359175" y="1176895"/>
                </a:moveTo>
                <a:lnTo>
                  <a:pt x="1287031" y="1304667"/>
                </a:lnTo>
                <a:moveTo>
                  <a:pt x="1359175" y="1176895"/>
                </a:moveTo>
                <a:lnTo>
                  <a:pt x="1286676" y="1304363"/>
                </a:lnTo>
                <a:moveTo>
                  <a:pt x="1071550" y="685083"/>
                </a:moveTo>
                <a:lnTo>
                  <a:pt x="975850" y="632937"/>
                </a:lnTo>
                <a:moveTo>
                  <a:pt x="1449106" y="435167"/>
                </a:moveTo>
                <a:lnTo>
                  <a:pt x="1390976" y="413874"/>
                </a:lnTo>
                <a:moveTo>
                  <a:pt x="1649022" y="1089092"/>
                </a:moveTo>
                <a:lnTo>
                  <a:pt x="1560252" y="1015804"/>
                </a:lnTo>
                <a:moveTo>
                  <a:pt x="1759434" y="31323"/>
                </a:moveTo>
                <a:lnTo>
                  <a:pt x="1738969" y="118595"/>
                </a:lnTo>
                <a:moveTo>
                  <a:pt x="1351479" y="377383"/>
                </a:moveTo>
                <a:lnTo>
                  <a:pt x="1278728" y="255222"/>
                </a:lnTo>
                <a:moveTo>
                  <a:pt x="1449106" y="435167"/>
                </a:moveTo>
                <a:lnTo>
                  <a:pt x="1351479" y="377383"/>
                </a:lnTo>
                <a:moveTo>
                  <a:pt x="1110715" y="1152723"/>
                </a:moveTo>
                <a:lnTo>
                  <a:pt x="1079682" y="1095641"/>
                </a:lnTo>
                <a:moveTo>
                  <a:pt x="1286676" y="1304363"/>
                </a:moveTo>
                <a:lnTo>
                  <a:pt x="1197968" y="1251153"/>
                </a:lnTo>
                <a:moveTo>
                  <a:pt x="1734072" y="387042"/>
                </a:moveTo>
                <a:lnTo>
                  <a:pt x="1688573" y="389227"/>
                </a:lnTo>
                <a:moveTo>
                  <a:pt x="1390976" y="413874"/>
                </a:moveTo>
                <a:lnTo>
                  <a:pt x="1341148" y="396828"/>
                </a:lnTo>
                <a:moveTo>
                  <a:pt x="1871948" y="860135"/>
                </a:moveTo>
                <a:lnTo>
                  <a:pt x="1759082" y="897050"/>
                </a:lnTo>
                <a:moveTo>
                  <a:pt x="1675732" y="768237"/>
                </a:moveTo>
                <a:lnTo>
                  <a:pt x="1652751" y="759322"/>
                </a:lnTo>
                <a:moveTo>
                  <a:pt x="1755165" y="623362"/>
                </a:moveTo>
                <a:lnTo>
                  <a:pt x="1824698" y="703435"/>
                </a:lnTo>
                <a:moveTo>
                  <a:pt x="1287964" y="244712"/>
                </a:moveTo>
                <a:lnTo>
                  <a:pt x="1275385" y="248413"/>
                </a:lnTo>
                <a:moveTo>
                  <a:pt x="1402335" y="916951"/>
                </a:moveTo>
                <a:lnTo>
                  <a:pt x="1325030" y="944091"/>
                </a:lnTo>
                <a:moveTo>
                  <a:pt x="1795964" y="1061760"/>
                </a:moveTo>
                <a:lnTo>
                  <a:pt x="1649022" y="1089092"/>
                </a:lnTo>
                <a:moveTo>
                  <a:pt x="1035621" y="1061628"/>
                </a:moveTo>
                <a:lnTo>
                  <a:pt x="1053967" y="981735"/>
                </a:lnTo>
                <a:moveTo>
                  <a:pt x="1287964" y="244712"/>
                </a:moveTo>
                <a:lnTo>
                  <a:pt x="1278728" y="255222"/>
                </a:lnTo>
                <a:moveTo>
                  <a:pt x="1351479" y="377383"/>
                </a:moveTo>
                <a:lnTo>
                  <a:pt x="1390976" y="413874"/>
                </a:lnTo>
                <a:moveTo>
                  <a:pt x="777297" y="550474"/>
                </a:moveTo>
                <a:lnTo>
                  <a:pt x="760236" y="501561"/>
                </a:lnTo>
                <a:moveTo>
                  <a:pt x="1398950" y="280713"/>
                </a:moveTo>
                <a:lnTo>
                  <a:pt x="1278728" y="255222"/>
                </a:lnTo>
                <a:moveTo>
                  <a:pt x="1449106" y="435167"/>
                </a:moveTo>
                <a:lnTo>
                  <a:pt x="1398950" y="280713"/>
                </a:lnTo>
                <a:moveTo>
                  <a:pt x="1093903" y="373875"/>
                </a:moveTo>
                <a:lnTo>
                  <a:pt x="1014703" y="283795"/>
                </a:lnTo>
                <a:moveTo>
                  <a:pt x="1351479" y="377383"/>
                </a:moveTo>
                <a:lnTo>
                  <a:pt x="1341148" y="396828"/>
                </a:lnTo>
                <a:moveTo>
                  <a:pt x="1446527" y="172496"/>
                </a:moveTo>
                <a:lnTo>
                  <a:pt x="1287964" y="244712"/>
                </a:lnTo>
                <a:moveTo>
                  <a:pt x="1446527" y="172496"/>
                </a:moveTo>
                <a:lnTo>
                  <a:pt x="1398950" y="280713"/>
                </a:lnTo>
                <a:moveTo>
                  <a:pt x="1083026" y="710126"/>
                </a:moveTo>
                <a:lnTo>
                  <a:pt x="1107206" y="832188"/>
                </a:lnTo>
                <a:moveTo>
                  <a:pt x="1874613" y="328748"/>
                </a:moveTo>
                <a:lnTo>
                  <a:pt x="1856333" y="414332"/>
                </a:lnTo>
                <a:moveTo>
                  <a:pt x="1343936" y="130010"/>
                </a:moveTo>
                <a:lnTo>
                  <a:pt x="1275385" y="248413"/>
                </a:lnTo>
                <a:moveTo>
                  <a:pt x="1014703" y="283795"/>
                </a:moveTo>
                <a:lnTo>
                  <a:pt x="1027149" y="296495"/>
                </a:lnTo>
                <a:moveTo>
                  <a:pt x="1652751" y="759322"/>
                </a:moveTo>
                <a:lnTo>
                  <a:pt x="1569080" y="728889"/>
                </a:lnTo>
                <a:moveTo>
                  <a:pt x="1014703" y="283795"/>
                </a:moveTo>
                <a:lnTo>
                  <a:pt x="1011919" y="279883"/>
                </a:lnTo>
                <a:moveTo>
                  <a:pt x="1011919" y="279883"/>
                </a:moveTo>
                <a:lnTo>
                  <a:pt x="922218" y="209436"/>
                </a:lnTo>
                <a:moveTo>
                  <a:pt x="1675732" y="768237"/>
                </a:moveTo>
                <a:lnTo>
                  <a:pt x="1584409" y="699092"/>
                </a:lnTo>
                <a:moveTo>
                  <a:pt x="1363709" y="1170212"/>
                </a:moveTo>
                <a:lnTo>
                  <a:pt x="1348378" y="1057273"/>
                </a:lnTo>
                <a:moveTo>
                  <a:pt x="1446527" y="172496"/>
                </a:moveTo>
                <a:lnTo>
                  <a:pt x="1343936" y="130010"/>
                </a:lnTo>
                <a:moveTo>
                  <a:pt x="1934155" y="475953"/>
                </a:moveTo>
                <a:lnTo>
                  <a:pt x="1912838" y="563883"/>
                </a:lnTo>
                <a:moveTo>
                  <a:pt x="1934155" y="475953"/>
                </a:moveTo>
                <a:lnTo>
                  <a:pt x="1856333" y="414332"/>
                </a:lnTo>
                <a:moveTo>
                  <a:pt x="1584409" y="699092"/>
                </a:moveTo>
                <a:lnTo>
                  <a:pt x="1652751" y="759322"/>
                </a:lnTo>
                <a:moveTo>
                  <a:pt x="1736657" y="649709"/>
                </a:moveTo>
                <a:lnTo>
                  <a:pt x="1675732" y="768237"/>
                </a:lnTo>
                <a:moveTo>
                  <a:pt x="1398950" y="280713"/>
                </a:moveTo>
                <a:lnTo>
                  <a:pt x="1351479" y="377383"/>
                </a:lnTo>
                <a:moveTo>
                  <a:pt x="1481222" y="912798"/>
                </a:moveTo>
                <a:lnTo>
                  <a:pt x="1521364" y="973463"/>
                </a:lnTo>
                <a:moveTo>
                  <a:pt x="1560252" y="1015804"/>
                </a:moveTo>
                <a:lnTo>
                  <a:pt x="1521364" y="973463"/>
                </a:lnTo>
                <a:moveTo>
                  <a:pt x="1688573" y="389227"/>
                </a:moveTo>
                <a:lnTo>
                  <a:pt x="1644991" y="479117"/>
                </a:lnTo>
                <a:moveTo>
                  <a:pt x="845425" y="99607"/>
                </a:moveTo>
                <a:lnTo>
                  <a:pt x="845450" y="99646"/>
                </a:lnTo>
                <a:moveTo>
                  <a:pt x="845498" y="99568"/>
                </a:moveTo>
                <a:lnTo>
                  <a:pt x="845425" y="99607"/>
                </a:lnTo>
                <a:moveTo>
                  <a:pt x="845498" y="99568"/>
                </a:moveTo>
                <a:lnTo>
                  <a:pt x="845450" y="99646"/>
                </a:lnTo>
                <a:moveTo>
                  <a:pt x="1398950" y="280713"/>
                </a:moveTo>
                <a:lnTo>
                  <a:pt x="1287964" y="244712"/>
                </a:lnTo>
                <a:moveTo>
                  <a:pt x="1634550" y="606850"/>
                </a:moveTo>
                <a:lnTo>
                  <a:pt x="1555525" y="474696"/>
                </a:lnTo>
                <a:moveTo>
                  <a:pt x="1219712" y="1164299"/>
                </a:moveTo>
                <a:lnTo>
                  <a:pt x="1105079" y="1201172"/>
                </a:lnTo>
                <a:moveTo>
                  <a:pt x="1584409" y="699092"/>
                </a:moveTo>
                <a:lnTo>
                  <a:pt x="1569080" y="728889"/>
                </a:lnTo>
                <a:moveTo>
                  <a:pt x="1402335" y="916951"/>
                </a:moveTo>
                <a:lnTo>
                  <a:pt x="1336976" y="929379"/>
                </a:lnTo>
                <a:moveTo>
                  <a:pt x="1644991" y="479117"/>
                </a:moveTo>
                <a:lnTo>
                  <a:pt x="1555525" y="474696"/>
                </a:lnTo>
                <a:moveTo>
                  <a:pt x="1341148" y="396828"/>
                </a:moveTo>
                <a:lnTo>
                  <a:pt x="1186284" y="466186"/>
                </a:lnTo>
                <a:moveTo>
                  <a:pt x="922218" y="209436"/>
                </a:moveTo>
                <a:lnTo>
                  <a:pt x="845450" y="99646"/>
                </a:lnTo>
                <a:moveTo>
                  <a:pt x="922218" y="209436"/>
                </a:moveTo>
                <a:lnTo>
                  <a:pt x="845498" y="99568"/>
                </a:lnTo>
                <a:moveTo>
                  <a:pt x="1652751" y="759322"/>
                </a:moveTo>
                <a:lnTo>
                  <a:pt x="1521548" y="837071"/>
                </a:lnTo>
                <a:moveTo>
                  <a:pt x="1846908" y="950942"/>
                </a:moveTo>
                <a:lnTo>
                  <a:pt x="1818929" y="1015951"/>
                </a:lnTo>
                <a:moveTo>
                  <a:pt x="1649979" y="94383"/>
                </a:moveTo>
                <a:lnTo>
                  <a:pt x="1611350" y="95443"/>
                </a:lnTo>
                <a:moveTo>
                  <a:pt x="1343936" y="130010"/>
                </a:moveTo>
                <a:lnTo>
                  <a:pt x="1287964" y="244712"/>
                </a:lnTo>
                <a:moveTo>
                  <a:pt x="1858630" y="1188814"/>
                </a:moveTo>
                <a:lnTo>
                  <a:pt x="1744877" y="1140762"/>
                </a:lnTo>
                <a:moveTo>
                  <a:pt x="1194887" y="409899"/>
                </a:moveTo>
                <a:lnTo>
                  <a:pt x="1096820" y="413560"/>
                </a:lnTo>
                <a:moveTo>
                  <a:pt x="1521548" y="837071"/>
                </a:moveTo>
                <a:lnTo>
                  <a:pt x="1481222" y="912798"/>
                </a:lnTo>
                <a:moveTo>
                  <a:pt x="1993566" y="1171384"/>
                </a:moveTo>
                <a:lnTo>
                  <a:pt x="1885647" y="1156523"/>
                </a:lnTo>
                <a:moveTo>
                  <a:pt x="1569080" y="728889"/>
                </a:moveTo>
                <a:lnTo>
                  <a:pt x="1521548" y="837071"/>
                </a:lnTo>
                <a:moveTo>
                  <a:pt x="1818929" y="1015951"/>
                </a:moveTo>
                <a:lnTo>
                  <a:pt x="1795964" y="1061760"/>
                </a:lnTo>
                <a:moveTo>
                  <a:pt x="1858630" y="1188814"/>
                </a:moveTo>
                <a:lnTo>
                  <a:pt x="1783479" y="1208491"/>
                </a:lnTo>
                <a:moveTo>
                  <a:pt x="1859722" y="648483"/>
                </a:moveTo>
                <a:lnTo>
                  <a:pt x="1755165" y="623362"/>
                </a:lnTo>
                <a:moveTo>
                  <a:pt x="1035621" y="1061628"/>
                </a:moveTo>
                <a:lnTo>
                  <a:pt x="1079682" y="1095641"/>
                </a:lnTo>
                <a:moveTo>
                  <a:pt x="1402335" y="916951"/>
                </a:moveTo>
                <a:lnTo>
                  <a:pt x="1348378" y="1057273"/>
                </a:lnTo>
                <a:moveTo>
                  <a:pt x="1675732" y="768237"/>
                </a:moveTo>
                <a:lnTo>
                  <a:pt x="1634550" y="606850"/>
                </a:lnTo>
                <a:moveTo>
                  <a:pt x="1624145" y="91846"/>
                </a:moveTo>
                <a:lnTo>
                  <a:pt x="1611350" y="95443"/>
                </a:lnTo>
                <a:moveTo>
                  <a:pt x="1611354" y="76045"/>
                </a:moveTo>
                <a:lnTo>
                  <a:pt x="1611350" y="95443"/>
                </a:lnTo>
                <a:moveTo>
                  <a:pt x="1582774" y="982974"/>
                </a:moveTo>
                <a:lnTo>
                  <a:pt x="1560252" y="1015804"/>
                </a:lnTo>
                <a:moveTo>
                  <a:pt x="1912838" y="563883"/>
                </a:moveTo>
                <a:lnTo>
                  <a:pt x="1859722" y="648483"/>
                </a:lnTo>
                <a:moveTo>
                  <a:pt x="1781679" y="808131"/>
                </a:moveTo>
                <a:lnTo>
                  <a:pt x="1645040" y="863410"/>
                </a:lnTo>
                <a:moveTo>
                  <a:pt x="1110715" y="1152723"/>
                </a:moveTo>
                <a:lnTo>
                  <a:pt x="1035621" y="1061628"/>
                </a:lnTo>
                <a:moveTo>
                  <a:pt x="1582774" y="982974"/>
                </a:moveTo>
                <a:lnTo>
                  <a:pt x="1521364" y="973463"/>
                </a:lnTo>
                <a:moveTo>
                  <a:pt x="1363709" y="1170212"/>
                </a:moveTo>
                <a:lnTo>
                  <a:pt x="1359175" y="1176895"/>
                </a:lnTo>
                <a:moveTo>
                  <a:pt x="1054589" y="917788"/>
                </a:moveTo>
                <a:lnTo>
                  <a:pt x="1054070" y="972899"/>
                </a:lnTo>
                <a:moveTo>
                  <a:pt x="1546811" y="709024"/>
                </a:moveTo>
                <a:lnTo>
                  <a:pt x="1569080" y="728889"/>
                </a:lnTo>
                <a:moveTo>
                  <a:pt x="1365340" y="1175907"/>
                </a:moveTo>
                <a:lnTo>
                  <a:pt x="1359175" y="1176895"/>
                </a:lnTo>
                <a:moveTo>
                  <a:pt x="1359175" y="1176895"/>
                </a:moveTo>
                <a:lnTo>
                  <a:pt x="1197968" y="1251153"/>
                </a:lnTo>
                <a:moveTo>
                  <a:pt x="1703231" y="1011658"/>
                </a:moveTo>
                <a:lnTo>
                  <a:pt x="1649022" y="1089092"/>
                </a:lnTo>
                <a:moveTo>
                  <a:pt x="1584409" y="699092"/>
                </a:moveTo>
                <a:lnTo>
                  <a:pt x="1546811" y="709024"/>
                </a:lnTo>
                <a:moveTo>
                  <a:pt x="1781679" y="808131"/>
                </a:moveTo>
                <a:lnTo>
                  <a:pt x="1759082" y="897050"/>
                </a:lnTo>
                <a:moveTo>
                  <a:pt x="1363709" y="1170212"/>
                </a:moveTo>
                <a:lnTo>
                  <a:pt x="1365340" y="1175907"/>
                </a:lnTo>
                <a:moveTo>
                  <a:pt x="1634550" y="606850"/>
                </a:moveTo>
                <a:lnTo>
                  <a:pt x="1584409" y="699092"/>
                </a:lnTo>
                <a:moveTo>
                  <a:pt x="1555525" y="474696"/>
                </a:moveTo>
                <a:lnTo>
                  <a:pt x="1536207" y="561083"/>
                </a:lnTo>
                <a:moveTo>
                  <a:pt x="1652751" y="759322"/>
                </a:moveTo>
                <a:lnTo>
                  <a:pt x="1635778" y="861845"/>
                </a:lnTo>
                <a:moveTo>
                  <a:pt x="1675732" y="768237"/>
                </a:moveTo>
                <a:lnTo>
                  <a:pt x="1645040" y="863410"/>
                </a:lnTo>
                <a:moveTo>
                  <a:pt x="1885647" y="1156523"/>
                </a:moveTo>
                <a:lnTo>
                  <a:pt x="1795964" y="1061760"/>
                </a:lnTo>
                <a:moveTo>
                  <a:pt x="1736657" y="649709"/>
                </a:moveTo>
                <a:lnTo>
                  <a:pt x="1634550" y="606850"/>
                </a:lnTo>
                <a:moveTo>
                  <a:pt x="757040" y="334192"/>
                </a:moveTo>
                <a:lnTo>
                  <a:pt x="751333" y="442064"/>
                </a:lnTo>
                <a:moveTo>
                  <a:pt x="1481222" y="912798"/>
                </a:moveTo>
                <a:lnTo>
                  <a:pt x="1402335" y="916951"/>
                </a:lnTo>
                <a:moveTo>
                  <a:pt x="1645040" y="863410"/>
                </a:moveTo>
                <a:lnTo>
                  <a:pt x="1652751" y="759322"/>
                </a:lnTo>
                <a:moveTo>
                  <a:pt x="1755165" y="623362"/>
                </a:moveTo>
                <a:lnTo>
                  <a:pt x="1736657" y="649709"/>
                </a:lnTo>
                <a:moveTo>
                  <a:pt x="1635778" y="861845"/>
                </a:moveTo>
                <a:lnTo>
                  <a:pt x="1481222" y="912798"/>
                </a:lnTo>
                <a:moveTo>
                  <a:pt x="1640152" y="873150"/>
                </a:moveTo>
                <a:lnTo>
                  <a:pt x="1481222" y="912798"/>
                </a:lnTo>
                <a:moveTo>
                  <a:pt x="975850" y="632937"/>
                </a:moveTo>
                <a:lnTo>
                  <a:pt x="869014" y="610730"/>
                </a:lnTo>
                <a:moveTo>
                  <a:pt x="1121099" y="635031"/>
                </a:moveTo>
                <a:lnTo>
                  <a:pt x="1071550" y="685083"/>
                </a:lnTo>
                <a:moveTo>
                  <a:pt x="1640152" y="873150"/>
                </a:moveTo>
                <a:lnTo>
                  <a:pt x="1521364" y="973463"/>
                </a:lnTo>
                <a:moveTo>
                  <a:pt x="1703231" y="1011658"/>
                </a:moveTo>
                <a:lnTo>
                  <a:pt x="1560252" y="1015804"/>
                </a:lnTo>
                <a:moveTo>
                  <a:pt x="975850" y="632937"/>
                </a:moveTo>
                <a:lnTo>
                  <a:pt x="875181" y="611446"/>
                </a:lnTo>
                <a:moveTo>
                  <a:pt x="1856333" y="414332"/>
                </a:moveTo>
                <a:lnTo>
                  <a:pt x="1734072" y="387042"/>
                </a:lnTo>
                <a:moveTo>
                  <a:pt x="1390976" y="413874"/>
                </a:moveTo>
                <a:lnTo>
                  <a:pt x="1314708" y="488716"/>
                </a:lnTo>
                <a:moveTo>
                  <a:pt x="1390976" y="413874"/>
                </a:moveTo>
                <a:lnTo>
                  <a:pt x="1316722" y="489202"/>
                </a:lnTo>
                <a:moveTo>
                  <a:pt x="1096820" y="413560"/>
                </a:moveTo>
                <a:lnTo>
                  <a:pt x="1093903" y="373875"/>
                </a:lnTo>
                <a:moveTo>
                  <a:pt x="1738969" y="118595"/>
                </a:moveTo>
                <a:lnTo>
                  <a:pt x="1649979" y="94383"/>
                </a:lnTo>
                <a:moveTo>
                  <a:pt x="1341148" y="396828"/>
                </a:moveTo>
                <a:lnTo>
                  <a:pt x="1314708" y="488716"/>
                </a:lnTo>
                <a:moveTo>
                  <a:pt x="1846908" y="950942"/>
                </a:moveTo>
                <a:lnTo>
                  <a:pt x="1714803" y="989517"/>
                </a:lnTo>
                <a:moveTo>
                  <a:pt x="1993566" y="1171384"/>
                </a:moveTo>
                <a:lnTo>
                  <a:pt x="1879598" y="1190352"/>
                </a:lnTo>
                <a:moveTo>
                  <a:pt x="1649979" y="94383"/>
                </a:moveTo>
                <a:lnTo>
                  <a:pt x="1624145" y="91846"/>
                </a:lnTo>
                <a:moveTo>
                  <a:pt x="795660" y="251444"/>
                </a:moveTo>
                <a:lnTo>
                  <a:pt x="759963" y="259229"/>
                </a:lnTo>
                <a:moveTo>
                  <a:pt x="1321955" y="1297607"/>
                </a:moveTo>
                <a:lnTo>
                  <a:pt x="1286676" y="1304363"/>
                </a:lnTo>
                <a:moveTo>
                  <a:pt x="1846908" y="950942"/>
                </a:moveTo>
                <a:lnTo>
                  <a:pt x="1759082" y="897050"/>
                </a:lnTo>
                <a:moveTo>
                  <a:pt x="1795964" y="1061760"/>
                </a:moveTo>
                <a:lnTo>
                  <a:pt x="1703231" y="1011658"/>
                </a:lnTo>
                <a:moveTo>
                  <a:pt x="1521548" y="837071"/>
                </a:moveTo>
                <a:lnTo>
                  <a:pt x="1402335" y="916951"/>
                </a:lnTo>
                <a:moveTo>
                  <a:pt x="1105079" y="1201172"/>
                </a:moveTo>
                <a:lnTo>
                  <a:pt x="1110715" y="1152723"/>
                </a:lnTo>
                <a:moveTo>
                  <a:pt x="1136825" y="680311"/>
                </a:moveTo>
                <a:lnTo>
                  <a:pt x="1071550" y="685083"/>
                </a:lnTo>
                <a:moveTo>
                  <a:pt x="1634550" y="606850"/>
                </a:moveTo>
                <a:lnTo>
                  <a:pt x="1546811" y="709024"/>
                </a:lnTo>
                <a:moveTo>
                  <a:pt x="1635778" y="861845"/>
                </a:moveTo>
                <a:lnTo>
                  <a:pt x="1521548" y="837071"/>
                </a:lnTo>
                <a:moveTo>
                  <a:pt x="1714803" y="989517"/>
                </a:moveTo>
                <a:lnTo>
                  <a:pt x="1795964" y="1061760"/>
                </a:lnTo>
                <a:moveTo>
                  <a:pt x="1664422" y="556096"/>
                </a:moveTo>
                <a:lnTo>
                  <a:pt x="1736657" y="649709"/>
                </a:lnTo>
                <a:moveTo>
                  <a:pt x="1644991" y="479117"/>
                </a:moveTo>
                <a:lnTo>
                  <a:pt x="1634550" y="606850"/>
                </a:lnTo>
                <a:moveTo>
                  <a:pt x="1136825" y="680311"/>
                </a:moveTo>
                <a:lnTo>
                  <a:pt x="1083026" y="710126"/>
                </a:lnTo>
                <a:moveTo>
                  <a:pt x="1555525" y="474696"/>
                </a:moveTo>
                <a:lnTo>
                  <a:pt x="1436303" y="516521"/>
                </a:lnTo>
                <a:moveTo>
                  <a:pt x="1569080" y="728889"/>
                </a:moveTo>
                <a:lnTo>
                  <a:pt x="1430174" y="785920"/>
                </a:lnTo>
                <a:moveTo>
                  <a:pt x="1011919" y="279883"/>
                </a:moveTo>
                <a:lnTo>
                  <a:pt x="932126" y="225848"/>
                </a:lnTo>
                <a:moveTo>
                  <a:pt x="1818929" y="1015951"/>
                </a:moveTo>
                <a:lnTo>
                  <a:pt x="1714803" y="989517"/>
                </a:lnTo>
                <a:moveTo>
                  <a:pt x="1858630" y="1188814"/>
                </a:moveTo>
                <a:lnTo>
                  <a:pt x="1795964" y="1061760"/>
                </a:lnTo>
                <a:moveTo>
                  <a:pt x="1399542" y="1026207"/>
                </a:moveTo>
                <a:lnTo>
                  <a:pt x="1348378" y="1057273"/>
                </a:lnTo>
                <a:moveTo>
                  <a:pt x="1624145" y="91846"/>
                </a:moveTo>
                <a:lnTo>
                  <a:pt x="1611354" y="76045"/>
                </a:lnTo>
                <a:moveTo>
                  <a:pt x="801809" y="300090"/>
                </a:moveTo>
                <a:lnTo>
                  <a:pt x="759963" y="259229"/>
                </a:lnTo>
                <a:moveTo>
                  <a:pt x="1716125" y="472369"/>
                </a:moveTo>
                <a:lnTo>
                  <a:pt x="1688573" y="389227"/>
                </a:lnTo>
                <a:moveTo>
                  <a:pt x="1640152" y="873150"/>
                </a:moveTo>
                <a:lnTo>
                  <a:pt x="1582774" y="982974"/>
                </a:lnTo>
                <a:moveTo>
                  <a:pt x="1449106" y="435167"/>
                </a:moveTo>
                <a:lnTo>
                  <a:pt x="1436303" y="516521"/>
                </a:lnTo>
                <a:moveTo>
                  <a:pt x="1096820" y="413560"/>
                </a:moveTo>
                <a:lnTo>
                  <a:pt x="1014703" y="283795"/>
                </a:lnTo>
                <a:moveTo>
                  <a:pt x="1314708" y="488716"/>
                </a:moveTo>
                <a:lnTo>
                  <a:pt x="1186284" y="466186"/>
                </a:lnTo>
                <a:moveTo>
                  <a:pt x="1703231" y="1011658"/>
                </a:moveTo>
                <a:lnTo>
                  <a:pt x="1582774" y="982974"/>
                </a:lnTo>
                <a:moveTo>
                  <a:pt x="1436303" y="516521"/>
                </a:moveTo>
                <a:lnTo>
                  <a:pt x="1390976" y="413874"/>
                </a:lnTo>
                <a:moveTo>
                  <a:pt x="1912838" y="563883"/>
                </a:moveTo>
                <a:lnTo>
                  <a:pt x="1856333" y="414332"/>
                </a:lnTo>
                <a:moveTo>
                  <a:pt x="932126" y="225848"/>
                </a:moveTo>
                <a:lnTo>
                  <a:pt x="845498" y="99568"/>
                </a:lnTo>
                <a:moveTo>
                  <a:pt x="1521548" y="837071"/>
                </a:moveTo>
                <a:lnTo>
                  <a:pt x="1430174" y="785920"/>
                </a:lnTo>
                <a:moveTo>
                  <a:pt x="1463410" y="724138"/>
                </a:moveTo>
                <a:lnTo>
                  <a:pt x="1569080" y="728889"/>
                </a:lnTo>
                <a:moveTo>
                  <a:pt x="1365340" y="1175907"/>
                </a:moveTo>
                <a:lnTo>
                  <a:pt x="1364271" y="1285981"/>
                </a:lnTo>
                <a:moveTo>
                  <a:pt x="1197968" y="1251153"/>
                </a:moveTo>
                <a:lnTo>
                  <a:pt x="1105079" y="1201172"/>
                </a:lnTo>
                <a:moveTo>
                  <a:pt x="1014703" y="283795"/>
                </a:moveTo>
                <a:lnTo>
                  <a:pt x="932126" y="225848"/>
                </a:lnTo>
                <a:moveTo>
                  <a:pt x="932126" y="225848"/>
                </a:moveTo>
                <a:lnTo>
                  <a:pt x="922218" y="209436"/>
                </a:lnTo>
                <a:moveTo>
                  <a:pt x="1022300" y="592343"/>
                </a:moveTo>
                <a:lnTo>
                  <a:pt x="1071550" y="685083"/>
                </a:lnTo>
                <a:moveTo>
                  <a:pt x="1664422" y="556096"/>
                </a:moveTo>
                <a:lnTo>
                  <a:pt x="1634550" y="606850"/>
                </a:lnTo>
                <a:moveTo>
                  <a:pt x="1664422" y="556096"/>
                </a:moveTo>
                <a:lnTo>
                  <a:pt x="1644991" y="479117"/>
                </a:lnTo>
                <a:moveTo>
                  <a:pt x="1186284" y="466186"/>
                </a:moveTo>
                <a:lnTo>
                  <a:pt x="1096820" y="413560"/>
                </a:lnTo>
                <a:moveTo>
                  <a:pt x="1755165" y="623362"/>
                </a:moveTo>
                <a:lnTo>
                  <a:pt x="1664422" y="556096"/>
                </a:lnTo>
                <a:moveTo>
                  <a:pt x="1521548" y="837071"/>
                </a:moveTo>
                <a:lnTo>
                  <a:pt x="1379539" y="896498"/>
                </a:lnTo>
                <a:moveTo>
                  <a:pt x="1853888" y="423279"/>
                </a:moveTo>
                <a:lnTo>
                  <a:pt x="1856333" y="414332"/>
                </a:lnTo>
                <a:moveTo>
                  <a:pt x="875181" y="611446"/>
                </a:moveTo>
                <a:lnTo>
                  <a:pt x="869014" y="610730"/>
                </a:lnTo>
                <a:moveTo>
                  <a:pt x="1640152" y="873150"/>
                </a:moveTo>
                <a:lnTo>
                  <a:pt x="1635778" y="861845"/>
                </a:lnTo>
                <a:moveTo>
                  <a:pt x="1634550" y="606850"/>
                </a:moveTo>
                <a:lnTo>
                  <a:pt x="1536207" y="561083"/>
                </a:lnTo>
                <a:moveTo>
                  <a:pt x="1107206" y="832188"/>
                </a:moveTo>
                <a:lnTo>
                  <a:pt x="1054589" y="917788"/>
                </a:lnTo>
                <a:moveTo>
                  <a:pt x="1645040" y="863410"/>
                </a:moveTo>
                <a:lnTo>
                  <a:pt x="1635778" y="861845"/>
                </a:lnTo>
                <a:moveTo>
                  <a:pt x="1885647" y="1156523"/>
                </a:moveTo>
                <a:lnTo>
                  <a:pt x="1858630" y="1188814"/>
                </a:lnTo>
                <a:moveTo>
                  <a:pt x="869952" y="611910"/>
                </a:moveTo>
                <a:lnTo>
                  <a:pt x="869014" y="610730"/>
                </a:lnTo>
                <a:moveTo>
                  <a:pt x="1645040" y="863410"/>
                </a:moveTo>
                <a:lnTo>
                  <a:pt x="1640152" y="873150"/>
                </a:lnTo>
                <a:moveTo>
                  <a:pt x="1105079" y="1201172"/>
                </a:moveTo>
                <a:lnTo>
                  <a:pt x="1035621" y="1061628"/>
                </a:lnTo>
                <a:moveTo>
                  <a:pt x="857758" y="603174"/>
                </a:moveTo>
                <a:lnTo>
                  <a:pt x="869014" y="610730"/>
                </a:lnTo>
                <a:moveTo>
                  <a:pt x="875181" y="611446"/>
                </a:moveTo>
                <a:lnTo>
                  <a:pt x="869952" y="611910"/>
                </a:lnTo>
                <a:moveTo>
                  <a:pt x="1640152" y="873150"/>
                </a:moveTo>
                <a:lnTo>
                  <a:pt x="1703231" y="1011658"/>
                </a:lnTo>
                <a:moveTo>
                  <a:pt x="1136825" y="680311"/>
                </a:moveTo>
                <a:lnTo>
                  <a:pt x="1107206" y="832188"/>
                </a:lnTo>
                <a:moveTo>
                  <a:pt x="1816429" y="537569"/>
                </a:moveTo>
                <a:lnTo>
                  <a:pt x="1859722" y="648483"/>
                </a:lnTo>
                <a:moveTo>
                  <a:pt x="1714803" y="989517"/>
                </a:moveTo>
                <a:lnTo>
                  <a:pt x="1640152" y="873150"/>
                </a:lnTo>
                <a:moveTo>
                  <a:pt x="869952" y="611910"/>
                </a:moveTo>
                <a:lnTo>
                  <a:pt x="857758" y="603174"/>
                </a:lnTo>
                <a:moveTo>
                  <a:pt x="1759082" y="897050"/>
                </a:moveTo>
                <a:lnTo>
                  <a:pt x="1640152" y="873150"/>
                </a:lnTo>
                <a:moveTo>
                  <a:pt x="801809" y="300090"/>
                </a:moveTo>
                <a:lnTo>
                  <a:pt x="757040" y="334192"/>
                </a:lnTo>
                <a:moveTo>
                  <a:pt x="1759082" y="897050"/>
                </a:moveTo>
                <a:lnTo>
                  <a:pt x="1645040" y="863410"/>
                </a:lnTo>
                <a:moveTo>
                  <a:pt x="1399542" y="1026207"/>
                </a:moveTo>
                <a:lnTo>
                  <a:pt x="1363709" y="1170212"/>
                </a:lnTo>
                <a:moveTo>
                  <a:pt x="1879598" y="1190352"/>
                </a:moveTo>
                <a:lnTo>
                  <a:pt x="1885647" y="1156523"/>
                </a:lnTo>
                <a:moveTo>
                  <a:pt x="1714803" y="989517"/>
                </a:moveTo>
                <a:lnTo>
                  <a:pt x="1703231" y="1011658"/>
                </a:lnTo>
                <a:moveTo>
                  <a:pt x="1546811" y="709024"/>
                </a:moveTo>
                <a:lnTo>
                  <a:pt x="1463410" y="724138"/>
                </a:lnTo>
                <a:moveTo>
                  <a:pt x="1321955" y="1297607"/>
                </a:moveTo>
                <a:lnTo>
                  <a:pt x="1197968" y="1251153"/>
                </a:lnTo>
                <a:moveTo>
                  <a:pt x="1759082" y="897050"/>
                </a:moveTo>
                <a:lnTo>
                  <a:pt x="1714803" y="989517"/>
                </a:lnTo>
                <a:moveTo>
                  <a:pt x="1186284" y="466186"/>
                </a:moveTo>
                <a:lnTo>
                  <a:pt x="1164352" y="554592"/>
                </a:lnTo>
                <a:moveTo>
                  <a:pt x="1734072" y="387042"/>
                </a:moveTo>
                <a:lnTo>
                  <a:pt x="1716125" y="472369"/>
                </a:lnTo>
                <a:moveTo>
                  <a:pt x="1022300" y="592343"/>
                </a:moveTo>
                <a:lnTo>
                  <a:pt x="975850" y="632937"/>
                </a:lnTo>
                <a:moveTo>
                  <a:pt x="1402335" y="916951"/>
                </a:moveTo>
                <a:lnTo>
                  <a:pt x="1379539" y="896498"/>
                </a:lnTo>
                <a:moveTo>
                  <a:pt x="777297" y="550474"/>
                </a:moveTo>
                <a:lnTo>
                  <a:pt x="751333" y="442064"/>
                </a:lnTo>
                <a:moveTo>
                  <a:pt x="777297" y="550474"/>
                </a:moveTo>
                <a:lnTo>
                  <a:pt x="869014" y="610730"/>
                </a:lnTo>
                <a:moveTo>
                  <a:pt x="1875689" y="533290"/>
                </a:moveTo>
                <a:lnTo>
                  <a:pt x="1912838" y="563883"/>
                </a:lnTo>
                <a:moveTo>
                  <a:pt x="1875689" y="533290"/>
                </a:moveTo>
                <a:lnTo>
                  <a:pt x="1856333" y="414332"/>
                </a:lnTo>
                <a:moveTo>
                  <a:pt x="1316722" y="489202"/>
                </a:moveTo>
                <a:lnTo>
                  <a:pt x="1314708" y="488716"/>
                </a:lnTo>
                <a:moveTo>
                  <a:pt x="1546811" y="709024"/>
                </a:moveTo>
                <a:lnTo>
                  <a:pt x="1495314" y="664135"/>
                </a:lnTo>
                <a:moveTo>
                  <a:pt x="1634550" y="606850"/>
                </a:moveTo>
                <a:lnTo>
                  <a:pt x="1495314" y="664135"/>
                </a:lnTo>
                <a:moveTo>
                  <a:pt x="1313860" y="492161"/>
                </a:moveTo>
                <a:lnTo>
                  <a:pt x="1314708" y="488716"/>
                </a:lnTo>
                <a:moveTo>
                  <a:pt x="1316722" y="489202"/>
                </a:moveTo>
                <a:lnTo>
                  <a:pt x="1313860" y="492161"/>
                </a:lnTo>
                <a:moveTo>
                  <a:pt x="857758" y="603174"/>
                </a:moveTo>
                <a:lnTo>
                  <a:pt x="777297" y="550474"/>
                </a:lnTo>
                <a:moveTo>
                  <a:pt x="1853888" y="423279"/>
                </a:moveTo>
                <a:lnTo>
                  <a:pt x="1875689" y="533290"/>
                </a:lnTo>
                <a:moveTo>
                  <a:pt x="1402335" y="916951"/>
                </a:moveTo>
                <a:lnTo>
                  <a:pt x="1399542" y="1026207"/>
                </a:lnTo>
                <a:moveTo>
                  <a:pt x="1716125" y="472369"/>
                </a:moveTo>
                <a:lnTo>
                  <a:pt x="1644991" y="479117"/>
                </a:lnTo>
                <a:moveTo>
                  <a:pt x="1879598" y="1190352"/>
                </a:moveTo>
                <a:lnTo>
                  <a:pt x="1858630" y="1188814"/>
                </a:lnTo>
                <a:moveTo>
                  <a:pt x="1430174" y="785920"/>
                </a:moveTo>
                <a:lnTo>
                  <a:pt x="1379539" y="896498"/>
                </a:lnTo>
                <a:moveTo>
                  <a:pt x="1411261" y="1126252"/>
                </a:moveTo>
                <a:lnTo>
                  <a:pt x="1363709" y="1170212"/>
                </a:lnTo>
                <a:moveTo>
                  <a:pt x="1856333" y="414332"/>
                </a:moveTo>
                <a:lnTo>
                  <a:pt x="1716125" y="472369"/>
                </a:lnTo>
                <a:moveTo>
                  <a:pt x="1463410" y="724138"/>
                </a:moveTo>
                <a:lnTo>
                  <a:pt x="1430174" y="785920"/>
                </a:lnTo>
                <a:moveTo>
                  <a:pt x="1139343" y="792089"/>
                </a:moveTo>
                <a:lnTo>
                  <a:pt x="1107206" y="832188"/>
                </a:lnTo>
                <a:moveTo>
                  <a:pt x="1415584" y="1144405"/>
                </a:moveTo>
                <a:lnTo>
                  <a:pt x="1363709" y="1170212"/>
                </a:lnTo>
                <a:moveTo>
                  <a:pt x="1415584" y="1144405"/>
                </a:moveTo>
                <a:lnTo>
                  <a:pt x="1365340" y="1175907"/>
                </a:lnTo>
                <a:moveTo>
                  <a:pt x="1816429" y="537569"/>
                </a:moveTo>
                <a:lnTo>
                  <a:pt x="1755165" y="623362"/>
                </a:lnTo>
                <a:moveTo>
                  <a:pt x="1853888" y="423279"/>
                </a:moveTo>
                <a:lnTo>
                  <a:pt x="1716125" y="472369"/>
                </a:lnTo>
                <a:moveTo>
                  <a:pt x="1436303" y="516521"/>
                </a:moveTo>
                <a:lnTo>
                  <a:pt x="1316722" y="489202"/>
                </a:lnTo>
                <a:moveTo>
                  <a:pt x="1536207" y="561083"/>
                </a:moveTo>
                <a:lnTo>
                  <a:pt x="1436303" y="516521"/>
                </a:lnTo>
                <a:moveTo>
                  <a:pt x="801809" y="300090"/>
                </a:moveTo>
                <a:lnTo>
                  <a:pt x="751333" y="442064"/>
                </a:lnTo>
                <a:moveTo>
                  <a:pt x="1816429" y="537569"/>
                </a:moveTo>
                <a:lnTo>
                  <a:pt x="1912838" y="563883"/>
                </a:lnTo>
                <a:moveTo>
                  <a:pt x="1716125" y="472369"/>
                </a:moveTo>
                <a:lnTo>
                  <a:pt x="1664422" y="556096"/>
                </a:lnTo>
                <a:moveTo>
                  <a:pt x="1536207" y="561083"/>
                </a:moveTo>
                <a:lnTo>
                  <a:pt x="1495314" y="664135"/>
                </a:lnTo>
                <a:moveTo>
                  <a:pt x="1014703" y="283795"/>
                </a:moveTo>
                <a:lnTo>
                  <a:pt x="1017599" y="353021"/>
                </a:lnTo>
                <a:moveTo>
                  <a:pt x="1364271" y="1285981"/>
                </a:moveTo>
                <a:lnTo>
                  <a:pt x="1321955" y="1297607"/>
                </a:lnTo>
                <a:moveTo>
                  <a:pt x="1314708" y="488716"/>
                </a:moveTo>
                <a:lnTo>
                  <a:pt x="1164352" y="554592"/>
                </a:lnTo>
                <a:moveTo>
                  <a:pt x="1022300" y="592343"/>
                </a:moveTo>
                <a:lnTo>
                  <a:pt x="875181" y="611446"/>
                </a:lnTo>
                <a:moveTo>
                  <a:pt x="1313860" y="492161"/>
                </a:moveTo>
                <a:lnTo>
                  <a:pt x="1164352" y="554592"/>
                </a:lnTo>
                <a:moveTo>
                  <a:pt x="1121099" y="635031"/>
                </a:moveTo>
                <a:lnTo>
                  <a:pt x="1136825" y="680311"/>
                </a:lnTo>
                <a:moveTo>
                  <a:pt x="1853888" y="423279"/>
                </a:moveTo>
                <a:lnTo>
                  <a:pt x="1775525" y="485734"/>
                </a:lnTo>
                <a:moveTo>
                  <a:pt x="1211291" y="1291117"/>
                </a:moveTo>
                <a:lnTo>
                  <a:pt x="1197968" y="1251153"/>
                </a:lnTo>
                <a:moveTo>
                  <a:pt x="1816429" y="537569"/>
                </a:moveTo>
                <a:lnTo>
                  <a:pt x="1664422" y="556096"/>
                </a:lnTo>
                <a:moveTo>
                  <a:pt x="1186284" y="466186"/>
                </a:moveTo>
                <a:lnTo>
                  <a:pt x="1076020" y="501091"/>
                </a:lnTo>
                <a:moveTo>
                  <a:pt x="1775525" y="485734"/>
                </a:moveTo>
                <a:lnTo>
                  <a:pt x="1664422" y="556096"/>
                </a:lnTo>
                <a:moveTo>
                  <a:pt x="1164352" y="554592"/>
                </a:moveTo>
                <a:lnTo>
                  <a:pt x="1121099" y="635031"/>
                </a:lnTo>
                <a:moveTo>
                  <a:pt x="1495314" y="664135"/>
                </a:moveTo>
                <a:lnTo>
                  <a:pt x="1463410" y="724138"/>
                </a:lnTo>
                <a:moveTo>
                  <a:pt x="1014703" y="283795"/>
                </a:moveTo>
                <a:lnTo>
                  <a:pt x="915489" y="310163"/>
                </a:lnTo>
                <a:moveTo>
                  <a:pt x="1121099" y="635031"/>
                </a:moveTo>
                <a:lnTo>
                  <a:pt x="1022300" y="592343"/>
                </a:lnTo>
                <a:moveTo>
                  <a:pt x="1389665" y="744996"/>
                </a:moveTo>
                <a:lnTo>
                  <a:pt x="1430174" y="785920"/>
                </a:lnTo>
                <a:moveTo>
                  <a:pt x="815630" y="417234"/>
                </a:moveTo>
                <a:lnTo>
                  <a:pt x="751333" y="442064"/>
                </a:lnTo>
                <a:moveTo>
                  <a:pt x="1415584" y="1144405"/>
                </a:moveTo>
                <a:lnTo>
                  <a:pt x="1364271" y="1285981"/>
                </a:lnTo>
                <a:moveTo>
                  <a:pt x="1313860" y="492161"/>
                </a:moveTo>
                <a:lnTo>
                  <a:pt x="1246714" y="566545"/>
                </a:lnTo>
                <a:moveTo>
                  <a:pt x="1875689" y="533290"/>
                </a:moveTo>
                <a:lnTo>
                  <a:pt x="1816429" y="537569"/>
                </a:lnTo>
                <a:moveTo>
                  <a:pt x="1845908" y="493848"/>
                </a:moveTo>
                <a:lnTo>
                  <a:pt x="1853888" y="423279"/>
                </a:lnTo>
                <a:moveTo>
                  <a:pt x="795660" y="251444"/>
                </a:moveTo>
                <a:lnTo>
                  <a:pt x="801809" y="300090"/>
                </a:lnTo>
                <a:moveTo>
                  <a:pt x="928809" y="581550"/>
                </a:moveTo>
                <a:lnTo>
                  <a:pt x="875181" y="611446"/>
                </a:lnTo>
                <a:moveTo>
                  <a:pt x="1246714" y="566545"/>
                </a:moveTo>
                <a:lnTo>
                  <a:pt x="1121099" y="635031"/>
                </a:lnTo>
                <a:moveTo>
                  <a:pt x="1164352" y="554592"/>
                </a:moveTo>
                <a:lnTo>
                  <a:pt x="1022300" y="592343"/>
                </a:lnTo>
                <a:moveTo>
                  <a:pt x="1463410" y="724138"/>
                </a:moveTo>
                <a:lnTo>
                  <a:pt x="1389665" y="744996"/>
                </a:lnTo>
                <a:moveTo>
                  <a:pt x="1139343" y="792089"/>
                </a:moveTo>
                <a:lnTo>
                  <a:pt x="1054589" y="917788"/>
                </a:lnTo>
                <a:moveTo>
                  <a:pt x="1411261" y="1126252"/>
                </a:moveTo>
                <a:lnTo>
                  <a:pt x="1399542" y="1026207"/>
                </a:lnTo>
                <a:moveTo>
                  <a:pt x="1211291" y="1291117"/>
                </a:moveTo>
                <a:lnTo>
                  <a:pt x="1105079" y="1201172"/>
                </a:lnTo>
                <a:moveTo>
                  <a:pt x="912328" y="583743"/>
                </a:moveTo>
                <a:lnTo>
                  <a:pt x="875181" y="611446"/>
                </a:lnTo>
                <a:moveTo>
                  <a:pt x="912328" y="583743"/>
                </a:moveTo>
                <a:lnTo>
                  <a:pt x="869952" y="611910"/>
                </a:lnTo>
                <a:moveTo>
                  <a:pt x="1775525" y="485734"/>
                </a:moveTo>
                <a:lnTo>
                  <a:pt x="1716125" y="472369"/>
                </a:lnTo>
                <a:moveTo>
                  <a:pt x="1246714" y="566545"/>
                </a:moveTo>
                <a:lnTo>
                  <a:pt x="1136825" y="680311"/>
                </a:lnTo>
                <a:moveTo>
                  <a:pt x="1316722" y="489202"/>
                </a:moveTo>
                <a:lnTo>
                  <a:pt x="1298488" y="572709"/>
                </a:lnTo>
                <a:moveTo>
                  <a:pt x="1136825" y="680311"/>
                </a:moveTo>
                <a:lnTo>
                  <a:pt x="1139343" y="792089"/>
                </a:lnTo>
                <a:moveTo>
                  <a:pt x="897942" y="566895"/>
                </a:moveTo>
                <a:lnTo>
                  <a:pt x="869952" y="611910"/>
                </a:lnTo>
                <a:moveTo>
                  <a:pt x="1096820" y="413560"/>
                </a:moveTo>
                <a:lnTo>
                  <a:pt x="1017599" y="353021"/>
                </a:lnTo>
                <a:moveTo>
                  <a:pt x="1298488" y="572709"/>
                </a:moveTo>
                <a:lnTo>
                  <a:pt x="1313860" y="492161"/>
                </a:lnTo>
                <a:moveTo>
                  <a:pt x="897942" y="566895"/>
                </a:moveTo>
                <a:lnTo>
                  <a:pt x="857758" y="603174"/>
                </a:lnTo>
                <a:moveTo>
                  <a:pt x="1495314" y="664135"/>
                </a:moveTo>
                <a:lnTo>
                  <a:pt x="1389665" y="744996"/>
                </a:lnTo>
                <a:moveTo>
                  <a:pt x="1096820" y="413560"/>
                </a:moveTo>
                <a:lnTo>
                  <a:pt x="1076020" y="501091"/>
                </a:lnTo>
                <a:moveTo>
                  <a:pt x="815630" y="417234"/>
                </a:moveTo>
                <a:lnTo>
                  <a:pt x="777297" y="550474"/>
                </a:lnTo>
                <a:moveTo>
                  <a:pt x="1246714" y="566545"/>
                </a:moveTo>
                <a:lnTo>
                  <a:pt x="1164352" y="554592"/>
                </a:lnTo>
                <a:moveTo>
                  <a:pt x="1816429" y="537569"/>
                </a:moveTo>
                <a:lnTo>
                  <a:pt x="1775525" y="485734"/>
                </a:lnTo>
                <a:moveTo>
                  <a:pt x="1845908" y="493848"/>
                </a:moveTo>
                <a:lnTo>
                  <a:pt x="1875689" y="533290"/>
                </a:lnTo>
                <a:moveTo>
                  <a:pt x="1536207" y="561083"/>
                </a:moveTo>
                <a:lnTo>
                  <a:pt x="1415105" y="604359"/>
                </a:lnTo>
                <a:moveTo>
                  <a:pt x="1116946" y="1234839"/>
                </a:moveTo>
                <a:lnTo>
                  <a:pt x="1105079" y="1201172"/>
                </a:lnTo>
                <a:moveTo>
                  <a:pt x="1321955" y="1297607"/>
                </a:moveTo>
                <a:lnTo>
                  <a:pt x="1211291" y="1291117"/>
                </a:lnTo>
                <a:moveTo>
                  <a:pt x="897942" y="566895"/>
                </a:moveTo>
                <a:lnTo>
                  <a:pt x="777297" y="550474"/>
                </a:lnTo>
                <a:moveTo>
                  <a:pt x="1436303" y="516521"/>
                </a:moveTo>
                <a:lnTo>
                  <a:pt x="1298488" y="572709"/>
                </a:lnTo>
                <a:moveTo>
                  <a:pt x="1390457" y="1243057"/>
                </a:moveTo>
                <a:lnTo>
                  <a:pt x="1364271" y="1285981"/>
                </a:lnTo>
                <a:moveTo>
                  <a:pt x="829141" y="493421"/>
                </a:moveTo>
                <a:lnTo>
                  <a:pt x="777297" y="550474"/>
                </a:lnTo>
                <a:moveTo>
                  <a:pt x="932126" y="225848"/>
                </a:moveTo>
                <a:lnTo>
                  <a:pt x="915489" y="310163"/>
                </a:lnTo>
                <a:moveTo>
                  <a:pt x="1164352" y="554592"/>
                </a:moveTo>
                <a:lnTo>
                  <a:pt x="1076020" y="501091"/>
                </a:lnTo>
                <a:moveTo>
                  <a:pt x="1411261" y="1126252"/>
                </a:moveTo>
                <a:lnTo>
                  <a:pt x="1415584" y="1144405"/>
                </a:lnTo>
                <a:moveTo>
                  <a:pt x="1322934" y="808610"/>
                </a:moveTo>
                <a:lnTo>
                  <a:pt x="1430174" y="785920"/>
                </a:lnTo>
                <a:moveTo>
                  <a:pt x="1430174" y="785920"/>
                </a:moveTo>
                <a:lnTo>
                  <a:pt x="1316669" y="823328"/>
                </a:lnTo>
                <a:moveTo>
                  <a:pt x="801809" y="300090"/>
                </a:moveTo>
                <a:lnTo>
                  <a:pt x="815630" y="417234"/>
                </a:lnTo>
                <a:moveTo>
                  <a:pt x="1436303" y="516521"/>
                </a:moveTo>
                <a:lnTo>
                  <a:pt x="1415105" y="604359"/>
                </a:lnTo>
                <a:moveTo>
                  <a:pt x="1370515" y="1250573"/>
                </a:moveTo>
                <a:lnTo>
                  <a:pt x="1364271" y="1285981"/>
                </a:lnTo>
                <a:moveTo>
                  <a:pt x="1389969" y="966304"/>
                </a:moveTo>
                <a:lnTo>
                  <a:pt x="1402335" y="916951"/>
                </a:lnTo>
                <a:moveTo>
                  <a:pt x="915489" y="310163"/>
                </a:moveTo>
                <a:lnTo>
                  <a:pt x="795660" y="251444"/>
                </a:lnTo>
                <a:moveTo>
                  <a:pt x="1076020" y="501091"/>
                </a:moveTo>
                <a:lnTo>
                  <a:pt x="1022300" y="592343"/>
                </a:lnTo>
                <a:moveTo>
                  <a:pt x="1495314" y="664135"/>
                </a:moveTo>
                <a:lnTo>
                  <a:pt x="1415105" y="604359"/>
                </a:lnTo>
                <a:moveTo>
                  <a:pt x="1845908" y="493848"/>
                </a:moveTo>
                <a:lnTo>
                  <a:pt x="1816429" y="537569"/>
                </a:lnTo>
                <a:moveTo>
                  <a:pt x="1379539" y="896498"/>
                </a:moveTo>
                <a:lnTo>
                  <a:pt x="1316669" y="823328"/>
                </a:lnTo>
                <a:moveTo>
                  <a:pt x="1845908" y="493848"/>
                </a:moveTo>
                <a:lnTo>
                  <a:pt x="1775525" y="485734"/>
                </a:lnTo>
                <a:moveTo>
                  <a:pt x="1495314" y="664135"/>
                </a:moveTo>
                <a:lnTo>
                  <a:pt x="1362414" y="716527"/>
                </a:lnTo>
                <a:moveTo>
                  <a:pt x="1022300" y="592343"/>
                </a:moveTo>
                <a:lnTo>
                  <a:pt x="928809" y="581550"/>
                </a:lnTo>
                <a:moveTo>
                  <a:pt x="1231754" y="670024"/>
                </a:moveTo>
                <a:lnTo>
                  <a:pt x="1136825" y="680311"/>
                </a:lnTo>
                <a:moveTo>
                  <a:pt x="1074014" y="871653"/>
                </a:moveTo>
                <a:lnTo>
                  <a:pt x="1054589" y="917788"/>
                </a:lnTo>
                <a:moveTo>
                  <a:pt x="915489" y="310163"/>
                </a:moveTo>
                <a:lnTo>
                  <a:pt x="801809" y="300090"/>
                </a:lnTo>
                <a:moveTo>
                  <a:pt x="1298488" y="572709"/>
                </a:moveTo>
                <a:lnTo>
                  <a:pt x="1246714" y="566545"/>
                </a:lnTo>
                <a:moveTo>
                  <a:pt x="1370515" y="1250573"/>
                </a:moveTo>
                <a:lnTo>
                  <a:pt x="1321955" y="1297607"/>
                </a:lnTo>
                <a:moveTo>
                  <a:pt x="1386461" y="958916"/>
                </a:moveTo>
                <a:lnTo>
                  <a:pt x="1379539" y="896498"/>
                </a:lnTo>
                <a:moveTo>
                  <a:pt x="1389969" y="966304"/>
                </a:moveTo>
                <a:lnTo>
                  <a:pt x="1379539" y="896498"/>
                </a:lnTo>
                <a:moveTo>
                  <a:pt x="1389665" y="744996"/>
                </a:moveTo>
                <a:lnTo>
                  <a:pt x="1362414" y="716527"/>
                </a:lnTo>
                <a:moveTo>
                  <a:pt x="1076020" y="501091"/>
                </a:moveTo>
                <a:lnTo>
                  <a:pt x="1017599" y="353021"/>
                </a:lnTo>
                <a:moveTo>
                  <a:pt x="1389969" y="966304"/>
                </a:moveTo>
                <a:lnTo>
                  <a:pt x="1399542" y="1026207"/>
                </a:lnTo>
                <a:moveTo>
                  <a:pt x="873804" y="413829"/>
                </a:moveTo>
                <a:lnTo>
                  <a:pt x="801809" y="300090"/>
                </a:lnTo>
                <a:moveTo>
                  <a:pt x="1415584" y="1144405"/>
                </a:moveTo>
                <a:lnTo>
                  <a:pt x="1390457" y="1243057"/>
                </a:lnTo>
                <a:moveTo>
                  <a:pt x="1246714" y="566545"/>
                </a:moveTo>
                <a:lnTo>
                  <a:pt x="1231754" y="670024"/>
                </a:lnTo>
                <a:moveTo>
                  <a:pt x="1231754" y="670024"/>
                </a:moveTo>
                <a:lnTo>
                  <a:pt x="1139343" y="792089"/>
                </a:lnTo>
                <a:moveTo>
                  <a:pt x="1389665" y="744996"/>
                </a:moveTo>
                <a:lnTo>
                  <a:pt x="1322934" y="808610"/>
                </a:lnTo>
                <a:moveTo>
                  <a:pt x="1017599" y="353021"/>
                </a:moveTo>
                <a:lnTo>
                  <a:pt x="915489" y="310163"/>
                </a:lnTo>
                <a:moveTo>
                  <a:pt x="1014021" y="456068"/>
                </a:moveTo>
                <a:lnTo>
                  <a:pt x="1022300" y="592343"/>
                </a:lnTo>
                <a:moveTo>
                  <a:pt x="829141" y="493421"/>
                </a:moveTo>
                <a:lnTo>
                  <a:pt x="815630" y="417234"/>
                </a:lnTo>
                <a:moveTo>
                  <a:pt x="928809" y="581550"/>
                </a:moveTo>
                <a:lnTo>
                  <a:pt x="912328" y="583743"/>
                </a:lnTo>
                <a:moveTo>
                  <a:pt x="1211291" y="1291117"/>
                </a:moveTo>
                <a:lnTo>
                  <a:pt x="1116946" y="1234839"/>
                </a:lnTo>
                <a:moveTo>
                  <a:pt x="1415105" y="604359"/>
                </a:moveTo>
                <a:lnTo>
                  <a:pt x="1298488" y="572709"/>
                </a:lnTo>
                <a:moveTo>
                  <a:pt x="1260913" y="673199"/>
                </a:moveTo>
                <a:lnTo>
                  <a:pt x="1246714" y="566545"/>
                </a:lnTo>
                <a:moveTo>
                  <a:pt x="1139343" y="792089"/>
                </a:moveTo>
                <a:lnTo>
                  <a:pt x="1074014" y="871653"/>
                </a:lnTo>
                <a:moveTo>
                  <a:pt x="912328" y="583743"/>
                </a:moveTo>
                <a:lnTo>
                  <a:pt x="897942" y="566895"/>
                </a:lnTo>
                <a:moveTo>
                  <a:pt x="829141" y="493421"/>
                </a:moveTo>
                <a:lnTo>
                  <a:pt x="897942" y="566895"/>
                </a:lnTo>
                <a:moveTo>
                  <a:pt x="928809" y="581550"/>
                </a:moveTo>
                <a:lnTo>
                  <a:pt x="924890" y="567565"/>
                </a:lnTo>
                <a:moveTo>
                  <a:pt x="1389969" y="966304"/>
                </a:moveTo>
                <a:lnTo>
                  <a:pt x="1411261" y="1126252"/>
                </a:lnTo>
                <a:moveTo>
                  <a:pt x="1415105" y="604359"/>
                </a:moveTo>
                <a:lnTo>
                  <a:pt x="1362414" y="716527"/>
                </a:lnTo>
                <a:moveTo>
                  <a:pt x="1001964" y="411387"/>
                </a:moveTo>
                <a:lnTo>
                  <a:pt x="1017599" y="353021"/>
                </a:lnTo>
                <a:moveTo>
                  <a:pt x="1215514" y="779733"/>
                </a:moveTo>
                <a:lnTo>
                  <a:pt x="1139343" y="792089"/>
                </a:lnTo>
                <a:moveTo>
                  <a:pt x="1017599" y="353021"/>
                </a:moveTo>
                <a:lnTo>
                  <a:pt x="873804" y="413829"/>
                </a:lnTo>
                <a:moveTo>
                  <a:pt x="873804" y="413829"/>
                </a:moveTo>
                <a:lnTo>
                  <a:pt x="815630" y="417234"/>
                </a:lnTo>
                <a:moveTo>
                  <a:pt x="1298488" y="572709"/>
                </a:moveTo>
                <a:lnTo>
                  <a:pt x="1260913" y="673199"/>
                </a:lnTo>
                <a:moveTo>
                  <a:pt x="924890" y="567565"/>
                </a:moveTo>
                <a:lnTo>
                  <a:pt x="912328" y="583743"/>
                </a:lnTo>
                <a:moveTo>
                  <a:pt x="924890" y="567565"/>
                </a:moveTo>
                <a:lnTo>
                  <a:pt x="897942" y="566895"/>
                </a:lnTo>
                <a:moveTo>
                  <a:pt x="1014021" y="456068"/>
                </a:moveTo>
                <a:lnTo>
                  <a:pt x="1017599" y="353021"/>
                </a:lnTo>
                <a:moveTo>
                  <a:pt x="1014021" y="456068"/>
                </a:moveTo>
                <a:lnTo>
                  <a:pt x="1076020" y="501091"/>
                </a:lnTo>
                <a:moveTo>
                  <a:pt x="1362414" y="716527"/>
                </a:moveTo>
                <a:lnTo>
                  <a:pt x="1322934" y="808610"/>
                </a:lnTo>
                <a:moveTo>
                  <a:pt x="1453660" y="1098018"/>
                </a:moveTo>
                <a:lnTo>
                  <a:pt x="1411261" y="1126252"/>
                </a:lnTo>
                <a:moveTo>
                  <a:pt x="1462608" y="1111373"/>
                </a:moveTo>
                <a:lnTo>
                  <a:pt x="1411261" y="1126252"/>
                </a:lnTo>
                <a:moveTo>
                  <a:pt x="1248704" y="1278097"/>
                </a:moveTo>
                <a:lnTo>
                  <a:pt x="1321955" y="1297607"/>
                </a:lnTo>
                <a:moveTo>
                  <a:pt x="1014021" y="456068"/>
                </a:moveTo>
                <a:lnTo>
                  <a:pt x="928809" y="581550"/>
                </a:lnTo>
                <a:moveTo>
                  <a:pt x="1415105" y="604359"/>
                </a:moveTo>
                <a:lnTo>
                  <a:pt x="1260913" y="673199"/>
                </a:lnTo>
                <a:moveTo>
                  <a:pt x="1462608" y="1111373"/>
                </a:moveTo>
                <a:lnTo>
                  <a:pt x="1415584" y="1144405"/>
                </a:lnTo>
                <a:moveTo>
                  <a:pt x="1362414" y="716527"/>
                </a:moveTo>
                <a:lnTo>
                  <a:pt x="1260913" y="673199"/>
                </a:lnTo>
                <a:moveTo>
                  <a:pt x="915489" y="310163"/>
                </a:moveTo>
                <a:lnTo>
                  <a:pt x="873804" y="413829"/>
                </a:lnTo>
                <a:moveTo>
                  <a:pt x="873804" y="413829"/>
                </a:moveTo>
                <a:lnTo>
                  <a:pt x="829141" y="493421"/>
                </a:lnTo>
                <a:moveTo>
                  <a:pt x="1260913" y="673199"/>
                </a:moveTo>
                <a:lnTo>
                  <a:pt x="1231754" y="670024"/>
                </a:lnTo>
                <a:moveTo>
                  <a:pt x="1390457" y="1243057"/>
                </a:moveTo>
                <a:lnTo>
                  <a:pt x="1370515" y="1250573"/>
                </a:lnTo>
                <a:moveTo>
                  <a:pt x="1210469" y="807618"/>
                </a:moveTo>
                <a:lnTo>
                  <a:pt x="1139343" y="792089"/>
                </a:lnTo>
                <a:moveTo>
                  <a:pt x="1322934" y="808610"/>
                </a:moveTo>
                <a:lnTo>
                  <a:pt x="1316669" y="823328"/>
                </a:lnTo>
                <a:moveTo>
                  <a:pt x="1362414" y="716527"/>
                </a:moveTo>
                <a:lnTo>
                  <a:pt x="1232080" y="741680"/>
                </a:lnTo>
                <a:moveTo>
                  <a:pt x="980729" y="476174"/>
                </a:moveTo>
                <a:lnTo>
                  <a:pt x="928809" y="581550"/>
                </a:lnTo>
                <a:moveTo>
                  <a:pt x="1232080" y="741680"/>
                </a:moveTo>
                <a:lnTo>
                  <a:pt x="1231754" y="670024"/>
                </a:lnTo>
                <a:moveTo>
                  <a:pt x="1316320" y="828790"/>
                </a:moveTo>
                <a:lnTo>
                  <a:pt x="1316669" y="823328"/>
                </a:lnTo>
                <a:moveTo>
                  <a:pt x="969917" y="435128"/>
                </a:moveTo>
                <a:lnTo>
                  <a:pt x="829141" y="493421"/>
                </a:lnTo>
                <a:moveTo>
                  <a:pt x="1231754" y="670024"/>
                </a:moveTo>
                <a:lnTo>
                  <a:pt x="1215514" y="779733"/>
                </a:lnTo>
                <a:moveTo>
                  <a:pt x="1001964" y="411387"/>
                </a:moveTo>
                <a:lnTo>
                  <a:pt x="873804" y="413829"/>
                </a:lnTo>
                <a:moveTo>
                  <a:pt x="1322934" y="808610"/>
                </a:moveTo>
                <a:lnTo>
                  <a:pt x="1232080" y="741680"/>
                </a:lnTo>
                <a:moveTo>
                  <a:pt x="980729" y="476174"/>
                </a:moveTo>
                <a:lnTo>
                  <a:pt x="897942" y="566895"/>
                </a:lnTo>
                <a:moveTo>
                  <a:pt x="1232080" y="741680"/>
                </a:moveTo>
                <a:lnTo>
                  <a:pt x="1316669" y="823328"/>
                </a:lnTo>
                <a:moveTo>
                  <a:pt x="1001964" y="411387"/>
                </a:moveTo>
                <a:lnTo>
                  <a:pt x="1014021" y="456068"/>
                </a:lnTo>
                <a:moveTo>
                  <a:pt x="1260913" y="673199"/>
                </a:moveTo>
                <a:lnTo>
                  <a:pt x="1232080" y="741680"/>
                </a:lnTo>
                <a:moveTo>
                  <a:pt x="980729" y="476174"/>
                </a:moveTo>
                <a:lnTo>
                  <a:pt x="829141" y="493421"/>
                </a:lnTo>
                <a:moveTo>
                  <a:pt x="1316669" y="823328"/>
                </a:moveTo>
                <a:lnTo>
                  <a:pt x="1215514" y="779733"/>
                </a:lnTo>
                <a:moveTo>
                  <a:pt x="1386461" y="958916"/>
                </a:moveTo>
                <a:lnTo>
                  <a:pt x="1316669" y="823328"/>
                </a:lnTo>
                <a:moveTo>
                  <a:pt x="1316320" y="828790"/>
                </a:moveTo>
                <a:lnTo>
                  <a:pt x="1215514" y="779733"/>
                </a:lnTo>
                <a:moveTo>
                  <a:pt x="1386461" y="958916"/>
                </a:moveTo>
                <a:lnTo>
                  <a:pt x="1316320" y="828790"/>
                </a:lnTo>
                <a:moveTo>
                  <a:pt x="980729" y="476174"/>
                </a:moveTo>
                <a:lnTo>
                  <a:pt x="924890" y="567565"/>
                </a:lnTo>
                <a:moveTo>
                  <a:pt x="1248704" y="1278097"/>
                </a:moveTo>
                <a:lnTo>
                  <a:pt x="1211291" y="1291117"/>
                </a:lnTo>
                <a:moveTo>
                  <a:pt x="1001964" y="411387"/>
                </a:moveTo>
                <a:lnTo>
                  <a:pt x="969917" y="435128"/>
                </a:lnTo>
                <a:moveTo>
                  <a:pt x="1462608" y="1111373"/>
                </a:moveTo>
                <a:lnTo>
                  <a:pt x="1390457" y="1243057"/>
                </a:lnTo>
                <a:moveTo>
                  <a:pt x="1172307" y="862963"/>
                </a:moveTo>
                <a:lnTo>
                  <a:pt x="1139343" y="792089"/>
                </a:lnTo>
                <a:moveTo>
                  <a:pt x="969917" y="435128"/>
                </a:moveTo>
                <a:lnTo>
                  <a:pt x="873804" y="413829"/>
                </a:lnTo>
                <a:moveTo>
                  <a:pt x="1232080" y="741680"/>
                </a:moveTo>
                <a:lnTo>
                  <a:pt x="1215514" y="779733"/>
                </a:lnTo>
                <a:moveTo>
                  <a:pt x="996165" y="441041"/>
                </a:moveTo>
                <a:lnTo>
                  <a:pt x="1001964" y="411387"/>
                </a:lnTo>
                <a:moveTo>
                  <a:pt x="1205906" y="257827"/>
                </a:moveTo>
                <a:lnTo>
                  <a:pt x="1101296" y="216901"/>
                </a:lnTo>
                <a:moveTo>
                  <a:pt x="1386461" y="958916"/>
                </a:moveTo>
                <a:lnTo>
                  <a:pt x="1389969" y="966304"/>
                </a:lnTo>
                <a:moveTo>
                  <a:pt x="996165" y="441041"/>
                </a:moveTo>
                <a:lnTo>
                  <a:pt x="1014021" y="456068"/>
                </a:lnTo>
                <a:moveTo>
                  <a:pt x="1386754" y="962388"/>
                </a:moveTo>
                <a:lnTo>
                  <a:pt x="1386461" y="958916"/>
                </a:lnTo>
                <a:moveTo>
                  <a:pt x="1386754" y="962388"/>
                </a:moveTo>
                <a:lnTo>
                  <a:pt x="1389969" y="966304"/>
                </a:lnTo>
                <a:moveTo>
                  <a:pt x="1014021" y="456068"/>
                </a:moveTo>
                <a:lnTo>
                  <a:pt x="980729" y="476174"/>
                </a:lnTo>
                <a:moveTo>
                  <a:pt x="1390457" y="1243057"/>
                </a:moveTo>
                <a:lnTo>
                  <a:pt x="1404650" y="1213227"/>
                </a:lnTo>
                <a:moveTo>
                  <a:pt x="1155397" y="1218650"/>
                </a:moveTo>
                <a:lnTo>
                  <a:pt x="1211291" y="1291117"/>
                </a:lnTo>
                <a:moveTo>
                  <a:pt x="1316320" y="828790"/>
                </a:moveTo>
                <a:lnTo>
                  <a:pt x="1210469" y="807618"/>
                </a:lnTo>
                <a:moveTo>
                  <a:pt x="996165" y="441041"/>
                </a:moveTo>
                <a:lnTo>
                  <a:pt x="969917" y="435128"/>
                </a:lnTo>
                <a:moveTo>
                  <a:pt x="1434934" y="1155153"/>
                </a:moveTo>
                <a:lnTo>
                  <a:pt x="1390457" y="1243057"/>
                </a:lnTo>
                <a:moveTo>
                  <a:pt x="1453660" y="1098018"/>
                </a:moveTo>
                <a:lnTo>
                  <a:pt x="1389969" y="966304"/>
                </a:lnTo>
                <a:moveTo>
                  <a:pt x="1404650" y="1213227"/>
                </a:moveTo>
                <a:lnTo>
                  <a:pt x="1370515" y="1250573"/>
                </a:lnTo>
                <a:moveTo>
                  <a:pt x="1074014" y="871653"/>
                </a:moveTo>
                <a:lnTo>
                  <a:pt x="1024357" y="958659"/>
                </a:lnTo>
                <a:moveTo>
                  <a:pt x="980729" y="476174"/>
                </a:moveTo>
                <a:lnTo>
                  <a:pt x="969917" y="435128"/>
                </a:lnTo>
                <a:moveTo>
                  <a:pt x="1453660" y="1098018"/>
                </a:moveTo>
                <a:lnTo>
                  <a:pt x="1386754" y="962388"/>
                </a:lnTo>
                <a:moveTo>
                  <a:pt x="996165" y="441041"/>
                </a:moveTo>
                <a:lnTo>
                  <a:pt x="980729" y="476174"/>
                </a:lnTo>
                <a:moveTo>
                  <a:pt x="1210469" y="807618"/>
                </a:moveTo>
                <a:lnTo>
                  <a:pt x="1215514" y="779733"/>
                </a:lnTo>
                <a:moveTo>
                  <a:pt x="1370515" y="1250573"/>
                </a:moveTo>
                <a:lnTo>
                  <a:pt x="1248704" y="1278097"/>
                </a:lnTo>
                <a:moveTo>
                  <a:pt x="1643504" y="964050"/>
                </a:moveTo>
                <a:lnTo>
                  <a:pt x="1613955" y="1030349"/>
                </a:lnTo>
                <a:moveTo>
                  <a:pt x="1155397" y="1218650"/>
                </a:moveTo>
                <a:lnTo>
                  <a:pt x="1116946" y="1234839"/>
                </a:lnTo>
                <a:moveTo>
                  <a:pt x="1462608" y="1111373"/>
                </a:moveTo>
                <a:lnTo>
                  <a:pt x="1453660" y="1098018"/>
                </a:lnTo>
                <a:moveTo>
                  <a:pt x="1613955" y="1030349"/>
                </a:moveTo>
                <a:lnTo>
                  <a:pt x="1462608" y="1111373"/>
                </a:lnTo>
                <a:moveTo>
                  <a:pt x="1172307" y="862963"/>
                </a:moveTo>
                <a:lnTo>
                  <a:pt x="1074014" y="871653"/>
                </a:lnTo>
                <a:moveTo>
                  <a:pt x="1303104" y="905270"/>
                </a:moveTo>
                <a:lnTo>
                  <a:pt x="1316320" y="828790"/>
                </a:lnTo>
                <a:moveTo>
                  <a:pt x="1566782" y="1138254"/>
                </a:moveTo>
                <a:lnTo>
                  <a:pt x="1462608" y="1111373"/>
                </a:lnTo>
                <a:moveTo>
                  <a:pt x="1613955" y="1030349"/>
                </a:moveTo>
                <a:lnTo>
                  <a:pt x="1566782" y="1138254"/>
                </a:lnTo>
                <a:moveTo>
                  <a:pt x="1316320" y="828790"/>
                </a:moveTo>
                <a:lnTo>
                  <a:pt x="1195057" y="866999"/>
                </a:lnTo>
                <a:moveTo>
                  <a:pt x="1386461" y="958916"/>
                </a:moveTo>
                <a:lnTo>
                  <a:pt x="1303104" y="905270"/>
                </a:lnTo>
                <a:moveTo>
                  <a:pt x="1462608" y="1111373"/>
                </a:moveTo>
                <a:lnTo>
                  <a:pt x="1434934" y="1155153"/>
                </a:lnTo>
                <a:moveTo>
                  <a:pt x="1643504" y="964050"/>
                </a:moveTo>
                <a:lnTo>
                  <a:pt x="1572949" y="997822"/>
                </a:lnTo>
                <a:moveTo>
                  <a:pt x="1386754" y="962388"/>
                </a:moveTo>
                <a:lnTo>
                  <a:pt x="1303104" y="905270"/>
                </a:lnTo>
                <a:moveTo>
                  <a:pt x="1572949" y="997822"/>
                </a:moveTo>
                <a:lnTo>
                  <a:pt x="1613955" y="1030349"/>
                </a:lnTo>
                <a:moveTo>
                  <a:pt x="1566782" y="1138254"/>
                </a:moveTo>
                <a:lnTo>
                  <a:pt x="1434934" y="1155153"/>
                </a:lnTo>
                <a:moveTo>
                  <a:pt x="1434934" y="1155153"/>
                </a:moveTo>
                <a:lnTo>
                  <a:pt x="1404650" y="1213227"/>
                </a:lnTo>
                <a:moveTo>
                  <a:pt x="1210469" y="807618"/>
                </a:moveTo>
                <a:lnTo>
                  <a:pt x="1172307" y="862963"/>
                </a:lnTo>
                <a:moveTo>
                  <a:pt x="1084388" y="1091171"/>
                </a:moveTo>
                <a:lnTo>
                  <a:pt x="1024357" y="958659"/>
                </a:lnTo>
                <a:moveTo>
                  <a:pt x="1195057" y="866999"/>
                </a:moveTo>
                <a:lnTo>
                  <a:pt x="1210469" y="807618"/>
                </a:lnTo>
                <a:moveTo>
                  <a:pt x="1172307" y="862963"/>
                </a:moveTo>
                <a:lnTo>
                  <a:pt x="1024357" y="958659"/>
                </a:lnTo>
                <a:moveTo>
                  <a:pt x="1205906" y="257827"/>
                </a:moveTo>
                <a:lnTo>
                  <a:pt x="1206592" y="328759"/>
                </a:lnTo>
                <a:moveTo>
                  <a:pt x="1406200" y="1195174"/>
                </a:moveTo>
                <a:lnTo>
                  <a:pt x="1404650" y="1213227"/>
                </a:lnTo>
                <a:moveTo>
                  <a:pt x="1088887" y="1099878"/>
                </a:moveTo>
                <a:lnTo>
                  <a:pt x="1084388" y="1091171"/>
                </a:lnTo>
                <a:moveTo>
                  <a:pt x="1248704" y="1278097"/>
                </a:moveTo>
                <a:lnTo>
                  <a:pt x="1155397" y="1218650"/>
                </a:lnTo>
                <a:moveTo>
                  <a:pt x="1206592" y="328759"/>
                </a:moveTo>
                <a:lnTo>
                  <a:pt x="1101296" y="216901"/>
                </a:lnTo>
                <a:moveTo>
                  <a:pt x="1434934" y="1155153"/>
                </a:moveTo>
                <a:lnTo>
                  <a:pt x="1406200" y="1195174"/>
                </a:lnTo>
                <a:moveTo>
                  <a:pt x="1503039" y="1048488"/>
                </a:moveTo>
                <a:lnTo>
                  <a:pt x="1453660" y="1098018"/>
                </a:lnTo>
                <a:moveTo>
                  <a:pt x="1503039" y="1048488"/>
                </a:moveTo>
                <a:lnTo>
                  <a:pt x="1462608" y="1111373"/>
                </a:lnTo>
                <a:moveTo>
                  <a:pt x="1155397" y="1218650"/>
                </a:moveTo>
                <a:lnTo>
                  <a:pt x="1088887" y="1099878"/>
                </a:lnTo>
                <a:moveTo>
                  <a:pt x="1503039" y="1048488"/>
                </a:moveTo>
                <a:lnTo>
                  <a:pt x="1613955" y="1030349"/>
                </a:lnTo>
                <a:moveTo>
                  <a:pt x="1386754" y="962388"/>
                </a:moveTo>
                <a:lnTo>
                  <a:pt x="1385866" y="1034537"/>
                </a:lnTo>
                <a:moveTo>
                  <a:pt x="1474019" y="1061434"/>
                </a:moveTo>
                <a:lnTo>
                  <a:pt x="1386754" y="962388"/>
                </a:lnTo>
                <a:moveTo>
                  <a:pt x="1195057" y="866999"/>
                </a:moveTo>
                <a:lnTo>
                  <a:pt x="1172307" y="862963"/>
                </a:lnTo>
                <a:moveTo>
                  <a:pt x="1160591" y="304359"/>
                </a:moveTo>
                <a:lnTo>
                  <a:pt x="1101296" y="216901"/>
                </a:lnTo>
                <a:moveTo>
                  <a:pt x="1303104" y="905270"/>
                </a:moveTo>
                <a:lnTo>
                  <a:pt x="1195057" y="866999"/>
                </a:lnTo>
                <a:moveTo>
                  <a:pt x="1474019" y="1061434"/>
                </a:moveTo>
                <a:lnTo>
                  <a:pt x="1453660" y="1098018"/>
                </a:lnTo>
                <a:moveTo>
                  <a:pt x="1146279" y="961187"/>
                </a:moveTo>
                <a:lnTo>
                  <a:pt x="1024357" y="958659"/>
                </a:lnTo>
                <a:moveTo>
                  <a:pt x="1112300" y="276997"/>
                </a:moveTo>
                <a:lnTo>
                  <a:pt x="1101296" y="216901"/>
                </a:lnTo>
                <a:moveTo>
                  <a:pt x="1386754" y="962388"/>
                </a:moveTo>
                <a:lnTo>
                  <a:pt x="1287317" y="988929"/>
                </a:lnTo>
                <a:moveTo>
                  <a:pt x="1572949" y="997822"/>
                </a:moveTo>
                <a:lnTo>
                  <a:pt x="1503039" y="1048488"/>
                </a:lnTo>
                <a:moveTo>
                  <a:pt x="1146279" y="961187"/>
                </a:moveTo>
                <a:lnTo>
                  <a:pt x="1084388" y="1091171"/>
                </a:lnTo>
                <a:moveTo>
                  <a:pt x="1153739" y="980706"/>
                </a:moveTo>
                <a:lnTo>
                  <a:pt x="1084388" y="1091171"/>
                </a:lnTo>
                <a:moveTo>
                  <a:pt x="1172307" y="862963"/>
                </a:moveTo>
                <a:lnTo>
                  <a:pt x="1146279" y="961187"/>
                </a:lnTo>
                <a:moveTo>
                  <a:pt x="1489389" y="1090135"/>
                </a:moveTo>
                <a:lnTo>
                  <a:pt x="1434934" y="1155153"/>
                </a:lnTo>
                <a:moveTo>
                  <a:pt x="1550283" y="957798"/>
                </a:moveTo>
                <a:lnTo>
                  <a:pt x="1572949" y="997822"/>
                </a:lnTo>
                <a:moveTo>
                  <a:pt x="1163838" y="962579"/>
                </a:moveTo>
                <a:lnTo>
                  <a:pt x="1172307" y="862963"/>
                </a:lnTo>
                <a:moveTo>
                  <a:pt x="1303104" y="905270"/>
                </a:moveTo>
                <a:lnTo>
                  <a:pt x="1163838" y="962579"/>
                </a:lnTo>
                <a:moveTo>
                  <a:pt x="1500048" y="1184373"/>
                </a:moveTo>
                <a:lnTo>
                  <a:pt x="1566782" y="1138254"/>
                </a:lnTo>
                <a:moveTo>
                  <a:pt x="1195057" y="866999"/>
                </a:moveTo>
                <a:lnTo>
                  <a:pt x="1163838" y="962579"/>
                </a:lnTo>
                <a:moveTo>
                  <a:pt x="1193415" y="1094148"/>
                </a:moveTo>
                <a:lnTo>
                  <a:pt x="1084388" y="1091171"/>
                </a:lnTo>
                <a:moveTo>
                  <a:pt x="1193415" y="1094148"/>
                </a:moveTo>
                <a:lnTo>
                  <a:pt x="1088887" y="1099878"/>
                </a:lnTo>
                <a:moveTo>
                  <a:pt x="1385866" y="1034537"/>
                </a:moveTo>
                <a:lnTo>
                  <a:pt x="1406200" y="1195174"/>
                </a:lnTo>
                <a:moveTo>
                  <a:pt x="1489389" y="1090135"/>
                </a:moveTo>
                <a:lnTo>
                  <a:pt x="1406200" y="1195174"/>
                </a:lnTo>
                <a:moveTo>
                  <a:pt x="1500048" y="1184373"/>
                </a:moveTo>
                <a:lnTo>
                  <a:pt x="1434934" y="1155153"/>
                </a:lnTo>
                <a:moveTo>
                  <a:pt x="1193415" y="1094148"/>
                </a:moveTo>
                <a:lnTo>
                  <a:pt x="1155397" y="1218650"/>
                </a:lnTo>
                <a:moveTo>
                  <a:pt x="1406200" y="1195174"/>
                </a:moveTo>
                <a:lnTo>
                  <a:pt x="1339854" y="1141544"/>
                </a:lnTo>
                <a:moveTo>
                  <a:pt x="1303104" y="905270"/>
                </a:moveTo>
                <a:lnTo>
                  <a:pt x="1287317" y="988929"/>
                </a:lnTo>
                <a:moveTo>
                  <a:pt x="1218645" y="331922"/>
                </a:moveTo>
                <a:lnTo>
                  <a:pt x="1206592" y="328759"/>
                </a:lnTo>
                <a:moveTo>
                  <a:pt x="1153739" y="980706"/>
                </a:moveTo>
                <a:lnTo>
                  <a:pt x="1146279" y="961187"/>
                </a:lnTo>
                <a:moveTo>
                  <a:pt x="1550283" y="957798"/>
                </a:moveTo>
                <a:lnTo>
                  <a:pt x="1503039" y="1048488"/>
                </a:lnTo>
                <a:moveTo>
                  <a:pt x="1163838" y="962579"/>
                </a:moveTo>
                <a:lnTo>
                  <a:pt x="1146279" y="961187"/>
                </a:lnTo>
                <a:moveTo>
                  <a:pt x="1206096" y="334949"/>
                </a:moveTo>
                <a:lnTo>
                  <a:pt x="1206592" y="328759"/>
                </a:lnTo>
                <a:moveTo>
                  <a:pt x="1218645" y="331922"/>
                </a:moveTo>
                <a:lnTo>
                  <a:pt x="1206096" y="334949"/>
                </a:lnTo>
                <a:moveTo>
                  <a:pt x="1503039" y="1048488"/>
                </a:moveTo>
                <a:lnTo>
                  <a:pt x="1474019" y="1061434"/>
                </a:lnTo>
                <a:moveTo>
                  <a:pt x="1163838" y="962579"/>
                </a:moveTo>
                <a:lnTo>
                  <a:pt x="1153739" y="980706"/>
                </a:lnTo>
                <a:moveTo>
                  <a:pt x="1160591" y="304359"/>
                </a:moveTo>
                <a:lnTo>
                  <a:pt x="1206592" y="328759"/>
                </a:lnTo>
                <a:moveTo>
                  <a:pt x="1474019" y="1061434"/>
                </a:moveTo>
                <a:lnTo>
                  <a:pt x="1385866" y="1034537"/>
                </a:lnTo>
                <a:moveTo>
                  <a:pt x="1206096" y="334949"/>
                </a:moveTo>
                <a:lnTo>
                  <a:pt x="1160591" y="304359"/>
                </a:lnTo>
                <a:moveTo>
                  <a:pt x="1489389" y="1090135"/>
                </a:moveTo>
                <a:lnTo>
                  <a:pt x="1385866" y="1034537"/>
                </a:lnTo>
                <a:moveTo>
                  <a:pt x="1153739" y="980706"/>
                </a:moveTo>
                <a:lnTo>
                  <a:pt x="1193415" y="1094148"/>
                </a:lnTo>
                <a:moveTo>
                  <a:pt x="1489389" y="1090135"/>
                </a:moveTo>
                <a:lnTo>
                  <a:pt x="1474019" y="1061434"/>
                </a:lnTo>
                <a:moveTo>
                  <a:pt x="1385866" y="1034537"/>
                </a:moveTo>
                <a:lnTo>
                  <a:pt x="1339854" y="1141544"/>
                </a:lnTo>
                <a:moveTo>
                  <a:pt x="1287317" y="988929"/>
                </a:moveTo>
                <a:lnTo>
                  <a:pt x="1163838" y="962579"/>
                </a:lnTo>
                <a:moveTo>
                  <a:pt x="1385866" y="1034537"/>
                </a:moveTo>
                <a:lnTo>
                  <a:pt x="1287317" y="988929"/>
                </a:lnTo>
                <a:moveTo>
                  <a:pt x="1160591" y="304359"/>
                </a:moveTo>
                <a:lnTo>
                  <a:pt x="1112300" y="276997"/>
                </a:lnTo>
                <a:moveTo>
                  <a:pt x="1206096" y="334949"/>
                </a:moveTo>
                <a:lnTo>
                  <a:pt x="1116681" y="276479"/>
                </a:lnTo>
                <a:moveTo>
                  <a:pt x="1551696" y="932374"/>
                </a:moveTo>
                <a:lnTo>
                  <a:pt x="1503039" y="1048488"/>
                </a:lnTo>
                <a:moveTo>
                  <a:pt x="1489389" y="1090135"/>
                </a:moveTo>
                <a:lnTo>
                  <a:pt x="1500048" y="1184373"/>
                </a:lnTo>
                <a:moveTo>
                  <a:pt x="1116681" y="276479"/>
                </a:moveTo>
                <a:lnTo>
                  <a:pt x="1160591" y="304359"/>
                </a:lnTo>
                <a:moveTo>
                  <a:pt x="1551696" y="932374"/>
                </a:moveTo>
                <a:lnTo>
                  <a:pt x="1550283" y="957798"/>
                </a:lnTo>
                <a:moveTo>
                  <a:pt x="1551696" y="932374"/>
                </a:moveTo>
                <a:lnTo>
                  <a:pt x="1474019" y="1061434"/>
                </a:lnTo>
                <a:moveTo>
                  <a:pt x="1116681" y="276479"/>
                </a:moveTo>
                <a:lnTo>
                  <a:pt x="1112300" y="276997"/>
                </a:lnTo>
                <a:moveTo>
                  <a:pt x="1525384" y="1048496"/>
                </a:moveTo>
                <a:lnTo>
                  <a:pt x="1474019" y="1061434"/>
                </a:lnTo>
                <a:moveTo>
                  <a:pt x="1525384" y="1048496"/>
                </a:moveTo>
                <a:lnTo>
                  <a:pt x="1489389" y="1090135"/>
                </a:lnTo>
                <a:moveTo>
                  <a:pt x="1542917" y="1038787"/>
                </a:moveTo>
                <a:lnTo>
                  <a:pt x="1489389" y="1090135"/>
                </a:lnTo>
                <a:moveTo>
                  <a:pt x="1551696" y="932374"/>
                </a:moveTo>
                <a:lnTo>
                  <a:pt x="1525384" y="1048496"/>
                </a:lnTo>
                <a:moveTo>
                  <a:pt x="1542917" y="1038787"/>
                </a:moveTo>
                <a:lnTo>
                  <a:pt x="1500048" y="1184373"/>
                </a:lnTo>
                <a:moveTo>
                  <a:pt x="1544459" y="1023239"/>
                </a:moveTo>
                <a:lnTo>
                  <a:pt x="1551696" y="932374"/>
                </a:lnTo>
                <a:moveTo>
                  <a:pt x="1544459" y="1023239"/>
                </a:moveTo>
                <a:lnTo>
                  <a:pt x="1525384" y="1048496"/>
                </a:lnTo>
                <a:moveTo>
                  <a:pt x="1542917" y="1038787"/>
                </a:moveTo>
                <a:lnTo>
                  <a:pt x="1525384" y="1048496"/>
                </a:lnTo>
                <a:moveTo>
                  <a:pt x="1544459" y="1023239"/>
                </a:moveTo>
                <a:lnTo>
                  <a:pt x="1542917" y="103878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99" name="9r7l_1_official_ReferenceLigand_0">
            <a:extLst>
              <a:ext uri="{FF2B5EF4-FFF2-40B4-BE49-F238E27FC236}">
                <a16:creationId xmlns:a16="http://schemas.microsoft.com/office/drawing/2014/main" id="{A479E994-BB5A-495D-BA58-25B56F7068E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3923" y="813127"/>
                </a:moveTo>
                <a:lnTo>
                  <a:pt x="1155304" y="8691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0" name="9r7l_1_official_ReferenceLigand_1">
            <a:extLst>
              <a:ext uri="{FF2B5EF4-FFF2-40B4-BE49-F238E27FC236}">
                <a16:creationId xmlns:a16="http://schemas.microsoft.com/office/drawing/2014/main" id="{F04FE2D9-CE4C-4FA3-B50A-D8A1D092781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916" y="176971"/>
                </a:moveTo>
                <a:lnTo>
                  <a:pt x="1487278" y="2516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1" name="9r7l_1_official_ReferenceLigand_2">
            <a:extLst>
              <a:ext uri="{FF2B5EF4-FFF2-40B4-BE49-F238E27FC236}">
                <a16:creationId xmlns:a16="http://schemas.microsoft.com/office/drawing/2014/main" id="{0C5FEB29-6DCD-428C-AD6A-2832C24C3AC8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3923" y="813127"/>
                </a:moveTo>
                <a:lnTo>
                  <a:pt x="980231" y="7259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2" name="9r7l_1_official_ReferenceLigand_3">
            <a:extLst>
              <a:ext uri="{FF2B5EF4-FFF2-40B4-BE49-F238E27FC236}">
                <a16:creationId xmlns:a16="http://schemas.microsoft.com/office/drawing/2014/main" id="{F5A80E54-546A-456F-B3EB-6B95E1520FF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2465" y="705648"/>
                </a:moveTo>
                <a:lnTo>
                  <a:pt x="1123923" y="8131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3" name="9r7l_1_official_ReferenceLigand_4">
            <a:extLst>
              <a:ext uri="{FF2B5EF4-FFF2-40B4-BE49-F238E27FC236}">
                <a16:creationId xmlns:a16="http://schemas.microsoft.com/office/drawing/2014/main" id="{C16D6FE5-6958-4043-A1E0-4A6076540AC4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562" y="907734"/>
                </a:moveTo>
                <a:lnTo>
                  <a:pt x="1837186" y="8395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4" name="9r7l_1_official_ReferenceLigand_5">
            <a:extLst>
              <a:ext uri="{FF2B5EF4-FFF2-40B4-BE49-F238E27FC236}">
                <a16:creationId xmlns:a16="http://schemas.microsoft.com/office/drawing/2014/main" id="{81760CED-409B-4A57-919E-4881560ECFEF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3923" y="813127"/>
                </a:moveTo>
                <a:lnTo>
                  <a:pt x="1110398" y="9439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5" name="9r7l_1_official_ReferenceLigand_6">
            <a:extLst>
              <a:ext uri="{FF2B5EF4-FFF2-40B4-BE49-F238E27FC236}">
                <a16:creationId xmlns:a16="http://schemas.microsoft.com/office/drawing/2014/main" id="{CC88D2D5-45CE-4BE5-A856-9C1E8C0926E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916" y="176971"/>
                </a:moveTo>
                <a:lnTo>
                  <a:pt x="1391512" y="46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6" name="9r7l_1_official_ReferenceLigand_7">
            <a:extLst>
              <a:ext uri="{FF2B5EF4-FFF2-40B4-BE49-F238E27FC236}">
                <a16:creationId xmlns:a16="http://schemas.microsoft.com/office/drawing/2014/main" id="{607AB94C-9E98-4680-AF60-EA5A6C9FECE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916" y="176971"/>
                </a:moveTo>
                <a:lnTo>
                  <a:pt x="1653665" y="1227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7" name="9r7l_1_official_ReferenceLigand_8">
            <a:extLst>
              <a:ext uri="{FF2B5EF4-FFF2-40B4-BE49-F238E27FC236}">
                <a16:creationId xmlns:a16="http://schemas.microsoft.com/office/drawing/2014/main" id="{F6F81FB5-6816-49B4-A968-7086B9077D3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562" y="907734"/>
                </a:moveTo>
                <a:lnTo>
                  <a:pt x="1622837" y="10012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8" name="9r7l_1_official_ReferenceLigand_9">
            <a:extLst>
              <a:ext uri="{FF2B5EF4-FFF2-40B4-BE49-F238E27FC236}">
                <a16:creationId xmlns:a16="http://schemas.microsoft.com/office/drawing/2014/main" id="{0C7953C1-43DD-4B3C-8BEC-2EA3D21E067C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0834" y="297324"/>
                </a:moveTo>
                <a:lnTo>
                  <a:pt x="1496916" y="1769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9" name="9r7l_1_official_ReferenceLigand_10">
            <a:extLst>
              <a:ext uri="{FF2B5EF4-FFF2-40B4-BE49-F238E27FC236}">
                <a16:creationId xmlns:a16="http://schemas.microsoft.com/office/drawing/2014/main" id="{B4A3D135-43EA-4232-B7E8-FA9F09873AD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292" y="491244"/>
                </a:moveTo>
                <a:lnTo>
                  <a:pt x="1853625" y="4573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0" name="9r7l_1_official_ReferenceLigand_11">
            <a:extLst>
              <a:ext uri="{FF2B5EF4-FFF2-40B4-BE49-F238E27FC236}">
                <a16:creationId xmlns:a16="http://schemas.microsoft.com/office/drawing/2014/main" id="{A1AE498C-CC6F-463F-B47C-3552427DBF20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625" y="457383"/>
                </a:moveTo>
                <a:lnTo>
                  <a:pt x="1906223" y="309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1" name="9r7l_1_official_ReferenceLigand_12">
            <a:extLst>
              <a:ext uri="{FF2B5EF4-FFF2-40B4-BE49-F238E27FC236}">
                <a16:creationId xmlns:a16="http://schemas.microsoft.com/office/drawing/2014/main" id="{EC5A841F-07A9-44D9-892C-90348AF478E4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625" y="457383"/>
                </a:moveTo>
                <a:lnTo>
                  <a:pt x="1958084" y="577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2" name="9r7l_1_official_ReferenceLigand_13">
            <a:extLst>
              <a:ext uri="{FF2B5EF4-FFF2-40B4-BE49-F238E27FC236}">
                <a16:creationId xmlns:a16="http://schemas.microsoft.com/office/drawing/2014/main" id="{BF8710C8-9502-49FC-A777-94C5BD6F557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6268" y="671253"/>
                </a:moveTo>
                <a:lnTo>
                  <a:pt x="1262465" y="7056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3" name="9r7l_1_official_ReferenceLigand_14">
            <a:extLst>
              <a:ext uri="{FF2B5EF4-FFF2-40B4-BE49-F238E27FC236}">
                <a16:creationId xmlns:a16="http://schemas.microsoft.com/office/drawing/2014/main" id="{00A267EC-CFEB-45EC-B175-98A4DB2263D6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189" y="532962"/>
                </a:moveTo>
                <a:lnTo>
                  <a:pt x="1684292" y="491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4" name="9r7l_1_official_ReferenceLigand_15">
            <a:extLst>
              <a:ext uri="{FF2B5EF4-FFF2-40B4-BE49-F238E27FC236}">
                <a16:creationId xmlns:a16="http://schemas.microsoft.com/office/drawing/2014/main" id="{447689F2-69F1-4F2E-ACE3-E0AF59BFE57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562" y="907734"/>
                </a:moveTo>
                <a:lnTo>
                  <a:pt x="1847593" y="10043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5" name="9r7l_1_official_ReferenceLigand_16">
            <a:extLst>
              <a:ext uri="{FF2B5EF4-FFF2-40B4-BE49-F238E27FC236}">
                <a16:creationId xmlns:a16="http://schemas.microsoft.com/office/drawing/2014/main" id="{35EB07E1-DFB7-4A6D-8CD5-D1E6497F9940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792" y="446826"/>
                </a:moveTo>
                <a:lnTo>
                  <a:pt x="1450834" y="2973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6" name="9r7l_1_official_ReferenceLigand_17">
            <a:extLst>
              <a:ext uri="{FF2B5EF4-FFF2-40B4-BE49-F238E27FC236}">
                <a16:creationId xmlns:a16="http://schemas.microsoft.com/office/drawing/2014/main" id="{4D2C8E98-5C41-4142-B7BB-F812903DB08F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189" y="532962"/>
                </a:moveTo>
                <a:lnTo>
                  <a:pt x="1430792" y="4468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7" name="9r7l_1_official_ReferenceLigand_18">
            <a:extLst>
              <a:ext uri="{FF2B5EF4-FFF2-40B4-BE49-F238E27FC236}">
                <a16:creationId xmlns:a16="http://schemas.microsoft.com/office/drawing/2014/main" id="{D104295B-55BD-41EF-9A8F-64EDDC76B7C7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5357" y="775280"/>
                </a:moveTo>
                <a:lnTo>
                  <a:pt x="1746562" y="9077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8" name="9r7l_1_official_ReferenceLigand_19">
            <a:extLst>
              <a:ext uri="{FF2B5EF4-FFF2-40B4-BE49-F238E27FC236}">
                <a16:creationId xmlns:a16="http://schemas.microsoft.com/office/drawing/2014/main" id="{4C42C468-E8C5-4F58-AEC8-CF7C7AAD9814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6604" y="700701"/>
                </a:moveTo>
                <a:lnTo>
                  <a:pt x="1571189" y="5329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9" name="9r7l_1_official_ReferenceLigand_20">
            <a:extLst>
              <a:ext uri="{FF2B5EF4-FFF2-40B4-BE49-F238E27FC236}">
                <a16:creationId xmlns:a16="http://schemas.microsoft.com/office/drawing/2014/main" id="{A3B87084-8315-4D82-BBAC-0D629AADD85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792" y="446826"/>
                </a:moveTo>
                <a:lnTo>
                  <a:pt x="1291546" y="503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0" name="9r7l_1_official_ReferenceLigand_21">
            <a:extLst>
              <a:ext uri="{FF2B5EF4-FFF2-40B4-BE49-F238E27FC236}">
                <a16:creationId xmlns:a16="http://schemas.microsoft.com/office/drawing/2014/main" id="{D58D2664-85F9-4787-BA06-2F4C4DA50291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8924" y="437449"/>
                </a:moveTo>
                <a:lnTo>
                  <a:pt x="1291546" y="503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1" name="9r7l_1_official_ReferenceLigand_22">
            <a:extLst>
              <a:ext uri="{FF2B5EF4-FFF2-40B4-BE49-F238E27FC236}">
                <a16:creationId xmlns:a16="http://schemas.microsoft.com/office/drawing/2014/main" id="{4DA96C4A-C3B7-4283-BE44-2B92926F5610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6604" y="700701"/>
                </a:moveTo>
                <a:lnTo>
                  <a:pt x="1675357" y="7752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2" name="9r7l_1_official_ReferenceLigand_23">
            <a:extLst>
              <a:ext uri="{FF2B5EF4-FFF2-40B4-BE49-F238E27FC236}">
                <a16:creationId xmlns:a16="http://schemas.microsoft.com/office/drawing/2014/main" id="{B602F8DA-6C1E-466D-9E18-824F9E46B628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891" y="397735"/>
                </a:moveTo>
                <a:lnTo>
                  <a:pt x="1168924" y="4374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3" name="9r7l_1_official_ReferenceLigand_24">
            <a:extLst>
              <a:ext uri="{FF2B5EF4-FFF2-40B4-BE49-F238E27FC236}">
                <a16:creationId xmlns:a16="http://schemas.microsoft.com/office/drawing/2014/main" id="{A51F5E12-15BC-497D-8F3D-0709AF553CD5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1546" y="503023"/>
                </a:moveTo>
                <a:lnTo>
                  <a:pt x="1276268" y="67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4" name="9r7l_1_official_ReferenceLigand_25">
            <a:extLst>
              <a:ext uri="{FF2B5EF4-FFF2-40B4-BE49-F238E27FC236}">
                <a16:creationId xmlns:a16="http://schemas.microsoft.com/office/drawing/2014/main" id="{67DA99AE-A277-460B-883C-F8265AE3BD8A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1720" y="255312"/>
                </a:moveTo>
                <a:lnTo>
                  <a:pt x="1017891" y="397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5" name="9r7l_1_official_ReferenceLigand_26">
            <a:extLst>
              <a:ext uri="{FF2B5EF4-FFF2-40B4-BE49-F238E27FC236}">
                <a16:creationId xmlns:a16="http://schemas.microsoft.com/office/drawing/2014/main" id="{A5097D7D-370A-4279-A485-FB6AD6B1F12A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4948" y="747716"/>
                </a:moveTo>
                <a:lnTo>
                  <a:pt x="1546604" y="7007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6" name="9r7l_1_official_ReferenceLigand_27">
            <a:extLst>
              <a:ext uri="{FF2B5EF4-FFF2-40B4-BE49-F238E27FC236}">
                <a16:creationId xmlns:a16="http://schemas.microsoft.com/office/drawing/2014/main" id="{CEAD4827-F4C7-4CE5-AC25-2BE0E4F9B240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625" y="457383"/>
                </a:moveTo>
                <a:lnTo>
                  <a:pt x="1853699" y="453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7" name="9r7l_1_official_ReferenceLigand_28">
            <a:extLst>
              <a:ext uri="{FF2B5EF4-FFF2-40B4-BE49-F238E27FC236}">
                <a16:creationId xmlns:a16="http://schemas.microsoft.com/office/drawing/2014/main" id="{B87F59E2-25AF-4EDE-B14D-1FEC1CC54FD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6268" y="671253"/>
                </a:moveTo>
                <a:lnTo>
                  <a:pt x="1414948" y="7477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8" name="9r7l_1_official_ReferenceLigand_29">
            <a:extLst>
              <a:ext uri="{FF2B5EF4-FFF2-40B4-BE49-F238E27FC236}">
                <a16:creationId xmlns:a16="http://schemas.microsoft.com/office/drawing/2014/main" id="{8022B67E-6B08-49A0-B98A-C05B5FF8058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891" y="397735"/>
                </a:moveTo>
                <a:lnTo>
                  <a:pt x="906171" y="522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9" name="9r7l_1_official_ReferenceLigand_30">
            <a:extLst>
              <a:ext uri="{FF2B5EF4-FFF2-40B4-BE49-F238E27FC236}">
                <a16:creationId xmlns:a16="http://schemas.microsoft.com/office/drawing/2014/main" id="{E22636ED-FE7C-41B2-A2C2-A129739EB69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4948" y="747716"/>
                </a:moveTo>
                <a:lnTo>
                  <a:pt x="1396393" y="902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0" name="9r7l_1_official_ReferenceLigand_31">
            <a:extLst>
              <a:ext uri="{FF2B5EF4-FFF2-40B4-BE49-F238E27FC236}">
                <a16:creationId xmlns:a16="http://schemas.microsoft.com/office/drawing/2014/main" id="{7992319B-BA07-4514-8E3D-9C9CCD56289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393" y="902115"/>
                </a:moveTo>
                <a:lnTo>
                  <a:pt x="1325951" y="998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1" name="9r7l_1_official_ReferenceLigand_32">
            <a:extLst>
              <a:ext uri="{FF2B5EF4-FFF2-40B4-BE49-F238E27FC236}">
                <a16:creationId xmlns:a16="http://schemas.microsoft.com/office/drawing/2014/main" id="{792E8D68-C657-411C-A17E-6F4830CF094C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891" y="397735"/>
                </a:moveTo>
                <a:lnTo>
                  <a:pt x="1056959" y="378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2" name="9r7l_1_official_ReferenceLigand_33">
            <a:extLst>
              <a:ext uri="{FF2B5EF4-FFF2-40B4-BE49-F238E27FC236}">
                <a16:creationId xmlns:a16="http://schemas.microsoft.com/office/drawing/2014/main" id="{1C0A26B0-805D-4701-87F3-C183E41BBF4C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5951" y="998569"/>
                </a:moveTo>
                <a:lnTo>
                  <a:pt x="1272920" y="11474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3" name="9r7l_1_official_ReferenceLigand_34">
            <a:extLst>
              <a:ext uri="{FF2B5EF4-FFF2-40B4-BE49-F238E27FC236}">
                <a16:creationId xmlns:a16="http://schemas.microsoft.com/office/drawing/2014/main" id="{C92077A7-250A-486B-B283-D9AA3AD1F386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5951" y="998569"/>
                </a:moveTo>
                <a:lnTo>
                  <a:pt x="1196079" y="914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4" name="9r7l_1_official_ReferenceLigand_35">
            <a:extLst>
              <a:ext uri="{FF2B5EF4-FFF2-40B4-BE49-F238E27FC236}">
                <a16:creationId xmlns:a16="http://schemas.microsoft.com/office/drawing/2014/main" id="{00861895-FE84-45AA-B6ED-8E95DB261A5C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5951" y="998569"/>
                </a:moveTo>
                <a:lnTo>
                  <a:pt x="1443423" y="102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5" name="9r7l_1_official_PredictedLigand_0">
            <a:extLst>
              <a:ext uri="{FF2B5EF4-FFF2-40B4-BE49-F238E27FC236}">
                <a16:creationId xmlns:a16="http://schemas.microsoft.com/office/drawing/2014/main" id="{C43D9D1B-BD6E-4D49-B3CC-CB8D875074E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0723" y="991009"/>
                </a:moveTo>
                <a:lnTo>
                  <a:pt x="1286307" y="10679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6" name="9r7l_1_official_PredictedLigand_1">
            <a:extLst>
              <a:ext uri="{FF2B5EF4-FFF2-40B4-BE49-F238E27FC236}">
                <a16:creationId xmlns:a16="http://schemas.microsoft.com/office/drawing/2014/main" id="{E30A602B-7469-466F-9A2A-DE0367F547F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0723" y="991009"/>
                </a:moveTo>
                <a:lnTo>
                  <a:pt x="1487073" y="8974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7" name="9r7l_1_official_PredictedLigand_2">
            <a:extLst>
              <a:ext uri="{FF2B5EF4-FFF2-40B4-BE49-F238E27FC236}">
                <a16:creationId xmlns:a16="http://schemas.microsoft.com/office/drawing/2014/main" id="{C14F45C0-F6B9-4B8F-9B89-F9BE2DD8D654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775" y="894946"/>
                </a:moveTo>
                <a:lnTo>
                  <a:pt x="1360723" y="991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8" name="9r7l_1_official_PredictedLigand_3">
            <a:extLst>
              <a:ext uri="{FF2B5EF4-FFF2-40B4-BE49-F238E27FC236}">
                <a16:creationId xmlns:a16="http://schemas.microsoft.com/office/drawing/2014/main" id="{68BBF634-E85A-40CF-B257-1857534230F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0723" y="991009"/>
                </a:moveTo>
                <a:lnTo>
                  <a:pt x="1423956" y="110173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9" name="9r7l_1_official_PredictedLigand_4">
            <a:extLst>
              <a:ext uri="{FF2B5EF4-FFF2-40B4-BE49-F238E27FC236}">
                <a16:creationId xmlns:a16="http://schemas.microsoft.com/office/drawing/2014/main" id="{C0EC2E9F-C821-4747-AA4C-CB894AE9BF75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302" y="735735"/>
                </a:moveTo>
                <a:lnTo>
                  <a:pt x="772526" y="6788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0" name="9r7l_1_official_PredictedLigand_5">
            <a:extLst>
              <a:ext uri="{FF2B5EF4-FFF2-40B4-BE49-F238E27FC236}">
                <a16:creationId xmlns:a16="http://schemas.microsoft.com/office/drawing/2014/main" id="{AFA7F8C2-981B-4EB0-9C4F-A42FEEEE124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2544" y="760543"/>
                </a:moveTo>
                <a:lnTo>
                  <a:pt x="1240775" y="8949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1" name="9r7l_1_official_PredictedLigand_6">
            <a:extLst>
              <a:ext uri="{FF2B5EF4-FFF2-40B4-BE49-F238E27FC236}">
                <a16:creationId xmlns:a16="http://schemas.microsoft.com/office/drawing/2014/main" id="{B131FAC8-769F-41E4-8FAD-F1458527CD56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1123" y="688999"/>
                </a:moveTo>
                <a:lnTo>
                  <a:pt x="858302" y="7357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2" name="9r7l_1_official_PredictedLigand_7">
            <a:extLst>
              <a:ext uri="{FF2B5EF4-FFF2-40B4-BE49-F238E27FC236}">
                <a16:creationId xmlns:a16="http://schemas.microsoft.com/office/drawing/2014/main" id="{7D2F9D3B-EB43-48D5-9BAB-A3CD67B495F7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302" y="735735"/>
                </a:moveTo>
                <a:lnTo>
                  <a:pt x="853650" y="8986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3" name="9r7l_1_official_PredictedLigand_8">
            <a:extLst>
              <a:ext uri="{FF2B5EF4-FFF2-40B4-BE49-F238E27FC236}">
                <a16:creationId xmlns:a16="http://schemas.microsoft.com/office/drawing/2014/main" id="{0156673F-DDEE-4F6F-82B8-426C7AD24D95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7898" y="708232"/>
                </a:moveTo>
                <a:lnTo>
                  <a:pt x="1021123" y="6889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4" name="9r7l_1_official_PredictedLigand_9">
            <a:extLst>
              <a:ext uri="{FF2B5EF4-FFF2-40B4-BE49-F238E27FC236}">
                <a16:creationId xmlns:a16="http://schemas.microsoft.com/office/drawing/2014/main" id="{5636E7E5-5B59-4B60-9B1C-089DE1588B98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2544" y="760543"/>
                </a:moveTo>
                <a:lnTo>
                  <a:pt x="1423604" y="7423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5" name="9r7l_1_official_PredictedLigand_10">
            <a:extLst>
              <a:ext uri="{FF2B5EF4-FFF2-40B4-BE49-F238E27FC236}">
                <a16:creationId xmlns:a16="http://schemas.microsoft.com/office/drawing/2014/main" id="{7846F6F4-5A00-429D-8EF9-3094990EBFE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7898" y="708232"/>
                </a:moveTo>
                <a:lnTo>
                  <a:pt x="1272544" y="76054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6" name="9r7l_1_official_PredictedLigand_11">
            <a:extLst>
              <a:ext uri="{FF2B5EF4-FFF2-40B4-BE49-F238E27FC236}">
                <a16:creationId xmlns:a16="http://schemas.microsoft.com/office/drawing/2014/main" id="{C9B15055-02BD-4905-B628-B2FBA1720AF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302" y="735735"/>
                </a:moveTo>
                <a:lnTo>
                  <a:pt x="787208" y="6720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7" name="9r7l_1_official_PredictedLigand_12">
            <a:extLst>
              <a:ext uri="{FF2B5EF4-FFF2-40B4-BE49-F238E27FC236}">
                <a16:creationId xmlns:a16="http://schemas.microsoft.com/office/drawing/2014/main" id="{5FBA1CC3-6FC9-4A2B-9381-54C86888ED8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335" y="883741"/>
                </a:moveTo>
                <a:lnTo>
                  <a:pt x="1756901" y="805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8" name="9r7l_1_official_PredictedLigand_13">
            <a:extLst>
              <a:ext uri="{FF2B5EF4-FFF2-40B4-BE49-F238E27FC236}">
                <a16:creationId xmlns:a16="http://schemas.microsoft.com/office/drawing/2014/main" id="{C65EAE7D-2481-4EB6-8A6A-D1893605530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04" y="742305"/>
                </a:moveTo>
                <a:lnTo>
                  <a:pt x="1508750" y="8667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9" name="9r7l_1_official_PredictedLigand_14">
            <a:extLst>
              <a:ext uri="{FF2B5EF4-FFF2-40B4-BE49-F238E27FC236}">
                <a16:creationId xmlns:a16="http://schemas.microsoft.com/office/drawing/2014/main" id="{9227C331-4C88-4D7A-8CD7-675698C49EF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04" y="742305"/>
                </a:moveTo>
                <a:lnTo>
                  <a:pt x="1443212" y="599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0" name="9r7l_1_official_PredictedLigand_15">
            <a:extLst>
              <a:ext uri="{FF2B5EF4-FFF2-40B4-BE49-F238E27FC236}">
                <a16:creationId xmlns:a16="http://schemas.microsoft.com/office/drawing/2014/main" id="{4960F999-86CF-4EDF-86B5-FE005692A8E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33" y="573640"/>
                </a:moveTo>
                <a:lnTo>
                  <a:pt x="1137898" y="7082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1" name="9r7l_1_official_PredictedLigand_16">
            <a:extLst>
              <a:ext uri="{FF2B5EF4-FFF2-40B4-BE49-F238E27FC236}">
                <a16:creationId xmlns:a16="http://schemas.microsoft.com/office/drawing/2014/main" id="{80EC6BA4-90D2-4B87-A9CF-46335FC09641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8750" y="866771"/>
                </a:moveTo>
                <a:lnTo>
                  <a:pt x="1679335" y="883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2" name="9r7l_1_official_PredictedLigand_17">
            <a:extLst>
              <a:ext uri="{FF2B5EF4-FFF2-40B4-BE49-F238E27FC236}">
                <a16:creationId xmlns:a16="http://schemas.microsoft.com/office/drawing/2014/main" id="{E8473875-29E5-4D11-8F87-9B7275D284F5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335" y="883741"/>
                </a:moveTo>
                <a:lnTo>
                  <a:pt x="1718927" y="10448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3" name="9r7l_1_official_PredictedLigand_18">
            <a:extLst>
              <a:ext uri="{FF2B5EF4-FFF2-40B4-BE49-F238E27FC236}">
                <a16:creationId xmlns:a16="http://schemas.microsoft.com/office/drawing/2014/main" id="{4EB03317-584B-4071-8844-C7DD2B2610B5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9477" y="557324"/>
                </a:moveTo>
                <a:lnTo>
                  <a:pt x="1443212" y="599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4" name="9r7l_1_official_PredictedLigand_19">
            <a:extLst>
              <a:ext uri="{FF2B5EF4-FFF2-40B4-BE49-F238E27FC236}">
                <a16:creationId xmlns:a16="http://schemas.microsoft.com/office/drawing/2014/main" id="{500ED0B9-5C1F-4D6A-B2BD-05FE9B3A0B9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972" y="407981"/>
                </a:moveTo>
                <a:lnTo>
                  <a:pt x="1767207" y="3529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5" name="9r7l_1_official_PredictedLigand_20">
            <a:extLst>
              <a:ext uri="{FF2B5EF4-FFF2-40B4-BE49-F238E27FC236}">
                <a16:creationId xmlns:a16="http://schemas.microsoft.com/office/drawing/2014/main" id="{9D8E7C19-1105-4D82-961C-DDE08AD409A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972" y="407981"/>
                </a:moveTo>
                <a:lnTo>
                  <a:pt x="1599477" y="55732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6" name="9r7l_1_official_PredictedLigand_21">
            <a:extLst>
              <a:ext uri="{FF2B5EF4-FFF2-40B4-BE49-F238E27FC236}">
                <a16:creationId xmlns:a16="http://schemas.microsoft.com/office/drawing/2014/main" id="{EE825C00-0E74-4C38-9070-736592BEC3C4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3212" y="599438"/>
                </a:moveTo>
                <a:lnTo>
                  <a:pt x="1302147" y="588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7" name="9r7l_1_official_PredictedLigand_22">
            <a:extLst>
              <a:ext uri="{FF2B5EF4-FFF2-40B4-BE49-F238E27FC236}">
                <a16:creationId xmlns:a16="http://schemas.microsoft.com/office/drawing/2014/main" id="{D2F66084-2A5E-4B39-83E6-9BCC03C499F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33" y="573640"/>
                </a:moveTo>
                <a:lnTo>
                  <a:pt x="1034594" y="526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8" name="9r7l_1_official_PredictedLigand_23">
            <a:extLst>
              <a:ext uri="{FF2B5EF4-FFF2-40B4-BE49-F238E27FC236}">
                <a16:creationId xmlns:a16="http://schemas.microsoft.com/office/drawing/2014/main" id="{26D8B650-A208-4535-BE30-3B6C9CD2BAB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147" y="588150"/>
                </a:moveTo>
                <a:lnTo>
                  <a:pt x="1163033" y="5736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9" name="9r7l_1_official_PredictedLigand_24">
            <a:extLst>
              <a:ext uri="{FF2B5EF4-FFF2-40B4-BE49-F238E27FC236}">
                <a16:creationId xmlns:a16="http://schemas.microsoft.com/office/drawing/2014/main" id="{F674C5D1-F957-46DB-A882-C86863169DA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972" y="407981"/>
                </a:moveTo>
                <a:lnTo>
                  <a:pt x="1525491" y="3088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0" name="9r7l_1_official_PredictedLigand_25">
            <a:extLst>
              <a:ext uri="{FF2B5EF4-FFF2-40B4-BE49-F238E27FC236}">
                <a16:creationId xmlns:a16="http://schemas.microsoft.com/office/drawing/2014/main" id="{3D5EE7B9-22D0-43C4-8C85-F583462800D6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335" y="883741"/>
                </a:moveTo>
                <a:lnTo>
                  <a:pt x="1728583" y="81588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1" name="9r7l_1_official_PredictedLigand_26">
            <a:extLst>
              <a:ext uri="{FF2B5EF4-FFF2-40B4-BE49-F238E27FC236}">
                <a16:creationId xmlns:a16="http://schemas.microsoft.com/office/drawing/2014/main" id="{64D8E181-4CC7-4643-9445-2C61F3DAB10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5883" y="419490"/>
                </a:moveTo>
                <a:lnTo>
                  <a:pt x="1650972" y="407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2" name="9r7l_1_official_PredictedLigand_27">
            <a:extLst>
              <a:ext uri="{FF2B5EF4-FFF2-40B4-BE49-F238E27FC236}">
                <a16:creationId xmlns:a16="http://schemas.microsoft.com/office/drawing/2014/main" id="{D9FFFECE-2F8B-4225-9410-AF3CF260A57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4594" y="526223"/>
                </a:moveTo>
                <a:lnTo>
                  <a:pt x="1027203" y="3755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3" name="9r7l_1_official_PredictedLigand_28">
            <a:extLst>
              <a:ext uri="{FF2B5EF4-FFF2-40B4-BE49-F238E27FC236}">
                <a16:creationId xmlns:a16="http://schemas.microsoft.com/office/drawing/2014/main" id="{37335259-BD88-41C0-A0FC-EEA35F5380E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7203" y="375546"/>
                </a:moveTo>
                <a:lnTo>
                  <a:pt x="1124504" y="2734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4" name="9r7l_1_official_PredictedLigand_29">
            <a:extLst>
              <a:ext uri="{FF2B5EF4-FFF2-40B4-BE49-F238E27FC236}">
                <a16:creationId xmlns:a16="http://schemas.microsoft.com/office/drawing/2014/main" id="{2D6F8F24-5EE0-4563-96BD-E68C7287E5D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7203" y="375546"/>
                </a:moveTo>
                <a:lnTo>
                  <a:pt x="870638" y="33412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5" name="9r7l_1_official_PredictedLigand_30">
            <a:extLst>
              <a:ext uri="{FF2B5EF4-FFF2-40B4-BE49-F238E27FC236}">
                <a16:creationId xmlns:a16="http://schemas.microsoft.com/office/drawing/2014/main" id="{46FAC406-FEC9-44A4-8CA9-1D72520CD84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147" y="588150"/>
                </a:moveTo>
                <a:lnTo>
                  <a:pt x="1255758" y="5867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6" name="9r7l_1_official_PredictedLigand_31">
            <a:extLst>
              <a:ext uri="{FF2B5EF4-FFF2-40B4-BE49-F238E27FC236}">
                <a16:creationId xmlns:a16="http://schemas.microsoft.com/office/drawing/2014/main" id="{F046EA96-8FC5-4385-910B-C05AD205C4F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7203" y="375546"/>
                </a:moveTo>
                <a:lnTo>
                  <a:pt x="1071412" y="376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7" name="9r7l_1_official_PredictedLigand_32">
            <a:extLst>
              <a:ext uri="{FF2B5EF4-FFF2-40B4-BE49-F238E27FC236}">
                <a16:creationId xmlns:a16="http://schemas.microsoft.com/office/drawing/2014/main" id="{2C1D495C-6CAC-4B9B-BF0A-4584E066D736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5758" y="586745"/>
                </a:moveTo>
                <a:lnTo>
                  <a:pt x="1340783" y="6479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8" name="9r7l_1_official_PredictedLigand_33">
            <a:extLst>
              <a:ext uri="{FF2B5EF4-FFF2-40B4-BE49-F238E27FC236}">
                <a16:creationId xmlns:a16="http://schemas.microsoft.com/office/drawing/2014/main" id="{8A18A91F-4051-4B8F-A4FD-ECA059DEA0C5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783" y="647969"/>
                </a:moveTo>
                <a:lnTo>
                  <a:pt x="1437092" y="7745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9" name="9r7l_1_official_PredictedLigand_34">
            <a:extLst>
              <a:ext uri="{FF2B5EF4-FFF2-40B4-BE49-F238E27FC236}">
                <a16:creationId xmlns:a16="http://schemas.microsoft.com/office/drawing/2014/main" id="{CAE394B7-760A-4CDA-838A-B47627214FB6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783" y="647969"/>
                </a:moveTo>
                <a:lnTo>
                  <a:pt x="1434494" y="52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0" name="9r7l_1_official_PredictedLigand_35">
            <a:extLst>
              <a:ext uri="{FF2B5EF4-FFF2-40B4-BE49-F238E27FC236}">
                <a16:creationId xmlns:a16="http://schemas.microsoft.com/office/drawing/2014/main" id="{FF385127-6573-4D58-BBF0-95C21361A8C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783" y="647969"/>
                </a:moveTo>
                <a:lnTo>
                  <a:pt x="1230096" y="7001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1" name="9r7l_1_official_PredictedAtoms_0">
            <a:extLst>
              <a:ext uri="{FF2B5EF4-FFF2-40B4-BE49-F238E27FC236}">
                <a16:creationId xmlns:a16="http://schemas.microsoft.com/office/drawing/2014/main" id="{E96AEAAF-95EC-4A77-8E47-6FE26E8C9932}"/>
              </a:ext>
            </a:extLst>
          </p:cNvPr>
          <p:cNvSpPr>
            <a:spLocks/>
          </p:cNvSpPr>
          <p:nvPr/>
        </p:nvSpPr>
        <p:spPr>
          <a:xfrm>
            <a:off x="1938291" y="65659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2" name="9r7l_1_official_PredictedAtoms_1">
            <a:extLst>
              <a:ext uri="{FF2B5EF4-FFF2-40B4-BE49-F238E27FC236}">
                <a16:creationId xmlns:a16="http://schemas.microsoft.com/office/drawing/2014/main" id="{EE21BB42-944E-4FCF-A132-DAF4F8B109BC}"/>
              </a:ext>
            </a:extLst>
          </p:cNvPr>
          <p:cNvSpPr>
            <a:spLocks/>
          </p:cNvSpPr>
          <p:nvPr/>
        </p:nvSpPr>
        <p:spPr>
          <a:xfrm>
            <a:off x="1863380" y="65544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3" name="9r7l_1_official_PredictedAtoms_2">
            <a:extLst>
              <a:ext uri="{FF2B5EF4-FFF2-40B4-BE49-F238E27FC236}">
                <a16:creationId xmlns:a16="http://schemas.microsoft.com/office/drawing/2014/main" id="{4885D69A-E45F-431F-BDCA-BEFA7048CD40}"/>
              </a:ext>
            </a:extLst>
          </p:cNvPr>
          <p:cNvSpPr>
            <a:spLocks/>
          </p:cNvSpPr>
          <p:nvPr/>
        </p:nvSpPr>
        <p:spPr>
          <a:xfrm>
            <a:off x="1737898" y="64553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4" name="9r7l_1_official_PredictedAtoms_3">
            <a:extLst>
              <a:ext uri="{FF2B5EF4-FFF2-40B4-BE49-F238E27FC236}">
                <a16:creationId xmlns:a16="http://schemas.microsoft.com/office/drawing/2014/main" id="{387A117E-0CB8-4EBB-95D1-32A715404385}"/>
              </a:ext>
            </a:extLst>
          </p:cNvPr>
          <p:cNvSpPr>
            <a:spLocks/>
          </p:cNvSpPr>
          <p:nvPr/>
        </p:nvSpPr>
        <p:spPr>
          <a:xfrm>
            <a:off x="1979615" y="64994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5" name="9r7l_1_official_PredictedAtoms_4">
            <a:extLst>
              <a:ext uri="{FF2B5EF4-FFF2-40B4-BE49-F238E27FC236}">
                <a16:creationId xmlns:a16="http://schemas.microsoft.com/office/drawing/2014/main" id="{0BF1345D-B9DC-4675-9CB8-7F9773363CCA}"/>
              </a:ext>
            </a:extLst>
          </p:cNvPr>
          <p:cNvSpPr>
            <a:spLocks/>
          </p:cNvSpPr>
          <p:nvPr/>
        </p:nvSpPr>
        <p:spPr>
          <a:xfrm>
            <a:off x="1811885" y="670380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6" name="9r7l_1_official_PredictedAtoms_5">
            <a:extLst>
              <a:ext uri="{FF2B5EF4-FFF2-40B4-BE49-F238E27FC236}">
                <a16:creationId xmlns:a16="http://schemas.microsoft.com/office/drawing/2014/main" id="{B05ED81B-AE9F-4FF2-8654-BD529E14014A}"/>
              </a:ext>
            </a:extLst>
          </p:cNvPr>
          <p:cNvSpPr>
            <a:spLocks/>
          </p:cNvSpPr>
          <p:nvPr/>
        </p:nvSpPr>
        <p:spPr>
          <a:xfrm>
            <a:off x="1655619" y="6745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7" name="9r7l_1_official_PredictedAtoms_6">
            <a:extLst>
              <a:ext uri="{FF2B5EF4-FFF2-40B4-BE49-F238E27FC236}">
                <a16:creationId xmlns:a16="http://schemas.microsoft.com/office/drawing/2014/main" id="{F7035712-ECD9-4484-902B-736E3BBB2818}"/>
              </a:ext>
            </a:extLst>
          </p:cNvPr>
          <p:cNvSpPr>
            <a:spLocks/>
          </p:cNvSpPr>
          <p:nvPr/>
        </p:nvSpPr>
        <p:spPr>
          <a:xfrm>
            <a:off x="1514555" y="67346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8" name="9r7l_1_official_PredictedAtoms_7">
            <a:extLst>
              <a:ext uri="{FF2B5EF4-FFF2-40B4-BE49-F238E27FC236}">
                <a16:creationId xmlns:a16="http://schemas.microsoft.com/office/drawing/2014/main" id="{9DA58F00-9BCC-4008-8AAA-3CBBF5EF89B5}"/>
              </a:ext>
            </a:extLst>
          </p:cNvPr>
          <p:cNvSpPr>
            <a:spLocks/>
          </p:cNvSpPr>
          <p:nvPr/>
        </p:nvSpPr>
        <p:spPr>
          <a:xfrm>
            <a:off x="1468166" y="67332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9" name="9r7l_1_official_PredictedAtoms_8">
            <a:extLst>
              <a:ext uri="{FF2B5EF4-FFF2-40B4-BE49-F238E27FC236}">
                <a16:creationId xmlns:a16="http://schemas.microsoft.com/office/drawing/2014/main" id="{7778B1ED-3E8D-4D93-8421-AA7F888CFAC8}"/>
              </a:ext>
            </a:extLst>
          </p:cNvPr>
          <p:cNvSpPr>
            <a:spLocks/>
          </p:cNvSpPr>
          <p:nvPr/>
        </p:nvSpPr>
        <p:spPr>
          <a:xfrm>
            <a:off x="1553191" y="67944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0" name="9r7l_1_official_PredictedAtoms_9">
            <a:extLst>
              <a:ext uri="{FF2B5EF4-FFF2-40B4-BE49-F238E27FC236}">
                <a16:creationId xmlns:a16="http://schemas.microsoft.com/office/drawing/2014/main" id="{1D51BA68-1E10-4908-AD47-2353125D4808}"/>
              </a:ext>
            </a:extLst>
          </p:cNvPr>
          <p:cNvSpPr>
            <a:spLocks/>
          </p:cNvSpPr>
          <p:nvPr/>
        </p:nvSpPr>
        <p:spPr>
          <a:xfrm>
            <a:off x="1649500" y="69210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1" name="9r7l_1_official_PredictedAtoms_10">
            <a:extLst>
              <a:ext uri="{FF2B5EF4-FFF2-40B4-BE49-F238E27FC236}">
                <a16:creationId xmlns:a16="http://schemas.microsoft.com/office/drawing/2014/main" id="{E6C5B566-B0E7-4424-93CC-AC5ED81BE040}"/>
              </a:ext>
            </a:extLst>
          </p:cNvPr>
          <p:cNvSpPr>
            <a:spLocks/>
          </p:cNvSpPr>
          <p:nvPr/>
        </p:nvSpPr>
        <p:spPr>
          <a:xfrm>
            <a:off x="1442504" y="68466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2" name="9r7l_1_official_PredictedAtoms_11">
            <a:extLst>
              <a:ext uri="{FF2B5EF4-FFF2-40B4-BE49-F238E27FC236}">
                <a16:creationId xmlns:a16="http://schemas.microsoft.com/office/drawing/2014/main" id="{433AB71B-3068-4698-BCEF-94F59E22AB7D}"/>
              </a:ext>
            </a:extLst>
          </p:cNvPr>
          <p:cNvSpPr>
            <a:spLocks/>
          </p:cNvSpPr>
          <p:nvPr/>
        </p:nvSpPr>
        <p:spPr>
          <a:xfrm>
            <a:off x="1646901" y="66702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3" name="9r7l_1_official_PredictedAtoms_12">
            <a:extLst>
              <a:ext uri="{FF2B5EF4-FFF2-40B4-BE49-F238E27FC236}">
                <a16:creationId xmlns:a16="http://schemas.microsoft.com/office/drawing/2014/main" id="{973F3EA8-16B3-49E4-8D3B-802307241203}"/>
              </a:ext>
            </a:extLst>
          </p:cNvPr>
          <p:cNvSpPr>
            <a:spLocks/>
          </p:cNvSpPr>
          <p:nvPr/>
        </p:nvSpPr>
        <p:spPr>
          <a:xfrm>
            <a:off x="1375440" y="67201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4" name="9r7l_1_official_PredictedAtoms_13">
            <a:extLst>
              <a:ext uri="{FF2B5EF4-FFF2-40B4-BE49-F238E27FC236}">
                <a16:creationId xmlns:a16="http://schemas.microsoft.com/office/drawing/2014/main" id="{42EA8FC9-77BA-4AE3-8820-868801AB9541}"/>
              </a:ext>
            </a:extLst>
          </p:cNvPr>
          <p:cNvSpPr>
            <a:spLocks/>
          </p:cNvSpPr>
          <p:nvPr/>
        </p:nvSpPr>
        <p:spPr>
          <a:xfrm>
            <a:off x="1247001" y="6672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5" name="9r7l_1_official_PredictedAtoms_14">
            <a:extLst>
              <a:ext uri="{FF2B5EF4-FFF2-40B4-BE49-F238E27FC236}">
                <a16:creationId xmlns:a16="http://schemas.microsoft.com/office/drawing/2014/main" id="{79648338-CB38-4E93-953B-A442333D36C1}"/>
              </a:ext>
            </a:extLst>
          </p:cNvPr>
          <p:cNvSpPr>
            <a:spLocks/>
          </p:cNvSpPr>
          <p:nvPr/>
        </p:nvSpPr>
        <p:spPr>
          <a:xfrm>
            <a:off x="1239611" y="65220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6" name="9r7l_1_official_PredictedAtoms_15">
            <a:extLst>
              <a:ext uri="{FF2B5EF4-FFF2-40B4-BE49-F238E27FC236}">
                <a16:creationId xmlns:a16="http://schemas.microsoft.com/office/drawing/2014/main" id="{A779E9C0-123A-43FD-A349-F5750B18E470}"/>
              </a:ext>
            </a:extLst>
          </p:cNvPr>
          <p:cNvSpPr>
            <a:spLocks/>
          </p:cNvSpPr>
          <p:nvPr/>
        </p:nvSpPr>
        <p:spPr>
          <a:xfrm>
            <a:off x="1336912" y="64199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7" name="9r7l_1_official_PredictedAtoms_16">
            <a:extLst>
              <a:ext uri="{FF2B5EF4-FFF2-40B4-BE49-F238E27FC236}">
                <a16:creationId xmlns:a16="http://schemas.microsoft.com/office/drawing/2014/main" id="{271273AD-8C13-433F-AB7A-DCA039ECEDD2}"/>
              </a:ext>
            </a:extLst>
          </p:cNvPr>
          <p:cNvSpPr>
            <a:spLocks/>
          </p:cNvSpPr>
          <p:nvPr/>
        </p:nvSpPr>
        <p:spPr>
          <a:xfrm>
            <a:off x="1283819" y="6522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8" name="9r7l_1_official_PredictedAtoms_17">
            <a:extLst>
              <a:ext uri="{FF2B5EF4-FFF2-40B4-BE49-F238E27FC236}">
                <a16:creationId xmlns:a16="http://schemas.microsoft.com/office/drawing/2014/main" id="{4FAEE6EA-C6B7-445A-9DCE-EA5B8FDADE46}"/>
              </a:ext>
            </a:extLst>
          </p:cNvPr>
          <p:cNvSpPr>
            <a:spLocks/>
          </p:cNvSpPr>
          <p:nvPr/>
        </p:nvSpPr>
        <p:spPr>
          <a:xfrm>
            <a:off x="1083046" y="64806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9" name="9r7l_1_official_PredictedAtoms_18">
            <a:extLst>
              <a:ext uri="{FF2B5EF4-FFF2-40B4-BE49-F238E27FC236}">
                <a16:creationId xmlns:a16="http://schemas.microsoft.com/office/drawing/2014/main" id="{14B516E9-ED66-42DD-B0B0-605DAC07326B}"/>
              </a:ext>
            </a:extLst>
          </p:cNvPr>
          <p:cNvSpPr>
            <a:spLocks/>
          </p:cNvSpPr>
          <p:nvPr/>
        </p:nvSpPr>
        <p:spPr>
          <a:xfrm>
            <a:off x="1350305" y="68547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0" name="9r7l_1_official_PredictedAtoms_19">
            <a:extLst>
              <a:ext uri="{FF2B5EF4-FFF2-40B4-BE49-F238E27FC236}">
                <a16:creationId xmlns:a16="http://schemas.microsoft.com/office/drawing/2014/main" id="{0517763D-E220-4CFB-B519-ED888CA8E4A9}"/>
              </a:ext>
            </a:extLst>
          </p:cNvPr>
          <p:cNvSpPr>
            <a:spLocks/>
          </p:cNvSpPr>
          <p:nvPr/>
        </p:nvSpPr>
        <p:spPr>
          <a:xfrm>
            <a:off x="1233531" y="68354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1" name="9r7l_1_official_PredictedAtoms_20">
            <a:extLst>
              <a:ext uri="{FF2B5EF4-FFF2-40B4-BE49-F238E27FC236}">
                <a16:creationId xmlns:a16="http://schemas.microsoft.com/office/drawing/2014/main" id="{7492B2E3-71F3-466C-B1FD-3CDDC67FF8EB}"/>
              </a:ext>
            </a:extLst>
          </p:cNvPr>
          <p:cNvSpPr>
            <a:spLocks/>
          </p:cNvSpPr>
          <p:nvPr/>
        </p:nvSpPr>
        <p:spPr>
          <a:xfrm>
            <a:off x="1070710" y="68822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2" name="9r7l_1_official_PredictedAtoms_21">
            <a:extLst>
              <a:ext uri="{FF2B5EF4-FFF2-40B4-BE49-F238E27FC236}">
                <a16:creationId xmlns:a16="http://schemas.microsoft.com/office/drawing/2014/main" id="{80A2E2F8-A91D-4A18-8351-6DE1A7EBE6CD}"/>
              </a:ext>
            </a:extLst>
          </p:cNvPr>
          <p:cNvSpPr>
            <a:spLocks/>
          </p:cNvSpPr>
          <p:nvPr/>
        </p:nvSpPr>
        <p:spPr>
          <a:xfrm>
            <a:off x="1066057" y="70451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3" name="9r7l_1_official_PredictedAtoms_22">
            <a:extLst>
              <a:ext uri="{FF2B5EF4-FFF2-40B4-BE49-F238E27FC236}">
                <a16:creationId xmlns:a16="http://schemas.microsoft.com/office/drawing/2014/main" id="{9C8C1171-2D2D-4D50-9C6A-FD26C707329C}"/>
              </a:ext>
            </a:extLst>
          </p:cNvPr>
          <p:cNvSpPr>
            <a:spLocks/>
          </p:cNvSpPr>
          <p:nvPr/>
        </p:nvSpPr>
        <p:spPr>
          <a:xfrm>
            <a:off x="999616" y="68184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4" name="9r7l_1_official_PredictedAtoms_23">
            <a:extLst>
              <a:ext uri="{FF2B5EF4-FFF2-40B4-BE49-F238E27FC236}">
                <a16:creationId xmlns:a16="http://schemas.microsoft.com/office/drawing/2014/main" id="{76BEFDF1-E299-4952-B86F-8E577EE90AA3}"/>
              </a:ext>
            </a:extLst>
          </p:cNvPr>
          <p:cNvSpPr>
            <a:spLocks/>
          </p:cNvSpPr>
          <p:nvPr/>
        </p:nvSpPr>
        <p:spPr>
          <a:xfrm>
            <a:off x="984934" y="68253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5" name="9r7l_1_official_PredictedAtoms_24">
            <a:extLst>
              <a:ext uri="{FF2B5EF4-FFF2-40B4-BE49-F238E27FC236}">
                <a16:creationId xmlns:a16="http://schemas.microsoft.com/office/drawing/2014/main" id="{87CB00A5-D911-41DF-94DC-659BE609CB20}"/>
              </a:ext>
            </a:extLst>
          </p:cNvPr>
          <p:cNvSpPr>
            <a:spLocks/>
          </p:cNvSpPr>
          <p:nvPr/>
        </p:nvSpPr>
        <p:spPr>
          <a:xfrm>
            <a:off x="1484951" y="69070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6" name="9r7l_1_official_PredictedAtoms_25">
            <a:extLst>
              <a:ext uri="{FF2B5EF4-FFF2-40B4-BE49-F238E27FC236}">
                <a16:creationId xmlns:a16="http://schemas.microsoft.com/office/drawing/2014/main" id="{76713C62-59F1-41DB-80D5-DBC4851103C1}"/>
              </a:ext>
            </a:extLst>
          </p:cNvPr>
          <p:cNvSpPr>
            <a:spLocks/>
          </p:cNvSpPr>
          <p:nvPr/>
        </p:nvSpPr>
        <p:spPr>
          <a:xfrm>
            <a:off x="1453183" y="70414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7" name="9r7l_1_official_PredictedAtoms_26">
            <a:extLst>
              <a:ext uri="{FF2B5EF4-FFF2-40B4-BE49-F238E27FC236}">
                <a16:creationId xmlns:a16="http://schemas.microsoft.com/office/drawing/2014/main" id="{F7329AFC-EDE9-4964-9826-B1372CE816FB}"/>
              </a:ext>
            </a:extLst>
          </p:cNvPr>
          <p:cNvSpPr>
            <a:spLocks/>
          </p:cNvSpPr>
          <p:nvPr/>
        </p:nvSpPr>
        <p:spPr>
          <a:xfrm>
            <a:off x="1573131" y="71374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8" name="9r7l_1_official_PredictedAtoms_27">
            <a:extLst>
              <a:ext uri="{FF2B5EF4-FFF2-40B4-BE49-F238E27FC236}">
                <a16:creationId xmlns:a16="http://schemas.microsoft.com/office/drawing/2014/main" id="{E9A53B8C-3BDA-418E-89CD-5F4E954D3ABC}"/>
              </a:ext>
            </a:extLst>
          </p:cNvPr>
          <p:cNvSpPr>
            <a:spLocks/>
          </p:cNvSpPr>
          <p:nvPr/>
        </p:nvSpPr>
        <p:spPr>
          <a:xfrm>
            <a:off x="1498714" y="72144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9" name="9r7l_1_official_PredictedAtoms_28">
            <a:extLst>
              <a:ext uri="{FF2B5EF4-FFF2-40B4-BE49-F238E27FC236}">
                <a16:creationId xmlns:a16="http://schemas.microsoft.com/office/drawing/2014/main" id="{ACCC2ECA-C674-49E8-A4DB-450E5D8474ED}"/>
              </a:ext>
            </a:extLst>
          </p:cNvPr>
          <p:cNvSpPr>
            <a:spLocks/>
          </p:cNvSpPr>
          <p:nvPr/>
        </p:nvSpPr>
        <p:spPr>
          <a:xfrm>
            <a:off x="1699481" y="7043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0" name="9r7l_1_official_PredictedAtoms_29">
            <a:extLst>
              <a:ext uri="{FF2B5EF4-FFF2-40B4-BE49-F238E27FC236}">
                <a16:creationId xmlns:a16="http://schemas.microsoft.com/office/drawing/2014/main" id="{08C2523F-495C-4B13-954A-3461E3E3F59C}"/>
              </a:ext>
            </a:extLst>
          </p:cNvPr>
          <p:cNvSpPr>
            <a:spLocks/>
          </p:cNvSpPr>
          <p:nvPr/>
        </p:nvSpPr>
        <p:spPr>
          <a:xfrm>
            <a:off x="1636363" y="72482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1" name="9r7l_1_official_PredictedAtoms_30">
            <a:extLst>
              <a:ext uri="{FF2B5EF4-FFF2-40B4-BE49-F238E27FC236}">
                <a16:creationId xmlns:a16="http://schemas.microsoft.com/office/drawing/2014/main" id="{DC112C9C-1E9A-4222-BF6D-8176B9E435C0}"/>
              </a:ext>
            </a:extLst>
          </p:cNvPr>
          <p:cNvSpPr>
            <a:spLocks/>
          </p:cNvSpPr>
          <p:nvPr/>
        </p:nvSpPr>
        <p:spPr>
          <a:xfrm>
            <a:off x="1636011" y="68887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2" name="9r7l_1_official_PredictedAtoms_31">
            <a:extLst>
              <a:ext uri="{FF2B5EF4-FFF2-40B4-BE49-F238E27FC236}">
                <a16:creationId xmlns:a16="http://schemas.microsoft.com/office/drawing/2014/main" id="{E3069A26-4AE4-4D3E-A97A-C0FC631E8F2A}"/>
              </a:ext>
            </a:extLst>
          </p:cNvPr>
          <p:cNvSpPr>
            <a:spLocks/>
          </p:cNvSpPr>
          <p:nvPr/>
        </p:nvSpPr>
        <p:spPr>
          <a:xfrm>
            <a:off x="1721157" y="70132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3" name="9r7l_1_official_PredictedAtoms_32">
            <a:extLst>
              <a:ext uri="{FF2B5EF4-FFF2-40B4-BE49-F238E27FC236}">
                <a16:creationId xmlns:a16="http://schemas.microsoft.com/office/drawing/2014/main" id="{846159B3-6F5F-4A0D-B05C-C0BB8A980B69}"/>
              </a:ext>
            </a:extLst>
          </p:cNvPr>
          <p:cNvSpPr>
            <a:spLocks/>
          </p:cNvSpPr>
          <p:nvPr/>
        </p:nvSpPr>
        <p:spPr>
          <a:xfrm>
            <a:off x="1891743" y="70302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4" name="9r7l_1_official_PredictedAtoms_33">
            <a:extLst>
              <a:ext uri="{FF2B5EF4-FFF2-40B4-BE49-F238E27FC236}">
                <a16:creationId xmlns:a16="http://schemas.microsoft.com/office/drawing/2014/main" id="{40991305-6030-43D2-A70C-B06AA56787F0}"/>
              </a:ext>
            </a:extLst>
          </p:cNvPr>
          <p:cNvSpPr>
            <a:spLocks/>
          </p:cNvSpPr>
          <p:nvPr/>
        </p:nvSpPr>
        <p:spPr>
          <a:xfrm>
            <a:off x="1931334" y="7191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5" name="9r7l_1_official_PredictedAtoms_34">
            <a:extLst>
              <a:ext uri="{FF2B5EF4-FFF2-40B4-BE49-F238E27FC236}">
                <a16:creationId xmlns:a16="http://schemas.microsoft.com/office/drawing/2014/main" id="{BA3891C1-0872-4B1F-BA3D-76910F899939}"/>
              </a:ext>
            </a:extLst>
          </p:cNvPr>
          <p:cNvSpPr>
            <a:spLocks/>
          </p:cNvSpPr>
          <p:nvPr/>
        </p:nvSpPr>
        <p:spPr>
          <a:xfrm>
            <a:off x="1940990" y="69623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6" name="9r7l_1_official_PredictedAtoms_35">
            <a:extLst>
              <a:ext uri="{FF2B5EF4-FFF2-40B4-BE49-F238E27FC236}">
                <a16:creationId xmlns:a16="http://schemas.microsoft.com/office/drawing/2014/main" id="{0F91BABA-7DB2-4F2C-8239-516AEDE492E1}"/>
              </a:ext>
            </a:extLst>
          </p:cNvPr>
          <p:cNvSpPr>
            <a:spLocks/>
          </p:cNvSpPr>
          <p:nvPr/>
        </p:nvSpPr>
        <p:spPr>
          <a:xfrm>
            <a:off x="1969308" y="6951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7" name="stage3-cases-density_34">
            <a:extLst>
              <a:ext uri="{FF2B5EF4-FFF2-40B4-BE49-F238E27FC236}">
                <a16:creationId xmlns:a16="http://schemas.microsoft.com/office/drawing/2014/main" id="{5078262E-4713-4FFE-B293-91F74D81A703}"/>
              </a:ext>
            </a:extLst>
          </p:cNvPr>
          <p:cNvSpPr>
            <a:spLocks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6.21 Å   D 50%   Clash 0</a:t>
            </a:r>
          </a:p>
        </p:txBody>
      </p:sp>
      <p:sp>
        <p:nvSpPr>
          <p:cNvPr id="1108" name="9r7l_1_tuned_Receptor">
            <a:extLst>
              <a:ext uri="{FF2B5EF4-FFF2-40B4-BE49-F238E27FC236}">
                <a16:creationId xmlns:a16="http://schemas.microsoft.com/office/drawing/2014/main" id="{CBCF8454-FC80-4914-8476-5C81A12BE0C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287" y="129983"/>
                </a:moveTo>
                <a:lnTo>
                  <a:pt x="1682111" y="73442"/>
                </a:lnTo>
                <a:moveTo>
                  <a:pt x="1077249" y="255934"/>
                </a:moveTo>
                <a:lnTo>
                  <a:pt x="941787" y="256664"/>
                </a:lnTo>
                <a:moveTo>
                  <a:pt x="1821611" y="440273"/>
                </a:moveTo>
                <a:lnTo>
                  <a:pt x="1750774" y="575538"/>
                </a:lnTo>
                <a:moveTo>
                  <a:pt x="1740031" y="339464"/>
                </a:moveTo>
                <a:lnTo>
                  <a:pt x="1821611" y="440273"/>
                </a:lnTo>
                <a:moveTo>
                  <a:pt x="1185167" y="289947"/>
                </a:moveTo>
                <a:lnTo>
                  <a:pt x="1077249" y="255934"/>
                </a:lnTo>
                <a:moveTo>
                  <a:pt x="1682111" y="73442"/>
                </a:moveTo>
                <a:lnTo>
                  <a:pt x="1763657" y="176296"/>
                </a:lnTo>
                <a:moveTo>
                  <a:pt x="1630642" y="558958"/>
                </a:moveTo>
                <a:lnTo>
                  <a:pt x="1750774" y="575538"/>
                </a:lnTo>
                <a:moveTo>
                  <a:pt x="1763657" y="176296"/>
                </a:moveTo>
                <a:lnTo>
                  <a:pt x="1740031" y="339464"/>
                </a:lnTo>
                <a:moveTo>
                  <a:pt x="1185167" y="289947"/>
                </a:moveTo>
                <a:lnTo>
                  <a:pt x="1235082" y="451011"/>
                </a:lnTo>
                <a:moveTo>
                  <a:pt x="1740031" y="339464"/>
                </a:moveTo>
                <a:lnTo>
                  <a:pt x="1621853" y="417505"/>
                </a:lnTo>
                <a:moveTo>
                  <a:pt x="1621853" y="417505"/>
                </a:moveTo>
                <a:lnTo>
                  <a:pt x="1630642" y="558958"/>
                </a:lnTo>
                <a:moveTo>
                  <a:pt x="2183811" y="237609"/>
                </a:moveTo>
                <a:lnTo>
                  <a:pt x="2222931" y="269300"/>
                </a:lnTo>
                <a:moveTo>
                  <a:pt x="1116034" y="257835"/>
                </a:moveTo>
                <a:lnTo>
                  <a:pt x="1185167" y="289947"/>
                </a:lnTo>
                <a:moveTo>
                  <a:pt x="2183811" y="237609"/>
                </a:moveTo>
                <a:lnTo>
                  <a:pt x="2078673" y="317744"/>
                </a:lnTo>
                <a:moveTo>
                  <a:pt x="2251196" y="126212"/>
                </a:moveTo>
                <a:lnTo>
                  <a:pt x="2183811" y="237609"/>
                </a:lnTo>
                <a:moveTo>
                  <a:pt x="2217736" y="80501"/>
                </a:moveTo>
                <a:lnTo>
                  <a:pt x="2251196" y="126212"/>
                </a:lnTo>
                <a:moveTo>
                  <a:pt x="649014" y="24375"/>
                </a:moveTo>
                <a:lnTo>
                  <a:pt x="764026" y="55236"/>
                </a:lnTo>
                <a:moveTo>
                  <a:pt x="688395" y="1142594"/>
                </a:moveTo>
                <a:lnTo>
                  <a:pt x="825755" y="1156552"/>
                </a:lnTo>
                <a:moveTo>
                  <a:pt x="499680" y="370046"/>
                </a:moveTo>
                <a:lnTo>
                  <a:pt x="565129" y="446407"/>
                </a:lnTo>
                <a:moveTo>
                  <a:pt x="595376" y="1200095"/>
                </a:moveTo>
                <a:lnTo>
                  <a:pt x="688395" y="1142594"/>
                </a:lnTo>
                <a:moveTo>
                  <a:pt x="1989021" y="1326027"/>
                </a:moveTo>
                <a:lnTo>
                  <a:pt x="2023431" y="1187547"/>
                </a:lnTo>
                <a:moveTo>
                  <a:pt x="364290" y="300322"/>
                </a:moveTo>
                <a:lnTo>
                  <a:pt x="499680" y="370046"/>
                </a:lnTo>
                <a:moveTo>
                  <a:pt x="820459" y="1225252"/>
                </a:moveTo>
                <a:lnTo>
                  <a:pt x="825755" y="1156552"/>
                </a:lnTo>
                <a:moveTo>
                  <a:pt x="299766" y="224067"/>
                </a:moveTo>
                <a:lnTo>
                  <a:pt x="364290" y="300322"/>
                </a:lnTo>
                <a:moveTo>
                  <a:pt x="675103" y="1253579"/>
                </a:moveTo>
                <a:lnTo>
                  <a:pt x="595376" y="1200095"/>
                </a:lnTo>
                <a:moveTo>
                  <a:pt x="570430" y="364070"/>
                </a:moveTo>
                <a:lnTo>
                  <a:pt x="499680" y="370046"/>
                </a:lnTo>
                <a:moveTo>
                  <a:pt x="675103" y="1253579"/>
                </a:moveTo>
                <a:lnTo>
                  <a:pt x="820459" y="1225252"/>
                </a:lnTo>
                <a:moveTo>
                  <a:pt x="369069" y="216409"/>
                </a:moveTo>
                <a:lnTo>
                  <a:pt x="299766" y="224067"/>
                </a:lnTo>
                <a:moveTo>
                  <a:pt x="602055" y="1325186"/>
                </a:moveTo>
                <a:lnTo>
                  <a:pt x="675103" y="1253579"/>
                </a:lnTo>
                <a:moveTo>
                  <a:pt x="505384" y="287567"/>
                </a:moveTo>
                <a:lnTo>
                  <a:pt x="570430" y="364070"/>
                </a:lnTo>
                <a:moveTo>
                  <a:pt x="1360130" y="64796"/>
                </a:moveTo>
                <a:lnTo>
                  <a:pt x="1375939" y="158125"/>
                </a:lnTo>
                <a:moveTo>
                  <a:pt x="369069" y="216409"/>
                </a:moveTo>
                <a:lnTo>
                  <a:pt x="505384" y="287567"/>
                </a:lnTo>
                <a:moveTo>
                  <a:pt x="298130" y="133122"/>
                </a:moveTo>
                <a:lnTo>
                  <a:pt x="369069" y="216409"/>
                </a:lnTo>
                <a:moveTo>
                  <a:pt x="1375939" y="158125"/>
                </a:moveTo>
                <a:lnTo>
                  <a:pt x="1270553" y="129127"/>
                </a:lnTo>
                <a:moveTo>
                  <a:pt x="1695693" y="1027297"/>
                </a:moveTo>
                <a:lnTo>
                  <a:pt x="1793145" y="917150"/>
                </a:lnTo>
                <a:moveTo>
                  <a:pt x="1766473" y="1160974"/>
                </a:moveTo>
                <a:lnTo>
                  <a:pt x="1695693" y="1027297"/>
                </a:lnTo>
                <a:moveTo>
                  <a:pt x="1184587" y="12918"/>
                </a:moveTo>
                <a:lnTo>
                  <a:pt x="1270553" y="129127"/>
                </a:lnTo>
                <a:moveTo>
                  <a:pt x="186089" y="14104"/>
                </a:moveTo>
                <a:lnTo>
                  <a:pt x="298130" y="133122"/>
                </a:lnTo>
                <a:moveTo>
                  <a:pt x="1686786" y="1307751"/>
                </a:moveTo>
                <a:lnTo>
                  <a:pt x="1766473" y="1160974"/>
                </a:lnTo>
                <a:moveTo>
                  <a:pt x="1793145" y="917150"/>
                </a:moveTo>
                <a:lnTo>
                  <a:pt x="1924804" y="974644"/>
                </a:lnTo>
                <a:moveTo>
                  <a:pt x="1766473" y="1160974"/>
                </a:moveTo>
                <a:lnTo>
                  <a:pt x="1911276" y="1127046"/>
                </a:lnTo>
                <a:moveTo>
                  <a:pt x="1911276" y="1127046"/>
                </a:moveTo>
                <a:lnTo>
                  <a:pt x="1924804" y="974644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09" name="9r7l_1_tuned_ExperimentalDensity">
            <a:extLst>
              <a:ext uri="{FF2B5EF4-FFF2-40B4-BE49-F238E27FC236}">
                <a16:creationId xmlns:a16="http://schemas.microsoft.com/office/drawing/2014/main" id="{5AFC63B6-246C-46F7-A7B0-4C6AC18CF3EA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62" y="222978"/>
                </a:moveTo>
                <a:lnTo>
                  <a:pt x="1557704" y="327360"/>
                </a:lnTo>
                <a:moveTo>
                  <a:pt x="1617458" y="334202"/>
                </a:moveTo>
                <a:lnTo>
                  <a:pt x="1570762" y="222978"/>
                </a:lnTo>
                <a:moveTo>
                  <a:pt x="1617458" y="334202"/>
                </a:moveTo>
                <a:lnTo>
                  <a:pt x="1557704" y="327360"/>
                </a:lnTo>
                <a:moveTo>
                  <a:pt x="1557704" y="327360"/>
                </a:moveTo>
                <a:lnTo>
                  <a:pt x="1525450" y="422628"/>
                </a:lnTo>
                <a:moveTo>
                  <a:pt x="1587791" y="428583"/>
                </a:moveTo>
                <a:lnTo>
                  <a:pt x="1557704" y="327360"/>
                </a:lnTo>
                <a:moveTo>
                  <a:pt x="1080995" y="930591"/>
                </a:moveTo>
                <a:lnTo>
                  <a:pt x="969612" y="898232"/>
                </a:lnTo>
                <a:moveTo>
                  <a:pt x="1002479" y="835444"/>
                </a:moveTo>
                <a:lnTo>
                  <a:pt x="969612" y="898232"/>
                </a:lnTo>
                <a:moveTo>
                  <a:pt x="1084174" y="931470"/>
                </a:moveTo>
                <a:lnTo>
                  <a:pt x="1080995" y="930591"/>
                </a:lnTo>
                <a:moveTo>
                  <a:pt x="1002479" y="835444"/>
                </a:moveTo>
                <a:lnTo>
                  <a:pt x="1080995" y="930591"/>
                </a:lnTo>
                <a:moveTo>
                  <a:pt x="1617458" y="334202"/>
                </a:moveTo>
                <a:lnTo>
                  <a:pt x="1587791" y="428583"/>
                </a:lnTo>
                <a:moveTo>
                  <a:pt x="901814" y="798450"/>
                </a:moveTo>
                <a:lnTo>
                  <a:pt x="969612" y="898232"/>
                </a:lnTo>
                <a:moveTo>
                  <a:pt x="1587791" y="428583"/>
                </a:moveTo>
                <a:lnTo>
                  <a:pt x="1525450" y="422628"/>
                </a:lnTo>
                <a:moveTo>
                  <a:pt x="1042270" y="770640"/>
                </a:moveTo>
                <a:lnTo>
                  <a:pt x="1002479" y="835444"/>
                </a:lnTo>
                <a:moveTo>
                  <a:pt x="1002479" y="835444"/>
                </a:moveTo>
                <a:lnTo>
                  <a:pt x="901814" y="798450"/>
                </a:lnTo>
                <a:moveTo>
                  <a:pt x="1150317" y="829638"/>
                </a:moveTo>
                <a:lnTo>
                  <a:pt x="1080995" y="930591"/>
                </a:lnTo>
                <a:moveTo>
                  <a:pt x="1150317" y="829638"/>
                </a:moveTo>
                <a:lnTo>
                  <a:pt x="1084174" y="931470"/>
                </a:lnTo>
                <a:moveTo>
                  <a:pt x="1223489" y="945586"/>
                </a:moveTo>
                <a:lnTo>
                  <a:pt x="1084174" y="931470"/>
                </a:lnTo>
                <a:moveTo>
                  <a:pt x="1150317" y="829638"/>
                </a:moveTo>
                <a:lnTo>
                  <a:pt x="1002479" y="835444"/>
                </a:lnTo>
                <a:moveTo>
                  <a:pt x="1102588" y="774904"/>
                </a:moveTo>
                <a:lnTo>
                  <a:pt x="1002479" y="835444"/>
                </a:lnTo>
                <a:moveTo>
                  <a:pt x="1042270" y="770640"/>
                </a:moveTo>
                <a:lnTo>
                  <a:pt x="901814" y="798450"/>
                </a:lnTo>
                <a:moveTo>
                  <a:pt x="1084174" y="931470"/>
                </a:moveTo>
                <a:lnTo>
                  <a:pt x="1068003" y="1015426"/>
                </a:lnTo>
                <a:moveTo>
                  <a:pt x="1102588" y="774904"/>
                </a:moveTo>
                <a:lnTo>
                  <a:pt x="1042270" y="770640"/>
                </a:lnTo>
                <a:moveTo>
                  <a:pt x="1068891" y="733944"/>
                </a:moveTo>
                <a:lnTo>
                  <a:pt x="1042270" y="770640"/>
                </a:lnTo>
                <a:moveTo>
                  <a:pt x="1042270" y="770640"/>
                </a:moveTo>
                <a:lnTo>
                  <a:pt x="947305" y="722263"/>
                </a:lnTo>
                <a:moveTo>
                  <a:pt x="947305" y="722263"/>
                </a:moveTo>
                <a:lnTo>
                  <a:pt x="901814" y="798450"/>
                </a:lnTo>
                <a:moveTo>
                  <a:pt x="901814" y="798450"/>
                </a:moveTo>
                <a:lnTo>
                  <a:pt x="833433" y="813054"/>
                </a:lnTo>
                <a:moveTo>
                  <a:pt x="1427934" y="237135"/>
                </a:moveTo>
                <a:lnTo>
                  <a:pt x="1322154" y="197112"/>
                </a:lnTo>
                <a:moveTo>
                  <a:pt x="1465033" y="172798"/>
                </a:moveTo>
                <a:lnTo>
                  <a:pt x="1427934" y="237135"/>
                </a:lnTo>
                <a:moveTo>
                  <a:pt x="1520759" y="254462"/>
                </a:moveTo>
                <a:lnTo>
                  <a:pt x="1427934" y="237135"/>
                </a:lnTo>
                <a:moveTo>
                  <a:pt x="1150317" y="829638"/>
                </a:moveTo>
                <a:lnTo>
                  <a:pt x="1223489" y="945586"/>
                </a:lnTo>
                <a:moveTo>
                  <a:pt x="1242449" y="951889"/>
                </a:moveTo>
                <a:lnTo>
                  <a:pt x="1223489" y="945586"/>
                </a:lnTo>
                <a:moveTo>
                  <a:pt x="1150317" y="829638"/>
                </a:moveTo>
                <a:lnTo>
                  <a:pt x="1102588" y="774904"/>
                </a:lnTo>
                <a:moveTo>
                  <a:pt x="1427934" y="237135"/>
                </a:moveTo>
                <a:lnTo>
                  <a:pt x="1387889" y="339533"/>
                </a:lnTo>
                <a:moveTo>
                  <a:pt x="1226089" y="942584"/>
                </a:moveTo>
                <a:lnTo>
                  <a:pt x="1150317" y="829638"/>
                </a:lnTo>
                <a:moveTo>
                  <a:pt x="969994" y="691555"/>
                </a:moveTo>
                <a:lnTo>
                  <a:pt x="1042270" y="770640"/>
                </a:lnTo>
                <a:moveTo>
                  <a:pt x="1068891" y="733944"/>
                </a:moveTo>
                <a:lnTo>
                  <a:pt x="1102588" y="774904"/>
                </a:lnTo>
                <a:moveTo>
                  <a:pt x="1226089" y="942584"/>
                </a:moveTo>
                <a:lnTo>
                  <a:pt x="1242449" y="951889"/>
                </a:lnTo>
                <a:moveTo>
                  <a:pt x="1226089" y="942584"/>
                </a:moveTo>
                <a:lnTo>
                  <a:pt x="1223489" y="945586"/>
                </a:lnTo>
                <a:moveTo>
                  <a:pt x="1226572" y="943205"/>
                </a:moveTo>
                <a:lnTo>
                  <a:pt x="1242449" y="951889"/>
                </a:lnTo>
                <a:moveTo>
                  <a:pt x="1242449" y="951889"/>
                </a:moveTo>
                <a:lnTo>
                  <a:pt x="1224273" y="948126"/>
                </a:lnTo>
                <a:moveTo>
                  <a:pt x="1224273" y="948126"/>
                </a:moveTo>
                <a:lnTo>
                  <a:pt x="1223489" y="945586"/>
                </a:lnTo>
                <a:moveTo>
                  <a:pt x="1376267" y="99498"/>
                </a:moveTo>
                <a:lnTo>
                  <a:pt x="1427934" y="237135"/>
                </a:lnTo>
                <a:moveTo>
                  <a:pt x="1226572" y="943205"/>
                </a:moveTo>
                <a:lnTo>
                  <a:pt x="1226089" y="942584"/>
                </a:lnTo>
                <a:moveTo>
                  <a:pt x="1226572" y="943205"/>
                </a:moveTo>
                <a:lnTo>
                  <a:pt x="1224273" y="948126"/>
                </a:lnTo>
                <a:moveTo>
                  <a:pt x="1427934" y="237135"/>
                </a:moveTo>
                <a:lnTo>
                  <a:pt x="1284885" y="297366"/>
                </a:lnTo>
                <a:moveTo>
                  <a:pt x="1223489" y="945586"/>
                </a:moveTo>
                <a:lnTo>
                  <a:pt x="1068003" y="1015426"/>
                </a:lnTo>
                <a:moveTo>
                  <a:pt x="1376267" y="99498"/>
                </a:moveTo>
                <a:lnTo>
                  <a:pt x="1322154" y="197112"/>
                </a:lnTo>
                <a:moveTo>
                  <a:pt x="1465033" y="172798"/>
                </a:moveTo>
                <a:lnTo>
                  <a:pt x="1520759" y="254462"/>
                </a:lnTo>
                <a:moveTo>
                  <a:pt x="1224273" y="948126"/>
                </a:moveTo>
                <a:lnTo>
                  <a:pt x="1068003" y="1015426"/>
                </a:lnTo>
                <a:moveTo>
                  <a:pt x="922980" y="689630"/>
                </a:moveTo>
                <a:lnTo>
                  <a:pt x="901814" y="798450"/>
                </a:lnTo>
                <a:moveTo>
                  <a:pt x="1520759" y="254462"/>
                </a:moveTo>
                <a:lnTo>
                  <a:pt x="1387889" y="339533"/>
                </a:lnTo>
                <a:moveTo>
                  <a:pt x="1322154" y="197112"/>
                </a:moveTo>
                <a:lnTo>
                  <a:pt x="1284885" y="297366"/>
                </a:lnTo>
                <a:moveTo>
                  <a:pt x="1465033" y="172798"/>
                </a:moveTo>
                <a:lnTo>
                  <a:pt x="1376267" y="99498"/>
                </a:lnTo>
                <a:moveTo>
                  <a:pt x="1068891" y="733944"/>
                </a:moveTo>
                <a:lnTo>
                  <a:pt x="969994" y="691555"/>
                </a:lnTo>
                <a:moveTo>
                  <a:pt x="969994" y="691555"/>
                </a:moveTo>
                <a:lnTo>
                  <a:pt x="947305" y="722263"/>
                </a:lnTo>
                <a:moveTo>
                  <a:pt x="1387889" y="339533"/>
                </a:moveTo>
                <a:lnTo>
                  <a:pt x="1284885" y="297366"/>
                </a:lnTo>
                <a:moveTo>
                  <a:pt x="922980" y="689630"/>
                </a:moveTo>
                <a:lnTo>
                  <a:pt x="947305" y="722263"/>
                </a:lnTo>
                <a:moveTo>
                  <a:pt x="805096" y="781846"/>
                </a:moveTo>
                <a:lnTo>
                  <a:pt x="833433" y="813054"/>
                </a:lnTo>
                <a:moveTo>
                  <a:pt x="922980" y="689630"/>
                </a:moveTo>
                <a:lnTo>
                  <a:pt x="833433" y="813054"/>
                </a:lnTo>
                <a:moveTo>
                  <a:pt x="1322154" y="197112"/>
                </a:moveTo>
                <a:lnTo>
                  <a:pt x="1243539" y="136105"/>
                </a:lnTo>
                <a:moveTo>
                  <a:pt x="1570614" y="248651"/>
                </a:moveTo>
                <a:lnTo>
                  <a:pt x="1465033" y="172798"/>
                </a:lnTo>
                <a:moveTo>
                  <a:pt x="1267077" y="88515"/>
                </a:moveTo>
                <a:lnTo>
                  <a:pt x="1322154" y="197112"/>
                </a:lnTo>
                <a:moveTo>
                  <a:pt x="1520759" y="254462"/>
                </a:moveTo>
                <a:lnTo>
                  <a:pt x="1508344" y="359149"/>
                </a:lnTo>
                <a:moveTo>
                  <a:pt x="1226572" y="943205"/>
                </a:moveTo>
                <a:lnTo>
                  <a:pt x="1169326" y="1027753"/>
                </a:lnTo>
                <a:moveTo>
                  <a:pt x="1224273" y="948126"/>
                </a:moveTo>
                <a:lnTo>
                  <a:pt x="1169326" y="1027753"/>
                </a:lnTo>
                <a:moveTo>
                  <a:pt x="1570614" y="248651"/>
                </a:moveTo>
                <a:lnTo>
                  <a:pt x="1520759" y="254462"/>
                </a:lnTo>
                <a:moveTo>
                  <a:pt x="1508344" y="359149"/>
                </a:moveTo>
                <a:lnTo>
                  <a:pt x="1387889" y="339533"/>
                </a:lnTo>
                <a:moveTo>
                  <a:pt x="1916192" y="861072"/>
                </a:moveTo>
                <a:lnTo>
                  <a:pt x="1897061" y="891011"/>
                </a:lnTo>
                <a:moveTo>
                  <a:pt x="1520670" y="358696"/>
                </a:moveTo>
                <a:lnTo>
                  <a:pt x="1520759" y="254462"/>
                </a:lnTo>
                <a:moveTo>
                  <a:pt x="1169326" y="1027753"/>
                </a:moveTo>
                <a:lnTo>
                  <a:pt x="1068003" y="1015426"/>
                </a:lnTo>
                <a:moveTo>
                  <a:pt x="1915541" y="884222"/>
                </a:moveTo>
                <a:lnTo>
                  <a:pt x="1897061" y="891011"/>
                </a:lnTo>
                <a:moveTo>
                  <a:pt x="1897061" y="891011"/>
                </a:moveTo>
                <a:lnTo>
                  <a:pt x="1798860" y="845134"/>
                </a:lnTo>
                <a:moveTo>
                  <a:pt x="1405963" y="60906"/>
                </a:moveTo>
                <a:lnTo>
                  <a:pt x="1376267" y="99498"/>
                </a:lnTo>
                <a:moveTo>
                  <a:pt x="969994" y="691555"/>
                </a:moveTo>
                <a:lnTo>
                  <a:pt x="922980" y="689630"/>
                </a:lnTo>
                <a:moveTo>
                  <a:pt x="1906961" y="889234"/>
                </a:moveTo>
                <a:lnTo>
                  <a:pt x="1897061" y="891011"/>
                </a:lnTo>
                <a:moveTo>
                  <a:pt x="1897061" y="891011"/>
                </a:moveTo>
                <a:lnTo>
                  <a:pt x="1748398" y="955579"/>
                </a:lnTo>
                <a:moveTo>
                  <a:pt x="1376267" y="99498"/>
                </a:moveTo>
                <a:lnTo>
                  <a:pt x="1267077" y="88515"/>
                </a:lnTo>
                <a:moveTo>
                  <a:pt x="1520689" y="104117"/>
                </a:moveTo>
                <a:lnTo>
                  <a:pt x="1465033" y="172798"/>
                </a:lnTo>
                <a:moveTo>
                  <a:pt x="1387889" y="339533"/>
                </a:moveTo>
                <a:lnTo>
                  <a:pt x="1364419" y="429126"/>
                </a:lnTo>
                <a:moveTo>
                  <a:pt x="1141552" y="738046"/>
                </a:moveTo>
                <a:lnTo>
                  <a:pt x="1150317" y="829638"/>
                </a:lnTo>
                <a:moveTo>
                  <a:pt x="853772" y="702025"/>
                </a:moveTo>
                <a:lnTo>
                  <a:pt x="833433" y="813054"/>
                </a:lnTo>
                <a:moveTo>
                  <a:pt x="1916192" y="861072"/>
                </a:moveTo>
                <a:lnTo>
                  <a:pt x="1915541" y="884222"/>
                </a:lnTo>
                <a:moveTo>
                  <a:pt x="1190567" y="807962"/>
                </a:moveTo>
                <a:lnTo>
                  <a:pt x="1150317" y="829638"/>
                </a:lnTo>
                <a:moveTo>
                  <a:pt x="1141552" y="738046"/>
                </a:moveTo>
                <a:lnTo>
                  <a:pt x="1102588" y="774904"/>
                </a:lnTo>
                <a:moveTo>
                  <a:pt x="1141552" y="738046"/>
                </a:moveTo>
                <a:lnTo>
                  <a:pt x="1068891" y="733944"/>
                </a:lnTo>
                <a:moveTo>
                  <a:pt x="1596458" y="217072"/>
                </a:moveTo>
                <a:lnTo>
                  <a:pt x="1465033" y="172798"/>
                </a:lnTo>
                <a:moveTo>
                  <a:pt x="1818224" y="815847"/>
                </a:moveTo>
                <a:lnTo>
                  <a:pt x="1897061" y="891011"/>
                </a:lnTo>
                <a:moveTo>
                  <a:pt x="1111663" y="704571"/>
                </a:moveTo>
                <a:lnTo>
                  <a:pt x="1068891" y="733944"/>
                </a:lnTo>
                <a:moveTo>
                  <a:pt x="1578984" y="1036178"/>
                </a:moveTo>
                <a:lnTo>
                  <a:pt x="1469324" y="999153"/>
                </a:lnTo>
                <a:moveTo>
                  <a:pt x="1190567" y="807962"/>
                </a:moveTo>
                <a:lnTo>
                  <a:pt x="1226089" y="942584"/>
                </a:lnTo>
                <a:moveTo>
                  <a:pt x="1520689" y="104117"/>
                </a:moveTo>
                <a:lnTo>
                  <a:pt x="1376267" y="99498"/>
                </a:lnTo>
                <a:moveTo>
                  <a:pt x="1915541" y="884222"/>
                </a:moveTo>
                <a:lnTo>
                  <a:pt x="1906961" y="889234"/>
                </a:lnTo>
                <a:moveTo>
                  <a:pt x="1951200" y="237529"/>
                </a:moveTo>
                <a:lnTo>
                  <a:pt x="1953315" y="246763"/>
                </a:lnTo>
                <a:moveTo>
                  <a:pt x="1228982" y="890137"/>
                </a:moveTo>
                <a:lnTo>
                  <a:pt x="1226089" y="942584"/>
                </a:lnTo>
                <a:moveTo>
                  <a:pt x="1917012" y="875599"/>
                </a:moveTo>
                <a:lnTo>
                  <a:pt x="1916192" y="861072"/>
                </a:lnTo>
                <a:moveTo>
                  <a:pt x="1798860" y="845134"/>
                </a:moveTo>
                <a:lnTo>
                  <a:pt x="1748398" y="955579"/>
                </a:lnTo>
                <a:moveTo>
                  <a:pt x="1520670" y="358696"/>
                </a:moveTo>
                <a:lnTo>
                  <a:pt x="1508344" y="359149"/>
                </a:lnTo>
                <a:moveTo>
                  <a:pt x="1474393" y="66509"/>
                </a:moveTo>
                <a:lnTo>
                  <a:pt x="1376267" y="99498"/>
                </a:lnTo>
                <a:moveTo>
                  <a:pt x="1570614" y="248651"/>
                </a:moveTo>
                <a:lnTo>
                  <a:pt x="1520670" y="358696"/>
                </a:lnTo>
                <a:moveTo>
                  <a:pt x="1228982" y="890137"/>
                </a:moveTo>
                <a:lnTo>
                  <a:pt x="1226572" y="943205"/>
                </a:lnTo>
                <a:moveTo>
                  <a:pt x="1916192" y="861072"/>
                </a:moveTo>
                <a:lnTo>
                  <a:pt x="1818224" y="815847"/>
                </a:lnTo>
                <a:moveTo>
                  <a:pt x="1634324" y="931680"/>
                </a:moveTo>
                <a:lnTo>
                  <a:pt x="1578984" y="1036178"/>
                </a:lnTo>
                <a:moveTo>
                  <a:pt x="1906961" y="889234"/>
                </a:moveTo>
                <a:lnTo>
                  <a:pt x="1748398" y="955579"/>
                </a:lnTo>
                <a:moveTo>
                  <a:pt x="1917012" y="875599"/>
                </a:moveTo>
                <a:lnTo>
                  <a:pt x="1915541" y="884222"/>
                </a:lnTo>
                <a:moveTo>
                  <a:pt x="1798860" y="845134"/>
                </a:moveTo>
                <a:lnTo>
                  <a:pt x="1641854" y="916147"/>
                </a:lnTo>
                <a:moveTo>
                  <a:pt x="1387889" y="339533"/>
                </a:moveTo>
                <a:lnTo>
                  <a:pt x="1269011" y="381092"/>
                </a:lnTo>
                <a:moveTo>
                  <a:pt x="1015319" y="654392"/>
                </a:moveTo>
                <a:lnTo>
                  <a:pt x="1068891" y="733944"/>
                </a:lnTo>
                <a:moveTo>
                  <a:pt x="1818224" y="815847"/>
                </a:moveTo>
                <a:lnTo>
                  <a:pt x="1798860" y="845134"/>
                </a:lnTo>
                <a:moveTo>
                  <a:pt x="1917012" y="875599"/>
                </a:moveTo>
                <a:lnTo>
                  <a:pt x="1906961" y="889234"/>
                </a:lnTo>
                <a:moveTo>
                  <a:pt x="1076191" y="1055803"/>
                </a:moveTo>
                <a:lnTo>
                  <a:pt x="1068003" y="1015426"/>
                </a:lnTo>
                <a:moveTo>
                  <a:pt x="1748398" y="955579"/>
                </a:moveTo>
                <a:lnTo>
                  <a:pt x="1641854" y="916147"/>
                </a:lnTo>
                <a:moveTo>
                  <a:pt x="1508344" y="359149"/>
                </a:moveTo>
                <a:lnTo>
                  <a:pt x="1364419" y="429126"/>
                </a:lnTo>
                <a:moveTo>
                  <a:pt x="1267077" y="88515"/>
                </a:moveTo>
                <a:lnTo>
                  <a:pt x="1243539" y="136105"/>
                </a:lnTo>
                <a:moveTo>
                  <a:pt x="1818637" y="451112"/>
                </a:moveTo>
                <a:lnTo>
                  <a:pt x="1742726" y="430632"/>
                </a:lnTo>
                <a:moveTo>
                  <a:pt x="853772" y="702025"/>
                </a:moveTo>
                <a:lnTo>
                  <a:pt x="805096" y="781846"/>
                </a:lnTo>
                <a:moveTo>
                  <a:pt x="1641854" y="916147"/>
                </a:moveTo>
                <a:lnTo>
                  <a:pt x="1634324" y="931680"/>
                </a:lnTo>
                <a:moveTo>
                  <a:pt x="922980" y="689630"/>
                </a:moveTo>
                <a:lnTo>
                  <a:pt x="853772" y="702025"/>
                </a:lnTo>
                <a:moveTo>
                  <a:pt x="1938787" y="306122"/>
                </a:moveTo>
                <a:lnTo>
                  <a:pt x="1953315" y="246763"/>
                </a:lnTo>
                <a:moveTo>
                  <a:pt x="1284885" y="297366"/>
                </a:moveTo>
                <a:lnTo>
                  <a:pt x="1269011" y="381092"/>
                </a:lnTo>
                <a:moveTo>
                  <a:pt x="1667698" y="1043073"/>
                </a:moveTo>
                <a:lnTo>
                  <a:pt x="1578984" y="1036178"/>
                </a:lnTo>
                <a:moveTo>
                  <a:pt x="1761363" y="402198"/>
                </a:moveTo>
                <a:lnTo>
                  <a:pt x="1742726" y="430632"/>
                </a:lnTo>
                <a:moveTo>
                  <a:pt x="1596458" y="217072"/>
                </a:moveTo>
                <a:lnTo>
                  <a:pt x="1570614" y="248651"/>
                </a:lnTo>
                <a:moveTo>
                  <a:pt x="1778652" y="819230"/>
                </a:moveTo>
                <a:lnTo>
                  <a:pt x="1798860" y="845134"/>
                </a:lnTo>
                <a:moveTo>
                  <a:pt x="1615615" y="244140"/>
                </a:moveTo>
                <a:lnTo>
                  <a:pt x="1570614" y="248651"/>
                </a:lnTo>
                <a:moveTo>
                  <a:pt x="1845361" y="490046"/>
                </a:moveTo>
                <a:lnTo>
                  <a:pt x="1818637" y="451112"/>
                </a:lnTo>
                <a:moveTo>
                  <a:pt x="1859985" y="461787"/>
                </a:moveTo>
                <a:lnTo>
                  <a:pt x="1818637" y="451112"/>
                </a:lnTo>
                <a:moveTo>
                  <a:pt x="1810809" y="571239"/>
                </a:moveTo>
                <a:lnTo>
                  <a:pt x="1742726" y="430632"/>
                </a:lnTo>
                <a:moveTo>
                  <a:pt x="1859985" y="461787"/>
                </a:moveTo>
                <a:lnTo>
                  <a:pt x="1845361" y="490046"/>
                </a:lnTo>
                <a:moveTo>
                  <a:pt x="1761363" y="402198"/>
                </a:moveTo>
                <a:lnTo>
                  <a:pt x="1818637" y="451112"/>
                </a:lnTo>
                <a:moveTo>
                  <a:pt x="1742726" y="430632"/>
                </a:moveTo>
                <a:lnTo>
                  <a:pt x="1701513" y="533933"/>
                </a:lnTo>
                <a:moveTo>
                  <a:pt x="1474393" y="66509"/>
                </a:moveTo>
                <a:lnTo>
                  <a:pt x="1405963" y="60906"/>
                </a:lnTo>
                <a:moveTo>
                  <a:pt x="1015319" y="654392"/>
                </a:moveTo>
                <a:lnTo>
                  <a:pt x="969994" y="691555"/>
                </a:lnTo>
                <a:moveTo>
                  <a:pt x="1578984" y="1036178"/>
                </a:moveTo>
                <a:lnTo>
                  <a:pt x="1551990" y="1128494"/>
                </a:lnTo>
                <a:moveTo>
                  <a:pt x="1434687" y="22381"/>
                </a:moveTo>
                <a:lnTo>
                  <a:pt x="1405963" y="60906"/>
                </a:lnTo>
                <a:moveTo>
                  <a:pt x="1235432" y="118995"/>
                </a:moveTo>
                <a:lnTo>
                  <a:pt x="1243539" y="136105"/>
                </a:lnTo>
                <a:moveTo>
                  <a:pt x="1859985" y="461787"/>
                </a:moveTo>
                <a:lnTo>
                  <a:pt x="1761363" y="402198"/>
                </a:lnTo>
                <a:moveTo>
                  <a:pt x="1938787" y="306122"/>
                </a:moveTo>
                <a:lnTo>
                  <a:pt x="1951200" y="237529"/>
                </a:lnTo>
                <a:moveTo>
                  <a:pt x="1818637" y="451112"/>
                </a:moveTo>
                <a:lnTo>
                  <a:pt x="1810809" y="571239"/>
                </a:lnTo>
                <a:moveTo>
                  <a:pt x="1267077" y="88515"/>
                </a:moveTo>
                <a:lnTo>
                  <a:pt x="1235432" y="118995"/>
                </a:lnTo>
                <a:moveTo>
                  <a:pt x="1845361" y="490046"/>
                </a:moveTo>
                <a:lnTo>
                  <a:pt x="1810809" y="571239"/>
                </a:lnTo>
                <a:moveTo>
                  <a:pt x="1526682" y="915973"/>
                </a:moveTo>
                <a:lnTo>
                  <a:pt x="1578984" y="1036178"/>
                </a:lnTo>
                <a:moveTo>
                  <a:pt x="1634324" y="931680"/>
                </a:moveTo>
                <a:lnTo>
                  <a:pt x="1667698" y="1043073"/>
                </a:lnTo>
                <a:moveTo>
                  <a:pt x="1508344" y="359149"/>
                </a:moveTo>
                <a:lnTo>
                  <a:pt x="1448273" y="441211"/>
                </a:lnTo>
                <a:moveTo>
                  <a:pt x="1578984" y="1036178"/>
                </a:moveTo>
                <a:lnTo>
                  <a:pt x="1444160" y="1090056"/>
                </a:lnTo>
                <a:moveTo>
                  <a:pt x="1526682" y="915973"/>
                </a:moveTo>
                <a:lnTo>
                  <a:pt x="1469324" y="999153"/>
                </a:lnTo>
                <a:moveTo>
                  <a:pt x="1325225" y="12228"/>
                </a:moveTo>
                <a:lnTo>
                  <a:pt x="1376267" y="99498"/>
                </a:lnTo>
                <a:moveTo>
                  <a:pt x="1818224" y="815847"/>
                </a:moveTo>
                <a:lnTo>
                  <a:pt x="1778652" y="819230"/>
                </a:lnTo>
                <a:moveTo>
                  <a:pt x="1653903" y="377511"/>
                </a:moveTo>
                <a:lnTo>
                  <a:pt x="1570614" y="248651"/>
                </a:lnTo>
                <a:moveTo>
                  <a:pt x="1469324" y="999153"/>
                </a:moveTo>
                <a:lnTo>
                  <a:pt x="1444160" y="1090056"/>
                </a:lnTo>
                <a:moveTo>
                  <a:pt x="2033752" y="360510"/>
                </a:moveTo>
                <a:lnTo>
                  <a:pt x="1938787" y="306122"/>
                </a:lnTo>
                <a:moveTo>
                  <a:pt x="1169326" y="1027753"/>
                </a:moveTo>
                <a:lnTo>
                  <a:pt x="1076191" y="1055803"/>
                </a:lnTo>
                <a:moveTo>
                  <a:pt x="1906961" y="889234"/>
                </a:moveTo>
                <a:lnTo>
                  <a:pt x="1846025" y="961799"/>
                </a:lnTo>
                <a:moveTo>
                  <a:pt x="1228982" y="890137"/>
                </a:moveTo>
                <a:lnTo>
                  <a:pt x="1169326" y="1027753"/>
                </a:lnTo>
                <a:moveTo>
                  <a:pt x="1846025" y="961799"/>
                </a:moveTo>
                <a:lnTo>
                  <a:pt x="1748398" y="955579"/>
                </a:lnTo>
                <a:moveTo>
                  <a:pt x="1845361" y="490046"/>
                </a:moveTo>
                <a:lnTo>
                  <a:pt x="1862344" y="582444"/>
                </a:lnTo>
                <a:moveTo>
                  <a:pt x="1653903" y="377511"/>
                </a:moveTo>
                <a:lnTo>
                  <a:pt x="1520670" y="358696"/>
                </a:lnTo>
                <a:moveTo>
                  <a:pt x="1708597" y="806196"/>
                </a:moveTo>
                <a:lnTo>
                  <a:pt x="1798860" y="845134"/>
                </a:lnTo>
                <a:moveTo>
                  <a:pt x="1742726" y="430632"/>
                </a:moveTo>
                <a:lnTo>
                  <a:pt x="1653903" y="377511"/>
                </a:lnTo>
                <a:moveTo>
                  <a:pt x="1748398" y="955579"/>
                </a:moveTo>
                <a:lnTo>
                  <a:pt x="1719732" y="1049187"/>
                </a:lnTo>
                <a:moveTo>
                  <a:pt x="1596458" y="217072"/>
                </a:moveTo>
                <a:lnTo>
                  <a:pt x="1520689" y="104117"/>
                </a:lnTo>
                <a:moveTo>
                  <a:pt x="800591" y="742105"/>
                </a:moveTo>
                <a:lnTo>
                  <a:pt x="805096" y="781846"/>
                </a:lnTo>
                <a:moveTo>
                  <a:pt x="1015319" y="654392"/>
                </a:moveTo>
                <a:lnTo>
                  <a:pt x="922980" y="689630"/>
                </a:lnTo>
                <a:moveTo>
                  <a:pt x="1810809" y="571239"/>
                </a:moveTo>
                <a:lnTo>
                  <a:pt x="1701513" y="533933"/>
                </a:lnTo>
                <a:moveTo>
                  <a:pt x="1659696" y="368260"/>
                </a:moveTo>
                <a:lnTo>
                  <a:pt x="1742726" y="430632"/>
                </a:lnTo>
                <a:moveTo>
                  <a:pt x="1520689" y="104117"/>
                </a:moveTo>
                <a:lnTo>
                  <a:pt x="1474393" y="66509"/>
                </a:lnTo>
                <a:moveTo>
                  <a:pt x="1917012" y="875599"/>
                </a:moveTo>
                <a:lnTo>
                  <a:pt x="1846025" y="961799"/>
                </a:lnTo>
                <a:moveTo>
                  <a:pt x="1634324" y="931680"/>
                </a:moveTo>
                <a:lnTo>
                  <a:pt x="1526682" y="915973"/>
                </a:lnTo>
                <a:moveTo>
                  <a:pt x="1641854" y="916147"/>
                </a:moveTo>
                <a:lnTo>
                  <a:pt x="1526682" y="915973"/>
                </a:lnTo>
                <a:moveTo>
                  <a:pt x="1596458" y="217072"/>
                </a:moveTo>
                <a:lnTo>
                  <a:pt x="1615615" y="244140"/>
                </a:lnTo>
                <a:moveTo>
                  <a:pt x="1719732" y="1049187"/>
                </a:moveTo>
                <a:lnTo>
                  <a:pt x="1634324" y="931680"/>
                </a:lnTo>
                <a:moveTo>
                  <a:pt x="1719732" y="1049187"/>
                </a:moveTo>
                <a:lnTo>
                  <a:pt x="1641854" y="916147"/>
                </a:lnTo>
                <a:moveTo>
                  <a:pt x="1880035" y="728386"/>
                </a:moveTo>
                <a:lnTo>
                  <a:pt x="1916192" y="861072"/>
                </a:lnTo>
                <a:moveTo>
                  <a:pt x="1862344" y="582444"/>
                </a:moveTo>
                <a:lnTo>
                  <a:pt x="1810809" y="571239"/>
                </a:lnTo>
                <a:moveTo>
                  <a:pt x="1362551" y="13409"/>
                </a:moveTo>
                <a:lnTo>
                  <a:pt x="1405963" y="60906"/>
                </a:lnTo>
                <a:moveTo>
                  <a:pt x="1448273" y="441211"/>
                </a:moveTo>
                <a:lnTo>
                  <a:pt x="1364419" y="429126"/>
                </a:lnTo>
                <a:moveTo>
                  <a:pt x="1708597" y="806196"/>
                </a:moveTo>
                <a:lnTo>
                  <a:pt x="1641854" y="916147"/>
                </a:lnTo>
                <a:moveTo>
                  <a:pt x="1434687" y="22381"/>
                </a:moveTo>
                <a:lnTo>
                  <a:pt x="1474393" y="66509"/>
                </a:lnTo>
                <a:moveTo>
                  <a:pt x="1364419" y="429126"/>
                </a:moveTo>
                <a:lnTo>
                  <a:pt x="1269011" y="381092"/>
                </a:lnTo>
                <a:moveTo>
                  <a:pt x="1926153" y="344670"/>
                </a:moveTo>
                <a:lnTo>
                  <a:pt x="1859985" y="461787"/>
                </a:lnTo>
                <a:moveTo>
                  <a:pt x="1503036" y="443782"/>
                </a:moveTo>
                <a:lnTo>
                  <a:pt x="1508344" y="359149"/>
                </a:lnTo>
                <a:moveTo>
                  <a:pt x="1926153" y="344670"/>
                </a:moveTo>
                <a:lnTo>
                  <a:pt x="1761363" y="402198"/>
                </a:lnTo>
                <a:moveTo>
                  <a:pt x="1111663" y="704571"/>
                </a:moveTo>
                <a:lnTo>
                  <a:pt x="1141552" y="738046"/>
                </a:lnTo>
                <a:moveTo>
                  <a:pt x="1761363" y="402198"/>
                </a:moveTo>
                <a:lnTo>
                  <a:pt x="1659696" y="368260"/>
                </a:lnTo>
                <a:moveTo>
                  <a:pt x="1190567" y="807962"/>
                </a:moveTo>
                <a:lnTo>
                  <a:pt x="1141552" y="738046"/>
                </a:lnTo>
                <a:moveTo>
                  <a:pt x="1742726" y="430632"/>
                </a:moveTo>
                <a:lnTo>
                  <a:pt x="1611491" y="481738"/>
                </a:lnTo>
                <a:moveTo>
                  <a:pt x="1641854" y="916147"/>
                </a:moveTo>
                <a:lnTo>
                  <a:pt x="1558712" y="858636"/>
                </a:lnTo>
                <a:moveTo>
                  <a:pt x="1667698" y="1043073"/>
                </a:moveTo>
                <a:lnTo>
                  <a:pt x="1551990" y="1128494"/>
                </a:lnTo>
                <a:moveTo>
                  <a:pt x="1520670" y="358696"/>
                </a:moveTo>
                <a:lnTo>
                  <a:pt x="1503036" y="443782"/>
                </a:lnTo>
                <a:moveTo>
                  <a:pt x="1615615" y="244140"/>
                </a:moveTo>
                <a:lnTo>
                  <a:pt x="1653903" y="377511"/>
                </a:lnTo>
                <a:moveTo>
                  <a:pt x="1922875" y="832347"/>
                </a:moveTo>
                <a:lnTo>
                  <a:pt x="1916192" y="861072"/>
                </a:lnTo>
                <a:moveTo>
                  <a:pt x="1325225" y="12228"/>
                </a:moveTo>
                <a:lnTo>
                  <a:pt x="1405963" y="60906"/>
                </a:lnTo>
                <a:moveTo>
                  <a:pt x="1659696" y="368260"/>
                </a:moveTo>
                <a:lnTo>
                  <a:pt x="1615615" y="244140"/>
                </a:lnTo>
                <a:moveTo>
                  <a:pt x="1719732" y="1049187"/>
                </a:moveTo>
                <a:lnTo>
                  <a:pt x="1667698" y="1043073"/>
                </a:lnTo>
                <a:moveTo>
                  <a:pt x="1364419" y="429126"/>
                </a:moveTo>
                <a:lnTo>
                  <a:pt x="1333890" y="524173"/>
                </a:lnTo>
                <a:moveTo>
                  <a:pt x="1446185" y="937903"/>
                </a:moveTo>
                <a:lnTo>
                  <a:pt x="1469324" y="999153"/>
                </a:lnTo>
                <a:moveTo>
                  <a:pt x="1325225" y="12228"/>
                </a:moveTo>
                <a:lnTo>
                  <a:pt x="1267077" y="88515"/>
                </a:lnTo>
                <a:moveTo>
                  <a:pt x="1190567" y="807962"/>
                </a:moveTo>
                <a:lnTo>
                  <a:pt x="1228982" y="890137"/>
                </a:lnTo>
                <a:moveTo>
                  <a:pt x="1778652" y="819230"/>
                </a:moveTo>
                <a:lnTo>
                  <a:pt x="1708597" y="806196"/>
                </a:lnTo>
                <a:moveTo>
                  <a:pt x="918505" y="632148"/>
                </a:moveTo>
                <a:lnTo>
                  <a:pt x="922980" y="689630"/>
                </a:lnTo>
                <a:moveTo>
                  <a:pt x="853772" y="702025"/>
                </a:moveTo>
                <a:lnTo>
                  <a:pt x="800591" y="742105"/>
                </a:lnTo>
                <a:moveTo>
                  <a:pt x="1880035" y="728386"/>
                </a:moveTo>
                <a:lnTo>
                  <a:pt x="1818224" y="815847"/>
                </a:lnTo>
                <a:moveTo>
                  <a:pt x="2090849" y="287429"/>
                </a:moveTo>
                <a:lnTo>
                  <a:pt x="2033752" y="360510"/>
                </a:lnTo>
                <a:moveTo>
                  <a:pt x="1194710" y="984448"/>
                </a:moveTo>
                <a:lnTo>
                  <a:pt x="1169326" y="1027753"/>
                </a:lnTo>
                <a:moveTo>
                  <a:pt x="909173" y="634118"/>
                </a:moveTo>
                <a:lnTo>
                  <a:pt x="922980" y="689630"/>
                </a:lnTo>
                <a:moveTo>
                  <a:pt x="1941565" y="454118"/>
                </a:moveTo>
                <a:lnTo>
                  <a:pt x="1845361" y="490046"/>
                </a:lnTo>
                <a:moveTo>
                  <a:pt x="1551990" y="1128494"/>
                </a:moveTo>
                <a:lnTo>
                  <a:pt x="1444160" y="1090056"/>
                </a:lnTo>
                <a:moveTo>
                  <a:pt x="1810809" y="571239"/>
                </a:moveTo>
                <a:lnTo>
                  <a:pt x="1778770" y="667452"/>
                </a:lnTo>
                <a:moveTo>
                  <a:pt x="1829307" y="296022"/>
                </a:moveTo>
                <a:lnTo>
                  <a:pt x="1761363" y="402198"/>
                </a:lnTo>
                <a:moveTo>
                  <a:pt x="1434687" y="22381"/>
                </a:moveTo>
                <a:lnTo>
                  <a:pt x="1362551" y="13409"/>
                </a:lnTo>
                <a:moveTo>
                  <a:pt x="1941565" y="454118"/>
                </a:moveTo>
                <a:lnTo>
                  <a:pt x="1859985" y="461787"/>
                </a:lnTo>
                <a:moveTo>
                  <a:pt x="1111663" y="704571"/>
                </a:moveTo>
                <a:lnTo>
                  <a:pt x="1015319" y="654392"/>
                </a:lnTo>
                <a:moveTo>
                  <a:pt x="1701513" y="533933"/>
                </a:moveTo>
                <a:lnTo>
                  <a:pt x="1611491" y="481738"/>
                </a:lnTo>
                <a:moveTo>
                  <a:pt x="1778770" y="667452"/>
                </a:moveTo>
                <a:lnTo>
                  <a:pt x="1778652" y="819230"/>
                </a:lnTo>
                <a:moveTo>
                  <a:pt x="1846025" y="961799"/>
                </a:moveTo>
                <a:lnTo>
                  <a:pt x="1719732" y="1049187"/>
                </a:lnTo>
                <a:moveTo>
                  <a:pt x="1659696" y="368260"/>
                </a:moveTo>
                <a:lnTo>
                  <a:pt x="1653903" y="377511"/>
                </a:lnTo>
                <a:moveTo>
                  <a:pt x="1922875" y="832347"/>
                </a:moveTo>
                <a:lnTo>
                  <a:pt x="1917012" y="875599"/>
                </a:lnTo>
                <a:moveTo>
                  <a:pt x="1862344" y="582444"/>
                </a:moveTo>
                <a:lnTo>
                  <a:pt x="1778770" y="667452"/>
                </a:lnTo>
                <a:moveTo>
                  <a:pt x="1778652" y="819230"/>
                </a:moveTo>
                <a:lnTo>
                  <a:pt x="1728279" y="777920"/>
                </a:lnTo>
                <a:moveTo>
                  <a:pt x="1600740" y="791144"/>
                </a:moveTo>
                <a:lnTo>
                  <a:pt x="1641854" y="916147"/>
                </a:lnTo>
                <a:moveTo>
                  <a:pt x="1880035" y="728386"/>
                </a:moveTo>
                <a:lnTo>
                  <a:pt x="1778652" y="819230"/>
                </a:lnTo>
                <a:moveTo>
                  <a:pt x="1862344" y="582444"/>
                </a:moveTo>
                <a:lnTo>
                  <a:pt x="1864988" y="694281"/>
                </a:lnTo>
                <a:moveTo>
                  <a:pt x="1325225" y="12228"/>
                </a:moveTo>
                <a:lnTo>
                  <a:pt x="1235432" y="118995"/>
                </a:lnTo>
                <a:moveTo>
                  <a:pt x="1958024" y="185411"/>
                </a:moveTo>
                <a:lnTo>
                  <a:pt x="1951200" y="237529"/>
                </a:lnTo>
                <a:moveTo>
                  <a:pt x="1448273" y="441211"/>
                </a:moveTo>
                <a:lnTo>
                  <a:pt x="1333890" y="524173"/>
                </a:lnTo>
                <a:moveTo>
                  <a:pt x="1667698" y="1043073"/>
                </a:moveTo>
                <a:lnTo>
                  <a:pt x="1617827" y="1129976"/>
                </a:lnTo>
                <a:moveTo>
                  <a:pt x="1810809" y="571239"/>
                </a:moveTo>
                <a:lnTo>
                  <a:pt x="1677218" y="624164"/>
                </a:lnTo>
                <a:moveTo>
                  <a:pt x="1558712" y="858636"/>
                </a:moveTo>
                <a:lnTo>
                  <a:pt x="1526682" y="915973"/>
                </a:lnTo>
                <a:moveTo>
                  <a:pt x="1701513" y="533933"/>
                </a:moveTo>
                <a:lnTo>
                  <a:pt x="1677218" y="624164"/>
                </a:lnTo>
                <a:moveTo>
                  <a:pt x="1941565" y="454118"/>
                </a:moveTo>
                <a:lnTo>
                  <a:pt x="1862344" y="582444"/>
                </a:lnTo>
                <a:moveTo>
                  <a:pt x="1653903" y="377511"/>
                </a:moveTo>
                <a:lnTo>
                  <a:pt x="1611491" y="481738"/>
                </a:lnTo>
                <a:moveTo>
                  <a:pt x="1487264" y="0"/>
                </a:moveTo>
                <a:lnTo>
                  <a:pt x="1474393" y="66509"/>
                </a:lnTo>
                <a:moveTo>
                  <a:pt x="1503036" y="443782"/>
                </a:moveTo>
                <a:lnTo>
                  <a:pt x="1448273" y="441211"/>
                </a:lnTo>
                <a:moveTo>
                  <a:pt x="1653903" y="377511"/>
                </a:moveTo>
                <a:lnTo>
                  <a:pt x="1503036" y="443782"/>
                </a:lnTo>
                <a:moveTo>
                  <a:pt x="1986188" y="262626"/>
                </a:moveTo>
                <a:lnTo>
                  <a:pt x="1951200" y="237529"/>
                </a:lnTo>
                <a:moveTo>
                  <a:pt x="1448865" y="0"/>
                </a:moveTo>
                <a:lnTo>
                  <a:pt x="1434687" y="22381"/>
                </a:lnTo>
                <a:moveTo>
                  <a:pt x="1449031" y="0"/>
                </a:moveTo>
                <a:lnTo>
                  <a:pt x="1434687" y="22381"/>
                </a:lnTo>
                <a:moveTo>
                  <a:pt x="1431093" y="1041319"/>
                </a:moveTo>
                <a:lnTo>
                  <a:pt x="1469324" y="999153"/>
                </a:lnTo>
                <a:moveTo>
                  <a:pt x="1617827" y="1129976"/>
                </a:moveTo>
                <a:lnTo>
                  <a:pt x="1551990" y="1128494"/>
                </a:lnTo>
                <a:moveTo>
                  <a:pt x="909173" y="634118"/>
                </a:moveTo>
                <a:lnTo>
                  <a:pt x="853772" y="702025"/>
                </a:lnTo>
                <a:moveTo>
                  <a:pt x="1926153" y="344670"/>
                </a:moveTo>
                <a:lnTo>
                  <a:pt x="1829307" y="296022"/>
                </a:lnTo>
                <a:moveTo>
                  <a:pt x="1986188" y="262626"/>
                </a:moveTo>
                <a:lnTo>
                  <a:pt x="2033752" y="360510"/>
                </a:lnTo>
                <a:moveTo>
                  <a:pt x="1926153" y="344670"/>
                </a:moveTo>
                <a:lnTo>
                  <a:pt x="1941565" y="454118"/>
                </a:lnTo>
                <a:moveTo>
                  <a:pt x="1728279" y="777920"/>
                </a:moveTo>
                <a:lnTo>
                  <a:pt x="1708597" y="806196"/>
                </a:lnTo>
                <a:moveTo>
                  <a:pt x="1364419" y="429126"/>
                </a:moveTo>
                <a:lnTo>
                  <a:pt x="1247644" y="469061"/>
                </a:lnTo>
                <a:moveTo>
                  <a:pt x="1569295" y="56942"/>
                </a:moveTo>
                <a:lnTo>
                  <a:pt x="1520689" y="104117"/>
                </a:lnTo>
                <a:moveTo>
                  <a:pt x="1242854" y="737425"/>
                </a:moveTo>
                <a:lnTo>
                  <a:pt x="1141552" y="738046"/>
                </a:lnTo>
                <a:moveTo>
                  <a:pt x="1567814" y="55506"/>
                </a:moveTo>
                <a:lnTo>
                  <a:pt x="1520689" y="104117"/>
                </a:lnTo>
                <a:moveTo>
                  <a:pt x="1448273" y="441211"/>
                </a:moveTo>
                <a:lnTo>
                  <a:pt x="1433637" y="544843"/>
                </a:lnTo>
                <a:moveTo>
                  <a:pt x="1242854" y="737425"/>
                </a:moveTo>
                <a:lnTo>
                  <a:pt x="1111663" y="704571"/>
                </a:lnTo>
                <a:moveTo>
                  <a:pt x="1242854" y="737425"/>
                </a:moveTo>
                <a:lnTo>
                  <a:pt x="1190567" y="807962"/>
                </a:lnTo>
                <a:moveTo>
                  <a:pt x="1722431" y="277977"/>
                </a:moveTo>
                <a:lnTo>
                  <a:pt x="1761363" y="402198"/>
                </a:lnTo>
                <a:moveTo>
                  <a:pt x="1076191" y="1055803"/>
                </a:moveTo>
                <a:lnTo>
                  <a:pt x="968869" y="1039118"/>
                </a:lnTo>
                <a:moveTo>
                  <a:pt x="1569295" y="56942"/>
                </a:moveTo>
                <a:lnTo>
                  <a:pt x="1596458" y="217072"/>
                </a:lnTo>
                <a:moveTo>
                  <a:pt x="1362551" y="13409"/>
                </a:moveTo>
                <a:lnTo>
                  <a:pt x="1325225" y="12228"/>
                </a:lnTo>
                <a:moveTo>
                  <a:pt x="1251880" y="722019"/>
                </a:moveTo>
                <a:lnTo>
                  <a:pt x="1111663" y="704571"/>
                </a:lnTo>
                <a:moveTo>
                  <a:pt x="1567814" y="55506"/>
                </a:moveTo>
                <a:lnTo>
                  <a:pt x="1474393" y="66509"/>
                </a:lnTo>
                <a:moveTo>
                  <a:pt x="1526682" y="915973"/>
                </a:moveTo>
                <a:lnTo>
                  <a:pt x="1446185" y="937903"/>
                </a:lnTo>
                <a:moveTo>
                  <a:pt x="1117374" y="1031278"/>
                </a:moveTo>
                <a:lnTo>
                  <a:pt x="1169326" y="1027753"/>
                </a:lnTo>
                <a:moveTo>
                  <a:pt x="1922875" y="832347"/>
                </a:moveTo>
                <a:lnTo>
                  <a:pt x="1846025" y="961799"/>
                </a:lnTo>
                <a:moveTo>
                  <a:pt x="1864988" y="694281"/>
                </a:moveTo>
                <a:lnTo>
                  <a:pt x="1778770" y="667452"/>
                </a:lnTo>
                <a:moveTo>
                  <a:pt x="1228982" y="890137"/>
                </a:moveTo>
                <a:lnTo>
                  <a:pt x="1194710" y="984448"/>
                </a:lnTo>
                <a:moveTo>
                  <a:pt x="1255450" y="736765"/>
                </a:moveTo>
                <a:lnTo>
                  <a:pt x="1190567" y="807962"/>
                </a:lnTo>
                <a:moveTo>
                  <a:pt x="1460969" y="547742"/>
                </a:moveTo>
                <a:lnTo>
                  <a:pt x="1448273" y="441211"/>
                </a:lnTo>
                <a:moveTo>
                  <a:pt x="1701513" y="533933"/>
                </a:moveTo>
                <a:lnTo>
                  <a:pt x="1580576" y="577083"/>
                </a:lnTo>
                <a:moveTo>
                  <a:pt x="1611491" y="481738"/>
                </a:moveTo>
                <a:lnTo>
                  <a:pt x="1503036" y="443782"/>
                </a:lnTo>
                <a:moveTo>
                  <a:pt x="1778770" y="667452"/>
                </a:moveTo>
                <a:lnTo>
                  <a:pt x="1728279" y="777920"/>
                </a:lnTo>
                <a:moveTo>
                  <a:pt x="1880035" y="728386"/>
                </a:moveTo>
                <a:lnTo>
                  <a:pt x="1778770" y="667452"/>
                </a:lnTo>
                <a:moveTo>
                  <a:pt x="1846025" y="961799"/>
                </a:moveTo>
                <a:lnTo>
                  <a:pt x="1796796" y="1049008"/>
                </a:lnTo>
                <a:moveTo>
                  <a:pt x="1880035" y="728386"/>
                </a:moveTo>
                <a:lnTo>
                  <a:pt x="1864988" y="694281"/>
                </a:lnTo>
                <a:moveTo>
                  <a:pt x="1796796" y="1049008"/>
                </a:moveTo>
                <a:lnTo>
                  <a:pt x="1719732" y="1049187"/>
                </a:lnTo>
                <a:moveTo>
                  <a:pt x="1333890" y="524173"/>
                </a:moveTo>
                <a:lnTo>
                  <a:pt x="1290401" y="629232"/>
                </a:lnTo>
                <a:moveTo>
                  <a:pt x="1950475" y="568930"/>
                </a:moveTo>
                <a:lnTo>
                  <a:pt x="1862344" y="582444"/>
                </a:lnTo>
                <a:moveTo>
                  <a:pt x="1986188" y="262626"/>
                </a:moveTo>
                <a:lnTo>
                  <a:pt x="1938787" y="306122"/>
                </a:lnTo>
                <a:moveTo>
                  <a:pt x="1381588" y="0"/>
                </a:moveTo>
                <a:lnTo>
                  <a:pt x="1362551" y="13409"/>
                </a:lnTo>
                <a:moveTo>
                  <a:pt x="1433637" y="544843"/>
                </a:moveTo>
                <a:lnTo>
                  <a:pt x="1333890" y="524173"/>
                </a:lnTo>
                <a:moveTo>
                  <a:pt x="1238604" y="341664"/>
                </a:moveTo>
                <a:lnTo>
                  <a:pt x="1269011" y="381092"/>
                </a:lnTo>
                <a:moveTo>
                  <a:pt x="1708597" y="806196"/>
                </a:moveTo>
                <a:lnTo>
                  <a:pt x="1600740" y="791144"/>
                </a:lnTo>
                <a:moveTo>
                  <a:pt x="1163485" y="647585"/>
                </a:moveTo>
                <a:lnTo>
                  <a:pt x="1111663" y="704571"/>
                </a:lnTo>
                <a:moveTo>
                  <a:pt x="1380025" y="0"/>
                </a:moveTo>
                <a:lnTo>
                  <a:pt x="1362551" y="13409"/>
                </a:lnTo>
                <a:moveTo>
                  <a:pt x="1255450" y="736765"/>
                </a:moveTo>
                <a:lnTo>
                  <a:pt x="1228982" y="890137"/>
                </a:lnTo>
                <a:moveTo>
                  <a:pt x="1636154" y="198534"/>
                </a:moveTo>
                <a:lnTo>
                  <a:pt x="1596458" y="217072"/>
                </a:lnTo>
                <a:moveTo>
                  <a:pt x="1635787" y="198204"/>
                </a:moveTo>
                <a:lnTo>
                  <a:pt x="1596458" y="217072"/>
                </a:lnTo>
                <a:moveTo>
                  <a:pt x="1558712" y="858636"/>
                </a:moveTo>
                <a:lnTo>
                  <a:pt x="1446185" y="937903"/>
                </a:lnTo>
                <a:moveTo>
                  <a:pt x="1636154" y="198534"/>
                </a:moveTo>
                <a:lnTo>
                  <a:pt x="1615615" y="244140"/>
                </a:lnTo>
                <a:moveTo>
                  <a:pt x="1015319" y="654392"/>
                </a:moveTo>
                <a:lnTo>
                  <a:pt x="918505" y="632148"/>
                </a:lnTo>
                <a:moveTo>
                  <a:pt x="1778770" y="667452"/>
                </a:moveTo>
                <a:lnTo>
                  <a:pt x="1677218" y="624164"/>
                </a:lnTo>
                <a:moveTo>
                  <a:pt x="1249433" y="70285"/>
                </a:moveTo>
                <a:lnTo>
                  <a:pt x="1235432" y="118995"/>
                </a:lnTo>
                <a:moveTo>
                  <a:pt x="1600740" y="791144"/>
                </a:moveTo>
                <a:lnTo>
                  <a:pt x="1558712" y="858636"/>
                </a:lnTo>
                <a:moveTo>
                  <a:pt x="909173" y="634118"/>
                </a:moveTo>
                <a:lnTo>
                  <a:pt x="800591" y="742105"/>
                </a:lnTo>
                <a:moveTo>
                  <a:pt x="1269011" y="381092"/>
                </a:moveTo>
                <a:lnTo>
                  <a:pt x="1247644" y="469061"/>
                </a:lnTo>
                <a:moveTo>
                  <a:pt x="1408016" y="660111"/>
                </a:moveTo>
                <a:lnTo>
                  <a:pt x="1333890" y="524173"/>
                </a:lnTo>
                <a:moveTo>
                  <a:pt x="1556207" y="1170021"/>
                </a:moveTo>
                <a:lnTo>
                  <a:pt x="1551990" y="1128494"/>
                </a:lnTo>
                <a:moveTo>
                  <a:pt x="1706969" y="1130509"/>
                </a:moveTo>
                <a:lnTo>
                  <a:pt x="1667698" y="1043073"/>
                </a:lnTo>
                <a:moveTo>
                  <a:pt x="1722431" y="277977"/>
                </a:moveTo>
                <a:lnTo>
                  <a:pt x="1659696" y="368260"/>
                </a:lnTo>
                <a:moveTo>
                  <a:pt x="1611491" y="481738"/>
                </a:moveTo>
                <a:lnTo>
                  <a:pt x="1460969" y="547742"/>
                </a:lnTo>
                <a:moveTo>
                  <a:pt x="1922875" y="832347"/>
                </a:moveTo>
                <a:lnTo>
                  <a:pt x="1880035" y="728386"/>
                </a:lnTo>
                <a:moveTo>
                  <a:pt x="1556207" y="1170021"/>
                </a:moveTo>
                <a:lnTo>
                  <a:pt x="1444160" y="1090056"/>
                </a:lnTo>
                <a:moveTo>
                  <a:pt x="1728279" y="777920"/>
                </a:moveTo>
                <a:lnTo>
                  <a:pt x="1600740" y="791144"/>
                </a:lnTo>
                <a:moveTo>
                  <a:pt x="1503036" y="443782"/>
                </a:moveTo>
                <a:lnTo>
                  <a:pt x="1460969" y="547742"/>
                </a:lnTo>
                <a:moveTo>
                  <a:pt x="1636154" y="198534"/>
                </a:moveTo>
                <a:lnTo>
                  <a:pt x="1659696" y="368260"/>
                </a:lnTo>
                <a:moveTo>
                  <a:pt x="1333890" y="524173"/>
                </a:moveTo>
                <a:lnTo>
                  <a:pt x="1247644" y="469061"/>
                </a:lnTo>
                <a:moveTo>
                  <a:pt x="1444278" y="580257"/>
                </a:moveTo>
                <a:lnTo>
                  <a:pt x="1433637" y="544843"/>
                </a:lnTo>
                <a:moveTo>
                  <a:pt x="1431093" y="1041319"/>
                </a:moveTo>
                <a:lnTo>
                  <a:pt x="1444160" y="1090056"/>
                </a:lnTo>
                <a:moveTo>
                  <a:pt x="1907996" y="935864"/>
                </a:moveTo>
                <a:lnTo>
                  <a:pt x="1846025" y="961799"/>
                </a:lnTo>
                <a:moveTo>
                  <a:pt x="1062594" y="611280"/>
                </a:moveTo>
                <a:lnTo>
                  <a:pt x="1111663" y="704571"/>
                </a:lnTo>
                <a:moveTo>
                  <a:pt x="1408016" y="660111"/>
                </a:moveTo>
                <a:lnTo>
                  <a:pt x="1290401" y="629232"/>
                </a:lnTo>
                <a:moveTo>
                  <a:pt x="1460969" y="547742"/>
                </a:moveTo>
                <a:lnTo>
                  <a:pt x="1433637" y="544843"/>
                </a:lnTo>
                <a:moveTo>
                  <a:pt x="1719732" y="1049187"/>
                </a:moveTo>
                <a:lnTo>
                  <a:pt x="1706969" y="1130509"/>
                </a:lnTo>
                <a:moveTo>
                  <a:pt x="1433637" y="544843"/>
                </a:moveTo>
                <a:lnTo>
                  <a:pt x="1408016" y="660111"/>
                </a:lnTo>
                <a:moveTo>
                  <a:pt x="1950475" y="568930"/>
                </a:moveTo>
                <a:lnTo>
                  <a:pt x="1864988" y="694281"/>
                </a:lnTo>
                <a:moveTo>
                  <a:pt x="1611491" y="481738"/>
                </a:moveTo>
                <a:lnTo>
                  <a:pt x="1580576" y="577083"/>
                </a:lnTo>
                <a:moveTo>
                  <a:pt x="1290401" y="629232"/>
                </a:moveTo>
                <a:lnTo>
                  <a:pt x="1251880" y="722019"/>
                </a:lnTo>
                <a:moveTo>
                  <a:pt x="949183" y="269040"/>
                </a:moveTo>
                <a:lnTo>
                  <a:pt x="853916" y="215576"/>
                </a:lnTo>
                <a:moveTo>
                  <a:pt x="1333890" y="524173"/>
                </a:moveTo>
                <a:lnTo>
                  <a:pt x="1198817" y="578243"/>
                </a:lnTo>
                <a:moveTo>
                  <a:pt x="949183" y="269040"/>
                </a:moveTo>
                <a:lnTo>
                  <a:pt x="984097" y="386769"/>
                </a:lnTo>
                <a:moveTo>
                  <a:pt x="1117374" y="1031278"/>
                </a:moveTo>
                <a:lnTo>
                  <a:pt x="1076191" y="1055803"/>
                </a:lnTo>
                <a:moveTo>
                  <a:pt x="1829307" y="296022"/>
                </a:moveTo>
                <a:lnTo>
                  <a:pt x="1722431" y="277977"/>
                </a:lnTo>
                <a:moveTo>
                  <a:pt x="1460969" y="547742"/>
                </a:moveTo>
                <a:lnTo>
                  <a:pt x="1444278" y="580257"/>
                </a:lnTo>
                <a:moveTo>
                  <a:pt x="1248888" y="844231"/>
                </a:moveTo>
                <a:lnTo>
                  <a:pt x="1228982" y="890137"/>
                </a:lnTo>
                <a:moveTo>
                  <a:pt x="1444278" y="580257"/>
                </a:moveTo>
                <a:lnTo>
                  <a:pt x="1408016" y="660111"/>
                </a:lnTo>
                <a:moveTo>
                  <a:pt x="1220290" y="443551"/>
                </a:moveTo>
                <a:lnTo>
                  <a:pt x="1269011" y="381092"/>
                </a:lnTo>
                <a:moveTo>
                  <a:pt x="1460640" y="1117471"/>
                </a:moveTo>
                <a:lnTo>
                  <a:pt x="1444160" y="1090056"/>
                </a:lnTo>
                <a:moveTo>
                  <a:pt x="1941565" y="454118"/>
                </a:moveTo>
                <a:lnTo>
                  <a:pt x="1950475" y="568930"/>
                </a:lnTo>
                <a:moveTo>
                  <a:pt x="918505" y="632148"/>
                </a:moveTo>
                <a:lnTo>
                  <a:pt x="909173" y="634118"/>
                </a:lnTo>
                <a:moveTo>
                  <a:pt x="1778770" y="667452"/>
                </a:moveTo>
                <a:lnTo>
                  <a:pt x="1642965" y="722087"/>
                </a:lnTo>
                <a:moveTo>
                  <a:pt x="1558712" y="858636"/>
                </a:moveTo>
                <a:lnTo>
                  <a:pt x="1481047" y="796896"/>
                </a:lnTo>
                <a:moveTo>
                  <a:pt x="1542611" y="0"/>
                </a:moveTo>
                <a:lnTo>
                  <a:pt x="1567814" y="55506"/>
                </a:lnTo>
                <a:moveTo>
                  <a:pt x="918505" y="632148"/>
                </a:moveTo>
                <a:lnTo>
                  <a:pt x="913266" y="626820"/>
                </a:lnTo>
                <a:moveTo>
                  <a:pt x="2090849" y="287429"/>
                </a:moveTo>
                <a:lnTo>
                  <a:pt x="1986188" y="262626"/>
                </a:lnTo>
                <a:moveTo>
                  <a:pt x="1251880" y="722019"/>
                </a:moveTo>
                <a:lnTo>
                  <a:pt x="1242854" y="737425"/>
                </a:lnTo>
                <a:moveTo>
                  <a:pt x="1494578" y="770920"/>
                </a:moveTo>
                <a:lnTo>
                  <a:pt x="1558712" y="858636"/>
                </a:lnTo>
                <a:moveTo>
                  <a:pt x="1558712" y="858636"/>
                </a:moveTo>
                <a:lnTo>
                  <a:pt x="1429367" y="908281"/>
                </a:lnTo>
                <a:moveTo>
                  <a:pt x="1290401" y="629232"/>
                </a:moveTo>
                <a:lnTo>
                  <a:pt x="1163485" y="647585"/>
                </a:lnTo>
                <a:moveTo>
                  <a:pt x="1617827" y="1129976"/>
                </a:moveTo>
                <a:lnTo>
                  <a:pt x="1556207" y="1170021"/>
                </a:lnTo>
                <a:moveTo>
                  <a:pt x="1572009" y="54372"/>
                </a:moveTo>
                <a:lnTo>
                  <a:pt x="1545489" y="0"/>
                </a:lnTo>
                <a:moveTo>
                  <a:pt x="913266" y="626820"/>
                </a:moveTo>
                <a:lnTo>
                  <a:pt x="909173" y="634118"/>
                </a:lnTo>
                <a:moveTo>
                  <a:pt x="1728279" y="777920"/>
                </a:moveTo>
                <a:lnTo>
                  <a:pt x="1642965" y="722087"/>
                </a:lnTo>
                <a:moveTo>
                  <a:pt x="1255450" y="736765"/>
                </a:moveTo>
                <a:lnTo>
                  <a:pt x="1242854" y="737425"/>
                </a:lnTo>
                <a:moveTo>
                  <a:pt x="1677218" y="624164"/>
                </a:moveTo>
                <a:lnTo>
                  <a:pt x="1580576" y="577083"/>
                </a:lnTo>
                <a:moveTo>
                  <a:pt x="1325225" y="12228"/>
                </a:moveTo>
                <a:lnTo>
                  <a:pt x="1249433" y="70285"/>
                </a:lnTo>
                <a:moveTo>
                  <a:pt x="971629" y="510272"/>
                </a:moveTo>
                <a:lnTo>
                  <a:pt x="918505" y="632148"/>
                </a:lnTo>
                <a:moveTo>
                  <a:pt x="1062594" y="611280"/>
                </a:moveTo>
                <a:lnTo>
                  <a:pt x="1015319" y="654392"/>
                </a:lnTo>
                <a:moveTo>
                  <a:pt x="1290401" y="629232"/>
                </a:moveTo>
                <a:lnTo>
                  <a:pt x="1198817" y="578243"/>
                </a:lnTo>
                <a:moveTo>
                  <a:pt x="1251880" y="722019"/>
                </a:moveTo>
                <a:lnTo>
                  <a:pt x="1255450" y="736765"/>
                </a:lnTo>
                <a:moveTo>
                  <a:pt x="1922857" y="677882"/>
                </a:moveTo>
                <a:lnTo>
                  <a:pt x="1864988" y="694281"/>
                </a:lnTo>
                <a:moveTo>
                  <a:pt x="1444278" y="580257"/>
                </a:moveTo>
                <a:lnTo>
                  <a:pt x="1462032" y="668906"/>
                </a:lnTo>
                <a:moveTo>
                  <a:pt x="984590" y="1029587"/>
                </a:moveTo>
                <a:lnTo>
                  <a:pt x="968869" y="1039118"/>
                </a:lnTo>
                <a:moveTo>
                  <a:pt x="1382027" y="0"/>
                </a:moveTo>
                <a:lnTo>
                  <a:pt x="1362551" y="13409"/>
                </a:lnTo>
                <a:moveTo>
                  <a:pt x="971629" y="510272"/>
                </a:moveTo>
                <a:lnTo>
                  <a:pt x="913266" y="626820"/>
                </a:lnTo>
                <a:moveTo>
                  <a:pt x="1922857" y="677882"/>
                </a:moveTo>
                <a:lnTo>
                  <a:pt x="1880035" y="728386"/>
                </a:lnTo>
                <a:moveTo>
                  <a:pt x="1580576" y="577083"/>
                </a:moveTo>
                <a:lnTo>
                  <a:pt x="1460969" y="547742"/>
                </a:lnTo>
                <a:moveTo>
                  <a:pt x="842533" y="706660"/>
                </a:moveTo>
                <a:lnTo>
                  <a:pt x="800591" y="742105"/>
                </a:lnTo>
                <a:moveTo>
                  <a:pt x="1677218" y="624164"/>
                </a:moveTo>
                <a:lnTo>
                  <a:pt x="1642965" y="722087"/>
                </a:lnTo>
                <a:moveTo>
                  <a:pt x="1369476" y="761347"/>
                </a:moveTo>
                <a:lnTo>
                  <a:pt x="1290401" y="629232"/>
                </a:lnTo>
                <a:moveTo>
                  <a:pt x="1462032" y="668906"/>
                </a:moveTo>
                <a:lnTo>
                  <a:pt x="1408016" y="660111"/>
                </a:lnTo>
                <a:moveTo>
                  <a:pt x="1706969" y="1130509"/>
                </a:moveTo>
                <a:lnTo>
                  <a:pt x="1617827" y="1129976"/>
                </a:lnTo>
                <a:moveTo>
                  <a:pt x="1569295" y="56942"/>
                </a:moveTo>
                <a:lnTo>
                  <a:pt x="1567814" y="55506"/>
                </a:lnTo>
                <a:moveTo>
                  <a:pt x="984097" y="386769"/>
                </a:moveTo>
                <a:lnTo>
                  <a:pt x="971629" y="510272"/>
                </a:lnTo>
                <a:moveTo>
                  <a:pt x="1251880" y="722019"/>
                </a:moveTo>
                <a:lnTo>
                  <a:pt x="1163485" y="647585"/>
                </a:lnTo>
                <a:moveTo>
                  <a:pt x="1935014" y="403826"/>
                </a:moveTo>
                <a:lnTo>
                  <a:pt x="1926153" y="344670"/>
                </a:lnTo>
                <a:moveTo>
                  <a:pt x="1865788" y="264103"/>
                </a:moveTo>
                <a:lnTo>
                  <a:pt x="1829307" y="296022"/>
                </a:lnTo>
                <a:moveTo>
                  <a:pt x="1572009" y="54372"/>
                </a:moveTo>
                <a:lnTo>
                  <a:pt x="1569295" y="56942"/>
                </a:lnTo>
                <a:moveTo>
                  <a:pt x="1572009" y="54372"/>
                </a:moveTo>
                <a:lnTo>
                  <a:pt x="1567814" y="55506"/>
                </a:lnTo>
                <a:moveTo>
                  <a:pt x="1986188" y="262626"/>
                </a:moveTo>
                <a:lnTo>
                  <a:pt x="1958024" y="185411"/>
                </a:lnTo>
                <a:moveTo>
                  <a:pt x="1446185" y="937903"/>
                </a:moveTo>
                <a:lnTo>
                  <a:pt x="1431093" y="1041319"/>
                </a:lnTo>
                <a:moveTo>
                  <a:pt x="1642965" y="722087"/>
                </a:moveTo>
                <a:lnTo>
                  <a:pt x="1600740" y="791144"/>
                </a:lnTo>
                <a:moveTo>
                  <a:pt x="1922875" y="832347"/>
                </a:moveTo>
                <a:lnTo>
                  <a:pt x="1907996" y="935864"/>
                </a:lnTo>
                <a:moveTo>
                  <a:pt x="1446185" y="937903"/>
                </a:moveTo>
                <a:lnTo>
                  <a:pt x="1429367" y="908281"/>
                </a:lnTo>
                <a:moveTo>
                  <a:pt x="1408016" y="660111"/>
                </a:moveTo>
                <a:lnTo>
                  <a:pt x="1369476" y="761347"/>
                </a:lnTo>
                <a:moveTo>
                  <a:pt x="1000155" y="457654"/>
                </a:moveTo>
                <a:lnTo>
                  <a:pt x="984097" y="386769"/>
                </a:lnTo>
                <a:moveTo>
                  <a:pt x="1922857" y="677882"/>
                </a:moveTo>
                <a:lnTo>
                  <a:pt x="1922875" y="832347"/>
                </a:lnTo>
                <a:moveTo>
                  <a:pt x="1117374" y="1031278"/>
                </a:moveTo>
                <a:lnTo>
                  <a:pt x="968869" y="1039118"/>
                </a:lnTo>
                <a:moveTo>
                  <a:pt x="1481047" y="796896"/>
                </a:moveTo>
                <a:lnTo>
                  <a:pt x="1408016" y="660111"/>
                </a:lnTo>
                <a:moveTo>
                  <a:pt x="1907996" y="935864"/>
                </a:moveTo>
                <a:lnTo>
                  <a:pt x="1796796" y="1049008"/>
                </a:lnTo>
                <a:moveTo>
                  <a:pt x="1796796" y="1049008"/>
                </a:moveTo>
                <a:lnTo>
                  <a:pt x="1706969" y="1130509"/>
                </a:lnTo>
                <a:moveTo>
                  <a:pt x="1600740" y="791144"/>
                </a:moveTo>
                <a:lnTo>
                  <a:pt x="1494578" y="770920"/>
                </a:lnTo>
                <a:moveTo>
                  <a:pt x="1369476" y="761347"/>
                </a:moveTo>
                <a:lnTo>
                  <a:pt x="1251880" y="722019"/>
                </a:lnTo>
                <a:moveTo>
                  <a:pt x="1635787" y="198204"/>
                </a:moveTo>
                <a:lnTo>
                  <a:pt x="1569295" y="56942"/>
                </a:lnTo>
                <a:moveTo>
                  <a:pt x="1000155" y="457654"/>
                </a:moveTo>
                <a:lnTo>
                  <a:pt x="971629" y="510272"/>
                </a:lnTo>
                <a:moveTo>
                  <a:pt x="1677218" y="624164"/>
                </a:moveTo>
                <a:lnTo>
                  <a:pt x="1542357" y="678070"/>
                </a:lnTo>
                <a:moveTo>
                  <a:pt x="1369476" y="761347"/>
                </a:moveTo>
                <a:lnTo>
                  <a:pt x="1255450" y="736765"/>
                </a:lnTo>
                <a:moveTo>
                  <a:pt x="1194710" y="984448"/>
                </a:moveTo>
                <a:lnTo>
                  <a:pt x="1117374" y="1031278"/>
                </a:lnTo>
                <a:moveTo>
                  <a:pt x="1882214" y="260000"/>
                </a:moveTo>
                <a:lnTo>
                  <a:pt x="1829307" y="296022"/>
                </a:lnTo>
                <a:moveTo>
                  <a:pt x="1247644" y="469061"/>
                </a:moveTo>
                <a:lnTo>
                  <a:pt x="1198817" y="578243"/>
                </a:lnTo>
                <a:moveTo>
                  <a:pt x="1248888" y="844231"/>
                </a:moveTo>
                <a:lnTo>
                  <a:pt x="1194710" y="984448"/>
                </a:lnTo>
                <a:moveTo>
                  <a:pt x="1635787" y="198204"/>
                </a:moveTo>
                <a:lnTo>
                  <a:pt x="1572009" y="54372"/>
                </a:lnTo>
                <a:moveTo>
                  <a:pt x="1198817" y="578243"/>
                </a:moveTo>
                <a:lnTo>
                  <a:pt x="1163485" y="647585"/>
                </a:lnTo>
                <a:moveTo>
                  <a:pt x="1542357" y="678070"/>
                </a:moveTo>
                <a:lnTo>
                  <a:pt x="1444278" y="580257"/>
                </a:lnTo>
                <a:moveTo>
                  <a:pt x="1360856" y="4641"/>
                </a:moveTo>
                <a:lnTo>
                  <a:pt x="1362551" y="13409"/>
                </a:lnTo>
                <a:moveTo>
                  <a:pt x="1722431" y="277977"/>
                </a:moveTo>
                <a:lnTo>
                  <a:pt x="1636154" y="198534"/>
                </a:lnTo>
                <a:moveTo>
                  <a:pt x="1722431" y="277977"/>
                </a:moveTo>
                <a:lnTo>
                  <a:pt x="1635834" y="198267"/>
                </a:lnTo>
                <a:moveTo>
                  <a:pt x="1062594" y="611280"/>
                </a:moveTo>
                <a:lnTo>
                  <a:pt x="918505" y="632148"/>
                </a:lnTo>
                <a:moveTo>
                  <a:pt x="1935014" y="403826"/>
                </a:moveTo>
                <a:lnTo>
                  <a:pt x="1829307" y="296022"/>
                </a:lnTo>
                <a:moveTo>
                  <a:pt x="1542357" y="678070"/>
                </a:moveTo>
                <a:lnTo>
                  <a:pt x="1460969" y="547742"/>
                </a:lnTo>
                <a:moveTo>
                  <a:pt x="1016878" y="512915"/>
                </a:moveTo>
                <a:lnTo>
                  <a:pt x="971629" y="510272"/>
                </a:lnTo>
                <a:moveTo>
                  <a:pt x="1600749" y="0"/>
                </a:moveTo>
                <a:lnTo>
                  <a:pt x="1572009" y="54372"/>
                </a:lnTo>
                <a:moveTo>
                  <a:pt x="1937997" y="673587"/>
                </a:moveTo>
                <a:lnTo>
                  <a:pt x="1922875" y="832347"/>
                </a:lnTo>
                <a:moveTo>
                  <a:pt x="1462032" y="668906"/>
                </a:moveTo>
                <a:lnTo>
                  <a:pt x="1481047" y="796896"/>
                </a:lnTo>
                <a:moveTo>
                  <a:pt x="1238604" y="341664"/>
                </a:moveTo>
                <a:lnTo>
                  <a:pt x="1220290" y="443551"/>
                </a:lnTo>
                <a:moveTo>
                  <a:pt x="1935014" y="403826"/>
                </a:moveTo>
                <a:lnTo>
                  <a:pt x="1941565" y="454118"/>
                </a:lnTo>
                <a:moveTo>
                  <a:pt x="1796796" y="1049008"/>
                </a:moveTo>
                <a:lnTo>
                  <a:pt x="1734744" y="1130129"/>
                </a:lnTo>
                <a:moveTo>
                  <a:pt x="1708503" y="1150614"/>
                </a:moveTo>
                <a:lnTo>
                  <a:pt x="1617827" y="1129976"/>
                </a:lnTo>
                <a:moveTo>
                  <a:pt x="1255450" y="736765"/>
                </a:moveTo>
                <a:lnTo>
                  <a:pt x="1248888" y="844231"/>
                </a:lnTo>
                <a:moveTo>
                  <a:pt x="1494578" y="770920"/>
                </a:moveTo>
                <a:lnTo>
                  <a:pt x="1462032" y="668906"/>
                </a:lnTo>
                <a:moveTo>
                  <a:pt x="1950475" y="568930"/>
                </a:moveTo>
                <a:lnTo>
                  <a:pt x="1922857" y="677882"/>
                </a:lnTo>
                <a:moveTo>
                  <a:pt x="1635787" y="198204"/>
                </a:moveTo>
                <a:lnTo>
                  <a:pt x="1636154" y="198534"/>
                </a:lnTo>
                <a:moveTo>
                  <a:pt x="909173" y="634118"/>
                </a:moveTo>
                <a:lnTo>
                  <a:pt x="842533" y="706660"/>
                </a:lnTo>
                <a:moveTo>
                  <a:pt x="1635834" y="198267"/>
                </a:moveTo>
                <a:lnTo>
                  <a:pt x="1636154" y="198534"/>
                </a:lnTo>
                <a:moveTo>
                  <a:pt x="1635834" y="198267"/>
                </a:moveTo>
                <a:lnTo>
                  <a:pt x="1635787" y="198204"/>
                </a:lnTo>
                <a:moveTo>
                  <a:pt x="1000155" y="457654"/>
                </a:moveTo>
                <a:lnTo>
                  <a:pt x="1016878" y="512915"/>
                </a:lnTo>
                <a:moveTo>
                  <a:pt x="1360856" y="4641"/>
                </a:moveTo>
                <a:lnTo>
                  <a:pt x="1325225" y="12228"/>
                </a:lnTo>
                <a:moveTo>
                  <a:pt x="1220290" y="443551"/>
                </a:moveTo>
                <a:lnTo>
                  <a:pt x="1247644" y="469061"/>
                </a:lnTo>
                <a:moveTo>
                  <a:pt x="1062594" y="611280"/>
                </a:moveTo>
                <a:lnTo>
                  <a:pt x="971629" y="510272"/>
                </a:lnTo>
                <a:moveTo>
                  <a:pt x="1865788" y="264103"/>
                </a:moveTo>
                <a:lnTo>
                  <a:pt x="1722431" y="277977"/>
                </a:lnTo>
                <a:moveTo>
                  <a:pt x="1924052" y="695212"/>
                </a:moveTo>
                <a:lnTo>
                  <a:pt x="1922875" y="832347"/>
                </a:lnTo>
                <a:moveTo>
                  <a:pt x="1613381" y="0"/>
                </a:moveTo>
                <a:lnTo>
                  <a:pt x="1572009" y="54372"/>
                </a:lnTo>
                <a:moveTo>
                  <a:pt x="1481047" y="796896"/>
                </a:moveTo>
                <a:lnTo>
                  <a:pt x="1369476" y="761347"/>
                </a:lnTo>
                <a:moveTo>
                  <a:pt x="1642965" y="722087"/>
                </a:moveTo>
                <a:lnTo>
                  <a:pt x="1494578" y="770920"/>
                </a:lnTo>
                <a:moveTo>
                  <a:pt x="1542357" y="678070"/>
                </a:moveTo>
                <a:lnTo>
                  <a:pt x="1462032" y="668906"/>
                </a:lnTo>
                <a:moveTo>
                  <a:pt x="1163485" y="647585"/>
                </a:moveTo>
                <a:lnTo>
                  <a:pt x="1062594" y="611280"/>
                </a:lnTo>
                <a:moveTo>
                  <a:pt x="909173" y="634118"/>
                </a:moveTo>
                <a:lnTo>
                  <a:pt x="832793" y="567248"/>
                </a:lnTo>
                <a:moveTo>
                  <a:pt x="1580576" y="577083"/>
                </a:moveTo>
                <a:lnTo>
                  <a:pt x="1542357" y="678070"/>
                </a:lnTo>
                <a:moveTo>
                  <a:pt x="1935969" y="658854"/>
                </a:moveTo>
                <a:lnTo>
                  <a:pt x="1950475" y="568930"/>
                </a:lnTo>
                <a:moveTo>
                  <a:pt x="986976" y="254859"/>
                </a:moveTo>
                <a:lnTo>
                  <a:pt x="949183" y="269040"/>
                </a:lnTo>
                <a:moveTo>
                  <a:pt x="1556207" y="1170021"/>
                </a:moveTo>
                <a:lnTo>
                  <a:pt x="1460640" y="1117471"/>
                </a:lnTo>
                <a:moveTo>
                  <a:pt x="913266" y="626820"/>
                </a:moveTo>
                <a:lnTo>
                  <a:pt x="832793" y="567248"/>
                </a:lnTo>
                <a:moveTo>
                  <a:pt x="1117374" y="1031278"/>
                </a:moveTo>
                <a:lnTo>
                  <a:pt x="984590" y="1029587"/>
                </a:lnTo>
                <a:moveTo>
                  <a:pt x="1494578" y="770920"/>
                </a:moveTo>
                <a:lnTo>
                  <a:pt x="1481047" y="796896"/>
                </a:lnTo>
                <a:moveTo>
                  <a:pt x="1481047" y="796896"/>
                </a:moveTo>
                <a:lnTo>
                  <a:pt x="1429367" y="908281"/>
                </a:lnTo>
                <a:moveTo>
                  <a:pt x="853916" y="215576"/>
                </a:moveTo>
                <a:lnTo>
                  <a:pt x="773060" y="286574"/>
                </a:lnTo>
                <a:moveTo>
                  <a:pt x="1059348" y="367139"/>
                </a:moveTo>
                <a:lnTo>
                  <a:pt x="949183" y="269040"/>
                </a:lnTo>
                <a:moveTo>
                  <a:pt x="1198817" y="578243"/>
                </a:moveTo>
                <a:lnTo>
                  <a:pt x="1062594" y="611280"/>
                </a:lnTo>
                <a:moveTo>
                  <a:pt x="2042648" y="191491"/>
                </a:moveTo>
                <a:lnTo>
                  <a:pt x="2090849" y="287429"/>
                </a:lnTo>
                <a:moveTo>
                  <a:pt x="989770" y="997728"/>
                </a:moveTo>
                <a:lnTo>
                  <a:pt x="968869" y="1039118"/>
                </a:lnTo>
                <a:moveTo>
                  <a:pt x="1642965" y="722087"/>
                </a:moveTo>
                <a:lnTo>
                  <a:pt x="1542357" y="678070"/>
                </a:lnTo>
                <a:moveTo>
                  <a:pt x="971629" y="510272"/>
                </a:moveTo>
                <a:lnTo>
                  <a:pt x="832793" y="567248"/>
                </a:lnTo>
                <a:moveTo>
                  <a:pt x="1922875" y="832347"/>
                </a:moveTo>
                <a:lnTo>
                  <a:pt x="1891939" y="773229"/>
                </a:lnTo>
                <a:moveTo>
                  <a:pt x="1460640" y="1117471"/>
                </a:moveTo>
                <a:lnTo>
                  <a:pt x="1431093" y="1041319"/>
                </a:lnTo>
                <a:moveTo>
                  <a:pt x="1874691" y="1030633"/>
                </a:moveTo>
                <a:lnTo>
                  <a:pt x="1796796" y="1049008"/>
                </a:lnTo>
                <a:moveTo>
                  <a:pt x="1222100" y="295592"/>
                </a:moveTo>
                <a:lnTo>
                  <a:pt x="1238604" y="341664"/>
                </a:lnTo>
                <a:moveTo>
                  <a:pt x="1062594" y="611280"/>
                </a:moveTo>
                <a:lnTo>
                  <a:pt x="1016878" y="512915"/>
                </a:lnTo>
                <a:moveTo>
                  <a:pt x="1542357" y="678070"/>
                </a:moveTo>
                <a:lnTo>
                  <a:pt x="1494578" y="770920"/>
                </a:lnTo>
                <a:moveTo>
                  <a:pt x="894831" y="191869"/>
                </a:moveTo>
                <a:lnTo>
                  <a:pt x="949183" y="269040"/>
                </a:lnTo>
                <a:moveTo>
                  <a:pt x="1734744" y="1130129"/>
                </a:moveTo>
                <a:lnTo>
                  <a:pt x="1706969" y="1130509"/>
                </a:lnTo>
                <a:moveTo>
                  <a:pt x="920450" y="943845"/>
                </a:moveTo>
                <a:lnTo>
                  <a:pt x="968869" y="1039118"/>
                </a:lnTo>
                <a:moveTo>
                  <a:pt x="1206318" y="934601"/>
                </a:moveTo>
                <a:lnTo>
                  <a:pt x="1194710" y="984448"/>
                </a:lnTo>
                <a:moveTo>
                  <a:pt x="1935969" y="658854"/>
                </a:moveTo>
                <a:lnTo>
                  <a:pt x="1922857" y="677882"/>
                </a:lnTo>
                <a:moveTo>
                  <a:pt x="1247644" y="469061"/>
                </a:moveTo>
                <a:lnTo>
                  <a:pt x="1112659" y="523063"/>
                </a:lnTo>
                <a:moveTo>
                  <a:pt x="1708503" y="1150614"/>
                </a:moveTo>
                <a:lnTo>
                  <a:pt x="1556207" y="1170021"/>
                </a:lnTo>
                <a:moveTo>
                  <a:pt x="1937997" y="673587"/>
                </a:moveTo>
                <a:lnTo>
                  <a:pt x="1922857" y="677882"/>
                </a:lnTo>
                <a:moveTo>
                  <a:pt x="1959827" y="518013"/>
                </a:moveTo>
                <a:lnTo>
                  <a:pt x="1941565" y="454118"/>
                </a:lnTo>
                <a:moveTo>
                  <a:pt x="1059348" y="367139"/>
                </a:moveTo>
                <a:lnTo>
                  <a:pt x="984097" y="386769"/>
                </a:lnTo>
                <a:moveTo>
                  <a:pt x="1043580" y="1023276"/>
                </a:moveTo>
                <a:lnTo>
                  <a:pt x="984590" y="1029587"/>
                </a:lnTo>
                <a:moveTo>
                  <a:pt x="1345512" y="851322"/>
                </a:moveTo>
                <a:lnTo>
                  <a:pt x="1255450" y="736765"/>
                </a:lnTo>
                <a:moveTo>
                  <a:pt x="1194710" y="984448"/>
                </a:moveTo>
                <a:lnTo>
                  <a:pt x="1134022" y="1035888"/>
                </a:lnTo>
                <a:moveTo>
                  <a:pt x="1112659" y="523063"/>
                </a:moveTo>
                <a:lnTo>
                  <a:pt x="1000155" y="457654"/>
                </a:lnTo>
                <a:moveTo>
                  <a:pt x="2011691" y="155534"/>
                </a:moveTo>
                <a:lnTo>
                  <a:pt x="1958024" y="185411"/>
                </a:lnTo>
                <a:moveTo>
                  <a:pt x="1198817" y="578243"/>
                </a:moveTo>
                <a:lnTo>
                  <a:pt x="1112659" y="523063"/>
                </a:lnTo>
                <a:moveTo>
                  <a:pt x="1142428" y="468828"/>
                </a:moveTo>
                <a:lnTo>
                  <a:pt x="1247644" y="469061"/>
                </a:lnTo>
                <a:moveTo>
                  <a:pt x="1708503" y="1150614"/>
                </a:moveTo>
                <a:lnTo>
                  <a:pt x="1706969" y="1130509"/>
                </a:lnTo>
                <a:moveTo>
                  <a:pt x="1935969" y="658854"/>
                </a:moveTo>
                <a:lnTo>
                  <a:pt x="1937997" y="673587"/>
                </a:lnTo>
                <a:moveTo>
                  <a:pt x="1249433" y="70285"/>
                </a:moveTo>
                <a:lnTo>
                  <a:pt x="1212151" y="163166"/>
                </a:lnTo>
                <a:moveTo>
                  <a:pt x="1876825" y="252168"/>
                </a:moveTo>
                <a:lnTo>
                  <a:pt x="1865788" y="264103"/>
                </a:lnTo>
                <a:moveTo>
                  <a:pt x="1882214" y="260000"/>
                </a:moveTo>
                <a:lnTo>
                  <a:pt x="1865788" y="264103"/>
                </a:lnTo>
                <a:moveTo>
                  <a:pt x="894831" y="191869"/>
                </a:moveTo>
                <a:lnTo>
                  <a:pt x="853916" y="215576"/>
                </a:lnTo>
                <a:moveTo>
                  <a:pt x="1628288" y="28860"/>
                </a:moveTo>
                <a:lnTo>
                  <a:pt x="1572009" y="54372"/>
                </a:lnTo>
                <a:moveTo>
                  <a:pt x="1112659" y="523063"/>
                </a:moveTo>
                <a:lnTo>
                  <a:pt x="1016878" y="512915"/>
                </a:lnTo>
                <a:moveTo>
                  <a:pt x="1008960" y="1017926"/>
                </a:moveTo>
                <a:lnTo>
                  <a:pt x="984590" y="1029587"/>
                </a:lnTo>
                <a:moveTo>
                  <a:pt x="1871767" y="255040"/>
                </a:moveTo>
                <a:lnTo>
                  <a:pt x="1865788" y="264103"/>
                </a:lnTo>
                <a:moveTo>
                  <a:pt x="2042648" y="191491"/>
                </a:moveTo>
                <a:lnTo>
                  <a:pt x="1986188" y="262626"/>
                </a:lnTo>
                <a:moveTo>
                  <a:pt x="1360856" y="4641"/>
                </a:moveTo>
                <a:lnTo>
                  <a:pt x="1249433" y="70285"/>
                </a:lnTo>
                <a:moveTo>
                  <a:pt x="1142428" y="468828"/>
                </a:moveTo>
                <a:lnTo>
                  <a:pt x="1000155" y="457654"/>
                </a:lnTo>
                <a:moveTo>
                  <a:pt x="989770" y="997728"/>
                </a:moveTo>
                <a:lnTo>
                  <a:pt x="984590" y="1029587"/>
                </a:lnTo>
                <a:moveTo>
                  <a:pt x="2011691" y="155534"/>
                </a:moveTo>
                <a:lnTo>
                  <a:pt x="1986188" y="262626"/>
                </a:lnTo>
                <a:moveTo>
                  <a:pt x="1059348" y="367139"/>
                </a:moveTo>
                <a:lnTo>
                  <a:pt x="1000155" y="457654"/>
                </a:lnTo>
                <a:moveTo>
                  <a:pt x="1061609" y="371280"/>
                </a:moveTo>
                <a:lnTo>
                  <a:pt x="1000155" y="457654"/>
                </a:lnTo>
                <a:moveTo>
                  <a:pt x="1907996" y="935864"/>
                </a:moveTo>
                <a:lnTo>
                  <a:pt x="1874691" y="1030633"/>
                </a:lnTo>
                <a:moveTo>
                  <a:pt x="1117374" y="1031278"/>
                </a:moveTo>
                <a:lnTo>
                  <a:pt x="1043580" y="1023276"/>
                </a:lnTo>
                <a:moveTo>
                  <a:pt x="1936803" y="667108"/>
                </a:moveTo>
                <a:lnTo>
                  <a:pt x="1935969" y="658854"/>
                </a:lnTo>
                <a:moveTo>
                  <a:pt x="832793" y="567248"/>
                </a:moveTo>
                <a:lnTo>
                  <a:pt x="842533" y="706660"/>
                </a:lnTo>
                <a:moveTo>
                  <a:pt x="1635834" y="198267"/>
                </a:moveTo>
                <a:lnTo>
                  <a:pt x="1613732" y="286804"/>
                </a:lnTo>
                <a:moveTo>
                  <a:pt x="1369476" y="761347"/>
                </a:moveTo>
                <a:lnTo>
                  <a:pt x="1345512" y="851322"/>
                </a:lnTo>
                <a:moveTo>
                  <a:pt x="1936803" y="667108"/>
                </a:moveTo>
                <a:lnTo>
                  <a:pt x="1937997" y="673587"/>
                </a:lnTo>
                <a:moveTo>
                  <a:pt x="1628288" y="28860"/>
                </a:moveTo>
                <a:lnTo>
                  <a:pt x="1635787" y="198204"/>
                </a:lnTo>
                <a:moveTo>
                  <a:pt x="1628288" y="28860"/>
                </a:moveTo>
                <a:lnTo>
                  <a:pt x="1635834" y="198267"/>
                </a:lnTo>
                <a:moveTo>
                  <a:pt x="1112659" y="523063"/>
                </a:moveTo>
                <a:lnTo>
                  <a:pt x="1062594" y="611280"/>
                </a:lnTo>
                <a:moveTo>
                  <a:pt x="1734744" y="1130129"/>
                </a:moveTo>
                <a:lnTo>
                  <a:pt x="1708503" y="1150614"/>
                </a:lnTo>
                <a:moveTo>
                  <a:pt x="1481047" y="796896"/>
                </a:moveTo>
                <a:lnTo>
                  <a:pt x="1345512" y="851322"/>
                </a:lnTo>
                <a:moveTo>
                  <a:pt x="1937997" y="673587"/>
                </a:moveTo>
                <a:lnTo>
                  <a:pt x="1924052" y="695212"/>
                </a:lnTo>
                <a:moveTo>
                  <a:pt x="1876825" y="252168"/>
                </a:moveTo>
                <a:lnTo>
                  <a:pt x="1882214" y="260000"/>
                </a:lnTo>
                <a:moveTo>
                  <a:pt x="1434317" y="987493"/>
                </a:moveTo>
                <a:lnTo>
                  <a:pt x="1446185" y="937903"/>
                </a:lnTo>
                <a:moveTo>
                  <a:pt x="1429367" y="908281"/>
                </a:moveTo>
                <a:lnTo>
                  <a:pt x="1345512" y="851322"/>
                </a:lnTo>
                <a:moveTo>
                  <a:pt x="1876825" y="252168"/>
                </a:moveTo>
                <a:lnTo>
                  <a:pt x="1871767" y="255040"/>
                </a:lnTo>
                <a:moveTo>
                  <a:pt x="1959827" y="518013"/>
                </a:moveTo>
                <a:lnTo>
                  <a:pt x="1950475" y="568930"/>
                </a:lnTo>
                <a:moveTo>
                  <a:pt x="1181881" y="1033581"/>
                </a:moveTo>
                <a:lnTo>
                  <a:pt x="1194710" y="984448"/>
                </a:lnTo>
                <a:moveTo>
                  <a:pt x="1874691" y="1030633"/>
                </a:moveTo>
                <a:lnTo>
                  <a:pt x="1734744" y="1130129"/>
                </a:lnTo>
                <a:moveTo>
                  <a:pt x="1882214" y="260000"/>
                </a:moveTo>
                <a:lnTo>
                  <a:pt x="1935014" y="403826"/>
                </a:lnTo>
                <a:moveTo>
                  <a:pt x="1220290" y="443551"/>
                </a:moveTo>
                <a:lnTo>
                  <a:pt x="1142428" y="468828"/>
                </a:lnTo>
                <a:moveTo>
                  <a:pt x="1370388" y="0"/>
                </a:moveTo>
                <a:lnTo>
                  <a:pt x="1360856" y="4641"/>
                </a:lnTo>
                <a:moveTo>
                  <a:pt x="1936803" y="667108"/>
                </a:moveTo>
                <a:lnTo>
                  <a:pt x="1924052" y="695212"/>
                </a:lnTo>
                <a:moveTo>
                  <a:pt x="1345512" y="851322"/>
                </a:moveTo>
                <a:lnTo>
                  <a:pt x="1248888" y="844231"/>
                </a:lnTo>
                <a:moveTo>
                  <a:pt x="1880442" y="252782"/>
                </a:moveTo>
                <a:lnTo>
                  <a:pt x="1876825" y="252168"/>
                </a:lnTo>
                <a:moveTo>
                  <a:pt x="1880442" y="252782"/>
                </a:moveTo>
                <a:lnTo>
                  <a:pt x="1882214" y="260000"/>
                </a:lnTo>
                <a:moveTo>
                  <a:pt x="1880466" y="867436"/>
                </a:moveTo>
                <a:lnTo>
                  <a:pt x="1922875" y="832347"/>
                </a:lnTo>
                <a:moveTo>
                  <a:pt x="1597003" y="1146679"/>
                </a:moveTo>
                <a:lnTo>
                  <a:pt x="1556207" y="1170021"/>
                </a:lnTo>
                <a:moveTo>
                  <a:pt x="1248888" y="844231"/>
                </a:moveTo>
                <a:lnTo>
                  <a:pt x="1206318" y="934601"/>
                </a:lnTo>
                <a:moveTo>
                  <a:pt x="1880442" y="252782"/>
                </a:moveTo>
                <a:lnTo>
                  <a:pt x="1871767" y="255040"/>
                </a:lnTo>
                <a:moveTo>
                  <a:pt x="1722431" y="277977"/>
                </a:moveTo>
                <a:lnTo>
                  <a:pt x="1741730" y="309663"/>
                </a:lnTo>
                <a:moveTo>
                  <a:pt x="1638940" y="0"/>
                </a:moveTo>
                <a:lnTo>
                  <a:pt x="1628288" y="28860"/>
                </a:lnTo>
                <a:moveTo>
                  <a:pt x="1314305" y="45727"/>
                </a:moveTo>
                <a:lnTo>
                  <a:pt x="1249433" y="70285"/>
                </a:lnTo>
                <a:moveTo>
                  <a:pt x="1601229" y="60637"/>
                </a:moveTo>
                <a:lnTo>
                  <a:pt x="1635834" y="198267"/>
                </a:lnTo>
                <a:moveTo>
                  <a:pt x="1134022" y="1035888"/>
                </a:moveTo>
                <a:lnTo>
                  <a:pt x="1117374" y="1031278"/>
                </a:lnTo>
                <a:moveTo>
                  <a:pt x="1882214" y="260000"/>
                </a:moveTo>
                <a:lnTo>
                  <a:pt x="1930046" y="393291"/>
                </a:lnTo>
                <a:moveTo>
                  <a:pt x="842533" y="706660"/>
                </a:moveTo>
                <a:lnTo>
                  <a:pt x="822699" y="807825"/>
                </a:lnTo>
                <a:moveTo>
                  <a:pt x="1756073" y="310693"/>
                </a:moveTo>
                <a:lnTo>
                  <a:pt x="1722431" y="277977"/>
                </a:lnTo>
                <a:moveTo>
                  <a:pt x="1218129" y="387168"/>
                </a:moveTo>
                <a:lnTo>
                  <a:pt x="1238604" y="341664"/>
                </a:lnTo>
                <a:moveTo>
                  <a:pt x="1924052" y="695212"/>
                </a:moveTo>
                <a:lnTo>
                  <a:pt x="1891939" y="773229"/>
                </a:lnTo>
                <a:moveTo>
                  <a:pt x="1741730" y="309663"/>
                </a:moveTo>
                <a:lnTo>
                  <a:pt x="1635834" y="198267"/>
                </a:lnTo>
                <a:moveTo>
                  <a:pt x="1930046" y="393291"/>
                </a:moveTo>
                <a:lnTo>
                  <a:pt x="1935014" y="403826"/>
                </a:lnTo>
                <a:moveTo>
                  <a:pt x="1043580" y="1023276"/>
                </a:moveTo>
                <a:lnTo>
                  <a:pt x="1008960" y="1017926"/>
                </a:lnTo>
                <a:moveTo>
                  <a:pt x="1504008" y="1086281"/>
                </a:moveTo>
                <a:lnTo>
                  <a:pt x="1556207" y="1170021"/>
                </a:lnTo>
                <a:moveTo>
                  <a:pt x="1937573" y="410955"/>
                </a:moveTo>
                <a:lnTo>
                  <a:pt x="1935014" y="403826"/>
                </a:lnTo>
                <a:moveTo>
                  <a:pt x="1635834" y="198267"/>
                </a:moveTo>
                <a:lnTo>
                  <a:pt x="1576247" y="122561"/>
                </a:lnTo>
                <a:moveTo>
                  <a:pt x="857013" y="813203"/>
                </a:moveTo>
                <a:lnTo>
                  <a:pt x="842533" y="706660"/>
                </a:lnTo>
                <a:moveTo>
                  <a:pt x="1880442" y="252782"/>
                </a:moveTo>
                <a:lnTo>
                  <a:pt x="1930046" y="393291"/>
                </a:lnTo>
                <a:moveTo>
                  <a:pt x="1142428" y="468828"/>
                </a:moveTo>
                <a:lnTo>
                  <a:pt x="1112659" y="523063"/>
                </a:lnTo>
                <a:moveTo>
                  <a:pt x="2080085" y="188006"/>
                </a:moveTo>
                <a:lnTo>
                  <a:pt x="2042648" y="191491"/>
                </a:lnTo>
                <a:moveTo>
                  <a:pt x="894831" y="191869"/>
                </a:moveTo>
                <a:lnTo>
                  <a:pt x="773060" y="286574"/>
                </a:lnTo>
                <a:moveTo>
                  <a:pt x="1429442" y="969653"/>
                </a:moveTo>
                <a:lnTo>
                  <a:pt x="1429367" y="908281"/>
                </a:lnTo>
                <a:moveTo>
                  <a:pt x="1434317" y="987493"/>
                </a:moveTo>
                <a:lnTo>
                  <a:pt x="1431093" y="1041319"/>
                </a:lnTo>
                <a:moveTo>
                  <a:pt x="1949377" y="623633"/>
                </a:moveTo>
                <a:lnTo>
                  <a:pt x="1950475" y="568930"/>
                </a:lnTo>
                <a:moveTo>
                  <a:pt x="1434317" y="987493"/>
                </a:moveTo>
                <a:lnTo>
                  <a:pt x="1429367" y="908281"/>
                </a:lnTo>
                <a:moveTo>
                  <a:pt x="1008960" y="1017926"/>
                </a:moveTo>
                <a:lnTo>
                  <a:pt x="989770" y="997728"/>
                </a:lnTo>
                <a:moveTo>
                  <a:pt x="986976" y="254859"/>
                </a:moveTo>
                <a:lnTo>
                  <a:pt x="1059348" y="367139"/>
                </a:lnTo>
                <a:moveTo>
                  <a:pt x="917445" y="695055"/>
                </a:moveTo>
                <a:lnTo>
                  <a:pt x="842533" y="706660"/>
                </a:lnTo>
                <a:moveTo>
                  <a:pt x="1924052" y="695212"/>
                </a:moveTo>
                <a:lnTo>
                  <a:pt x="1883078" y="758095"/>
                </a:lnTo>
                <a:moveTo>
                  <a:pt x="1937573" y="410955"/>
                </a:moveTo>
                <a:lnTo>
                  <a:pt x="1930046" y="393291"/>
                </a:lnTo>
                <a:moveTo>
                  <a:pt x="1134022" y="1035888"/>
                </a:moveTo>
                <a:lnTo>
                  <a:pt x="1043580" y="1023276"/>
                </a:lnTo>
                <a:moveTo>
                  <a:pt x="1142428" y="468828"/>
                </a:moveTo>
                <a:lnTo>
                  <a:pt x="1061609" y="371280"/>
                </a:lnTo>
                <a:moveTo>
                  <a:pt x="1840623" y="1125040"/>
                </a:moveTo>
                <a:lnTo>
                  <a:pt x="1734744" y="1130129"/>
                </a:lnTo>
                <a:moveTo>
                  <a:pt x="1880466" y="867436"/>
                </a:moveTo>
                <a:lnTo>
                  <a:pt x="1907996" y="935864"/>
                </a:lnTo>
                <a:moveTo>
                  <a:pt x="1756073" y="310693"/>
                </a:moveTo>
                <a:lnTo>
                  <a:pt x="1865788" y="264103"/>
                </a:lnTo>
                <a:moveTo>
                  <a:pt x="1635834" y="198267"/>
                </a:moveTo>
                <a:lnTo>
                  <a:pt x="1532540" y="227788"/>
                </a:lnTo>
                <a:moveTo>
                  <a:pt x="1061609" y="371280"/>
                </a:moveTo>
                <a:lnTo>
                  <a:pt x="1059348" y="367139"/>
                </a:lnTo>
                <a:moveTo>
                  <a:pt x="1434317" y="987493"/>
                </a:moveTo>
                <a:lnTo>
                  <a:pt x="1460640" y="1117471"/>
                </a:lnTo>
                <a:moveTo>
                  <a:pt x="2080085" y="188006"/>
                </a:moveTo>
                <a:lnTo>
                  <a:pt x="2060255" y="164151"/>
                </a:lnTo>
                <a:moveTo>
                  <a:pt x="1394657" y="0"/>
                </a:moveTo>
                <a:lnTo>
                  <a:pt x="1354115" y="50683"/>
                </a:lnTo>
                <a:moveTo>
                  <a:pt x="1504008" y="1086281"/>
                </a:moveTo>
                <a:lnTo>
                  <a:pt x="1460640" y="1117471"/>
                </a:lnTo>
                <a:moveTo>
                  <a:pt x="1959827" y="518013"/>
                </a:moveTo>
                <a:lnTo>
                  <a:pt x="1935014" y="403826"/>
                </a:lnTo>
                <a:moveTo>
                  <a:pt x="2042648" y="191491"/>
                </a:moveTo>
                <a:lnTo>
                  <a:pt x="2011691" y="155534"/>
                </a:lnTo>
                <a:moveTo>
                  <a:pt x="986976" y="254859"/>
                </a:moveTo>
                <a:lnTo>
                  <a:pt x="894831" y="191869"/>
                </a:lnTo>
                <a:moveTo>
                  <a:pt x="1851617" y="1159223"/>
                </a:moveTo>
                <a:lnTo>
                  <a:pt x="1734744" y="1130129"/>
                </a:lnTo>
                <a:moveTo>
                  <a:pt x="920450" y="943845"/>
                </a:moveTo>
                <a:lnTo>
                  <a:pt x="989770" y="997728"/>
                </a:lnTo>
                <a:moveTo>
                  <a:pt x="1708503" y="1150614"/>
                </a:moveTo>
                <a:lnTo>
                  <a:pt x="1597003" y="1146679"/>
                </a:lnTo>
                <a:moveTo>
                  <a:pt x="1212151" y="163166"/>
                </a:moveTo>
                <a:lnTo>
                  <a:pt x="1218283" y="276659"/>
                </a:lnTo>
                <a:moveTo>
                  <a:pt x="1134022" y="1035888"/>
                </a:moveTo>
                <a:lnTo>
                  <a:pt x="1008960" y="1017926"/>
                </a:lnTo>
                <a:moveTo>
                  <a:pt x="1218283" y="276659"/>
                </a:moveTo>
                <a:lnTo>
                  <a:pt x="1222100" y="295592"/>
                </a:lnTo>
                <a:moveTo>
                  <a:pt x="1883078" y="758095"/>
                </a:moveTo>
                <a:lnTo>
                  <a:pt x="1891939" y="773229"/>
                </a:lnTo>
                <a:moveTo>
                  <a:pt x="1314305" y="45727"/>
                </a:moveTo>
                <a:lnTo>
                  <a:pt x="1212151" y="163166"/>
                </a:lnTo>
                <a:moveTo>
                  <a:pt x="1218129" y="387168"/>
                </a:moveTo>
                <a:lnTo>
                  <a:pt x="1220290" y="443551"/>
                </a:lnTo>
                <a:moveTo>
                  <a:pt x="841384" y="840948"/>
                </a:moveTo>
                <a:lnTo>
                  <a:pt x="822699" y="807825"/>
                </a:lnTo>
                <a:moveTo>
                  <a:pt x="1360856" y="4641"/>
                </a:moveTo>
                <a:lnTo>
                  <a:pt x="1314305" y="45727"/>
                </a:lnTo>
                <a:moveTo>
                  <a:pt x="838738" y="606018"/>
                </a:moveTo>
                <a:lnTo>
                  <a:pt x="842533" y="706660"/>
                </a:lnTo>
                <a:moveTo>
                  <a:pt x="920450" y="943845"/>
                </a:moveTo>
                <a:lnTo>
                  <a:pt x="841384" y="840948"/>
                </a:lnTo>
                <a:moveTo>
                  <a:pt x="2060255" y="164151"/>
                </a:moveTo>
                <a:lnTo>
                  <a:pt x="2042648" y="191491"/>
                </a:lnTo>
                <a:moveTo>
                  <a:pt x="1871767" y="255040"/>
                </a:moveTo>
                <a:lnTo>
                  <a:pt x="1756073" y="310693"/>
                </a:lnTo>
                <a:moveTo>
                  <a:pt x="2060255" y="164151"/>
                </a:moveTo>
                <a:lnTo>
                  <a:pt x="2011691" y="155534"/>
                </a:lnTo>
                <a:moveTo>
                  <a:pt x="857013" y="813203"/>
                </a:moveTo>
                <a:lnTo>
                  <a:pt x="822699" y="807825"/>
                </a:lnTo>
                <a:moveTo>
                  <a:pt x="1331716" y="923693"/>
                </a:moveTo>
                <a:lnTo>
                  <a:pt x="1248888" y="844231"/>
                </a:lnTo>
                <a:moveTo>
                  <a:pt x="1937573" y="410955"/>
                </a:moveTo>
                <a:lnTo>
                  <a:pt x="1959827" y="518013"/>
                </a:lnTo>
                <a:moveTo>
                  <a:pt x="857013" y="813203"/>
                </a:moveTo>
                <a:lnTo>
                  <a:pt x="841384" y="840948"/>
                </a:lnTo>
                <a:moveTo>
                  <a:pt x="1949377" y="623633"/>
                </a:moveTo>
                <a:lnTo>
                  <a:pt x="1935969" y="658854"/>
                </a:lnTo>
                <a:moveTo>
                  <a:pt x="760344" y="501700"/>
                </a:moveTo>
                <a:lnTo>
                  <a:pt x="832793" y="567248"/>
                </a:lnTo>
                <a:moveTo>
                  <a:pt x="1874691" y="1030633"/>
                </a:moveTo>
                <a:lnTo>
                  <a:pt x="1840623" y="1125040"/>
                </a:lnTo>
                <a:moveTo>
                  <a:pt x="838738" y="606018"/>
                </a:moveTo>
                <a:lnTo>
                  <a:pt x="832793" y="567248"/>
                </a:lnTo>
                <a:moveTo>
                  <a:pt x="1321341" y="933854"/>
                </a:moveTo>
                <a:lnTo>
                  <a:pt x="1248888" y="844231"/>
                </a:lnTo>
                <a:moveTo>
                  <a:pt x="1354115" y="50683"/>
                </a:moveTo>
                <a:lnTo>
                  <a:pt x="1360856" y="4641"/>
                </a:lnTo>
                <a:moveTo>
                  <a:pt x="894831" y="191869"/>
                </a:moveTo>
                <a:lnTo>
                  <a:pt x="849964" y="157147"/>
                </a:lnTo>
                <a:moveTo>
                  <a:pt x="1194887" y="409899"/>
                </a:moveTo>
                <a:lnTo>
                  <a:pt x="1220290" y="443551"/>
                </a:lnTo>
                <a:moveTo>
                  <a:pt x="773060" y="286574"/>
                </a:moveTo>
                <a:lnTo>
                  <a:pt x="759389" y="237551"/>
                </a:lnTo>
                <a:moveTo>
                  <a:pt x="1628288" y="28860"/>
                </a:moveTo>
                <a:lnTo>
                  <a:pt x="1601229" y="60637"/>
                </a:lnTo>
                <a:moveTo>
                  <a:pt x="1217425" y="341134"/>
                </a:moveTo>
                <a:lnTo>
                  <a:pt x="1222100" y="295592"/>
                </a:lnTo>
                <a:moveTo>
                  <a:pt x="1881820" y="824066"/>
                </a:moveTo>
                <a:lnTo>
                  <a:pt x="1891939" y="773229"/>
                </a:lnTo>
                <a:moveTo>
                  <a:pt x="1741730" y="309663"/>
                </a:moveTo>
                <a:lnTo>
                  <a:pt x="1613732" y="286804"/>
                </a:lnTo>
                <a:moveTo>
                  <a:pt x="1613732" y="286804"/>
                </a:moveTo>
                <a:lnTo>
                  <a:pt x="1578108" y="385787"/>
                </a:lnTo>
                <a:moveTo>
                  <a:pt x="1949377" y="623633"/>
                </a:moveTo>
                <a:lnTo>
                  <a:pt x="1936803" y="667108"/>
                </a:lnTo>
                <a:moveTo>
                  <a:pt x="1429442" y="969653"/>
                </a:moveTo>
                <a:lnTo>
                  <a:pt x="1345512" y="851322"/>
                </a:lnTo>
                <a:moveTo>
                  <a:pt x="1949377" y="623633"/>
                </a:moveTo>
                <a:lnTo>
                  <a:pt x="1924052" y="695212"/>
                </a:lnTo>
                <a:moveTo>
                  <a:pt x="806772" y="116412"/>
                </a:moveTo>
                <a:lnTo>
                  <a:pt x="849964" y="157147"/>
                </a:lnTo>
                <a:moveTo>
                  <a:pt x="1880466" y="867436"/>
                </a:moveTo>
                <a:lnTo>
                  <a:pt x="1874691" y="1030633"/>
                </a:lnTo>
                <a:moveTo>
                  <a:pt x="917445" y="695055"/>
                </a:moveTo>
                <a:lnTo>
                  <a:pt x="857013" y="813203"/>
                </a:lnTo>
                <a:moveTo>
                  <a:pt x="1218129" y="387168"/>
                </a:moveTo>
                <a:lnTo>
                  <a:pt x="1222100" y="295592"/>
                </a:lnTo>
                <a:moveTo>
                  <a:pt x="1880466" y="867436"/>
                </a:moveTo>
                <a:lnTo>
                  <a:pt x="1891939" y="773229"/>
                </a:lnTo>
                <a:moveTo>
                  <a:pt x="1206318" y="934601"/>
                </a:moveTo>
                <a:lnTo>
                  <a:pt x="1181881" y="1033581"/>
                </a:lnTo>
                <a:moveTo>
                  <a:pt x="1881820" y="824066"/>
                </a:moveTo>
                <a:lnTo>
                  <a:pt x="1883078" y="758095"/>
                </a:lnTo>
                <a:moveTo>
                  <a:pt x="1874613" y="328748"/>
                </a:moveTo>
                <a:lnTo>
                  <a:pt x="1871767" y="255040"/>
                </a:lnTo>
                <a:moveTo>
                  <a:pt x="994815" y="834184"/>
                </a:moveTo>
                <a:lnTo>
                  <a:pt x="989770" y="997728"/>
                </a:lnTo>
                <a:moveTo>
                  <a:pt x="1181881" y="1033581"/>
                </a:moveTo>
                <a:lnTo>
                  <a:pt x="1134022" y="1035888"/>
                </a:lnTo>
                <a:moveTo>
                  <a:pt x="1744877" y="1140762"/>
                </a:moveTo>
                <a:lnTo>
                  <a:pt x="1708503" y="1150614"/>
                </a:lnTo>
                <a:moveTo>
                  <a:pt x="1613732" y="286804"/>
                </a:moveTo>
                <a:lnTo>
                  <a:pt x="1532540" y="227788"/>
                </a:lnTo>
                <a:moveTo>
                  <a:pt x="1354115" y="50683"/>
                </a:moveTo>
                <a:lnTo>
                  <a:pt x="1314305" y="45727"/>
                </a:lnTo>
                <a:moveTo>
                  <a:pt x="1252007" y="126731"/>
                </a:moveTo>
                <a:lnTo>
                  <a:pt x="1212151" y="163166"/>
                </a:lnTo>
                <a:moveTo>
                  <a:pt x="1217425" y="341134"/>
                </a:moveTo>
                <a:lnTo>
                  <a:pt x="1218283" y="276659"/>
                </a:lnTo>
                <a:moveTo>
                  <a:pt x="1880442" y="252782"/>
                </a:moveTo>
                <a:lnTo>
                  <a:pt x="1874613" y="328748"/>
                </a:lnTo>
                <a:moveTo>
                  <a:pt x="1331716" y="923693"/>
                </a:moveTo>
                <a:lnTo>
                  <a:pt x="1345512" y="851322"/>
                </a:lnTo>
                <a:moveTo>
                  <a:pt x="928165" y="677303"/>
                </a:moveTo>
                <a:lnTo>
                  <a:pt x="917445" y="695055"/>
                </a:lnTo>
                <a:moveTo>
                  <a:pt x="1601229" y="60637"/>
                </a:moveTo>
                <a:lnTo>
                  <a:pt x="1576247" y="122561"/>
                </a:lnTo>
                <a:moveTo>
                  <a:pt x="1783479" y="1208491"/>
                </a:moveTo>
                <a:lnTo>
                  <a:pt x="1708503" y="1150614"/>
                </a:lnTo>
                <a:moveTo>
                  <a:pt x="989245" y="832790"/>
                </a:moveTo>
                <a:lnTo>
                  <a:pt x="841384" y="840948"/>
                </a:lnTo>
                <a:moveTo>
                  <a:pt x="989245" y="832790"/>
                </a:moveTo>
                <a:lnTo>
                  <a:pt x="920450" y="943845"/>
                </a:lnTo>
                <a:moveTo>
                  <a:pt x="994815" y="834184"/>
                </a:moveTo>
                <a:lnTo>
                  <a:pt x="920450" y="943845"/>
                </a:lnTo>
                <a:moveTo>
                  <a:pt x="935153" y="695277"/>
                </a:moveTo>
                <a:lnTo>
                  <a:pt x="917445" y="695055"/>
                </a:lnTo>
                <a:moveTo>
                  <a:pt x="1601229" y="60637"/>
                </a:moveTo>
                <a:lnTo>
                  <a:pt x="1518479" y="0"/>
                </a:lnTo>
                <a:moveTo>
                  <a:pt x="1194887" y="409899"/>
                </a:moveTo>
                <a:lnTo>
                  <a:pt x="1142428" y="468828"/>
                </a:lnTo>
                <a:moveTo>
                  <a:pt x="1597003" y="1146679"/>
                </a:moveTo>
                <a:lnTo>
                  <a:pt x="1504008" y="1086281"/>
                </a:lnTo>
                <a:moveTo>
                  <a:pt x="1613732" y="286804"/>
                </a:moveTo>
                <a:lnTo>
                  <a:pt x="1484605" y="336281"/>
                </a:lnTo>
                <a:moveTo>
                  <a:pt x="1741730" y="309663"/>
                </a:moveTo>
                <a:lnTo>
                  <a:pt x="1578108" y="385787"/>
                </a:lnTo>
                <a:moveTo>
                  <a:pt x="989245" y="832790"/>
                </a:moveTo>
                <a:lnTo>
                  <a:pt x="857013" y="813203"/>
                </a:lnTo>
                <a:moveTo>
                  <a:pt x="1054070" y="972899"/>
                </a:moveTo>
                <a:lnTo>
                  <a:pt x="1008960" y="1017926"/>
                </a:lnTo>
                <a:moveTo>
                  <a:pt x="1930046" y="393291"/>
                </a:moveTo>
                <a:lnTo>
                  <a:pt x="1874613" y="328748"/>
                </a:lnTo>
                <a:moveTo>
                  <a:pt x="1321341" y="933854"/>
                </a:moveTo>
                <a:lnTo>
                  <a:pt x="1206318" y="934601"/>
                </a:lnTo>
                <a:moveTo>
                  <a:pt x="935153" y="695277"/>
                </a:moveTo>
                <a:lnTo>
                  <a:pt x="928165" y="677303"/>
                </a:lnTo>
                <a:moveTo>
                  <a:pt x="1851617" y="1159223"/>
                </a:moveTo>
                <a:lnTo>
                  <a:pt x="1840623" y="1125040"/>
                </a:lnTo>
                <a:moveTo>
                  <a:pt x="1054070" y="972899"/>
                </a:moveTo>
                <a:lnTo>
                  <a:pt x="989770" y="997728"/>
                </a:lnTo>
                <a:moveTo>
                  <a:pt x="1748838" y="30737"/>
                </a:moveTo>
                <a:lnTo>
                  <a:pt x="1628288" y="28860"/>
                </a:lnTo>
                <a:moveTo>
                  <a:pt x="1053967" y="981735"/>
                </a:moveTo>
                <a:lnTo>
                  <a:pt x="1008960" y="1017926"/>
                </a:lnTo>
                <a:moveTo>
                  <a:pt x="1756073" y="310693"/>
                </a:moveTo>
                <a:lnTo>
                  <a:pt x="1741730" y="309663"/>
                </a:lnTo>
                <a:moveTo>
                  <a:pt x="1937573" y="410955"/>
                </a:moveTo>
                <a:lnTo>
                  <a:pt x="1874613" y="328748"/>
                </a:lnTo>
                <a:moveTo>
                  <a:pt x="1949377" y="623633"/>
                </a:moveTo>
                <a:lnTo>
                  <a:pt x="1883078" y="758095"/>
                </a:lnTo>
                <a:moveTo>
                  <a:pt x="1876771" y="976263"/>
                </a:moveTo>
                <a:lnTo>
                  <a:pt x="1874691" y="1030633"/>
                </a:lnTo>
                <a:moveTo>
                  <a:pt x="838738" y="606018"/>
                </a:moveTo>
                <a:lnTo>
                  <a:pt x="917445" y="695055"/>
                </a:lnTo>
                <a:moveTo>
                  <a:pt x="1493734" y="0"/>
                </a:moveTo>
                <a:lnTo>
                  <a:pt x="1354115" y="50683"/>
                </a:lnTo>
                <a:moveTo>
                  <a:pt x="1434317" y="987493"/>
                </a:moveTo>
                <a:lnTo>
                  <a:pt x="1429442" y="969653"/>
                </a:lnTo>
                <a:moveTo>
                  <a:pt x="1934155" y="475953"/>
                </a:moveTo>
                <a:lnTo>
                  <a:pt x="1937573" y="410955"/>
                </a:lnTo>
                <a:moveTo>
                  <a:pt x="1220121" y="1162577"/>
                </a:moveTo>
                <a:lnTo>
                  <a:pt x="1134022" y="1035888"/>
                </a:lnTo>
                <a:moveTo>
                  <a:pt x="1649022" y="1089092"/>
                </a:moveTo>
                <a:lnTo>
                  <a:pt x="1708503" y="1150614"/>
                </a:lnTo>
                <a:moveTo>
                  <a:pt x="1959827" y="518013"/>
                </a:moveTo>
                <a:lnTo>
                  <a:pt x="1949377" y="623633"/>
                </a:lnTo>
                <a:moveTo>
                  <a:pt x="1741856" y="319839"/>
                </a:moveTo>
                <a:lnTo>
                  <a:pt x="1741730" y="309663"/>
                </a:lnTo>
                <a:moveTo>
                  <a:pt x="928165" y="677303"/>
                </a:moveTo>
                <a:lnTo>
                  <a:pt x="838738" y="606018"/>
                </a:lnTo>
                <a:moveTo>
                  <a:pt x="989245" y="832790"/>
                </a:moveTo>
                <a:lnTo>
                  <a:pt x="917445" y="695055"/>
                </a:lnTo>
                <a:moveTo>
                  <a:pt x="1741856" y="319839"/>
                </a:moveTo>
                <a:lnTo>
                  <a:pt x="1578108" y="385787"/>
                </a:lnTo>
                <a:moveTo>
                  <a:pt x="1504008" y="1086281"/>
                </a:moveTo>
                <a:lnTo>
                  <a:pt x="1434317" y="987493"/>
                </a:lnTo>
                <a:moveTo>
                  <a:pt x="757040" y="334192"/>
                </a:moveTo>
                <a:lnTo>
                  <a:pt x="773060" y="286574"/>
                </a:lnTo>
                <a:moveTo>
                  <a:pt x="1881820" y="824066"/>
                </a:moveTo>
                <a:lnTo>
                  <a:pt x="1880466" y="867436"/>
                </a:lnTo>
                <a:moveTo>
                  <a:pt x="1134022" y="1035888"/>
                </a:moveTo>
                <a:lnTo>
                  <a:pt x="1113688" y="1123059"/>
                </a:lnTo>
                <a:moveTo>
                  <a:pt x="1756073" y="310693"/>
                </a:moveTo>
                <a:lnTo>
                  <a:pt x="1741856" y="319839"/>
                </a:lnTo>
                <a:moveTo>
                  <a:pt x="1601229" y="60637"/>
                </a:moveTo>
                <a:lnTo>
                  <a:pt x="1479605" y="75480"/>
                </a:lnTo>
                <a:moveTo>
                  <a:pt x="1883078" y="758095"/>
                </a:moveTo>
                <a:lnTo>
                  <a:pt x="1824698" y="703435"/>
                </a:lnTo>
                <a:moveTo>
                  <a:pt x="1252007" y="126731"/>
                </a:moveTo>
                <a:lnTo>
                  <a:pt x="1218283" y="276659"/>
                </a:lnTo>
                <a:moveTo>
                  <a:pt x="991705" y="827569"/>
                </a:moveTo>
                <a:lnTo>
                  <a:pt x="935153" y="695277"/>
                </a:lnTo>
                <a:moveTo>
                  <a:pt x="935153" y="695277"/>
                </a:moveTo>
                <a:lnTo>
                  <a:pt x="989245" y="832790"/>
                </a:lnTo>
                <a:moveTo>
                  <a:pt x="1871948" y="860135"/>
                </a:moveTo>
                <a:lnTo>
                  <a:pt x="1881820" y="824066"/>
                </a:lnTo>
                <a:moveTo>
                  <a:pt x="1218129" y="387168"/>
                </a:moveTo>
                <a:lnTo>
                  <a:pt x="1217425" y="341134"/>
                </a:lnTo>
                <a:moveTo>
                  <a:pt x="1576247" y="122561"/>
                </a:moveTo>
                <a:lnTo>
                  <a:pt x="1532540" y="227788"/>
                </a:lnTo>
                <a:moveTo>
                  <a:pt x="1314305" y="45727"/>
                </a:moveTo>
                <a:lnTo>
                  <a:pt x="1252007" y="126731"/>
                </a:lnTo>
                <a:moveTo>
                  <a:pt x="760344" y="501700"/>
                </a:moveTo>
                <a:lnTo>
                  <a:pt x="760226" y="501433"/>
                </a:lnTo>
                <a:moveTo>
                  <a:pt x="760236" y="501561"/>
                </a:moveTo>
                <a:lnTo>
                  <a:pt x="760226" y="501433"/>
                </a:lnTo>
                <a:moveTo>
                  <a:pt x="760236" y="501561"/>
                </a:moveTo>
                <a:lnTo>
                  <a:pt x="760344" y="501700"/>
                </a:lnTo>
                <a:moveTo>
                  <a:pt x="1027149" y="296495"/>
                </a:moveTo>
                <a:lnTo>
                  <a:pt x="986976" y="254859"/>
                </a:lnTo>
                <a:moveTo>
                  <a:pt x="838738" y="606018"/>
                </a:moveTo>
                <a:lnTo>
                  <a:pt x="760344" y="501700"/>
                </a:lnTo>
                <a:moveTo>
                  <a:pt x="838738" y="606018"/>
                </a:moveTo>
                <a:lnTo>
                  <a:pt x="760236" y="501561"/>
                </a:lnTo>
                <a:moveTo>
                  <a:pt x="1011919" y="279883"/>
                </a:moveTo>
                <a:lnTo>
                  <a:pt x="986976" y="254859"/>
                </a:lnTo>
                <a:moveTo>
                  <a:pt x="1093903" y="373875"/>
                </a:moveTo>
                <a:lnTo>
                  <a:pt x="1142428" y="468828"/>
                </a:lnTo>
                <a:moveTo>
                  <a:pt x="1079682" y="1095641"/>
                </a:moveTo>
                <a:lnTo>
                  <a:pt x="1008960" y="1017926"/>
                </a:lnTo>
                <a:moveTo>
                  <a:pt x="1093903" y="373875"/>
                </a:moveTo>
                <a:lnTo>
                  <a:pt x="1061609" y="371280"/>
                </a:lnTo>
                <a:moveTo>
                  <a:pt x="1429442" y="969653"/>
                </a:moveTo>
                <a:lnTo>
                  <a:pt x="1331716" y="923693"/>
                </a:lnTo>
                <a:moveTo>
                  <a:pt x="1479605" y="75480"/>
                </a:moveTo>
                <a:lnTo>
                  <a:pt x="1354115" y="50683"/>
                </a:lnTo>
                <a:moveTo>
                  <a:pt x="1027149" y="296495"/>
                </a:moveTo>
                <a:lnTo>
                  <a:pt x="1059348" y="367139"/>
                </a:lnTo>
                <a:moveTo>
                  <a:pt x="1027149" y="296495"/>
                </a:moveTo>
                <a:lnTo>
                  <a:pt x="1061609" y="371280"/>
                </a:lnTo>
                <a:moveTo>
                  <a:pt x="1578108" y="385787"/>
                </a:moveTo>
                <a:lnTo>
                  <a:pt x="1484605" y="336281"/>
                </a:lnTo>
                <a:moveTo>
                  <a:pt x="1576247" y="122561"/>
                </a:moveTo>
                <a:lnTo>
                  <a:pt x="1479605" y="75480"/>
                </a:lnTo>
                <a:moveTo>
                  <a:pt x="1934155" y="475953"/>
                </a:moveTo>
                <a:lnTo>
                  <a:pt x="1959827" y="518013"/>
                </a:lnTo>
                <a:moveTo>
                  <a:pt x="1508020" y="0"/>
                </a:moveTo>
                <a:lnTo>
                  <a:pt x="1479605" y="75480"/>
                </a:lnTo>
                <a:moveTo>
                  <a:pt x="1271454" y="1051458"/>
                </a:moveTo>
                <a:lnTo>
                  <a:pt x="1181881" y="1033581"/>
                </a:lnTo>
                <a:moveTo>
                  <a:pt x="1871948" y="860135"/>
                </a:moveTo>
                <a:lnTo>
                  <a:pt x="1880466" y="867436"/>
                </a:lnTo>
                <a:moveTo>
                  <a:pt x="1628288" y="28860"/>
                </a:moveTo>
                <a:lnTo>
                  <a:pt x="1611350" y="95443"/>
                </a:lnTo>
                <a:moveTo>
                  <a:pt x="922218" y="209436"/>
                </a:moveTo>
                <a:lnTo>
                  <a:pt x="986976" y="254859"/>
                </a:lnTo>
                <a:moveTo>
                  <a:pt x="1181881" y="1033581"/>
                </a:moveTo>
                <a:lnTo>
                  <a:pt x="1220121" y="1162577"/>
                </a:lnTo>
                <a:moveTo>
                  <a:pt x="1220596" y="1161600"/>
                </a:moveTo>
                <a:lnTo>
                  <a:pt x="1181881" y="1033581"/>
                </a:lnTo>
                <a:moveTo>
                  <a:pt x="991705" y="827569"/>
                </a:moveTo>
                <a:lnTo>
                  <a:pt x="989245" y="832790"/>
                </a:lnTo>
                <a:moveTo>
                  <a:pt x="991705" y="827569"/>
                </a:moveTo>
                <a:lnTo>
                  <a:pt x="994815" y="834184"/>
                </a:lnTo>
                <a:moveTo>
                  <a:pt x="994815" y="834184"/>
                </a:moveTo>
                <a:lnTo>
                  <a:pt x="989245" y="832790"/>
                </a:lnTo>
                <a:moveTo>
                  <a:pt x="1881820" y="824066"/>
                </a:moveTo>
                <a:lnTo>
                  <a:pt x="1824698" y="703435"/>
                </a:lnTo>
                <a:moveTo>
                  <a:pt x="1321341" y="933854"/>
                </a:moveTo>
                <a:lnTo>
                  <a:pt x="1181881" y="1033581"/>
                </a:lnTo>
                <a:moveTo>
                  <a:pt x="1079682" y="1095641"/>
                </a:moveTo>
                <a:lnTo>
                  <a:pt x="1134022" y="1035888"/>
                </a:lnTo>
                <a:moveTo>
                  <a:pt x="1874613" y="328748"/>
                </a:moveTo>
                <a:lnTo>
                  <a:pt x="1756073" y="310693"/>
                </a:lnTo>
                <a:moveTo>
                  <a:pt x="1056969" y="709010"/>
                </a:moveTo>
                <a:lnTo>
                  <a:pt x="928165" y="677303"/>
                </a:lnTo>
                <a:moveTo>
                  <a:pt x="1876771" y="976263"/>
                </a:moveTo>
                <a:lnTo>
                  <a:pt x="1840623" y="1125040"/>
                </a:lnTo>
                <a:moveTo>
                  <a:pt x="1859722" y="648483"/>
                </a:moveTo>
                <a:lnTo>
                  <a:pt x="1883078" y="758095"/>
                </a:lnTo>
                <a:moveTo>
                  <a:pt x="1056969" y="709010"/>
                </a:moveTo>
                <a:lnTo>
                  <a:pt x="935153" y="695277"/>
                </a:lnTo>
                <a:moveTo>
                  <a:pt x="1275385" y="248413"/>
                </a:moveTo>
                <a:lnTo>
                  <a:pt x="1218283" y="276659"/>
                </a:lnTo>
                <a:moveTo>
                  <a:pt x="1649022" y="1089092"/>
                </a:moveTo>
                <a:lnTo>
                  <a:pt x="1597003" y="1146679"/>
                </a:lnTo>
                <a:moveTo>
                  <a:pt x="1532540" y="227788"/>
                </a:moveTo>
                <a:lnTo>
                  <a:pt x="1484605" y="336281"/>
                </a:lnTo>
                <a:moveTo>
                  <a:pt x="1218129" y="387168"/>
                </a:moveTo>
                <a:lnTo>
                  <a:pt x="1194887" y="409899"/>
                </a:lnTo>
                <a:moveTo>
                  <a:pt x="845450" y="99646"/>
                </a:moveTo>
                <a:lnTo>
                  <a:pt x="894831" y="191869"/>
                </a:lnTo>
                <a:moveTo>
                  <a:pt x="1688573" y="389227"/>
                </a:moveTo>
                <a:lnTo>
                  <a:pt x="1578108" y="385787"/>
                </a:lnTo>
                <a:moveTo>
                  <a:pt x="1071550" y="685083"/>
                </a:moveTo>
                <a:lnTo>
                  <a:pt x="928165" y="677303"/>
                </a:lnTo>
                <a:moveTo>
                  <a:pt x="922218" y="209436"/>
                </a:moveTo>
                <a:lnTo>
                  <a:pt x="894831" y="191869"/>
                </a:lnTo>
                <a:moveTo>
                  <a:pt x="1578108" y="385787"/>
                </a:moveTo>
                <a:lnTo>
                  <a:pt x="1555525" y="474696"/>
                </a:lnTo>
                <a:moveTo>
                  <a:pt x="1611350" y="95443"/>
                </a:moveTo>
                <a:lnTo>
                  <a:pt x="1601229" y="60637"/>
                </a:lnTo>
                <a:moveTo>
                  <a:pt x="1271454" y="1051458"/>
                </a:moveTo>
                <a:lnTo>
                  <a:pt x="1220596" y="1161600"/>
                </a:lnTo>
                <a:moveTo>
                  <a:pt x="1331716" y="923693"/>
                </a:moveTo>
                <a:lnTo>
                  <a:pt x="1321341" y="933854"/>
                </a:lnTo>
                <a:moveTo>
                  <a:pt x="845450" y="99646"/>
                </a:moveTo>
                <a:lnTo>
                  <a:pt x="849964" y="157147"/>
                </a:lnTo>
                <a:moveTo>
                  <a:pt x="994815" y="834184"/>
                </a:moveTo>
                <a:lnTo>
                  <a:pt x="1054070" y="972899"/>
                </a:lnTo>
                <a:moveTo>
                  <a:pt x="1321341" y="933854"/>
                </a:moveTo>
                <a:lnTo>
                  <a:pt x="1271454" y="1051458"/>
                </a:lnTo>
                <a:moveTo>
                  <a:pt x="1649979" y="94383"/>
                </a:moveTo>
                <a:lnTo>
                  <a:pt x="1628288" y="28860"/>
                </a:lnTo>
                <a:moveTo>
                  <a:pt x="1325030" y="944091"/>
                </a:moveTo>
                <a:lnTo>
                  <a:pt x="1271454" y="1051458"/>
                </a:lnTo>
                <a:moveTo>
                  <a:pt x="1871948" y="860135"/>
                </a:moveTo>
                <a:lnTo>
                  <a:pt x="1824698" y="703435"/>
                </a:lnTo>
                <a:moveTo>
                  <a:pt x="1220596" y="1161600"/>
                </a:moveTo>
                <a:lnTo>
                  <a:pt x="1220121" y="1162577"/>
                </a:lnTo>
                <a:moveTo>
                  <a:pt x="1221583" y="1163012"/>
                </a:moveTo>
                <a:lnTo>
                  <a:pt x="1220121" y="1162577"/>
                </a:lnTo>
                <a:moveTo>
                  <a:pt x="1220596" y="1161600"/>
                </a:moveTo>
                <a:lnTo>
                  <a:pt x="1221583" y="1163012"/>
                </a:lnTo>
                <a:moveTo>
                  <a:pt x="1880466" y="867436"/>
                </a:moveTo>
                <a:lnTo>
                  <a:pt x="1876771" y="976263"/>
                </a:lnTo>
                <a:moveTo>
                  <a:pt x="1219712" y="1164299"/>
                </a:moveTo>
                <a:lnTo>
                  <a:pt x="1220121" y="1162577"/>
                </a:lnTo>
                <a:moveTo>
                  <a:pt x="1221583" y="1163012"/>
                </a:moveTo>
                <a:lnTo>
                  <a:pt x="1219712" y="1164299"/>
                </a:lnTo>
                <a:moveTo>
                  <a:pt x="1560252" y="1015804"/>
                </a:moveTo>
                <a:lnTo>
                  <a:pt x="1597003" y="1146679"/>
                </a:lnTo>
                <a:moveTo>
                  <a:pt x="845425" y="99607"/>
                </a:moveTo>
                <a:lnTo>
                  <a:pt x="806772" y="116412"/>
                </a:lnTo>
                <a:moveTo>
                  <a:pt x="845450" y="99646"/>
                </a:moveTo>
                <a:lnTo>
                  <a:pt x="806772" y="116412"/>
                </a:lnTo>
                <a:moveTo>
                  <a:pt x="1578108" y="385787"/>
                </a:moveTo>
                <a:lnTo>
                  <a:pt x="1449106" y="435167"/>
                </a:lnTo>
                <a:moveTo>
                  <a:pt x="759963" y="259229"/>
                </a:moveTo>
                <a:lnTo>
                  <a:pt x="759389" y="237551"/>
                </a:lnTo>
                <a:moveTo>
                  <a:pt x="1056969" y="709010"/>
                </a:moveTo>
                <a:lnTo>
                  <a:pt x="991705" y="827569"/>
                </a:lnTo>
                <a:moveTo>
                  <a:pt x="1325030" y="944091"/>
                </a:moveTo>
                <a:lnTo>
                  <a:pt x="1321341" y="933854"/>
                </a:lnTo>
                <a:moveTo>
                  <a:pt x="1741856" y="319839"/>
                </a:moveTo>
                <a:lnTo>
                  <a:pt x="1688573" y="389227"/>
                </a:lnTo>
                <a:moveTo>
                  <a:pt x="1934155" y="475953"/>
                </a:moveTo>
                <a:lnTo>
                  <a:pt x="1949377" y="623633"/>
                </a:lnTo>
                <a:moveTo>
                  <a:pt x="1275385" y="248413"/>
                </a:moveTo>
                <a:lnTo>
                  <a:pt x="1217425" y="341134"/>
                </a:lnTo>
                <a:moveTo>
                  <a:pt x="1343936" y="130010"/>
                </a:moveTo>
                <a:lnTo>
                  <a:pt x="1314305" y="45727"/>
                </a:lnTo>
                <a:moveTo>
                  <a:pt x="1576247" y="122561"/>
                </a:moveTo>
                <a:lnTo>
                  <a:pt x="1446527" y="172496"/>
                </a:lnTo>
                <a:moveTo>
                  <a:pt x="1278728" y="255222"/>
                </a:moveTo>
                <a:lnTo>
                  <a:pt x="1217425" y="341134"/>
                </a:lnTo>
                <a:moveTo>
                  <a:pt x="1220121" y="1162577"/>
                </a:moveTo>
                <a:lnTo>
                  <a:pt x="1113688" y="1123059"/>
                </a:lnTo>
                <a:moveTo>
                  <a:pt x="1871948" y="860135"/>
                </a:moveTo>
                <a:lnTo>
                  <a:pt x="1876771" y="976263"/>
                </a:lnTo>
                <a:moveTo>
                  <a:pt x="1759434" y="31323"/>
                </a:moveTo>
                <a:lnTo>
                  <a:pt x="1748838" y="30737"/>
                </a:lnTo>
                <a:moveTo>
                  <a:pt x="1219712" y="1164299"/>
                </a:moveTo>
                <a:lnTo>
                  <a:pt x="1113688" y="1123059"/>
                </a:lnTo>
                <a:moveTo>
                  <a:pt x="1341148" y="396828"/>
                </a:moveTo>
                <a:lnTo>
                  <a:pt x="1217425" y="341134"/>
                </a:lnTo>
                <a:moveTo>
                  <a:pt x="1336976" y="929379"/>
                </a:moveTo>
                <a:lnTo>
                  <a:pt x="1331716" y="923693"/>
                </a:lnTo>
                <a:moveTo>
                  <a:pt x="1481222" y="912798"/>
                </a:moveTo>
                <a:lnTo>
                  <a:pt x="1429442" y="969653"/>
                </a:lnTo>
                <a:moveTo>
                  <a:pt x="975850" y="632937"/>
                </a:moveTo>
                <a:lnTo>
                  <a:pt x="928165" y="677303"/>
                </a:lnTo>
                <a:moveTo>
                  <a:pt x="1840623" y="1125040"/>
                </a:moveTo>
                <a:lnTo>
                  <a:pt x="1795964" y="1061760"/>
                </a:lnTo>
                <a:moveTo>
                  <a:pt x="1351479" y="377383"/>
                </a:moveTo>
                <a:lnTo>
                  <a:pt x="1217425" y="341134"/>
                </a:lnTo>
                <a:moveTo>
                  <a:pt x="1521364" y="973463"/>
                </a:moveTo>
                <a:lnTo>
                  <a:pt x="1429442" y="969653"/>
                </a:lnTo>
                <a:moveTo>
                  <a:pt x="1083026" y="710126"/>
                </a:moveTo>
                <a:lnTo>
                  <a:pt x="991705" y="827569"/>
                </a:lnTo>
                <a:moveTo>
                  <a:pt x="1083026" y="710126"/>
                </a:moveTo>
                <a:lnTo>
                  <a:pt x="994815" y="834184"/>
                </a:lnTo>
                <a:moveTo>
                  <a:pt x="1818929" y="1015951"/>
                </a:moveTo>
                <a:lnTo>
                  <a:pt x="1840623" y="1125040"/>
                </a:lnTo>
                <a:moveTo>
                  <a:pt x="1871948" y="860135"/>
                </a:moveTo>
                <a:lnTo>
                  <a:pt x="1781679" y="808131"/>
                </a:lnTo>
                <a:moveTo>
                  <a:pt x="1053967" y="981735"/>
                </a:moveTo>
                <a:lnTo>
                  <a:pt x="1054070" y="972899"/>
                </a:lnTo>
                <a:moveTo>
                  <a:pt x="1521364" y="973463"/>
                </a:moveTo>
                <a:lnTo>
                  <a:pt x="1434317" y="987493"/>
                </a:lnTo>
                <a:moveTo>
                  <a:pt x="1560252" y="1015804"/>
                </a:moveTo>
                <a:lnTo>
                  <a:pt x="1504008" y="1086281"/>
                </a:lnTo>
                <a:moveTo>
                  <a:pt x="1336976" y="929379"/>
                </a:moveTo>
                <a:lnTo>
                  <a:pt x="1321341" y="933854"/>
                </a:lnTo>
                <a:moveTo>
                  <a:pt x="1354115" y="50683"/>
                </a:moveTo>
                <a:lnTo>
                  <a:pt x="1343936" y="130010"/>
                </a:lnTo>
                <a:moveTo>
                  <a:pt x="1336976" y="929379"/>
                </a:moveTo>
                <a:lnTo>
                  <a:pt x="1325030" y="944091"/>
                </a:lnTo>
                <a:moveTo>
                  <a:pt x="1934155" y="475953"/>
                </a:moveTo>
                <a:lnTo>
                  <a:pt x="1874613" y="328748"/>
                </a:lnTo>
                <a:moveTo>
                  <a:pt x="1521364" y="973463"/>
                </a:moveTo>
                <a:lnTo>
                  <a:pt x="1504008" y="1086281"/>
                </a:lnTo>
                <a:moveTo>
                  <a:pt x="1783479" y="1208491"/>
                </a:moveTo>
                <a:lnTo>
                  <a:pt x="1744877" y="1140762"/>
                </a:lnTo>
                <a:moveTo>
                  <a:pt x="1348378" y="1057273"/>
                </a:moveTo>
                <a:lnTo>
                  <a:pt x="1271454" y="1051458"/>
                </a:lnTo>
                <a:moveTo>
                  <a:pt x="1532540" y="227788"/>
                </a:moveTo>
                <a:lnTo>
                  <a:pt x="1446527" y="172496"/>
                </a:lnTo>
                <a:moveTo>
                  <a:pt x="1341148" y="396828"/>
                </a:moveTo>
                <a:lnTo>
                  <a:pt x="1218129" y="387168"/>
                </a:lnTo>
                <a:moveTo>
                  <a:pt x="1756073" y="310693"/>
                </a:moveTo>
                <a:lnTo>
                  <a:pt x="1734072" y="387042"/>
                </a:lnTo>
                <a:moveTo>
                  <a:pt x="757040" y="334192"/>
                </a:moveTo>
                <a:lnTo>
                  <a:pt x="759389" y="237551"/>
                </a:lnTo>
                <a:moveTo>
                  <a:pt x="1949377" y="623633"/>
                </a:moveTo>
                <a:lnTo>
                  <a:pt x="1859722" y="648483"/>
                </a:lnTo>
                <a:moveTo>
                  <a:pt x="1611354" y="76045"/>
                </a:moveTo>
                <a:lnTo>
                  <a:pt x="1601229" y="60637"/>
                </a:lnTo>
                <a:moveTo>
                  <a:pt x="975850" y="632937"/>
                </a:moveTo>
                <a:lnTo>
                  <a:pt x="838738" y="606018"/>
                </a:lnTo>
                <a:moveTo>
                  <a:pt x="1348378" y="1057273"/>
                </a:moveTo>
                <a:lnTo>
                  <a:pt x="1220596" y="1161600"/>
                </a:lnTo>
                <a:moveTo>
                  <a:pt x="1325030" y="944091"/>
                </a:moveTo>
                <a:lnTo>
                  <a:pt x="1348378" y="1057273"/>
                </a:lnTo>
                <a:moveTo>
                  <a:pt x="1479605" y="75480"/>
                </a:moveTo>
                <a:lnTo>
                  <a:pt x="1446527" y="172496"/>
                </a:lnTo>
                <a:moveTo>
                  <a:pt x="1484605" y="336281"/>
                </a:moveTo>
                <a:lnTo>
                  <a:pt x="1449106" y="435167"/>
                </a:lnTo>
                <a:moveTo>
                  <a:pt x="1734072" y="387042"/>
                </a:moveTo>
                <a:lnTo>
                  <a:pt x="1741856" y="319839"/>
                </a:lnTo>
                <a:moveTo>
                  <a:pt x="1871948" y="860135"/>
                </a:moveTo>
                <a:lnTo>
                  <a:pt x="1846908" y="950942"/>
                </a:lnTo>
                <a:moveTo>
                  <a:pt x="1194887" y="409899"/>
                </a:moveTo>
                <a:lnTo>
                  <a:pt x="1093903" y="373875"/>
                </a:lnTo>
                <a:moveTo>
                  <a:pt x="1885647" y="1156523"/>
                </a:moveTo>
                <a:lnTo>
                  <a:pt x="1840623" y="1125040"/>
                </a:lnTo>
                <a:moveTo>
                  <a:pt x="1287031" y="1304667"/>
                </a:moveTo>
                <a:lnTo>
                  <a:pt x="1286676" y="1304363"/>
                </a:lnTo>
                <a:moveTo>
                  <a:pt x="1532540" y="227788"/>
                </a:moveTo>
                <a:lnTo>
                  <a:pt x="1398950" y="280713"/>
                </a:lnTo>
                <a:moveTo>
                  <a:pt x="1824698" y="703435"/>
                </a:moveTo>
                <a:lnTo>
                  <a:pt x="1781679" y="808131"/>
                </a:lnTo>
                <a:moveTo>
                  <a:pt x="1481222" y="912798"/>
                </a:moveTo>
                <a:lnTo>
                  <a:pt x="1331716" y="923693"/>
                </a:lnTo>
                <a:moveTo>
                  <a:pt x="1252007" y="126731"/>
                </a:moveTo>
                <a:lnTo>
                  <a:pt x="1275385" y="248413"/>
                </a:lnTo>
                <a:moveTo>
                  <a:pt x="1744877" y="1140762"/>
                </a:moveTo>
                <a:lnTo>
                  <a:pt x="1649022" y="1089092"/>
                </a:lnTo>
                <a:moveTo>
                  <a:pt x="1071550" y="685083"/>
                </a:moveTo>
                <a:lnTo>
                  <a:pt x="1056969" y="709010"/>
                </a:lnTo>
                <a:moveTo>
                  <a:pt x="1885647" y="1156523"/>
                </a:moveTo>
                <a:lnTo>
                  <a:pt x="1851617" y="1159223"/>
                </a:lnTo>
                <a:moveTo>
                  <a:pt x="1219712" y="1164299"/>
                </a:moveTo>
                <a:lnTo>
                  <a:pt x="1110715" y="1152723"/>
                </a:lnTo>
                <a:moveTo>
                  <a:pt x="1083026" y="710126"/>
                </a:moveTo>
                <a:lnTo>
                  <a:pt x="1056969" y="709010"/>
                </a:lnTo>
                <a:moveTo>
                  <a:pt x="1218129" y="387168"/>
                </a:moveTo>
                <a:lnTo>
                  <a:pt x="1186284" y="466186"/>
                </a:lnTo>
                <a:moveTo>
                  <a:pt x="1079682" y="1095641"/>
                </a:moveTo>
                <a:lnTo>
                  <a:pt x="1113688" y="1123059"/>
                </a:lnTo>
                <a:moveTo>
                  <a:pt x="1859722" y="648483"/>
                </a:moveTo>
                <a:lnTo>
                  <a:pt x="1824698" y="703435"/>
                </a:lnTo>
                <a:moveTo>
                  <a:pt x="1107206" y="832188"/>
                </a:moveTo>
                <a:lnTo>
                  <a:pt x="994815" y="834184"/>
                </a:lnTo>
                <a:moveTo>
                  <a:pt x="1824698" y="703435"/>
                </a:moveTo>
                <a:lnTo>
                  <a:pt x="1675732" y="768237"/>
                </a:lnTo>
                <a:moveTo>
                  <a:pt x="1079682" y="1095641"/>
                </a:moveTo>
                <a:lnTo>
                  <a:pt x="1053967" y="981735"/>
                </a:lnTo>
                <a:moveTo>
                  <a:pt x="1484605" y="336281"/>
                </a:moveTo>
                <a:lnTo>
                  <a:pt x="1398950" y="280713"/>
                </a:lnTo>
                <a:moveTo>
                  <a:pt x="1479605" y="75480"/>
                </a:moveTo>
                <a:lnTo>
                  <a:pt x="1343936" y="130010"/>
                </a:lnTo>
                <a:moveTo>
                  <a:pt x="1110715" y="1152723"/>
                </a:moveTo>
                <a:lnTo>
                  <a:pt x="1113688" y="1123059"/>
                </a:lnTo>
                <a:moveTo>
                  <a:pt x="1688573" y="389227"/>
                </a:moveTo>
                <a:lnTo>
                  <a:pt x="1555525" y="474696"/>
                </a:lnTo>
                <a:moveTo>
                  <a:pt x="1083026" y="710126"/>
                </a:moveTo>
                <a:lnTo>
                  <a:pt x="1071550" y="685083"/>
                </a:lnTo>
                <a:moveTo>
                  <a:pt x="1359175" y="1176895"/>
                </a:moveTo>
                <a:lnTo>
                  <a:pt x="1221583" y="1163012"/>
                </a:lnTo>
                <a:moveTo>
                  <a:pt x="1343936" y="130010"/>
                </a:moveTo>
                <a:lnTo>
                  <a:pt x="1252007" y="126731"/>
                </a:lnTo>
                <a:moveTo>
                  <a:pt x="1363709" y="1170212"/>
                </a:moveTo>
                <a:lnTo>
                  <a:pt x="1220596" y="1161600"/>
                </a:lnTo>
                <a:moveTo>
                  <a:pt x="1363709" y="1170212"/>
                </a:moveTo>
                <a:lnTo>
                  <a:pt x="1221583" y="1163012"/>
                </a:lnTo>
                <a:moveTo>
                  <a:pt x="751333" y="442064"/>
                </a:moveTo>
                <a:lnTo>
                  <a:pt x="760226" y="501433"/>
                </a:lnTo>
                <a:moveTo>
                  <a:pt x="751333" y="442064"/>
                </a:moveTo>
                <a:lnTo>
                  <a:pt x="760236" y="501561"/>
                </a:lnTo>
                <a:moveTo>
                  <a:pt x="1795964" y="1061760"/>
                </a:moveTo>
                <a:lnTo>
                  <a:pt x="1744877" y="1140762"/>
                </a:lnTo>
                <a:moveTo>
                  <a:pt x="869014" y="610730"/>
                </a:moveTo>
                <a:lnTo>
                  <a:pt x="760236" y="501561"/>
                </a:lnTo>
                <a:moveTo>
                  <a:pt x="869014" y="610730"/>
                </a:moveTo>
                <a:lnTo>
                  <a:pt x="838738" y="606018"/>
                </a:lnTo>
                <a:moveTo>
                  <a:pt x="1221583" y="1163012"/>
                </a:moveTo>
                <a:lnTo>
                  <a:pt x="1197968" y="1251153"/>
                </a:lnTo>
                <a:moveTo>
                  <a:pt x="757040" y="334192"/>
                </a:moveTo>
                <a:lnTo>
                  <a:pt x="759963" y="259229"/>
                </a:lnTo>
                <a:moveTo>
                  <a:pt x="1186284" y="466186"/>
                </a:moveTo>
                <a:lnTo>
                  <a:pt x="1194887" y="409899"/>
                </a:lnTo>
                <a:moveTo>
                  <a:pt x="1555525" y="474696"/>
                </a:moveTo>
                <a:lnTo>
                  <a:pt x="1449106" y="435167"/>
                </a:lnTo>
                <a:moveTo>
                  <a:pt x="1219712" y="1164299"/>
                </a:moveTo>
                <a:lnTo>
                  <a:pt x="1197968" y="1251153"/>
                </a:lnTo>
                <a:moveTo>
                  <a:pt x="1824698" y="703435"/>
                </a:moveTo>
                <a:lnTo>
                  <a:pt x="1736657" y="649709"/>
                </a:lnTo>
                <a:moveTo>
                  <a:pt x="1874613" y="328748"/>
                </a:moveTo>
                <a:lnTo>
                  <a:pt x="1734072" y="387042"/>
                </a:lnTo>
                <a:moveTo>
                  <a:pt x="1876771" y="976263"/>
                </a:moveTo>
                <a:lnTo>
                  <a:pt x="1846908" y="950942"/>
                </a:lnTo>
                <a:moveTo>
                  <a:pt x="1481222" y="912798"/>
                </a:moveTo>
                <a:lnTo>
                  <a:pt x="1336976" y="929379"/>
                </a:lnTo>
                <a:moveTo>
                  <a:pt x="1748838" y="30737"/>
                </a:moveTo>
                <a:lnTo>
                  <a:pt x="1649979" y="94383"/>
                </a:lnTo>
                <a:moveTo>
                  <a:pt x="1107206" y="832188"/>
                </a:moveTo>
                <a:lnTo>
                  <a:pt x="1054070" y="972899"/>
                </a:lnTo>
                <a:moveTo>
                  <a:pt x="1949377" y="623633"/>
                </a:moveTo>
                <a:lnTo>
                  <a:pt x="1912838" y="563883"/>
                </a:lnTo>
                <a:moveTo>
                  <a:pt x="1781679" y="808131"/>
                </a:moveTo>
                <a:lnTo>
                  <a:pt x="1675732" y="768237"/>
                </a:lnTo>
                <a:moveTo>
                  <a:pt x="1093903" y="373875"/>
                </a:moveTo>
                <a:lnTo>
                  <a:pt x="1027149" y="296495"/>
                </a:lnTo>
                <a:moveTo>
                  <a:pt x="1278728" y="255222"/>
                </a:moveTo>
                <a:lnTo>
                  <a:pt x="1275385" y="248413"/>
                </a:lnTo>
                <a:moveTo>
                  <a:pt x="1876771" y="976263"/>
                </a:moveTo>
                <a:lnTo>
                  <a:pt x="1818929" y="1015951"/>
                </a:lnTo>
                <a:moveTo>
                  <a:pt x="1011919" y="279883"/>
                </a:moveTo>
                <a:lnTo>
                  <a:pt x="1027149" y="296495"/>
                </a:lnTo>
                <a:moveTo>
                  <a:pt x="1738969" y="118595"/>
                </a:moveTo>
                <a:lnTo>
                  <a:pt x="1748838" y="30737"/>
                </a:lnTo>
                <a:moveTo>
                  <a:pt x="1359175" y="1176895"/>
                </a:moveTo>
                <a:lnTo>
                  <a:pt x="1287031" y="1304667"/>
                </a:lnTo>
                <a:moveTo>
                  <a:pt x="1359175" y="1176895"/>
                </a:moveTo>
                <a:lnTo>
                  <a:pt x="1286676" y="1304363"/>
                </a:lnTo>
                <a:moveTo>
                  <a:pt x="1071550" y="685083"/>
                </a:moveTo>
                <a:lnTo>
                  <a:pt x="975850" y="632937"/>
                </a:lnTo>
                <a:moveTo>
                  <a:pt x="1449106" y="435167"/>
                </a:moveTo>
                <a:lnTo>
                  <a:pt x="1390976" y="413874"/>
                </a:lnTo>
                <a:moveTo>
                  <a:pt x="1649022" y="1089092"/>
                </a:moveTo>
                <a:lnTo>
                  <a:pt x="1560252" y="1015804"/>
                </a:lnTo>
                <a:moveTo>
                  <a:pt x="1759434" y="31323"/>
                </a:moveTo>
                <a:lnTo>
                  <a:pt x="1738969" y="118595"/>
                </a:lnTo>
                <a:moveTo>
                  <a:pt x="1351479" y="377383"/>
                </a:moveTo>
                <a:lnTo>
                  <a:pt x="1278728" y="255222"/>
                </a:lnTo>
                <a:moveTo>
                  <a:pt x="1449106" y="435167"/>
                </a:moveTo>
                <a:lnTo>
                  <a:pt x="1351479" y="377383"/>
                </a:lnTo>
                <a:moveTo>
                  <a:pt x="1110715" y="1152723"/>
                </a:moveTo>
                <a:lnTo>
                  <a:pt x="1079682" y="1095641"/>
                </a:lnTo>
                <a:moveTo>
                  <a:pt x="1286676" y="1304363"/>
                </a:moveTo>
                <a:lnTo>
                  <a:pt x="1197968" y="1251153"/>
                </a:lnTo>
                <a:moveTo>
                  <a:pt x="1734072" y="387042"/>
                </a:moveTo>
                <a:lnTo>
                  <a:pt x="1688573" y="389227"/>
                </a:lnTo>
                <a:moveTo>
                  <a:pt x="1390976" y="413874"/>
                </a:moveTo>
                <a:lnTo>
                  <a:pt x="1341148" y="396828"/>
                </a:lnTo>
                <a:moveTo>
                  <a:pt x="1871948" y="860135"/>
                </a:moveTo>
                <a:lnTo>
                  <a:pt x="1759082" y="897050"/>
                </a:lnTo>
                <a:moveTo>
                  <a:pt x="1675732" y="768237"/>
                </a:moveTo>
                <a:lnTo>
                  <a:pt x="1652751" y="759322"/>
                </a:lnTo>
                <a:moveTo>
                  <a:pt x="1755165" y="623362"/>
                </a:moveTo>
                <a:lnTo>
                  <a:pt x="1824698" y="703435"/>
                </a:lnTo>
                <a:moveTo>
                  <a:pt x="1287964" y="244712"/>
                </a:moveTo>
                <a:lnTo>
                  <a:pt x="1275385" y="248413"/>
                </a:lnTo>
                <a:moveTo>
                  <a:pt x="1402335" y="916951"/>
                </a:moveTo>
                <a:lnTo>
                  <a:pt x="1325030" y="944091"/>
                </a:lnTo>
                <a:moveTo>
                  <a:pt x="1795964" y="1061760"/>
                </a:moveTo>
                <a:lnTo>
                  <a:pt x="1649022" y="1089092"/>
                </a:lnTo>
                <a:moveTo>
                  <a:pt x="1035621" y="1061628"/>
                </a:moveTo>
                <a:lnTo>
                  <a:pt x="1053967" y="981735"/>
                </a:lnTo>
                <a:moveTo>
                  <a:pt x="1287964" y="244712"/>
                </a:moveTo>
                <a:lnTo>
                  <a:pt x="1278728" y="255222"/>
                </a:lnTo>
                <a:moveTo>
                  <a:pt x="1351479" y="377383"/>
                </a:moveTo>
                <a:lnTo>
                  <a:pt x="1390976" y="413874"/>
                </a:lnTo>
                <a:moveTo>
                  <a:pt x="777297" y="550474"/>
                </a:moveTo>
                <a:lnTo>
                  <a:pt x="760236" y="501561"/>
                </a:lnTo>
                <a:moveTo>
                  <a:pt x="1398950" y="280713"/>
                </a:moveTo>
                <a:lnTo>
                  <a:pt x="1278728" y="255222"/>
                </a:lnTo>
                <a:moveTo>
                  <a:pt x="1449106" y="435167"/>
                </a:moveTo>
                <a:lnTo>
                  <a:pt x="1398950" y="280713"/>
                </a:lnTo>
                <a:moveTo>
                  <a:pt x="1093903" y="373875"/>
                </a:moveTo>
                <a:lnTo>
                  <a:pt x="1014703" y="283795"/>
                </a:lnTo>
                <a:moveTo>
                  <a:pt x="1351479" y="377383"/>
                </a:moveTo>
                <a:lnTo>
                  <a:pt x="1341148" y="396828"/>
                </a:lnTo>
                <a:moveTo>
                  <a:pt x="1446527" y="172496"/>
                </a:moveTo>
                <a:lnTo>
                  <a:pt x="1287964" y="244712"/>
                </a:lnTo>
                <a:moveTo>
                  <a:pt x="1446527" y="172496"/>
                </a:moveTo>
                <a:lnTo>
                  <a:pt x="1398950" y="280713"/>
                </a:lnTo>
                <a:moveTo>
                  <a:pt x="1083026" y="710126"/>
                </a:moveTo>
                <a:lnTo>
                  <a:pt x="1107206" y="832188"/>
                </a:lnTo>
                <a:moveTo>
                  <a:pt x="1874613" y="328748"/>
                </a:moveTo>
                <a:lnTo>
                  <a:pt x="1856333" y="414332"/>
                </a:lnTo>
                <a:moveTo>
                  <a:pt x="1343936" y="130010"/>
                </a:moveTo>
                <a:lnTo>
                  <a:pt x="1275385" y="248413"/>
                </a:lnTo>
                <a:moveTo>
                  <a:pt x="1014703" y="283795"/>
                </a:moveTo>
                <a:lnTo>
                  <a:pt x="1027149" y="296495"/>
                </a:lnTo>
                <a:moveTo>
                  <a:pt x="1652751" y="759322"/>
                </a:moveTo>
                <a:lnTo>
                  <a:pt x="1569080" y="728889"/>
                </a:lnTo>
                <a:moveTo>
                  <a:pt x="1014703" y="283795"/>
                </a:moveTo>
                <a:lnTo>
                  <a:pt x="1011919" y="279883"/>
                </a:lnTo>
                <a:moveTo>
                  <a:pt x="1011919" y="279883"/>
                </a:moveTo>
                <a:lnTo>
                  <a:pt x="922218" y="209436"/>
                </a:lnTo>
                <a:moveTo>
                  <a:pt x="1675732" y="768237"/>
                </a:moveTo>
                <a:lnTo>
                  <a:pt x="1584409" y="699092"/>
                </a:lnTo>
                <a:moveTo>
                  <a:pt x="1363709" y="1170212"/>
                </a:moveTo>
                <a:lnTo>
                  <a:pt x="1348378" y="1057273"/>
                </a:lnTo>
                <a:moveTo>
                  <a:pt x="1446527" y="172496"/>
                </a:moveTo>
                <a:lnTo>
                  <a:pt x="1343936" y="130010"/>
                </a:lnTo>
                <a:moveTo>
                  <a:pt x="1934155" y="475953"/>
                </a:moveTo>
                <a:lnTo>
                  <a:pt x="1912838" y="563883"/>
                </a:lnTo>
                <a:moveTo>
                  <a:pt x="1934155" y="475953"/>
                </a:moveTo>
                <a:lnTo>
                  <a:pt x="1856333" y="414332"/>
                </a:lnTo>
                <a:moveTo>
                  <a:pt x="1584409" y="699092"/>
                </a:moveTo>
                <a:lnTo>
                  <a:pt x="1652751" y="759322"/>
                </a:lnTo>
                <a:moveTo>
                  <a:pt x="1736657" y="649709"/>
                </a:moveTo>
                <a:lnTo>
                  <a:pt x="1675732" y="768237"/>
                </a:lnTo>
                <a:moveTo>
                  <a:pt x="1398950" y="280713"/>
                </a:moveTo>
                <a:lnTo>
                  <a:pt x="1351479" y="377383"/>
                </a:lnTo>
                <a:moveTo>
                  <a:pt x="1481222" y="912798"/>
                </a:moveTo>
                <a:lnTo>
                  <a:pt x="1521364" y="973463"/>
                </a:lnTo>
                <a:moveTo>
                  <a:pt x="1560252" y="1015804"/>
                </a:moveTo>
                <a:lnTo>
                  <a:pt x="1521364" y="973463"/>
                </a:lnTo>
                <a:moveTo>
                  <a:pt x="1688573" y="389227"/>
                </a:moveTo>
                <a:lnTo>
                  <a:pt x="1644991" y="479117"/>
                </a:lnTo>
                <a:moveTo>
                  <a:pt x="845425" y="99607"/>
                </a:moveTo>
                <a:lnTo>
                  <a:pt x="845450" y="99646"/>
                </a:lnTo>
                <a:moveTo>
                  <a:pt x="845498" y="99568"/>
                </a:moveTo>
                <a:lnTo>
                  <a:pt x="845425" y="99607"/>
                </a:lnTo>
                <a:moveTo>
                  <a:pt x="845498" y="99568"/>
                </a:moveTo>
                <a:lnTo>
                  <a:pt x="845450" y="99646"/>
                </a:lnTo>
                <a:moveTo>
                  <a:pt x="1398950" y="280713"/>
                </a:moveTo>
                <a:lnTo>
                  <a:pt x="1287964" y="244712"/>
                </a:lnTo>
                <a:moveTo>
                  <a:pt x="1634550" y="606850"/>
                </a:moveTo>
                <a:lnTo>
                  <a:pt x="1555525" y="474696"/>
                </a:lnTo>
                <a:moveTo>
                  <a:pt x="1219712" y="1164299"/>
                </a:moveTo>
                <a:lnTo>
                  <a:pt x="1105079" y="1201172"/>
                </a:lnTo>
                <a:moveTo>
                  <a:pt x="1584409" y="699092"/>
                </a:moveTo>
                <a:lnTo>
                  <a:pt x="1569080" y="728889"/>
                </a:lnTo>
                <a:moveTo>
                  <a:pt x="1402335" y="916951"/>
                </a:moveTo>
                <a:lnTo>
                  <a:pt x="1336976" y="929379"/>
                </a:lnTo>
                <a:moveTo>
                  <a:pt x="1644991" y="479117"/>
                </a:moveTo>
                <a:lnTo>
                  <a:pt x="1555525" y="474696"/>
                </a:lnTo>
                <a:moveTo>
                  <a:pt x="1341148" y="396828"/>
                </a:moveTo>
                <a:lnTo>
                  <a:pt x="1186284" y="466186"/>
                </a:lnTo>
                <a:moveTo>
                  <a:pt x="922218" y="209436"/>
                </a:moveTo>
                <a:lnTo>
                  <a:pt x="845450" y="99646"/>
                </a:lnTo>
                <a:moveTo>
                  <a:pt x="922218" y="209436"/>
                </a:moveTo>
                <a:lnTo>
                  <a:pt x="845498" y="99568"/>
                </a:lnTo>
                <a:moveTo>
                  <a:pt x="1652751" y="759322"/>
                </a:moveTo>
                <a:lnTo>
                  <a:pt x="1521548" y="837071"/>
                </a:lnTo>
                <a:moveTo>
                  <a:pt x="1846908" y="950942"/>
                </a:moveTo>
                <a:lnTo>
                  <a:pt x="1818929" y="1015951"/>
                </a:lnTo>
                <a:moveTo>
                  <a:pt x="1649979" y="94383"/>
                </a:moveTo>
                <a:lnTo>
                  <a:pt x="1611350" y="95443"/>
                </a:lnTo>
                <a:moveTo>
                  <a:pt x="1343936" y="130010"/>
                </a:moveTo>
                <a:lnTo>
                  <a:pt x="1287964" y="244712"/>
                </a:lnTo>
                <a:moveTo>
                  <a:pt x="1858630" y="1188814"/>
                </a:moveTo>
                <a:lnTo>
                  <a:pt x="1744877" y="1140762"/>
                </a:lnTo>
                <a:moveTo>
                  <a:pt x="1194887" y="409899"/>
                </a:moveTo>
                <a:lnTo>
                  <a:pt x="1096820" y="413560"/>
                </a:lnTo>
                <a:moveTo>
                  <a:pt x="1521548" y="837071"/>
                </a:moveTo>
                <a:lnTo>
                  <a:pt x="1481222" y="912798"/>
                </a:lnTo>
                <a:moveTo>
                  <a:pt x="1993566" y="1171384"/>
                </a:moveTo>
                <a:lnTo>
                  <a:pt x="1885647" y="1156523"/>
                </a:lnTo>
                <a:moveTo>
                  <a:pt x="1569080" y="728889"/>
                </a:moveTo>
                <a:lnTo>
                  <a:pt x="1521548" y="837071"/>
                </a:lnTo>
                <a:moveTo>
                  <a:pt x="1818929" y="1015951"/>
                </a:moveTo>
                <a:lnTo>
                  <a:pt x="1795964" y="1061760"/>
                </a:lnTo>
                <a:moveTo>
                  <a:pt x="1858630" y="1188814"/>
                </a:moveTo>
                <a:lnTo>
                  <a:pt x="1783479" y="1208491"/>
                </a:lnTo>
                <a:moveTo>
                  <a:pt x="1859722" y="648483"/>
                </a:moveTo>
                <a:lnTo>
                  <a:pt x="1755165" y="623362"/>
                </a:lnTo>
                <a:moveTo>
                  <a:pt x="1035621" y="1061628"/>
                </a:moveTo>
                <a:lnTo>
                  <a:pt x="1079682" y="1095641"/>
                </a:lnTo>
                <a:moveTo>
                  <a:pt x="1402335" y="916951"/>
                </a:moveTo>
                <a:lnTo>
                  <a:pt x="1348378" y="1057273"/>
                </a:lnTo>
                <a:moveTo>
                  <a:pt x="1675732" y="768237"/>
                </a:moveTo>
                <a:lnTo>
                  <a:pt x="1634550" y="606850"/>
                </a:lnTo>
                <a:moveTo>
                  <a:pt x="1624145" y="91846"/>
                </a:moveTo>
                <a:lnTo>
                  <a:pt x="1611350" y="95443"/>
                </a:lnTo>
                <a:moveTo>
                  <a:pt x="1611354" y="76045"/>
                </a:moveTo>
                <a:lnTo>
                  <a:pt x="1611350" y="95443"/>
                </a:lnTo>
                <a:moveTo>
                  <a:pt x="1582774" y="982974"/>
                </a:moveTo>
                <a:lnTo>
                  <a:pt x="1560252" y="1015804"/>
                </a:lnTo>
                <a:moveTo>
                  <a:pt x="1912838" y="563883"/>
                </a:moveTo>
                <a:lnTo>
                  <a:pt x="1859722" y="648483"/>
                </a:lnTo>
                <a:moveTo>
                  <a:pt x="1781679" y="808131"/>
                </a:moveTo>
                <a:lnTo>
                  <a:pt x="1645040" y="863410"/>
                </a:lnTo>
                <a:moveTo>
                  <a:pt x="1110715" y="1152723"/>
                </a:moveTo>
                <a:lnTo>
                  <a:pt x="1035621" y="1061628"/>
                </a:lnTo>
                <a:moveTo>
                  <a:pt x="1582774" y="982974"/>
                </a:moveTo>
                <a:lnTo>
                  <a:pt x="1521364" y="973463"/>
                </a:lnTo>
                <a:moveTo>
                  <a:pt x="1363709" y="1170212"/>
                </a:moveTo>
                <a:lnTo>
                  <a:pt x="1359175" y="1176895"/>
                </a:lnTo>
                <a:moveTo>
                  <a:pt x="1054589" y="917788"/>
                </a:moveTo>
                <a:lnTo>
                  <a:pt x="1054070" y="972899"/>
                </a:lnTo>
                <a:moveTo>
                  <a:pt x="1546811" y="709024"/>
                </a:moveTo>
                <a:lnTo>
                  <a:pt x="1569080" y="728889"/>
                </a:lnTo>
                <a:moveTo>
                  <a:pt x="1365340" y="1175907"/>
                </a:moveTo>
                <a:lnTo>
                  <a:pt x="1359175" y="1176895"/>
                </a:lnTo>
                <a:moveTo>
                  <a:pt x="1359175" y="1176895"/>
                </a:moveTo>
                <a:lnTo>
                  <a:pt x="1197968" y="1251153"/>
                </a:lnTo>
                <a:moveTo>
                  <a:pt x="1703231" y="1011658"/>
                </a:moveTo>
                <a:lnTo>
                  <a:pt x="1649022" y="1089092"/>
                </a:lnTo>
                <a:moveTo>
                  <a:pt x="1584409" y="699092"/>
                </a:moveTo>
                <a:lnTo>
                  <a:pt x="1546811" y="709024"/>
                </a:lnTo>
                <a:moveTo>
                  <a:pt x="1781679" y="808131"/>
                </a:moveTo>
                <a:lnTo>
                  <a:pt x="1759082" y="897050"/>
                </a:lnTo>
                <a:moveTo>
                  <a:pt x="1363709" y="1170212"/>
                </a:moveTo>
                <a:lnTo>
                  <a:pt x="1365340" y="1175907"/>
                </a:lnTo>
                <a:moveTo>
                  <a:pt x="1634550" y="606850"/>
                </a:moveTo>
                <a:lnTo>
                  <a:pt x="1584409" y="699092"/>
                </a:lnTo>
                <a:moveTo>
                  <a:pt x="1555525" y="474696"/>
                </a:moveTo>
                <a:lnTo>
                  <a:pt x="1536207" y="561083"/>
                </a:lnTo>
                <a:moveTo>
                  <a:pt x="1652751" y="759322"/>
                </a:moveTo>
                <a:lnTo>
                  <a:pt x="1635778" y="861845"/>
                </a:lnTo>
                <a:moveTo>
                  <a:pt x="1675732" y="768237"/>
                </a:moveTo>
                <a:lnTo>
                  <a:pt x="1645040" y="863410"/>
                </a:lnTo>
                <a:moveTo>
                  <a:pt x="1885647" y="1156523"/>
                </a:moveTo>
                <a:lnTo>
                  <a:pt x="1795964" y="1061760"/>
                </a:lnTo>
                <a:moveTo>
                  <a:pt x="1736657" y="649709"/>
                </a:moveTo>
                <a:lnTo>
                  <a:pt x="1634550" y="606850"/>
                </a:lnTo>
                <a:moveTo>
                  <a:pt x="757040" y="334192"/>
                </a:moveTo>
                <a:lnTo>
                  <a:pt x="751333" y="442064"/>
                </a:lnTo>
                <a:moveTo>
                  <a:pt x="1481222" y="912798"/>
                </a:moveTo>
                <a:lnTo>
                  <a:pt x="1402335" y="916951"/>
                </a:lnTo>
                <a:moveTo>
                  <a:pt x="1645040" y="863410"/>
                </a:moveTo>
                <a:lnTo>
                  <a:pt x="1652751" y="759322"/>
                </a:lnTo>
                <a:moveTo>
                  <a:pt x="1755165" y="623362"/>
                </a:moveTo>
                <a:lnTo>
                  <a:pt x="1736657" y="649709"/>
                </a:lnTo>
                <a:moveTo>
                  <a:pt x="1635778" y="861845"/>
                </a:moveTo>
                <a:lnTo>
                  <a:pt x="1481222" y="912798"/>
                </a:lnTo>
                <a:moveTo>
                  <a:pt x="1640152" y="873150"/>
                </a:moveTo>
                <a:lnTo>
                  <a:pt x="1481222" y="912798"/>
                </a:lnTo>
                <a:moveTo>
                  <a:pt x="975850" y="632937"/>
                </a:moveTo>
                <a:lnTo>
                  <a:pt x="869014" y="610730"/>
                </a:lnTo>
                <a:moveTo>
                  <a:pt x="1121099" y="635031"/>
                </a:moveTo>
                <a:lnTo>
                  <a:pt x="1071550" y="685083"/>
                </a:lnTo>
                <a:moveTo>
                  <a:pt x="1640152" y="873150"/>
                </a:moveTo>
                <a:lnTo>
                  <a:pt x="1521364" y="973463"/>
                </a:lnTo>
                <a:moveTo>
                  <a:pt x="1703231" y="1011658"/>
                </a:moveTo>
                <a:lnTo>
                  <a:pt x="1560252" y="1015804"/>
                </a:lnTo>
                <a:moveTo>
                  <a:pt x="975850" y="632937"/>
                </a:moveTo>
                <a:lnTo>
                  <a:pt x="875181" y="611446"/>
                </a:lnTo>
                <a:moveTo>
                  <a:pt x="1856333" y="414332"/>
                </a:moveTo>
                <a:lnTo>
                  <a:pt x="1734072" y="387042"/>
                </a:lnTo>
                <a:moveTo>
                  <a:pt x="1390976" y="413874"/>
                </a:moveTo>
                <a:lnTo>
                  <a:pt x="1314708" y="488716"/>
                </a:lnTo>
                <a:moveTo>
                  <a:pt x="1390976" y="413874"/>
                </a:moveTo>
                <a:lnTo>
                  <a:pt x="1316722" y="489202"/>
                </a:lnTo>
                <a:moveTo>
                  <a:pt x="1096820" y="413560"/>
                </a:moveTo>
                <a:lnTo>
                  <a:pt x="1093903" y="373875"/>
                </a:lnTo>
                <a:moveTo>
                  <a:pt x="1738969" y="118595"/>
                </a:moveTo>
                <a:lnTo>
                  <a:pt x="1649979" y="94383"/>
                </a:lnTo>
                <a:moveTo>
                  <a:pt x="1341148" y="396828"/>
                </a:moveTo>
                <a:lnTo>
                  <a:pt x="1314708" y="488716"/>
                </a:lnTo>
                <a:moveTo>
                  <a:pt x="1846908" y="950942"/>
                </a:moveTo>
                <a:lnTo>
                  <a:pt x="1714803" y="989517"/>
                </a:lnTo>
                <a:moveTo>
                  <a:pt x="1993566" y="1171384"/>
                </a:moveTo>
                <a:lnTo>
                  <a:pt x="1879598" y="1190352"/>
                </a:lnTo>
                <a:moveTo>
                  <a:pt x="1649979" y="94383"/>
                </a:moveTo>
                <a:lnTo>
                  <a:pt x="1624145" y="91846"/>
                </a:lnTo>
                <a:moveTo>
                  <a:pt x="795660" y="251444"/>
                </a:moveTo>
                <a:lnTo>
                  <a:pt x="759963" y="259229"/>
                </a:lnTo>
                <a:moveTo>
                  <a:pt x="1321955" y="1297607"/>
                </a:moveTo>
                <a:lnTo>
                  <a:pt x="1286676" y="1304363"/>
                </a:lnTo>
                <a:moveTo>
                  <a:pt x="1846908" y="950942"/>
                </a:moveTo>
                <a:lnTo>
                  <a:pt x="1759082" y="897050"/>
                </a:lnTo>
                <a:moveTo>
                  <a:pt x="1795964" y="1061760"/>
                </a:moveTo>
                <a:lnTo>
                  <a:pt x="1703231" y="1011658"/>
                </a:lnTo>
                <a:moveTo>
                  <a:pt x="1521548" y="837071"/>
                </a:moveTo>
                <a:lnTo>
                  <a:pt x="1402335" y="916951"/>
                </a:lnTo>
                <a:moveTo>
                  <a:pt x="1105079" y="1201172"/>
                </a:moveTo>
                <a:lnTo>
                  <a:pt x="1110715" y="1152723"/>
                </a:lnTo>
                <a:moveTo>
                  <a:pt x="1136825" y="680311"/>
                </a:moveTo>
                <a:lnTo>
                  <a:pt x="1071550" y="685083"/>
                </a:lnTo>
                <a:moveTo>
                  <a:pt x="1634550" y="606850"/>
                </a:moveTo>
                <a:lnTo>
                  <a:pt x="1546811" y="709024"/>
                </a:lnTo>
                <a:moveTo>
                  <a:pt x="1635778" y="861845"/>
                </a:moveTo>
                <a:lnTo>
                  <a:pt x="1521548" y="837071"/>
                </a:lnTo>
                <a:moveTo>
                  <a:pt x="1714803" y="989517"/>
                </a:moveTo>
                <a:lnTo>
                  <a:pt x="1795964" y="1061760"/>
                </a:lnTo>
                <a:moveTo>
                  <a:pt x="1664422" y="556096"/>
                </a:moveTo>
                <a:lnTo>
                  <a:pt x="1736657" y="649709"/>
                </a:lnTo>
                <a:moveTo>
                  <a:pt x="1644991" y="479117"/>
                </a:moveTo>
                <a:lnTo>
                  <a:pt x="1634550" y="606850"/>
                </a:lnTo>
                <a:moveTo>
                  <a:pt x="1136825" y="680311"/>
                </a:moveTo>
                <a:lnTo>
                  <a:pt x="1083026" y="710126"/>
                </a:lnTo>
                <a:moveTo>
                  <a:pt x="1555525" y="474696"/>
                </a:moveTo>
                <a:lnTo>
                  <a:pt x="1436303" y="516521"/>
                </a:lnTo>
                <a:moveTo>
                  <a:pt x="1569080" y="728889"/>
                </a:moveTo>
                <a:lnTo>
                  <a:pt x="1430174" y="785920"/>
                </a:lnTo>
                <a:moveTo>
                  <a:pt x="1011919" y="279883"/>
                </a:moveTo>
                <a:lnTo>
                  <a:pt x="932126" y="225848"/>
                </a:lnTo>
                <a:moveTo>
                  <a:pt x="1818929" y="1015951"/>
                </a:moveTo>
                <a:lnTo>
                  <a:pt x="1714803" y="989517"/>
                </a:lnTo>
                <a:moveTo>
                  <a:pt x="1858630" y="1188814"/>
                </a:moveTo>
                <a:lnTo>
                  <a:pt x="1795964" y="1061760"/>
                </a:lnTo>
                <a:moveTo>
                  <a:pt x="1399542" y="1026207"/>
                </a:moveTo>
                <a:lnTo>
                  <a:pt x="1348378" y="1057273"/>
                </a:lnTo>
                <a:moveTo>
                  <a:pt x="1624145" y="91846"/>
                </a:moveTo>
                <a:lnTo>
                  <a:pt x="1611354" y="76045"/>
                </a:lnTo>
                <a:moveTo>
                  <a:pt x="801809" y="300090"/>
                </a:moveTo>
                <a:lnTo>
                  <a:pt x="759963" y="259229"/>
                </a:lnTo>
                <a:moveTo>
                  <a:pt x="1716125" y="472369"/>
                </a:moveTo>
                <a:lnTo>
                  <a:pt x="1688573" y="389227"/>
                </a:lnTo>
                <a:moveTo>
                  <a:pt x="1640152" y="873150"/>
                </a:moveTo>
                <a:lnTo>
                  <a:pt x="1582774" y="982974"/>
                </a:lnTo>
                <a:moveTo>
                  <a:pt x="1449106" y="435167"/>
                </a:moveTo>
                <a:lnTo>
                  <a:pt x="1436303" y="516521"/>
                </a:lnTo>
                <a:moveTo>
                  <a:pt x="1096820" y="413560"/>
                </a:moveTo>
                <a:lnTo>
                  <a:pt x="1014703" y="283795"/>
                </a:lnTo>
                <a:moveTo>
                  <a:pt x="1314708" y="488716"/>
                </a:moveTo>
                <a:lnTo>
                  <a:pt x="1186284" y="466186"/>
                </a:lnTo>
                <a:moveTo>
                  <a:pt x="1703231" y="1011658"/>
                </a:moveTo>
                <a:lnTo>
                  <a:pt x="1582774" y="982974"/>
                </a:lnTo>
                <a:moveTo>
                  <a:pt x="1436303" y="516521"/>
                </a:moveTo>
                <a:lnTo>
                  <a:pt x="1390976" y="413874"/>
                </a:lnTo>
                <a:moveTo>
                  <a:pt x="1912838" y="563883"/>
                </a:moveTo>
                <a:lnTo>
                  <a:pt x="1856333" y="414332"/>
                </a:lnTo>
                <a:moveTo>
                  <a:pt x="932126" y="225848"/>
                </a:moveTo>
                <a:lnTo>
                  <a:pt x="845498" y="99568"/>
                </a:lnTo>
                <a:moveTo>
                  <a:pt x="1521548" y="837071"/>
                </a:moveTo>
                <a:lnTo>
                  <a:pt x="1430174" y="785920"/>
                </a:lnTo>
                <a:moveTo>
                  <a:pt x="1463410" y="724138"/>
                </a:moveTo>
                <a:lnTo>
                  <a:pt x="1569080" y="728889"/>
                </a:lnTo>
                <a:moveTo>
                  <a:pt x="1365340" y="1175907"/>
                </a:moveTo>
                <a:lnTo>
                  <a:pt x="1364271" y="1285981"/>
                </a:lnTo>
                <a:moveTo>
                  <a:pt x="1197968" y="1251153"/>
                </a:moveTo>
                <a:lnTo>
                  <a:pt x="1105079" y="1201172"/>
                </a:lnTo>
                <a:moveTo>
                  <a:pt x="1014703" y="283795"/>
                </a:moveTo>
                <a:lnTo>
                  <a:pt x="932126" y="225848"/>
                </a:lnTo>
                <a:moveTo>
                  <a:pt x="932126" y="225848"/>
                </a:moveTo>
                <a:lnTo>
                  <a:pt x="922218" y="209436"/>
                </a:lnTo>
                <a:moveTo>
                  <a:pt x="1022300" y="592343"/>
                </a:moveTo>
                <a:lnTo>
                  <a:pt x="1071550" y="685083"/>
                </a:lnTo>
                <a:moveTo>
                  <a:pt x="1664422" y="556096"/>
                </a:moveTo>
                <a:lnTo>
                  <a:pt x="1634550" y="606850"/>
                </a:lnTo>
                <a:moveTo>
                  <a:pt x="1664422" y="556096"/>
                </a:moveTo>
                <a:lnTo>
                  <a:pt x="1644991" y="479117"/>
                </a:lnTo>
                <a:moveTo>
                  <a:pt x="1186284" y="466186"/>
                </a:moveTo>
                <a:lnTo>
                  <a:pt x="1096820" y="413560"/>
                </a:lnTo>
                <a:moveTo>
                  <a:pt x="1755165" y="623362"/>
                </a:moveTo>
                <a:lnTo>
                  <a:pt x="1664422" y="556096"/>
                </a:lnTo>
                <a:moveTo>
                  <a:pt x="1521548" y="837071"/>
                </a:moveTo>
                <a:lnTo>
                  <a:pt x="1379539" y="896498"/>
                </a:lnTo>
                <a:moveTo>
                  <a:pt x="1853888" y="423279"/>
                </a:moveTo>
                <a:lnTo>
                  <a:pt x="1856333" y="414332"/>
                </a:lnTo>
                <a:moveTo>
                  <a:pt x="875181" y="611446"/>
                </a:moveTo>
                <a:lnTo>
                  <a:pt x="869014" y="610730"/>
                </a:lnTo>
                <a:moveTo>
                  <a:pt x="1640152" y="873150"/>
                </a:moveTo>
                <a:lnTo>
                  <a:pt x="1635778" y="861845"/>
                </a:lnTo>
                <a:moveTo>
                  <a:pt x="1634550" y="606850"/>
                </a:moveTo>
                <a:lnTo>
                  <a:pt x="1536207" y="561083"/>
                </a:lnTo>
                <a:moveTo>
                  <a:pt x="1107206" y="832188"/>
                </a:moveTo>
                <a:lnTo>
                  <a:pt x="1054589" y="917788"/>
                </a:lnTo>
                <a:moveTo>
                  <a:pt x="1645040" y="863410"/>
                </a:moveTo>
                <a:lnTo>
                  <a:pt x="1635778" y="861845"/>
                </a:lnTo>
                <a:moveTo>
                  <a:pt x="1885647" y="1156523"/>
                </a:moveTo>
                <a:lnTo>
                  <a:pt x="1858630" y="1188814"/>
                </a:lnTo>
                <a:moveTo>
                  <a:pt x="869952" y="611910"/>
                </a:moveTo>
                <a:lnTo>
                  <a:pt x="869014" y="610730"/>
                </a:lnTo>
                <a:moveTo>
                  <a:pt x="1645040" y="863410"/>
                </a:moveTo>
                <a:lnTo>
                  <a:pt x="1640152" y="873150"/>
                </a:lnTo>
                <a:moveTo>
                  <a:pt x="1105079" y="1201172"/>
                </a:moveTo>
                <a:lnTo>
                  <a:pt x="1035621" y="1061628"/>
                </a:lnTo>
                <a:moveTo>
                  <a:pt x="857758" y="603174"/>
                </a:moveTo>
                <a:lnTo>
                  <a:pt x="869014" y="610730"/>
                </a:lnTo>
                <a:moveTo>
                  <a:pt x="875181" y="611446"/>
                </a:moveTo>
                <a:lnTo>
                  <a:pt x="869952" y="611910"/>
                </a:lnTo>
                <a:moveTo>
                  <a:pt x="1640152" y="873150"/>
                </a:moveTo>
                <a:lnTo>
                  <a:pt x="1703231" y="1011658"/>
                </a:lnTo>
                <a:moveTo>
                  <a:pt x="1136825" y="680311"/>
                </a:moveTo>
                <a:lnTo>
                  <a:pt x="1107206" y="832188"/>
                </a:lnTo>
                <a:moveTo>
                  <a:pt x="1816429" y="537569"/>
                </a:moveTo>
                <a:lnTo>
                  <a:pt x="1859722" y="648483"/>
                </a:lnTo>
                <a:moveTo>
                  <a:pt x="1714803" y="989517"/>
                </a:moveTo>
                <a:lnTo>
                  <a:pt x="1640152" y="873150"/>
                </a:lnTo>
                <a:moveTo>
                  <a:pt x="869952" y="611910"/>
                </a:moveTo>
                <a:lnTo>
                  <a:pt x="857758" y="603174"/>
                </a:lnTo>
                <a:moveTo>
                  <a:pt x="1759082" y="897050"/>
                </a:moveTo>
                <a:lnTo>
                  <a:pt x="1640152" y="873150"/>
                </a:lnTo>
                <a:moveTo>
                  <a:pt x="801809" y="300090"/>
                </a:moveTo>
                <a:lnTo>
                  <a:pt x="757040" y="334192"/>
                </a:lnTo>
                <a:moveTo>
                  <a:pt x="1759082" y="897050"/>
                </a:moveTo>
                <a:lnTo>
                  <a:pt x="1645040" y="863410"/>
                </a:lnTo>
                <a:moveTo>
                  <a:pt x="1399542" y="1026207"/>
                </a:moveTo>
                <a:lnTo>
                  <a:pt x="1363709" y="1170212"/>
                </a:lnTo>
                <a:moveTo>
                  <a:pt x="1879598" y="1190352"/>
                </a:moveTo>
                <a:lnTo>
                  <a:pt x="1885647" y="1156523"/>
                </a:lnTo>
                <a:moveTo>
                  <a:pt x="1714803" y="989517"/>
                </a:moveTo>
                <a:lnTo>
                  <a:pt x="1703231" y="1011658"/>
                </a:lnTo>
                <a:moveTo>
                  <a:pt x="1546811" y="709024"/>
                </a:moveTo>
                <a:lnTo>
                  <a:pt x="1463410" y="724138"/>
                </a:lnTo>
                <a:moveTo>
                  <a:pt x="1321955" y="1297607"/>
                </a:moveTo>
                <a:lnTo>
                  <a:pt x="1197968" y="1251153"/>
                </a:lnTo>
                <a:moveTo>
                  <a:pt x="1759082" y="897050"/>
                </a:moveTo>
                <a:lnTo>
                  <a:pt x="1714803" y="989517"/>
                </a:lnTo>
                <a:moveTo>
                  <a:pt x="1186284" y="466186"/>
                </a:moveTo>
                <a:lnTo>
                  <a:pt x="1164352" y="554592"/>
                </a:lnTo>
                <a:moveTo>
                  <a:pt x="1734072" y="387042"/>
                </a:moveTo>
                <a:lnTo>
                  <a:pt x="1716125" y="472369"/>
                </a:lnTo>
                <a:moveTo>
                  <a:pt x="1022300" y="592343"/>
                </a:moveTo>
                <a:lnTo>
                  <a:pt x="975850" y="632937"/>
                </a:lnTo>
                <a:moveTo>
                  <a:pt x="1402335" y="916951"/>
                </a:moveTo>
                <a:lnTo>
                  <a:pt x="1379539" y="896498"/>
                </a:lnTo>
                <a:moveTo>
                  <a:pt x="777297" y="550474"/>
                </a:moveTo>
                <a:lnTo>
                  <a:pt x="751333" y="442064"/>
                </a:lnTo>
                <a:moveTo>
                  <a:pt x="777297" y="550474"/>
                </a:moveTo>
                <a:lnTo>
                  <a:pt x="869014" y="610730"/>
                </a:lnTo>
                <a:moveTo>
                  <a:pt x="1875689" y="533290"/>
                </a:moveTo>
                <a:lnTo>
                  <a:pt x="1912838" y="563883"/>
                </a:lnTo>
                <a:moveTo>
                  <a:pt x="1875689" y="533290"/>
                </a:moveTo>
                <a:lnTo>
                  <a:pt x="1856333" y="414332"/>
                </a:lnTo>
                <a:moveTo>
                  <a:pt x="1316722" y="489202"/>
                </a:moveTo>
                <a:lnTo>
                  <a:pt x="1314708" y="488716"/>
                </a:lnTo>
                <a:moveTo>
                  <a:pt x="1546811" y="709024"/>
                </a:moveTo>
                <a:lnTo>
                  <a:pt x="1495314" y="664135"/>
                </a:lnTo>
                <a:moveTo>
                  <a:pt x="1634550" y="606850"/>
                </a:moveTo>
                <a:lnTo>
                  <a:pt x="1495314" y="664135"/>
                </a:lnTo>
                <a:moveTo>
                  <a:pt x="1313860" y="492161"/>
                </a:moveTo>
                <a:lnTo>
                  <a:pt x="1314708" y="488716"/>
                </a:lnTo>
                <a:moveTo>
                  <a:pt x="1316722" y="489202"/>
                </a:moveTo>
                <a:lnTo>
                  <a:pt x="1313860" y="492161"/>
                </a:lnTo>
                <a:moveTo>
                  <a:pt x="857758" y="603174"/>
                </a:moveTo>
                <a:lnTo>
                  <a:pt x="777297" y="550474"/>
                </a:lnTo>
                <a:moveTo>
                  <a:pt x="1853888" y="423279"/>
                </a:moveTo>
                <a:lnTo>
                  <a:pt x="1875689" y="533290"/>
                </a:lnTo>
                <a:moveTo>
                  <a:pt x="1402335" y="916951"/>
                </a:moveTo>
                <a:lnTo>
                  <a:pt x="1399542" y="1026207"/>
                </a:lnTo>
                <a:moveTo>
                  <a:pt x="1716125" y="472369"/>
                </a:moveTo>
                <a:lnTo>
                  <a:pt x="1644991" y="479117"/>
                </a:lnTo>
                <a:moveTo>
                  <a:pt x="1879598" y="1190352"/>
                </a:moveTo>
                <a:lnTo>
                  <a:pt x="1858630" y="1188814"/>
                </a:lnTo>
                <a:moveTo>
                  <a:pt x="1430174" y="785920"/>
                </a:moveTo>
                <a:lnTo>
                  <a:pt x="1379539" y="896498"/>
                </a:lnTo>
                <a:moveTo>
                  <a:pt x="1411261" y="1126252"/>
                </a:moveTo>
                <a:lnTo>
                  <a:pt x="1363709" y="1170212"/>
                </a:lnTo>
                <a:moveTo>
                  <a:pt x="1856333" y="414332"/>
                </a:moveTo>
                <a:lnTo>
                  <a:pt x="1716125" y="472369"/>
                </a:lnTo>
                <a:moveTo>
                  <a:pt x="1463410" y="724138"/>
                </a:moveTo>
                <a:lnTo>
                  <a:pt x="1430174" y="785920"/>
                </a:lnTo>
                <a:moveTo>
                  <a:pt x="1139343" y="792089"/>
                </a:moveTo>
                <a:lnTo>
                  <a:pt x="1107206" y="832188"/>
                </a:lnTo>
                <a:moveTo>
                  <a:pt x="1415584" y="1144405"/>
                </a:moveTo>
                <a:lnTo>
                  <a:pt x="1363709" y="1170212"/>
                </a:lnTo>
                <a:moveTo>
                  <a:pt x="1415584" y="1144405"/>
                </a:moveTo>
                <a:lnTo>
                  <a:pt x="1365340" y="1175907"/>
                </a:lnTo>
                <a:moveTo>
                  <a:pt x="1816429" y="537569"/>
                </a:moveTo>
                <a:lnTo>
                  <a:pt x="1755165" y="623362"/>
                </a:lnTo>
                <a:moveTo>
                  <a:pt x="1853888" y="423279"/>
                </a:moveTo>
                <a:lnTo>
                  <a:pt x="1716125" y="472369"/>
                </a:lnTo>
                <a:moveTo>
                  <a:pt x="1436303" y="516521"/>
                </a:moveTo>
                <a:lnTo>
                  <a:pt x="1316722" y="489202"/>
                </a:lnTo>
                <a:moveTo>
                  <a:pt x="1536207" y="561083"/>
                </a:moveTo>
                <a:lnTo>
                  <a:pt x="1436303" y="516521"/>
                </a:lnTo>
                <a:moveTo>
                  <a:pt x="801809" y="300090"/>
                </a:moveTo>
                <a:lnTo>
                  <a:pt x="751333" y="442064"/>
                </a:lnTo>
                <a:moveTo>
                  <a:pt x="1816429" y="537569"/>
                </a:moveTo>
                <a:lnTo>
                  <a:pt x="1912838" y="563883"/>
                </a:lnTo>
                <a:moveTo>
                  <a:pt x="1716125" y="472369"/>
                </a:moveTo>
                <a:lnTo>
                  <a:pt x="1664422" y="556096"/>
                </a:lnTo>
                <a:moveTo>
                  <a:pt x="1536207" y="561083"/>
                </a:moveTo>
                <a:lnTo>
                  <a:pt x="1495314" y="664135"/>
                </a:lnTo>
                <a:moveTo>
                  <a:pt x="1014703" y="283795"/>
                </a:moveTo>
                <a:lnTo>
                  <a:pt x="1017599" y="353021"/>
                </a:lnTo>
                <a:moveTo>
                  <a:pt x="1364271" y="1285981"/>
                </a:moveTo>
                <a:lnTo>
                  <a:pt x="1321955" y="1297607"/>
                </a:lnTo>
                <a:moveTo>
                  <a:pt x="1314708" y="488716"/>
                </a:moveTo>
                <a:lnTo>
                  <a:pt x="1164352" y="554592"/>
                </a:lnTo>
                <a:moveTo>
                  <a:pt x="1022300" y="592343"/>
                </a:moveTo>
                <a:lnTo>
                  <a:pt x="875181" y="611446"/>
                </a:lnTo>
                <a:moveTo>
                  <a:pt x="1313860" y="492161"/>
                </a:moveTo>
                <a:lnTo>
                  <a:pt x="1164352" y="554592"/>
                </a:lnTo>
                <a:moveTo>
                  <a:pt x="1121099" y="635031"/>
                </a:moveTo>
                <a:lnTo>
                  <a:pt x="1136825" y="680311"/>
                </a:lnTo>
                <a:moveTo>
                  <a:pt x="1853888" y="423279"/>
                </a:moveTo>
                <a:lnTo>
                  <a:pt x="1775525" y="485734"/>
                </a:lnTo>
                <a:moveTo>
                  <a:pt x="1211291" y="1291117"/>
                </a:moveTo>
                <a:lnTo>
                  <a:pt x="1197968" y="1251153"/>
                </a:lnTo>
                <a:moveTo>
                  <a:pt x="1816429" y="537569"/>
                </a:moveTo>
                <a:lnTo>
                  <a:pt x="1664422" y="556096"/>
                </a:lnTo>
                <a:moveTo>
                  <a:pt x="1186284" y="466186"/>
                </a:moveTo>
                <a:lnTo>
                  <a:pt x="1076020" y="501091"/>
                </a:lnTo>
                <a:moveTo>
                  <a:pt x="1775525" y="485734"/>
                </a:moveTo>
                <a:lnTo>
                  <a:pt x="1664422" y="556096"/>
                </a:lnTo>
                <a:moveTo>
                  <a:pt x="1164352" y="554592"/>
                </a:moveTo>
                <a:lnTo>
                  <a:pt x="1121099" y="635031"/>
                </a:lnTo>
                <a:moveTo>
                  <a:pt x="1495314" y="664135"/>
                </a:moveTo>
                <a:lnTo>
                  <a:pt x="1463410" y="724138"/>
                </a:lnTo>
                <a:moveTo>
                  <a:pt x="1014703" y="283795"/>
                </a:moveTo>
                <a:lnTo>
                  <a:pt x="915489" y="310163"/>
                </a:lnTo>
                <a:moveTo>
                  <a:pt x="1121099" y="635031"/>
                </a:moveTo>
                <a:lnTo>
                  <a:pt x="1022300" y="592343"/>
                </a:lnTo>
                <a:moveTo>
                  <a:pt x="1389665" y="744996"/>
                </a:moveTo>
                <a:lnTo>
                  <a:pt x="1430174" y="785920"/>
                </a:lnTo>
                <a:moveTo>
                  <a:pt x="815630" y="417234"/>
                </a:moveTo>
                <a:lnTo>
                  <a:pt x="751333" y="442064"/>
                </a:lnTo>
                <a:moveTo>
                  <a:pt x="1415584" y="1144405"/>
                </a:moveTo>
                <a:lnTo>
                  <a:pt x="1364271" y="1285981"/>
                </a:lnTo>
                <a:moveTo>
                  <a:pt x="1313860" y="492161"/>
                </a:moveTo>
                <a:lnTo>
                  <a:pt x="1246714" y="566545"/>
                </a:lnTo>
                <a:moveTo>
                  <a:pt x="1875689" y="533290"/>
                </a:moveTo>
                <a:lnTo>
                  <a:pt x="1816429" y="537569"/>
                </a:lnTo>
                <a:moveTo>
                  <a:pt x="1845908" y="493848"/>
                </a:moveTo>
                <a:lnTo>
                  <a:pt x="1853888" y="423279"/>
                </a:lnTo>
                <a:moveTo>
                  <a:pt x="795660" y="251444"/>
                </a:moveTo>
                <a:lnTo>
                  <a:pt x="801809" y="300090"/>
                </a:lnTo>
                <a:moveTo>
                  <a:pt x="928809" y="581550"/>
                </a:moveTo>
                <a:lnTo>
                  <a:pt x="875181" y="611446"/>
                </a:lnTo>
                <a:moveTo>
                  <a:pt x="1246714" y="566545"/>
                </a:moveTo>
                <a:lnTo>
                  <a:pt x="1121099" y="635031"/>
                </a:lnTo>
                <a:moveTo>
                  <a:pt x="1164352" y="554592"/>
                </a:moveTo>
                <a:lnTo>
                  <a:pt x="1022300" y="592343"/>
                </a:lnTo>
                <a:moveTo>
                  <a:pt x="1463410" y="724138"/>
                </a:moveTo>
                <a:lnTo>
                  <a:pt x="1389665" y="744996"/>
                </a:lnTo>
                <a:moveTo>
                  <a:pt x="1139343" y="792089"/>
                </a:moveTo>
                <a:lnTo>
                  <a:pt x="1054589" y="917788"/>
                </a:lnTo>
                <a:moveTo>
                  <a:pt x="1411261" y="1126252"/>
                </a:moveTo>
                <a:lnTo>
                  <a:pt x="1399542" y="1026207"/>
                </a:lnTo>
                <a:moveTo>
                  <a:pt x="1211291" y="1291117"/>
                </a:moveTo>
                <a:lnTo>
                  <a:pt x="1105079" y="1201172"/>
                </a:lnTo>
                <a:moveTo>
                  <a:pt x="912328" y="583743"/>
                </a:moveTo>
                <a:lnTo>
                  <a:pt x="875181" y="611446"/>
                </a:lnTo>
                <a:moveTo>
                  <a:pt x="912328" y="583743"/>
                </a:moveTo>
                <a:lnTo>
                  <a:pt x="869952" y="611910"/>
                </a:lnTo>
                <a:moveTo>
                  <a:pt x="1775525" y="485734"/>
                </a:moveTo>
                <a:lnTo>
                  <a:pt x="1716125" y="472369"/>
                </a:lnTo>
                <a:moveTo>
                  <a:pt x="1246714" y="566545"/>
                </a:moveTo>
                <a:lnTo>
                  <a:pt x="1136825" y="680311"/>
                </a:lnTo>
                <a:moveTo>
                  <a:pt x="1316722" y="489202"/>
                </a:moveTo>
                <a:lnTo>
                  <a:pt x="1298488" y="572709"/>
                </a:lnTo>
                <a:moveTo>
                  <a:pt x="1136825" y="680311"/>
                </a:moveTo>
                <a:lnTo>
                  <a:pt x="1139343" y="792089"/>
                </a:lnTo>
                <a:moveTo>
                  <a:pt x="897942" y="566895"/>
                </a:moveTo>
                <a:lnTo>
                  <a:pt x="869952" y="611910"/>
                </a:lnTo>
                <a:moveTo>
                  <a:pt x="1096820" y="413560"/>
                </a:moveTo>
                <a:lnTo>
                  <a:pt x="1017599" y="353021"/>
                </a:lnTo>
                <a:moveTo>
                  <a:pt x="1298488" y="572709"/>
                </a:moveTo>
                <a:lnTo>
                  <a:pt x="1313860" y="492161"/>
                </a:lnTo>
                <a:moveTo>
                  <a:pt x="897942" y="566895"/>
                </a:moveTo>
                <a:lnTo>
                  <a:pt x="857758" y="603174"/>
                </a:lnTo>
                <a:moveTo>
                  <a:pt x="1495314" y="664135"/>
                </a:moveTo>
                <a:lnTo>
                  <a:pt x="1389665" y="744996"/>
                </a:lnTo>
                <a:moveTo>
                  <a:pt x="1096820" y="413560"/>
                </a:moveTo>
                <a:lnTo>
                  <a:pt x="1076020" y="501091"/>
                </a:lnTo>
                <a:moveTo>
                  <a:pt x="815630" y="417234"/>
                </a:moveTo>
                <a:lnTo>
                  <a:pt x="777297" y="550474"/>
                </a:lnTo>
                <a:moveTo>
                  <a:pt x="1246714" y="566545"/>
                </a:moveTo>
                <a:lnTo>
                  <a:pt x="1164352" y="554592"/>
                </a:lnTo>
                <a:moveTo>
                  <a:pt x="1816429" y="537569"/>
                </a:moveTo>
                <a:lnTo>
                  <a:pt x="1775525" y="485734"/>
                </a:lnTo>
                <a:moveTo>
                  <a:pt x="1845908" y="493848"/>
                </a:moveTo>
                <a:lnTo>
                  <a:pt x="1875689" y="533290"/>
                </a:lnTo>
                <a:moveTo>
                  <a:pt x="1536207" y="561083"/>
                </a:moveTo>
                <a:lnTo>
                  <a:pt x="1415105" y="604359"/>
                </a:lnTo>
                <a:moveTo>
                  <a:pt x="1116946" y="1234839"/>
                </a:moveTo>
                <a:lnTo>
                  <a:pt x="1105079" y="1201172"/>
                </a:lnTo>
                <a:moveTo>
                  <a:pt x="1321955" y="1297607"/>
                </a:moveTo>
                <a:lnTo>
                  <a:pt x="1211291" y="1291117"/>
                </a:lnTo>
                <a:moveTo>
                  <a:pt x="897942" y="566895"/>
                </a:moveTo>
                <a:lnTo>
                  <a:pt x="777297" y="550474"/>
                </a:lnTo>
                <a:moveTo>
                  <a:pt x="1436303" y="516521"/>
                </a:moveTo>
                <a:lnTo>
                  <a:pt x="1298488" y="572709"/>
                </a:lnTo>
                <a:moveTo>
                  <a:pt x="1390457" y="1243057"/>
                </a:moveTo>
                <a:lnTo>
                  <a:pt x="1364271" y="1285981"/>
                </a:lnTo>
                <a:moveTo>
                  <a:pt x="829141" y="493421"/>
                </a:moveTo>
                <a:lnTo>
                  <a:pt x="777297" y="550474"/>
                </a:lnTo>
                <a:moveTo>
                  <a:pt x="932126" y="225848"/>
                </a:moveTo>
                <a:lnTo>
                  <a:pt x="915489" y="310163"/>
                </a:lnTo>
                <a:moveTo>
                  <a:pt x="1164352" y="554592"/>
                </a:moveTo>
                <a:lnTo>
                  <a:pt x="1076020" y="501091"/>
                </a:lnTo>
                <a:moveTo>
                  <a:pt x="1411261" y="1126252"/>
                </a:moveTo>
                <a:lnTo>
                  <a:pt x="1415584" y="1144405"/>
                </a:lnTo>
                <a:moveTo>
                  <a:pt x="1322934" y="808610"/>
                </a:moveTo>
                <a:lnTo>
                  <a:pt x="1430174" y="785920"/>
                </a:lnTo>
                <a:moveTo>
                  <a:pt x="1430174" y="785920"/>
                </a:moveTo>
                <a:lnTo>
                  <a:pt x="1316669" y="823328"/>
                </a:lnTo>
                <a:moveTo>
                  <a:pt x="801809" y="300090"/>
                </a:moveTo>
                <a:lnTo>
                  <a:pt x="815630" y="417234"/>
                </a:lnTo>
                <a:moveTo>
                  <a:pt x="1436303" y="516521"/>
                </a:moveTo>
                <a:lnTo>
                  <a:pt x="1415105" y="604359"/>
                </a:lnTo>
                <a:moveTo>
                  <a:pt x="1370515" y="1250573"/>
                </a:moveTo>
                <a:lnTo>
                  <a:pt x="1364271" y="1285981"/>
                </a:lnTo>
                <a:moveTo>
                  <a:pt x="1389969" y="966304"/>
                </a:moveTo>
                <a:lnTo>
                  <a:pt x="1402335" y="916951"/>
                </a:lnTo>
                <a:moveTo>
                  <a:pt x="915489" y="310163"/>
                </a:moveTo>
                <a:lnTo>
                  <a:pt x="795660" y="251444"/>
                </a:lnTo>
                <a:moveTo>
                  <a:pt x="1076020" y="501091"/>
                </a:moveTo>
                <a:lnTo>
                  <a:pt x="1022300" y="592343"/>
                </a:lnTo>
                <a:moveTo>
                  <a:pt x="1495314" y="664135"/>
                </a:moveTo>
                <a:lnTo>
                  <a:pt x="1415105" y="604359"/>
                </a:lnTo>
                <a:moveTo>
                  <a:pt x="1845908" y="493848"/>
                </a:moveTo>
                <a:lnTo>
                  <a:pt x="1816429" y="537569"/>
                </a:lnTo>
                <a:moveTo>
                  <a:pt x="1379539" y="896498"/>
                </a:moveTo>
                <a:lnTo>
                  <a:pt x="1316669" y="823328"/>
                </a:lnTo>
                <a:moveTo>
                  <a:pt x="1845908" y="493848"/>
                </a:moveTo>
                <a:lnTo>
                  <a:pt x="1775525" y="485734"/>
                </a:lnTo>
                <a:moveTo>
                  <a:pt x="1495314" y="664135"/>
                </a:moveTo>
                <a:lnTo>
                  <a:pt x="1362414" y="716527"/>
                </a:lnTo>
                <a:moveTo>
                  <a:pt x="1022300" y="592343"/>
                </a:moveTo>
                <a:lnTo>
                  <a:pt x="928809" y="581550"/>
                </a:lnTo>
                <a:moveTo>
                  <a:pt x="1231754" y="670024"/>
                </a:moveTo>
                <a:lnTo>
                  <a:pt x="1136825" y="680311"/>
                </a:lnTo>
                <a:moveTo>
                  <a:pt x="1074014" y="871653"/>
                </a:moveTo>
                <a:lnTo>
                  <a:pt x="1054589" y="917788"/>
                </a:lnTo>
                <a:moveTo>
                  <a:pt x="915489" y="310163"/>
                </a:moveTo>
                <a:lnTo>
                  <a:pt x="801809" y="300090"/>
                </a:lnTo>
                <a:moveTo>
                  <a:pt x="1298488" y="572709"/>
                </a:moveTo>
                <a:lnTo>
                  <a:pt x="1246714" y="566545"/>
                </a:lnTo>
                <a:moveTo>
                  <a:pt x="1370515" y="1250573"/>
                </a:moveTo>
                <a:lnTo>
                  <a:pt x="1321955" y="1297607"/>
                </a:lnTo>
                <a:moveTo>
                  <a:pt x="1386461" y="958916"/>
                </a:moveTo>
                <a:lnTo>
                  <a:pt x="1379539" y="896498"/>
                </a:lnTo>
                <a:moveTo>
                  <a:pt x="1389969" y="966304"/>
                </a:moveTo>
                <a:lnTo>
                  <a:pt x="1379539" y="896498"/>
                </a:lnTo>
                <a:moveTo>
                  <a:pt x="1389665" y="744996"/>
                </a:moveTo>
                <a:lnTo>
                  <a:pt x="1362414" y="716527"/>
                </a:lnTo>
                <a:moveTo>
                  <a:pt x="1076020" y="501091"/>
                </a:moveTo>
                <a:lnTo>
                  <a:pt x="1017599" y="353021"/>
                </a:lnTo>
                <a:moveTo>
                  <a:pt x="1389969" y="966304"/>
                </a:moveTo>
                <a:lnTo>
                  <a:pt x="1399542" y="1026207"/>
                </a:lnTo>
                <a:moveTo>
                  <a:pt x="873804" y="413829"/>
                </a:moveTo>
                <a:lnTo>
                  <a:pt x="801809" y="300090"/>
                </a:lnTo>
                <a:moveTo>
                  <a:pt x="1415584" y="1144405"/>
                </a:moveTo>
                <a:lnTo>
                  <a:pt x="1390457" y="1243057"/>
                </a:lnTo>
                <a:moveTo>
                  <a:pt x="1246714" y="566545"/>
                </a:moveTo>
                <a:lnTo>
                  <a:pt x="1231754" y="670024"/>
                </a:lnTo>
                <a:moveTo>
                  <a:pt x="1231754" y="670024"/>
                </a:moveTo>
                <a:lnTo>
                  <a:pt x="1139343" y="792089"/>
                </a:lnTo>
                <a:moveTo>
                  <a:pt x="1389665" y="744996"/>
                </a:moveTo>
                <a:lnTo>
                  <a:pt x="1322934" y="808610"/>
                </a:lnTo>
                <a:moveTo>
                  <a:pt x="1017599" y="353021"/>
                </a:moveTo>
                <a:lnTo>
                  <a:pt x="915489" y="310163"/>
                </a:lnTo>
                <a:moveTo>
                  <a:pt x="1014021" y="456068"/>
                </a:moveTo>
                <a:lnTo>
                  <a:pt x="1022300" y="592343"/>
                </a:lnTo>
                <a:moveTo>
                  <a:pt x="829141" y="493421"/>
                </a:moveTo>
                <a:lnTo>
                  <a:pt x="815630" y="417234"/>
                </a:lnTo>
                <a:moveTo>
                  <a:pt x="928809" y="581550"/>
                </a:moveTo>
                <a:lnTo>
                  <a:pt x="912328" y="583743"/>
                </a:lnTo>
                <a:moveTo>
                  <a:pt x="1211291" y="1291117"/>
                </a:moveTo>
                <a:lnTo>
                  <a:pt x="1116946" y="1234839"/>
                </a:lnTo>
                <a:moveTo>
                  <a:pt x="1415105" y="604359"/>
                </a:moveTo>
                <a:lnTo>
                  <a:pt x="1298488" y="572709"/>
                </a:lnTo>
                <a:moveTo>
                  <a:pt x="1260913" y="673199"/>
                </a:moveTo>
                <a:lnTo>
                  <a:pt x="1246714" y="566545"/>
                </a:lnTo>
                <a:moveTo>
                  <a:pt x="1139343" y="792089"/>
                </a:moveTo>
                <a:lnTo>
                  <a:pt x="1074014" y="871653"/>
                </a:lnTo>
                <a:moveTo>
                  <a:pt x="912328" y="583743"/>
                </a:moveTo>
                <a:lnTo>
                  <a:pt x="897942" y="566895"/>
                </a:lnTo>
                <a:moveTo>
                  <a:pt x="829141" y="493421"/>
                </a:moveTo>
                <a:lnTo>
                  <a:pt x="897942" y="566895"/>
                </a:lnTo>
                <a:moveTo>
                  <a:pt x="928809" y="581550"/>
                </a:moveTo>
                <a:lnTo>
                  <a:pt x="924890" y="567565"/>
                </a:lnTo>
                <a:moveTo>
                  <a:pt x="1389969" y="966304"/>
                </a:moveTo>
                <a:lnTo>
                  <a:pt x="1411261" y="1126252"/>
                </a:lnTo>
                <a:moveTo>
                  <a:pt x="1415105" y="604359"/>
                </a:moveTo>
                <a:lnTo>
                  <a:pt x="1362414" y="716527"/>
                </a:lnTo>
                <a:moveTo>
                  <a:pt x="1001964" y="411387"/>
                </a:moveTo>
                <a:lnTo>
                  <a:pt x="1017599" y="353021"/>
                </a:lnTo>
                <a:moveTo>
                  <a:pt x="1215514" y="779733"/>
                </a:moveTo>
                <a:lnTo>
                  <a:pt x="1139343" y="792089"/>
                </a:lnTo>
                <a:moveTo>
                  <a:pt x="1017599" y="353021"/>
                </a:moveTo>
                <a:lnTo>
                  <a:pt x="873804" y="413829"/>
                </a:lnTo>
                <a:moveTo>
                  <a:pt x="873804" y="413829"/>
                </a:moveTo>
                <a:lnTo>
                  <a:pt x="815630" y="417234"/>
                </a:lnTo>
                <a:moveTo>
                  <a:pt x="1298488" y="572709"/>
                </a:moveTo>
                <a:lnTo>
                  <a:pt x="1260913" y="673199"/>
                </a:lnTo>
                <a:moveTo>
                  <a:pt x="924890" y="567565"/>
                </a:moveTo>
                <a:lnTo>
                  <a:pt x="912328" y="583743"/>
                </a:lnTo>
                <a:moveTo>
                  <a:pt x="924890" y="567565"/>
                </a:moveTo>
                <a:lnTo>
                  <a:pt x="897942" y="566895"/>
                </a:lnTo>
                <a:moveTo>
                  <a:pt x="1014021" y="456068"/>
                </a:moveTo>
                <a:lnTo>
                  <a:pt x="1017599" y="353021"/>
                </a:lnTo>
                <a:moveTo>
                  <a:pt x="1014021" y="456068"/>
                </a:moveTo>
                <a:lnTo>
                  <a:pt x="1076020" y="501091"/>
                </a:lnTo>
                <a:moveTo>
                  <a:pt x="1362414" y="716527"/>
                </a:moveTo>
                <a:lnTo>
                  <a:pt x="1322934" y="808610"/>
                </a:lnTo>
                <a:moveTo>
                  <a:pt x="1453660" y="1098018"/>
                </a:moveTo>
                <a:lnTo>
                  <a:pt x="1411261" y="1126252"/>
                </a:lnTo>
                <a:moveTo>
                  <a:pt x="1462608" y="1111373"/>
                </a:moveTo>
                <a:lnTo>
                  <a:pt x="1411261" y="1126252"/>
                </a:lnTo>
                <a:moveTo>
                  <a:pt x="1248704" y="1278097"/>
                </a:moveTo>
                <a:lnTo>
                  <a:pt x="1321955" y="1297607"/>
                </a:lnTo>
                <a:moveTo>
                  <a:pt x="1014021" y="456068"/>
                </a:moveTo>
                <a:lnTo>
                  <a:pt x="928809" y="581550"/>
                </a:lnTo>
                <a:moveTo>
                  <a:pt x="1415105" y="604359"/>
                </a:moveTo>
                <a:lnTo>
                  <a:pt x="1260913" y="673199"/>
                </a:lnTo>
                <a:moveTo>
                  <a:pt x="1462608" y="1111373"/>
                </a:moveTo>
                <a:lnTo>
                  <a:pt x="1415584" y="1144405"/>
                </a:lnTo>
                <a:moveTo>
                  <a:pt x="1362414" y="716527"/>
                </a:moveTo>
                <a:lnTo>
                  <a:pt x="1260913" y="673199"/>
                </a:lnTo>
                <a:moveTo>
                  <a:pt x="915489" y="310163"/>
                </a:moveTo>
                <a:lnTo>
                  <a:pt x="873804" y="413829"/>
                </a:lnTo>
                <a:moveTo>
                  <a:pt x="873804" y="413829"/>
                </a:moveTo>
                <a:lnTo>
                  <a:pt x="829141" y="493421"/>
                </a:lnTo>
                <a:moveTo>
                  <a:pt x="1260913" y="673199"/>
                </a:moveTo>
                <a:lnTo>
                  <a:pt x="1231754" y="670024"/>
                </a:lnTo>
                <a:moveTo>
                  <a:pt x="1390457" y="1243057"/>
                </a:moveTo>
                <a:lnTo>
                  <a:pt x="1370515" y="1250573"/>
                </a:lnTo>
                <a:moveTo>
                  <a:pt x="1210469" y="807618"/>
                </a:moveTo>
                <a:lnTo>
                  <a:pt x="1139343" y="792089"/>
                </a:lnTo>
                <a:moveTo>
                  <a:pt x="1322934" y="808610"/>
                </a:moveTo>
                <a:lnTo>
                  <a:pt x="1316669" y="823328"/>
                </a:lnTo>
                <a:moveTo>
                  <a:pt x="1362414" y="716527"/>
                </a:moveTo>
                <a:lnTo>
                  <a:pt x="1232080" y="741680"/>
                </a:lnTo>
                <a:moveTo>
                  <a:pt x="980729" y="476174"/>
                </a:moveTo>
                <a:lnTo>
                  <a:pt x="928809" y="581550"/>
                </a:lnTo>
                <a:moveTo>
                  <a:pt x="1232080" y="741680"/>
                </a:moveTo>
                <a:lnTo>
                  <a:pt x="1231754" y="670024"/>
                </a:lnTo>
                <a:moveTo>
                  <a:pt x="1316320" y="828790"/>
                </a:moveTo>
                <a:lnTo>
                  <a:pt x="1316669" y="823328"/>
                </a:lnTo>
                <a:moveTo>
                  <a:pt x="969917" y="435128"/>
                </a:moveTo>
                <a:lnTo>
                  <a:pt x="829141" y="493421"/>
                </a:lnTo>
                <a:moveTo>
                  <a:pt x="1231754" y="670024"/>
                </a:moveTo>
                <a:lnTo>
                  <a:pt x="1215514" y="779733"/>
                </a:lnTo>
                <a:moveTo>
                  <a:pt x="1001964" y="411387"/>
                </a:moveTo>
                <a:lnTo>
                  <a:pt x="873804" y="413829"/>
                </a:lnTo>
                <a:moveTo>
                  <a:pt x="1322934" y="808610"/>
                </a:moveTo>
                <a:lnTo>
                  <a:pt x="1232080" y="741680"/>
                </a:lnTo>
                <a:moveTo>
                  <a:pt x="980729" y="476174"/>
                </a:moveTo>
                <a:lnTo>
                  <a:pt x="897942" y="566895"/>
                </a:lnTo>
                <a:moveTo>
                  <a:pt x="1232080" y="741680"/>
                </a:moveTo>
                <a:lnTo>
                  <a:pt x="1316669" y="823328"/>
                </a:lnTo>
                <a:moveTo>
                  <a:pt x="1001964" y="411387"/>
                </a:moveTo>
                <a:lnTo>
                  <a:pt x="1014021" y="456068"/>
                </a:lnTo>
                <a:moveTo>
                  <a:pt x="1260913" y="673199"/>
                </a:moveTo>
                <a:lnTo>
                  <a:pt x="1232080" y="741680"/>
                </a:lnTo>
                <a:moveTo>
                  <a:pt x="980729" y="476174"/>
                </a:moveTo>
                <a:lnTo>
                  <a:pt x="829141" y="493421"/>
                </a:lnTo>
                <a:moveTo>
                  <a:pt x="1316669" y="823328"/>
                </a:moveTo>
                <a:lnTo>
                  <a:pt x="1215514" y="779733"/>
                </a:lnTo>
                <a:moveTo>
                  <a:pt x="1386461" y="958916"/>
                </a:moveTo>
                <a:lnTo>
                  <a:pt x="1316669" y="823328"/>
                </a:lnTo>
                <a:moveTo>
                  <a:pt x="1316320" y="828790"/>
                </a:moveTo>
                <a:lnTo>
                  <a:pt x="1215514" y="779733"/>
                </a:lnTo>
                <a:moveTo>
                  <a:pt x="1386461" y="958916"/>
                </a:moveTo>
                <a:lnTo>
                  <a:pt x="1316320" y="828790"/>
                </a:lnTo>
                <a:moveTo>
                  <a:pt x="980729" y="476174"/>
                </a:moveTo>
                <a:lnTo>
                  <a:pt x="924890" y="567565"/>
                </a:lnTo>
                <a:moveTo>
                  <a:pt x="1248704" y="1278097"/>
                </a:moveTo>
                <a:lnTo>
                  <a:pt x="1211291" y="1291117"/>
                </a:lnTo>
                <a:moveTo>
                  <a:pt x="1001964" y="411387"/>
                </a:moveTo>
                <a:lnTo>
                  <a:pt x="969917" y="435128"/>
                </a:lnTo>
                <a:moveTo>
                  <a:pt x="1462608" y="1111373"/>
                </a:moveTo>
                <a:lnTo>
                  <a:pt x="1390457" y="1243057"/>
                </a:lnTo>
                <a:moveTo>
                  <a:pt x="1172307" y="862963"/>
                </a:moveTo>
                <a:lnTo>
                  <a:pt x="1139343" y="792089"/>
                </a:lnTo>
                <a:moveTo>
                  <a:pt x="969917" y="435128"/>
                </a:moveTo>
                <a:lnTo>
                  <a:pt x="873804" y="413829"/>
                </a:lnTo>
                <a:moveTo>
                  <a:pt x="1232080" y="741680"/>
                </a:moveTo>
                <a:lnTo>
                  <a:pt x="1215514" y="779733"/>
                </a:lnTo>
                <a:moveTo>
                  <a:pt x="996165" y="441041"/>
                </a:moveTo>
                <a:lnTo>
                  <a:pt x="1001964" y="411387"/>
                </a:lnTo>
                <a:moveTo>
                  <a:pt x="1205906" y="257827"/>
                </a:moveTo>
                <a:lnTo>
                  <a:pt x="1101296" y="216901"/>
                </a:lnTo>
                <a:moveTo>
                  <a:pt x="1386461" y="958916"/>
                </a:moveTo>
                <a:lnTo>
                  <a:pt x="1389969" y="966304"/>
                </a:lnTo>
                <a:moveTo>
                  <a:pt x="996165" y="441041"/>
                </a:moveTo>
                <a:lnTo>
                  <a:pt x="1014021" y="456068"/>
                </a:lnTo>
                <a:moveTo>
                  <a:pt x="1386754" y="962388"/>
                </a:moveTo>
                <a:lnTo>
                  <a:pt x="1386461" y="958916"/>
                </a:lnTo>
                <a:moveTo>
                  <a:pt x="1386754" y="962388"/>
                </a:moveTo>
                <a:lnTo>
                  <a:pt x="1389969" y="966304"/>
                </a:lnTo>
                <a:moveTo>
                  <a:pt x="1014021" y="456068"/>
                </a:moveTo>
                <a:lnTo>
                  <a:pt x="980729" y="476174"/>
                </a:lnTo>
                <a:moveTo>
                  <a:pt x="1390457" y="1243057"/>
                </a:moveTo>
                <a:lnTo>
                  <a:pt x="1404650" y="1213227"/>
                </a:lnTo>
                <a:moveTo>
                  <a:pt x="1155397" y="1218650"/>
                </a:moveTo>
                <a:lnTo>
                  <a:pt x="1211291" y="1291117"/>
                </a:lnTo>
                <a:moveTo>
                  <a:pt x="1316320" y="828790"/>
                </a:moveTo>
                <a:lnTo>
                  <a:pt x="1210469" y="807618"/>
                </a:lnTo>
                <a:moveTo>
                  <a:pt x="996165" y="441041"/>
                </a:moveTo>
                <a:lnTo>
                  <a:pt x="969917" y="435128"/>
                </a:lnTo>
                <a:moveTo>
                  <a:pt x="1434934" y="1155153"/>
                </a:moveTo>
                <a:lnTo>
                  <a:pt x="1390457" y="1243057"/>
                </a:lnTo>
                <a:moveTo>
                  <a:pt x="1453660" y="1098018"/>
                </a:moveTo>
                <a:lnTo>
                  <a:pt x="1389969" y="966304"/>
                </a:lnTo>
                <a:moveTo>
                  <a:pt x="1404650" y="1213227"/>
                </a:moveTo>
                <a:lnTo>
                  <a:pt x="1370515" y="1250573"/>
                </a:lnTo>
                <a:moveTo>
                  <a:pt x="1074014" y="871653"/>
                </a:moveTo>
                <a:lnTo>
                  <a:pt x="1024357" y="958659"/>
                </a:lnTo>
                <a:moveTo>
                  <a:pt x="980729" y="476174"/>
                </a:moveTo>
                <a:lnTo>
                  <a:pt x="969917" y="435128"/>
                </a:lnTo>
                <a:moveTo>
                  <a:pt x="1453660" y="1098018"/>
                </a:moveTo>
                <a:lnTo>
                  <a:pt x="1386754" y="962388"/>
                </a:lnTo>
                <a:moveTo>
                  <a:pt x="996165" y="441041"/>
                </a:moveTo>
                <a:lnTo>
                  <a:pt x="980729" y="476174"/>
                </a:lnTo>
                <a:moveTo>
                  <a:pt x="1210469" y="807618"/>
                </a:moveTo>
                <a:lnTo>
                  <a:pt x="1215514" y="779733"/>
                </a:lnTo>
                <a:moveTo>
                  <a:pt x="1370515" y="1250573"/>
                </a:moveTo>
                <a:lnTo>
                  <a:pt x="1248704" y="1278097"/>
                </a:lnTo>
                <a:moveTo>
                  <a:pt x="1643504" y="964050"/>
                </a:moveTo>
                <a:lnTo>
                  <a:pt x="1613955" y="1030349"/>
                </a:lnTo>
                <a:moveTo>
                  <a:pt x="1155397" y="1218650"/>
                </a:moveTo>
                <a:lnTo>
                  <a:pt x="1116946" y="1234839"/>
                </a:lnTo>
                <a:moveTo>
                  <a:pt x="1462608" y="1111373"/>
                </a:moveTo>
                <a:lnTo>
                  <a:pt x="1453660" y="1098018"/>
                </a:lnTo>
                <a:moveTo>
                  <a:pt x="1613955" y="1030349"/>
                </a:moveTo>
                <a:lnTo>
                  <a:pt x="1462608" y="1111373"/>
                </a:lnTo>
                <a:moveTo>
                  <a:pt x="1172307" y="862963"/>
                </a:moveTo>
                <a:lnTo>
                  <a:pt x="1074014" y="871653"/>
                </a:lnTo>
                <a:moveTo>
                  <a:pt x="1303104" y="905270"/>
                </a:moveTo>
                <a:lnTo>
                  <a:pt x="1316320" y="828790"/>
                </a:lnTo>
                <a:moveTo>
                  <a:pt x="1566782" y="1138254"/>
                </a:moveTo>
                <a:lnTo>
                  <a:pt x="1462608" y="1111373"/>
                </a:lnTo>
                <a:moveTo>
                  <a:pt x="1613955" y="1030349"/>
                </a:moveTo>
                <a:lnTo>
                  <a:pt x="1566782" y="1138254"/>
                </a:lnTo>
                <a:moveTo>
                  <a:pt x="1316320" y="828790"/>
                </a:moveTo>
                <a:lnTo>
                  <a:pt x="1195057" y="866999"/>
                </a:lnTo>
                <a:moveTo>
                  <a:pt x="1386461" y="958916"/>
                </a:moveTo>
                <a:lnTo>
                  <a:pt x="1303104" y="905270"/>
                </a:lnTo>
                <a:moveTo>
                  <a:pt x="1462608" y="1111373"/>
                </a:moveTo>
                <a:lnTo>
                  <a:pt x="1434934" y="1155153"/>
                </a:lnTo>
                <a:moveTo>
                  <a:pt x="1643504" y="964050"/>
                </a:moveTo>
                <a:lnTo>
                  <a:pt x="1572949" y="997822"/>
                </a:lnTo>
                <a:moveTo>
                  <a:pt x="1386754" y="962388"/>
                </a:moveTo>
                <a:lnTo>
                  <a:pt x="1303104" y="905270"/>
                </a:lnTo>
                <a:moveTo>
                  <a:pt x="1572949" y="997822"/>
                </a:moveTo>
                <a:lnTo>
                  <a:pt x="1613955" y="1030349"/>
                </a:lnTo>
                <a:moveTo>
                  <a:pt x="1566782" y="1138254"/>
                </a:moveTo>
                <a:lnTo>
                  <a:pt x="1434934" y="1155153"/>
                </a:lnTo>
                <a:moveTo>
                  <a:pt x="1434934" y="1155153"/>
                </a:moveTo>
                <a:lnTo>
                  <a:pt x="1404650" y="1213227"/>
                </a:lnTo>
                <a:moveTo>
                  <a:pt x="1210469" y="807618"/>
                </a:moveTo>
                <a:lnTo>
                  <a:pt x="1172307" y="862963"/>
                </a:lnTo>
                <a:moveTo>
                  <a:pt x="1084388" y="1091171"/>
                </a:moveTo>
                <a:lnTo>
                  <a:pt x="1024357" y="958659"/>
                </a:lnTo>
                <a:moveTo>
                  <a:pt x="1195057" y="866999"/>
                </a:moveTo>
                <a:lnTo>
                  <a:pt x="1210469" y="807618"/>
                </a:lnTo>
                <a:moveTo>
                  <a:pt x="1172307" y="862963"/>
                </a:moveTo>
                <a:lnTo>
                  <a:pt x="1024357" y="958659"/>
                </a:lnTo>
                <a:moveTo>
                  <a:pt x="1205906" y="257827"/>
                </a:moveTo>
                <a:lnTo>
                  <a:pt x="1206592" y="328759"/>
                </a:lnTo>
                <a:moveTo>
                  <a:pt x="1406200" y="1195174"/>
                </a:moveTo>
                <a:lnTo>
                  <a:pt x="1404650" y="1213227"/>
                </a:lnTo>
                <a:moveTo>
                  <a:pt x="1088887" y="1099878"/>
                </a:moveTo>
                <a:lnTo>
                  <a:pt x="1084388" y="1091171"/>
                </a:lnTo>
                <a:moveTo>
                  <a:pt x="1248704" y="1278097"/>
                </a:moveTo>
                <a:lnTo>
                  <a:pt x="1155397" y="1218650"/>
                </a:lnTo>
                <a:moveTo>
                  <a:pt x="1206592" y="328759"/>
                </a:moveTo>
                <a:lnTo>
                  <a:pt x="1101296" y="216901"/>
                </a:lnTo>
                <a:moveTo>
                  <a:pt x="1434934" y="1155153"/>
                </a:moveTo>
                <a:lnTo>
                  <a:pt x="1406200" y="1195174"/>
                </a:lnTo>
                <a:moveTo>
                  <a:pt x="1503039" y="1048488"/>
                </a:moveTo>
                <a:lnTo>
                  <a:pt x="1453660" y="1098018"/>
                </a:lnTo>
                <a:moveTo>
                  <a:pt x="1503039" y="1048488"/>
                </a:moveTo>
                <a:lnTo>
                  <a:pt x="1462608" y="1111373"/>
                </a:lnTo>
                <a:moveTo>
                  <a:pt x="1155397" y="1218650"/>
                </a:moveTo>
                <a:lnTo>
                  <a:pt x="1088887" y="1099878"/>
                </a:lnTo>
                <a:moveTo>
                  <a:pt x="1503039" y="1048488"/>
                </a:moveTo>
                <a:lnTo>
                  <a:pt x="1613955" y="1030349"/>
                </a:lnTo>
                <a:moveTo>
                  <a:pt x="1386754" y="962388"/>
                </a:moveTo>
                <a:lnTo>
                  <a:pt x="1385866" y="1034537"/>
                </a:lnTo>
                <a:moveTo>
                  <a:pt x="1474019" y="1061434"/>
                </a:moveTo>
                <a:lnTo>
                  <a:pt x="1386754" y="962388"/>
                </a:lnTo>
                <a:moveTo>
                  <a:pt x="1195057" y="866999"/>
                </a:moveTo>
                <a:lnTo>
                  <a:pt x="1172307" y="862963"/>
                </a:lnTo>
                <a:moveTo>
                  <a:pt x="1160591" y="304359"/>
                </a:moveTo>
                <a:lnTo>
                  <a:pt x="1101296" y="216901"/>
                </a:lnTo>
                <a:moveTo>
                  <a:pt x="1303104" y="905270"/>
                </a:moveTo>
                <a:lnTo>
                  <a:pt x="1195057" y="866999"/>
                </a:lnTo>
                <a:moveTo>
                  <a:pt x="1474019" y="1061434"/>
                </a:moveTo>
                <a:lnTo>
                  <a:pt x="1453660" y="1098018"/>
                </a:lnTo>
                <a:moveTo>
                  <a:pt x="1146279" y="961187"/>
                </a:moveTo>
                <a:lnTo>
                  <a:pt x="1024357" y="958659"/>
                </a:lnTo>
                <a:moveTo>
                  <a:pt x="1112300" y="276997"/>
                </a:moveTo>
                <a:lnTo>
                  <a:pt x="1101296" y="216901"/>
                </a:lnTo>
                <a:moveTo>
                  <a:pt x="1386754" y="962388"/>
                </a:moveTo>
                <a:lnTo>
                  <a:pt x="1287317" y="988929"/>
                </a:lnTo>
                <a:moveTo>
                  <a:pt x="1572949" y="997822"/>
                </a:moveTo>
                <a:lnTo>
                  <a:pt x="1503039" y="1048488"/>
                </a:lnTo>
                <a:moveTo>
                  <a:pt x="1146279" y="961187"/>
                </a:moveTo>
                <a:lnTo>
                  <a:pt x="1084388" y="1091171"/>
                </a:lnTo>
                <a:moveTo>
                  <a:pt x="1153739" y="980706"/>
                </a:moveTo>
                <a:lnTo>
                  <a:pt x="1084388" y="1091171"/>
                </a:lnTo>
                <a:moveTo>
                  <a:pt x="1172307" y="862963"/>
                </a:moveTo>
                <a:lnTo>
                  <a:pt x="1146279" y="961187"/>
                </a:lnTo>
                <a:moveTo>
                  <a:pt x="1489389" y="1090135"/>
                </a:moveTo>
                <a:lnTo>
                  <a:pt x="1434934" y="1155153"/>
                </a:lnTo>
                <a:moveTo>
                  <a:pt x="1550283" y="957798"/>
                </a:moveTo>
                <a:lnTo>
                  <a:pt x="1572949" y="997822"/>
                </a:lnTo>
                <a:moveTo>
                  <a:pt x="1163838" y="962579"/>
                </a:moveTo>
                <a:lnTo>
                  <a:pt x="1172307" y="862963"/>
                </a:lnTo>
                <a:moveTo>
                  <a:pt x="1303104" y="905270"/>
                </a:moveTo>
                <a:lnTo>
                  <a:pt x="1163838" y="962579"/>
                </a:lnTo>
                <a:moveTo>
                  <a:pt x="1500048" y="1184373"/>
                </a:moveTo>
                <a:lnTo>
                  <a:pt x="1566782" y="1138254"/>
                </a:lnTo>
                <a:moveTo>
                  <a:pt x="1195057" y="866999"/>
                </a:moveTo>
                <a:lnTo>
                  <a:pt x="1163838" y="962579"/>
                </a:lnTo>
                <a:moveTo>
                  <a:pt x="1193415" y="1094148"/>
                </a:moveTo>
                <a:lnTo>
                  <a:pt x="1084388" y="1091171"/>
                </a:lnTo>
                <a:moveTo>
                  <a:pt x="1193415" y="1094148"/>
                </a:moveTo>
                <a:lnTo>
                  <a:pt x="1088887" y="1099878"/>
                </a:lnTo>
                <a:moveTo>
                  <a:pt x="1385866" y="1034537"/>
                </a:moveTo>
                <a:lnTo>
                  <a:pt x="1406200" y="1195174"/>
                </a:lnTo>
                <a:moveTo>
                  <a:pt x="1489389" y="1090135"/>
                </a:moveTo>
                <a:lnTo>
                  <a:pt x="1406200" y="1195174"/>
                </a:lnTo>
                <a:moveTo>
                  <a:pt x="1500048" y="1184373"/>
                </a:moveTo>
                <a:lnTo>
                  <a:pt x="1434934" y="1155153"/>
                </a:lnTo>
                <a:moveTo>
                  <a:pt x="1193415" y="1094148"/>
                </a:moveTo>
                <a:lnTo>
                  <a:pt x="1155397" y="1218650"/>
                </a:lnTo>
                <a:moveTo>
                  <a:pt x="1406200" y="1195174"/>
                </a:moveTo>
                <a:lnTo>
                  <a:pt x="1339854" y="1141544"/>
                </a:lnTo>
                <a:moveTo>
                  <a:pt x="1303104" y="905270"/>
                </a:moveTo>
                <a:lnTo>
                  <a:pt x="1287317" y="988929"/>
                </a:lnTo>
                <a:moveTo>
                  <a:pt x="1218645" y="331922"/>
                </a:moveTo>
                <a:lnTo>
                  <a:pt x="1206592" y="328759"/>
                </a:lnTo>
                <a:moveTo>
                  <a:pt x="1153739" y="980706"/>
                </a:moveTo>
                <a:lnTo>
                  <a:pt x="1146279" y="961187"/>
                </a:lnTo>
                <a:moveTo>
                  <a:pt x="1550283" y="957798"/>
                </a:moveTo>
                <a:lnTo>
                  <a:pt x="1503039" y="1048488"/>
                </a:lnTo>
                <a:moveTo>
                  <a:pt x="1163838" y="962579"/>
                </a:moveTo>
                <a:lnTo>
                  <a:pt x="1146279" y="961187"/>
                </a:lnTo>
                <a:moveTo>
                  <a:pt x="1206096" y="334949"/>
                </a:moveTo>
                <a:lnTo>
                  <a:pt x="1206592" y="328759"/>
                </a:lnTo>
                <a:moveTo>
                  <a:pt x="1218645" y="331922"/>
                </a:moveTo>
                <a:lnTo>
                  <a:pt x="1206096" y="334949"/>
                </a:lnTo>
                <a:moveTo>
                  <a:pt x="1503039" y="1048488"/>
                </a:moveTo>
                <a:lnTo>
                  <a:pt x="1474019" y="1061434"/>
                </a:lnTo>
                <a:moveTo>
                  <a:pt x="1163838" y="962579"/>
                </a:moveTo>
                <a:lnTo>
                  <a:pt x="1153739" y="980706"/>
                </a:lnTo>
                <a:moveTo>
                  <a:pt x="1160591" y="304359"/>
                </a:moveTo>
                <a:lnTo>
                  <a:pt x="1206592" y="328759"/>
                </a:lnTo>
                <a:moveTo>
                  <a:pt x="1474019" y="1061434"/>
                </a:moveTo>
                <a:lnTo>
                  <a:pt x="1385866" y="1034537"/>
                </a:lnTo>
                <a:moveTo>
                  <a:pt x="1206096" y="334949"/>
                </a:moveTo>
                <a:lnTo>
                  <a:pt x="1160591" y="304359"/>
                </a:lnTo>
                <a:moveTo>
                  <a:pt x="1489389" y="1090135"/>
                </a:moveTo>
                <a:lnTo>
                  <a:pt x="1385866" y="1034537"/>
                </a:lnTo>
                <a:moveTo>
                  <a:pt x="1153739" y="980706"/>
                </a:moveTo>
                <a:lnTo>
                  <a:pt x="1193415" y="1094148"/>
                </a:lnTo>
                <a:moveTo>
                  <a:pt x="1489389" y="1090135"/>
                </a:moveTo>
                <a:lnTo>
                  <a:pt x="1474019" y="1061434"/>
                </a:lnTo>
                <a:moveTo>
                  <a:pt x="1385866" y="1034537"/>
                </a:moveTo>
                <a:lnTo>
                  <a:pt x="1339854" y="1141544"/>
                </a:lnTo>
                <a:moveTo>
                  <a:pt x="1287317" y="988929"/>
                </a:moveTo>
                <a:lnTo>
                  <a:pt x="1163838" y="962579"/>
                </a:lnTo>
                <a:moveTo>
                  <a:pt x="1385866" y="1034537"/>
                </a:moveTo>
                <a:lnTo>
                  <a:pt x="1287317" y="988929"/>
                </a:lnTo>
                <a:moveTo>
                  <a:pt x="1160591" y="304359"/>
                </a:moveTo>
                <a:lnTo>
                  <a:pt x="1112300" y="276997"/>
                </a:lnTo>
                <a:moveTo>
                  <a:pt x="1206096" y="334949"/>
                </a:moveTo>
                <a:lnTo>
                  <a:pt x="1116681" y="276479"/>
                </a:lnTo>
                <a:moveTo>
                  <a:pt x="1551696" y="932374"/>
                </a:moveTo>
                <a:lnTo>
                  <a:pt x="1503039" y="1048488"/>
                </a:lnTo>
                <a:moveTo>
                  <a:pt x="1489389" y="1090135"/>
                </a:moveTo>
                <a:lnTo>
                  <a:pt x="1500048" y="1184373"/>
                </a:lnTo>
                <a:moveTo>
                  <a:pt x="1116681" y="276479"/>
                </a:moveTo>
                <a:lnTo>
                  <a:pt x="1160591" y="304359"/>
                </a:lnTo>
                <a:moveTo>
                  <a:pt x="1551696" y="932374"/>
                </a:moveTo>
                <a:lnTo>
                  <a:pt x="1550283" y="957798"/>
                </a:lnTo>
                <a:moveTo>
                  <a:pt x="1551696" y="932374"/>
                </a:moveTo>
                <a:lnTo>
                  <a:pt x="1474019" y="1061434"/>
                </a:lnTo>
                <a:moveTo>
                  <a:pt x="1116681" y="276479"/>
                </a:moveTo>
                <a:lnTo>
                  <a:pt x="1112300" y="276997"/>
                </a:lnTo>
                <a:moveTo>
                  <a:pt x="1525384" y="1048496"/>
                </a:moveTo>
                <a:lnTo>
                  <a:pt x="1474019" y="1061434"/>
                </a:lnTo>
                <a:moveTo>
                  <a:pt x="1525384" y="1048496"/>
                </a:moveTo>
                <a:lnTo>
                  <a:pt x="1489389" y="1090135"/>
                </a:lnTo>
                <a:moveTo>
                  <a:pt x="1542917" y="1038787"/>
                </a:moveTo>
                <a:lnTo>
                  <a:pt x="1489389" y="1090135"/>
                </a:lnTo>
                <a:moveTo>
                  <a:pt x="1551696" y="932374"/>
                </a:moveTo>
                <a:lnTo>
                  <a:pt x="1525384" y="1048496"/>
                </a:lnTo>
                <a:moveTo>
                  <a:pt x="1542917" y="1038787"/>
                </a:moveTo>
                <a:lnTo>
                  <a:pt x="1500048" y="1184373"/>
                </a:lnTo>
                <a:moveTo>
                  <a:pt x="1544459" y="1023239"/>
                </a:moveTo>
                <a:lnTo>
                  <a:pt x="1551696" y="932374"/>
                </a:lnTo>
                <a:moveTo>
                  <a:pt x="1544459" y="1023239"/>
                </a:moveTo>
                <a:lnTo>
                  <a:pt x="1525384" y="1048496"/>
                </a:lnTo>
                <a:moveTo>
                  <a:pt x="1542917" y="1038787"/>
                </a:moveTo>
                <a:lnTo>
                  <a:pt x="1525384" y="1048496"/>
                </a:lnTo>
                <a:moveTo>
                  <a:pt x="1544459" y="1023239"/>
                </a:moveTo>
                <a:lnTo>
                  <a:pt x="1542917" y="103878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10" name="9r7l_1_tuned_ReferenceLigand_0">
            <a:extLst>
              <a:ext uri="{FF2B5EF4-FFF2-40B4-BE49-F238E27FC236}">
                <a16:creationId xmlns:a16="http://schemas.microsoft.com/office/drawing/2014/main" id="{F2D6C17C-9507-4CFB-A25C-8BECD04718A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3923" y="813127"/>
                </a:moveTo>
                <a:lnTo>
                  <a:pt x="1155304" y="8691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1" name="9r7l_1_tuned_ReferenceLigand_1">
            <a:extLst>
              <a:ext uri="{FF2B5EF4-FFF2-40B4-BE49-F238E27FC236}">
                <a16:creationId xmlns:a16="http://schemas.microsoft.com/office/drawing/2014/main" id="{B82C7DF9-0713-491D-BA93-009CDB7F7A5E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916" y="176971"/>
                </a:moveTo>
                <a:lnTo>
                  <a:pt x="1487278" y="2516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2" name="9r7l_1_tuned_ReferenceLigand_2">
            <a:extLst>
              <a:ext uri="{FF2B5EF4-FFF2-40B4-BE49-F238E27FC236}">
                <a16:creationId xmlns:a16="http://schemas.microsoft.com/office/drawing/2014/main" id="{6F741BC3-6DDF-4CD7-B615-9760C280FB1E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3923" y="813127"/>
                </a:moveTo>
                <a:lnTo>
                  <a:pt x="980231" y="7259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3" name="9r7l_1_tuned_ReferenceLigand_3">
            <a:extLst>
              <a:ext uri="{FF2B5EF4-FFF2-40B4-BE49-F238E27FC236}">
                <a16:creationId xmlns:a16="http://schemas.microsoft.com/office/drawing/2014/main" id="{A2EE078F-DB4F-46B8-A1AC-B3C299633692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2465" y="705648"/>
                </a:moveTo>
                <a:lnTo>
                  <a:pt x="1123923" y="8131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4" name="9r7l_1_tuned_ReferenceLigand_4">
            <a:extLst>
              <a:ext uri="{FF2B5EF4-FFF2-40B4-BE49-F238E27FC236}">
                <a16:creationId xmlns:a16="http://schemas.microsoft.com/office/drawing/2014/main" id="{5917805F-5724-43FA-9905-3A8F403B96B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562" y="907734"/>
                </a:moveTo>
                <a:lnTo>
                  <a:pt x="1837186" y="8395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5" name="9r7l_1_tuned_ReferenceLigand_5">
            <a:extLst>
              <a:ext uri="{FF2B5EF4-FFF2-40B4-BE49-F238E27FC236}">
                <a16:creationId xmlns:a16="http://schemas.microsoft.com/office/drawing/2014/main" id="{3DB5EC48-DE63-4379-AFA9-CF689ABC72C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3923" y="813127"/>
                </a:moveTo>
                <a:lnTo>
                  <a:pt x="1110398" y="9439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6" name="9r7l_1_tuned_ReferenceLigand_6">
            <a:extLst>
              <a:ext uri="{FF2B5EF4-FFF2-40B4-BE49-F238E27FC236}">
                <a16:creationId xmlns:a16="http://schemas.microsoft.com/office/drawing/2014/main" id="{27E34961-E5C8-4AA5-A572-B87B172D78C6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916" y="176971"/>
                </a:moveTo>
                <a:lnTo>
                  <a:pt x="1391512" y="46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7" name="9r7l_1_tuned_ReferenceLigand_7">
            <a:extLst>
              <a:ext uri="{FF2B5EF4-FFF2-40B4-BE49-F238E27FC236}">
                <a16:creationId xmlns:a16="http://schemas.microsoft.com/office/drawing/2014/main" id="{F75A104B-1C0C-4A87-9FD1-CD28A50BE383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916" y="176971"/>
                </a:moveTo>
                <a:lnTo>
                  <a:pt x="1653665" y="1227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8" name="9r7l_1_tuned_ReferenceLigand_8">
            <a:extLst>
              <a:ext uri="{FF2B5EF4-FFF2-40B4-BE49-F238E27FC236}">
                <a16:creationId xmlns:a16="http://schemas.microsoft.com/office/drawing/2014/main" id="{5BA1249E-4E96-4FEE-887E-EBCBB2BC4D1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562" y="907734"/>
                </a:moveTo>
                <a:lnTo>
                  <a:pt x="1622837" y="10012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9" name="9r7l_1_tuned_ReferenceLigand_9">
            <a:extLst>
              <a:ext uri="{FF2B5EF4-FFF2-40B4-BE49-F238E27FC236}">
                <a16:creationId xmlns:a16="http://schemas.microsoft.com/office/drawing/2014/main" id="{ABC7DA48-0F1A-4276-8B95-C71BF55C5F2F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0834" y="297324"/>
                </a:moveTo>
                <a:lnTo>
                  <a:pt x="1496916" y="1769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0" name="9r7l_1_tuned_ReferenceLigand_10">
            <a:extLst>
              <a:ext uri="{FF2B5EF4-FFF2-40B4-BE49-F238E27FC236}">
                <a16:creationId xmlns:a16="http://schemas.microsoft.com/office/drawing/2014/main" id="{9EFE5CBC-61C1-424D-861A-40A71353C0B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292" y="491244"/>
                </a:moveTo>
                <a:lnTo>
                  <a:pt x="1853625" y="4573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1" name="9r7l_1_tuned_ReferenceLigand_11">
            <a:extLst>
              <a:ext uri="{FF2B5EF4-FFF2-40B4-BE49-F238E27FC236}">
                <a16:creationId xmlns:a16="http://schemas.microsoft.com/office/drawing/2014/main" id="{76045145-0580-427E-86B2-5426612D103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625" y="457383"/>
                </a:moveTo>
                <a:lnTo>
                  <a:pt x="1906223" y="309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2" name="9r7l_1_tuned_ReferenceLigand_12">
            <a:extLst>
              <a:ext uri="{FF2B5EF4-FFF2-40B4-BE49-F238E27FC236}">
                <a16:creationId xmlns:a16="http://schemas.microsoft.com/office/drawing/2014/main" id="{2304AD88-1FC9-46DF-B020-A4BDD1F3D16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625" y="457383"/>
                </a:moveTo>
                <a:lnTo>
                  <a:pt x="1958084" y="577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3" name="9r7l_1_tuned_ReferenceLigand_13">
            <a:extLst>
              <a:ext uri="{FF2B5EF4-FFF2-40B4-BE49-F238E27FC236}">
                <a16:creationId xmlns:a16="http://schemas.microsoft.com/office/drawing/2014/main" id="{A44F716B-F55C-4779-AA34-5F307530CDF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6268" y="671253"/>
                </a:moveTo>
                <a:lnTo>
                  <a:pt x="1262465" y="7056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4" name="9r7l_1_tuned_ReferenceLigand_14">
            <a:extLst>
              <a:ext uri="{FF2B5EF4-FFF2-40B4-BE49-F238E27FC236}">
                <a16:creationId xmlns:a16="http://schemas.microsoft.com/office/drawing/2014/main" id="{CD9983D3-7F99-43B0-837E-5B046E03882E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189" y="532962"/>
                </a:moveTo>
                <a:lnTo>
                  <a:pt x="1684292" y="491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5" name="9r7l_1_tuned_ReferenceLigand_15">
            <a:extLst>
              <a:ext uri="{FF2B5EF4-FFF2-40B4-BE49-F238E27FC236}">
                <a16:creationId xmlns:a16="http://schemas.microsoft.com/office/drawing/2014/main" id="{948C6473-63BA-404E-819C-2D4538FD3793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562" y="907734"/>
                </a:moveTo>
                <a:lnTo>
                  <a:pt x="1847593" y="10043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6" name="9r7l_1_tuned_ReferenceLigand_16">
            <a:extLst>
              <a:ext uri="{FF2B5EF4-FFF2-40B4-BE49-F238E27FC236}">
                <a16:creationId xmlns:a16="http://schemas.microsoft.com/office/drawing/2014/main" id="{65B0AC3A-924D-437B-A0DC-81E8B242EBE7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792" y="446826"/>
                </a:moveTo>
                <a:lnTo>
                  <a:pt x="1450834" y="2973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7" name="9r7l_1_tuned_ReferenceLigand_17">
            <a:extLst>
              <a:ext uri="{FF2B5EF4-FFF2-40B4-BE49-F238E27FC236}">
                <a16:creationId xmlns:a16="http://schemas.microsoft.com/office/drawing/2014/main" id="{CD845E04-1595-4DDC-8C6C-1B14651F0F50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189" y="532962"/>
                </a:moveTo>
                <a:lnTo>
                  <a:pt x="1430792" y="4468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8" name="9r7l_1_tuned_ReferenceLigand_18">
            <a:extLst>
              <a:ext uri="{FF2B5EF4-FFF2-40B4-BE49-F238E27FC236}">
                <a16:creationId xmlns:a16="http://schemas.microsoft.com/office/drawing/2014/main" id="{354CBCB6-F625-48B8-9C08-4DED61882BBF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5357" y="775280"/>
                </a:moveTo>
                <a:lnTo>
                  <a:pt x="1746562" y="9077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9" name="9r7l_1_tuned_ReferenceLigand_19">
            <a:extLst>
              <a:ext uri="{FF2B5EF4-FFF2-40B4-BE49-F238E27FC236}">
                <a16:creationId xmlns:a16="http://schemas.microsoft.com/office/drawing/2014/main" id="{E1607B86-6F66-4784-ADC5-9B240823E1CA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6604" y="700701"/>
                </a:moveTo>
                <a:lnTo>
                  <a:pt x="1571189" y="5329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0" name="9r7l_1_tuned_ReferenceLigand_20">
            <a:extLst>
              <a:ext uri="{FF2B5EF4-FFF2-40B4-BE49-F238E27FC236}">
                <a16:creationId xmlns:a16="http://schemas.microsoft.com/office/drawing/2014/main" id="{995DA0AA-C267-4B8D-BEF2-70BFF09ACF4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792" y="446826"/>
                </a:moveTo>
                <a:lnTo>
                  <a:pt x="1291546" y="503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1" name="9r7l_1_tuned_ReferenceLigand_21">
            <a:extLst>
              <a:ext uri="{FF2B5EF4-FFF2-40B4-BE49-F238E27FC236}">
                <a16:creationId xmlns:a16="http://schemas.microsoft.com/office/drawing/2014/main" id="{D833129A-0F5D-4A3B-AF25-6325F717EA8A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8924" y="437449"/>
                </a:moveTo>
                <a:lnTo>
                  <a:pt x="1291546" y="503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2" name="9r7l_1_tuned_ReferenceLigand_22">
            <a:extLst>
              <a:ext uri="{FF2B5EF4-FFF2-40B4-BE49-F238E27FC236}">
                <a16:creationId xmlns:a16="http://schemas.microsoft.com/office/drawing/2014/main" id="{9DD45EFB-A748-4A6B-96B3-99BF92E13E0A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6604" y="700701"/>
                </a:moveTo>
                <a:lnTo>
                  <a:pt x="1675357" y="7752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3" name="9r7l_1_tuned_ReferenceLigand_23">
            <a:extLst>
              <a:ext uri="{FF2B5EF4-FFF2-40B4-BE49-F238E27FC236}">
                <a16:creationId xmlns:a16="http://schemas.microsoft.com/office/drawing/2014/main" id="{6453940A-80AA-45E4-9D66-6F4A7529FD37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891" y="397735"/>
                </a:moveTo>
                <a:lnTo>
                  <a:pt x="1168924" y="4374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4" name="9r7l_1_tuned_ReferenceLigand_24">
            <a:extLst>
              <a:ext uri="{FF2B5EF4-FFF2-40B4-BE49-F238E27FC236}">
                <a16:creationId xmlns:a16="http://schemas.microsoft.com/office/drawing/2014/main" id="{14650A73-E2B6-4EAC-8816-653354CEC3A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1546" y="503023"/>
                </a:moveTo>
                <a:lnTo>
                  <a:pt x="1276268" y="67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5" name="9r7l_1_tuned_ReferenceLigand_25">
            <a:extLst>
              <a:ext uri="{FF2B5EF4-FFF2-40B4-BE49-F238E27FC236}">
                <a16:creationId xmlns:a16="http://schemas.microsoft.com/office/drawing/2014/main" id="{36D6862F-7F7D-4B6B-8CB7-C5EA75E19E0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1720" y="255312"/>
                </a:moveTo>
                <a:lnTo>
                  <a:pt x="1017891" y="397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6" name="9r7l_1_tuned_ReferenceLigand_26">
            <a:extLst>
              <a:ext uri="{FF2B5EF4-FFF2-40B4-BE49-F238E27FC236}">
                <a16:creationId xmlns:a16="http://schemas.microsoft.com/office/drawing/2014/main" id="{2B164D06-1B51-4B74-8DD0-D96A32D00607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4948" y="747716"/>
                </a:moveTo>
                <a:lnTo>
                  <a:pt x="1546604" y="7007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7" name="9r7l_1_tuned_ReferenceLigand_27">
            <a:extLst>
              <a:ext uri="{FF2B5EF4-FFF2-40B4-BE49-F238E27FC236}">
                <a16:creationId xmlns:a16="http://schemas.microsoft.com/office/drawing/2014/main" id="{2215B56A-622E-48B8-B8B8-02F16AEFE65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625" y="457383"/>
                </a:moveTo>
                <a:lnTo>
                  <a:pt x="1853699" y="453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8" name="9r7l_1_tuned_ReferenceLigand_28">
            <a:extLst>
              <a:ext uri="{FF2B5EF4-FFF2-40B4-BE49-F238E27FC236}">
                <a16:creationId xmlns:a16="http://schemas.microsoft.com/office/drawing/2014/main" id="{8154D508-C8D9-491C-ABB3-5F4728BECE0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6268" y="671253"/>
                </a:moveTo>
                <a:lnTo>
                  <a:pt x="1414948" y="7477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9" name="9r7l_1_tuned_ReferenceLigand_29">
            <a:extLst>
              <a:ext uri="{FF2B5EF4-FFF2-40B4-BE49-F238E27FC236}">
                <a16:creationId xmlns:a16="http://schemas.microsoft.com/office/drawing/2014/main" id="{231600FC-E323-433D-BB66-41B4C919F8C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891" y="397735"/>
                </a:moveTo>
                <a:lnTo>
                  <a:pt x="906171" y="522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0" name="9r7l_1_tuned_ReferenceLigand_30">
            <a:extLst>
              <a:ext uri="{FF2B5EF4-FFF2-40B4-BE49-F238E27FC236}">
                <a16:creationId xmlns:a16="http://schemas.microsoft.com/office/drawing/2014/main" id="{14C3ED4C-4E4B-4721-B8FD-37DDB8829510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4948" y="747716"/>
                </a:moveTo>
                <a:lnTo>
                  <a:pt x="1396393" y="902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1" name="9r7l_1_tuned_ReferenceLigand_31">
            <a:extLst>
              <a:ext uri="{FF2B5EF4-FFF2-40B4-BE49-F238E27FC236}">
                <a16:creationId xmlns:a16="http://schemas.microsoft.com/office/drawing/2014/main" id="{C0660811-88D1-4EEE-915D-8B03BDC453A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393" y="902115"/>
                </a:moveTo>
                <a:lnTo>
                  <a:pt x="1325951" y="998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2" name="9r7l_1_tuned_ReferenceLigand_32">
            <a:extLst>
              <a:ext uri="{FF2B5EF4-FFF2-40B4-BE49-F238E27FC236}">
                <a16:creationId xmlns:a16="http://schemas.microsoft.com/office/drawing/2014/main" id="{E41B6BBE-77AB-479D-A4B0-0949C7C48427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891" y="397735"/>
                </a:moveTo>
                <a:lnTo>
                  <a:pt x="1056959" y="378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3" name="9r7l_1_tuned_ReferenceLigand_33">
            <a:extLst>
              <a:ext uri="{FF2B5EF4-FFF2-40B4-BE49-F238E27FC236}">
                <a16:creationId xmlns:a16="http://schemas.microsoft.com/office/drawing/2014/main" id="{2BA9559A-ED98-4D5A-B3F9-2478BB9DE0E6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5951" y="998569"/>
                </a:moveTo>
                <a:lnTo>
                  <a:pt x="1272920" y="11474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4" name="9r7l_1_tuned_ReferenceLigand_34">
            <a:extLst>
              <a:ext uri="{FF2B5EF4-FFF2-40B4-BE49-F238E27FC236}">
                <a16:creationId xmlns:a16="http://schemas.microsoft.com/office/drawing/2014/main" id="{A20E6382-EC9D-4B80-A49C-FC31E3A0036E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5951" y="998569"/>
                </a:moveTo>
                <a:lnTo>
                  <a:pt x="1196079" y="914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5" name="9r7l_1_tuned_ReferenceLigand_35">
            <a:extLst>
              <a:ext uri="{FF2B5EF4-FFF2-40B4-BE49-F238E27FC236}">
                <a16:creationId xmlns:a16="http://schemas.microsoft.com/office/drawing/2014/main" id="{7F00121C-8595-4691-B41D-B47CC8B324F3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5951" y="998569"/>
                </a:moveTo>
                <a:lnTo>
                  <a:pt x="1443423" y="102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6" name="9r7l_1_tuned_PredictedLigand_0">
            <a:extLst>
              <a:ext uri="{FF2B5EF4-FFF2-40B4-BE49-F238E27FC236}">
                <a16:creationId xmlns:a16="http://schemas.microsoft.com/office/drawing/2014/main" id="{6833E083-9C48-4333-932B-E9E60290B060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500" y="842629"/>
                </a:moveTo>
                <a:lnTo>
                  <a:pt x="1114960" y="893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7" name="9r7l_1_tuned_PredictedLigand_1">
            <a:extLst>
              <a:ext uri="{FF2B5EF4-FFF2-40B4-BE49-F238E27FC236}">
                <a16:creationId xmlns:a16="http://schemas.microsoft.com/office/drawing/2014/main" id="{13D8916D-0D59-49F0-A44D-EC4B0E68675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500" y="842629"/>
                </a:moveTo>
                <a:lnTo>
                  <a:pt x="928321" y="7590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8" name="9r7l_1_tuned_PredictedLigand_2">
            <a:extLst>
              <a:ext uri="{FF2B5EF4-FFF2-40B4-BE49-F238E27FC236}">
                <a16:creationId xmlns:a16="http://schemas.microsoft.com/office/drawing/2014/main" id="{DBFDD504-9FC9-4212-B9C6-ECF5D536402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2229" y="740460"/>
                </a:moveTo>
                <a:lnTo>
                  <a:pt x="1076500" y="8426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9" name="9r7l_1_tuned_PredictedLigand_3">
            <a:extLst>
              <a:ext uri="{FF2B5EF4-FFF2-40B4-BE49-F238E27FC236}">
                <a16:creationId xmlns:a16="http://schemas.microsoft.com/office/drawing/2014/main" id="{1E104DFE-1A09-4840-990E-F84CB6ABE444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749" y="198714"/>
                </a:moveTo>
                <a:lnTo>
                  <a:pt x="1505982" y="25147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0" name="9r7l_1_tuned_PredictedLigand_4">
            <a:extLst>
              <a:ext uri="{FF2B5EF4-FFF2-40B4-BE49-F238E27FC236}">
                <a16:creationId xmlns:a16="http://schemas.microsoft.com/office/drawing/2014/main" id="{40B45CC1-27C7-430A-BE20-D27E5DB4B9B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500" y="842629"/>
                </a:moveTo>
                <a:lnTo>
                  <a:pt x="1058899" y="9733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1" name="9r7l_1_tuned_PredictedLigand_5">
            <a:extLst>
              <a:ext uri="{FF2B5EF4-FFF2-40B4-BE49-F238E27FC236}">
                <a16:creationId xmlns:a16="http://schemas.microsoft.com/office/drawing/2014/main" id="{57B2BEF9-3780-4C54-9D2F-06E5A31E4590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0775" y="915242"/>
                </a:moveTo>
                <a:lnTo>
                  <a:pt x="1842288" y="9634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r7l_1_tuned_PredictedLigand_6">
            <a:extLst>
              <a:ext uri="{FF2B5EF4-FFF2-40B4-BE49-F238E27FC236}">
                <a16:creationId xmlns:a16="http://schemas.microsoft.com/office/drawing/2014/main" id="{DA77638B-8ACC-424A-B163-CAD3C2D8BFF0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6150" y="463119"/>
                </a:moveTo>
                <a:lnTo>
                  <a:pt x="1939794" y="55380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r7l_1_tuned_PredictedLigand_7">
            <a:extLst>
              <a:ext uri="{FF2B5EF4-FFF2-40B4-BE49-F238E27FC236}">
                <a16:creationId xmlns:a16="http://schemas.microsoft.com/office/drawing/2014/main" id="{3B7C961A-3321-4A8E-803B-B76972DF798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749" y="198714"/>
                </a:moveTo>
                <a:lnTo>
                  <a:pt x="1357598" y="690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r7l_1_tuned_PredictedLigand_8">
            <a:extLst>
              <a:ext uri="{FF2B5EF4-FFF2-40B4-BE49-F238E27FC236}">
                <a16:creationId xmlns:a16="http://schemas.microsoft.com/office/drawing/2014/main" id="{96A21228-9DF6-423B-98FA-2FD41E2BC9F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533" y="720859"/>
                </a:moveTo>
                <a:lnTo>
                  <a:pt x="1202229" y="7404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r7l_1_tuned_PredictedLigand_9">
            <a:extLst>
              <a:ext uri="{FF2B5EF4-FFF2-40B4-BE49-F238E27FC236}">
                <a16:creationId xmlns:a16="http://schemas.microsoft.com/office/drawing/2014/main" id="{15910BE9-39EF-4CB4-915B-1F98CF3C30AE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65" y="488853"/>
                </a:moveTo>
                <a:lnTo>
                  <a:pt x="1846150" y="4631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r7l_1_tuned_PredictedLigand_10">
            <a:extLst>
              <a:ext uri="{FF2B5EF4-FFF2-40B4-BE49-F238E27FC236}">
                <a16:creationId xmlns:a16="http://schemas.microsoft.com/office/drawing/2014/main" id="{8C352343-DA5E-49C1-8792-9A372034D32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6150" y="463119"/>
                </a:moveTo>
                <a:lnTo>
                  <a:pt x="1886917" y="2954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r7l_1_tuned_PredictedLigand_11">
            <a:extLst>
              <a:ext uri="{FF2B5EF4-FFF2-40B4-BE49-F238E27FC236}">
                <a16:creationId xmlns:a16="http://schemas.microsoft.com/office/drawing/2014/main" id="{0E25FE89-2BB6-49D8-9683-7128C8C2E084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890" y="788548"/>
                </a:moveTo>
                <a:lnTo>
                  <a:pt x="1770775" y="9152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r7l_1_tuned_PredictedLigand_12">
            <a:extLst>
              <a:ext uri="{FF2B5EF4-FFF2-40B4-BE49-F238E27FC236}">
                <a16:creationId xmlns:a16="http://schemas.microsoft.com/office/drawing/2014/main" id="{4B19062F-047F-47B4-9547-59B4FDE1A8B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749" y="198714"/>
                </a:moveTo>
                <a:lnTo>
                  <a:pt x="1608980" y="1451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r7l_1_tuned_PredictedLigand_13">
            <a:extLst>
              <a:ext uri="{FF2B5EF4-FFF2-40B4-BE49-F238E27FC236}">
                <a16:creationId xmlns:a16="http://schemas.microsoft.com/office/drawing/2014/main" id="{C6ABD2FE-CA6F-4C40-975C-568A7CAB2DBE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1746" y="539409"/>
                </a:moveTo>
                <a:lnTo>
                  <a:pt x="1679665" y="4888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r7l_1_tuned_PredictedLigand_14">
            <a:extLst>
              <a:ext uri="{FF2B5EF4-FFF2-40B4-BE49-F238E27FC236}">
                <a16:creationId xmlns:a16="http://schemas.microsoft.com/office/drawing/2014/main" id="{44933945-5C7E-45B6-85D6-80004A418F5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168" y="323399"/>
                </a:moveTo>
                <a:lnTo>
                  <a:pt x="1471749" y="1987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1" name="9r7l_1_tuned_PredictedLigand_15">
            <a:extLst>
              <a:ext uri="{FF2B5EF4-FFF2-40B4-BE49-F238E27FC236}">
                <a16:creationId xmlns:a16="http://schemas.microsoft.com/office/drawing/2014/main" id="{F99D18CD-9936-42AA-9F61-7296887CE50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1192" y="479580"/>
                </a:moveTo>
                <a:lnTo>
                  <a:pt x="1395168" y="3233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2" name="9r7l_1_tuned_PredictedLigand_16">
            <a:extLst>
              <a:ext uri="{FF2B5EF4-FFF2-40B4-BE49-F238E27FC236}">
                <a16:creationId xmlns:a16="http://schemas.microsoft.com/office/drawing/2014/main" id="{C3D57DFC-D92A-469D-BB72-E0DED1DC9F6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6819" y="495897"/>
                </a:moveTo>
                <a:lnTo>
                  <a:pt x="1280566" y="560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3" name="9r7l_1_tuned_PredictedLigand_17">
            <a:extLst>
              <a:ext uri="{FF2B5EF4-FFF2-40B4-BE49-F238E27FC236}">
                <a16:creationId xmlns:a16="http://schemas.microsoft.com/office/drawing/2014/main" id="{438C0E98-6463-4DAE-BE00-5304E8FDE21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780" y="406524"/>
                </a:moveTo>
                <a:lnTo>
                  <a:pt x="1146819" y="4958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4" name="9r7l_1_tuned_PredictedLigand_18">
            <a:extLst>
              <a:ext uri="{FF2B5EF4-FFF2-40B4-BE49-F238E27FC236}">
                <a16:creationId xmlns:a16="http://schemas.microsoft.com/office/drawing/2014/main" id="{C869544B-C70B-4F42-8E22-C901D6DF86EF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1192" y="479580"/>
                </a:moveTo>
                <a:lnTo>
                  <a:pt x="1561746" y="5394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5" name="9r7l_1_tuned_PredictedLigand_19">
            <a:extLst>
              <a:ext uri="{FF2B5EF4-FFF2-40B4-BE49-F238E27FC236}">
                <a16:creationId xmlns:a16="http://schemas.microsoft.com/office/drawing/2014/main" id="{913690BE-6394-45B3-B3DE-B89F9C317537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393" y="708325"/>
                </a:moveTo>
                <a:lnTo>
                  <a:pt x="1650890" y="7885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6" name="9r7l_1_tuned_PredictedLigand_20">
            <a:extLst>
              <a:ext uri="{FF2B5EF4-FFF2-40B4-BE49-F238E27FC236}">
                <a16:creationId xmlns:a16="http://schemas.microsoft.com/office/drawing/2014/main" id="{7A48E243-6508-4B89-843E-4C9BBB8F89C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66" y="560097"/>
                </a:moveTo>
                <a:lnTo>
                  <a:pt x="1411192" y="4795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7" name="9r7l_1_tuned_PredictedLigand_21">
            <a:extLst>
              <a:ext uri="{FF2B5EF4-FFF2-40B4-BE49-F238E27FC236}">
                <a16:creationId xmlns:a16="http://schemas.microsoft.com/office/drawing/2014/main" id="{E80593A5-F82F-4681-B08A-2B153607F3E7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0775" y="915242"/>
                </a:moveTo>
                <a:lnTo>
                  <a:pt x="1704806" y="10422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8" name="9r7l_1_tuned_PredictedLigand_22">
            <a:extLst>
              <a:ext uri="{FF2B5EF4-FFF2-40B4-BE49-F238E27FC236}">
                <a16:creationId xmlns:a16="http://schemas.microsoft.com/office/drawing/2014/main" id="{A7288E0E-8ABD-4508-A2BD-A403376578A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780" y="406524"/>
                </a:moveTo>
                <a:lnTo>
                  <a:pt x="865755" y="4639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9" name="9r7l_1_tuned_PredictedLigand_23">
            <a:extLst>
              <a:ext uri="{FF2B5EF4-FFF2-40B4-BE49-F238E27FC236}">
                <a16:creationId xmlns:a16="http://schemas.microsoft.com/office/drawing/2014/main" id="{7901B305-6159-4B3E-8E83-16039507C1F6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0775" y="915242"/>
                </a:moveTo>
                <a:lnTo>
                  <a:pt x="1899123" y="8492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0" name="9r7l_1_tuned_PredictedLigand_24">
            <a:extLst>
              <a:ext uri="{FF2B5EF4-FFF2-40B4-BE49-F238E27FC236}">
                <a16:creationId xmlns:a16="http://schemas.microsoft.com/office/drawing/2014/main" id="{AAF29CAA-ADF8-4050-A8BB-506650FC051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7064" y="240707"/>
                </a:moveTo>
                <a:lnTo>
                  <a:pt x="1011780" y="4065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1" name="9r7l_1_tuned_PredictedLigand_25">
            <a:extLst>
              <a:ext uri="{FF2B5EF4-FFF2-40B4-BE49-F238E27FC236}">
                <a16:creationId xmlns:a16="http://schemas.microsoft.com/office/drawing/2014/main" id="{62FD4056-5F08-475F-9270-0BECC583F58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533" y="720859"/>
                </a:moveTo>
                <a:lnTo>
                  <a:pt x="1280566" y="560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2" name="9r7l_1_tuned_PredictedLigand_26">
            <a:extLst>
              <a:ext uri="{FF2B5EF4-FFF2-40B4-BE49-F238E27FC236}">
                <a16:creationId xmlns:a16="http://schemas.microsoft.com/office/drawing/2014/main" id="{2A4F69F1-E18D-4842-8641-E3A37DDB4B8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6150" y="463119"/>
                </a:moveTo>
                <a:lnTo>
                  <a:pt x="1867526" y="5006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3" name="9r7l_1_tuned_PredictedLigand_27">
            <a:extLst>
              <a:ext uri="{FF2B5EF4-FFF2-40B4-BE49-F238E27FC236}">
                <a16:creationId xmlns:a16="http://schemas.microsoft.com/office/drawing/2014/main" id="{DF0823E3-D38A-4C52-B5BC-030F9FD6337E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1746" y="539409"/>
                </a:moveTo>
                <a:lnTo>
                  <a:pt x="1568393" y="7083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4" name="9r7l_1_tuned_PredictedLigand_28">
            <a:extLst>
              <a:ext uri="{FF2B5EF4-FFF2-40B4-BE49-F238E27FC236}">
                <a16:creationId xmlns:a16="http://schemas.microsoft.com/office/drawing/2014/main" id="{BADEF9CC-C20A-46E6-9999-157E183047E2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178" y="777180"/>
                </a:moveTo>
                <a:lnTo>
                  <a:pt x="1302533" y="720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5" name="9r7l_1_tuned_PredictedLigand_29">
            <a:extLst>
              <a:ext uri="{FF2B5EF4-FFF2-40B4-BE49-F238E27FC236}">
                <a16:creationId xmlns:a16="http://schemas.microsoft.com/office/drawing/2014/main" id="{EA333EF0-7EA9-4C6D-BD8A-6419C683AC47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393" y="708325"/>
                </a:moveTo>
                <a:lnTo>
                  <a:pt x="1422178" y="7771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6" name="9r7l_1_tuned_PredictedLigand_30">
            <a:extLst>
              <a:ext uri="{FF2B5EF4-FFF2-40B4-BE49-F238E27FC236}">
                <a16:creationId xmlns:a16="http://schemas.microsoft.com/office/drawing/2014/main" id="{E8F189C2-54DD-4FF5-A984-CBAFD789A0B6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178" y="777180"/>
                </a:moveTo>
                <a:lnTo>
                  <a:pt x="1410902" y="9374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7" name="9r7l_1_tuned_PredictedLigand_31">
            <a:extLst>
              <a:ext uri="{FF2B5EF4-FFF2-40B4-BE49-F238E27FC236}">
                <a16:creationId xmlns:a16="http://schemas.microsoft.com/office/drawing/2014/main" id="{862D97C8-2ACF-4071-B6D7-9544EC80BD0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780" y="406524"/>
                </a:moveTo>
                <a:lnTo>
                  <a:pt x="1017860" y="4263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8" name="9r7l_1_tuned_PredictedLigand_32">
            <a:extLst>
              <a:ext uri="{FF2B5EF4-FFF2-40B4-BE49-F238E27FC236}">
                <a16:creationId xmlns:a16="http://schemas.microsoft.com/office/drawing/2014/main" id="{7B14C738-ABC1-4A53-BDC4-0A6E3DDF876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902" y="937443"/>
                </a:moveTo>
                <a:lnTo>
                  <a:pt x="1325352" y="10157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9" name="9r7l_1_tuned_PredictedLigand_33">
            <a:extLst>
              <a:ext uri="{FF2B5EF4-FFF2-40B4-BE49-F238E27FC236}">
                <a16:creationId xmlns:a16="http://schemas.microsoft.com/office/drawing/2014/main" id="{895F080B-67F4-4C11-9C98-279007FED37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5352" y="1015729"/>
                </a:moveTo>
                <a:lnTo>
                  <a:pt x="1267634" y="1170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0" name="9r7l_1_tuned_PredictedLigand_34">
            <a:extLst>
              <a:ext uri="{FF2B5EF4-FFF2-40B4-BE49-F238E27FC236}">
                <a16:creationId xmlns:a16="http://schemas.microsoft.com/office/drawing/2014/main" id="{2732B536-C263-49E5-87BC-5DB34994E070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5352" y="1015729"/>
                </a:moveTo>
                <a:lnTo>
                  <a:pt x="1192740" y="9252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1" name="9r7l_1_tuned_PredictedLigand_35">
            <a:extLst>
              <a:ext uri="{FF2B5EF4-FFF2-40B4-BE49-F238E27FC236}">
                <a16:creationId xmlns:a16="http://schemas.microsoft.com/office/drawing/2014/main" id="{C8ED718D-D3C7-4E55-8EF5-008A084B813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5352" y="1015729"/>
                </a:moveTo>
                <a:lnTo>
                  <a:pt x="1426299" y="1038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2" name="9r7l_1_tuned_PredictedAtoms_0">
            <a:extLst>
              <a:ext uri="{FF2B5EF4-FFF2-40B4-BE49-F238E27FC236}">
                <a16:creationId xmlns:a16="http://schemas.microsoft.com/office/drawing/2014/main" id="{670889D2-2B08-4E7B-BECE-BC16DE6D7094}"/>
              </a:ext>
            </a:extLst>
          </p:cNvPr>
          <p:cNvSpPr>
            <a:spLocks/>
          </p:cNvSpPr>
          <p:nvPr/>
        </p:nvSpPr>
        <p:spPr>
          <a:xfrm>
            <a:off x="4211271" y="63871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3" name="9r7l_1_tuned_PredictedAtoms_1">
            <a:extLst>
              <a:ext uri="{FF2B5EF4-FFF2-40B4-BE49-F238E27FC236}">
                <a16:creationId xmlns:a16="http://schemas.microsoft.com/office/drawing/2014/main" id="{F1B6450A-E1B5-4C25-9B60-C887714290AD}"/>
              </a:ext>
            </a:extLst>
          </p:cNvPr>
          <p:cNvSpPr>
            <a:spLocks/>
          </p:cNvSpPr>
          <p:nvPr/>
        </p:nvSpPr>
        <p:spPr>
          <a:xfrm>
            <a:off x="4195987" y="655300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4" name="9r7l_1_tuned_PredictedAtoms_2">
            <a:extLst>
              <a:ext uri="{FF2B5EF4-FFF2-40B4-BE49-F238E27FC236}">
                <a16:creationId xmlns:a16="http://schemas.microsoft.com/office/drawing/2014/main" id="{159BEC18-7BBC-4F4E-B2EA-1E07CA1304E9}"/>
              </a:ext>
            </a:extLst>
          </p:cNvPr>
          <p:cNvSpPr>
            <a:spLocks/>
          </p:cNvSpPr>
          <p:nvPr/>
        </p:nvSpPr>
        <p:spPr>
          <a:xfrm>
            <a:off x="4202067" y="65727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5" name="9r7l_1_tuned_PredictedAtoms_3">
            <a:extLst>
              <a:ext uri="{FF2B5EF4-FFF2-40B4-BE49-F238E27FC236}">
                <a16:creationId xmlns:a16="http://schemas.microsoft.com/office/drawing/2014/main" id="{1B66DD15-0EB2-4CE2-AFAD-5920C6C423C0}"/>
              </a:ext>
            </a:extLst>
          </p:cNvPr>
          <p:cNvSpPr>
            <a:spLocks/>
          </p:cNvSpPr>
          <p:nvPr/>
        </p:nvSpPr>
        <p:spPr>
          <a:xfrm>
            <a:off x="4049962" y="66104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6" name="9r7l_1_tuned_PredictedAtoms_4">
            <a:extLst>
              <a:ext uri="{FF2B5EF4-FFF2-40B4-BE49-F238E27FC236}">
                <a16:creationId xmlns:a16="http://schemas.microsoft.com/office/drawing/2014/main" id="{B384AAFE-B9BB-416A-9313-BF1388DF201F}"/>
              </a:ext>
            </a:extLst>
          </p:cNvPr>
          <p:cNvSpPr>
            <a:spLocks/>
          </p:cNvSpPr>
          <p:nvPr/>
        </p:nvSpPr>
        <p:spPr>
          <a:xfrm>
            <a:off x="4331026" y="66423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7" name="9r7l_1_tuned_PredictedAtoms_5">
            <a:extLst>
              <a:ext uri="{FF2B5EF4-FFF2-40B4-BE49-F238E27FC236}">
                <a16:creationId xmlns:a16="http://schemas.microsoft.com/office/drawing/2014/main" id="{3C46E249-028B-4244-ACD0-D6061205DD9E}"/>
              </a:ext>
            </a:extLst>
          </p:cNvPr>
          <p:cNvSpPr>
            <a:spLocks/>
          </p:cNvSpPr>
          <p:nvPr/>
        </p:nvSpPr>
        <p:spPr>
          <a:xfrm>
            <a:off x="4464774" y="67065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8" name="9r7l_1_tuned_PredictedAtoms_6">
            <a:extLst>
              <a:ext uri="{FF2B5EF4-FFF2-40B4-BE49-F238E27FC236}">
                <a16:creationId xmlns:a16="http://schemas.microsoft.com/office/drawing/2014/main" id="{7580595E-F10D-40B8-BA83-A6053ABE7409}"/>
              </a:ext>
            </a:extLst>
          </p:cNvPr>
          <p:cNvSpPr>
            <a:spLocks/>
          </p:cNvSpPr>
          <p:nvPr/>
        </p:nvSpPr>
        <p:spPr>
          <a:xfrm>
            <a:off x="4595400" y="66260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9" name="9r7l_1_tuned_PredictedAtoms_7">
            <a:extLst>
              <a:ext uri="{FF2B5EF4-FFF2-40B4-BE49-F238E27FC236}">
                <a16:creationId xmlns:a16="http://schemas.microsoft.com/office/drawing/2014/main" id="{4146D594-C7BD-4227-B624-93B44291B4F8}"/>
              </a:ext>
            </a:extLst>
          </p:cNvPr>
          <p:cNvSpPr>
            <a:spLocks/>
          </p:cNvSpPr>
          <p:nvPr/>
        </p:nvSpPr>
        <p:spPr>
          <a:xfrm>
            <a:off x="4579376" y="64698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r7l_1_tuned_PredictedAtoms_8">
            <a:extLst>
              <a:ext uri="{FF2B5EF4-FFF2-40B4-BE49-F238E27FC236}">
                <a16:creationId xmlns:a16="http://schemas.microsoft.com/office/drawing/2014/main" id="{42633B6A-7220-4772-ADB6-3F72C6A58BEB}"/>
              </a:ext>
            </a:extLst>
          </p:cNvPr>
          <p:cNvSpPr>
            <a:spLocks/>
          </p:cNvSpPr>
          <p:nvPr/>
        </p:nvSpPr>
        <p:spPr>
          <a:xfrm>
            <a:off x="4655957" y="63451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r7l_1_tuned_PredictedAtoms_9">
            <a:extLst>
              <a:ext uri="{FF2B5EF4-FFF2-40B4-BE49-F238E27FC236}">
                <a16:creationId xmlns:a16="http://schemas.microsoft.com/office/drawing/2014/main" id="{E4262B5B-0D7B-4844-A97F-DDF1CF2A0DF1}"/>
              </a:ext>
            </a:extLst>
          </p:cNvPr>
          <p:cNvSpPr>
            <a:spLocks/>
          </p:cNvSpPr>
          <p:nvPr/>
        </p:nvSpPr>
        <p:spPr>
          <a:xfrm>
            <a:off x="4793188" y="62916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r7l_1_tuned_PredictedAtoms_10">
            <a:extLst>
              <a:ext uri="{FF2B5EF4-FFF2-40B4-BE49-F238E27FC236}">
                <a16:creationId xmlns:a16="http://schemas.microsoft.com/office/drawing/2014/main" id="{30FF1130-32C7-4AAB-AA7E-18FCED51AACA}"/>
              </a:ext>
            </a:extLst>
          </p:cNvPr>
          <p:cNvSpPr>
            <a:spLocks/>
          </p:cNvSpPr>
          <p:nvPr/>
        </p:nvSpPr>
        <p:spPr>
          <a:xfrm>
            <a:off x="4690189" y="63979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r7l_1_tuned_PredictedAtoms_11">
            <a:extLst>
              <a:ext uri="{FF2B5EF4-FFF2-40B4-BE49-F238E27FC236}">
                <a16:creationId xmlns:a16="http://schemas.microsoft.com/office/drawing/2014/main" id="{D09E9898-C358-48DB-904D-3E7D433B842F}"/>
              </a:ext>
            </a:extLst>
          </p:cNvPr>
          <p:cNvSpPr>
            <a:spLocks/>
          </p:cNvSpPr>
          <p:nvPr/>
        </p:nvSpPr>
        <p:spPr>
          <a:xfrm>
            <a:off x="4541805" y="62155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r7l_1_tuned_PredictedAtoms_12">
            <a:extLst>
              <a:ext uri="{FF2B5EF4-FFF2-40B4-BE49-F238E27FC236}">
                <a16:creationId xmlns:a16="http://schemas.microsoft.com/office/drawing/2014/main" id="{C830E7D0-9238-4466-8AE3-53B5506E58AE}"/>
              </a:ext>
            </a:extLst>
          </p:cNvPr>
          <p:cNvSpPr>
            <a:spLocks/>
          </p:cNvSpPr>
          <p:nvPr/>
        </p:nvSpPr>
        <p:spPr>
          <a:xfrm>
            <a:off x="4745954" y="66858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r7l_1_tuned_PredictedAtoms_13">
            <a:extLst>
              <a:ext uri="{FF2B5EF4-FFF2-40B4-BE49-F238E27FC236}">
                <a16:creationId xmlns:a16="http://schemas.microsoft.com/office/drawing/2014/main" id="{AE7B3BE6-E633-4E39-914A-AD3C9C10F98D}"/>
              </a:ext>
            </a:extLst>
          </p:cNvPr>
          <p:cNvSpPr>
            <a:spLocks/>
          </p:cNvSpPr>
          <p:nvPr/>
        </p:nvSpPr>
        <p:spPr>
          <a:xfrm>
            <a:off x="4863872" y="66353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r7l_1_tuned_PredictedAtoms_14">
            <a:extLst>
              <a:ext uri="{FF2B5EF4-FFF2-40B4-BE49-F238E27FC236}">
                <a16:creationId xmlns:a16="http://schemas.microsoft.com/office/drawing/2014/main" id="{89C5F0F7-6A5E-4BCD-882D-23F9760AC9C5}"/>
              </a:ext>
            </a:extLst>
          </p:cNvPr>
          <p:cNvSpPr>
            <a:spLocks/>
          </p:cNvSpPr>
          <p:nvPr/>
        </p:nvSpPr>
        <p:spPr>
          <a:xfrm>
            <a:off x="5030357" y="66096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r7l_1_tuned_PredictedAtoms_15">
            <a:extLst>
              <a:ext uri="{FF2B5EF4-FFF2-40B4-BE49-F238E27FC236}">
                <a16:creationId xmlns:a16="http://schemas.microsoft.com/office/drawing/2014/main" id="{DA2F5682-F08E-4B3B-90A3-C5BDDACA66A2}"/>
              </a:ext>
            </a:extLst>
          </p:cNvPr>
          <p:cNvSpPr>
            <a:spLocks/>
          </p:cNvSpPr>
          <p:nvPr/>
        </p:nvSpPr>
        <p:spPr>
          <a:xfrm>
            <a:off x="5124002" y="67002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r7l_1_tuned_PredictedAtoms_16">
            <a:extLst>
              <a:ext uri="{FF2B5EF4-FFF2-40B4-BE49-F238E27FC236}">
                <a16:creationId xmlns:a16="http://schemas.microsoft.com/office/drawing/2014/main" id="{909BD8B8-D550-4F7C-B588-74859E65D6AB}"/>
              </a:ext>
            </a:extLst>
          </p:cNvPr>
          <p:cNvSpPr>
            <a:spLocks/>
          </p:cNvSpPr>
          <p:nvPr/>
        </p:nvSpPr>
        <p:spPr>
          <a:xfrm>
            <a:off x="5051734" y="66471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r7l_1_tuned_PredictedAtoms_17">
            <a:extLst>
              <a:ext uri="{FF2B5EF4-FFF2-40B4-BE49-F238E27FC236}">
                <a16:creationId xmlns:a16="http://schemas.microsoft.com/office/drawing/2014/main" id="{8960EE43-5912-47DB-AC59-3B79A4B6B1A0}"/>
              </a:ext>
            </a:extLst>
          </p:cNvPr>
          <p:cNvSpPr>
            <a:spLocks/>
          </p:cNvSpPr>
          <p:nvPr/>
        </p:nvSpPr>
        <p:spPr>
          <a:xfrm>
            <a:off x="5071125" y="64419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r7l_1_tuned_PredictedAtoms_18">
            <a:extLst>
              <a:ext uri="{FF2B5EF4-FFF2-40B4-BE49-F238E27FC236}">
                <a16:creationId xmlns:a16="http://schemas.microsoft.com/office/drawing/2014/main" id="{86BB7CEB-E37F-45D3-956A-39A84191CC44}"/>
              </a:ext>
            </a:extLst>
          </p:cNvPr>
          <p:cNvSpPr>
            <a:spLocks/>
          </p:cNvSpPr>
          <p:nvPr/>
        </p:nvSpPr>
        <p:spPr>
          <a:xfrm>
            <a:off x="4752601" y="68548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r7l_1_tuned_PredictedAtoms_19">
            <a:extLst>
              <a:ext uri="{FF2B5EF4-FFF2-40B4-BE49-F238E27FC236}">
                <a16:creationId xmlns:a16="http://schemas.microsoft.com/office/drawing/2014/main" id="{96237AC8-3A5F-4A67-8C9B-AE2F3AA97EB7}"/>
              </a:ext>
            </a:extLst>
          </p:cNvPr>
          <p:cNvSpPr>
            <a:spLocks/>
          </p:cNvSpPr>
          <p:nvPr/>
        </p:nvSpPr>
        <p:spPr>
          <a:xfrm>
            <a:off x="4835097" y="69350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r7l_1_tuned_PredictedAtoms_20">
            <a:extLst>
              <a:ext uri="{FF2B5EF4-FFF2-40B4-BE49-F238E27FC236}">
                <a16:creationId xmlns:a16="http://schemas.microsoft.com/office/drawing/2014/main" id="{9262E317-2C4C-4000-AF79-05CB8100F811}"/>
              </a:ext>
            </a:extLst>
          </p:cNvPr>
          <p:cNvSpPr>
            <a:spLocks/>
          </p:cNvSpPr>
          <p:nvPr/>
        </p:nvSpPr>
        <p:spPr>
          <a:xfrm>
            <a:off x="4954983" y="70617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r7l_1_tuned_PredictedAtoms_21">
            <a:extLst>
              <a:ext uri="{FF2B5EF4-FFF2-40B4-BE49-F238E27FC236}">
                <a16:creationId xmlns:a16="http://schemas.microsoft.com/office/drawing/2014/main" id="{FE6AF867-DDDD-462C-AB5F-1B303EF68D66}"/>
              </a:ext>
            </a:extLst>
          </p:cNvPr>
          <p:cNvSpPr>
            <a:spLocks/>
          </p:cNvSpPr>
          <p:nvPr/>
        </p:nvSpPr>
        <p:spPr>
          <a:xfrm>
            <a:off x="4889013" y="71887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9r7l_1_tuned_PredictedAtoms_22">
            <a:extLst>
              <a:ext uri="{FF2B5EF4-FFF2-40B4-BE49-F238E27FC236}">
                <a16:creationId xmlns:a16="http://schemas.microsoft.com/office/drawing/2014/main" id="{4398E5F8-DB4C-47E7-B676-339A2973C84B}"/>
              </a:ext>
            </a:extLst>
          </p:cNvPr>
          <p:cNvSpPr>
            <a:spLocks/>
          </p:cNvSpPr>
          <p:nvPr/>
        </p:nvSpPr>
        <p:spPr>
          <a:xfrm>
            <a:off x="5026495" y="71099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5" name="9r7l_1_tuned_PredictedAtoms_23">
            <a:extLst>
              <a:ext uri="{FF2B5EF4-FFF2-40B4-BE49-F238E27FC236}">
                <a16:creationId xmlns:a16="http://schemas.microsoft.com/office/drawing/2014/main" id="{70155336-E9AE-4002-8EC2-CF10B5C875B2}"/>
              </a:ext>
            </a:extLst>
          </p:cNvPr>
          <p:cNvSpPr>
            <a:spLocks/>
          </p:cNvSpPr>
          <p:nvPr/>
        </p:nvSpPr>
        <p:spPr>
          <a:xfrm>
            <a:off x="5083330" y="69957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6" name="9r7l_1_tuned_PredictedAtoms_24">
            <a:extLst>
              <a:ext uri="{FF2B5EF4-FFF2-40B4-BE49-F238E27FC236}">
                <a16:creationId xmlns:a16="http://schemas.microsoft.com/office/drawing/2014/main" id="{B925ED8E-28E4-457D-8F62-407CF0A95D4E}"/>
              </a:ext>
            </a:extLst>
          </p:cNvPr>
          <p:cNvSpPr>
            <a:spLocks/>
          </p:cNvSpPr>
          <p:nvPr/>
        </p:nvSpPr>
        <p:spPr>
          <a:xfrm>
            <a:off x="4606385" y="69236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7" name="9r7l_1_tuned_PredictedAtoms_25">
            <a:extLst>
              <a:ext uri="{FF2B5EF4-FFF2-40B4-BE49-F238E27FC236}">
                <a16:creationId xmlns:a16="http://schemas.microsoft.com/office/drawing/2014/main" id="{02EE07B1-A41F-4322-A033-9F5C171A2F9D}"/>
              </a:ext>
            </a:extLst>
          </p:cNvPr>
          <p:cNvSpPr>
            <a:spLocks/>
          </p:cNvSpPr>
          <p:nvPr/>
        </p:nvSpPr>
        <p:spPr>
          <a:xfrm>
            <a:off x="4595109" y="70839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8" name="9r7l_1_tuned_PredictedAtoms_26">
            <a:extLst>
              <a:ext uri="{FF2B5EF4-FFF2-40B4-BE49-F238E27FC236}">
                <a16:creationId xmlns:a16="http://schemas.microsoft.com/office/drawing/2014/main" id="{A3D85B00-0B30-484F-B6B6-51A544AF58FC}"/>
              </a:ext>
            </a:extLst>
          </p:cNvPr>
          <p:cNvSpPr>
            <a:spLocks/>
          </p:cNvSpPr>
          <p:nvPr/>
        </p:nvSpPr>
        <p:spPr>
          <a:xfrm>
            <a:off x="4509560" y="71622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9" name="9r7l_1_tuned_PredictedAtoms_27">
            <a:extLst>
              <a:ext uri="{FF2B5EF4-FFF2-40B4-BE49-F238E27FC236}">
                <a16:creationId xmlns:a16="http://schemas.microsoft.com/office/drawing/2014/main" id="{21C6D9C2-91A6-4765-B677-C1948E47006A}"/>
              </a:ext>
            </a:extLst>
          </p:cNvPr>
          <p:cNvSpPr>
            <a:spLocks/>
          </p:cNvSpPr>
          <p:nvPr/>
        </p:nvSpPr>
        <p:spPr>
          <a:xfrm>
            <a:off x="4610507" y="71848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0" name="9r7l_1_tuned_PredictedAtoms_28">
            <a:extLst>
              <a:ext uri="{FF2B5EF4-FFF2-40B4-BE49-F238E27FC236}">
                <a16:creationId xmlns:a16="http://schemas.microsoft.com/office/drawing/2014/main" id="{0B9A71F8-6A7A-4165-85A9-C4C9F7744789}"/>
              </a:ext>
            </a:extLst>
          </p:cNvPr>
          <p:cNvSpPr>
            <a:spLocks/>
          </p:cNvSpPr>
          <p:nvPr/>
        </p:nvSpPr>
        <p:spPr>
          <a:xfrm>
            <a:off x="4451842" y="73169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1" name="9r7l_1_tuned_PredictedAtoms_29">
            <a:extLst>
              <a:ext uri="{FF2B5EF4-FFF2-40B4-BE49-F238E27FC236}">
                <a16:creationId xmlns:a16="http://schemas.microsoft.com/office/drawing/2014/main" id="{3EBCCE7D-0B8D-485D-8E38-C2BF94DBED20}"/>
              </a:ext>
            </a:extLst>
          </p:cNvPr>
          <p:cNvSpPr>
            <a:spLocks/>
          </p:cNvSpPr>
          <p:nvPr/>
        </p:nvSpPr>
        <p:spPr>
          <a:xfrm>
            <a:off x="4376948" y="70716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2" name="9r7l_1_tuned_PredictedAtoms_30">
            <a:extLst>
              <a:ext uri="{FF2B5EF4-FFF2-40B4-BE49-F238E27FC236}">
                <a16:creationId xmlns:a16="http://schemas.microsoft.com/office/drawing/2014/main" id="{C6E1621A-637A-48C5-8A73-FB672024FC31}"/>
              </a:ext>
            </a:extLst>
          </p:cNvPr>
          <p:cNvSpPr>
            <a:spLocks/>
          </p:cNvSpPr>
          <p:nvPr/>
        </p:nvSpPr>
        <p:spPr>
          <a:xfrm>
            <a:off x="4486741" y="68673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3" name="9r7l_1_tuned_PredictedAtoms_31">
            <a:extLst>
              <a:ext uri="{FF2B5EF4-FFF2-40B4-BE49-F238E27FC236}">
                <a16:creationId xmlns:a16="http://schemas.microsoft.com/office/drawing/2014/main" id="{5DED3CDB-8CF0-46E4-B5F7-F808644AE12D}"/>
              </a:ext>
            </a:extLst>
          </p:cNvPr>
          <p:cNvSpPr>
            <a:spLocks/>
          </p:cNvSpPr>
          <p:nvPr/>
        </p:nvSpPr>
        <p:spPr>
          <a:xfrm>
            <a:off x="4386437" y="68869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4" name="9r7l_1_tuned_PredictedAtoms_32">
            <a:extLst>
              <a:ext uri="{FF2B5EF4-FFF2-40B4-BE49-F238E27FC236}">
                <a16:creationId xmlns:a16="http://schemas.microsoft.com/office/drawing/2014/main" id="{41239944-00FF-4B2D-8D0D-A56ECF686182}"/>
              </a:ext>
            </a:extLst>
          </p:cNvPr>
          <p:cNvSpPr>
            <a:spLocks/>
          </p:cNvSpPr>
          <p:nvPr/>
        </p:nvSpPr>
        <p:spPr>
          <a:xfrm>
            <a:off x="4260707" y="69891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5" name="9r7l_1_tuned_PredictedAtoms_33">
            <a:extLst>
              <a:ext uri="{FF2B5EF4-FFF2-40B4-BE49-F238E27FC236}">
                <a16:creationId xmlns:a16="http://schemas.microsoft.com/office/drawing/2014/main" id="{F1AC7C74-E741-4FE7-A233-27468F767F6C}"/>
              </a:ext>
            </a:extLst>
          </p:cNvPr>
          <p:cNvSpPr>
            <a:spLocks/>
          </p:cNvSpPr>
          <p:nvPr/>
        </p:nvSpPr>
        <p:spPr>
          <a:xfrm>
            <a:off x="4299168" y="7039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6" name="9r7l_1_tuned_PredictedAtoms_34">
            <a:extLst>
              <a:ext uri="{FF2B5EF4-FFF2-40B4-BE49-F238E27FC236}">
                <a16:creationId xmlns:a16="http://schemas.microsoft.com/office/drawing/2014/main" id="{DB606E62-BC1E-4FB5-B5F1-3FEB9A5F01D7}"/>
              </a:ext>
            </a:extLst>
          </p:cNvPr>
          <p:cNvSpPr>
            <a:spLocks/>
          </p:cNvSpPr>
          <p:nvPr/>
        </p:nvSpPr>
        <p:spPr>
          <a:xfrm>
            <a:off x="4243107" y="71198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7" name="9r7l_1_tuned_PredictedAtoms_35">
            <a:extLst>
              <a:ext uri="{FF2B5EF4-FFF2-40B4-BE49-F238E27FC236}">
                <a16:creationId xmlns:a16="http://schemas.microsoft.com/office/drawing/2014/main" id="{DDFA5AB6-ABDD-4209-BA96-6DD0ED4C5324}"/>
              </a:ext>
            </a:extLst>
          </p:cNvPr>
          <p:cNvSpPr>
            <a:spLocks/>
          </p:cNvSpPr>
          <p:nvPr/>
        </p:nvSpPr>
        <p:spPr>
          <a:xfrm>
            <a:off x="4112528" y="6905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8" name="stage3-cases-density_36">
            <a:extLst>
              <a:ext uri="{FF2B5EF4-FFF2-40B4-BE49-F238E27FC236}">
                <a16:creationId xmlns:a16="http://schemas.microsoft.com/office/drawing/2014/main" id="{1A65A9B2-9436-4E76-924C-4B8D0A27CA0B}"/>
              </a:ext>
            </a:extLst>
          </p:cNvPr>
          <p:cNvSpPr>
            <a:spLocks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0.66 Å   D 89%   Clash 0</a:t>
            </a:r>
          </a:p>
        </p:txBody>
      </p:sp>
      <p:sp>
        <p:nvSpPr>
          <p:cNvPr id="1219" name="9r7l_1_build_Receptor">
            <a:extLst>
              <a:ext uri="{FF2B5EF4-FFF2-40B4-BE49-F238E27FC236}">
                <a16:creationId xmlns:a16="http://schemas.microsoft.com/office/drawing/2014/main" id="{7D8510CE-AD11-4D43-9B45-A81F3770BA5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287" y="129983"/>
                </a:moveTo>
                <a:lnTo>
                  <a:pt x="1682111" y="73442"/>
                </a:lnTo>
                <a:moveTo>
                  <a:pt x="1077249" y="255934"/>
                </a:moveTo>
                <a:lnTo>
                  <a:pt x="941787" y="256664"/>
                </a:lnTo>
                <a:moveTo>
                  <a:pt x="1821611" y="440273"/>
                </a:moveTo>
                <a:lnTo>
                  <a:pt x="1750774" y="575538"/>
                </a:lnTo>
                <a:moveTo>
                  <a:pt x="1740031" y="339464"/>
                </a:moveTo>
                <a:lnTo>
                  <a:pt x="1821611" y="440273"/>
                </a:lnTo>
                <a:moveTo>
                  <a:pt x="1185167" y="289947"/>
                </a:moveTo>
                <a:lnTo>
                  <a:pt x="1077249" y="255934"/>
                </a:lnTo>
                <a:moveTo>
                  <a:pt x="1682111" y="73442"/>
                </a:moveTo>
                <a:lnTo>
                  <a:pt x="1763657" y="176296"/>
                </a:lnTo>
                <a:moveTo>
                  <a:pt x="1630642" y="558958"/>
                </a:moveTo>
                <a:lnTo>
                  <a:pt x="1750774" y="575538"/>
                </a:lnTo>
                <a:moveTo>
                  <a:pt x="1763657" y="176296"/>
                </a:moveTo>
                <a:lnTo>
                  <a:pt x="1740031" y="339464"/>
                </a:lnTo>
                <a:moveTo>
                  <a:pt x="1185167" y="289947"/>
                </a:moveTo>
                <a:lnTo>
                  <a:pt x="1235082" y="451011"/>
                </a:lnTo>
                <a:moveTo>
                  <a:pt x="1740031" y="339464"/>
                </a:moveTo>
                <a:lnTo>
                  <a:pt x="1621853" y="417505"/>
                </a:lnTo>
                <a:moveTo>
                  <a:pt x="1621853" y="417505"/>
                </a:moveTo>
                <a:lnTo>
                  <a:pt x="1630642" y="558958"/>
                </a:lnTo>
                <a:moveTo>
                  <a:pt x="2183811" y="237609"/>
                </a:moveTo>
                <a:lnTo>
                  <a:pt x="2222931" y="269300"/>
                </a:lnTo>
                <a:moveTo>
                  <a:pt x="1116034" y="257835"/>
                </a:moveTo>
                <a:lnTo>
                  <a:pt x="1185167" y="289947"/>
                </a:lnTo>
                <a:moveTo>
                  <a:pt x="2183811" y="237609"/>
                </a:moveTo>
                <a:lnTo>
                  <a:pt x="2078673" y="317744"/>
                </a:lnTo>
                <a:moveTo>
                  <a:pt x="2251196" y="126212"/>
                </a:moveTo>
                <a:lnTo>
                  <a:pt x="2183811" y="237609"/>
                </a:lnTo>
                <a:moveTo>
                  <a:pt x="2217736" y="80501"/>
                </a:moveTo>
                <a:lnTo>
                  <a:pt x="2251196" y="126212"/>
                </a:lnTo>
                <a:moveTo>
                  <a:pt x="649014" y="24375"/>
                </a:moveTo>
                <a:lnTo>
                  <a:pt x="764026" y="55236"/>
                </a:lnTo>
                <a:moveTo>
                  <a:pt x="688395" y="1142594"/>
                </a:moveTo>
                <a:lnTo>
                  <a:pt x="825755" y="1156552"/>
                </a:lnTo>
                <a:moveTo>
                  <a:pt x="499680" y="370046"/>
                </a:moveTo>
                <a:lnTo>
                  <a:pt x="565129" y="446407"/>
                </a:lnTo>
                <a:moveTo>
                  <a:pt x="595376" y="1200095"/>
                </a:moveTo>
                <a:lnTo>
                  <a:pt x="688395" y="1142594"/>
                </a:lnTo>
                <a:moveTo>
                  <a:pt x="1989021" y="1326027"/>
                </a:moveTo>
                <a:lnTo>
                  <a:pt x="2023431" y="1187547"/>
                </a:lnTo>
                <a:moveTo>
                  <a:pt x="364290" y="300322"/>
                </a:moveTo>
                <a:lnTo>
                  <a:pt x="499680" y="370046"/>
                </a:lnTo>
                <a:moveTo>
                  <a:pt x="820459" y="1225252"/>
                </a:moveTo>
                <a:lnTo>
                  <a:pt x="825755" y="1156552"/>
                </a:lnTo>
                <a:moveTo>
                  <a:pt x="299766" y="224067"/>
                </a:moveTo>
                <a:lnTo>
                  <a:pt x="364290" y="300322"/>
                </a:lnTo>
                <a:moveTo>
                  <a:pt x="675103" y="1253579"/>
                </a:moveTo>
                <a:lnTo>
                  <a:pt x="595376" y="1200095"/>
                </a:lnTo>
                <a:moveTo>
                  <a:pt x="570430" y="364070"/>
                </a:moveTo>
                <a:lnTo>
                  <a:pt x="499680" y="370046"/>
                </a:lnTo>
                <a:moveTo>
                  <a:pt x="675103" y="1253579"/>
                </a:moveTo>
                <a:lnTo>
                  <a:pt x="820459" y="1225252"/>
                </a:lnTo>
                <a:moveTo>
                  <a:pt x="369069" y="216409"/>
                </a:moveTo>
                <a:lnTo>
                  <a:pt x="299766" y="224067"/>
                </a:lnTo>
                <a:moveTo>
                  <a:pt x="602055" y="1325186"/>
                </a:moveTo>
                <a:lnTo>
                  <a:pt x="675103" y="1253579"/>
                </a:lnTo>
                <a:moveTo>
                  <a:pt x="505384" y="287567"/>
                </a:moveTo>
                <a:lnTo>
                  <a:pt x="570430" y="364070"/>
                </a:lnTo>
                <a:moveTo>
                  <a:pt x="1360130" y="64796"/>
                </a:moveTo>
                <a:lnTo>
                  <a:pt x="1375939" y="158125"/>
                </a:lnTo>
                <a:moveTo>
                  <a:pt x="369069" y="216409"/>
                </a:moveTo>
                <a:lnTo>
                  <a:pt x="505384" y="287567"/>
                </a:lnTo>
                <a:moveTo>
                  <a:pt x="298130" y="133122"/>
                </a:moveTo>
                <a:lnTo>
                  <a:pt x="369069" y="216409"/>
                </a:lnTo>
                <a:moveTo>
                  <a:pt x="1375939" y="158125"/>
                </a:moveTo>
                <a:lnTo>
                  <a:pt x="1270553" y="129127"/>
                </a:lnTo>
                <a:moveTo>
                  <a:pt x="1695693" y="1027297"/>
                </a:moveTo>
                <a:lnTo>
                  <a:pt x="1793145" y="917150"/>
                </a:lnTo>
                <a:moveTo>
                  <a:pt x="1766473" y="1160974"/>
                </a:moveTo>
                <a:lnTo>
                  <a:pt x="1695693" y="1027297"/>
                </a:lnTo>
                <a:moveTo>
                  <a:pt x="1184587" y="12918"/>
                </a:moveTo>
                <a:lnTo>
                  <a:pt x="1270553" y="129127"/>
                </a:lnTo>
                <a:moveTo>
                  <a:pt x="186089" y="14104"/>
                </a:moveTo>
                <a:lnTo>
                  <a:pt x="298130" y="133122"/>
                </a:lnTo>
                <a:moveTo>
                  <a:pt x="1686786" y="1307751"/>
                </a:moveTo>
                <a:lnTo>
                  <a:pt x="1766473" y="1160974"/>
                </a:lnTo>
                <a:moveTo>
                  <a:pt x="1793145" y="917150"/>
                </a:moveTo>
                <a:lnTo>
                  <a:pt x="1924804" y="974644"/>
                </a:lnTo>
                <a:moveTo>
                  <a:pt x="1766473" y="1160974"/>
                </a:moveTo>
                <a:lnTo>
                  <a:pt x="1911276" y="1127046"/>
                </a:lnTo>
                <a:moveTo>
                  <a:pt x="1911276" y="1127046"/>
                </a:moveTo>
                <a:lnTo>
                  <a:pt x="1924804" y="974644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20" name="9r7l_1_build_ExperimentalDensity">
            <a:extLst>
              <a:ext uri="{FF2B5EF4-FFF2-40B4-BE49-F238E27FC236}">
                <a16:creationId xmlns:a16="http://schemas.microsoft.com/office/drawing/2014/main" id="{08103B19-CBDA-4A95-A12D-E20F8879CE1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62" y="222978"/>
                </a:moveTo>
                <a:lnTo>
                  <a:pt x="1557704" y="327360"/>
                </a:lnTo>
                <a:moveTo>
                  <a:pt x="1617458" y="334202"/>
                </a:moveTo>
                <a:lnTo>
                  <a:pt x="1570762" y="222978"/>
                </a:lnTo>
                <a:moveTo>
                  <a:pt x="1617458" y="334202"/>
                </a:moveTo>
                <a:lnTo>
                  <a:pt x="1557704" y="327360"/>
                </a:lnTo>
                <a:moveTo>
                  <a:pt x="1557704" y="327360"/>
                </a:moveTo>
                <a:lnTo>
                  <a:pt x="1525450" y="422628"/>
                </a:lnTo>
                <a:moveTo>
                  <a:pt x="1587791" y="428583"/>
                </a:moveTo>
                <a:lnTo>
                  <a:pt x="1557704" y="327360"/>
                </a:lnTo>
                <a:moveTo>
                  <a:pt x="1080995" y="930591"/>
                </a:moveTo>
                <a:lnTo>
                  <a:pt x="969612" y="898232"/>
                </a:lnTo>
                <a:moveTo>
                  <a:pt x="1002479" y="835444"/>
                </a:moveTo>
                <a:lnTo>
                  <a:pt x="969612" y="898232"/>
                </a:lnTo>
                <a:moveTo>
                  <a:pt x="1084174" y="931470"/>
                </a:moveTo>
                <a:lnTo>
                  <a:pt x="1080995" y="930591"/>
                </a:lnTo>
                <a:moveTo>
                  <a:pt x="1002479" y="835444"/>
                </a:moveTo>
                <a:lnTo>
                  <a:pt x="1080995" y="930591"/>
                </a:lnTo>
                <a:moveTo>
                  <a:pt x="1617458" y="334202"/>
                </a:moveTo>
                <a:lnTo>
                  <a:pt x="1587791" y="428583"/>
                </a:lnTo>
                <a:moveTo>
                  <a:pt x="901814" y="798450"/>
                </a:moveTo>
                <a:lnTo>
                  <a:pt x="969612" y="898232"/>
                </a:lnTo>
                <a:moveTo>
                  <a:pt x="1587791" y="428583"/>
                </a:moveTo>
                <a:lnTo>
                  <a:pt x="1525450" y="422628"/>
                </a:lnTo>
                <a:moveTo>
                  <a:pt x="1042270" y="770640"/>
                </a:moveTo>
                <a:lnTo>
                  <a:pt x="1002479" y="835444"/>
                </a:lnTo>
                <a:moveTo>
                  <a:pt x="1002479" y="835444"/>
                </a:moveTo>
                <a:lnTo>
                  <a:pt x="901814" y="798450"/>
                </a:lnTo>
                <a:moveTo>
                  <a:pt x="1150317" y="829638"/>
                </a:moveTo>
                <a:lnTo>
                  <a:pt x="1080995" y="930591"/>
                </a:lnTo>
                <a:moveTo>
                  <a:pt x="1150317" y="829638"/>
                </a:moveTo>
                <a:lnTo>
                  <a:pt x="1084174" y="931470"/>
                </a:lnTo>
                <a:moveTo>
                  <a:pt x="1223489" y="945586"/>
                </a:moveTo>
                <a:lnTo>
                  <a:pt x="1084174" y="931470"/>
                </a:lnTo>
                <a:moveTo>
                  <a:pt x="1150317" y="829638"/>
                </a:moveTo>
                <a:lnTo>
                  <a:pt x="1002479" y="835444"/>
                </a:lnTo>
                <a:moveTo>
                  <a:pt x="1102588" y="774904"/>
                </a:moveTo>
                <a:lnTo>
                  <a:pt x="1002479" y="835444"/>
                </a:lnTo>
                <a:moveTo>
                  <a:pt x="1042270" y="770640"/>
                </a:moveTo>
                <a:lnTo>
                  <a:pt x="901814" y="798450"/>
                </a:lnTo>
                <a:moveTo>
                  <a:pt x="1084174" y="931470"/>
                </a:moveTo>
                <a:lnTo>
                  <a:pt x="1068003" y="1015426"/>
                </a:lnTo>
                <a:moveTo>
                  <a:pt x="1102588" y="774904"/>
                </a:moveTo>
                <a:lnTo>
                  <a:pt x="1042270" y="770640"/>
                </a:lnTo>
                <a:moveTo>
                  <a:pt x="1068891" y="733944"/>
                </a:moveTo>
                <a:lnTo>
                  <a:pt x="1042270" y="770640"/>
                </a:lnTo>
                <a:moveTo>
                  <a:pt x="1042270" y="770640"/>
                </a:moveTo>
                <a:lnTo>
                  <a:pt x="947305" y="722263"/>
                </a:lnTo>
                <a:moveTo>
                  <a:pt x="947305" y="722263"/>
                </a:moveTo>
                <a:lnTo>
                  <a:pt x="901814" y="798450"/>
                </a:lnTo>
                <a:moveTo>
                  <a:pt x="901814" y="798450"/>
                </a:moveTo>
                <a:lnTo>
                  <a:pt x="833433" y="813054"/>
                </a:lnTo>
                <a:moveTo>
                  <a:pt x="1427934" y="237135"/>
                </a:moveTo>
                <a:lnTo>
                  <a:pt x="1322154" y="197112"/>
                </a:lnTo>
                <a:moveTo>
                  <a:pt x="1465033" y="172798"/>
                </a:moveTo>
                <a:lnTo>
                  <a:pt x="1427934" y="237135"/>
                </a:lnTo>
                <a:moveTo>
                  <a:pt x="1520759" y="254462"/>
                </a:moveTo>
                <a:lnTo>
                  <a:pt x="1427934" y="237135"/>
                </a:lnTo>
                <a:moveTo>
                  <a:pt x="1150317" y="829638"/>
                </a:moveTo>
                <a:lnTo>
                  <a:pt x="1223489" y="945586"/>
                </a:lnTo>
                <a:moveTo>
                  <a:pt x="1242449" y="951889"/>
                </a:moveTo>
                <a:lnTo>
                  <a:pt x="1223489" y="945586"/>
                </a:lnTo>
                <a:moveTo>
                  <a:pt x="1150317" y="829638"/>
                </a:moveTo>
                <a:lnTo>
                  <a:pt x="1102588" y="774904"/>
                </a:lnTo>
                <a:moveTo>
                  <a:pt x="1427934" y="237135"/>
                </a:moveTo>
                <a:lnTo>
                  <a:pt x="1387889" y="339533"/>
                </a:lnTo>
                <a:moveTo>
                  <a:pt x="1226089" y="942584"/>
                </a:moveTo>
                <a:lnTo>
                  <a:pt x="1150317" y="829638"/>
                </a:lnTo>
                <a:moveTo>
                  <a:pt x="969994" y="691555"/>
                </a:moveTo>
                <a:lnTo>
                  <a:pt x="1042270" y="770640"/>
                </a:lnTo>
                <a:moveTo>
                  <a:pt x="1068891" y="733944"/>
                </a:moveTo>
                <a:lnTo>
                  <a:pt x="1102588" y="774904"/>
                </a:lnTo>
                <a:moveTo>
                  <a:pt x="1226089" y="942584"/>
                </a:moveTo>
                <a:lnTo>
                  <a:pt x="1242449" y="951889"/>
                </a:lnTo>
                <a:moveTo>
                  <a:pt x="1226089" y="942584"/>
                </a:moveTo>
                <a:lnTo>
                  <a:pt x="1223489" y="945586"/>
                </a:lnTo>
                <a:moveTo>
                  <a:pt x="1226572" y="943205"/>
                </a:moveTo>
                <a:lnTo>
                  <a:pt x="1242449" y="951889"/>
                </a:lnTo>
                <a:moveTo>
                  <a:pt x="1242449" y="951889"/>
                </a:moveTo>
                <a:lnTo>
                  <a:pt x="1224273" y="948126"/>
                </a:lnTo>
                <a:moveTo>
                  <a:pt x="1224273" y="948126"/>
                </a:moveTo>
                <a:lnTo>
                  <a:pt x="1223489" y="945586"/>
                </a:lnTo>
                <a:moveTo>
                  <a:pt x="1376267" y="99498"/>
                </a:moveTo>
                <a:lnTo>
                  <a:pt x="1427934" y="237135"/>
                </a:lnTo>
                <a:moveTo>
                  <a:pt x="1226572" y="943205"/>
                </a:moveTo>
                <a:lnTo>
                  <a:pt x="1226089" y="942584"/>
                </a:lnTo>
                <a:moveTo>
                  <a:pt x="1226572" y="943205"/>
                </a:moveTo>
                <a:lnTo>
                  <a:pt x="1224273" y="948126"/>
                </a:lnTo>
                <a:moveTo>
                  <a:pt x="1427934" y="237135"/>
                </a:moveTo>
                <a:lnTo>
                  <a:pt x="1284885" y="297366"/>
                </a:lnTo>
                <a:moveTo>
                  <a:pt x="1223489" y="945586"/>
                </a:moveTo>
                <a:lnTo>
                  <a:pt x="1068003" y="1015426"/>
                </a:lnTo>
                <a:moveTo>
                  <a:pt x="1376267" y="99498"/>
                </a:moveTo>
                <a:lnTo>
                  <a:pt x="1322154" y="197112"/>
                </a:lnTo>
                <a:moveTo>
                  <a:pt x="1465033" y="172798"/>
                </a:moveTo>
                <a:lnTo>
                  <a:pt x="1520759" y="254462"/>
                </a:lnTo>
                <a:moveTo>
                  <a:pt x="1224273" y="948126"/>
                </a:moveTo>
                <a:lnTo>
                  <a:pt x="1068003" y="1015426"/>
                </a:lnTo>
                <a:moveTo>
                  <a:pt x="922980" y="689630"/>
                </a:moveTo>
                <a:lnTo>
                  <a:pt x="901814" y="798450"/>
                </a:lnTo>
                <a:moveTo>
                  <a:pt x="1520759" y="254462"/>
                </a:moveTo>
                <a:lnTo>
                  <a:pt x="1387889" y="339533"/>
                </a:lnTo>
                <a:moveTo>
                  <a:pt x="1322154" y="197112"/>
                </a:moveTo>
                <a:lnTo>
                  <a:pt x="1284885" y="297366"/>
                </a:lnTo>
                <a:moveTo>
                  <a:pt x="1465033" y="172798"/>
                </a:moveTo>
                <a:lnTo>
                  <a:pt x="1376267" y="99498"/>
                </a:lnTo>
                <a:moveTo>
                  <a:pt x="1068891" y="733944"/>
                </a:moveTo>
                <a:lnTo>
                  <a:pt x="969994" y="691555"/>
                </a:lnTo>
                <a:moveTo>
                  <a:pt x="969994" y="691555"/>
                </a:moveTo>
                <a:lnTo>
                  <a:pt x="947305" y="722263"/>
                </a:lnTo>
                <a:moveTo>
                  <a:pt x="1387889" y="339533"/>
                </a:moveTo>
                <a:lnTo>
                  <a:pt x="1284885" y="297366"/>
                </a:lnTo>
                <a:moveTo>
                  <a:pt x="922980" y="689630"/>
                </a:moveTo>
                <a:lnTo>
                  <a:pt x="947305" y="722263"/>
                </a:lnTo>
                <a:moveTo>
                  <a:pt x="805096" y="781846"/>
                </a:moveTo>
                <a:lnTo>
                  <a:pt x="833433" y="813054"/>
                </a:lnTo>
                <a:moveTo>
                  <a:pt x="922980" y="689630"/>
                </a:moveTo>
                <a:lnTo>
                  <a:pt x="833433" y="813054"/>
                </a:lnTo>
                <a:moveTo>
                  <a:pt x="1322154" y="197112"/>
                </a:moveTo>
                <a:lnTo>
                  <a:pt x="1243539" y="136105"/>
                </a:lnTo>
                <a:moveTo>
                  <a:pt x="1570614" y="248651"/>
                </a:moveTo>
                <a:lnTo>
                  <a:pt x="1465033" y="172798"/>
                </a:lnTo>
                <a:moveTo>
                  <a:pt x="1267077" y="88515"/>
                </a:moveTo>
                <a:lnTo>
                  <a:pt x="1322154" y="197112"/>
                </a:lnTo>
                <a:moveTo>
                  <a:pt x="1520759" y="254462"/>
                </a:moveTo>
                <a:lnTo>
                  <a:pt x="1508344" y="359149"/>
                </a:lnTo>
                <a:moveTo>
                  <a:pt x="1226572" y="943205"/>
                </a:moveTo>
                <a:lnTo>
                  <a:pt x="1169326" y="1027753"/>
                </a:lnTo>
                <a:moveTo>
                  <a:pt x="1224273" y="948126"/>
                </a:moveTo>
                <a:lnTo>
                  <a:pt x="1169326" y="1027753"/>
                </a:lnTo>
                <a:moveTo>
                  <a:pt x="1570614" y="248651"/>
                </a:moveTo>
                <a:lnTo>
                  <a:pt x="1520759" y="254462"/>
                </a:lnTo>
                <a:moveTo>
                  <a:pt x="1508344" y="359149"/>
                </a:moveTo>
                <a:lnTo>
                  <a:pt x="1387889" y="339533"/>
                </a:lnTo>
                <a:moveTo>
                  <a:pt x="1916192" y="861072"/>
                </a:moveTo>
                <a:lnTo>
                  <a:pt x="1897061" y="891011"/>
                </a:lnTo>
                <a:moveTo>
                  <a:pt x="1520670" y="358696"/>
                </a:moveTo>
                <a:lnTo>
                  <a:pt x="1520759" y="254462"/>
                </a:lnTo>
                <a:moveTo>
                  <a:pt x="1169326" y="1027753"/>
                </a:moveTo>
                <a:lnTo>
                  <a:pt x="1068003" y="1015426"/>
                </a:lnTo>
                <a:moveTo>
                  <a:pt x="1915541" y="884222"/>
                </a:moveTo>
                <a:lnTo>
                  <a:pt x="1897061" y="891011"/>
                </a:lnTo>
                <a:moveTo>
                  <a:pt x="1897061" y="891011"/>
                </a:moveTo>
                <a:lnTo>
                  <a:pt x="1798860" y="845134"/>
                </a:lnTo>
                <a:moveTo>
                  <a:pt x="1405963" y="60906"/>
                </a:moveTo>
                <a:lnTo>
                  <a:pt x="1376267" y="99498"/>
                </a:lnTo>
                <a:moveTo>
                  <a:pt x="969994" y="691555"/>
                </a:moveTo>
                <a:lnTo>
                  <a:pt x="922980" y="689630"/>
                </a:lnTo>
                <a:moveTo>
                  <a:pt x="1906961" y="889234"/>
                </a:moveTo>
                <a:lnTo>
                  <a:pt x="1897061" y="891011"/>
                </a:lnTo>
                <a:moveTo>
                  <a:pt x="1897061" y="891011"/>
                </a:moveTo>
                <a:lnTo>
                  <a:pt x="1748398" y="955579"/>
                </a:lnTo>
                <a:moveTo>
                  <a:pt x="1376267" y="99498"/>
                </a:moveTo>
                <a:lnTo>
                  <a:pt x="1267077" y="88515"/>
                </a:lnTo>
                <a:moveTo>
                  <a:pt x="1520689" y="104117"/>
                </a:moveTo>
                <a:lnTo>
                  <a:pt x="1465033" y="172798"/>
                </a:lnTo>
                <a:moveTo>
                  <a:pt x="1387889" y="339533"/>
                </a:moveTo>
                <a:lnTo>
                  <a:pt x="1364419" y="429126"/>
                </a:lnTo>
                <a:moveTo>
                  <a:pt x="1141552" y="738046"/>
                </a:moveTo>
                <a:lnTo>
                  <a:pt x="1150317" y="829638"/>
                </a:lnTo>
                <a:moveTo>
                  <a:pt x="853772" y="702025"/>
                </a:moveTo>
                <a:lnTo>
                  <a:pt x="833433" y="813054"/>
                </a:lnTo>
                <a:moveTo>
                  <a:pt x="1916192" y="861072"/>
                </a:moveTo>
                <a:lnTo>
                  <a:pt x="1915541" y="884222"/>
                </a:lnTo>
                <a:moveTo>
                  <a:pt x="1190567" y="807962"/>
                </a:moveTo>
                <a:lnTo>
                  <a:pt x="1150317" y="829638"/>
                </a:lnTo>
                <a:moveTo>
                  <a:pt x="1141552" y="738046"/>
                </a:moveTo>
                <a:lnTo>
                  <a:pt x="1102588" y="774904"/>
                </a:lnTo>
                <a:moveTo>
                  <a:pt x="1141552" y="738046"/>
                </a:moveTo>
                <a:lnTo>
                  <a:pt x="1068891" y="733944"/>
                </a:lnTo>
                <a:moveTo>
                  <a:pt x="1596458" y="217072"/>
                </a:moveTo>
                <a:lnTo>
                  <a:pt x="1465033" y="172798"/>
                </a:lnTo>
                <a:moveTo>
                  <a:pt x="1818224" y="815847"/>
                </a:moveTo>
                <a:lnTo>
                  <a:pt x="1897061" y="891011"/>
                </a:lnTo>
                <a:moveTo>
                  <a:pt x="1111663" y="704571"/>
                </a:moveTo>
                <a:lnTo>
                  <a:pt x="1068891" y="733944"/>
                </a:lnTo>
                <a:moveTo>
                  <a:pt x="1578984" y="1036178"/>
                </a:moveTo>
                <a:lnTo>
                  <a:pt x="1469324" y="999153"/>
                </a:lnTo>
                <a:moveTo>
                  <a:pt x="1190567" y="807962"/>
                </a:moveTo>
                <a:lnTo>
                  <a:pt x="1226089" y="942584"/>
                </a:lnTo>
                <a:moveTo>
                  <a:pt x="1520689" y="104117"/>
                </a:moveTo>
                <a:lnTo>
                  <a:pt x="1376267" y="99498"/>
                </a:lnTo>
                <a:moveTo>
                  <a:pt x="1915541" y="884222"/>
                </a:moveTo>
                <a:lnTo>
                  <a:pt x="1906961" y="889234"/>
                </a:lnTo>
                <a:moveTo>
                  <a:pt x="1951200" y="237529"/>
                </a:moveTo>
                <a:lnTo>
                  <a:pt x="1953315" y="246763"/>
                </a:lnTo>
                <a:moveTo>
                  <a:pt x="1228982" y="890137"/>
                </a:moveTo>
                <a:lnTo>
                  <a:pt x="1226089" y="942584"/>
                </a:lnTo>
                <a:moveTo>
                  <a:pt x="1917012" y="875599"/>
                </a:moveTo>
                <a:lnTo>
                  <a:pt x="1916192" y="861072"/>
                </a:lnTo>
                <a:moveTo>
                  <a:pt x="1798860" y="845134"/>
                </a:moveTo>
                <a:lnTo>
                  <a:pt x="1748398" y="955579"/>
                </a:lnTo>
                <a:moveTo>
                  <a:pt x="1520670" y="358696"/>
                </a:moveTo>
                <a:lnTo>
                  <a:pt x="1508344" y="359149"/>
                </a:lnTo>
                <a:moveTo>
                  <a:pt x="1474393" y="66509"/>
                </a:moveTo>
                <a:lnTo>
                  <a:pt x="1376267" y="99498"/>
                </a:lnTo>
                <a:moveTo>
                  <a:pt x="1570614" y="248651"/>
                </a:moveTo>
                <a:lnTo>
                  <a:pt x="1520670" y="358696"/>
                </a:lnTo>
                <a:moveTo>
                  <a:pt x="1228982" y="890137"/>
                </a:moveTo>
                <a:lnTo>
                  <a:pt x="1226572" y="943205"/>
                </a:lnTo>
                <a:moveTo>
                  <a:pt x="1916192" y="861072"/>
                </a:moveTo>
                <a:lnTo>
                  <a:pt x="1818224" y="815847"/>
                </a:lnTo>
                <a:moveTo>
                  <a:pt x="1634324" y="931680"/>
                </a:moveTo>
                <a:lnTo>
                  <a:pt x="1578984" y="1036178"/>
                </a:lnTo>
                <a:moveTo>
                  <a:pt x="1906961" y="889234"/>
                </a:moveTo>
                <a:lnTo>
                  <a:pt x="1748398" y="955579"/>
                </a:lnTo>
                <a:moveTo>
                  <a:pt x="1917012" y="875599"/>
                </a:moveTo>
                <a:lnTo>
                  <a:pt x="1915541" y="884222"/>
                </a:lnTo>
                <a:moveTo>
                  <a:pt x="1798860" y="845134"/>
                </a:moveTo>
                <a:lnTo>
                  <a:pt x="1641854" y="916147"/>
                </a:lnTo>
                <a:moveTo>
                  <a:pt x="1387889" y="339533"/>
                </a:moveTo>
                <a:lnTo>
                  <a:pt x="1269011" y="381092"/>
                </a:lnTo>
                <a:moveTo>
                  <a:pt x="1015319" y="654392"/>
                </a:moveTo>
                <a:lnTo>
                  <a:pt x="1068891" y="733944"/>
                </a:lnTo>
                <a:moveTo>
                  <a:pt x="1818224" y="815847"/>
                </a:moveTo>
                <a:lnTo>
                  <a:pt x="1798860" y="845134"/>
                </a:lnTo>
                <a:moveTo>
                  <a:pt x="1917012" y="875599"/>
                </a:moveTo>
                <a:lnTo>
                  <a:pt x="1906961" y="889234"/>
                </a:lnTo>
                <a:moveTo>
                  <a:pt x="1076191" y="1055803"/>
                </a:moveTo>
                <a:lnTo>
                  <a:pt x="1068003" y="1015426"/>
                </a:lnTo>
                <a:moveTo>
                  <a:pt x="1748398" y="955579"/>
                </a:moveTo>
                <a:lnTo>
                  <a:pt x="1641854" y="916147"/>
                </a:lnTo>
                <a:moveTo>
                  <a:pt x="1508344" y="359149"/>
                </a:moveTo>
                <a:lnTo>
                  <a:pt x="1364419" y="429126"/>
                </a:lnTo>
                <a:moveTo>
                  <a:pt x="1267077" y="88515"/>
                </a:moveTo>
                <a:lnTo>
                  <a:pt x="1243539" y="136105"/>
                </a:lnTo>
                <a:moveTo>
                  <a:pt x="1818637" y="451112"/>
                </a:moveTo>
                <a:lnTo>
                  <a:pt x="1742726" y="430632"/>
                </a:lnTo>
                <a:moveTo>
                  <a:pt x="853772" y="702025"/>
                </a:moveTo>
                <a:lnTo>
                  <a:pt x="805096" y="781846"/>
                </a:lnTo>
                <a:moveTo>
                  <a:pt x="1641854" y="916147"/>
                </a:moveTo>
                <a:lnTo>
                  <a:pt x="1634324" y="931680"/>
                </a:lnTo>
                <a:moveTo>
                  <a:pt x="922980" y="689630"/>
                </a:moveTo>
                <a:lnTo>
                  <a:pt x="853772" y="702025"/>
                </a:lnTo>
                <a:moveTo>
                  <a:pt x="1938787" y="306122"/>
                </a:moveTo>
                <a:lnTo>
                  <a:pt x="1953315" y="246763"/>
                </a:lnTo>
                <a:moveTo>
                  <a:pt x="1284885" y="297366"/>
                </a:moveTo>
                <a:lnTo>
                  <a:pt x="1269011" y="381092"/>
                </a:lnTo>
                <a:moveTo>
                  <a:pt x="1667698" y="1043073"/>
                </a:moveTo>
                <a:lnTo>
                  <a:pt x="1578984" y="1036178"/>
                </a:lnTo>
                <a:moveTo>
                  <a:pt x="1761363" y="402198"/>
                </a:moveTo>
                <a:lnTo>
                  <a:pt x="1742726" y="430632"/>
                </a:lnTo>
                <a:moveTo>
                  <a:pt x="1596458" y="217072"/>
                </a:moveTo>
                <a:lnTo>
                  <a:pt x="1570614" y="248651"/>
                </a:lnTo>
                <a:moveTo>
                  <a:pt x="1778652" y="819230"/>
                </a:moveTo>
                <a:lnTo>
                  <a:pt x="1798860" y="845134"/>
                </a:lnTo>
                <a:moveTo>
                  <a:pt x="1615615" y="244140"/>
                </a:moveTo>
                <a:lnTo>
                  <a:pt x="1570614" y="248651"/>
                </a:lnTo>
                <a:moveTo>
                  <a:pt x="1845361" y="490046"/>
                </a:moveTo>
                <a:lnTo>
                  <a:pt x="1818637" y="451112"/>
                </a:lnTo>
                <a:moveTo>
                  <a:pt x="1859985" y="461787"/>
                </a:moveTo>
                <a:lnTo>
                  <a:pt x="1818637" y="451112"/>
                </a:lnTo>
                <a:moveTo>
                  <a:pt x="1810809" y="571239"/>
                </a:moveTo>
                <a:lnTo>
                  <a:pt x="1742726" y="430632"/>
                </a:lnTo>
                <a:moveTo>
                  <a:pt x="1859985" y="461787"/>
                </a:moveTo>
                <a:lnTo>
                  <a:pt x="1845361" y="490046"/>
                </a:lnTo>
                <a:moveTo>
                  <a:pt x="1761363" y="402198"/>
                </a:moveTo>
                <a:lnTo>
                  <a:pt x="1818637" y="451112"/>
                </a:lnTo>
                <a:moveTo>
                  <a:pt x="1742726" y="430632"/>
                </a:moveTo>
                <a:lnTo>
                  <a:pt x="1701513" y="533933"/>
                </a:lnTo>
                <a:moveTo>
                  <a:pt x="1474393" y="66509"/>
                </a:moveTo>
                <a:lnTo>
                  <a:pt x="1405963" y="60906"/>
                </a:lnTo>
                <a:moveTo>
                  <a:pt x="1015319" y="654392"/>
                </a:moveTo>
                <a:lnTo>
                  <a:pt x="969994" y="691555"/>
                </a:lnTo>
                <a:moveTo>
                  <a:pt x="1578984" y="1036178"/>
                </a:moveTo>
                <a:lnTo>
                  <a:pt x="1551990" y="1128494"/>
                </a:lnTo>
                <a:moveTo>
                  <a:pt x="1434687" y="22381"/>
                </a:moveTo>
                <a:lnTo>
                  <a:pt x="1405963" y="60906"/>
                </a:lnTo>
                <a:moveTo>
                  <a:pt x="1235432" y="118995"/>
                </a:moveTo>
                <a:lnTo>
                  <a:pt x="1243539" y="136105"/>
                </a:lnTo>
                <a:moveTo>
                  <a:pt x="1859985" y="461787"/>
                </a:moveTo>
                <a:lnTo>
                  <a:pt x="1761363" y="402198"/>
                </a:lnTo>
                <a:moveTo>
                  <a:pt x="1938787" y="306122"/>
                </a:moveTo>
                <a:lnTo>
                  <a:pt x="1951200" y="237529"/>
                </a:lnTo>
                <a:moveTo>
                  <a:pt x="1818637" y="451112"/>
                </a:moveTo>
                <a:lnTo>
                  <a:pt x="1810809" y="571239"/>
                </a:lnTo>
                <a:moveTo>
                  <a:pt x="1267077" y="88515"/>
                </a:moveTo>
                <a:lnTo>
                  <a:pt x="1235432" y="118995"/>
                </a:lnTo>
                <a:moveTo>
                  <a:pt x="1845361" y="490046"/>
                </a:moveTo>
                <a:lnTo>
                  <a:pt x="1810809" y="571239"/>
                </a:lnTo>
                <a:moveTo>
                  <a:pt x="1526682" y="915973"/>
                </a:moveTo>
                <a:lnTo>
                  <a:pt x="1578984" y="1036178"/>
                </a:lnTo>
                <a:moveTo>
                  <a:pt x="1634324" y="931680"/>
                </a:moveTo>
                <a:lnTo>
                  <a:pt x="1667698" y="1043073"/>
                </a:lnTo>
                <a:moveTo>
                  <a:pt x="1508344" y="359149"/>
                </a:moveTo>
                <a:lnTo>
                  <a:pt x="1448273" y="441211"/>
                </a:lnTo>
                <a:moveTo>
                  <a:pt x="1578984" y="1036178"/>
                </a:moveTo>
                <a:lnTo>
                  <a:pt x="1444160" y="1090056"/>
                </a:lnTo>
                <a:moveTo>
                  <a:pt x="1526682" y="915973"/>
                </a:moveTo>
                <a:lnTo>
                  <a:pt x="1469324" y="999153"/>
                </a:lnTo>
                <a:moveTo>
                  <a:pt x="1325225" y="12228"/>
                </a:moveTo>
                <a:lnTo>
                  <a:pt x="1376267" y="99498"/>
                </a:lnTo>
                <a:moveTo>
                  <a:pt x="1818224" y="815847"/>
                </a:moveTo>
                <a:lnTo>
                  <a:pt x="1778652" y="819230"/>
                </a:lnTo>
                <a:moveTo>
                  <a:pt x="1653903" y="377511"/>
                </a:moveTo>
                <a:lnTo>
                  <a:pt x="1570614" y="248651"/>
                </a:lnTo>
                <a:moveTo>
                  <a:pt x="1469324" y="999153"/>
                </a:moveTo>
                <a:lnTo>
                  <a:pt x="1444160" y="1090056"/>
                </a:lnTo>
                <a:moveTo>
                  <a:pt x="2033752" y="360510"/>
                </a:moveTo>
                <a:lnTo>
                  <a:pt x="1938787" y="306122"/>
                </a:lnTo>
                <a:moveTo>
                  <a:pt x="1169326" y="1027753"/>
                </a:moveTo>
                <a:lnTo>
                  <a:pt x="1076191" y="1055803"/>
                </a:lnTo>
                <a:moveTo>
                  <a:pt x="1906961" y="889234"/>
                </a:moveTo>
                <a:lnTo>
                  <a:pt x="1846025" y="961799"/>
                </a:lnTo>
                <a:moveTo>
                  <a:pt x="1228982" y="890137"/>
                </a:moveTo>
                <a:lnTo>
                  <a:pt x="1169326" y="1027753"/>
                </a:lnTo>
                <a:moveTo>
                  <a:pt x="1846025" y="961799"/>
                </a:moveTo>
                <a:lnTo>
                  <a:pt x="1748398" y="955579"/>
                </a:lnTo>
                <a:moveTo>
                  <a:pt x="1845361" y="490046"/>
                </a:moveTo>
                <a:lnTo>
                  <a:pt x="1862344" y="582444"/>
                </a:lnTo>
                <a:moveTo>
                  <a:pt x="1653903" y="377511"/>
                </a:moveTo>
                <a:lnTo>
                  <a:pt x="1520670" y="358696"/>
                </a:lnTo>
                <a:moveTo>
                  <a:pt x="1708597" y="806196"/>
                </a:moveTo>
                <a:lnTo>
                  <a:pt x="1798860" y="845134"/>
                </a:lnTo>
                <a:moveTo>
                  <a:pt x="1742726" y="430632"/>
                </a:moveTo>
                <a:lnTo>
                  <a:pt x="1653903" y="377511"/>
                </a:lnTo>
                <a:moveTo>
                  <a:pt x="1748398" y="955579"/>
                </a:moveTo>
                <a:lnTo>
                  <a:pt x="1719732" y="1049187"/>
                </a:lnTo>
                <a:moveTo>
                  <a:pt x="1596458" y="217072"/>
                </a:moveTo>
                <a:lnTo>
                  <a:pt x="1520689" y="104117"/>
                </a:lnTo>
                <a:moveTo>
                  <a:pt x="800591" y="742105"/>
                </a:moveTo>
                <a:lnTo>
                  <a:pt x="805096" y="781846"/>
                </a:lnTo>
                <a:moveTo>
                  <a:pt x="1015319" y="654392"/>
                </a:moveTo>
                <a:lnTo>
                  <a:pt x="922980" y="689630"/>
                </a:lnTo>
                <a:moveTo>
                  <a:pt x="1810809" y="571239"/>
                </a:moveTo>
                <a:lnTo>
                  <a:pt x="1701513" y="533933"/>
                </a:lnTo>
                <a:moveTo>
                  <a:pt x="1659696" y="368260"/>
                </a:moveTo>
                <a:lnTo>
                  <a:pt x="1742726" y="430632"/>
                </a:lnTo>
                <a:moveTo>
                  <a:pt x="1520689" y="104117"/>
                </a:moveTo>
                <a:lnTo>
                  <a:pt x="1474393" y="66509"/>
                </a:lnTo>
                <a:moveTo>
                  <a:pt x="1917012" y="875599"/>
                </a:moveTo>
                <a:lnTo>
                  <a:pt x="1846025" y="961799"/>
                </a:lnTo>
                <a:moveTo>
                  <a:pt x="1634324" y="931680"/>
                </a:moveTo>
                <a:lnTo>
                  <a:pt x="1526682" y="915973"/>
                </a:lnTo>
                <a:moveTo>
                  <a:pt x="1641854" y="916147"/>
                </a:moveTo>
                <a:lnTo>
                  <a:pt x="1526682" y="915973"/>
                </a:lnTo>
                <a:moveTo>
                  <a:pt x="1596458" y="217072"/>
                </a:moveTo>
                <a:lnTo>
                  <a:pt x="1615615" y="244140"/>
                </a:lnTo>
                <a:moveTo>
                  <a:pt x="1719732" y="1049187"/>
                </a:moveTo>
                <a:lnTo>
                  <a:pt x="1634324" y="931680"/>
                </a:lnTo>
                <a:moveTo>
                  <a:pt x="1719732" y="1049187"/>
                </a:moveTo>
                <a:lnTo>
                  <a:pt x="1641854" y="916147"/>
                </a:lnTo>
                <a:moveTo>
                  <a:pt x="1880035" y="728386"/>
                </a:moveTo>
                <a:lnTo>
                  <a:pt x="1916192" y="861072"/>
                </a:lnTo>
                <a:moveTo>
                  <a:pt x="1862344" y="582444"/>
                </a:moveTo>
                <a:lnTo>
                  <a:pt x="1810809" y="571239"/>
                </a:lnTo>
                <a:moveTo>
                  <a:pt x="1362551" y="13409"/>
                </a:moveTo>
                <a:lnTo>
                  <a:pt x="1405963" y="60906"/>
                </a:lnTo>
                <a:moveTo>
                  <a:pt x="1448273" y="441211"/>
                </a:moveTo>
                <a:lnTo>
                  <a:pt x="1364419" y="429126"/>
                </a:lnTo>
                <a:moveTo>
                  <a:pt x="1708597" y="806196"/>
                </a:moveTo>
                <a:lnTo>
                  <a:pt x="1641854" y="916147"/>
                </a:lnTo>
                <a:moveTo>
                  <a:pt x="1434687" y="22381"/>
                </a:moveTo>
                <a:lnTo>
                  <a:pt x="1474393" y="66509"/>
                </a:lnTo>
                <a:moveTo>
                  <a:pt x="1364419" y="429126"/>
                </a:moveTo>
                <a:lnTo>
                  <a:pt x="1269011" y="381092"/>
                </a:lnTo>
                <a:moveTo>
                  <a:pt x="1926153" y="344670"/>
                </a:moveTo>
                <a:lnTo>
                  <a:pt x="1859985" y="461787"/>
                </a:lnTo>
                <a:moveTo>
                  <a:pt x="1503036" y="443782"/>
                </a:moveTo>
                <a:lnTo>
                  <a:pt x="1508344" y="359149"/>
                </a:lnTo>
                <a:moveTo>
                  <a:pt x="1926153" y="344670"/>
                </a:moveTo>
                <a:lnTo>
                  <a:pt x="1761363" y="402198"/>
                </a:lnTo>
                <a:moveTo>
                  <a:pt x="1111663" y="704571"/>
                </a:moveTo>
                <a:lnTo>
                  <a:pt x="1141552" y="738046"/>
                </a:lnTo>
                <a:moveTo>
                  <a:pt x="1761363" y="402198"/>
                </a:moveTo>
                <a:lnTo>
                  <a:pt x="1659696" y="368260"/>
                </a:lnTo>
                <a:moveTo>
                  <a:pt x="1190567" y="807962"/>
                </a:moveTo>
                <a:lnTo>
                  <a:pt x="1141552" y="738046"/>
                </a:lnTo>
                <a:moveTo>
                  <a:pt x="1742726" y="430632"/>
                </a:moveTo>
                <a:lnTo>
                  <a:pt x="1611491" y="481738"/>
                </a:lnTo>
                <a:moveTo>
                  <a:pt x="1641854" y="916147"/>
                </a:moveTo>
                <a:lnTo>
                  <a:pt x="1558712" y="858636"/>
                </a:lnTo>
                <a:moveTo>
                  <a:pt x="1667698" y="1043073"/>
                </a:moveTo>
                <a:lnTo>
                  <a:pt x="1551990" y="1128494"/>
                </a:lnTo>
                <a:moveTo>
                  <a:pt x="1520670" y="358696"/>
                </a:moveTo>
                <a:lnTo>
                  <a:pt x="1503036" y="443782"/>
                </a:lnTo>
                <a:moveTo>
                  <a:pt x="1615615" y="244140"/>
                </a:moveTo>
                <a:lnTo>
                  <a:pt x="1653903" y="377511"/>
                </a:lnTo>
                <a:moveTo>
                  <a:pt x="1922875" y="832347"/>
                </a:moveTo>
                <a:lnTo>
                  <a:pt x="1916192" y="861072"/>
                </a:lnTo>
                <a:moveTo>
                  <a:pt x="1325225" y="12228"/>
                </a:moveTo>
                <a:lnTo>
                  <a:pt x="1405963" y="60906"/>
                </a:lnTo>
                <a:moveTo>
                  <a:pt x="1659696" y="368260"/>
                </a:moveTo>
                <a:lnTo>
                  <a:pt x="1615615" y="244140"/>
                </a:lnTo>
                <a:moveTo>
                  <a:pt x="1719732" y="1049187"/>
                </a:moveTo>
                <a:lnTo>
                  <a:pt x="1667698" y="1043073"/>
                </a:lnTo>
                <a:moveTo>
                  <a:pt x="1364419" y="429126"/>
                </a:moveTo>
                <a:lnTo>
                  <a:pt x="1333890" y="524173"/>
                </a:lnTo>
                <a:moveTo>
                  <a:pt x="1446185" y="937903"/>
                </a:moveTo>
                <a:lnTo>
                  <a:pt x="1469324" y="999153"/>
                </a:lnTo>
                <a:moveTo>
                  <a:pt x="1325225" y="12228"/>
                </a:moveTo>
                <a:lnTo>
                  <a:pt x="1267077" y="88515"/>
                </a:lnTo>
                <a:moveTo>
                  <a:pt x="1190567" y="807962"/>
                </a:moveTo>
                <a:lnTo>
                  <a:pt x="1228982" y="890137"/>
                </a:lnTo>
                <a:moveTo>
                  <a:pt x="1778652" y="819230"/>
                </a:moveTo>
                <a:lnTo>
                  <a:pt x="1708597" y="806196"/>
                </a:lnTo>
                <a:moveTo>
                  <a:pt x="918505" y="632148"/>
                </a:moveTo>
                <a:lnTo>
                  <a:pt x="922980" y="689630"/>
                </a:lnTo>
                <a:moveTo>
                  <a:pt x="853772" y="702025"/>
                </a:moveTo>
                <a:lnTo>
                  <a:pt x="800591" y="742105"/>
                </a:lnTo>
                <a:moveTo>
                  <a:pt x="1880035" y="728386"/>
                </a:moveTo>
                <a:lnTo>
                  <a:pt x="1818224" y="815847"/>
                </a:lnTo>
                <a:moveTo>
                  <a:pt x="2090849" y="287429"/>
                </a:moveTo>
                <a:lnTo>
                  <a:pt x="2033752" y="360510"/>
                </a:lnTo>
                <a:moveTo>
                  <a:pt x="1194710" y="984448"/>
                </a:moveTo>
                <a:lnTo>
                  <a:pt x="1169326" y="1027753"/>
                </a:lnTo>
                <a:moveTo>
                  <a:pt x="909173" y="634118"/>
                </a:moveTo>
                <a:lnTo>
                  <a:pt x="922980" y="689630"/>
                </a:lnTo>
                <a:moveTo>
                  <a:pt x="1941565" y="454118"/>
                </a:moveTo>
                <a:lnTo>
                  <a:pt x="1845361" y="490046"/>
                </a:lnTo>
                <a:moveTo>
                  <a:pt x="1551990" y="1128494"/>
                </a:moveTo>
                <a:lnTo>
                  <a:pt x="1444160" y="1090056"/>
                </a:lnTo>
                <a:moveTo>
                  <a:pt x="1810809" y="571239"/>
                </a:moveTo>
                <a:lnTo>
                  <a:pt x="1778770" y="667452"/>
                </a:lnTo>
                <a:moveTo>
                  <a:pt x="1829307" y="296022"/>
                </a:moveTo>
                <a:lnTo>
                  <a:pt x="1761363" y="402198"/>
                </a:lnTo>
                <a:moveTo>
                  <a:pt x="1434687" y="22381"/>
                </a:moveTo>
                <a:lnTo>
                  <a:pt x="1362551" y="13409"/>
                </a:lnTo>
                <a:moveTo>
                  <a:pt x="1941565" y="454118"/>
                </a:moveTo>
                <a:lnTo>
                  <a:pt x="1859985" y="461787"/>
                </a:lnTo>
                <a:moveTo>
                  <a:pt x="1111663" y="704571"/>
                </a:moveTo>
                <a:lnTo>
                  <a:pt x="1015319" y="654392"/>
                </a:lnTo>
                <a:moveTo>
                  <a:pt x="1701513" y="533933"/>
                </a:moveTo>
                <a:lnTo>
                  <a:pt x="1611491" y="481738"/>
                </a:lnTo>
                <a:moveTo>
                  <a:pt x="1778770" y="667452"/>
                </a:moveTo>
                <a:lnTo>
                  <a:pt x="1778652" y="819230"/>
                </a:lnTo>
                <a:moveTo>
                  <a:pt x="1846025" y="961799"/>
                </a:moveTo>
                <a:lnTo>
                  <a:pt x="1719732" y="1049187"/>
                </a:lnTo>
                <a:moveTo>
                  <a:pt x="1659696" y="368260"/>
                </a:moveTo>
                <a:lnTo>
                  <a:pt x="1653903" y="377511"/>
                </a:lnTo>
                <a:moveTo>
                  <a:pt x="1922875" y="832347"/>
                </a:moveTo>
                <a:lnTo>
                  <a:pt x="1917012" y="875599"/>
                </a:lnTo>
                <a:moveTo>
                  <a:pt x="1862344" y="582444"/>
                </a:moveTo>
                <a:lnTo>
                  <a:pt x="1778770" y="667452"/>
                </a:lnTo>
                <a:moveTo>
                  <a:pt x="1778652" y="819230"/>
                </a:moveTo>
                <a:lnTo>
                  <a:pt x="1728279" y="777920"/>
                </a:lnTo>
                <a:moveTo>
                  <a:pt x="1600740" y="791144"/>
                </a:moveTo>
                <a:lnTo>
                  <a:pt x="1641854" y="916147"/>
                </a:lnTo>
                <a:moveTo>
                  <a:pt x="1880035" y="728386"/>
                </a:moveTo>
                <a:lnTo>
                  <a:pt x="1778652" y="819230"/>
                </a:lnTo>
                <a:moveTo>
                  <a:pt x="1862344" y="582444"/>
                </a:moveTo>
                <a:lnTo>
                  <a:pt x="1864988" y="694281"/>
                </a:lnTo>
                <a:moveTo>
                  <a:pt x="1325225" y="12228"/>
                </a:moveTo>
                <a:lnTo>
                  <a:pt x="1235432" y="118995"/>
                </a:lnTo>
                <a:moveTo>
                  <a:pt x="1958024" y="185411"/>
                </a:moveTo>
                <a:lnTo>
                  <a:pt x="1951200" y="237529"/>
                </a:lnTo>
                <a:moveTo>
                  <a:pt x="1448273" y="441211"/>
                </a:moveTo>
                <a:lnTo>
                  <a:pt x="1333890" y="524173"/>
                </a:lnTo>
                <a:moveTo>
                  <a:pt x="1667698" y="1043073"/>
                </a:moveTo>
                <a:lnTo>
                  <a:pt x="1617827" y="1129976"/>
                </a:lnTo>
                <a:moveTo>
                  <a:pt x="1810809" y="571239"/>
                </a:moveTo>
                <a:lnTo>
                  <a:pt x="1677218" y="624164"/>
                </a:lnTo>
                <a:moveTo>
                  <a:pt x="1558712" y="858636"/>
                </a:moveTo>
                <a:lnTo>
                  <a:pt x="1526682" y="915973"/>
                </a:lnTo>
                <a:moveTo>
                  <a:pt x="1701513" y="533933"/>
                </a:moveTo>
                <a:lnTo>
                  <a:pt x="1677218" y="624164"/>
                </a:lnTo>
                <a:moveTo>
                  <a:pt x="1941565" y="454118"/>
                </a:moveTo>
                <a:lnTo>
                  <a:pt x="1862344" y="582444"/>
                </a:lnTo>
                <a:moveTo>
                  <a:pt x="1653903" y="377511"/>
                </a:moveTo>
                <a:lnTo>
                  <a:pt x="1611491" y="481738"/>
                </a:lnTo>
                <a:moveTo>
                  <a:pt x="1487264" y="0"/>
                </a:moveTo>
                <a:lnTo>
                  <a:pt x="1474393" y="66509"/>
                </a:lnTo>
                <a:moveTo>
                  <a:pt x="1503036" y="443782"/>
                </a:moveTo>
                <a:lnTo>
                  <a:pt x="1448273" y="441211"/>
                </a:lnTo>
                <a:moveTo>
                  <a:pt x="1653903" y="377511"/>
                </a:moveTo>
                <a:lnTo>
                  <a:pt x="1503036" y="443782"/>
                </a:lnTo>
                <a:moveTo>
                  <a:pt x="1986188" y="262626"/>
                </a:moveTo>
                <a:lnTo>
                  <a:pt x="1951200" y="237529"/>
                </a:lnTo>
                <a:moveTo>
                  <a:pt x="1448865" y="0"/>
                </a:moveTo>
                <a:lnTo>
                  <a:pt x="1434687" y="22381"/>
                </a:lnTo>
                <a:moveTo>
                  <a:pt x="1449031" y="0"/>
                </a:moveTo>
                <a:lnTo>
                  <a:pt x="1434687" y="22381"/>
                </a:lnTo>
                <a:moveTo>
                  <a:pt x="1431093" y="1041319"/>
                </a:moveTo>
                <a:lnTo>
                  <a:pt x="1469324" y="999153"/>
                </a:lnTo>
                <a:moveTo>
                  <a:pt x="1617827" y="1129976"/>
                </a:moveTo>
                <a:lnTo>
                  <a:pt x="1551990" y="1128494"/>
                </a:lnTo>
                <a:moveTo>
                  <a:pt x="909173" y="634118"/>
                </a:moveTo>
                <a:lnTo>
                  <a:pt x="853772" y="702025"/>
                </a:lnTo>
                <a:moveTo>
                  <a:pt x="1926153" y="344670"/>
                </a:moveTo>
                <a:lnTo>
                  <a:pt x="1829307" y="296022"/>
                </a:lnTo>
                <a:moveTo>
                  <a:pt x="1986188" y="262626"/>
                </a:moveTo>
                <a:lnTo>
                  <a:pt x="2033752" y="360510"/>
                </a:lnTo>
                <a:moveTo>
                  <a:pt x="1926153" y="344670"/>
                </a:moveTo>
                <a:lnTo>
                  <a:pt x="1941565" y="454118"/>
                </a:lnTo>
                <a:moveTo>
                  <a:pt x="1728279" y="777920"/>
                </a:moveTo>
                <a:lnTo>
                  <a:pt x="1708597" y="806196"/>
                </a:lnTo>
                <a:moveTo>
                  <a:pt x="1364419" y="429126"/>
                </a:moveTo>
                <a:lnTo>
                  <a:pt x="1247644" y="469061"/>
                </a:lnTo>
                <a:moveTo>
                  <a:pt x="1569295" y="56942"/>
                </a:moveTo>
                <a:lnTo>
                  <a:pt x="1520689" y="104117"/>
                </a:lnTo>
                <a:moveTo>
                  <a:pt x="1242854" y="737425"/>
                </a:moveTo>
                <a:lnTo>
                  <a:pt x="1141552" y="738046"/>
                </a:lnTo>
                <a:moveTo>
                  <a:pt x="1567814" y="55506"/>
                </a:moveTo>
                <a:lnTo>
                  <a:pt x="1520689" y="104117"/>
                </a:lnTo>
                <a:moveTo>
                  <a:pt x="1448273" y="441211"/>
                </a:moveTo>
                <a:lnTo>
                  <a:pt x="1433637" y="544843"/>
                </a:lnTo>
                <a:moveTo>
                  <a:pt x="1242854" y="737425"/>
                </a:moveTo>
                <a:lnTo>
                  <a:pt x="1111663" y="704571"/>
                </a:lnTo>
                <a:moveTo>
                  <a:pt x="1242854" y="737425"/>
                </a:moveTo>
                <a:lnTo>
                  <a:pt x="1190567" y="807962"/>
                </a:lnTo>
                <a:moveTo>
                  <a:pt x="1722431" y="277977"/>
                </a:moveTo>
                <a:lnTo>
                  <a:pt x="1761363" y="402198"/>
                </a:lnTo>
                <a:moveTo>
                  <a:pt x="1076191" y="1055803"/>
                </a:moveTo>
                <a:lnTo>
                  <a:pt x="968869" y="1039118"/>
                </a:lnTo>
                <a:moveTo>
                  <a:pt x="1569295" y="56942"/>
                </a:moveTo>
                <a:lnTo>
                  <a:pt x="1596458" y="217072"/>
                </a:lnTo>
                <a:moveTo>
                  <a:pt x="1362551" y="13409"/>
                </a:moveTo>
                <a:lnTo>
                  <a:pt x="1325225" y="12228"/>
                </a:lnTo>
                <a:moveTo>
                  <a:pt x="1251880" y="722019"/>
                </a:moveTo>
                <a:lnTo>
                  <a:pt x="1111663" y="704571"/>
                </a:lnTo>
                <a:moveTo>
                  <a:pt x="1567814" y="55506"/>
                </a:moveTo>
                <a:lnTo>
                  <a:pt x="1474393" y="66509"/>
                </a:lnTo>
                <a:moveTo>
                  <a:pt x="1526682" y="915973"/>
                </a:moveTo>
                <a:lnTo>
                  <a:pt x="1446185" y="937903"/>
                </a:lnTo>
                <a:moveTo>
                  <a:pt x="1117374" y="1031278"/>
                </a:moveTo>
                <a:lnTo>
                  <a:pt x="1169326" y="1027753"/>
                </a:lnTo>
                <a:moveTo>
                  <a:pt x="1922875" y="832347"/>
                </a:moveTo>
                <a:lnTo>
                  <a:pt x="1846025" y="961799"/>
                </a:lnTo>
                <a:moveTo>
                  <a:pt x="1864988" y="694281"/>
                </a:moveTo>
                <a:lnTo>
                  <a:pt x="1778770" y="667452"/>
                </a:lnTo>
                <a:moveTo>
                  <a:pt x="1228982" y="890137"/>
                </a:moveTo>
                <a:lnTo>
                  <a:pt x="1194710" y="984448"/>
                </a:lnTo>
                <a:moveTo>
                  <a:pt x="1255450" y="736765"/>
                </a:moveTo>
                <a:lnTo>
                  <a:pt x="1190567" y="807962"/>
                </a:lnTo>
                <a:moveTo>
                  <a:pt x="1460969" y="547742"/>
                </a:moveTo>
                <a:lnTo>
                  <a:pt x="1448273" y="441211"/>
                </a:lnTo>
                <a:moveTo>
                  <a:pt x="1701513" y="533933"/>
                </a:moveTo>
                <a:lnTo>
                  <a:pt x="1580576" y="577083"/>
                </a:lnTo>
                <a:moveTo>
                  <a:pt x="1611491" y="481738"/>
                </a:moveTo>
                <a:lnTo>
                  <a:pt x="1503036" y="443782"/>
                </a:lnTo>
                <a:moveTo>
                  <a:pt x="1778770" y="667452"/>
                </a:moveTo>
                <a:lnTo>
                  <a:pt x="1728279" y="777920"/>
                </a:lnTo>
                <a:moveTo>
                  <a:pt x="1880035" y="728386"/>
                </a:moveTo>
                <a:lnTo>
                  <a:pt x="1778770" y="667452"/>
                </a:lnTo>
                <a:moveTo>
                  <a:pt x="1846025" y="961799"/>
                </a:moveTo>
                <a:lnTo>
                  <a:pt x="1796796" y="1049008"/>
                </a:lnTo>
                <a:moveTo>
                  <a:pt x="1880035" y="728386"/>
                </a:moveTo>
                <a:lnTo>
                  <a:pt x="1864988" y="694281"/>
                </a:lnTo>
                <a:moveTo>
                  <a:pt x="1796796" y="1049008"/>
                </a:moveTo>
                <a:lnTo>
                  <a:pt x="1719732" y="1049187"/>
                </a:lnTo>
                <a:moveTo>
                  <a:pt x="1333890" y="524173"/>
                </a:moveTo>
                <a:lnTo>
                  <a:pt x="1290401" y="629232"/>
                </a:lnTo>
                <a:moveTo>
                  <a:pt x="1950475" y="568930"/>
                </a:moveTo>
                <a:lnTo>
                  <a:pt x="1862344" y="582444"/>
                </a:lnTo>
                <a:moveTo>
                  <a:pt x="1986188" y="262626"/>
                </a:moveTo>
                <a:lnTo>
                  <a:pt x="1938787" y="306122"/>
                </a:lnTo>
                <a:moveTo>
                  <a:pt x="1381588" y="0"/>
                </a:moveTo>
                <a:lnTo>
                  <a:pt x="1362551" y="13409"/>
                </a:lnTo>
                <a:moveTo>
                  <a:pt x="1433637" y="544843"/>
                </a:moveTo>
                <a:lnTo>
                  <a:pt x="1333890" y="524173"/>
                </a:lnTo>
                <a:moveTo>
                  <a:pt x="1238604" y="341664"/>
                </a:moveTo>
                <a:lnTo>
                  <a:pt x="1269011" y="381092"/>
                </a:lnTo>
                <a:moveTo>
                  <a:pt x="1708597" y="806196"/>
                </a:moveTo>
                <a:lnTo>
                  <a:pt x="1600740" y="791144"/>
                </a:lnTo>
                <a:moveTo>
                  <a:pt x="1163485" y="647585"/>
                </a:moveTo>
                <a:lnTo>
                  <a:pt x="1111663" y="704571"/>
                </a:lnTo>
                <a:moveTo>
                  <a:pt x="1380025" y="0"/>
                </a:moveTo>
                <a:lnTo>
                  <a:pt x="1362551" y="13409"/>
                </a:lnTo>
                <a:moveTo>
                  <a:pt x="1255450" y="736765"/>
                </a:moveTo>
                <a:lnTo>
                  <a:pt x="1228982" y="890137"/>
                </a:lnTo>
                <a:moveTo>
                  <a:pt x="1636154" y="198534"/>
                </a:moveTo>
                <a:lnTo>
                  <a:pt x="1596458" y="217072"/>
                </a:lnTo>
                <a:moveTo>
                  <a:pt x="1635787" y="198204"/>
                </a:moveTo>
                <a:lnTo>
                  <a:pt x="1596458" y="217072"/>
                </a:lnTo>
                <a:moveTo>
                  <a:pt x="1558712" y="858636"/>
                </a:moveTo>
                <a:lnTo>
                  <a:pt x="1446185" y="937903"/>
                </a:lnTo>
                <a:moveTo>
                  <a:pt x="1636154" y="198534"/>
                </a:moveTo>
                <a:lnTo>
                  <a:pt x="1615615" y="244140"/>
                </a:lnTo>
                <a:moveTo>
                  <a:pt x="1015319" y="654392"/>
                </a:moveTo>
                <a:lnTo>
                  <a:pt x="918505" y="632148"/>
                </a:lnTo>
                <a:moveTo>
                  <a:pt x="1778770" y="667452"/>
                </a:moveTo>
                <a:lnTo>
                  <a:pt x="1677218" y="624164"/>
                </a:lnTo>
                <a:moveTo>
                  <a:pt x="1249433" y="70285"/>
                </a:moveTo>
                <a:lnTo>
                  <a:pt x="1235432" y="118995"/>
                </a:lnTo>
                <a:moveTo>
                  <a:pt x="1600740" y="791144"/>
                </a:moveTo>
                <a:lnTo>
                  <a:pt x="1558712" y="858636"/>
                </a:lnTo>
                <a:moveTo>
                  <a:pt x="909173" y="634118"/>
                </a:moveTo>
                <a:lnTo>
                  <a:pt x="800591" y="742105"/>
                </a:lnTo>
                <a:moveTo>
                  <a:pt x="1269011" y="381092"/>
                </a:moveTo>
                <a:lnTo>
                  <a:pt x="1247644" y="469061"/>
                </a:lnTo>
                <a:moveTo>
                  <a:pt x="1408016" y="660111"/>
                </a:moveTo>
                <a:lnTo>
                  <a:pt x="1333890" y="524173"/>
                </a:lnTo>
                <a:moveTo>
                  <a:pt x="1556207" y="1170021"/>
                </a:moveTo>
                <a:lnTo>
                  <a:pt x="1551990" y="1128494"/>
                </a:lnTo>
                <a:moveTo>
                  <a:pt x="1706969" y="1130509"/>
                </a:moveTo>
                <a:lnTo>
                  <a:pt x="1667698" y="1043073"/>
                </a:lnTo>
                <a:moveTo>
                  <a:pt x="1722431" y="277977"/>
                </a:moveTo>
                <a:lnTo>
                  <a:pt x="1659696" y="368260"/>
                </a:lnTo>
                <a:moveTo>
                  <a:pt x="1611491" y="481738"/>
                </a:moveTo>
                <a:lnTo>
                  <a:pt x="1460969" y="547742"/>
                </a:lnTo>
                <a:moveTo>
                  <a:pt x="1922875" y="832347"/>
                </a:moveTo>
                <a:lnTo>
                  <a:pt x="1880035" y="728386"/>
                </a:lnTo>
                <a:moveTo>
                  <a:pt x="1556207" y="1170021"/>
                </a:moveTo>
                <a:lnTo>
                  <a:pt x="1444160" y="1090056"/>
                </a:lnTo>
                <a:moveTo>
                  <a:pt x="1728279" y="777920"/>
                </a:moveTo>
                <a:lnTo>
                  <a:pt x="1600740" y="791144"/>
                </a:lnTo>
                <a:moveTo>
                  <a:pt x="1503036" y="443782"/>
                </a:moveTo>
                <a:lnTo>
                  <a:pt x="1460969" y="547742"/>
                </a:lnTo>
                <a:moveTo>
                  <a:pt x="1636154" y="198534"/>
                </a:moveTo>
                <a:lnTo>
                  <a:pt x="1659696" y="368260"/>
                </a:lnTo>
                <a:moveTo>
                  <a:pt x="1333890" y="524173"/>
                </a:moveTo>
                <a:lnTo>
                  <a:pt x="1247644" y="469061"/>
                </a:lnTo>
                <a:moveTo>
                  <a:pt x="1444278" y="580257"/>
                </a:moveTo>
                <a:lnTo>
                  <a:pt x="1433637" y="544843"/>
                </a:lnTo>
                <a:moveTo>
                  <a:pt x="1431093" y="1041319"/>
                </a:moveTo>
                <a:lnTo>
                  <a:pt x="1444160" y="1090056"/>
                </a:lnTo>
                <a:moveTo>
                  <a:pt x="1907996" y="935864"/>
                </a:moveTo>
                <a:lnTo>
                  <a:pt x="1846025" y="961799"/>
                </a:lnTo>
                <a:moveTo>
                  <a:pt x="1062594" y="611280"/>
                </a:moveTo>
                <a:lnTo>
                  <a:pt x="1111663" y="704571"/>
                </a:lnTo>
                <a:moveTo>
                  <a:pt x="1408016" y="660111"/>
                </a:moveTo>
                <a:lnTo>
                  <a:pt x="1290401" y="629232"/>
                </a:lnTo>
                <a:moveTo>
                  <a:pt x="1460969" y="547742"/>
                </a:moveTo>
                <a:lnTo>
                  <a:pt x="1433637" y="544843"/>
                </a:lnTo>
                <a:moveTo>
                  <a:pt x="1719732" y="1049187"/>
                </a:moveTo>
                <a:lnTo>
                  <a:pt x="1706969" y="1130509"/>
                </a:lnTo>
                <a:moveTo>
                  <a:pt x="1433637" y="544843"/>
                </a:moveTo>
                <a:lnTo>
                  <a:pt x="1408016" y="660111"/>
                </a:lnTo>
                <a:moveTo>
                  <a:pt x="1950475" y="568930"/>
                </a:moveTo>
                <a:lnTo>
                  <a:pt x="1864988" y="694281"/>
                </a:lnTo>
                <a:moveTo>
                  <a:pt x="1611491" y="481738"/>
                </a:moveTo>
                <a:lnTo>
                  <a:pt x="1580576" y="577083"/>
                </a:lnTo>
                <a:moveTo>
                  <a:pt x="1290401" y="629232"/>
                </a:moveTo>
                <a:lnTo>
                  <a:pt x="1251880" y="722019"/>
                </a:lnTo>
                <a:moveTo>
                  <a:pt x="949183" y="269040"/>
                </a:moveTo>
                <a:lnTo>
                  <a:pt x="853916" y="215576"/>
                </a:lnTo>
                <a:moveTo>
                  <a:pt x="1333890" y="524173"/>
                </a:moveTo>
                <a:lnTo>
                  <a:pt x="1198817" y="578243"/>
                </a:lnTo>
                <a:moveTo>
                  <a:pt x="949183" y="269040"/>
                </a:moveTo>
                <a:lnTo>
                  <a:pt x="984097" y="386769"/>
                </a:lnTo>
                <a:moveTo>
                  <a:pt x="1117374" y="1031278"/>
                </a:moveTo>
                <a:lnTo>
                  <a:pt x="1076191" y="1055803"/>
                </a:lnTo>
                <a:moveTo>
                  <a:pt x="1829307" y="296022"/>
                </a:moveTo>
                <a:lnTo>
                  <a:pt x="1722431" y="277977"/>
                </a:lnTo>
                <a:moveTo>
                  <a:pt x="1460969" y="547742"/>
                </a:moveTo>
                <a:lnTo>
                  <a:pt x="1444278" y="580257"/>
                </a:lnTo>
                <a:moveTo>
                  <a:pt x="1248888" y="844231"/>
                </a:moveTo>
                <a:lnTo>
                  <a:pt x="1228982" y="890137"/>
                </a:lnTo>
                <a:moveTo>
                  <a:pt x="1444278" y="580257"/>
                </a:moveTo>
                <a:lnTo>
                  <a:pt x="1408016" y="660111"/>
                </a:lnTo>
                <a:moveTo>
                  <a:pt x="1220290" y="443551"/>
                </a:moveTo>
                <a:lnTo>
                  <a:pt x="1269011" y="381092"/>
                </a:lnTo>
                <a:moveTo>
                  <a:pt x="1460640" y="1117471"/>
                </a:moveTo>
                <a:lnTo>
                  <a:pt x="1444160" y="1090056"/>
                </a:lnTo>
                <a:moveTo>
                  <a:pt x="1941565" y="454118"/>
                </a:moveTo>
                <a:lnTo>
                  <a:pt x="1950475" y="568930"/>
                </a:lnTo>
                <a:moveTo>
                  <a:pt x="918505" y="632148"/>
                </a:moveTo>
                <a:lnTo>
                  <a:pt x="909173" y="634118"/>
                </a:lnTo>
                <a:moveTo>
                  <a:pt x="1778770" y="667452"/>
                </a:moveTo>
                <a:lnTo>
                  <a:pt x="1642965" y="722087"/>
                </a:lnTo>
                <a:moveTo>
                  <a:pt x="1558712" y="858636"/>
                </a:moveTo>
                <a:lnTo>
                  <a:pt x="1481047" y="796896"/>
                </a:lnTo>
                <a:moveTo>
                  <a:pt x="1542611" y="0"/>
                </a:moveTo>
                <a:lnTo>
                  <a:pt x="1567814" y="55506"/>
                </a:lnTo>
                <a:moveTo>
                  <a:pt x="918505" y="632148"/>
                </a:moveTo>
                <a:lnTo>
                  <a:pt x="913266" y="626820"/>
                </a:lnTo>
                <a:moveTo>
                  <a:pt x="2090849" y="287429"/>
                </a:moveTo>
                <a:lnTo>
                  <a:pt x="1986188" y="262626"/>
                </a:lnTo>
                <a:moveTo>
                  <a:pt x="1251880" y="722019"/>
                </a:moveTo>
                <a:lnTo>
                  <a:pt x="1242854" y="737425"/>
                </a:lnTo>
                <a:moveTo>
                  <a:pt x="1494578" y="770920"/>
                </a:moveTo>
                <a:lnTo>
                  <a:pt x="1558712" y="858636"/>
                </a:lnTo>
                <a:moveTo>
                  <a:pt x="1558712" y="858636"/>
                </a:moveTo>
                <a:lnTo>
                  <a:pt x="1429367" y="908281"/>
                </a:lnTo>
                <a:moveTo>
                  <a:pt x="1290401" y="629232"/>
                </a:moveTo>
                <a:lnTo>
                  <a:pt x="1163485" y="647585"/>
                </a:lnTo>
                <a:moveTo>
                  <a:pt x="1617827" y="1129976"/>
                </a:moveTo>
                <a:lnTo>
                  <a:pt x="1556207" y="1170021"/>
                </a:lnTo>
                <a:moveTo>
                  <a:pt x="1572009" y="54372"/>
                </a:moveTo>
                <a:lnTo>
                  <a:pt x="1545489" y="0"/>
                </a:lnTo>
                <a:moveTo>
                  <a:pt x="913266" y="626820"/>
                </a:moveTo>
                <a:lnTo>
                  <a:pt x="909173" y="634118"/>
                </a:lnTo>
                <a:moveTo>
                  <a:pt x="1728279" y="777920"/>
                </a:moveTo>
                <a:lnTo>
                  <a:pt x="1642965" y="722087"/>
                </a:lnTo>
                <a:moveTo>
                  <a:pt x="1255450" y="736765"/>
                </a:moveTo>
                <a:lnTo>
                  <a:pt x="1242854" y="737425"/>
                </a:lnTo>
                <a:moveTo>
                  <a:pt x="1677218" y="624164"/>
                </a:moveTo>
                <a:lnTo>
                  <a:pt x="1580576" y="577083"/>
                </a:lnTo>
                <a:moveTo>
                  <a:pt x="1325225" y="12228"/>
                </a:moveTo>
                <a:lnTo>
                  <a:pt x="1249433" y="70285"/>
                </a:lnTo>
                <a:moveTo>
                  <a:pt x="971629" y="510272"/>
                </a:moveTo>
                <a:lnTo>
                  <a:pt x="918505" y="632148"/>
                </a:lnTo>
                <a:moveTo>
                  <a:pt x="1062594" y="611280"/>
                </a:moveTo>
                <a:lnTo>
                  <a:pt x="1015319" y="654392"/>
                </a:lnTo>
                <a:moveTo>
                  <a:pt x="1290401" y="629232"/>
                </a:moveTo>
                <a:lnTo>
                  <a:pt x="1198817" y="578243"/>
                </a:lnTo>
                <a:moveTo>
                  <a:pt x="1251880" y="722019"/>
                </a:moveTo>
                <a:lnTo>
                  <a:pt x="1255450" y="736765"/>
                </a:lnTo>
                <a:moveTo>
                  <a:pt x="1922857" y="677882"/>
                </a:moveTo>
                <a:lnTo>
                  <a:pt x="1864988" y="694281"/>
                </a:lnTo>
                <a:moveTo>
                  <a:pt x="1444278" y="580257"/>
                </a:moveTo>
                <a:lnTo>
                  <a:pt x="1462032" y="668906"/>
                </a:lnTo>
                <a:moveTo>
                  <a:pt x="984590" y="1029587"/>
                </a:moveTo>
                <a:lnTo>
                  <a:pt x="968869" y="1039118"/>
                </a:lnTo>
                <a:moveTo>
                  <a:pt x="1382027" y="0"/>
                </a:moveTo>
                <a:lnTo>
                  <a:pt x="1362551" y="13409"/>
                </a:lnTo>
                <a:moveTo>
                  <a:pt x="971629" y="510272"/>
                </a:moveTo>
                <a:lnTo>
                  <a:pt x="913266" y="626820"/>
                </a:lnTo>
                <a:moveTo>
                  <a:pt x="1922857" y="677882"/>
                </a:moveTo>
                <a:lnTo>
                  <a:pt x="1880035" y="728386"/>
                </a:lnTo>
                <a:moveTo>
                  <a:pt x="1580576" y="577083"/>
                </a:moveTo>
                <a:lnTo>
                  <a:pt x="1460969" y="547742"/>
                </a:lnTo>
                <a:moveTo>
                  <a:pt x="842533" y="706660"/>
                </a:moveTo>
                <a:lnTo>
                  <a:pt x="800591" y="742105"/>
                </a:lnTo>
                <a:moveTo>
                  <a:pt x="1677218" y="624164"/>
                </a:moveTo>
                <a:lnTo>
                  <a:pt x="1642965" y="722087"/>
                </a:lnTo>
                <a:moveTo>
                  <a:pt x="1369476" y="761347"/>
                </a:moveTo>
                <a:lnTo>
                  <a:pt x="1290401" y="629232"/>
                </a:lnTo>
                <a:moveTo>
                  <a:pt x="1462032" y="668906"/>
                </a:moveTo>
                <a:lnTo>
                  <a:pt x="1408016" y="660111"/>
                </a:lnTo>
                <a:moveTo>
                  <a:pt x="1706969" y="1130509"/>
                </a:moveTo>
                <a:lnTo>
                  <a:pt x="1617827" y="1129976"/>
                </a:lnTo>
                <a:moveTo>
                  <a:pt x="1569295" y="56942"/>
                </a:moveTo>
                <a:lnTo>
                  <a:pt x="1567814" y="55506"/>
                </a:lnTo>
                <a:moveTo>
                  <a:pt x="984097" y="386769"/>
                </a:moveTo>
                <a:lnTo>
                  <a:pt x="971629" y="510272"/>
                </a:lnTo>
                <a:moveTo>
                  <a:pt x="1251880" y="722019"/>
                </a:moveTo>
                <a:lnTo>
                  <a:pt x="1163485" y="647585"/>
                </a:lnTo>
                <a:moveTo>
                  <a:pt x="1935014" y="403826"/>
                </a:moveTo>
                <a:lnTo>
                  <a:pt x="1926153" y="344670"/>
                </a:lnTo>
                <a:moveTo>
                  <a:pt x="1865788" y="264103"/>
                </a:moveTo>
                <a:lnTo>
                  <a:pt x="1829307" y="296022"/>
                </a:lnTo>
                <a:moveTo>
                  <a:pt x="1572009" y="54372"/>
                </a:moveTo>
                <a:lnTo>
                  <a:pt x="1569295" y="56942"/>
                </a:lnTo>
                <a:moveTo>
                  <a:pt x="1572009" y="54372"/>
                </a:moveTo>
                <a:lnTo>
                  <a:pt x="1567814" y="55506"/>
                </a:lnTo>
                <a:moveTo>
                  <a:pt x="1986188" y="262626"/>
                </a:moveTo>
                <a:lnTo>
                  <a:pt x="1958024" y="185411"/>
                </a:lnTo>
                <a:moveTo>
                  <a:pt x="1446185" y="937903"/>
                </a:moveTo>
                <a:lnTo>
                  <a:pt x="1431093" y="1041319"/>
                </a:lnTo>
                <a:moveTo>
                  <a:pt x="1642965" y="722087"/>
                </a:moveTo>
                <a:lnTo>
                  <a:pt x="1600740" y="791144"/>
                </a:lnTo>
                <a:moveTo>
                  <a:pt x="1922875" y="832347"/>
                </a:moveTo>
                <a:lnTo>
                  <a:pt x="1907996" y="935864"/>
                </a:lnTo>
                <a:moveTo>
                  <a:pt x="1446185" y="937903"/>
                </a:moveTo>
                <a:lnTo>
                  <a:pt x="1429367" y="908281"/>
                </a:lnTo>
                <a:moveTo>
                  <a:pt x="1408016" y="660111"/>
                </a:moveTo>
                <a:lnTo>
                  <a:pt x="1369476" y="761347"/>
                </a:lnTo>
                <a:moveTo>
                  <a:pt x="1000155" y="457654"/>
                </a:moveTo>
                <a:lnTo>
                  <a:pt x="984097" y="386769"/>
                </a:lnTo>
                <a:moveTo>
                  <a:pt x="1922857" y="677882"/>
                </a:moveTo>
                <a:lnTo>
                  <a:pt x="1922875" y="832347"/>
                </a:lnTo>
                <a:moveTo>
                  <a:pt x="1117374" y="1031278"/>
                </a:moveTo>
                <a:lnTo>
                  <a:pt x="968869" y="1039118"/>
                </a:lnTo>
                <a:moveTo>
                  <a:pt x="1481047" y="796896"/>
                </a:moveTo>
                <a:lnTo>
                  <a:pt x="1408016" y="660111"/>
                </a:lnTo>
                <a:moveTo>
                  <a:pt x="1907996" y="935864"/>
                </a:moveTo>
                <a:lnTo>
                  <a:pt x="1796796" y="1049008"/>
                </a:lnTo>
                <a:moveTo>
                  <a:pt x="1796796" y="1049008"/>
                </a:moveTo>
                <a:lnTo>
                  <a:pt x="1706969" y="1130509"/>
                </a:lnTo>
                <a:moveTo>
                  <a:pt x="1600740" y="791144"/>
                </a:moveTo>
                <a:lnTo>
                  <a:pt x="1494578" y="770920"/>
                </a:lnTo>
                <a:moveTo>
                  <a:pt x="1369476" y="761347"/>
                </a:moveTo>
                <a:lnTo>
                  <a:pt x="1251880" y="722019"/>
                </a:lnTo>
                <a:moveTo>
                  <a:pt x="1635787" y="198204"/>
                </a:moveTo>
                <a:lnTo>
                  <a:pt x="1569295" y="56942"/>
                </a:lnTo>
                <a:moveTo>
                  <a:pt x="1000155" y="457654"/>
                </a:moveTo>
                <a:lnTo>
                  <a:pt x="971629" y="510272"/>
                </a:lnTo>
                <a:moveTo>
                  <a:pt x="1677218" y="624164"/>
                </a:moveTo>
                <a:lnTo>
                  <a:pt x="1542357" y="678070"/>
                </a:lnTo>
                <a:moveTo>
                  <a:pt x="1369476" y="761347"/>
                </a:moveTo>
                <a:lnTo>
                  <a:pt x="1255450" y="736765"/>
                </a:lnTo>
                <a:moveTo>
                  <a:pt x="1194710" y="984448"/>
                </a:moveTo>
                <a:lnTo>
                  <a:pt x="1117374" y="1031278"/>
                </a:lnTo>
                <a:moveTo>
                  <a:pt x="1882214" y="260000"/>
                </a:moveTo>
                <a:lnTo>
                  <a:pt x="1829307" y="296022"/>
                </a:lnTo>
                <a:moveTo>
                  <a:pt x="1247644" y="469061"/>
                </a:moveTo>
                <a:lnTo>
                  <a:pt x="1198817" y="578243"/>
                </a:lnTo>
                <a:moveTo>
                  <a:pt x="1248888" y="844231"/>
                </a:moveTo>
                <a:lnTo>
                  <a:pt x="1194710" y="984448"/>
                </a:lnTo>
                <a:moveTo>
                  <a:pt x="1635787" y="198204"/>
                </a:moveTo>
                <a:lnTo>
                  <a:pt x="1572009" y="54372"/>
                </a:lnTo>
                <a:moveTo>
                  <a:pt x="1198817" y="578243"/>
                </a:moveTo>
                <a:lnTo>
                  <a:pt x="1163485" y="647585"/>
                </a:lnTo>
                <a:moveTo>
                  <a:pt x="1542357" y="678070"/>
                </a:moveTo>
                <a:lnTo>
                  <a:pt x="1444278" y="580257"/>
                </a:lnTo>
                <a:moveTo>
                  <a:pt x="1360856" y="4641"/>
                </a:moveTo>
                <a:lnTo>
                  <a:pt x="1362551" y="13409"/>
                </a:lnTo>
                <a:moveTo>
                  <a:pt x="1722431" y="277977"/>
                </a:moveTo>
                <a:lnTo>
                  <a:pt x="1636154" y="198534"/>
                </a:lnTo>
                <a:moveTo>
                  <a:pt x="1722431" y="277977"/>
                </a:moveTo>
                <a:lnTo>
                  <a:pt x="1635834" y="198267"/>
                </a:lnTo>
                <a:moveTo>
                  <a:pt x="1062594" y="611280"/>
                </a:moveTo>
                <a:lnTo>
                  <a:pt x="918505" y="632148"/>
                </a:lnTo>
                <a:moveTo>
                  <a:pt x="1935014" y="403826"/>
                </a:moveTo>
                <a:lnTo>
                  <a:pt x="1829307" y="296022"/>
                </a:lnTo>
                <a:moveTo>
                  <a:pt x="1542357" y="678070"/>
                </a:moveTo>
                <a:lnTo>
                  <a:pt x="1460969" y="547742"/>
                </a:lnTo>
                <a:moveTo>
                  <a:pt x="1016878" y="512915"/>
                </a:moveTo>
                <a:lnTo>
                  <a:pt x="971629" y="510272"/>
                </a:lnTo>
                <a:moveTo>
                  <a:pt x="1600749" y="0"/>
                </a:moveTo>
                <a:lnTo>
                  <a:pt x="1572009" y="54372"/>
                </a:lnTo>
                <a:moveTo>
                  <a:pt x="1937997" y="673587"/>
                </a:moveTo>
                <a:lnTo>
                  <a:pt x="1922875" y="832347"/>
                </a:lnTo>
                <a:moveTo>
                  <a:pt x="1462032" y="668906"/>
                </a:moveTo>
                <a:lnTo>
                  <a:pt x="1481047" y="796896"/>
                </a:lnTo>
                <a:moveTo>
                  <a:pt x="1238604" y="341664"/>
                </a:moveTo>
                <a:lnTo>
                  <a:pt x="1220290" y="443551"/>
                </a:lnTo>
                <a:moveTo>
                  <a:pt x="1935014" y="403826"/>
                </a:moveTo>
                <a:lnTo>
                  <a:pt x="1941565" y="454118"/>
                </a:lnTo>
                <a:moveTo>
                  <a:pt x="1796796" y="1049008"/>
                </a:moveTo>
                <a:lnTo>
                  <a:pt x="1734744" y="1130129"/>
                </a:lnTo>
                <a:moveTo>
                  <a:pt x="1708503" y="1150614"/>
                </a:moveTo>
                <a:lnTo>
                  <a:pt x="1617827" y="1129976"/>
                </a:lnTo>
                <a:moveTo>
                  <a:pt x="1255450" y="736765"/>
                </a:moveTo>
                <a:lnTo>
                  <a:pt x="1248888" y="844231"/>
                </a:lnTo>
                <a:moveTo>
                  <a:pt x="1494578" y="770920"/>
                </a:moveTo>
                <a:lnTo>
                  <a:pt x="1462032" y="668906"/>
                </a:lnTo>
                <a:moveTo>
                  <a:pt x="1950475" y="568930"/>
                </a:moveTo>
                <a:lnTo>
                  <a:pt x="1922857" y="677882"/>
                </a:lnTo>
                <a:moveTo>
                  <a:pt x="1635787" y="198204"/>
                </a:moveTo>
                <a:lnTo>
                  <a:pt x="1636154" y="198534"/>
                </a:lnTo>
                <a:moveTo>
                  <a:pt x="909173" y="634118"/>
                </a:moveTo>
                <a:lnTo>
                  <a:pt x="842533" y="706660"/>
                </a:lnTo>
                <a:moveTo>
                  <a:pt x="1635834" y="198267"/>
                </a:moveTo>
                <a:lnTo>
                  <a:pt x="1636154" y="198534"/>
                </a:lnTo>
                <a:moveTo>
                  <a:pt x="1635834" y="198267"/>
                </a:moveTo>
                <a:lnTo>
                  <a:pt x="1635787" y="198204"/>
                </a:lnTo>
                <a:moveTo>
                  <a:pt x="1000155" y="457654"/>
                </a:moveTo>
                <a:lnTo>
                  <a:pt x="1016878" y="512915"/>
                </a:lnTo>
                <a:moveTo>
                  <a:pt x="1360856" y="4641"/>
                </a:moveTo>
                <a:lnTo>
                  <a:pt x="1325225" y="12228"/>
                </a:lnTo>
                <a:moveTo>
                  <a:pt x="1220290" y="443551"/>
                </a:moveTo>
                <a:lnTo>
                  <a:pt x="1247644" y="469061"/>
                </a:lnTo>
                <a:moveTo>
                  <a:pt x="1062594" y="611280"/>
                </a:moveTo>
                <a:lnTo>
                  <a:pt x="971629" y="510272"/>
                </a:lnTo>
                <a:moveTo>
                  <a:pt x="1865788" y="264103"/>
                </a:moveTo>
                <a:lnTo>
                  <a:pt x="1722431" y="277977"/>
                </a:lnTo>
                <a:moveTo>
                  <a:pt x="1924052" y="695212"/>
                </a:moveTo>
                <a:lnTo>
                  <a:pt x="1922875" y="832347"/>
                </a:lnTo>
                <a:moveTo>
                  <a:pt x="1613381" y="0"/>
                </a:moveTo>
                <a:lnTo>
                  <a:pt x="1572009" y="54372"/>
                </a:lnTo>
                <a:moveTo>
                  <a:pt x="1481047" y="796896"/>
                </a:moveTo>
                <a:lnTo>
                  <a:pt x="1369476" y="761347"/>
                </a:lnTo>
                <a:moveTo>
                  <a:pt x="1642965" y="722087"/>
                </a:moveTo>
                <a:lnTo>
                  <a:pt x="1494578" y="770920"/>
                </a:lnTo>
                <a:moveTo>
                  <a:pt x="1542357" y="678070"/>
                </a:moveTo>
                <a:lnTo>
                  <a:pt x="1462032" y="668906"/>
                </a:lnTo>
                <a:moveTo>
                  <a:pt x="1163485" y="647585"/>
                </a:moveTo>
                <a:lnTo>
                  <a:pt x="1062594" y="611280"/>
                </a:lnTo>
                <a:moveTo>
                  <a:pt x="909173" y="634118"/>
                </a:moveTo>
                <a:lnTo>
                  <a:pt x="832793" y="567248"/>
                </a:lnTo>
                <a:moveTo>
                  <a:pt x="1580576" y="577083"/>
                </a:moveTo>
                <a:lnTo>
                  <a:pt x="1542357" y="678070"/>
                </a:lnTo>
                <a:moveTo>
                  <a:pt x="1935969" y="658854"/>
                </a:moveTo>
                <a:lnTo>
                  <a:pt x="1950475" y="568930"/>
                </a:lnTo>
                <a:moveTo>
                  <a:pt x="986976" y="254859"/>
                </a:moveTo>
                <a:lnTo>
                  <a:pt x="949183" y="269040"/>
                </a:lnTo>
                <a:moveTo>
                  <a:pt x="1556207" y="1170021"/>
                </a:moveTo>
                <a:lnTo>
                  <a:pt x="1460640" y="1117471"/>
                </a:lnTo>
                <a:moveTo>
                  <a:pt x="913266" y="626820"/>
                </a:moveTo>
                <a:lnTo>
                  <a:pt x="832793" y="567248"/>
                </a:lnTo>
                <a:moveTo>
                  <a:pt x="1117374" y="1031278"/>
                </a:moveTo>
                <a:lnTo>
                  <a:pt x="984590" y="1029587"/>
                </a:lnTo>
                <a:moveTo>
                  <a:pt x="1494578" y="770920"/>
                </a:moveTo>
                <a:lnTo>
                  <a:pt x="1481047" y="796896"/>
                </a:lnTo>
                <a:moveTo>
                  <a:pt x="1481047" y="796896"/>
                </a:moveTo>
                <a:lnTo>
                  <a:pt x="1429367" y="908281"/>
                </a:lnTo>
                <a:moveTo>
                  <a:pt x="853916" y="215576"/>
                </a:moveTo>
                <a:lnTo>
                  <a:pt x="773060" y="286574"/>
                </a:lnTo>
                <a:moveTo>
                  <a:pt x="1059348" y="367139"/>
                </a:moveTo>
                <a:lnTo>
                  <a:pt x="949183" y="269040"/>
                </a:lnTo>
                <a:moveTo>
                  <a:pt x="1198817" y="578243"/>
                </a:moveTo>
                <a:lnTo>
                  <a:pt x="1062594" y="611280"/>
                </a:lnTo>
                <a:moveTo>
                  <a:pt x="2042648" y="191491"/>
                </a:moveTo>
                <a:lnTo>
                  <a:pt x="2090849" y="287429"/>
                </a:lnTo>
                <a:moveTo>
                  <a:pt x="989770" y="997728"/>
                </a:moveTo>
                <a:lnTo>
                  <a:pt x="968869" y="1039118"/>
                </a:lnTo>
                <a:moveTo>
                  <a:pt x="1642965" y="722087"/>
                </a:moveTo>
                <a:lnTo>
                  <a:pt x="1542357" y="678070"/>
                </a:lnTo>
                <a:moveTo>
                  <a:pt x="971629" y="510272"/>
                </a:moveTo>
                <a:lnTo>
                  <a:pt x="832793" y="567248"/>
                </a:lnTo>
                <a:moveTo>
                  <a:pt x="1922875" y="832347"/>
                </a:moveTo>
                <a:lnTo>
                  <a:pt x="1891939" y="773229"/>
                </a:lnTo>
                <a:moveTo>
                  <a:pt x="1460640" y="1117471"/>
                </a:moveTo>
                <a:lnTo>
                  <a:pt x="1431093" y="1041319"/>
                </a:lnTo>
                <a:moveTo>
                  <a:pt x="1874691" y="1030633"/>
                </a:moveTo>
                <a:lnTo>
                  <a:pt x="1796796" y="1049008"/>
                </a:lnTo>
                <a:moveTo>
                  <a:pt x="1222100" y="295592"/>
                </a:moveTo>
                <a:lnTo>
                  <a:pt x="1238604" y="341664"/>
                </a:lnTo>
                <a:moveTo>
                  <a:pt x="1062594" y="611280"/>
                </a:moveTo>
                <a:lnTo>
                  <a:pt x="1016878" y="512915"/>
                </a:lnTo>
                <a:moveTo>
                  <a:pt x="1542357" y="678070"/>
                </a:moveTo>
                <a:lnTo>
                  <a:pt x="1494578" y="770920"/>
                </a:lnTo>
                <a:moveTo>
                  <a:pt x="894831" y="191869"/>
                </a:moveTo>
                <a:lnTo>
                  <a:pt x="949183" y="269040"/>
                </a:lnTo>
                <a:moveTo>
                  <a:pt x="1734744" y="1130129"/>
                </a:moveTo>
                <a:lnTo>
                  <a:pt x="1706969" y="1130509"/>
                </a:lnTo>
                <a:moveTo>
                  <a:pt x="920450" y="943845"/>
                </a:moveTo>
                <a:lnTo>
                  <a:pt x="968869" y="1039118"/>
                </a:lnTo>
                <a:moveTo>
                  <a:pt x="1206318" y="934601"/>
                </a:moveTo>
                <a:lnTo>
                  <a:pt x="1194710" y="984448"/>
                </a:lnTo>
                <a:moveTo>
                  <a:pt x="1935969" y="658854"/>
                </a:moveTo>
                <a:lnTo>
                  <a:pt x="1922857" y="677882"/>
                </a:lnTo>
                <a:moveTo>
                  <a:pt x="1247644" y="469061"/>
                </a:moveTo>
                <a:lnTo>
                  <a:pt x="1112659" y="523063"/>
                </a:lnTo>
                <a:moveTo>
                  <a:pt x="1708503" y="1150614"/>
                </a:moveTo>
                <a:lnTo>
                  <a:pt x="1556207" y="1170021"/>
                </a:lnTo>
                <a:moveTo>
                  <a:pt x="1937997" y="673587"/>
                </a:moveTo>
                <a:lnTo>
                  <a:pt x="1922857" y="677882"/>
                </a:lnTo>
                <a:moveTo>
                  <a:pt x="1959827" y="518013"/>
                </a:moveTo>
                <a:lnTo>
                  <a:pt x="1941565" y="454118"/>
                </a:lnTo>
                <a:moveTo>
                  <a:pt x="1059348" y="367139"/>
                </a:moveTo>
                <a:lnTo>
                  <a:pt x="984097" y="386769"/>
                </a:lnTo>
                <a:moveTo>
                  <a:pt x="1043580" y="1023276"/>
                </a:moveTo>
                <a:lnTo>
                  <a:pt x="984590" y="1029587"/>
                </a:lnTo>
                <a:moveTo>
                  <a:pt x="1345512" y="851322"/>
                </a:moveTo>
                <a:lnTo>
                  <a:pt x="1255450" y="736765"/>
                </a:lnTo>
                <a:moveTo>
                  <a:pt x="1194710" y="984448"/>
                </a:moveTo>
                <a:lnTo>
                  <a:pt x="1134022" y="1035888"/>
                </a:lnTo>
                <a:moveTo>
                  <a:pt x="1112659" y="523063"/>
                </a:moveTo>
                <a:lnTo>
                  <a:pt x="1000155" y="457654"/>
                </a:lnTo>
                <a:moveTo>
                  <a:pt x="2011691" y="155534"/>
                </a:moveTo>
                <a:lnTo>
                  <a:pt x="1958024" y="185411"/>
                </a:lnTo>
                <a:moveTo>
                  <a:pt x="1198817" y="578243"/>
                </a:moveTo>
                <a:lnTo>
                  <a:pt x="1112659" y="523063"/>
                </a:lnTo>
                <a:moveTo>
                  <a:pt x="1142428" y="468828"/>
                </a:moveTo>
                <a:lnTo>
                  <a:pt x="1247644" y="469061"/>
                </a:lnTo>
                <a:moveTo>
                  <a:pt x="1708503" y="1150614"/>
                </a:moveTo>
                <a:lnTo>
                  <a:pt x="1706969" y="1130509"/>
                </a:lnTo>
                <a:moveTo>
                  <a:pt x="1935969" y="658854"/>
                </a:moveTo>
                <a:lnTo>
                  <a:pt x="1937997" y="673587"/>
                </a:lnTo>
                <a:moveTo>
                  <a:pt x="1249433" y="70285"/>
                </a:moveTo>
                <a:lnTo>
                  <a:pt x="1212151" y="163166"/>
                </a:lnTo>
                <a:moveTo>
                  <a:pt x="1876825" y="252168"/>
                </a:moveTo>
                <a:lnTo>
                  <a:pt x="1865788" y="264103"/>
                </a:lnTo>
                <a:moveTo>
                  <a:pt x="1882214" y="260000"/>
                </a:moveTo>
                <a:lnTo>
                  <a:pt x="1865788" y="264103"/>
                </a:lnTo>
                <a:moveTo>
                  <a:pt x="894831" y="191869"/>
                </a:moveTo>
                <a:lnTo>
                  <a:pt x="853916" y="215576"/>
                </a:lnTo>
                <a:moveTo>
                  <a:pt x="1628288" y="28860"/>
                </a:moveTo>
                <a:lnTo>
                  <a:pt x="1572009" y="54372"/>
                </a:lnTo>
                <a:moveTo>
                  <a:pt x="1112659" y="523063"/>
                </a:moveTo>
                <a:lnTo>
                  <a:pt x="1016878" y="512915"/>
                </a:lnTo>
                <a:moveTo>
                  <a:pt x="1008960" y="1017926"/>
                </a:moveTo>
                <a:lnTo>
                  <a:pt x="984590" y="1029587"/>
                </a:lnTo>
                <a:moveTo>
                  <a:pt x="1871767" y="255040"/>
                </a:moveTo>
                <a:lnTo>
                  <a:pt x="1865788" y="264103"/>
                </a:lnTo>
                <a:moveTo>
                  <a:pt x="2042648" y="191491"/>
                </a:moveTo>
                <a:lnTo>
                  <a:pt x="1986188" y="262626"/>
                </a:lnTo>
                <a:moveTo>
                  <a:pt x="1360856" y="4641"/>
                </a:moveTo>
                <a:lnTo>
                  <a:pt x="1249433" y="70285"/>
                </a:lnTo>
                <a:moveTo>
                  <a:pt x="1142428" y="468828"/>
                </a:moveTo>
                <a:lnTo>
                  <a:pt x="1000155" y="457654"/>
                </a:lnTo>
                <a:moveTo>
                  <a:pt x="989770" y="997728"/>
                </a:moveTo>
                <a:lnTo>
                  <a:pt x="984590" y="1029587"/>
                </a:lnTo>
                <a:moveTo>
                  <a:pt x="2011691" y="155534"/>
                </a:moveTo>
                <a:lnTo>
                  <a:pt x="1986188" y="262626"/>
                </a:lnTo>
                <a:moveTo>
                  <a:pt x="1059348" y="367139"/>
                </a:moveTo>
                <a:lnTo>
                  <a:pt x="1000155" y="457654"/>
                </a:lnTo>
                <a:moveTo>
                  <a:pt x="1061609" y="371280"/>
                </a:moveTo>
                <a:lnTo>
                  <a:pt x="1000155" y="457654"/>
                </a:lnTo>
                <a:moveTo>
                  <a:pt x="1907996" y="935864"/>
                </a:moveTo>
                <a:lnTo>
                  <a:pt x="1874691" y="1030633"/>
                </a:lnTo>
                <a:moveTo>
                  <a:pt x="1117374" y="1031278"/>
                </a:moveTo>
                <a:lnTo>
                  <a:pt x="1043580" y="1023276"/>
                </a:lnTo>
                <a:moveTo>
                  <a:pt x="1936803" y="667108"/>
                </a:moveTo>
                <a:lnTo>
                  <a:pt x="1935969" y="658854"/>
                </a:lnTo>
                <a:moveTo>
                  <a:pt x="832793" y="567248"/>
                </a:moveTo>
                <a:lnTo>
                  <a:pt x="842533" y="706660"/>
                </a:lnTo>
                <a:moveTo>
                  <a:pt x="1635834" y="198267"/>
                </a:moveTo>
                <a:lnTo>
                  <a:pt x="1613732" y="286804"/>
                </a:lnTo>
                <a:moveTo>
                  <a:pt x="1369476" y="761347"/>
                </a:moveTo>
                <a:lnTo>
                  <a:pt x="1345512" y="851322"/>
                </a:lnTo>
                <a:moveTo>
                  <a:pt x="1936803" y="667108"/>
                </a:moveTo>
                <a:lnTo>
                  <a:pt x="1937997" y="673587"/>
                </a:lnTo>
                <a:moveTo>
                  <a:pt x="1628288" y="28860"/>
                </a:moveTo>
                <a:lnTo>
                  <a:pt x="1635787" y="198204"/>
                </a:lnTo>
                <a:moveTo>
                  <a:pt x="1628288" y="28860"/>
                </a:moveTo>
                <a:lnTo>
                  <a:pt x="1635834" y="198267"/>
                </a:lnTo>
                <a:moveTo>
                  <a:pt x="1112659" y="523063"/>
                </a:moveTo>
                <a:lnTo>
                  <a:pt x="1062594" y="611280"/>
                </a:lnTo>
                <a:moveTo>
                  <a:pt x="1734744" y="1130129"/>
                </a:moveTo>
                <a:lnTo>
                  <a:pt x="1708503" y="1150614"/>
                </a:lnTo>
                <a:moveTo>
                  <a:pt x="1481047" y="796896"/>
                </a:moveTo>
                <a:lnTo>
                  <a:pt x="1345512" y="851322"/>
                </a:lnTo>
                <a:moveTo>
                  <a:pt x="1937997" y="673587"/>
                </a:moveTo>
                <a:lnTo>
                  <a:pt x="1924052" y="695212"/>
                </a:lnTo>
                <a:moveTo>
                  <a:pt x="1876825" y="252168"/>
                </a:moveTo>
                <a:lnTo>
                  <a:pt x="1882214" y="260000"/>
                </a:lnTo>
                <a:moveTo>
                  <a:pt x="1434317" y="987493"/>
                </a:moveTo>
                <a:lnTo>
                  <a:pt x="1446185" y="937903"/>
                </a:lnTo>
                <a:moveTo>
                  <a:pt x="1429367" y="908281"/>
                </a:moveTo>
                <a:lnTo>
                  <a:pt x="1345512" y="851322"/>
                </a:lnTo>
                <a:moveTo>
                  <a:pt x="1876825" y="252168"/>
                </a:moveTo>
                <a:lnTo>
                  <a:pt x="1871767" y="255040"/>
                </a:lnTo>
                <a:moveTo>
                  <a:pt x="1959827" y="518013"/>
                </a:moveTo>
                <a:lnTo>
                  <a:pt x="1950475" y="568930"/>
                </a:lnTo>
                <a:moveTo>
                  <a:pt x="1181881" y="1033581"/>
                </a:moveTo>
                <a:lnTo>
                  <a:pt x="1194710" y="984448"/>
                </a:lnTo>
                <a:moveTo>
                  <a:pt x="1874691" y="1030633"/>
                </a:moveTo>
                <a:lnTo>
                  <a:pt x="1734744" y="1130129"/>
                </a:lnTo>
                <a:moveTo>
                  <a:pt x="1882214" y="260000"/>
                </a:moveTo>
                <a:lnTo>
                  <a:pt x="1935014" y="403826"/>
                </a:lnTo>
                <a:moveTo>
                  <a:pt x="1220290" y="443551"/>
                </a:moveTo>
                <a:lnTo>
                  <a:pt x="1142428" y="468828"/>
                </a:lnTo>
                <a:moveTo>
                  <a:pt x="1370388" y="0"/>
                </a:moveTo>
                <a:lnTo>
                  <a:pt x="1360856" y="4641"/>
                </a:lnTo>
                <a:moveTo>
                  <a:pt x="1936803" y="667108"/>
                </a:moveTo>
                <a:lnTo>
                  <a:pt x="1924052" y="695212"/>
                </a:lnTo>
                <a:moveTo>
                  <a:pt x="1345512" y="851322"/>
                </a:moveTo>
                <a:lnTo>
                  <a:pt x="1248888" y="844231"/>
                </a:lnTo>
                <a:moveTo>
                  <a:pt x="1880442" y="252782"/>
                </a:moveTo>
                <a:lnTo>
                  <a:pt x="1876825" y="252168"/>
                </a:lnTo>
                <a:moveTo>
                  <a:pt x="1880442" y="252782"/>
                </a:moveTo>
                <a:lnTo>
                  <a:pt x="1882214" y="260000"/>
                </a:lnTo>
                <a:moveTo>
                  <a:pt x="1880466" y="867436"/>
                </a:moveTo>
                <a:lnTo>
                  <a:pt x="1922875" y="832347"/>
                </a:lnTo>
                <a:moveTo>
                  <a:pt x="1597003" y="1146679"/>
                </a:moveTo>
                <a:lnTo>
                  <a:pt x="1556207" y="1170021"/>
                </a:lnTo>
                <a:moveTo>
                  <a:pt x="1248888" y="844231"/>
                </a:moveTo>
                <a:lnTo>
                  <a:pt x="1206318" y="934601"/>
                </a:lnTo>
                <a:moveTo>
                  <a:pt x="1880442" y="252782"/>
                </a:moveTo>
                <a:lnTo>
                  <a:pt x="1871767" y="255040"/>
                </a:lnTo>
                <a:moveTo>
                  <a:pt x="1722431" y="277977"/>
                </a:moveTo>
                <a:lnTo>
                  <a:pt x="1741730" y="309663"/>
                </a:lnTo>
                <a:moveTo>
                  <a:pt x="1638940" y="0"/>
                </a:moveTo>
                <a:lnTo>
                  <a:pt x="1628288" y="28860"/>
                </a:lnTo>
                <a:moveTo>
                  <a:pt x="1314305" y="45727"/>
                </a:moveTo>
                <a:lnTo>
                  <a:pt x="1249433" y="70285"/>
                </a:lnTo>
                <a:moveTo>
                  <a:pt x="1601229" y="60637"/>
                </a:moveTo>
                <a:lnTo>
                  <a:pt x="1635834" y="198267"/>
                </a:lnTo>
                <a:moveTo>
                  <a:pt x="1134022" y="1035888"/>
                </a:moveTo>
                <a:lnTo>
                  <a:pt x="1117374" y="1031278"/>
                </a:lnTo>
                <a:moveTo>
                  <a:pt x="1882214" y="260000"/>
                </a:moveTo>
                <a:lnTo>
                  <a:pt x="1930046" y="393291"/>
                </a:lnTo>
                <a:moveTo>
                  <a:pt x="842533" y="706660"/>
                </a:moveTo>
                <a:lnTo>
                  <a:pt x="822699" y="807825"/>
                </a:lnTo>
                <a:moveTo>
                  <a:pt x="1756073" y="310693"/>
                </a:moveTo>
                <a:lnTo>
                  <a:pt x="1722431" y="277977"/>
                </a:lnTo>
                <a:moveTo>
                  <a:pt x="1218129" y="387168"/>
                </a:moveTo>
                <a:lnTo>
                  <a:pt x="1238604" y="341664"/>
                </a:lnTo>
                <a:moveTo>
                  <a:pt x="1924052" y="695212"/>
                </a:moveTo>
                <a:lnTo>
                  <a:pt x="1891939" y="773229"/>
                </a:lnTo>
                <a:moveTo>
                  <a:pt x="1741730" y="309663"/>
                </a:moveTo>
                <a:lnTo>
                  <a:pt x="1635834" y="198267"/>
                </a:lnTo>
                <a:moveTo>
                  <a:pt x="1930046" y="393291"/>
                </a:moveTo>
                <a:lnTo>
                  <a:pt x="1935014" y="403826"/>
                </a:lnTo>
                <a:moveTo>
                  <a:pt x="1043580" y="1023276"/>
                </a:moveTo>
                <a:lnTo>
                  <a:pt x="1008960" y="1017926"/>
                </a:lnTo>
                <a:moveTo>
                  <a:pt x="1504008" y="1086281"/>
                </a:moveTo>
                <a:lnTo>
                  <a:pt x="1556207" y="1170021"/>
                </a:lnTo>
                <a:moveTo>
                  <a:pt x="1937573" y="410955"/>
                </a:moveTo>
                <a:lnTo>
                  <a:pt x="1935014" y="403826"/>
                </a:lnTo>
                <a:moveTo>
                  <a:pt x="1635834" y="198267"/>
                </a:moveTo>
                <a:lnTo>
                  <a:pt x="1576247" y="122561"/>
                </a:lnTo>
                <a:moveTo>
                  <a:pt x="857013" y="813203"/>
                </a:moveTo>
                <a:lnTo>
                  <a:pt x="842533" y="706660"/>
                </a:lnTo>
                <a:moveTo>
                  <a:pt x="1880442" y="252782"/>
                </a:moveTo>
                <a:lnTo>
                  <a:pt x="1930046" y="393291"/>
                </a:lnTo>
                <a:moveTo>
                  <a:pt x="1142428" y="468828"/>
                </a:moveTo>
                <a:lnTo>
                  <a:pt x="1112659" y="523063"/>
                </a:lnTo>
                <a:moveTo>
                  <a:pt x="2080085" y="188006"/>
                </a:moveTo>
                <a:lnTo>
                  <a:pt x="2042648" y="191491"/>
                </a:lnTo>
                <a:moveTo>
                  <a:pt x="894831" y="191869"/>
                </a:moveTo>
                <a:lnTo>
                  <a:pt x="773060" y="286574"/>
                </a:lnTo>
                <a:moveTo>
                  <a:pt x="1429442" y="969653"/>
                </a:moveTo>
                <a:lnTo>
                  <a:pt x="1429367" y="908281"/>
                </a:lnTo>
                <a:moveTo>
                  <a:pt x="1434317" y="987493"/>
                </a:moveTo>
                <a:lnTo>
                  <a:pt x="1431093" y="1041319"/>
                </a:lnTo>
                <a:moveTo>
                  <a:pt x="1949377" y="623633"/>
                </a:moveTo>
                <a:lnTo>
                  <a:pt x="1950475" y="568930"/>
                </a:lnTo>
                <a:moveTo>
                  <a:pt x="1434317" y="987493"/>
                </a:moveTo>
                <a:lnTo>
                  <a:pt x="1429367" y="908281"/>
                </a:lnTo>
                <a:moveTo>
                  <a:pt x="1008960" y="1017926"/>
                </a:moveTo>
                <a:lnTo>
                  <a:pt x="989770" y="997728"/>
                </a:lnTo>
                <a:moveTo>
                  <a:pt x="986976" y="254859"/>
                </a:moveTo>
                <a:lnTo>
                  <a:pt x="1059348" y="367139"/>
                </a:lnTo>
                <a:moveTo>
                  <a:pt x="917445" y="695055"/>
                </a:moveTo>
                <a:lnTo>
                  <a:pt x="842533" y="706660"/>
                </a:lnTo>
                <a:moveTo>
                  <a:pt x="1924052" y="695212"/>
                </a:moveTo>
                <a:lnTo>
                  <a:pt x="1883078" y="758095"/>
                </a:lnTo>
                <a:moveTo>
                  <a:pt x="1937573" y="410955"/>
                </a:moveTo>
                <a:lnTo>
                  <a:pt x="1930046" y="393291"/>
                </a:lnTo>
                <a:moveTo>
                  <a:pt x="1134022" y="1035888"/>
                </a:moveTo>
                <a:lnTo>
                  <a:pt x="1043580" y="1023276"/>
                </a:lnTo>
                <a:moveTo>
                  <a:pt x="1142428" y="468828"/>
                </a:moveTo>
                <a:lnTo>
                  <a:pt x="1061609" y="371280"/>
                </a:lnTo>
                <a:moveTo>
                  <a:pt x="1840623" y="1125040"/>
                </a:moveTo>
                <a:lnTo>
                  <a:pt x="1734744" y="1130129"/>
                </a:lnTo>
                <a:moveTo>
                  <a:pt x="1880466" y="867436"/>
                </a:moveTo>
                <a:lnTo>
                  <a:pt x="1907996" y="935864"/>
                </a:lnTo>
                <a:moveTo>
                  <a:pt x="1756073" y="310693"/>
                </a:moveTo>
                <a:lnTo>
                  <a:pt x="1865788" y="264103"/>
                </a:lnTo>
                <a:moveTo>
                  <a:pt x="1635834" y="198267"/>
                </a:moveTo>
                <a:lnTo>
                  <a:pt x="1532540" y="227788"/>
                </a:lnTo>
                <a:moveTo>
                  <a:pt x="1061609" y="371280"/>
                </a:moveTo>
                <a:lnTo>
                  <a:pt x="1059348" y="367139"/>
                </a:lnTo>
                <a:moveTo>
                  <a:pt x="1434317" y="987493"/>
                </a:moveTo>
                <a:lnTo>
                  <a:pt x="1460640" y="1117471"/>
                </a:lnTo>
                <a:moveTo>
                  <a:pt x="2080085" y="188006"/>
                </a:moveTo>
                <a:lnTo>
                  <a:pt x="2060255" y="164151"/>
                </a:lnTo>
                <a:moveTo>
                  <a:pt x="1394657" y="0"/>
                </a:moveTo>
                <a:lnTo>
                  <a:pt x="1354115" y="50683"/>
                </a:lnTo>
                <a:moveTo>
                  <a:pt x="1504008" y="1086281"/>
                </a:moveTo>
                <a:lnTo>
                  <a:pt x="1460640" y="1117471"/>
                </a:lnTo>
                <a:moveTo>
                  <a:pt x="1959827" y="518013"/>
                </a:moveTo>
                <a:lnTo>
                  <a:pt x="1935014" y="403826"/>
                </a:lnTo>
                <a:moveTo>
                  <a:pt x="2042648" y="191491"/>
                </a:moveTo>
                <a:lnTo>
                  <a:pt x="2011691" y="155534"/>
                </a:lnTo>
                <a:moveTo>
                  <a:pt x="986976" y="254859"/>
                </a:moveTo>
                <a:lnTo>
                  <a:pt x="894831" y="191869"/>
                </a:lnTo>
                <a:moveTo>
                  <a:pt x="1851617" y="1159223"/>
                </a:moveTo>
                <a:lnTo>
                  <a:pt x="1734744" y="1130129"/>
                </a:lnTo>
                <a:moveTo>
                  <a:pt x="920450" y="943845"/>
                </a:moveTo>
                <a:lnTo>
                  <a:pt x="989770" y="997728"/>
                </a:lnTo>
                <a:moveTo>
                  <a:pt x="1708503" y="1150614"/>
                </a:moveTo>
                <a:lnTo>
                  <a:pt x="1597003" y="1146679"/>
                </a:lnTo>
                <a:moveTo>
                  <a:pt x="1212151" y="163166"/>
                </a:moveTo>
                <a:lnTo>
                  <a:pt x="1218283" y="276659"/>
                </a:lnTo>
                <a:moveTo>
                  <a:pt x="1134022" y="1035888"/>
                </a:moveTo>
                <a:lnTo>
                  <a:pt x="1008960" y="1017926"/>
                </a:lnTo>
                <a:moveTo>
                  <a:pt x="1218283" y="276659"/>
                </a:moveTo>
                <a:lnTo>
                  <a:pt x="1222100" y="295592"/>
                </a:lnTo>
                <a:moveTo>
                  <a:pt x="1883078" y="758095"/>
                </a:moveTo>
                <a:lnTo>
                  <a:pt x="1891939" y="773229"/>
                </a:lnTo>
                <a:moveTo>
                  <a:pt x="1314305" y="45727"/>
                </a:moveTo>
                <a:lnTo>
                  <a:pt x="1212151" y="163166"/>
                </a:lnTo>
                <a:moveTo>
                  <a:pt x="1218129" y="387168"/>
                </a:moveTo>
                <a:lnTo>
                  <a:pt x="1220290" y="443551"/>
                </a:lnTo>
                <a:moveTo>
                  <a:pt x="841384" y="840948"/>
                </a:moveTo>
                <a:lnTo>
                  <a:pt x="822699" y="807825"/>
                </a:lnTo>
                <a:moveTo>
                  <a:pt x="1360856" y="4641"/>
                </a:moveTo>
                <a:lnTo>
                  <a:pt x="1314305" y="45727"/>
                </a:lnTo>
                <a:moveTo>
                  <a:pt x="838738" y="606018"/>
                </a:moveTo>
                <a:lnTo>
                  <a:pt x="842533" y="706660"/>
                </a:lnTo>
                <a:moveTo>
                  <a:pt x="920450" y="943845"/>
                </a:moveTo>
                <a:lnTo>
                  <a:pt x="841384" y="840948"/>
                </a:lnTo>
                <a:moveTo>
                  <a:pt x="2060255" y="164151"/>
                </a:moveTo>
                <a:lnTo>
                  <a:pt x="2042648" y="191491"/>
                </a:lnTo>
                <a:moveTo>
                  <a:pt x="1871767" y="255040"/>
                </a:moveTo>
                <a:lnTo>
                  <a:pt x="1756073" y="310693"/>
                </a:lnTo>
                <a:moveTo>
                  <a:pt x="2060255" y="164151"/>
                </a:moveTo>
                <a:lnTo>
                  <a:pt x="2011691" y="155534"/>
                </a:lnTo>
                <a:moveTo>
                  <a:pt x="857013" y="813203"/>
                </a:moveTo>
                <a:lnTo>
                  <a:pt x="822699" y="807825"/>
                </a:lnTo>
                <a:moveTo>
                  <a:pt x="1331716" y="923693"/>
                </a:moveTo>
                <a:lnTo>
                  <a:pt x="1248888" y="844231"/>
                </a:lnTo>
                <a:moveTo>
                  <a:pt x="1937573" y="410955"/>
                </a:moveTo>
                <a:lnTo>
                  <a:pt x="1959827" y="518013"/>
                </a:lnTo>
                <a:moveTo>
                  <a:pt x="857013" y="813203"/>
                </a:moveTo>
                <a:lnTo>
                  <a:pt x="841384" y="840948"/>
                </a:lnTo>
                <a:moveTo>
                  <a:pt x="1949377" y="623633"/>
                </a:moveTo>
                <a:lnTo>
                  <a:pt x="1935969" y="658854"/>
                </a:lnTo>
                <a:moveTo>
                  <a:pt x="760344" y="501700"/>
                </a:moveTo>
                <a:lnTo>
                  <a:pt x="832793" y="567248"/>
                </a:lnTo>
                <a:moveTo>
                  <a:pt x="1874691" y="1030633"/>
                </a:moveTo>
                <a:lnTo>
                  <a:pt x="1840623" y="1125040"/>
                </a:lnTo>
                <a:moveTo>
                  <a:pt x="838738" y="606018"/>
                </a:moveTo>
                <a:lnTo>
                  <a:pt x="832793" y="567248"/>
                </a:lnTo>
                <a:moveTo>
                  <a:pt x="1321341" y="933854"/>
                </a:moveTo>
                <a:lnTo>
                  <a:pt x="1248888" y="844231"/>
                </a:lnTo>
                <a:moveTo>
                  <a:pt x="1354115" y="50683"/>
                </a:moveTo>
                <a:lnTo>
                  <a:pt x="1360856" y="4641"/>
                </a:lnTo>
                <a:moveTo>
                  <a:pt x="894831" y="191869"/>
                </a:moveTo>
                <a:lnTo>
                  <a:pt x="849964" y="157147"/>
                </a:lnTo>
                <a:moveTo>
                  <a:pt x="1194887" y="409899"/>
                </a:moveTo>
                <a:lnTo>
                  <a:pt x="1220290" y="443551"/>
                </a:lnTo>
                <a:moveTo>
                  <a:pt x="773060" y="286574"/>
                </a:moveTo>
                <a:lnTo>
                  <a:pt x="759389" y="237551"/>
                </a:lnTo>
                <a:moveTo>
                  <a:pt x="1628288" y="28860"/>
                </a:moveTo>
                <a:lnTo>
                  <a:pt x="1601229" y="60637"/>
                </a:lnTo>
                <a:moveTo>
                  <a:pt x="1217425" y="341134"/>
                </a:moveTo>
                <a:lnTo>
                  <a:pt x="1222100" y="295592"/>
                </a:lnTo>
                <a:moveTo>
                  <a:pt x="1881820" y="824066"/>
                </a:moveTo>
                <a:lnTo>
                  <a:pt x="1891939" y="773229"/>
                </a:lnTo>
                <a:moveTo>
                  <a:pt x="1741730" y="309663"/>
                </a:moveTo>
                <a:lnTo>
                  <a:pt x="1613732" y="286804"/>
                </a:lnTo>
                <a:moveTo>
                  <a:pt x="1613732" y="286804"/>
                </a:moveTo>
                <a:lnTo>
                  <a:pt x="1578108" y="385787"/>
                </a:lnTo>
                <a:moveTo>
                  <a:pt x="1949377" y="623633"/>
                </a:moveTo>
                <a:lnTo>
                  <a:pt x="1936803" y="667108"/>
                </a:lnTo>
                <a:moveTo>
                  <a:pt x="1429442" y="969653"/>
                </a:moveTo>
                <a:lnTo>
                  <a:pt x="1345512" y="851322"/>
                </a:lnTo>
                <a:moveTo>
                  <a:pt x="1949377" y="623633"/>
                </a:moveTo>
                <a:lnTo>
                  <a:pt x="1924052" y="695212"/>
                </a:lnTo>
                <a:moveTo>
                  <a:pt x="806772" y="116412"/>
                </a:moveTo>
                <a:lnTo>
                  <a:pt x="849964" y="157147"/>
                </a:lnTo>
                <a:moveTo>
                  <a:pt x="1880466" y="867436"/>
                </a:moveTo>
                <a:lnTo>
                  <a:pt x="1874691" y="1030633"/>
                </a:lnTo>
                <a:moveTo>
                  <a:pt x="917445" y="695055"/>
                </a:moveTo>
                <a:lnTo>
                  <a:pt x="857013" y="813203"/>
                </a:lnTo>
                <a:moveTo>
                  <a:pt x="1218129" y="387168"/>
                </a:moveTo>
                <a:lnTo>
                  <a:pt x="1222100" y="295592"/>
                </a:lnTo>
                <a:moveTo>
                  <a:pt x="1880466" y="867436"/>
                </a:moveTo>
                <a:lnTo>
                  <a:pt x="1891939" y="773229"/>
                </a:lnTo>
                <a:moveTo>
                  <a:pt x="1206318" y="934601"/>
                </a:moveTo>
                <a:lnTo>
                  <a:pt x="1181881" y="1033581"/>
                </a:lnTo>
                <a:moveTo>
                  <a:pt x="1881820" y="824066"/>
                </a:moveTo>
                <a:lnTo>
                  <a:pt x="1883078" y="758095"/>
                </a:lnTo>
                <a:moveTo>
                  <a:pt x="1874613" y="328748"/>
                </a:moveTo>
                <a:lnTo>
                  <a:pt x="1871767" y="255040"/>
                </a:lnTo>
                <a:moveTo>
                  <a:pt x="994815" y="834184"/>
                </a:moveTo>
                <a:lnTo>
                  <a:pt x="989770" y="997728"/>
                </a:lnTo>
                <a:moveTo>
                  <a:pt x="1181881" y="1033581"/>
                </a:moveTo>
                <a:lnTo>
                  <a:pt x="1134022" y="1035888"/>
                </a:lnTo>
                <a:moveTo>
                  <a:pt x="1744877" y="1140762"/>
                </a:moveTo>
                <a:lnTo>
                  <a:pt x="1708503" y="1150614"/>
                </a:lnTo>
                <a:moveTo>
                  <a:pt x="1613732" y="286804"/>
                </a:moveTo>
                <a:lnTo>
                  <a:pt x="1532540" y="227788"/>
                </a:lnTo>
                <a:moveTo>
                  <a:pt x="1354115" y="50683"/>
                </a:moveTo>
                <a:lnTo>
                  <a:pt x="1314305" y="45727"/>
                </a:lnTo>
                <a:moveTo>
                  <a:pt x="1252007" y="126731"/>
                </a:moveTo>
                <a:lnTo>
                  <a:pt x="1212151" y="163166"/>
                </a:lnTo>
                <a:moveTo>
                  <a:pt x="1217425" y="341134"/>
                </a:moveTo>
                <a:lnTo>
                  <a:pt x="1218283" y="276659"/>
                </a:lnTo>
                <a:moveTo>
                  <a:pt x="1880442" y="252782"/>
                </a:moveTo>
                <a:lnTo>
                  <a:pt x="1874613" y="328748"/>
                </a:lnTo>
                <a:moveTo>
                  <a:pt x="1331716" y="923693"/>
                </a:moveTo>
                <a:lnTo>
                  <a:pt x="1345512" y="851322"/>
                </a:lnTo>
                <a:moveTo>
                  <a:pt x="928165" y="677303"/>
                </a:moveTo>
                <a:lnTo>
                  <a:pt x="917445" y="695055"/>
                </a:lnTo>
                <a:moveTo>
                  <a:pt x="1601229" y="60637"/>
                </a:moveTo>
                <a:lnTo>
                  <a:pt x="1576247" y="122561"/>
                </a:lnTo>
                <a:moveTo>
                  <a:pt x="1783479" y="1208491"/>
                </a:moveTo>
                <a:lnTo>
                  <a:pt x="1708503" y="1150614"/>
                </a:lnTo>
                <a:moveTo>
                  <a:pt x="989245" y="832790"/>
                </a:moveTo>
                <a:lnTo>
                  <a:pt x="841384" y="840948"/>
                </a:lnTo>
                <a:moveTo>
                  <a:pt x="989245" y="832790"/>
                </a:moveTo>
                <a:lnTo>
                  <a:pt x="920450" y="943845"/>
                </a:lnTo>
                <a:moveTo>
                  <a:pt x="994815" y="834184"/>
                </a:moveTo>
                <a:lnTo>
                  <a:pt x="920450" y="943845"/>
                </a:lnTo>
                <a:moveTo>
                  <a:pt x="935153" y="695277"/>
                </a:moveTo>
                <a:lnTo>
                  <a:pt x="917445" y="695055"/>
                </a:lnTo>
                <a:moveTo>
                  <a:pt x="1601229" y="60637"/>
                </a:moveTo>
                <a:lnTo>
                  <a:pt x="1518479" y="0"/>
                </a:lnTo>
                <a:moveTo>
                  <a:pt x="1194887" y="409899"/>
                </a:moveTo>
                <a:lnTo>
                  <a:pt x="1142428" y="468828"/>
                </a:lnTo>
                <a:moveTo>
                  <a:pt x="1597003" y="1146679"/>
                </a:moveTo>
                <a:lnTo>
                  <a:pt x="1504008" y="1086281"/>
                </a:lnTo>
                <a:moveTo>
                  <a:pt x="1613732" y="286804"/>
                </a:moveTo>
                <a:lnTo>
                  <a:pt x="1484605" y="336281"/>
                </a:lnTo>
                <a:moveTo>
                  <a:pt x="1741730" y="309663"/>
                </a:moveTo>
                <a:lnTo>
                  <a:pt x="1578108" y="385787"/>
                </a:lnTo>
                <a:moveTo>
                  <a:pt x="989245" y="832790"/>
                </a:moveTo>
                <a:lnTo>
                  <a:pt x="857013" y="813203"/>
                </a:lnTo>
                <a:moveTo>
                  <a:pt x="1054070" y="972899"/>
                </a:moveTo>
                <a:lnTo>
                  <a:pt x="1008960" y="1017926"/>
                </a:lnTo>
                <a:moveTo>
                  <a:pt x="1930046" y="393291"/>
                </a:moveTo>
                <a:lnTo>
                  <a:pt x="1874613" y="328748"/>
                </a:lnTo>
                <a:moveTo>
                  <a:pt x="1321341" y="933854"/>
                </a:moveTo>
                <a:lnTo>
                  <a:pt x="1206318" y="934601"/>
                </a:lnTo>
                <a:moveTo>
                  <a:pt x="935153" y="695277"/>
                </a:moveTo>
                <a:lnTo>
                  <a:pt x="928165" y="677303"/>
                </a:lnTo>
                <a:moveTo>
                  <a:pt x="1851617" y="1159223"/>
                </a:moveTo>
                <a:lnTo>
                  <a:pt x="1840623" y="1125040"/>
                </a:lnTo>
                <a:moveTo>
                  <a:pt x="1054070" y="972899"/>
                </a:moveTo>
                <a:lnTo>
                  <a:pt x="989770" y="997728"/>
                </a:lnTo>
                <a:moveTo>
                  <a:pt x="1748838" y="30737"/>
                </a:moveTo>
                <a:lnTo>
                  <a:pt x="1628288" y="28860"/>
                </a:lnTo>
                <a:moveTo>
                  <a:pt x="1053967" y="981735"/>
                </a:moveTo>
                <a:lnTo>
                  <a:pt x="1008960" y="1017926"/>
                </a:lnTo>
                <a:moveTo>
                  <a:pt x="1756073" y="310693"/>
                </a:moveTo>
                <a:lnTo>
                  <a:pt x="1741730" y="309663"/>
                </a:lnTo>
                <a:moveTo>
                  <a:pt x="1937573" y="410955"/>
                </a:moveTo>
                <a:lnTo>
                  <a:pt x="1874613" y="328748"/>
                </a:lnTo>
                <a:moveTo>
                  <a:pt x="1949377" y="623633"/>
                </a:moveTo>
                <a:lnTo>
                  <a:pt x="1883078" y="758095"/>
                </a:lnTo>
                <a:moveTo>
                  <a:pt x="1876771" y="976263"/>
                </a:moveTo>
                <a:lnTo>
                  <a:pt x="1874691" y="1030633"/>
                </a:lnTo>
                <a:moveTo>
                  <a:pt x="838738" y="606018"/>
                </a:moveTo>
                <a:lnTo>
                  <a:pt x="917445" y="695055"/>
                </a:lnTo>
                <a:moveTo>
                  <a:pt x="1493734" y="0"/>
                </a:moveTo>
                <a:lnTo>
                  <a:pt x="1354115" y="50683"/>
                </a:lnTo>
                <a:moveTo>
                  <a:pt x="1434317" y="987493"/>
                </a:moveTo>
                <a:lnTo>
                  <a:pt x="1429442" y="969653"/>
                </a:lnTo>
                <a:moveTo>
                  <a:pt x="1934155" y="475953"/>
                </a:moveTo>
                <a:lnTo>
                  <a:pt x="1937573" y="410955"/>
                </a:lnTo>
                <a:moveTo>
                  <a:pt x="1220121" y="1162577"/>
                </a:moveTo>
                <a:lnTo>
                  <a:pt x="1134022" y="1035888"/>
                </a:lnTo>
                <a:moveTo>
                  <a:pt x="1649022" y="1089092"/>
                </a:moveTo>
                <a:lnTo>
                  <a:pt x="1708503" y="1150614"/>
                </a:lnTo>
                <a:moveTo>
                  <a:pt x="1959827" y="518013"/>
                </a:moveTo>
                <a:lnTo>
                  <a:pt x="1949377" y="623633"/>
                </a:lnTo>
                <a:moveTo>
                  <a:pt x="1741856" y="319839"/>
                </a:moveTo>
                <a:lnTo>
                  <a:pt x="1741730" y="309663"/>
                </a:lnTo>
                <a:moveTo>
                  <a:pt x="928165" y="677303"/>
                </a:moveTo>
                <a:lnTo>
                  <a:pt x="838738" y="606018"/>
                </a:lnTo>
                <a:moveTo>
                  <a:pt x="989245" y="832790"/>
                </a:moveTo>
                <a:lnTo>
                  <a:pt x="917445" y="695055"/>
                </a:lnTo>
                <a:moveTo>
                  <a:pt x="1741856" y="319839"/>
                </a:moveTo>
                <a:lnTo>
                  <a:pt x="1578108" y="385787"/>
                </a:lnTo>
                <a:moveTo>
                  <a:pt x="1504008" y="1086281"/>
                </a:moveTo>
                <a:lnTo>
                  <a:pt x="1434317" y="987493"/>
                </a:lnTo>
                <a:moveTo>
                  <a:pt x="757040" y="334192"/>
                </a:moveTo>
                <a:lnTo>
                  <a:pt x="773060" y="286574"/>
                </a:lnTo>
                <a:moveTo>
                  <a:pt x="1881820" y="824066"/>
                </a:moveTo>
                <a:lnTo>
                  <a:pt x="1880466" y="867436"/>
                </a:lnTo>
                <a:moveTo>
                  <a:pt x="1134022" y="1035888"/>
                </a:moveTo>
                <a:lnTo>
                  <a:pt x="1113688" y="1123059"/>
                </a:lnTo>
                <a:moveTo>
                  <a:pt x="1756073" y="310693"/>
                </a:moveTo>
                <a:lnTo>
                  <a:pt x="1741856" y="319839"/>
                </a:lnTo>
                <a:moveTo>
                  <a:pt x="1601229" y="60637"/>
                </a:moveTo>
                <a:lnTo>
                  <a:pt x="1479605" y="75480"/>
                </a:lnTo>
                <a:moveTo>
                  <a:pt x="1883078" y="758095"/>
                </a:moveTo>
                <a:lnTo>
                  <a:pt x="1824698" y="703435"/>
                </a:lnTo>
                <a:moveTo>
                  <a:pt x="1252007" y="126731"/>
                </a:moveTo>
                <a:lnTo>
                  <a:pt x="1218283" y="276659"/>
                </a:lnTo>
                <a:moveTo>
                  <a:pt x="991705" y="827569"/>
                </a:moveTo>
                <a:lnTo>
                  <a:pt x="935153" y="695277"/>
                </a:lnTo>
                <a:moveTo>
                  <a:pt x="935153" y="695277"/>
                </a:moveTo>
                <a:lnTo>
                  <a:pt x="989245" y="832790"/>
                </a:lnTo>
                <a:moveTo>
                  <a:pt x="1871948" y="860135"/>
                </a:moveTo>
                <a:lnTo>
                  <a:pt x="1881820" y="824066"/>
                </a:lnTo>
                <a:moveTo>
                  <a:pt x="1218129" y="387168"/>
                </a:moveTo>
                <a:lnTo>
                  <a:pt x="1217425" y="341134"/>
                </a:lnTo>
                <a:moveTo>
                  <a:pt x="1576247" y="122561"/>
                </a:moveTo>
                <a:lnTo>
                  <a:pt x="1532540" y="227788"/>
                </a:lnTo>
                <a:moveTo>
                  <a:pt x="1314305" y="45727"/>
                </a:moveTo>
                <a:lnTo>
                  <a:pt x="1252007" y="126731"/>
                </a:lnTo>
                <a:moveTo>
                  <a:pt x="760344" y="501700"/>
                </a:moveTo>
                <a:lnTo>
                  <a:pt x="760226" y="501433"/>
                </a:lnTo>
                <a:moveTo>
                  <a:pt x="760236" y="501561"/>
                </a:moveTo>
                <a:lnTo>
                  <a:pt x="760226" y="501433"/>
                </a:lnTo>
                <a:moveTo>
                  <a:pt x="760236" y="501561"/>
                </a:moveTo>
                <a:lnTo>
                  <a:pt x="760344" y="501700"/>
                </a:lnTo>
                <a:moveTo>
                  <a:pt x="1027149" y="296495"/>
                </a:moveTo>
                <a:lnTo>
                  <a:pt x="986976" y="254859"/>
                </a:lnTo>
                <a:moveTo>
                  <a:pt x="838738" y="606018"/>
                </a:moveTo>
                <a:lnTo>
                  <a:pt x="760344" y="501700"/>
                </a:lnTo>
                <a:moveTo>
                  <a:pt x="838738" y="606018"/>
                </a:moveTo>
                <a:lnTo>
                  <a:pt x="760236" y="501561"/>
                </a:lnTo>
                <a:moveTo>
                  <a:pt x="1011919" y="279883"/>
                </a:moveTo>
                <a:lnTo>
                  <a:pt x="986976" y="254859"/>
                </a:lnTo>
                <a:moveTo>
                  <a:pt x="1093903" y="373875"/>
                </a:moveTo>
                <a:lnTo>
                  <a:pt x="1142428" y="468828"/>
                </a:lnTo>
                <a:moveTo>
                  <a:pt x="1079682" y="1095641"/>
                </a:moveTo>
                <a:lnTo>
                  <a:pt x="1008960" y="1017926"/>
                </a:lnTo>
                <a:moveTo>
                  <a:pt x="1093903" y="373875"/>
                </a:moveTo>
                <a:lnTo>
                  <a:pt x="1061609" y="371280"/>
                </a:lnTo>
                <a:moveTo>
                  <a:pt x="1429442" y="969653"/>
                </a:moveTo>
                <a:lnTo>
                  <a:pt x="1331716" y="923693"/>
                </a:lnTo>
                <a:moveTo>
                  <a:pt x="1479605" y="75480"/>
                </a:moveTo>
                <a:lnTo>
                  <a:pt x="1354115" y="50683"/>
                </a:lnTo>
                <a:moveTo>
                  <a:pt x="1027149" y="296495"/>
                </a:moveTo>
                <a:lnTo>
                  <a:pt x="1059348" y="367139"/>
                </a:lnTo>
                <a:moveTo>
                  <a:pt x="1027149" y="296495"/>
                </a:moveTo>
                <a:lnTo>
                  <a:pt x="1061609" y="371280"/>
                </a:lnTo>
                <a:moveTo>
                  <a:pt x="1578108" y="385787"/>
                </a:moveTo>
                <a:lnTo>
                  <a:pt x="1484605" y="336281"/>
                </a:lnTo>
                <a:moveTo>
                  <a:pt x="1576247" y="122561"/>
                </a:moveTo>
                <a:lnTo>
                  <a:pt x="1479605" y="75480"/>
                </a:lnTo>
                <a:moveTo>
                  <a:pt x="1934155" y="475953"/>
                </a:moveTo>
                <a:lnTo>
                  <a:pt x="1959827" y="518013"/>
                </a:lnTo>
                <a:moveTo>
                  <a:pt x="1508020" y="0"/>
                </a:moveTo>
                <a:lnTo>
                  <a:pt x="1479605" y="75480"/>
                </a:lnTo>
                <a:moveTo>
                  <a:pt x="1271454" y="1051458"/>
                </a:moveTo>
                <a:lnTo>
                  <a:pt x="1181881" y="1033581"/>
                </a:lnTo>
                <a:moveTo>
                  <a:pt x="1871948" y="860135"/>
                </a:moveTo>
                <a:lnTo>
                  <a:pt x="1880466" y="867436"/>
                </a:lnTo>
                <a:moveTo>
                  <a:pt x="1628288" y="28860"/>
                </a:moveTo>
                <a:lnTo>
                  <a:pt x="1611350" y="95443"/>
                </a:lnTo>
                <a:moveTo>
                  <a:pt x="922218" y="209436"/>
                </a:moveTo>
                <a:lnTo>
                  <a:pt x="986976" y="254859"/>
                </a:lnTo>
                <a:moveTo>
                  <a:pt x="1181881" y="1033581"/>
                </a:moveTo>
                <a:lnTo>
                  <a:pt x="1220121" y="1162577"/>
                </a:lnTo>
                <a:moveTo>
                  <a:pt x="1220596" y="1161600"/>
                </a:moveTo>
                <a:lnTo>
                  <a:pt x="1181881" y="1033581"/>
                </a:lnTo>
                <a:moveTo>
                  <a:pt x="991705" y="827569"/>
                </a:moveTo>
                <a:lnTo>
                  <a:pt x="989245" y="832790"/>
                </a:lnTo>
                <a:moveTo>
                  <a:pt x="991705" y="827569"/>
                </a:moveTo>
                <a:lnTo>
                  <a:pt x="994815" y="834184"/>
                </a:lnTo>
                <a:moveTo>
                  <a:pt x="994815" y="834184"/>
                </a:moveTo>
                <a:lnTo>
                  <a:pt x="989245" y="832790"/>
                </a:lnTo>
                <a:moveTo>
                  <a:pt x="1881820" y="824066"/>
                </a:moveTo>
                <a:lnTo>
                  <a:pt x="1824698" y="703435"/>
                </a:lnTo>
                <a:moveTo>
                  <a:pt x="1321341" y="933854"/>
                </a:moveTo>
                <a:lnTo>
                  <a:pt x="1181881" y="1033581"/>
                </a:lnTo>
                <a:moveTo>
                  <a:pt x="1079682" y="1095641"/>
                </a:moveTo>
                <a:lnTo>
                  <a:pt x="1134022" y="1035888"/>
                </a:lnTo>
                <a:moveTo>
                  <a:pt x="1874613" y="328748"/>
                </a:moveTo>
                <a:lnTo>
                  <a:pt x="1756073" y="310693"/>
                </a:lnTo>
                <a:moveTo>
                  <a:pt x="1056969" y="709010"/>
                </a:moveTo>
                <a:lnTo>
                  <a:pt x="928165" y="677303"/>
                </a:lnTo>
                <a:moveTo>
                  <a:pt x="1876771" y="976263"/>
                </a:moveTo>
                <a:lnTo>
                  <a:pt x="1840623" y="1125040"/>
                </a:lnTo>
                <a:moveTo>
                  <a:pt x="1859722" y="648483"/>
                </a:moveTo>
                <a:lnTo>
                  <a:pt x="1883078" y="758095"/>
                </a:lnTo>
                <a:moveTo>
                  <a:pt x="1056969" y="709010"/>
                </a:moveTo>
                <a:lnTo>
                  <a:pt x="935153" y="695277"/>
                </a:lnTo>
                <a:moveTo>
                  <a:pt x="1275385" y="248413"/>
                </a:moveTo>
                <a:lnTo>
                  <a:pt x="1218283" y="276659"/>
                </a:lnTo>
                <a:moveTo>
                  <a:pt x="1649022" y="1089092"/>
                </a:moveTo>
                <a:lnTo>
                  <a:pt x="1597003" y="1146679"/>
                </a:lnTo>
                <a:moveTo>
                  <a:pt x="1532540" y="227788"/>
                </a:moveTo>
                <a:lnTo>
                  <a:pt x="1484605" y="336281"/>
                </a:lnTo>
                <a:moveTo>
                  <a:pt x="1218129" y="387168"/>
                </a:moveTo>
                <a:lnTo>
                  <a:pt x="1194887" y="409899"/>
                </a:lnTo>
                <a:moveTo>
                  <a:pt x="845450" y="99646"/>
                </a:moveTo>
                <a:lnTo>
                  <a:pt x="894831" y="191869"/>
                </a:lnTo>
                <a:moveTo>
                  <a:pt x="1688573" y="389227"/>
                </a:moveTo>
                <a:lnTo>
                  <a:pt x="1578108" y="385787"/>
                </a:lnTo>
                <a:moveTo>
                  <a:pt x="1071550" y="685083"/>
                </a:moveTo>
                <a:lnTo>
                  <a:pt x="928165" y="677303"/>
                </a:lnTo>
                <a:moveTo>
                  <a:pt x="922218" y="209436"/>
                </a:moveTo>
                <a:lnTo>
                  <a:pt x="894831" y="191869"/>
                </a:lnTo>
                <a:moveTo>
                  <a:pt x="1578108" y="385787"/>
                </a:moveTo>
                <a:lnTo>
                  <a:pt x="1555525" y="474696"/>
                </a:lnTo>
                <a:moveTo>
                  <a:pt x="1611350" y="95443"/>
                </a:moveTo>
                <a:lnTo>
                  <a:pt x="1601229" y="60637"/>
                </a:lnTo>
                <a:moveTo>
                  <a:pt x="1271454" y="1051458"/>
                </a:moveTo>
                <a:lnTo>
                  <a:pt x="1220596" y="1161600"/>
                </a:lnTo>
                <a:moveTo>
                  <a:pt x="1331716" y="923693"/>
                </a:moveTo>
                <a:lnTo>
                  <a:pt x="1321341" y="933854"/>
                </a:lnTo>
                <a:moveTo>
                  <a:pt x="845450" y="99646"/>
                </a:moveTo>
                <a:lnTo>
                  <a:pt x="849964" y="157147"/>
                </a:lnTo>
                <a:moveTo>
                  <a:pt x="994815" y="834184"/>
                </a:moveTo>
                <a:lnTo>
                  <a:pt x="1054070" y="972899"/>
                </a:lnTo>
                <a:moveTo>
                  <a:pt x="1321341" y="933854"/>
                </a:moveTo>
                <a:lnTo>
                  <a:pt x="1271454" y="1051458"/>
                </a:lnTo>
                <a:moveTo>
                  <a:pt x="1649979" y="94383"/>
                </a:moveTo>
                <a:lnTo>
                  <a:pt x="1628288" y="28860"/>
                </a:lnTo>
                <a:moveTo>
                  <a:pt x="1325030" y="944091"/>
                </a:moveTo>
                <a:lnTo>
                  <a:pt x="1271454" y="1051458"/>
                </a:lnTo>
                <a:moveTo>
                  <a:pt x="1871948" y="860135"/>
                </a:moveTo>
                <a:lnTo>
                  <a:pt x="1824698" y="703435"/>
                </a:lnTo>
                <a:moveTo>
                  <a:pt x="1220596" y="1161600"/>
                </a:moveTo>
                <a:lnTo>
                  <a:pt x="1220121" y="1162577"/>
                </a:lnTo>
                <a:moveTo>
                  <a:pt x="1221583" y="1163012"/>
                </a:moveTo>
                <a:lnTo>
                  <a:pt x="1220121" y="1162577"/>
                </a:lnTo>
                <a:moveTo>
                  <a:pt x="1220596" y="1161600"/>
                </a:moveTo>
                <a:lnTo>
                  <a:pt x="1221583" y="1163012"/>
                </a:lnTo>
                <a:moveTo>
                  <a:pt x="1880466" y="867436"/>
                </a:moveTo>
                <a:lnTo>
                  <a:pt x="1876771" y="976263"/>
                </a:lnTo>
                <a:moveTo>
                  <a:pt x="1219712" y="1164299"/>
                </a:moveTo>
                <a:lnTo>
                  <a:pt x="1220121" y="1162577"/>
                </a:lnTo>
                <a:moveTo>
                  <a:pt x="1221583" y="1163012"/>
                </a:moveTo>
                <a:lnTo>
                  <a:pt x="1219712" y="1164299"/>
                </a:lnTo>
                <a:moveTo>
                  <a:pt x="1560252" y="1015804"/>
                </a:moveTo>
                <a:lnTo>
                  <a:pt x="1597003" y="1146679"/>
                </a:lnTo>
                <a:moveTo>
                  <a:pt x="845425" y="99607"/>
                </a:moveTo>
                <a:lnTo>
                  <a:pt x="806772" y="116412"/>
                </a:lnTo>
                <a:moveTo>
                  <a:pt x="845450" y="99646"/>
                </a:moveTo>
                <a:lnTo>
                  <a:pt x="806772" y="116412"/>
                </a:lnTo>
                <a:moveTo>
                  <a:pt x="1578108" y="385787"/>
                </a:moveTo>
                <a:lnTo>
                  <a:pt x="1449106" y="435167"/>
                </a:lnTo>
                <a:moveTo>
                  <a:pt x="759963" y="259229"/>
                </a:moveTo>
                <a:lnTo>
                  <a:pt x="759389" y="237551"/>
                </a:lnTo>
                <a:moveTo>
                  <a:pt x="1056969" y="709010"/>
                </a:moveTo>
                <a:lnTo>
                  <a:pt x="991705" y="827569"/>
                </a:lnTo>
                <a:moveTo>
                  <a:pt x="1325030" y="944091"/>
                </a:moveTo>
                <a:lnTo>
                  <a:pt x="1321341" y="933854"/>
                </a:lnTo>
                <a:moveTo>
                  <a:pt x="1741856" y="319839"/>
                </a:moveTo>
                <a:lnTo>
                  <a:pt x="1688573" y="389227"/>
                </a:lnTo>
                <a:moveTo>
                  <a:pt x="1934155" y="475953"/>
                </a:moveTo>
                <a:lnTo>
                  <a:pt x="1949377" y="623633"/>
                </a:lnTo>
                <a:moveTo>
                  <a:pt x="1275385" y="248413"/>
                </a:moveTo>
                <a:lnTo>
                  <a:pt x="1217425" y="341134"/>
                </a:lnTo>
                <a:moveTo>
                  <a:pt x="1343936" y="130010"/>
                </a:moveTo>
                <a:lnTo>
                  <a:pt x="1314305" y="45727"/>
                </a:lnTo>
                <a:moveTo>
                  <a:pt x="1576247" y="122561"/>
                </a:moveTo>
                <a:lnTo>
                  <a:pt x="1446527" y="172496"/>
                </a:lnTo>
                <a:moveTo>
                  <a:pt x="1278728" y="255222"/>
                </a:moveTo>
                <a:lnTo>
                  <a:pt x="1217425" y="341134"/>
                </a:lnTo>
                <a:moveTo>
                  <a:pt x="1220121" y="1162577"/>
                </a:moveTo>
                <a:lnTo>
                  <a:pt x="1113688" y="1123059"/>
                </a:lnTo>
                <a:moveTo>
                  <a:pt x="1871948" y="860135"/>
                </a:moveTo>
                <a:lnTo>
                  <a:pt x="1876771" y="976263"/>
                </a:lnTo>
                <a:moveTo>
                  <a:pt x="1759434" y="31323"/>
                </a:moveTo>
                <a:lnTo>
                  <a:pt x="1748838" y="30737"/>
                </a:lnTo>
                <a:moveTo>
                  <a:pt x="1219712" y="1164299"/>
                </a:moveTo>
                <a:lnTo>
                  <a:pt x="1113688" y="1123059"/>
                </a:lnTo>
                <a:moveTo>
                  <a:pt x="1341148" y="396828"/>
                </a:moveTo>
                <a:lnTo>
                  <a:pt x="1217425" y="341134"/>
                </a:lnTo>
                <a:moveTo>
                  <a:pt x="1336976" y="929379"/>
                </a:moveTo>
                <a:lnTo>
                  <a:pt x="1331716" y="923693"/>
                </a:lnTo>
                <a:moveTo>
                  <a:pt x="1481222" y="912798"/>
                </a:moveTo>
                <a:lnTo>
                  <a:pt x="1429442" y="969653"/>
                </a:lnTo>
                <a:moveTo>
                  <a:pt x="975850" y="632937"/>
                </a:moveTo>
                <a:lnTo>
                  <a:pt x="928165" y="677303"/>
                </a:lnTo>
                <a:moveTo>
                  <a:pt x="1840623" y="1125040"/>
                </a:moveTo>
                <a:lnTo>
                  <a:pt x="1795964" y="1061760"/>
                </a:lnTo>
                <a:moveTo>
                  <a:pt x="1351479" y="377383"/>
                </a:moveTo>
                <a:lnTo>
                  <a:pt x="1217425" y="341134"/>
                </a:lnTo>
                <a:moveTo>
                  <a:pt x="1521364" y="973463"/>
                </a:moveTo>
                <a:lnTo>
                  <a:pt x="1429442" y="969653"/>
                </a:lnTo>
                <a:moveTo>
                  <a:pt x="1083026" y="710126"/>
                </a:moveTo>
                <a:lnTo>
                  <a:pt x="991705" y="827569"/>
                </a:lnTo>
                <a:moveTo>
                  <a:pt x="1083026" y="710126"/>
                </a:moveTo>
                <a:lnTo>
                  <a:pt x="994815" y="834184"/>
                </a:lnTo>
                <a:moveTo>
                  <a:pt x="1818929" y="1015951"/>
                </a:moveTo>
                <a:lnTo>
                  <a:pt x="1840623" y="1125040"/>
                </a:lnTo>
                <a:moveTo>
                  <a:pt x="1871948" y="860135"/>
                </a:moveTo>
                <a:lnTo>
                  <a:pt x="1781679" y="808131"/>
                </a:lnTo>
                <a:moveTo>
                  <a:pt x="1053967" y="981735"/>
                </a:moveTo>
                <a:lnTo>
                  <a:pt x="1054070" y="972899"/>
                </a:lnTo>
                <a:moveTo>
                  <a:pt x="1521364" y="973463"/>
                </a:moveTo>
                <a:lnTo>
                  <a:pt x="1434317" y="987493"/>
                </a:lnTo>
                <a:moveTo>
                  <a:pt x="1560252" y="1015804"/>
                </a:moveTo>
                <a:lnTo>
                  <a:pt x="1504008" y="1086281"/>
                </a:lnTo>
                <a:moveTo>
                  <a:pt x="1336976" y="929379"/>
                </a:moveTo>
                <a:lnTo>
                  <a:pt x="1321341" y="933854"/>
                </a:lnTo>
                <a:moveTo>
                  <a:pt x="1354115" y="50683"/>
                </a:moveTo>
                <a:lnTo>
                  <a:pt x="1343936" y="130010"/>
                </a:lnTo>
                <a:moveTo>
                  <a:pt x="1336976" y="929379"/>
                </a:moveTo>
                <a:lnTo>
                  <a:pt x="1325030" y="944091"/>
                </a:lnTo>
                <a:moveTo>
                  <a:pt x="1934155" y="475953"/>
                </a:moveTo>
                <a:lnTo>
                  <a:pt x="1874613" y="328748"/>
                </a:lnTo>
                <a:moveTo>
                  <a:pt x="1521364" y="973463"/>
                </a:moveTo>
                <a:lnTo>
                  <a:pt x="1504008" y="1086281"/>
                </a:lnTo>
                <a:moveTo>
                  <a:pt x="1783479" y="1208491"/>
                </a:moveTo>
                <a:lnTo>
                  <a:pt x="1744877" y="1140762"/>
                </a:lnTo>
                <a:moveTo>
                  <a:pt x="1348378" y="1057273"/>
                </a:moveTo>
                <a:lnTo>
                  <a:pt x="1271454" y="1051458"/>
                </a:lnTo>
                <a:moveTo>
                  <a:pt x="1532540" y="227788"/>
                </a:moveTo>
                <a:lnTo>
                  <a:pt x="1446527" y="172496"/>
                </a:lnTo>
                <a:moveTo>
                  <a:pt x="1341148" y="396828"/>
                </a:moveTo>
                <a:lnTo>
                  <a:pt x="1218129" y="387168"/>
                </a:lnTo>
                <a:moveTo>
                  <a:pt x="1756073" y="310693"/>
                </a:moveTo>
                <a:lnTo>
                  <a:pt x="1734072" y="387042"/>
                </a:lnTo>
                <a:moveTo>
                  <a:pt x="757040" y="334192"/>
                </a:moveTo>
                <a:lnTo>
                  <a:pt x="759389" y="237551"/>
                </a:lnTo>
                <a:moveTo>
                  <a:pt x="1949377" y="623633"/>
                </a:moveTo>
                <a:lnTo>
                  <a:pt x="1859722" y="648483"/>
                </a:lnTo>
                <a:moveTo>
                  <a:pt x="1611354" y="76045"/>
                </a:moveTo>
                <a:lnTo>
                  <a:pt x="1601229" y="60637"/>
                </a:lnTo>
                <a:moveTo>
                  <a:pt x="975850" y="632937"/>
                </a:moveTo>
                <a:lnTo>
                  <a:pt x="838738" y="606018"/>
                </a:lnTo>
                <a:moveTo>
                  <a:pt x="1348378" y="1057273"/>
                </a:moveTo>
                <a:lnTo>
                  <a:pt x="1220596" y="1161600"/>
                </a:lnTo>
                <a:moveTo>
                  <a:pt x="1325030" y="944091"/>
                </a:moveTo>
                <a:lnTo>
                  <a:pt x="1348378" y="1057273"/>
                </a:lnTo>
                <a:moveTo>
                  <a:pt x="1479605" y="75480"/>
                </a:moveTo>
                <a:lnTo>
                  <a:pt x="1446527" y="172496"/>
                </a:lnTo>
                <a:moveTo>
                  <a:pt x="1484605" y="336281"/>
                </a:moveTo>
                <a:lnTo>
                  <a:pt x="1449106" y="435167"/>
                </a:lnTo>
                <a:moveTo>
                  <a:pt x="1734072" y="387042"/>
                </a:moveTo>
                <a:lnTo>
                  <a:pt x="1741856" y="319839"/>
                </a:lnTo>
                <a:moveTo>
                  <a:pt x="1871948" y="860135"/>
                </a:moveTo>
                <a:lnTo>
                  <a:pt x="1846908" y="950942"/>
                </a:lnTo>
                <a:moveTo>
                  <a:pt x="1194887" y="409899"/>
                </a:moveTo>
                <a:lnTo>
                  <a:pt x="1093903" y="373875"/>
                </a:lnTo>
                <a:moveTo>
                  <a:pt x="1885647" y="1156523"/>
                </a:moveTo>
                <a:lnTo>
                  <a:pt x="1840623" y="1125040"/>
                </a:lnTo>
                <a:moveTo>
                  <a:pt x="1287031" y="1304667"/>
                </a:moveTo>
                <a:lnTo>
                  <a:pt x="1286676" y="1304363"/>
                </a:lnTo>
                <a:moveTo>
                  <a:pt x="1532540" y="227788"/>
                </a:moveTo>
                <a:lnTo>
                  <a:pt x="1398950" y="280713"/>
                </a:lnTo>
                <a:moveTo>
                  <a:pt x="1824698" y="703435"/>
                </a:moveTo>
                <a:lnTo>
                  <a:pt x="1781679" y="808131"/>
                </a:lnTo>
                <a:moveTo>
                  <a:pt x="1481222" y="912798"/>
                </a:moveTo>
                <a:lnTo>
                  <a:pt x="1331716" y="923693"/>
                </a:lnTo>
                <a:moveTo>
                  <a:pt x="1252007" y="126731"/>
                </a:moveTo>
                <a:lnTo>
                  <a:pt x="1275385" y="248413"/>
                </a:lnTo>
                <a:moveTo>
                  <a:pt x="1744877" y="1140762"/>
                </a:moveTo>
                <a:lnTo>
                  <a:pt x="1649022" y="1089092"/>
                </a:lnTo>
                <a:moveTo>
                  <a:pt x="1071550" y="685083"/>
                </a:moveTo>
                <a:lnTo>
                  <a:pt x="1056969" y="709010"/>
                </a:lnTo>
                <a:moveTo>
                  <a:pt x="1885647" y="1156523"/>
                </a:moveTo>
                <a:lnTo>
                  <a:pt x="1851617" y="1159223"/>
                </a:lnTo>
                <a:moveTo>
                  <a:pt x="1219712" y="1164299"/>
                </a:moveTo>
                <a:lnTo>
                  <a:pt x="1110715" y="1152723"/>
                </a:lnTo>
                <a:moveTo>
                  <a:pt x="1083026" y="710126"/>
                </a:moveTo>
                <a:lnTo>
                  <a:pt x="1056969" y="709010"/>
                </a:lnTo>
                <a:moveTo>
                  <a:pt x="1218129" y="387168"/>
                </a:moveTo>
                <a:lnTo>
                  <a:pt x="1186284" y="466186"/>
                </a:lnTo>
                <a:moveTo>
                  <a:pt x="1079682" y="1095641"/>
                </a:moveTo>
                <a:lnTo>
                  <a:pt x="1113688" y="1123059"/>
                </a:lnTo>
                <a:moveTo>
                  <a:pt x="1859722" y="648483"/>
                </a:moveTo>
                <a:lnTo>
                  <a:pt x="1824698" y="703435"/>
                </a:lnTo>
                <a:moveTo>
                  <a:pt x="1107206" y="832188"/>
                </a:moveTo>
                <a:lnTo>
                  <a:pt x="994815" y="834184"/>
                </a:lnTo>
                <a:moveTo>
                  <a:pt x="1824698" y="703435"/>
                </a:moveTo>
                <a:lnTo>
                  <a:pt x="1675732" y="768237"/>
                </a:lnTo>
                <a:moveTo>
                  <a:pt x="1079682" y="1095641"/>
                </a:moveTo>
                <a:lnTo>
                  <a:pt x="1053967" y="981735"/>
                </a:lnTo>
                <a:moveTo>
                  <a:pt x="1484605" y="336281"/>
                </a:moveTo>
                <a:lnTo>
                  <a:pt x="1398950" y="280713"/>
                </a:lnTo>
                <a:moveTo>
                  <a:pt x="1479605" y="75480"/>
                </a:moveTo>
                <a:lnTo>
                  <a:pt x="1343936" y="130010"/>
                </a:lnTo>
                <a:moveTo>
                  <a:pt x="1110715" y="1152723"/>
                </a:moveTo>
                <a:lnTo>
                  <a:pt x="1113688" y="1123059"/>
                </a:lnTo>
                <a:moveTo>
                  <a:pt x="1688573" y="389227"/>
                </a:moveTo>
                <a:lnTo>
                  <a:pt x="1555525" y="474696"/>
                </a:lnTo>
                <a:moveTo>
                  <a:pt x="1083026" y="710126"/>
                </a:moveTo>
                <a:lnTo>
                  <a:pt x="1071550" y="685083"/>
                </a:lnTo>
                <a:moveTo>
                  <a:pt x="1359175" y="1176895"/>
                </a:moveTo>
                <a:lnTo>
                  <a:pt x="1221583" y="1163012"/>
                </a:lnTo>
                <a:moveTo>
                  <a:pt x="1343936" y="130010"/>
                </a:moveTo>
                <a:lnTo>
                  <a:pt x="1252007" y="126731"/>
                </a:lnTo>
                <a:moveTo>
                  <a:pt x="1363709" y="1170212"/>
                </a:moveTo>
                <a:lnTo>
                  <a:pt x="1220596" y="1161600"/>
                </a:lnTo>
                <a:moveTo>
                  <a:pt x="1363709" y="1170212"/>
                </a:moveTo>
                <a:lnTo>
                  <a:pt x="1221583" y="1163012"/>
                </a:lnTo>
                <a:moveTo>
                  <a:pt x="751333" y="442064"/>
                </a:moveTo>
                <a:lnTo>
                  <a:pt x="760226" y="501433"/>
                </a:lnTo>
                <a:moveTo>
                  <a:pt x="751333" y="442064"/>
                </a:moveTo>
                <a:lnTo>
                  <a:pt x="760236" y="501561"/>
                </a:lnTo>
                <a:moveTo>
                  <a:pt x="1795964" y="1061760"/>
                </a:moveTo>
                <a:lnTo>
                  <a:pt x="1744877" y="1140762"/>
                </a:lnTo>
                <a:moveTo>
                  <a:pt x="869014" y="610730"/>
                </a:moveTo>
                <a:lnTo>
                  <a:pt x="760236" y="501561"/>
                </a:lnTo>
                <a:moveTo>
                  <a:pt x="869014" y="610730"/>
                </a:moveTo>
                <a:lnTo>
                  <a:pt x="838738" y="606018"/>
                </a:lnTo>
                <a:moveTo>
                  <a:pt x="1221583" y="1163012"/>
                </a:moveTo>
                <a:lnTo>
                  <a:pt x="1197968" y="1251153"/>
                </a:lnTo>
                <a:moveTo>
                  <a:pt x="757040" y="334192"/>
                </a:moveTo>
                <a:lnTo>
                  <a:pt x="759963" y="259229"/>
                </a:lnTo>
                <a:moveTo>
                  <a:pt x="1186284" y="466186"/>
                </a:moveTo>
                <a:lnTo>
                  <a:pt x="1194887" y="409899"/>
                </a:lnTo>
                <a:moveTo>
                  <a:pt x="1555525" y="474696"/>
                </a:moveTo>
                <a:lnTo>
                  <a:pt x="1449106" y="435167"/>
                </a:lnTo>
                <a:moveTo>
                  <a:pt x="1219712" y="1164299"/>
                </a:moveTo>
                <a:lnTo>
                  <a:pt x="1197968" y="1251153"/>
                </a:lnTo>
                <a:moveTo>
                  <a:pt x="1824698" y="703435"/>
                </a:moveTo>
                <a:lnTo>
                  <a:pt x="1736657" y="649709"/>
                </a:lnTo>
                <a:moveTo>
                  <a:pt x="1874613" y="328748"/>
                </a:moveTo>
                <a:lnTo>
                  <a:pt x="1734072" y="387042"/>
                </a:lnTo>
                <a:moveTo>
                  <a:pt x="1876771" y="976263"/>
                </a:moveTo>
                <a:lnTo>
                  <a:pt x="1846908" y="950942"/>
                </a:lnTo>
                <a:moveTo>
                  <a:pt x="1481222" y="912798"/>
                </a:moveTo>
                <a:lnTo>
                  <a:pt x="1336976" y="929379"/>
                </a:lnTo>
                <a:moveTo>
                  <a:pt x="1748838" y="30737"/>
                </a:moveTo>
                <a:lnTo>
                  <a:pt x="1649979" y="94383"/>
                </a:lnTo>
                <a:moveTo>
                  <a:pt x="1107206" y="832188"/>
                </a:moveTo>
                <a:lnTo>
                  <a:pt x="1054070" y="972899"/>
                </a:lnTo>
                <a:moveTo>
                  <a:pt x="1949377" y="623633"/>
                </a:moveTo>
                <a:lnTo>
                  <a:pt x="1912838" y="563883"/>
                </a:lnTo>
                <a:moveTo>
                  <a:pt x="1781679" y="808131"/>
                </a:moveTo>
                <a:lnTo>
                  <a:pt x="1675732" y="768237"/>
                </a:lnTo>
                <a:moveTo>
                  <a:pt x="1093903" y="373875"/>
                </a:moveTo>
                <a:lnTo>
                  <a:pt x="1027149" y="296495"/>
                </a:lnTo>
                <a:moveTo>
                  <a:pt x="1278728" y="255222"/>
                </a:moveTo>
                <a:lnTo>
                  <a:pt x="1275385" y="248413"/>
                </a:lnTo>
                <a:moveTo>
                  <a:pt x="1876771" y="976263"/>
                </a:moveTo>
                <a:lnTo>
                  <a:pt x="1818929" y="1015951"/>
                </a:lnTo>
                <a:moveTo>
                  <a:pt x="1011919" y="279883"/>
                </a:moveTo>
                <a:lnTo>
                  <a:pt x="1027149" y="296495"/>
                </a:lnTo>
                <a:moveTo>
                  <a:pt x="1738969" y="118595"/>
                </a:moveTo>
                <a:lnTo>
                  <a:pt x="1748838" y="30737"/>
                </a:lnTo>
                <a:moveTo>
                  <a:pt x="1359175" y="1176895"/>
                </a:moveTo>
                <a:lnTo>
                  <a:pt x="1287031" y="1304667"/>
                </a:lnTo>
                <a:moveTo>
                  <a:pt x="1359175" y="1176895"/>
                </a:moveTo>
                <a:lnTo>
                  <a:pt x="1286676" y="1304363"/>
                </a:lnTo>
                <a:moveTo>
                  <a:pt x="1071550" y="685083"/>
                </a:moveTo>
                <a:lnTo>
                  <a:pt x="975850" y="632937"/>
                </a:lnTo>
                <a:moveTo>
                  <a:pt x="1449106" y="435167"/>
                </a:moveTo>
                <a:lnTo>
                  <a:pt x="1390976" y="413874"/>
                </a:lnTo>
                <a:moveTo>
                  <a:pt x="1649022" y="1089092"/>
                </a:moveTo>
                <a:lnTo>
                  <a:pt x="1560252" y="1015804"/>
                </a:lnTo>
                <a:moveTo>
                  <a:pt x="1759434" y="31323"/>
                </a:moveTo>
                <a:lnTo>
                  <a:pt x="1738969" y="118595"/>
                </a:lnTo>
                <a:moveTo>
                  <a:pt x="1351479" y="377383"/>
                </a:moveTo>
                <a:lnTo>
                  <a:pt x="1278728" y="255222"/>
                </a:lnTo>
                <a:moveTo>
                  <a:pt x="1449106" y="435167"/>
                </a:moveTo>
                <a:lnTo>
                  <a:pt x="1351479" y="377383"/>
                </a:lnTo>
                <a:moveTo>
                  <a:pt x="1110715" y="1152723"/>
                </a:moveTo>
                <a:lnTo>
                  <a:pt x="1079682" y="1095641"/>
                </a:lnTo>
                <a:moveTo>
                  <a:pt x="1286676" y="1304363"/>
                </a:moveTo>
                <a:lnTo>
                  <a:pt x="1197968" y="1251153"/>
                </a:lnTo>
                <a:moveTo>
                  <a:pt x="1734072" y="387042"/>
                </a:moveTo>
                <a:lnTo>
                  <a:pt x="1688573" y="389227"/>
                </a:lnTo>
                <a:moveTo>
                  <a:pt x="1390976" y="413874"/>
                </a:moveTo>
                <a:lnTo>
                  <a:pt x="1341148" y="396828"/>
                </a:lnTo>
                <a:moveTo>
                  <a:pt x="1871948" y="860135"/>
                </a:moveTo>
                <a:lnTo>
                  <a:pt x="1759082" y="897050"/>
                </a:lnTo>
                <a:moveTo>
                  <a:pt x="1675732" y="768237"/>
                </a:moveTo>
                <a:lnTo>
                  <a:pt x="1652751" y="759322"/>
                </a:lnTo>
                <a:moveTo>
                  <a:pt x="1755165" y="623362"/>
                </a:moveTo>
                <a:lnTo>
                  <a:pt x="1824698" y="703435"/>
                </a:lnTo>
                <a:moveTo>
                  <a:pt x="1287964" y="244712"/>
                </a:moveTo>
                <a:lnTo>
                  <a:pt x="1275385" y="248413"/>
                </a:lnTo>
                <a:moveTo>
                  <a:pt x="1402335" y="916951"/>
                </a:moveTo>
                <a:lnTo>
                  <a:pt x="1325030" y="944091"/>
                </a:lnTo>
                <a:moveTo>
                  <a:pt x="1795964" y="1061760"/>
                </a:moveTo>
                <a:lnTo>
                  <a:pt x="1649022" y="1089092"/>
                </a:lnTo>
                <a:moveTo>
                  <a:pt x="1035621" y="1061628"/>
                </a:moveTo>
                <a:lnTo>
                  <a:pt x="1053967" y="981735"/>
                </a:lnTo>
                <a:moveTo>
                  <a:pt x="1287964" y="244712"/>
                </a:moveTo>
                <a:lnTo>
                  <a:pt x="1278728" y="255222"/>
                </a:lnTo>
                <a:moveTo>
                  <a:pt x="1351479" y="377383"/>
                </a:moveTo>
                <a:lnTo>
                  <a:pt x="1390976" y="413874"/>
                </a:lnTo>
                <a:moveTo>
                  <a:pt x="777297" y="550474"/>
                </a:moveTo>
                <a:lnTo>
                  <a:pt x="760236" y="501561"/>
                </a:lnTo>
                <a:moveTo>
                  <a:pt x="1398950" y="280713"/>
                </a:moveTo>
                <a:lnTo>
                  <a:pt x="1278728" y="255222"/>
                </a:lnTo>
                <a:moveTo>
                  <a:pt x="1449106" y="435167"/>
                </a:moveTo>
                <a:lnTo>
                  <a:pt x="1398950" y="280713"/>
                </a:lnTo>
                <a:moveTo>
                  <a:pt x="1093903" y="373875"/>
                </a:moveTo>
                <a:lnTo>
                  <a:pt x="1014703" y="283795"/>
                </a:lnTo>
                <a:moveTo>
                  <a:pt x="1351479" y="377383"/>
                </a:moveTo>
                <a:lnTo>
                  <a:pt x="1341148" y="396828"/>
                </a:lnTo>
                <a:moveTo>
                  <a:pt x="1446527" y="172496"/>
                </a:moveTo>
                <a:lnTo>
                  <a:pt x="1287964" y="244712"/>
                </a:lnTo>
                <a:moveTo>
                  <a:pt x="1446527" y="172496"/>
                </a:moveTo>
                <a:lnTo>
                  <a:pt x="1398950" y="280713"/>
                </a:lnTo>
                <a:moveTo>
                  <a:pt x="1083026" y="710126"/>
                </a:moveTo>
                <a:lnTo>
                  <a:pt x="1107206" y="832188"/>
                </a:lnTo>
                <a:moveTo>
                  <a:pt x="1874613" y="328748"/>
                </a:moveTo>
                <a:lnTo>
                  <a:pt x="1856333" y="414332"/>
                </a:lnTo>
                <a:moveTo>
                  <a:pt x="1343936" y="130010"/>
                </a:moveTo>
                <a:lnTo>
                  <a:pt x="1275385" y="248413"/>
                </a:lnTo>
                <a:moveTo>
                  <a:pt x="1014703" y="283795"/>
                </a:moveTo>
                <a:lnTo>
                  <a:pt x="1027149" y="296495"/>
                </a:lnTo>
                <a:moveTo>
                  <a:pt x="1652751" y="759322"/>
                </a:moveTo>
                <a:lnTo>
                  <a:pt x="1569080" y="728889"/>
                </a:lnTo>
                <a:moveTo>
                  <a:pt x="1014703" y="283795"/>
                </a:moveTo>
                <a:lnTo>
                  <a:pt x="1011919" y="279883"/>
                </a:lnTo>
                <a:moveTo>
                  <a:pt x="1011919" y="279883"/>
                </a:moveTo>
                <a:lnTo>
                  <a:pt x="922218" y="209436"/>
                </a:lnTo>
                <a:moveTo>
                  <a:pt x="1675732" y="768237"/>
                </a:moveTo>
                <a:lnTo>
                  <a:pt x="1584409" y="699092"/>
                </a:lnTo>
                <a:moveTo>
                  <a:pt x="1363709" y="1170212"/>
                </a:moveTo>
                <a:lnTo>
                  <a:pt x="1348378" y="1057273"/>
                </a:lnTo>
                <a:moveTo>
                  <a:pt x="1446527" y="172496"/>
                </a:moveTo>
                <a:lnTo>
                  <a:pt x="1343936" y="130010"/>
                </a:lnTo>
                <a:moveTo>
                  <a:pt x="1934155" y="475953"/>
                </a:moveTo>
                <a:lnTo>
                  <a:pt x="1912838" y="563883"/>
                </a:lnTo>
                <a:moveTo>
                  <a:pt x="1934155" y="475953"/>
                </a:moveTo>
                <a:lnTo>
                  <a:pt x="1856333" y="414332"/>
                </a:lnTo>
                <a:moveTo>
                  <a:pt x="1584409" y="699092"/>
                </a:moveTo>
                <a:lnTo>
                  <a:pt x="1652751" y="759322"/>
                </a:lnTo>
                <a:moveTo>
                  <a:pt x="1736657" y="649709"/>
                </a:moveTo>
                <a:lnTo>
                  <a:pt x="1675732" y="768237"/>
                </a:lnTo>
                <a:moveTo>
                  <a:pt x="1398950" y="280713"/>
                </a:moveTo>
                <a:lnTo>
                  <a:pt x="1351479" y="377383"/>
                </a:lnTo>
                <a:moveTo>
                  <a:pt x="1481222" y="912798"/>
                </a:moveTo>
                <a:lnTo>
                  <a:pt x="1521364" y="973463"/>
                </a:lnTo>
                <a:moveTo>
                  <a:pt x="1560252" y="1015804"/>
                </a:moveTo>
                <a:lnTo>
                  <a:pt x="1521364" y="973463"/>
                </a:lnTo>
                <a:moveTo>
                  <a:pt x="1688573" y="389227"/>
                </a:moveTo>
                <a:lnTo>
                  <a:pt x="1644991" y="479117"/>
                </a:lnTo>
                <a:moveTo>
                  <a:pt x="845425" y="99607"/>
                </a:moveTo>
                <a:lnTo>
                  <a:pt x="845450" y="99646"/>
                </a:lnTo>
                <a:moveTo>
                  <a:pt x="845498" y="99568"/>
                </a:moveTo>
                <a:lnTo>
                  <a:pt x="845425" y="99607"/>
                </a:lnTo>
                <a:moveTo>
                  <a:pt x="845498" y="99568"/>
                </a:moveTo>
                <a:lnTo>
                  <a:pt x="845450" y="99646"/>
                </a:lnTo>
                <a:moveTo>
                  <a:pt x="1398950" y="280713"/>
                </a:moveTo>
                <a:lnTo>
                  <a:pt x="1287964" y="244712"/>
                </a:lnTo>
                <a:moveTo>
                  <a:pt x="1634550" y="606850"/>
                </a:moveTo>
                <a:lnTo>
                  <a:pt x="1555525" y="474696"/>
                </a:lnTo>
                <a:moveTo>
                  <a:pt x="1219712" y="1164299"/>
                </a:moveTo>
                <a:lnTo>
                  <a:pt x="1105079" y="1201172"/>
                </a:lnTo>
                <a:moveTo>
                  <a:pt x="1584409" y="699092"/>
                </a:moveTo>
                <a:lnTo>
                  <a:pt x="1569080" y="728889"/>
                </a:lnTo>
                <a:moveTo>
                  <a:pt x="1402335" y="916951"/>
                </a:moveTo>
                <a:lnTo>
                  <a:pt x="1336976" y="929379"/>
                </a:lnTo>
                <a:moveTo>
                  <a:pt x="1644991" y="479117"/>
                </a:moveTo>
                <a:lnTo>
                  <a:pt x="1555525" y="474696"/>
                </a:lnTo>
                <a:moveTo>
                  <a:pt x="1341148" y="396828"/>
                </a:moveTo>
                <a:lnTo>
                  <a:pt x="1186284" y="466186"/>
                </a:lnTo>
                <a:moveTo>
                  <a:pt x="922218" y="209436"/>
                </a:moveTo>
                <a:lnTo>
                  <a:pt x="845450" y="99646"/>
                </a:lnTo>
                <a:moveTo>
                  <a:pt x="922218" y="209436"/>
                </a:moveTo>
                <a:lnTo>
                  <a:pt x="845498" y="99568"/>
                </a:lnTo>
                <a:moveTo>
                  <a:pt x="1652751" y="759322"/>
                </a:moveTo>
                <a:lnTo>
                  <a:pt x="1521548" y="837071"/>
                </a:lnTo>
                <a:moveTo>
                  <a:pt x="1846908" y="950942"/>
                </a:moveTo>
                <a:lnTo>
                  <a:pt x="1818929" y="1015951"/>
                </a:lnTo>
                <a:moveTo>
                  <a:pt x="1649979" y="94383"/>
                </a:moveTo>
                <a:lnTo>
                  <a:pt x="1611350" y="95443"/>
                </a:lnTo>
                <a:moveTo>
                  <a:pt x="1343936" y="130010"/>
                </a:moveTo>
                <a:lnTo>
                  <a:pt x="1287964" y="244712"/>
                </a:lnTo>
                <a:moveTo>
                  <a:pt x="1858630" y="1188814"/>
                </a:moveTo>
                <a:lnTo>
                  <a:pt x="1744877" y="1140762"/>
                </a:lnTo>
                <a:moveTo>
                  <a:pt x="1194887" y="409899"/>
                </a:moveTo>
                <a:lnTo>
                  <a:pt x="1096820" y="413560"/>
                </a:lnTo>
                <a:moveTo>
                  <a:pt x="1521548" y="837071"/>
                </a:moveTo>
                <a:lnTo>
                  <a:pt x="1481222" y="912798"/>
                </a:lnTo>
                <a:moveTo>
                  <a:pt x="1993566" y="1171384"/>
                </a:moveTo>
                <a:lnTo>
                  <a:pt x="1885647" y="1156523"/>
                </a:lnTo>
                <a:moveTo>
                  <a:pt x="1569080" y="728889"/>
                </a:moveTo>
                <a:lnTo>
                  <a:pt x="1521548" y="837071"/>
                </a:lnTo>
                <a:moveTo>
                  <a:pt x="1818929" y="1015951"/>
                </a:moveTo>
                <a:lnTo>
                  <a:pt x="1795964" y="1061760"/>
                </a:lnTo>
                <a:moveTo>
                  <a:pt x="1858630" y="1188814"/>
                </a:moveTo>
                <a:lnTo>
                  <a:pt x="1783479" y="1208491"/>
                </a:lnTo>
                <a:moveTo>
                  <a:pt x="1859722" y="648483"/>
                </a:moveTo>
                <a:lnTo>
                  <a:pt x="1755165" y="623362"/>
                </a:lnTo>
                <a:moveTo>
                  <a:pt x="1035621" y="1061628"/>
                </a:moveTo>
                <a:lnTo>
                  <a:pt x="1079682" y="1095641"/>
                </a:lnTo>
                <a:moveTo>
                  <a:pt x="1402335" y="916951"/>
                </a:moveTo>
                <a:lnTo>
                  <a:pt x="1348378" y="1057273"/>
                </a:lnTo>
                <a:moveTo>
                  <a:pt x="1675732" y="768237"/>
                </a:moveTo>
                <a:lnTo>
                  <a:pt x="1634550" y="606850"/>
                </a:lnTo>
                <a:moveTo>
                  <a:pt x="1624145" y="91846"/>
                </a:moveTo>
                <a:lnTo>
                  <a:pt x="1611350" y="95443"/>
                </a:lnTo>
                <a:moveTo>
                  <a:pt x="1611354" y="76045"/>
                </a:moveTo>
                <a:lnTo>
                  <a:pt x="1611350" y="95443"/>
                </a:lnTo>
                <a:moveTo>
                  <a:pt x="1582774" y="982974"/>
                </a:moveTo>
                <a:lnTo>
                  <a:pt x="1560252" y="1015804"/>
                </a:lnTo>
                <a:moveTo>
                  <a:pt x="1912838" y="563883"/>
                </a:moveTo>
                <a:lnTo>
                  <a:pt x="1859722" y="648483"/>
                </a:lnTo>
                <a:moveTo>
                  <a:pt x="1781679" y="808131"/>
                </a:moveTo>
                <a:lnTo>
                  <a:pt x="1645040" y="863410"/>
                </a:lnTo>
                <a:moveTo>
                  <a:pt x="1110715" y="1152723"/>
                </a:moveTo>
                <a:lnTo>
                  <a:pt x="1035621" y="1061628"/>
                </a:lnTo>
                <a:moveTo>
                  <a:pt x="1582774" y="982974"/>
                </a:moveTo>
                <a:lnTo>
                  <a:pt x="1521364" y="973463"/>
                </a:lnTo>
                <a:moveTo>
                  <a:pt x="1363709" y="1170212"/>
                </a:moveTo>
                <a:lnTo>
                  <a:pt x="1359175" y="1176895"/>
                </a:lnTo>
                <a:moveTo>
                  <a:pt x="1054589" y="917788"/>
                </a:moveTo>
                <a:lnTo>
                  <a:pt x="1054070" y="972899"/>
                </a:lnTo>
                <a:moveTo>
                  <a:pt x="1546811" y="709024"/>
                </a:moveTo>
                <a:lnTo>
                  <a:pt x="1569080" y="728889"/>
                </a:lnTo>
                <a:moveTo>
                  <a:pt x="1365340" y="1175907"/>
                </a:moveTo>
                <a:lnTo>
                  <a:pt x="1359175" y="1176895"/>
                </a:lnTo>
                <a:moveTo>
                  <a:pt x="1359175" y="1176895"/>
                </a:moveTo>
                <a:lnTo>
                  <a:pt x="1197968" y="1251153"/>
                </a:lnTo>
                <a:moveTo>
                  <a:pt x="1703231" y="1011658"/>
                </a:moveTo>
                <a:lnTo>
                  <a:pt x="1649022" y="1089092"/>
                </a:lnTo>
                <a:moveTo>
                  <a:pt x="1584409" y="699092"/>
                </a:moveTo>
                <a:lnTo>
                  <a:pt x="1546811" y="709024"/>
                </a:lnTo>
                <a:moveTo>
                  <a:pt x="1781679" y="808131"/>
                </a:moveTo>
                <a:lnTo>
                  <a:pt x="1759082" y="897050"/>
                </a:lnTo>
                <a:moveTo>
                  <a:pt x="1363709" y="1170212"/>
                </a:moveTo>
                <a:lnTo>
                  <a:pt x="1365340" y="1175907"/>
                </a:lnTo>
                <a:moveTo>
                  <a:pt x="1634550" y="606850"/>
                </a:moveTo>
                <a:lnTo>
                  <a:pt x="1584409" y="699092"/>
                </a:lnTo>
                <a:moveTo>
                  <a:pt x="1555525" y="474696"/>
                </a:moveTo>
                <a:lnTo>
                  <a:pt x="1536207" y="561083"/>
                </a:lnTo>
                <a:moveTo>
                  <a:pt x="1652751" y="759322"/>
                </a:moveTo>
                <a:lnTo>
                  <a:pt x="1635778" y="861845"/>
                </a:lnTo>
                <a:moveTo>
                  <a:pt x="1675732" y="768237"/>
                </a:moveTo>
                <a:lnTo>
                  <a:pt x="1645040" y="863410"/>
                </a:lnTo>
                <a:moveTo>
                  <a:pt x="1885647" y="1156523"/>
                </a:moveTo>
                <a:lnTo>
                  <a:pt x="1795964" y="1061760"/>
                </a:lnTo>
                <a:moveTo>
                  <a:pt x="1736657" y="649709"/>
                </a:moveTo>
                <a:lnTo>
                  <a:pt x="1634550" y="606850"/>
                </a:lnTo>
                <a:moveTo>
                  <a:pt x="757040" y="334192"/>
                </a:moveTo>
                <a:lnTo>
                  <a:pt x="751333" y="442064"/>
                </a:lnTo>
                <a:moveTo>
                  <a:pt x="1481222" y="912798"/>
                </a:moveTo>
                <a:lnTo>
                  <a:pt x="1402335" y="916951"/>
                </a:lnTo>
                <a:moveTo>
                  <a:pt x="1645040" y="863410"/>
                </a:moveTo>
                <a:lnTo>
                  <a:pt x="1652751" y="759322"/>
                </a:lnTo>
                <a:moveTo>
                  <a:pt x="1755165" y="623362"/>
                </a:moveTo>
                <a:lnTo>
                  <a:pt x="1736657" y="649709"/>
                </a:lnTo>
                <a:moveTo>
                  <a:pt x="1635778" y="861845"/>
                </a:moveTo>
                <a:lnTo>
                  <a:pt x="1481222" y="912798"/>
                </a:lnTo>
                <a:moveTo>
                  <a:pt x="1640152" y="873150"/>
                </a:moveTo>
                <a:lnTo>
                  <a:pt x="1481222" y="912798"/>
                </a:lnTo>
                <a:moveTo>
                  <a:pt x="975850" y="632937"/>
                </a:moveTo>
                <a:lnTo>
                  <a:pt x="869014" y="610730"/>
                </a:lnTo>
                <a:moveTo>
                  <a:pt x="1121099" y="635031"/>
                </a:moveTo>
                <a:lnTo>
                  <a:pt x="1071550" y="685083"/>
                </a:lnTo>
                <a:moveTo>
                  <a:pt x="1640152" y="873150"/>
                </a:moveTo>
                <a:lnTo>
                  <a:pt x="1521364" y="973463"/>
                </a:lnTo>
                <a:moveTo>
                  <a:pt x="1703231" y="1011658"/>
                </a:moveTo>
                <a:lnTo>
                  <a:pt x="1560252" y="1015804"/>
                </a:lnTo>
                <a:moveTo>
                  <a:pt x="975850" y="632937"/>
                </a:moveTo>
                <a:lnTo>
                  <a:pt x="875181" y="611446"/>
                </a:lnTo>
                <a:moveTo>
                  <a:pt x="1856333" y="414332"/>
                </a:moveTo>
                <a:lnTo>
                  <a:pt x="1734072" y="387042"/>
                </a:lnTo>
                <a:moveTo>
                  <a:pt x="1390976" y="413874"/>
                </a:moveTo>
                <a:lnTo>
                  <a:pt x="1314708" y="488716"/>
                </a:lnTo>
                <a:moveTo>
                  <a:pt x="1390976" y="413874"/>
                </a:moveTo>
                <a:lnTo>
                  <a:pt x="1316722" y="489202"/>
                </a:lnTo>
                <a:moveTo>
                  <a:pt x="1096820" y="413560"/>
                </a:moveTo>
                <a:lnTo>
                  <a:pt x="1093903" y="373875"/>
                </a:lnTo>
                <a:moveTo>
                  <a:pt x="1738969" y="118595"/>
                </a:moveTo>
                <a:lnTo>
                  <a:pt x="1649979" y="94383"/>
                </a:lnTo>
                <a:moveTo>
                  <a:pt x="1341148" y="396828"/>
                </a:moveTo>
                <a:lnTo>
                  <a:pt x="1314708" y="488716"/>
                </a:lnTo>
                <a:moveTo>
                  <a:pt x="1846908" y="950942"/>
                </a:moveTo>
                <a:lnTo>
                  <a:pt x="1714803" y="989517"/>
                </a:lnTo>
                <a:moveTo>
                  <a:pt x="1993566" y="1171384"/>
                </a:moveTo>
                <a:lnTo>
                  <a:pt x="1879598" y="1190352"/>
                </a:lnTo>
                <a:moveTo>
                  <a:pt x="1649979" y="94383"/>
                </a:moveTo>
                <a:lnTo>
                  <a:pt x="1624145" y="91846"/>
                </a:lnTo>
                <a:moveTo>
                  <a:pt x="795660" y="251444"/>
                </a:moveTo>
                <a:lnTo>
                  <a:pt x="759963" y="259229"/>
                </a:lnTo>
                <a:moveTo>
                  <a:pt x="1321955" y="1297607"/>
                </a:moveTo>
                <a:lnTo>
                  <a:pt x="1286676" y="1304363"/>
                </a:lnTo>
                <a:moveTo>
                  <a:pt x="1846908" y="950942"/>
                </a:moveTo>
                <a:lnTo>
                  <a:pt x="1759082" y="897050"/>
                </a:lnTo>
                <a:moveTo>
                  <a:pt x="1795964" y="1061760"/>
                </a:moveTo>
                <a:lnTo>
                  <a:pt x="1703231" y="1011658"/>
                </a:lnTo>
                <a:moveTo>
                  <a:pt x="1521548" y="837071"/>
                </a:moveTo>
                <a:lnTo>
                  <a:pt x="1402335" y="916951"/>
                </a:lnTo>
                <a:moveTo>
                  <a:pt x="1105079" y="1201172"/>
                </a:moveTo>
                <a:lnTo>
                  <a:pt x="1110715" y="1152723"/>
                </a:lnTo>
                <a:moveTo>
                  <a:pt x="1136825" y="680311"/>
                </a:moveTo>
                <a:lnTo>
                  <a:pt x="1071550" y="685083"/>
                </a:lnTo>
                <a:moveTo>
                  <a:pt x="1634550" y="606850"/>
                </a:moveTo>
                <a:lnTo>
                  <a:pt x="1546811" y="709024"/>
                </a:lnTo>
                <a:moveTo>
                  <a:pt x="1635778" y="861845"/>
                </a:moveTo>
                <a:lnTo>
                  <a:pt x="1521548" y="837071"/>
                </a:lnTo>
                <a:moveTo>
                  <a:pt x="1714803" y="989517"/>
                </a:moveTo>
                <a:lnTo>
                  <a:pt x="1795964" y="1061760"/>
                </a:lnTo>
                <a:moveTo>
                  <a:pt x="1664422" y="556096"/>
                </a:moveTo>
                <a:lnTo>
                  <a:pt x="1736657" y="649709"/>
                </a:lnTo>
                <a:moveTo>
                  <a:pt x="1644991" y="479117"/>
                </a:moveTo>
                <a:lnTo>
                  <a:pt x="1634550" y="606850"/>
                </a:lnTo>
                <a:moveTo>
                  <a:pt x="1136825" y="680311"/>
                </a:moveTo>
                <a:lnTo>
                  <a:pt x="1083026" y="710126"/>
                </a:lnTo>
                <a:moveTo>
                  <a:pt x="1555525" y="474696"/>
                </a:moveTo>
                <a:lnTo>
                  <a:pt x="1436303" y="516521"/>
                </a:lnTo>
                <a:moveTo>
                  <a:pt x="1569080" y="728889"/>
                </a:moveTo>
                <a:lnTo>
                  <a:pt x="1430174" y="785920"/>
                </a:lnTo>
                <a:moveTo>
                  <a:pt x="1011919" y="279883"/>
                </a:moveTo>
                <a:lnTo>
                  <a:pt x="932126" y="225848"/>
                </a:lnTo>
                <a:moveTo>
                  <a:pt x="1818929" y="1015951"/>
                </a:moveTo>
                <a:lnTo>
                  <a:pt x="1714803" y="989517"/>
                </a:lnTo>
                <a:moveTo>
                  <a:pt x="1858630" y="1188814"/>
                </a:moveTo>
                <a:lnTo>
                  <a:pt x="1795964" y="1061760"/>
                </a:lnTo>
                <a:moveTo>
                  <a:pt x="1399542" y="1026207"/>
                </a:moveTo>
                <a:lnTo>
                  <a:pt x="1348378" y="1057273"/>
                </a:lnTo>
                <a:moveTo>
                  <a:pt x="1624145" y="91846"/>
                </a:moveTo>
                <a:lnTo>
                  <a:pt x="1611354" y="76045"/>
                </a:lnTo>
                <a:moveTo>
                  <a:pt x="801809" y="300090"/>
                </a:moveTo>
                <a:lnTo>
                  <a:pt x="759963" y="259229"/>
                </a:lnTo>
                <a:moveTo>
                  <a:pt x="1716125" y="472369"/>
                </a:moveTo>
                <a:lnTo>
                  <a:pt x="1688573" y="389227"/>
                </a:lnTo>
                <a:moveTo>
                  <a:pt x="1640152" y="873150"/>
                </a:moveTo>
                <a:lnTo>
                  <a:pt x="1582774" y="982974"/>
                </a:lnTo>
                <a:moveTo>
                  <a:pt x="1449106" y="435167"/>
                </a:moveTo>
                <a:lnTo>
                  <a:pt x="1436303" y="516521"/>
                </a:lnTo>
                <a:moveTo>
                  <a:pt x="1096820" y="413560"/>
                </a:moveTo>
                <a:lnTo>
                  <a:pt x="1014703" y="283795"/>
                </a:lnTo>
                <a:moveTo>
                  <a:pt x="1314708" y="488716"/>
                </a:moveTo>
                <a:lnTo>
                  <a:pt x="1186284" y="466186"/>
                </a:lnTo>
                <a:moveTo>
                  <a:pt x="1703231" y="1011658"/>
                </a:moveTo>
                <a:lnTo>
                  <a:pt x="1582774" y="982974"/>
                </a:lnTo>
                <a:moveTo>
                  <a:pt x="1436303" y="516521"/>
                </a:moveTo>
                <a:lnTo>
                  <a:pt x="1390976" y="413874"/>
                </a:lnTo>
                <a:moveTo>
                  <a:pt x="1912838" y="563883"/>
                </a:moveTo>
                <a:lnTo>
                  <a:pt x="1856333" y="414332"/>
                </a:lnTo>
                <a:moveTo>
                  <a:pt x="932126" y="225848"/>
                </a:moveTo>
                <a:lnTo>
                  <a:pt x="845498" y="99568"/>
                </a:lnTo>
                <a:moveTo>
                  <a:pt x="1521548" y="837071"/>
                </a:moveTo>
                <a:lnTo>
                  <a:pt x="1430174" y="785920"/>
                </a:lnTo>
                <a:moveTo>
                  <a:pt x="1463410" y="724138"/>
                </a:moveTo>
                <a:lnTo>
                  <a:pt x="1569080" y="728889"/>
                </a:lnTo>
                <a:moveTo>
                  <a:pt x="1365340" y="1175907"/>
                </a:moveTo>
                <a:lnTo>
                  <a:pt x="1364271" y="1285981"/>
                </a:lnTo>
                <a:moveTo>
                  <a:pt x="1197968" y="1251153"/>
                </a:moveTo>
                <a:lnTo>
                  <a:pt x="1105079" y="1201172"/>
                </a:lnTo>
                <a:moveTo>
                  <a:pt x="1014703" y="283795"/>
                </a:moveTo>
                <a:lnTo>
                  <a:pt x="932126" y="225848"/>
                </a:lnTo>
                <a:moveTo>
                  <a:pt x="932126" y="225848"/>
                </a:moveTo>
                <a:lnTo>
                  <a:pt x="922218" y="209436"/>
                </a:lnTo>
                <a:moveTo>
                  <a:pt x="1022300" y="592343"/>
                </a:moveTo>
                <a:lnTo>
                  <a:pt x="1071550" y="685083"/>
                </a:lnTo>
                <a:moveTo>
                  <a:pt x="1664422" y="556096"/>
                </a:moveTo>
                <a:lnTo>
                  <a:pt x="1634550" y="606850"/>
                </a:lnTo>
                <a:moveTo>
                  <a:pt x="1664422" y="556096"/>
                </a:moveTo>
                <a:lnTo>
                  <a:pt x="1644991" y="479117"/>
                </a:lnTo>
                <a:moveTo>
                  <a:pt x="1186284" y="466186"/>
                </a:moveTo>
                <a:lnTo>
                  <a:pt x="1096820" y="413560"/>
                </a:lnTo>
                <a:moveTo>
                  <a:pt x="1755165" y="623362"/>
                </a:moveTo>
                <a:lnTo>
                  <a:pt x="1664422" y="556096"/>
                </a:lnTo>
                <a:moveTo>
                  <a:pt x="1521548" y="837071"/>
                </a:moveTo>
                <a:lnTo>
                  <a:pt x="1379539" y="896498"/>
                </a:lnTo>
                <a:moveTo>
                  <a:pt x="1853888" y="423279"/>
                </a:moveTo>
                <a:lnTo>
                  <a:pt x="1856333" y="414332"/>
                </a:lnTo>
                <a:moveTo>
                  <a:pt x="875181" y="611446"/>
                </a:moveTo>
                <a:lnTo>
                  <a:pt x="869014" y="610730"/>
                </a:lnTo>
                <a:moveTo>
                  <a:pt x="1640152" y="873150"/>
                </a:moveTo>
                <a:lnTo>
                  <a:pt x="1635778" y="861845"/>
                </a:lnTo>
                <a:moveTo>
                  <a:pt x="1634550" y="606850"/>
                </a:moveTo>
                <a:lnTo>
                  <a:pt x="1536207" y="561083"/>
                </a:lnTo>
                <a:moveTo>
                  <a:pt x="1107206" y="832188"/>
                </a:moveTo>
                <a:lnTo>
                  <a:pt x="1054589" y="917788"/>
                </a:lnTo>
                <a:moveTo>
                  <a:pt x="1645040" y="863410"/>
                </a:moveTo>
                <a:lnTo>
                  <a:pt x="1635778" y="861845"/>
                </a:lnTo>
                <a:moveTo>
                  <a:pt x="1885647" y="1156523"/>
                </a:moveTo>
                <a:lnTo>
                  <a:pt x="1858630" y="1188814"/>
                </a:lnTo>
                <a:moveTo>
                  <a:pt x="869952" y="611910"/>
                </a:moveTo>
                <a:lnTo>
                  <a:pt x="869014" y="610730"/>
                </a:lnTo>
                <a:moveTo>
                  <a:pt x="1645040" y="863410"/>
                </a:moveTo>
                <a:lnTo>
                  <a:pt x="1640152" y="873150"/>
                </a:lnTo>
                <a:moveTo>
                  <a:pt x="1105079" y="1201172"/>
                </a:moveTo>
                <a:lnTo>
                  <a:pt x="1035621" y="1061628"/>
                </a:lnTo>
                <a:moveTo>
                  <a:pt x="857758" y="603174"/>
                </a:moveTo>
                <a:lnTo>
                  <a:pt x="869014" y="610730"/>
                </a:lnTo>
                <a:moveTo>
                  <a:pt x="875181" y="611446"/>
                </a:moveTo>
                <a:lnTo>
                  <a:pt x="869952" y="611910"/>
                </a:lnTo>
                <a:moveTo>
                  <a:pt x="1640152" y="873150"/>
                </a:moveTo>
                <a:lnTo>
                  <a:pt x="1703231" y="1011658"/>
                </a:lnTo>
                <a:moveTo>
                  <a:pt x="1136825" y="680311"/>
                </a:moveTo>
                <a:lnTo>
                  <a:pt x="1107206" y="832188"/>
                </a:lnTo>
                <a:moveTo>
                  <a:pt x="1816429" y="537569"/>
                </a:moveTo>
                <a:lnTo>
                  <a:pt x="1859722" y="648483"/>
                </a:lnTo>
                <a:moveTo>
                  <a:pt x="1714803" y="989517"/>
                </a:moveTo>
                <a:lnTo>
                  <a:pt x="1640152" y="873150"/>
                </a:lnTo>
                <a:moveTo>
                  <a:pt x="869952" y="611910"/>
                </a:moveTo>
                <a:lnTo>
                  <a:pt x="857758" y="603174"/>
                </a:lnTo>
                <a:moveTo>
                  <a:pt x="1759082" y="897050"/>
                </a:moveTo>
                <a:lnTo>
                  <a:pt x="1640152" y="873150"/>
                </a:lnTo>
                <a:moveTo>
                  <a:pt x="801809" y="300090"/>
                </a:moveTo>
                <a:lnTo>
                  <a:pt x="757040" y="334192"/>
                </a:lnTo>
                <a:moveTo>
                  <a:pt x="1759082" y="897050"/>
                </a:moveTo>
                <a:lnTo>
                  <a:pt x="1645040" y="863410"/>
                </a:lnTo>
                <a:moveTo>
                  <a:pt x="1399542" y="1026207"/>
                </a:moveTo>
                <a:lnTo>
                  <a:pt x="1363709" y="1170212"/>
                </a:lnTo>
                <a:moveTo>
                  <a:pt x="1879598" y="1190352"/>
                </a:moveTo>
                <a:lnTo>
                  <a:pt x="1885647" y="1156523"/>
                </a:lnTo>
                <a:moveTo>
                  <a:pt x="1714803" y="989517"/>
                </a:moveTo>
                <a:lnTo>
                  <a:pt x="1703231" y="1011658"/>
                </a:lnTo>
                <a:moveTo>
                  <a:pt x="1546811" y="709024"/>
                </a:moveTo>
                <a:lnTo>
                  <a:pt x="1463410" y="724138"/>
                </a:lnTo>
                <a:moveTo>
                  <a:pt x="1321955" y="1297607"/>
                </a:moveTo>
                <a:lnTo>
                  <a:pt x="1197968" y="1251153"/>
                </a:lnTo>
                <a:moveTo>
                  <a:pt x="1759082" y="897050"/>
                </a:moveTo>
                <a:lnTo>
                  <a:pt x="1714803" y="989517"/>
                </a:lnTo>
                <a:moveTo>
                  <a:pt x="1186284" y="466186"/>
                </a:moveTo>
                <a:lnTo>
                  <a:pt x="1164352" y="554592"/>
                </a:lnTo>
                <a:moveTo>
                  <a:pt x="1734072" y="387042"/>
                </a:moveTo>
                <a:lnTo>
                  <a:pt x="1716125" y="472369"/>
                </a:lnTo>
                <a:moveTo>
                  <a:pt x="1022300" y="592343"/>
                </a:moveTo>
                <a:lnTo>
                  <a:pt x="975850" y="632937"/>
                </a:lnTo>
                <a:moveTo>
                  <a:pt x="1402335" y="916951"/>
                </a:moveTo>
                <a:lnTo>
                  <a:pt x="1379539" y="896498"/>
                </a:lnTo>
                <a:moveTo>
                  <a:pt x="777297" y="550474"/>
                </a:moveTo>
                <a:lnTo>
                  <a:pt x="751333" y="442064"/>
                </a:lnTo>
                <a:moveTo>
                  <a:pt x="777297" y="550474"/>
                </a:moveTo>
                <a:lnTo>
                  <a:pt x="869014" y="610730"/>
                </a:lnTo>
                <a:moveTo>
                  <a:pt x="1875689" y="533290"/>
                </a:moveTo>
                <a:lnTo>
                  <a:pt x="1912838" y="563883"/>
                </a:lnTo>
                <a:moveTo>
                  <a:pt x="1875689" y="533290"/>
                </a:moveTo>
                <a:lnTo>
                  <a:pt x="1856333" y="414332"/>
                </a:lnTo>
                <a:moveTo>
                  <a:pt x="1316722" y="489202"/>
                </a:moveTo>
                <a:lnTo>
                  <a:pt x="1314708" y="488716"/>
                </a:lnTo>
                <a:moveTo>
                  <a:pt x="1546811" y="709024"/>
                </a:moveTo>
                <a:lnTo>
                  <a:pt x="1495314" y="664135"/>
                </a:lnTo>
                <a:moveTo>
                  <a:pt x="1634550" y="606850"/>
                </a:moveTo>
                <a:lnTo>
                  <a:pt x="1495314" y="664135"/>
                </a:lnTo>
                <a:moveTo>
                  <a:pt x="1313860" y="492161"/>
                </a:moveTo>
                <a:lnTo>
                  <a:pt x="1314708" y="488716"/>
                </a:lnTo>
                <a:moveTo>
                  <a:pt x="1316722" y="489202"/>
                </a:moveTo>
                <a:lnTo>
                  <a:pt x="1313860" y="492161"/>
                </a:lnTo>
                <a:moveTo>
                  <a:pt x="857758" y="603174"/>
                </a:moveTo>
                <a:lnTo>
                  <a:pt x="777297" y="550474"/>
                </a:lnTo>
                <a:moveTo>
                  <a:pt x="1853888" y="423279"/>
                </a:moveTo>
                <a:lnTo>
                  <a:pt x="1875689" y="533290"/>
                </a:lnTo>
                <a:moveTo>
                  <a:pt x="1402335" y="916951"/>
                </a:moveTo>
                <a:lnTo>
                  <a:pt x="1399542" y="1026207"/>
                </a:lnTo>
                <a:moveTo>
                  <a:pt x="1716125" y="472369"/>
                </a:moveTo>
                <a:lnTo>
                  <a:pt x="1644991" y="479117"/>
                </a:lnTo>
                <a:moveTo>
                  <a:pt x="1879598" y="1190352"/>
                </a:moveTo>
                <a:lnTo>
                  <a:pt x="1858630" y="1188814"/>
                </a:lnTo>
                <a:moveTo>
                  <a:pt x="1430174" y="785920"/>
                </a:moveTo>
                <a:lnTo>
                  <a:pt x="1379539" y="896498"/>
                </a:lnTo>
                <a:moveTo>
                  <a:pt x="1411261" y="1126252"/>
                </a:moveTo>
                <a:lnTo>
                  <a:pt x="1363709" y="1170212"/>
                </a:lnTo>
                <a:moveTo>
                  <a:pt x="1856333" y="414332"/>
                </a:moveTo>
                <a:lnTo>
                  <a:pt x="1716125" y="472369"/>
                </a:lnTo>
                <a:moveTo>
                  <a:pt x="1463410" y="724138"/>
                </a:moveTo>
                <a:lnTo>
                  <a:pt x="1430174" y="785920"/>
                </a:lnTo>
                <a:moveTo>
                  <a:pt x="1139343" y="792089"/>
                </a:moveTo>
                <a:lnTo>
                  <a:pt x="1107206" y="832188"/>
                </a:lnTo>
                <a:moveTo>
                  <a:pt x="1415584" y="1144405"/>
                </a:moveTo>
                <a:lnTo>
                  <a:pt x="1363709" y="1170212"/>
                </a:lnTo>
                <a:moveTo>
                  <a:pt x="1415584" y="1144405"/>
                </a:moveTo>
                <a:lnTo>
                  <a:pt x="1365340" y="1175907"/>
                </a:lnTo>
                <a:moveTo>
                  <a:pt x="1816429" y="537569"/>
                </a:moveTo>
                <a:lnTo>
                  <a:pt x="1755165" y="623362"/>
                </a:lnTo>
                <a:moveTo>
                  <a:pt x="1853888" y="423279"/>
                </a:moveTo>
                <a:lnTo>
                  <a:pt x="1716125" y="472369"/>
                </a:lnTo>
                <a:moveTo>
                  <a:pt x="1436303" y="516521"/>
                </a:moveTo>
                <a:lnTo>
                  <a:pt x="1316722" y="489202"/>
                </a:lnTo>
                <a:moveTo>
                  <a:pt x="1536207" y="561083"/>
                </a:moveTo>
                <a:lnTo>
                  <a:pt x="1436303" y="516521"/>
                </a:lnTo>
                <a:moveTo>
                  <a:pt x="801809" y="300090"/>
                </a:moveTo>
                <a:lnTo>
                  <a:pt x="751333" y="442064"/>
                </a:lnTo>
                <a:moveTo>
                  <a:pt x="1816429" y="537569"/>
                </a:moveTo>
                <a:lnTo>
                  <a:pt x="1912838" y="563883"/>
                </a:lnTo>
                <a:moveTo>
                  <a:pt x="1716125" y="472369"/>
                </a:moveTo>
                <a:lnTo>
                  <a:pt x="1664422" y="556096"/>
                </a:lnTo>
                <a:moveTo>
                  <a:pt x="1536207" y="561083"/>
                </a:moveTo>
                <a:lnTo>
                  <a:pt x="1495314" y="664135"/>
                </a:lnTo>
                <a:moveTo>
                  <a:pt x="1014703" y="283795"/>
                </a:moveTo>
                <a:lnTo>
                  <a:pt x="1017599" y="353021"/>
                </a:lnTo>
                <a:moveTo>
                  <a:pt x="1364271" y="1285981"/>
                </a:moveTo>
                <a:lnTo>
                  <a:pt x="1321955" y="1297607"/>
                </a:lnTo>
                <a:moveTo>
                  <a:pt x="1314708" y="488716"/>
                </a:moveTo>
                <a:lnTo>
                  <a:pt x="1164352" y="554592"/>
                </a:lnTo>
                <a:moveTo>
                  <a:pt x="1022300" y="592343"/>
                </a:moveTo>
                <a:lnTo>
                  <a:pt x="875181" y="611446"/>
                </a:lnTo>
                <a:moveTo>
                  <a:pt x="1313860" y="492161"/>
                </a:moveTo>
                <a:lnTo>
                  <a:pt x="1164352" y="554592"/>
                </a:lnTo>
                <a:moveTo>
                  <a:pt x="1121099" y="635031"/>
                </a:moveTo>
                <a:lnTo>
                  <a:pt x="1136825" y="680311"/>
                </a:lnTo>
                <a:moveTo>
                  <a:pt x="1853888" y="423279"/>
                </a:moveTo>
                <a:lnTo>
                  <a:pt x="1775525" y="485734"/>
                </a:lnTo>
                <a:moveTo>
                  <a:pt x="1211291" y="1291117"/>
                </a:moveTo>
                <a:lnTo>
                  <a:pt x="1197968" y="1251153"/>
                </a:lnTo>
                <a:moveTo>
                  <a:pt x="1816429" y="537569"/>
                </a:moveTo>
                <a:lnTo>
                  <a:pt x="1664422" y="556096"/>
                </a:lnTo>
                <a:moveTo>
                  <a:pt x="1186284" y="466186"/>
                </a:moveTo>
                <a:lnTo>
                  <a:pt x="1076020" y="501091"/>
                </a:lnTo>
                <a:moveTo>
                  <a:pt x="1775525" y="485734"/>
                </a:moveTo>
                <a:lnTo>
                  <a:pt x="1664422" y="556096"/>
                </a:lnTo>
                <a:moveTo>
                  <a:pt x="1164352" y="554592"/>
                </a:moveTo>
                <a:lnTo>
                  <a:pt x="1121099" y="635031"/>
                </a:lnTo>
                <a:moveTo>
                  <a:pt x="1495314" y="664135"/>
                </a:moveTo>
                <a:lnTo>
                  <a:pt x="1463410" y="724138"/>
                </a:lnTo>
                <a:moveTo>
                  <a:pt x="1014703" y="283795"/>
                </a:moveTo>
                <a:lnTo>
                  <a:pt x="915489" y="310163"/>
                </a:lnTo>
                <a:moveTo>
                  <a:pt x="1121099" y="635031"/>
                </a:moveTo>
                <a:lnTo>
                  <a:pt x="1022300" y="592343"/>
                </a:lnTo>
                <a:moveTo>
                  <a:pt x="1389665" y="744996"/>
                </a:moveTo>
                <a:lnTo>
                  <a:pt x="1430174" y="785920"/>
                </a:lnTo>
                <a:moveTo>
                  <a:pt x="815630" y="417234"/>
                </a:moveTo>
                <a:lnTo>
                  <a:pt x="751333" y="442064"/>
                </a:lnTo>
                <a:moveTo>
                  <a:pt x="1415584" y="1144405"/>
                </a:moveTo>
                <a:lnTo>
                  <a:pt x="1364271" y="1285981"/>
                </a:lnTo>
                <a:moveTo>
                  <a:pt x="1313860" y="492161"/>
                </a:moveTo>
                <a:lnTo>
                  <a:pt x="1246714" y="566545"/>
                </a:lnTo>
                <a:moveTo>
                  <a:pt x="1875689" y="533290"/>
                </a:moveTo>
                <a:lnTo>
                  <a:pt x="1816429" y="537569"/>
                </a:lnTo>
                <a:moveTo>
                  <a:pt x="1845908" y="493848"/>
                </a:moveTo>
                <a:lnTo>
                  <a:pt x="1853888" y="423279"/>
                </a:lnTo>
                <a:moveTo>
                  <a:pt x="795660" y="251444"/>
                </a:moveTo>
                <a:lnTo>
                  <a:pt x="801809" y="300090"/>
                </a:lnTo>
                <a:moveTo>
                  <a:pt x="928809" y="581550"/>
                </a:moveTo>
                <a:lnTo>
                  <a:pt x="875181" y="611446"/>
                </a:lnTo>
                <a:moveTo>
                  <a:pt x="1246714" y="566545"/>
                </a:moveTo>
                <a:lnTo>
                  <a:pt x="1121099" y="635031"/>
                </a:lnTo>
                <a:moveTo>
                  <a:pt x="1164352" y="554592"/>
                </a:moveTo>
                <a:lnTo>
                  <a:pt x="1022300" y="592343"/>
                </a:lnTo>
                <a:moveTo>
                  <a:pt x="1463410" y="724138"/>
                </a:moveTo>
                <a:lnTo>
                  <a:pt x="1389665" y="744996"/>
                </a:lnTo>
                <a:moveTo>
                  <a:pt x="1139343" y="792089"/>
                </a:moveTo>
                <a:lnTo>
                  <a:pt x="1054589" y="917788"/>
                </a:lnTo>
                <a:moveTo>
                  <a:pt x="1411261" y="1126252"/>
                </a:moveTo>
                <a:lnTo>
                  <a:pt x="1399542" y="1026207"/>
                </a:lnTo>
                <a:moveTo>
                  <a:pt x="1211291" y="1291117"/>
                </a:moveTo>
                <a:lnTo>
                  <a:pt x="1105079" y="1201172"/>
                </a:lnTo>
                <a:moveTo>
                  <a:pt x="912328" y="583743"/>
                </a:moveTo>
                <a:lnTo>
                  <a:pt x="875181" y="611446"/>
                </a:lnTo>
                <a:moveTo>
                  <a:pt x="912328" y="583743"/>
                </a:moveTo>
                <a:lnTo>
                  <a:pt x="869952" y="611910"/>
                </a:lnTo>
                <a:moveTo>
                  <a:pt x="1775525" y="485734"/>
                </a:moveTo>
                <a:lnTo>
                  <a:pt x="1716125" y="472369"/>
                </a:lnTo>
                <a:moveTo>
                  <a:pt x="1246714" y="566545"/>
                </a:moveTo>
                <a:lnTo>
                  <a:pt x="1136825" y="680311"/>
                </a:lnTo>
                <a:moveTo>
                  <a:pt x="1316722" y="489202"/>
                </a:moveTo>
                <a:lnTo>
                  <a:pt x="1298488" y="572709"/>
                </a:lnTo>
                <a:moveTo>
                  <a:pt x="1136825" y="680311"/>
                </a:moveTo>
                <a:lnTo>
                  <a:pt x="1139343" y="792089"/>
                </a:lnTo>
                <a:moveTo>
                  <a:pt x="897942" y="566895"/>
                </a:moveTo>
                <a:lnTo>
                  <a:pt x="869952" y="611910"/>
                </a:lnTo>
                <a:moveTo>
                  <a:pt x="1096820" y="413560"/>
                </a:moveTo>
                <a:lnTo>
                  <a:pt x="1017599" y="353021"/>
                </a:lnTo>
                <a:moveTo>
                  <a:pt x="1298488" y="572709"/>
                </a:moveTo>
                <a:lnTo>
                  <a:pt x="1313860" y="492161"/>
                </a:lnTo>
                <a:moveTo>
                  <a:pt x="897942" y="566895"/>
                </a:moveTo>
                <a:lnTo>
                  <a:pt x="857758" y="603174"/>
                </a:lnTo>
                <a:moveTo>
                  <a:pt x="1495314" y="664135"/>
                </a:moveTo>
                <a:lnTo>
                  <a:pt x="1389665" y="744996"/>
                </a:lnTo>
                <a:moveTo>
                  <a:pt x="1096820" y="413560"/>
                </a:moveTo>
                <a:lnTo>
                  <a:pt x="1076020" y="501091"/>
                </a:lnTo>
                <a:moveTo>
                  <a:pt x="815630" y="417234"/>
                </a:moveTo>
                <a:lnTo>
                  <a:pt x="777297" y="550474"/>
                </a:lnTo>
                <a:moveTo>
                  <a:pt x="1246714" y="566545"/>
                </a:moveTo>
                <a:lnTo>
                  <a:pt x="1164352" y="554592"/>
                </a:lnTo>
                <a:moveTo>
                  <a:pt x="1816429" y="537569"/>
                </a:moveTo>
                <a:lnTo>
                  <a:pt x="1775525" y="485734"/>
                </a:lnTo>
                <a:moveTo>
                  <a:pt x="1845908" y="493848"/>
                </a:moveTo>
                <a:lnTo>
                  <a:pt x="1875689" y="533290"/>
                </a:lnTo>
                <a:moveTo>
                  <a:pt x="1536207" y="561083"/>
                </a:moveTo>
                <a:lnTo>
                  <a:pt x="1415105" y="604359"/>
                </a:lnTo>
                <a:moveTo>
                  <a:pt x="1116946" y="1234839"/>
                </a:moveTo>
                <a:lnTo>
                  <a:pt x="1105079" y="1201172"/>
                </a:lnTo>
                <a:moveTo>
                  <a:pt x="1321955" y="1297607"/>
                </a:moveTo>
                <a:lnTo>
                  <a:pt x="1211291" y="1291117"/>
                </a:lnTo>
                <a:moveTo>
                  <a:pt x="897942" y="566895"/>
                </a:moveTo>
                <a:lnTo>
                  <a:pt x="777297" y="550474"/>
                </a:lnTo>
                <a:moveTo>
                  <a:pt x="1436303" y="516521"/>
                </a:moveTo>
                <a:lnTo>
                  <a:pt x="1298488" y="572709"/>
                </a:lnTo>
                <a:moveTo>
                  <a:pt x="1390457" y="1243057"/>
                </a:moveTo>
                <a:lnTo>
                  <a:pt x="1364271" y="1285981"/>
                </a:lnTo>
                <a:moveTo>
                  <a:pt x="829141" y="493421"/>
                </a:moveTo>
                <a:lnTo>
                  <a:pt x="777297" y="550474"/>
                </a:lnTo>
                <a:moveTo>
                  <a:pt x="932126" y="225848"/>
                </a:moveTo>
                <a:lnTo>
                  <a:pt x="915489" y="310163"/>
                </a:lnTo>
                <a:moveTo>
                  <a:pt x="1164352" y="554592"/>
                </a:moveTo>
                <a:lnTo>
                  <a:pt x="1076020" y="501091"/>
                </a:lnTo>
                <a:moveTo>
                  <a:pt x="1411261" y="1126252"/>
                </a:moveTo>
                <a:lnTo>
                  <a:pt x="1415584" y="1144405"/>
                </a:lnTo>
                <a:moveTo>
                  <a:pt x="1322934" y="808610"/>
                </a:moveTo>
                <a:lnTo>
                  <a:pt x="1430174" y="785920"/>
                </a:lnTo>
                <a:moveTo>
                  <a:pt x="1430174" y="785920"/>
                </a:moveTo>
                <a:lnTo>
                  <a:pt x="1316669" y="823328"/>
                </a:lnTo>
                <a:moveTo>
                  <a:pt x="801809" y="300090"/>
                </a:moveTo>
                <a:lnTo>
                  <a:pt x="815630" y="417234"/>
                </a:lnTo>
                <a:moveTo>
                  <a:pt x="1436303" y="516521"/>
                </a:moveTo>
                <a:lnTo>
                  <a:pt x="1415105" y="604359"/>
                </a:lnTo>
                <a:moveTo>
                  <a:pt x="1370515" y="1250573"/>
                </a:moveTo>
                <a:lnTo>
                  <a:pt x="1364271" y="1285981"/>
                </a:lnTo>
                <a:moveTo>
                  <a:pt x="1389969" y="966304"/>
                </a:moveTo>
                <a:lnTo>
                  <a:pt x="1402335" y="916951"/>
                </a:lnTo>
                <a:moveTo>
                  <a:pt x="915489" y="310163"/>
                </a:moveTo>
                <a:lnTo>
                  <a:pt x="795660" y="251444"/>
                </a:lnTo>
                <a:moveTo>
                  <a:pt x="1076020" y="501091"/>
                </a:moveTo>
                <a:lnTo>
                  <a:pt x="1022300" y="592343"/>
                </a:lnTo>
                <a:moveTo>
                  <a:pt x="1495314" y="664135"/>
                </a:moveTo>
                <a:lnTo>
                  <a:pt x="1415105" y="604359"/>
                </a:lnTo>
                <a:moveTo>
                  <a:pt x="1845908" y="493848"/>
                </a:moveTo>
                <a:lnTo>
                  <a:pt x="1816429" y="537569"/>
                </a:lnTo>
                <a:moveTo>
                  <a:pt x="1379539" y="896498"/>
                </a:moveTo>
                <a:lnTo>
                  <a:pt x="1316669" y="823328"/>
                </a:lnTo>
                <a:moveTo>
                  <a:pt x="1845908" y="493848"/>
                </a:moveTo>
                <a:lnTo>
                  <a:pt x="1775525" y="485734"/>
                </a:lnTo>
                <a:moveTo>
                  <a:pt x="1495314" y="664135"/>
                </a:moveTo>
                <a:lnTo>
                  <a:pt x="1362414" y="716527"/>
                </a:lnTo>
                <a:moveTo>
                  <a:pt x="1022300" y="592343"/>
                </a:moveTo>
                <a:lnTo>
                  <a:pt x="928809" y="581550"/>
                </a:lnTo>
                <a:moveTo>
                  <a:pt x="1231754" y="670024"/>
                </a:moveTo>
                <a:lnTo>
                  <a:pt x="1136825" y="680311"/>
                </a:lnTo>
                <a:moveTo>
                  <a:pt x="1074014" y="871653"/>
                </a:moveTo>
                <a:lnTo>
                  <a:pt x="1054589" y="917788"/>
                </a:lnTo>
                <a:moveTo>
                  <a:pt x="915489" y="310163"/>
                </a:moveTo>
                <a:lnTo>
                  <a:pt x="801809" y="300090"/>
                </a:lnTo>
                <a:moveTo>
                  <a:pt x="1298488" y="572709"/>
                </a:moveTo>
                <a:lnTo>
                  <a:pt x="1246714" y="566545"/>
                </a:lnTo>
                <a:moveTo>
                  <a:pt x="1370515" y="1250573"/>
                </a:moveTo>
                <a:lnTo>
                  <a:pt x="1321955" y="1297607"/>
                </a:lnTo>
                <a:moveTo>
                  <a:pt x="1386461" y="958916"/>
                </a:moveTo>
                <a:lnTo>
                  <a:pt x="1379539" y="896498"/>
                </a:lnTo>
                <a:moveTo>
                  <a:pt x="1389969" y="966304"/>
                </a:moveTo>
                <a:lnTo>
                  <a:pt x="1379539" y="896498"/>
                </a:lnTo>
                <a:moveTo>
                  <a:pt x="1389665" y="744996"/>
                </a:moveTo>
                <a:lnTo>
                  <a:pt x="1362414" y="716527"/>
                </a:lnTo>
                <a:moveTo>
                  <a:pt x="1076020" y="501091"/>
                </a:moveTo>
                <a:lnTo>
                  <a:pt x="1017599" y="353021"/>
                </a:lnTo>
                <a:moveTo>
                  <a:pt x="1389969" y="966304"/>
                </a:moveTo>
                <a:lnTo>
                  <a:pt x="1399542" y="1026207"/>
                </a:lnTo>
                <a:moveTo>
                  <a:pt x="873804" y="413829"/>
                </a:moveTo>
                <a:lnTo>
                  <a:pt x="801809" y="300090"/>
                </a:lnTo>
                <a:moveTo>
                  <a:pt x="1415584" y="1144405"/>
                </a:moveTo>
                <a:lnTo>
                  <a:pt x="1390457" y="1243057"/>
                </a:lnTo>
                <a:moveTo>
                  <a:pt x="1246714" y="566545"/>
                </a:moveTo>
                <a:lnTo>
                  <a:pt x="1231754" y="670024"/>
                </a:lnTo>
                <a:moveTo>
                  <a:pt x="1231754" y="670024"/>
                </a:moveTo>
                <a:lnTo>
                  <a:pt x="1139343" y="792089"/>
                </a:lnTo>
                <a:moveTo>
                  <a:pt x="1389665" y="744996"/>
                </a:moveTo>
                <a:lnTo>
                  <a:pt x="1322934" y="808610"/>
                </a:lnTo>
                <a:moveTo>
                  <a:pt x="1017599" y="353021"/>
                </a:moveTo>
                <a:lnTo>
                  <a:pt x="915489" y="310163"/>
                </a:lnTo>
                <a:moveTo>
                  <a:pt x="1014021" y="456068"/>
                </a:moveTo>
                <a:lnTo>
                  <a:pt x="1022300" y="592343"/>
                </a:lnTo>
                <a:moveTo>
                  <a:pt x="829141" y="493421"/>
                </a:moveTo>
                <a:lnTo>
                  <a:pt x="815630" y="417234"/>
                </a:lnTo>
                <a:moveTo>
                  <a:pt x="928809" y="581550"/>
                </a:moveTo>
                <a:lnTo>
                  <a:pt x="912328" y="583743"/>
                </a:lnTo>
                <a:moveTo>
                  <a:pt x="1211291" y="1291117"/>
                </a:moveTo>
                <a:lnTo>
                  <a:pt x="1116946" y="1234839"/>
                </a:lnTo>
                <a:moveTo>
                  <a:pt x="1415105" y="604359"/>
                </a:moveTo>
                <a:lnTo>
                  <a:pt x="1298488" y="572709"/>
                </a:lnTo>
                <a:moveTo>
                  <a:pt x="1260913" y="673199"/>
                </a:moveTo>
                <a:lnTo>
                  <a:pt x="1246714" y="566545"/>
                </a:lnTo>
                <a:moveTo>
                  <a:pt x="1139343" y="792089"/>
                </a:moveTo>
                <a:lnTo>
                  <a:pt x="1074014" y="871653"/>
                </a:lnTo>
                <a:moveTo>
                  <a:pt x="912328" y="583743"/>
                </a:moveTo>
                <a:lnTo>
                  <a:pt x="897942" y="566895"/>
                </a:lnTo>
                <a:moveTo>
                  <a:pt x="829141" y="493421"/>
                </a:moveTo>
                <a:lnTo>
                  <a:pt x="897942" y="566895"/>
                </a:lnTo>
                <a:moveTo>
                  <a:pt x="928809" y="581550"/>
                </a:moveTo>
                <a:lnTo>
                  <a:pt x="924890" y="567565"/>
                </a:lnTo>
                <a:moveTo>
                  <a:pt x="1389969" y="966304"/>
                </a:moveTo>
                <a:lnTo>
                  <a:pt x="1411261" y="1126252"/>
                </a:lnTo>
                <a:moveTo>
                  <a:pt x="1415105" y="604359"/>
                </a:moveTo>
                <a:lnTo>
                  <a:pt x="1362414" y="716527"/>
                </a:lnTo>
                <a:moveTo>
                  <a:pt x="1001964" y="411387"/>
                </a:moveTo>
                <a:lnTo>
                  <a:pt x="1017599" y="353021"/>
                </a:lnTo>
                <a:moveTo>
                  <a:pt x="1215514" y="779733"/>
                </a:moveTo>
                <a:lnTo>
                  <a:pt x="1139343" y="792089"/>
                </a:lnTo>
                <a:moveTo>
                  <a:pt x="1017599" y="353021"/>
                </a:moveTo>
                <a:lnTo>
                  <a:pt x="873804" y="413829"/>
                </a:lnTo>
                <a:moveTo>
                  <a:pt x="873804" y="413829"/>
                </a:moveTo>
                <a:lnTo>
                  <a:pt x="815630" y="417234"/>
                </a:lnTo>
                <a:moveTo>
                  <a:pt x="1298488" y="572709"/>
                </a:moveTo>
                <a:lnTo>
                  <a:pt x="1260913" y="673199"/>
                </a:lnTo>
                <a:moveTo>
                  <a:pt x="924890" y="567565"/>
                </a:moveTo>
                <a:lnTo>
                  <a:pt x="912328" y="583743"/>
                </a:lnTo>
                <a:moveTo>
                  <a:pt x="924890" y="567565"/>
                </a:moveTo>
                <a:lnTo>
                  <a:pt x="897942" y="566895"/>
                </a:lnTo>
                <a:moveTo>
                  <a:pt x="1014021" y="456068"/>
                </a:moveTo>
                <a:lnTo>
                  <a:pt x="1017599" y="353021"/>
                </a:lnTo>
                <a:moveTo>
                  <a:pt x="1014021" y="456068"/>
                </a:moveTo>
                <a:lnTo>
                  <a:pt x="1076020" y="501091"/>
                </a:lnTo>
                <a:moveTo>
                  <a:pt x="1362414" y="716527"/>
                </a:moveTo>
                <a:lnTo>
                  <a:pt x="1322934" y="808610"/>
                </a:lnTo>
                <a:moveTo>
                  <a:pt x="1453660" y="1098018"/>
                </a:moveTo>
                <a:lnTo>
                  <a:pt x="1411261" y="1126252"/>
                </a:lnTo>
                <a:moveTo>
                  <a:pt x="1462608" y="1111373"/>
                </a:moveTo>
                <a:lnTo>
                  <a:pt x="1411261" y="1126252"/>
                </a:lnTo>
                <a:moveTo>
                  <a:pt x="1248704" y="1278097"/>
                </a:moveTo>
                <a:lnTo>
                  <a:pt x="1321955" y="1297607"/>
                </a:lnTo>
                <a:moveTo>
                  <a:pt x="1014021" y="456068"/>
                </a:moveTo>
                <a:lnTo>
                  <a:pt x="928809" y="581550"/>
                </a:lnTo>
                <a:moveTo>
                  <a:pt x="1415105" y="604359"/>
                </a:moveTo>
                <a:lnTo>
                  <a:pt x="1260913" y="673199"/>
                </a:lnTo>
                <a:moveTo>
                  <a:pt x="1462608" y="1111373"/>
                </a:moveTo>
                <a:lnTo>
                  <a:pt x="1415584" y="1144405"/>
                </a:lnTo>
                <a:moveTo>
                  <a:pt x="1362414" y="716527"/>
                </a:moveTo>
                <a:lnTo>
                  <a:pt x="1260913" y="673199"/>
                </a:lnTo>
                <a:moveTo>
                  <a:pt x="915489" y="310163"/>
                </a:moveTo>
                <a:lnTo>
                  <a:pt x="873804" y="413829"/>
                </a:lnTo>
                <a:moveTo>
                  <a:pt x="873804" y="413829"/>
                </a:moveTo>
                <a:lnTo>
                  <a:pt x="829141" y="493421"/>
                </a:lnTo>
                <a:moveTo>
                  <a:pt x="1260913" y="673199"/>
                </a:moveTo>
                <a:lnTo>
                  <a:pt x="1231754" y="670024"/>
                </a:lnTo>
                <a:moveTo>
                  <a:pt x="1390457" y="1243057"/>
                </a:moveTo>
                <a:lnTo>
                  <a:pt x="1370515" y="1250573"/>
                </a:lnTo>
                <a:moveTo>
                  <a:pt x="1210469" y="807618"/>
                </a:moveTo>
                <a:lnTo>
                  <a:pt x="1139343" y="792089"/>
                </a:lnTo>
                <a:moveTo>
                  <a:pt x="1322934" y="808610"/>
                </a:moveTo>
                <a:lnTo>
                  <a:pt x="1316669" y="823328"/>
                </a:lnTo>
                <a:moveTo>
                  <a:pt x="1362414" y="716527"/>
                </a:moveTo>
                <a:lnTo>
                  <a:pt x="1232080" y="741680"/>
                </a:lnTo>
                <a:moveTo>
                  <a:pt x="980729" y="476174"/>
                </a:moveTo>
                <a:lnTo>
                  <a:pt x="928809" y="581550"/>
                </a:lnTo>
                <a:moveTo>
                  <a:pt x="1232080" y="741680"/>
                </a:moveTo>
                <a:lnTo>
                  <a:pt x="1231754" y="670024"/>
                </a:lnTo>
                <a:moveTo>
                  <a:pt x="1316320" y="828790"/>
                </a:moveTo>
                <a:lnTo>
                  <a:pt x="1316669" y="823328"/>
                </a:lnTo>
                <a:moveTo>
                  <a:pt x="969917" y="435128"/>
                </a:moveTo>
                <a:lnTo>
                  <a:pt x="829141" y="493421"/>
                </a:lnTo>
                <a:moveTo>
                  <a:pt x="1231754" y="670024"/>
                </a:moveTo>
                <a:lnTo>
                  <a:pt x="1215514" y="779733"/>
                </a:lnTo>
                <a:moveTo>
                  <a:pt x="1001964" y="411387"/>
                </a:moveTo>
                <a:lnTo>
                  <a:pt x="873804" y="413829"/>
                </a:lnTo>
                <a:moveTo>
                  <a:pt x="1322934" y="808610"/>
                </a:moveTo>
                <a:lnTo>
                  <a:pt x="1232080" y="741680"/>
                </a:lnTo>
                <a:moveTo>
                  <a:pt x="980729" y="476174"/>
                </a:moveTo>
                <a:lnTo>
                  <a:pt x="897942" y="566895"/>
                </a:lnTo>
                <a:moveTo>
                  <a:pt x="1232080" y="741680"/>
                </a:moveTo>
                <a:lnTo>
                  <a:pt x="1316669" y="823328"/>
                </a:lnTo>
                <a:moveTo>
                  <a:pt x="1001964" y="411387"/>
                </a:moveTo>
                <a:lnTo>
                  <a:pt x="1014021" y="456068"/>
                </a:lnTo>
                <a:moveTo>
                  <a:pt x="1260913" y="673199"/>
                </a:moveTo>
                <a:lnTo>
                  <a:pt x="1232080" y="741680"/>
                </a:lnTo>
                <a:moveTo>
                  <a:pt x="980729" y="476174"/>
                </a:moveTo>
                <a:lnTo>
                  <a:pt x="829141" y="493421"/>
                </a:lnTo>
                <a:moveTo>
                  <a:pt x="1316669" y="823328"/>
                </a:moveTo>
                <a:lnTo>
                  <a:pt x="1215514" y="779733"/>
                </a:lnTo>
                <a:moveTo>
                  <a:pt x="1386461" y="958916"/>
                </a:moveTo>
                <a:lnTo>
                  <a:pt x="1316669" y="823328"/>
                </a:lnTo>
                <a:moveTo>
                  <a:pt x="1316320" y="828790"/>
                </a:moveTo>
                <a:lnTo>
                  <a:pt x="1215514" y="779733"/>
                </a:lnTo>
                <a:moveTo>
                  <a:pt x="1386461" y="958916"/>
                </a:moveTo>
                <a:lnTo>
                  <a:pt x="1316320" y="828790"/>
                </a:lnTo>
                <a:moveTo>
                  <a:pt x="980729" y="476174"/>
                </a:moveTo>
                <a:lnTo>
                  <a:pt x="924890" y="567565"/>
                </a:lnTo>
                <a:moveTo>
                  <a:pt x="1248704" y="1278097"/>
                </a:moveTo>
                <a:lnTo>
                  <a:pt x="1211291" y="1291117"/>
                </a:lnTo>
                <a:moveTo>
                  <a:pt x="1001964" y="411387"/>
                </a:moveTo>
                <a:lnTo>
                  <a:pt x="969917" y="435128"/>
                </a:lnTo>
                <a:moveTo>
                  <a:pt x="1462608" y="1111373"/>
                </a:moveTo>
                <a:lnTo>
                  <a:pt x="1390457" y="1243057"/>
                </a:lnTo>
                <a:moveTo>
                  <a:pt x="1172307" y="862963"/>
                </a:moveTo>
                <a:lnTo>
                  <a:pt x="1139343" y="792089"/>
                </a:lnTo>
                <a:moveTo>
                  <a:pt x="969917" y="435128"/>
                </a:moveTo>
                <a:lnTo>
                  <a:pt x="873804" y="413829"/>
                </a:lnTo>
                <a:moveTo>
                  <a:pt x="1232080" y="741680"/>
                </a:moveTo>
                <a:lnTo>
                  <a:pt x="1215514" y="779733"/>
                </a:lnTo>
                <a:moveTo>
                  <a:pt x="996165" y="441041"/>
                </a:moveTo>
                <a:lnTo>
                  <a:pt x="1001964" y="411387"/>
                </a:lnTo>
                <a:moveTo>
                  <a:pt x="1205906" y="257827"/>
                </a:moveTo>
                <a:lnTo>
                  <a:pt x="1101296" y="216901"/>
                </a:lnTo>
                <a:moveTo>
                  <a:pt x="1386461" y="958916"/>
                </a:moveTo>
                <a:lnTo>
                  <a:pt x="1389969" y="966304"/>
                </a:lnTo>
                <a:moveTo>
                  <a:pt x="996165" y="441041"/>
                </a:moveTo>
                <a:lnTo>
                  <a:pt x="1014021" y="456068"/>
                </a:lnTo>
                <a:moveTo>
                  <a:pt x="1386754" y="962388"/>
                </a:moveTo>
                <a:lnTo>
                  <a:pt x="1386461" y="958916"/>
                </a:lnTo>
                <a:moveTo>
                  <a:pt x="1386754" y="962388"/>
                </a:moveTo>
                <a:lnTo>
                  <a:pt x="1389969" y="966304"/>
                </a:lnTo>
                <a:moveTo>
                  <a:pt x="1014021" y="456068"/>
                </a:moveTo>
                <a:lnTo>
                  <a:pt x="980729" y="476174"/>
                </a:lnTo>
                <a:moveTo>
                  <a:pt x="1390457" y="1243057"/>
                </a:moveTo>
                <a:lnTo>
                  <a:pt x="1404650" y="1213227"/>
                </a:lnTo>
                <a:moveTo>
                  <a:pt x="1155397" y="1218650"/>
                </a:moveTo>
                <a:lnTo>
                  <a:pt x="1211291" y="1291117"/>
                </a:lnTo>
                <a:moveTo>
                  <a:pt x="1316320" y="828790"/>
                </a:moveTo>
                <a:lnTo>
                  <a:pt x="1210469" y="807618"/>
                </a:lnTo>
                <a:moveTo>
                  <a:pt x="996165" y="441041"/>
                </a:moveTo>
                <a:lnTo>
                  <a:pt x="969917" y="435128"/>
                </a:lnTo>
                <a:moveTo>
                  <a:pt x="1434934" y="1155153"/>
                </a:moveTo>
                <a:lnTo>
                  <a:pt x="1390457" y="1243057"/>
                </a:lnTo>
                <a:moveTo>
                  <a:pt x="1453660" y="1098018"/>
                </a:moveTo>
                <a:lnTo>
                  <a:pt x="1389969" y="966304"/>
                </a:lnTo>
                <a:moveTo>
                  <a:pt x="1404650" y="1213227"/>
                </a:moveTo>
                <a:lnTo>
                  <a:pt x="1370515" y="1250573"/>
                </a:lnTo>
                <a:moveTo>
                  <a:pt x="1074014" y="871653"/>
                </a:moveTo>
                <a:lnTo>
                  <a:pt x="1024357" y="958659"/>
                </a:lnTo>
                <a:moveTo>
                  <a:pt x="980729" y="476174"/>
                </a:moveTo>
                <a:lnTo>
                  <a:pt x="969917" y="435128"/>
                </a:lnTo>
                <a:moveTo>
                  <a:pt x="1453660" y="1098018"/>
                </a:moveTo>
                <a:lnTo>
                  <a:pt x="1386754" y="962388"/>
                </a:lnTo>
                <a:moveTo>
                  <a:pt x="996165" y="441041"/>
                </a:moveTo>
                <a:lnTo>
                  <a:pt x="980729" y="476174"/>
                </a:lnTo>
                <a:moveTo>
                  <a:pt x="1210469" y="807618"/>
                </a:moveTo>
                <a:lnTo>
                  <a:pt x="1215514" y="779733"/>
                </a:lnTo>
                <a:moveTo>
                  <a:pt x="1370515" y="1250573"/>
                </a:moveTo>
                <a:lnTo>
                  <a:pt x="1248704" y="1278097"/>
                </a:lnTo>
                <a:moveTo>
                  <a:pt x="1643504" y="964050"/>
                </a:moveTo>
                <a:lnTo>
                  <a:pt x="1613955" y="1030349"/>
                </a:lnTo>
                <a:moveTo>
                  <a:pt x="1155397" y="1218650"/>
                </a:moveTo>
                <a:lnTo>
                  <a:pt x="1116946" y="1234839"/>
                </a:lnTo>
                <a:moveTo>
                  <a:pt x="1462608" y="1111373"/>
                </a:moveTo>
                <a:lnTo>
                  <a:pt x="1453660" y="1098018"/>
                </a:lnTo>
                <a:moveTo>
                  <a:pt x="1613955" y="1030349"/>
                </a:moveTo>
                <a:lnTo>
                  <a:pt x="1462608" y="1111373"/>
                </a:lnTo>
                <a:moveTo>
                  <a:pt x="1172307" y="862963"/>
                </a:moveTo>
                <a:lnTo>
                  <a:pt x="1074014" y="871653"/>
                </a:lnTo>
                <a:moveTo>
                  <a:pt x="1303104" y="905270"/>
                </a:moveTo>
                <a:lnTo>
                  <a:pt x="1316320" y="828790"/>
                </a:lnTo>
                <a:moveTo>
                  <a:pt x="1566782" y="1138254"/>
                </a:moveTo>
                <a:lnTo>
                  <a:pt x="1462608" y="1111373"/>
                </a:lnTo>
                <a:moveTo>
                  <a:pt x="1613955" y="1030349"/>
                </a:moveTo>
                <a:lnTo>
                  <a:pt x="1566782" y="1138254"/>
                </a:lnTo>
                <a:moveTo>
                  <a:pt x="1316320" y="828790"/>
                </a:moveTo>
                <a:lnTo>
                  <a:pt x="1195057" y="866999"/>
                </a:lnTo>
                <a:moveTo>
                  <a:pt x="1386461" y="958916"/>
                </a:moveTo>
                <a:lnTo>
                  <a:pt x="1303104" y="905270"/>
                </a:lnTo>
                <a:moveTo>
                  <a:pt x="1462608" y="1111373"/>
                </a:moveTo>
                <a:lnTo>
                  <a:pt x="1434934" y="1155153"/>
                </a:lnTo>
                <a:moveTo>
                  <a:pt x="1643504" y="964050"/>
                </a:moveTo>
                <a:lnTo>
                  <a:pt x="1572949" y="997822"/>
                </a:lnTo>
                <a:moveTo>
                  <a:pt x="1386754" y="962388"/>
                </a:moveTo>
                <a:lnTo>
                  <a:pt x="1303104" y="905270"/>
                </a:lnTo>
                <a:moveTo>
                  <a:pt x="1572949" y="997822"/>
                </a:moveTo>
                <a:lnTo>
                  <a:pt x="1613955" y="1030349"/>
                </a:lnTo>
                <a:moveTo>
                  <a:pt x="1566782" y="1138254"/>
                </a:moveTo>
                <a:lnTo>
                  <a:pt x="1434934" y="1155153"/>
                </a:lnTo>
                <a:moveTo>
                  <a:pt x="1434934" y="1155153"/>
                </a:moveTo>
                <a:lnTo>
                  <a:pt x="1404650" y="1213227"/>
                </a:lnTo>
                <a:moveTo>
                  <a:pt x="1210469" y="807618"/>
                </a:moveTo>
                <a:lnTo>
                  <a:pt x="1172307" y="862963"/>
                </a:lnTo>
                <a:moveTo>
                  <a:pt x="1084388" y="1091171"/>
                </a:moveTo>
                <a:lnTo>
                  <a:pt x="1024357" y="958659"/>
                </a:lnTo>
                <a:moveTo>
                  <a:pt x="1195057" y="866999"/>
                </a:moveTo>
                <a:lnTo>
                  <a:pt x="1210469" y="807618"/>
                </a:lnTo>
                <a:moveTo>
                  <a:pt x="1172307" y="862963"/>
                </a:moveTo>
                <a:lnTo>
                  <a:pt x="1024357" y="958659"/>
                </a:lnTo>
                <a:moveTo>
                  <a:pt x="1205906" y="257827"/>
                </a:moveTo>
                <a:lnTo>
                  <a:pt x="1206592" y="328759"/>
                </a:lnTo>
                <a:moveTo>
                  <a:pt x="1406200" y="1195174"/>
                </a:moveTo>
                <a:lnTo>
                  <a:pt x="1404650" y="1213227"/>
                </a:lnTo>
                <a:moveTo>
                  <a:pt x="1088887" y="1099878"/>
                </a:moveTo>
                <a:lnTo>
                  <a:pt x="1084388" y="1091171"/>
                </a:lnTo>
                <a:moveTo>
                  <a:pt x="1248704" y="1278097"/>
                </a:moveTo>
                <a:lnTo>
                  <a:pt x="1155397" y="1218650"/>
                </a:lnTo>
                <a:moveTo>
                  <a:pt x="1206592" y="328759"/>
                </a:moveTo>
                <a:lnTo>
                  <a:pt x="1101296" y="216901"/>
                </a:lnTo>
                <a:moveTo>
                  <a:pt x="1434934" y="1155153"/>
                </a:moveTo>
                <a:lnTo>
                  <a:pt x="1406200" y="1195174"/>
                </a:lnTo>
                <a:moveTo>
                  <a:pt x="1503039" y="1048488"/>
                </a:moveTo>
                <a:lnTo>
                  <a:pt x="1453660" y="1098018"/>
                </a:lnTo>
                <a:moveTo>
                  <a:pt x="1503039" y="1048488"/>
                </a:moveTo>
                <a:lnTo>
                  <a:pt x="1462608" y="1111373"/>
                </a:lnTo>
                <a:moveTo>
                  <a:pt x="1155397" y="1218650"/>
                </a:moveTo>
                <a:lnTo>
                  <a:pt x="1088887" y="1099878"/>
                </a:lnTo>
                <a:moveTo>
                  <a:pt x="1503039" y="1048488"/>
                </a:moveTo>
                <a:lnTo>
                  <a:pt x="1613955" y="1030349"/>
                </a:lnTo>
                <a:moveTo>
                  <a:pt x="1386754" y="962388"/>
                </a:moveTo>
                <a:lnTo>
                  <a:pt x="1385866" y="1034537"/>
                </a:lnTo>
                <a:moveTo>
                  <a:pt x="1474019" y="1061434"/>
                </a:moveTo>
                <a:lnTo>
                  <a:pt x="1386754" y="962388"/>
                </a:lnTo>
                <a:moveTo>
                  <a:pt x="1195057" y="866999"/>
                </a:moveTo>
                <a:lnTo>
                  <a:pt x="1172307" y="862963"/>
                </a:lnTo>
                <a:moveTo>
                  <a:pt x="1160591" y="304359"/>
                </a:moveTo>
                <a:lnTo>
                  <a:pt x="1101296" y="216901"/>
                </a:lnTo>
                <a:moveTo>
                  <a:pt x="1303104" y="905270"/>
                </a:moveTo>
                <a:lnTo>
                  <a:pt x="1195057" y="866999"/>
                </a:lnTo>
                <a:moveTo>
                  <a:pt x="1474019" y="1061434"/>
                </a:moveTo>
                <a:lnTo>
                  <a:pt x="1453660" y="1098018"/>
                </a:lnTo>
                <a:moveTo>
                  <a:pt x="1146279" y="961187"/>
                </a:moveTo>
                <a:lnTo>
                  <a:pt x="1024357" y="958659"/>
                </a:lnTo>
                <a:moveTo>
                  <a:pt x="1112300" y="276997"/>
                </a:moveTo>
                <a:lnTo>
                  <a:pt x="1101296" y="216901"/>
                </a:lnTo>
                <a:moveTo>
                  <a:pt x="1386754" y="962388"/>
                </a:moveTo>
                <a:lnTo>
                  <a:pt x="1287317" y="988929"/>
                </a:lnTo>
                <a:moveTo>
                  <a:pt x="1572949" y="997822"/>
                </a:moveTo>
                <a:lnTo>
                  <a:pt x="1503039" y="1048488"/>
                </a:lnTo>
                <a:moveTo>
                  <a:pt x="1146279" y="961187"/>
                </a:moveTo>
                <a:lnTo>
                  <a:pt x="1084388" y="1091171"/>
                </a:lnTo>
                <a:moveTo>
                  <a:pt x="1153739" y="980706"/>
                </a:moveTo>
                <a:lnTo>
                  <a:pt x="1084388" y="1091171"/>
                </a:lnTo>
                <a:moveTo>
                  <a:pt x="1172307" y="862963"/>
                </a:moveTo>
                <a:lnTo>
                  <a:pt x="1146279" y="961187"/>
                </a:lnTo>
                <a:moveTo>
                  <a:pt x="1489389" y="1090135"/>
                </a:moveTo>
                <a:lnTo>
                  <a:pt x="1434934" y="1155153"/>
                </a:lnTo>
                <a:moveTo>
                  <a:pt x="1550283" y="957798"/>
                </a:moveTo>
                <a:lnTo>
                  <a:pt x="1572949" y="997822"/>
                </a:lnTo>
                <a:moveTo>
                  <a:pt x="1163838" y="962579"/>
                </a:moveTo>
                <a:lnTo>
                  <a:pt x="1172307" y="862963"/>
                </a:lnTo>
                <a:moveTo>
                  <a:pt x="1303104" y="905270"/>
                </a:moveTo>
                <a:lnTo>
                  <a:pt x="1163838" y="962579"/>
                </a:lnTo>
                <a:moveTo>
                  <a:pt x="1500048" y="1184373"/>
                </a:moveTo>
                <a:lnTo>
                  <a:pt x="1566782" y="1138254"/>
                </a:lnTo>
                <a:moveTo>
                  <a:pt x="1195057" y="866999"/>
                </a:moveTo>
                <a:lnTo>
                  <a:pt x="1163838" y="962579"/>
                </a:lnTo>
                <a:moveTo>
                  <a:pt x="1193415" y="1094148"/>
                </a:moveTo>
                <a:lnTo>
                  <a:pt x="1084388" y="1091171"/>
                </a:lnTo>
                <a:moveTo>
                  <a:pt x="1193415" y="1094148"/>
                </a:moveTo>
                <a:lnTo>
                  <a:pt x="1088887" y="1099878"/>
                </a:lnTo>
                <a:moveTo>
                  <a:pt x="1385866" y="1034537"/>
                </a:moveTo>
                <a:lnTo>
                  <a:pt x="1406200" y="1195174"/>
                </a:lnTo>
                <a:moveTo>
                  <a:pt x="1489389" y="1090135"/>
                </a:moveTo>
                <a:lnTo>
                  <a:pt x="1406200" y="1195174"/>
                </a:lnTo>
                <a:moveTo>
                  <a:pt x="1500048" y="1184373"/>
                </a:moveTo>
                <a:lnTo>
                  <a:pt x="1434934" y="1155153"/>
                </a:lnTo>
                <a:moveTo>
                  <a:pt x="1193415" y="1094148"/>
                </a:moveTo>
                <a:lnTo>
                  <a:pt x="1155397" y="1218650"/>
                </a:lnTo>
                <a:moveTo>
                  <a:pt x="1406200" y="1195174"/>
                </a:moveTo>
                <a:lnTo>
                  <a:pt x="1339854" y="1141544"/>
                </a:lnTo>
                <a:moveTo>
                  <a:pt x="1303104" y="905270"/>
                </a:moveTo>
                <a:lnTo>
                  <a:pt x="1287317" y="988929"/>
                </a:lnTo>
                <a:moveTo>
                  <a:pt x="1218645" y="331922"/>
                </a:moveTo>
                <a:lnTo>
                  <a:pt x="1206592" y="328759"/>
                </a:lnTo>
                <a:moveTo>
                  <a:pt x="1153739" y="980706"/>
                </a:moveTo>
                <a:lnTo>
                  <a:pt x="1146279" y="961187"/>
                </a:lnTo>
                <a:moveTo>
                  <a:pt x="1550283" y="957798"/>
                </a:moveTo>
                <a:lnTo>
                  <a:pt x="1503039" y="1048488"/>
                </a:lnTo>
                <a:moveTo>
                  <a:pt x="1163838" y="962579"/>
                </a:moveTo>
                <a:lnTo>
                  <a:pt x="1146279" y="961187"/>
                </a:lnTo>
                <a:moveTo>
                  <a:pt x="1206096" y="334949"/>
                </a:moveTo>
                <a:lnTo>
                  <a:pt x="1206592" y="328759"/>
                </a:lnTo>
                <a:moveTo>
                  <a:pt x="1218645" y="331922"/>
                </a:moveTo>
                <a:lnTo>
                  <a:pt x="1206096" y="334949"/>
                </a:lnTo>
                <a:moveTo>
                  <a:pt x="1503039" y="1048488"/>
                </a:moveTo>
                <a:lnTo>
                  <a:pt x="1474019" y="1061434"/>
                </a:lnTo>
                <a:moveTo>
                  <a:pt x="1163838" y="962579"/>
                </a:moveTo>
                <a:lnTo>
                  <a:pt x="1153739" y="980706"/>
                </a:lnTo>
                <a:moveTo>
                  <a:pt x="1160591" y="304359"/>
                </a:moveTo>
                <a:lnTo>
                  <a:pt x="1206592" y="328759"/>
                </a:lnTo>
                <a:moveTo>
                  <a:pt x="1474019" y="1061434"/>
                </a:moveTo>
                <a:lnTo>
                  <a:pt x="1385866" y="1034537"/>
                </a:lnTo>
                <a:moveTo>
                  <a:pt x="1206096" y="334949"/>
                </a:moveTo>
                <a:lnTo>
                  <a:pt x="1160591" y="304359"/>
                </a:lnTo>
                <a:moveTo>
                  <a:pt x="1489389" y="1090135"/>
                </a:moveTo>
                <a:lnTo>
                  <a:pt x="1385866" y="1034537"/>
                </a:lnTo>
                <a:moveTo>
                  <a:pt x="1153739" y="980706"/>
                </a:moveTo>
                <a:lnTo>
                  <a:pt x="1193415" y="1094148"/>
                </a:lnTo>
                <a:moveTo>
                  <a:pt x="1489389" y="1090135"/>
                </a:moveTo>
                <a:lnTo>
                  <a:pt x="1474019" y="1061434"/>
                </a:lnTo>
                <a:moveTo>
                  <a:pt x="1385866" y="1034537"/>
                </a:moveTo>
                <a:lnTo>
                  <a:pt x="1339854" y="1141544"/>
                </a:lnTo>
                <a:moveTo>
                  <a:pt x="1287317" y="988929"/>
                </a:moveTo>
                <a:lnTo>
                  <a:pt x="1163838" y="962579"/>
                </a:lnTo>
                <a:moveTo>
                  <a:pt x="1385866" y="1034537"/>
                </a:moveTo>
                <a:lnTo>
                  <a:pt x="1287317" y="988929"/>
                </a:lnTo>
                <a:moveTo>
                  <a:pt x="1160591" y="304359"/>
                </a:moveTo>
                <a:lnTo>
                  <a:pt x="1112300" y="276997"/>
                </a:lnTo>
                <a:moveTo>
                  <a:pt x="1206096" y="334949"/>
                </a:moveTo>
                <a:lnTo>
                  <a:pt x="1116681" y="276479"/>
                </a:lnTo>
                <a:moveTo>
                  <a:pt x="1551696" y="932374"/>
                </a:moveTo>
                <a:lnTo>
                  <a:pt x="1503039" y="1048488"/>
                </a:lnTo>
                <a:moveTo>
                  <a:pt x="1489389" y="1090135"/>
                </a:moveTo>
                <a:lnTo>
                  <a:pt x="1500048" y="1184373"/>
                </a:lnTo>
                <a:moveTo>
                  <a:pt x="1116681" y="276479"/>
                </a:moveTo>
                <a:lnTo>
                  <a:pt x="1160591" y="304359"/>
                </a:lnTo>
                <a:moveTo>
                  <a:pt x="1551696" y="932374"/>
                </a:moveTo>
                <a:lnTo>
                  <a:pt x="1550283" y="957798"/>
                </a:lnTo>
                <a:moveTo>
                  <a:pt x="1551696" y="932374"/>
                </a:moveTo>
                <a:lnTo>
                  <a:pt x="1474019" y="1061434"/>
                </a:lnTo>
                <a:moveTo>
                  <a:pt x="1116681" y="276479"/>
                </a:moveTo>
                <a:lnTo>
                  <a:pt x="1112300" y="276997"/>
                </a:lnTo>
                <a:moveTo>
                  <a:pt x="1525384" y="1048496"/>
                </a:moveTo>
                <a:lnTo>
                  <a:pt x="1474019" y="1061434"/>
                </a:lnTo>
                <a:moveTo>
                  <a:pt x="1525384" y="1048496"/>
                </a:moveTo>
                <a:lnTo>
                  <a:pt x="1489389" y="1090135"/>
                </a:lnTo>
                <a:moveTo>
                  <a:pt x="1542917" y="1038787"/>
                </a:moveTo>
                <a:lnTo>
                  <a:pt x="1489389" y="1090135"/>
                </a:lnTo>
                <a:moveTo>
                  <a:pt x="1551696" y="932374"/>
                </a:moveTo>
                <a:lnTo>
                  <a:pt x="1525384" y="1048496"/>
                </a:lnTo>
                <a:moveTo>
                  <a:pt x="1542917" y="1038787"/>
                </a:moveTo>
                <a:lnTo>
                  <a:pt x="1500048" y="1184373"/>
                </a:lnTo>
                <a:moveTo>
                  <a:pt x="1544459" y="1023239"/>
                </a:moveTo>
                <a:lnTo>
                  <a:pt x="1551696" y="932374"/>
                </a:lnTo>
                <a:moveTo>
                  <a:pt x="1544459" y="1023239"/>
                </a:moveTo>
                <a:lnTo>
                  <a:pt x="1525384" y="1048496"/>
                </a:lnTo>
                <a:moveTo>
                  <a:pt x="1542917" y="1038787"/>
                </a:moveTo>
                <a:lnTo>
                  <a:pt x="1525384" y="1048496"/>
                </a:lnTo>
                <a:moveTo>
                  <a:pt x="1544459" y="1023239"/>
                </a:moveTo>
                <a:lnTo>
                  <a:pt x="1542917" y="103878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21" name="9r7l_1_build_ReferenceLigand_0">
            <a:extLst>
              <a:ext uri="{FF2B5EF4-FFF2-40B4-BE49-F238E27FC236}">
                <a16:creationId xmlns:a16="http://schemas.microsoft.com/office/drawing/2014/main" id="{E4C363A1-0C1A-4FCE-832F-B0DA64F9D3D0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3923" y="813127"/>
                </a:moveTo>
                <a:lnTo>
                  <a:pt x="1155304" y="8691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2" name="9r7l_1_build_ReferenceLigand_1">
            <a:extLst>
              <a:ext uri="{FF2B5EF4-FFF2-40B4-BE49-F238E27FC236}">
                <a16:creationId xmlns:a16="http://schemas.microsoft.com/office/drawing/2014/main" id="{E41B8ED8-C38B-48D6-9533-E9AF41AF888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916" y="176971"/>
                </a:moveTo>
                <a:lnTo>
                  <a:pt x="1487278" y="2516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3" name="9r7l_1_build_ReferenceLigand_2">
            <a:extLst>
              <a:ext uri="{FF2B5EF4-FFF2-40B4-BE49-F238E27FC236}">
                <a16:creationId xmlns:a16="http://schemas.microsoft.com/office/drawing/2014/main" id="{86C3DD7A-2BD8-4152-8572-523F7B8BC7F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3923" y="813127"/>
                </a:moveTo>
                <a:lnTo>
                  <a:pt x="980231" y="7259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4" name="9r7l_1_build_ReferenceLigand_3">
            <a:extLst>
              <a:ext uri="{FF2B5EF4-FFF2-40B4-BE49-F238E27FC236}">
                <a16:creationId xmlns:a16="http://schemas.microsoft.com/office/drawing/2014/main" id="{374435A5-BE24-4589-A933-7093230A057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2465" y="705648"/>
                </a:moveTo>
                <a:lnTo>
                  <a:pt x="1123923" y="8131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5" name="9r7l_1_build_ReferenceLigand_4">
            <a:extLst>
              <a:ext uri="{FF2B5EF4-FFF2-40B4-BE49-F238E27FC236}">
                <a16:creationId xmlns:a16="http://schemas.microsoft.com/office/drawing/2014/main" id="{D94FE8AE-E03B-4A29-BDF9-AEB15653892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562" y="907734"/>
                </a:moveTo>
                <a:lnTo>
                  <a:pt x="1837186" y="8395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6" name="9r7l_1_build_ReferenceLigand_5">
            <a:extLst>
              <a:ext uri="{FF2B5EF4-FFF2-40B4-BE49-F238E27FC236}">
                <a16:creationId xmlns:a16="http://schemas.microsoft.com/office/drawing/2014/main" id="{A2654BDF-D4F0-4564-87E9-850E98EAC85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3923" y="813127"/>
                </a:moveTo>
                <a:lnTo>
                  <a:pt x="1110398" y="9439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7" name="9r7l_1_build_ReferenceLigand_6">
            <a:extLst>
              <a:ext uri="{FF2B5EF4-FFF2-40B4-BE49-F238E27FC236}">
                <a16:creationId xmlns:a16="http://schemas.microsoft.com/office/drawing/2014/main" id="{6AFD6F2D-8CCD-4A7C-AAA6-063CFDB2D21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916" y="176971"/>
                </a:moveTo>
                <a:lnTo>
                  <a:pt x="1391512" y="46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8" name="9r7l_1_build_ReferenceLigand_7">
            <a:extLst>
              <a:ext uri="{FF2B5EF4-FFF2-40B4-BE49-F238E27FC236}">
                <a16:creationId xmlns:a16="http://schemas.microsoft.com/office/drawing/2014/main" id="{58E54372-4CCD-4AEF-ABE2-098E4FEAAE0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916" y="176971"/>
                </a:moveTo>
                <a:lnTo>
                  <a:pt x="1653665" y="1227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r7l_1_build_ReferenceLigand_8">
            <a:extLst>
              <a:ext uri="{FF2B5EF4-FFF2-40B4-BE49-F238E27FC236}">
                <a16:creationId xmlns:a16="http://schemas.microsoft.com/office/drawing/2014/main" id="{21B3E710-7133-4C0F-86EF-119808E5C8C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562" y="907734"/>
                </a:moveTo>
                <a:lnTo>
                  <a:pt x="1622837" y="10012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r7l_1_build_ReferenceLigand_9">
            <a:extLst>
              <a:ext uri="{FF2B5EF4-FFF2-40B4-BE49-F238E27FC236}">
                <a16:creationId xmlns:a16="http://schemas.microsoft.com/office/drawing/2014/main" id="{00DBAE43-3033-484E-B85E-3512B0F3C6B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0834" y="297324"/>
                </a:moveTo>
                <a:lnTo>
                  <a:pt x="1496916" y="1769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r7l_1_build_ReferenceLigand_10">
            <a:extLst>
              <a:ext uri="{FF2B5EF4-FFF2-40B4-BE49-F238E27FC236}">
                <a16:creationId xmlns:a16="http://schemas.microsoft.com/office/drawing/2014/main" id="{3AD10E18-F78B-4865-9D6E-12F94254864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292" y="491244"/>
                </a:moveTo>
                <a:lnTo>
                  <a:pt x="1853625" y="4573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r7l_1_build_ReferenceLigand_11">
            <a:extLst>
              <a:ext uri="{FF2B5EF4-FFF2-40B4-BE49-F238E27FC236}">
                <a16:creationId xmlns:a16="http://schemas.microsoft.com/office/drawing/2014/main" id="{8AAF7D2A-3BBD-4D4B-876D-05CED9B07D3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625" y="457383"/>
                </a:moveTo>
                <a:lnTo>
                  <a:pt x="1906223" y="309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r7l_1_build_ReferenceLigand_12">
            <a:extLst>
              <a:ext uri="{FF2B5EF4-FFF2-40B4-BE49-F238E27FC236}">
                <a16:creationId xmlns:a16="http://schemas.microsoft.com/office/drawing/2014/main" id="{42588EB9-6CDA-4B86-B35A-A8A97C963FE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625" y="457383"/>
                </a:moveTo>
                <a:lnTo>
                  <a:pt x="1958084" y="577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r7l_1_build_ReferenceLigand_13">
            <a:extLst>
              <a:ext uri="{FF2B5EF4-FFF2-40B4-BE49-F238E27FC236}">
                <a16:creationId xmlns:a16="http://schemas.microsoft.com/office/drawing/2014/main" id="{783A83D3-B44F-4AFB-83F1-2F304FC0DBF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6268" y="671253"/>
                </a:moveTo>
                <a:lnTo>
                  <a:pt x="1262465" y="7056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r7l_1_build_ReferenceLigand_14">
            <a:extLst>
              <a:ext uri="{FF2B5EF4-FFF2-40B4-BE49-F238E27FC236}">
                <a16:creationId xmlns:a16="http://schemas.microsoft.com/office/drawing/2014/main" id="{4E25771C-BE64-4BEE-AE67-C2A00EA9BB5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189" y="532962"/>
                </a:moveTo>
                <a:lnTo>
                  <a:pt x="1684292" y="491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r7l_1_build_ReferenceLigand_15">
            <a:extLst>
              <a:ext uri="{FF2B5EF4-FFF2-40B4-BE49-F238E27FC236}">
                <a16:creationId xmlns:a16="http://schemas.microsoft.com/office/drawing/2014/main" id="{A02D816F-CF87-43E4-B4EF-4AADA158B0C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562" y="907734"/>
                </a:moveTo>
                <a:lnTo>
                  <a:pt x="1847593" y="10043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r7l_1_build_ReferenceLigand_16">
            <a:extLst>
              <a:ext uri="{FF2B5EF4-FFF2-40B4-BE49-F238E27FC236}">
                <a16:creationId xmlns:a16="http://schemas.microsoft.com/office/drawing/2014/main" id="{032F0B92-AED2-4671-AFF3-451943E6F27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792" y="446826"/>
                </a:moveTo>
                <a:lnTo>
                  <a:pt x="1450834" y="2973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r7l_1_build_ReferenceLigand_17">
            <a:extLst>
              <a:ext uri="{FF2B5EF4-FFF2-40B4-BE49-F238E27FC236}">
                <a16:creationId xmlns:a16="http://schemas.microsoft.com/office/drawing/2014/main" id="{00458131-9820-4596-B773-C5A18F305EB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189" y="532962"/>
                </a:moveTo>
                <a:lnTo>
                  <a:pt x="1430792" y="4468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r7l_1_build_ReferenceLigand_18">
            <a:extLst>
              <a:ext uri="{FF2B5EF4-FFF2-40B4-BE49-F238E27FC236}">
                <a16:creationId xmlns:a16="http://schemas.microsoft.com/office/drawing/2014/main" id="{9289DB2C-EADF-4C2F-93A9-DC7B033F5B0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5357" y="775280"/>
                </a:moveTo>
                <a:lnTo>
                  <a:pt x="1746562" y="9077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r7l_1_build_ReferenceLigand_19">
            <a:extLst>
              <a:ext uri="{FF2B5EF4-FFF2-40B4-BE49-F238E27FC236}">
                <a16:creationId xmlns:a16="http://schemas.microsoft.com/office/drawing/2014/main" id="{632186DF-26ED-4A60-87DF-EC4C75C20E3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6604" y="700701"/>
                </a:moveTo>
                <a:lnTo>
                  <a:pt x="1571189" y="5329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r7l_1_build_ReferenceLigand_20">
            <a:extLst>
              <a:ext uri="{FF2B5EF4-FFF2-40B4-BE49-F238E27FC236}">
                <a16:creationId xmlns:a16="http://schemas.microsoft.com/office/drawing/2014/main" id="{75D33737-DDB9-4844-B95C-DF1785FD392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792" y="446826"/>
                </a:moveTo>
                <a:lnTo>
                  <a:pt x="1291546" y="503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r7l_1_build_ReferenceLigand_21">
            <a:extLst>
              <a:ext uri="{FF2B5EF4-FFF2-40B4-BE49-F238E27FC236}">
                <a16:creationId xmlns:a16="http://schemas.microsoft.com/office/drawing/2014/main" id="{6D9C4E25-341B-4247-9156-D71CEA909EA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8924" y="437449"/>
                </a:moveTo>
                <a:lnTo>
                  <a:pt x="1291546" y="503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r7l_1_build_ReferenceLigand_22">
            <a:extLst>
              <a:ext uri="{FF2B5EF4-FFF2-40B4-BE49-F238E27FC236}">
                <a16:creationId xmlns:a16="http://schemas.microsoft.com/office/drawing/2014/main" id="{8DDD0BEA-B22C-437C-8AD6-A08667585B2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6604" y="700701"/>
                </a:moveTo>
                <a:lnTo>
                  <a:pt x="1675357" y="7752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r7l_1_build_ReferenceLigand_23">
            <a:extLst>
              <a:ext uri="{FF2B5EF4-FFF2-40B4-BE49-F238E27FC236}">
                <a16:creationId xmlns:a16="http://schemas.microsoft.com/office/drawing/2014/main" id="{1EDAB01F-DFC6-4020-880E-1F45A9F9F6E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891" y="397735"/>
                </a:moveTo>
                <a:lnTo>
                  <a:pt x="1168924" y="4374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r7l_1_build_ReferenceLigand_24">
            <a:extLst>
              <a:ext uri="{FF2B5EF4-FFF2-40B4-BE49-F238E27FC236}">
                <a16:creationId xmlns:a16="http://schemas.microsoft.com/office/drawing/2014/main" id="{20746D5D-201D-4DD2-BB42-54BD40345EC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1546" y="503023"/>
                </a:moveTo>
                <a:lnTo>
                  <a:pt x="1276268" y="67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r7l_1_build_ReferenceLigand_25">
            <a:extLst>
              <a:ext uri="{FF2B5EF4-FFF2-40B4-BE49-F238E27FC236}">
                <a16:creationId xmlns:a16="http://schemas.microsoft.com/office/drawing/2014/main" id="{57672B1E-1603-4260-A8C8-F0AE5F853D3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1720" y="255312"/>
                </a:moveTo>
                <a:lnTo>
                  <a:pt x="1017891" y="397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r7l_1_build_ReferenceLigand_26">
            <a:extLst>
              <a:ext uri="{FF2B5EF4-FFF2-40B4-BE49-F238E27FC236}">
                <a16:creationId xmlns:a16="http://schemas.microsoft.com/office/drawing/2014/main" id="{012B1EFD-0DC1-44C8-90AA-D3B8C4678A7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4948" y="747716"/>
                </a:moveTo>
                <a:lnTo>
                  <a:pt x="1546604" y="7007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r7l_1_build_ReferenceLigand_27">
            <a:extLst>
              <a:ext uri="{FF2B5EF4-FFF2-40B4-BE49-F238E27FC236}">
                <a16:creationId xmlns:a16="http://schemas.microsoft.com/office/drawing/2014/main" id="{BF9B50A3-B463-4ACD-8B60-01B76D63008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625" y="457383"/>
                </a:moveTo>
                <a:lnTo>
                  <a:pt x="1853699" y="453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r7l_1_build_ReferenceLigand_28">
            <a:extLst>
              <a:ext uri="{FF2B5EF4-FFF2-40B4-BE49-F238E27FC236}">
                <a16:creationId xmlns:a16="http://schemas.microsoft.com/office/drawing/2014/main" id="{3881868E-661D-476C-ACA9-BD32025C578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6268" y="671253"/>
                </a:moveTo>
                <a:lnTo>
                  <a:pt x="1414948" y="7477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r7l_1_build_ReferenceLigand_29">
            <a:extLst>
              <a:ext uri="{FF2B5EF4-FFF2-40B4-BE49-F238E27FC236}">
                <a16:creationId xmlns:a16="http://schemas.microsoft.com/office/drawing/2014/main" id="{6E7D123F-64E5-4833-B374-B594AF03BB0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891" y="397735"/>
                </a:moveTo>
                <a:lnTo>
                  <a:pt x="906171" y="522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r7l_1_build_ReferenceLigand_30">
            <a:extLst>
              <a:ext uri="{FF2B5EF4-FFF2-40B4-BE49-F238E27FC236}">
                <a16:creationId xmlns:a16="http://schemas.microsoft.com/office/drawing/2014/main" id="{13C9F3D4-D03D-4EFF-B96A-AD63F34DF15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4948" y="747716"/>
                </a:moveTo>
                <a:lnTo>
                  <a:pt x="1396393" y="902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r7l_1_build_ReferenceLigand_31">
            <a:extLst>
              <a:ext uri="{FF2B5EF4-FFF2-40B4-BE49-F238E27FC236}">
                <a16:creationId xmlns:a16="http://schemas.microsoft.com/office/drawing/2014/main" id="{36B43838-9869-4130-BDFA-77B8F2DACB8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393" y="902115"/>
                </a:moveTo>
                <a:lnTo>
                  <a:pt x="1325951" y="998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r7l_1_build_ReferenceLigand_32">
            <a:extLst>
              <a:ext uri="{FF2B5EF4-FFF2-40B4-BE49-F238E27FC236}">
                <a16:creationId xmlns:a16="http://schemas.microsoft.com/office/drawing/2014/main" id="{1B1F672B-123A-4840-BD49-55C3A7E2AFC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891" y="397735"/>
                </a:moveTo>
                <a:lnTo>
                  <a:pt x="1056959" y="378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r7l_1_build_ReferenceLigand_33">
            <a:extLst>
              <a:ext uri="{FF2B5EF4-FFF2-40B4-BE49-F238E27FC236}">
                <a16:creationId xmlns:a16="http://schemas.microsoft.com/office/drawing/2014/main" id="{C0FF1153-C15C-46A3-9145-9EFD3D0CEF2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5951" y="998569"/>
                </a:moveTo>
                <a:lnTo>
                  <a:pt x="1272920" y="11474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r7l_1_build_ReferenceLigand_34">
            <a:extLst>
              <a:ext uri="{FF2B5EF4-FFF2-40B4-BE49-F238E27FC236}">
                <a16:creationId xmlns:a16="http://schemas.microsoft.com/office/drawing/2014/main" id="{31492564-23BE-4353-9A8E-175B31ACB44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5951" y="998569"/>
                </a:moveTo>
                <a:lnTo>
                  <a:pt x="1196079" y="914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r7l_1_build_ReferenceLigand_35">
            <a:extLst>
              <a:ext uri="{FF2B5EF4-FFF2-40B4-BE49-F238E27FC236}">
                <a16:creationId xmlns:a16="http://schemas.microsoft.com/office/drawing/2014/main" id="{0218148C-C8DD-4D56-96CC-193F230ECAF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5951" y="998569"/>
                </a:moveTo>
                <a:lnTo>
                  <a:pt x="1443423" y="102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r7l_1_build_PredictedLigand_0">
            <a:extLst>
              <a:ext uri="{FF2B5EF4-FFF2-40B4-BE49-F238E27FC236}">
                <a16:creationId xmlns:a16="http://schemas.microsoft.com/office/drawing/2014/main" id="{A3C4DB6C-5E9D-4272-BB51-E58733CE88B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3838" y="787085"/>
                </a:moveTo>
                <a:lnTo>
                  <a:pt x="1058675" y="8676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58" name="9r7l_1_build_PredictedLigand_1">
            <a:extLst>
              <a:ext uri="{FF2B5EF4-FFF2-40B4-BE49-F238E27FC236}">
                <a16:creationId xmlns:a16="http://schemas.microsoft.com/office/drawing/2014/main" id="{5D45FA8D-9C40-44E5-9B80-16625BA9E25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3147" y="185916"/>
                </a:moveTo>
                <a:lnTo>
                  <a:pt x="1533961" y="2325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59" name="9r7l_1_build_PredictedLigand_2">
            <a:extLst>
              <a:ext uri="{FF2B5EF4-FFF2-40B4-BE49-F238E27FC236}">
                <a16:creationId xmlns:a16="http://schemas.microsoft.com/office/drawing/2014/main" id="{FAC5E88E-2214-4EDE-80FB-3F9C3BD57DA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3838" y="787085"/>
                </a:moveTo>
                <a:lnTo>
                  <a:pt x="990239" y="6503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0" name="9r7l_1_build_PredictedLigand_3">
            <a:extLst>
              <a:ext uri="{FF2B5EF4-FFF2-40B4-BE49-F238E27FC236}">
                <a16:creationId xmlns:a16="http://schemas.microsoft.com/office/drawing/2014/main" id="{2F67DB0D-8E80-43B8-A679-8058C11B1D1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277" y="758108"/>
                </a:moveTo>
                <a:lnTo>
                  <a:pt x="1043838" y="7870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1" name="9r7l_1_build_PredictedLigand_4">
            <a:extLst>
              <a:ext uri="{FF2B5EF4-FFF2-40B4-BE49-F238E27FC236}">
                <a16:creationId xmlns:a16="http://schemas.microsoft.com/office/drawing/2014/main" id="{62315FD4-836D-456E-AB24-BFB9213F55F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612" y="923512"/>
                </a:moveTo>
                <a:lnTo>
                  <a:pt x="1857963" y="8435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2" name="9r7l_1_build_PredictedLigand_5">
            <a:extLst>
              <a:ext uri="{FF2B5EF4-FFF2-40B4-BE49-F238E27FC236}">
                <a16:creationId xmlns:a16="http://schemas.microsoft.com/office/drawing/2014/main" id="{D0415CA6-AA72-4D98-A767-F975E3F81C3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902" y="75282"/>
                </a:moveTo>
                <a:lnTo>
                  <a:pt x="1463147" y="18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3" name="9r7l_1_build_PredictedLigand_6">
            <a:extLst>
              <a:ext uri="{FF2B5EF4-FFF2-40B4-BE49-F238E27FC236}">
                <a16:creationId xmlns:a16="http://schemas.microsoft.com/office/drawing/2014/main" id="{41211AB5-B63E-44F6-A92D-F817F231B300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612" y="923512"/>
                </a:moveTo>
                <a:lnTo>
                  <a:pt x="1675587" y="10286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4" name="9r7l_1_build_PredictedLigand_7">
            <a:extLst>
              <a:ext uri="{FF2B5EF4-FFF2-40B4-BE49-F238E27FC236}">
                <a16:creationId xmlns:a16="http://schemas.microsoft.com/office/drawing/2014/main" id="{FE2E6A66-9836-4AEA-B217-E8C5E49971F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3838" y="787085"/>
                </a:moveTo>
                <a:lnTo>
                  <a:pt x="974026" y="8862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5" name="9r7l_1_build_PredictedLigand_8">
            <a:extLst>
              <a:ext uri="{FF2B5EF4-FFF2-40B4-BE49-F238E27FC236}">
                <a16:creationId xmlns:a16="http://schemas.microsoft.com/office/drawing/2014/main" id="{32B03E17-39AC-4515-80B0-9724463C22D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3147" y="185916"/>
                </a:moveTo>
                <a:lnTo>
                  <a:pt x="1415013" y="3290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6" name="9r7l_1_build_PredictedLigand_9">
            <a:extLst>
              <a:ext uri="{FF2B5EF4-FFF2-40B4-BE49-F238E27FC236}">
                <a16:creationId xmlns:a16="http://schemas.microsoft.com/office/drawing/2014/main" id="{2AE43EE8-387E-431E-8D54-74974BF7A25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3147" y="185916"/>
                </a:moveTo>
                <a:lnTo>
                  <a:pt x="1553424" y="114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r7l_1_build_PredictedLigand_10">
            <a:extLst>
              <a:ext uri="{FF2B5EF4-FFF2-40B4-BE49-F238E27FC236}">
                <a16:creationId xmlns:a16="http://schemas.microsoft.com/office/drawing/2014/main" id="{D368D4D5-2ED6-4976-8BE7-E204762EFA9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956" y="425892"/>
                </a:moveTo>
                <a:lnTo>
                  <a:pt x="1865027" y="3052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r7l_1_build_PredictedLigand_11">
            <a:extLst>
              <a:ext uri="{FF2B5EF4-FFF2-40B4-BE49-F238E27FC236}">
                <a16:creationId xmlns:a16="http://schemas.microsoft.com/office/drawing/2014/main" id="{EEC300C8-5DFF-4DE7-B7C8-4188EA7A9060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7284" y="701870"/>
                </a:moveTo>
                <a:lnTo>
                  <a:pt x="1223277" y="7581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r7l_1_build_PredictedLigand_12">
            <a:extLst>
              <a:ext uri="{FF2B5EF4-FFF2-40B4-BE49-F238E27FC236}">
                <a16:creationId xmlns:a16="http://schemas.microsoft.com/office/drawing/2014/main" id="{C4DAD120-30CA-4D56-A768-B54C3DD0544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5013" y="329056"/>
                </a:moveTo>
                <a:lnTo>
                  <a:pt x="1438871" y="4759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r7l_1_build_PredictedLigand_13">
            <a:extLst>
              <a:ext uri="{FF2B5EF4-FFF2-40B4-BE49-F238E27FC236}">
                <a16:creationId xmlns:a16="http://schemas.microsoft.com/office/drawing/2014/main" id="{3AF5ACDC-FD34-48B8-BB01-4574F5B7FDB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215" y="495903"/>
                </a:moveTo>
                <a:lnTo>
                  <a:pt x="1853956" y="4258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r7l_1_build_PredictedLigand_14">
            <a:extLst>
              <a:ext uri="{FF2B5EF4-FFF2-40B4-BE49-F238E27FC236}">
                <a16:creationId xmlns:a16="http://schemas.microsoft.com/office/drawing/2014/main" id="{76A6FF56-B197-4A3F-B213-A0E90E49480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048" y="816692"/>
                </a:moveTo>
                <a:lnTo>
                  <a:pt x="1765612" y="923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r7l_1_build_PredictedLigand_15">
            <a:extLst>
              <a:ext uri="{FF2B5EF4-FFF2-40B4-BE49-F238E27FC236}">
                <a16:creationId xmlns:a16="http://schemas.microsoft.com/office/drawing/2014/main" id="{71ED0DF1-A609-4337-891E-9BCF881BEEB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612" y="923512"/>
                </a:moveTo>
                <a:lnTo>
                  <a:pt x="1861417" y="9976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r7l_1_build_PredictedLigand_16">
            <a:extLst>
              <a:ext uri="{FF2B5EF4-FFF2-40B4-BE49-F238E27FC236}">
                <a16:creationId xmlns:a16="http://schemas.microsoft.com/office/drawing/2014/main" id="{CC82E0D2-C590-43F4-9810-424438B61F1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956" y="425892"/>
                </a:moveTo>
                <a:lnTo>
                  <a:pt x="1994221" y="523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r7l_1_build_PredictedLigand_17">
            <a:extLst>
              <a:ext uri="{FF2B5EF4-FFF2-40B4-BE49-F238E27FC236}">
                <a16:creationId xmlns:a16="http://schemas.microsoft.com/office/drawing/2014/main" id="{6C80322A-4E0E-4892-B5D8-E3DE4AF9CA7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7771" y="538477"/>
                </a:moveTo>
                <a:lnTo>
                  <a:pt x="1438871" y="4759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r7l_1_build_PredictedLigand_18">
            <a:extLst>
              <a:ext uri="{FF2B5EF4-FFF2-40B4-BE49-F238E27FC236}">
                <a16:creationId xmlns:a16="http://schemas.microsoft.com/office/drawing/2014/main" id="{A73F36BE-E574-43C8-BF9D-7F8E231F7EC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6756" y="562130"/>
                </a:moveTo>
                <a:lnTo>
                  <a:pt x="1684215" y="4959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r7l_1_build_PredictedLigand_19">
            <a:extLst>
              <a:ext uri="{FF2B5EF4-FFF2-40B4-BE49-F238E27FC236}">
                <a16:creationId xmlns:a16="http://schemas.microsoft.com/office/drawing/2014/main" id="{8FD97E77-8A4F-4341-801C-3E965658AAD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8871" y="475981"/>
                </a:moveTo>
                <a:lnTo>
                  <a:pt x="1566756" y="5621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r7l_1_build_PredictedLigand_20">
            <a:extLst>
              <a:ext uri="{FF2B5EF4-FFF2-40B4-BE49-F238E27FC236}">
                <a16:creationId xmlns:a16="http://schemas.microsoft.com/office/drawing/2014/main" id="{7D2DAE16-F1D0-49C3-964C-3376ED18877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7284" y="701870"/>
                </a:moveTo>
                <a:lnTo>
                  <a:pt x="1287771" y="538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r7l_1_build_PredictedLigand_21">
            <a:extLst>
              <a:ext uri="{FF2B5EF4-FFF2-40B4-BE49-F238E27FC236}">
                <a16:creationId xmlns:a16="http://schemas.microsoft.com/office/drawing/2014/main" id="{93F6FE06-E57F-418C-BBE2-DDD552F69B4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6756" y="562130"/>
                </a:moveTo>
                <a:lnTo>
                  <a:pt x="1550170" y="7326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r7l_1_build_PredictedLigand_22">
            <a:extLst>
              <a:ext uri="{FF2B5EF4-FFF2-40B4-BE49-F238E27FC236}">
                <a16:creationId xmlns:a16="http://schemas.microsoft.com/office/drawing/2014/main" id="{23EA5150-A7E8-4114-A34D-2BB13B035C0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170" y="732600"/>
                </a:moveTo>
                <a:lnTo>
                  <a:pt x="1657048" y="8166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r7l_1_build_PredictedLigand_23">
            <a:extLst>
              <a:ext uri="{FF2B5EF4-FFF2-40B4-BE49-F238E27FC236}">
                <a16:creationId xmlns:a16="http://schemas.microsoft.com/office/drawing/2014/main" id="{F18814DA-8961-42E0-AD0F-E88C7C9E282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4601" y="385326"/>
                </a:moveTo>
                <a:lnTo>
                  <a:pt x="957822" y="3018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r7l_1_build_PredictedLigand_24">
            <a:extLst>
              <a:ext uri="{FF2B5EF4-FFF2-40B4-BE49-F238E27FC236}">
                <a16:creationId xmlns:a16="http://schemas.microsoft.com/office/drawing/2014/main" id="{1BF4A4C3-82A4-42F8-89B3-D30151B1FE8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170" y="732600"/>
                </a:moveTo>
                <a:lnTo>
                  <a:pt x="1399104" y="7960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r7l_1_build_PredictedLigand_25">
            <a:extLst>
              <a:ext uri="{FF2B5EF4-FFF2-40B4-BE49-F238E27FC236}">
                <a16:creationId xmlns:a16="http://schemas.microsoft.com/office/drawing/2014/main" id="{4BF98C02-F4EC-40C7-BE69-E1500A2E2B5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9104" y="796079"/>
                </a:moveTo>
                <a:lnTo>
                  <a:pt x="1267284" y="7018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r7l_1_build_PredictedLigand_26">
            <a:extLst>
              <a:ext uri="{FF2B5EF4-FFF2-40B4-BE49-F238E27FC236}">
                <a16:creationId xmlns:a16="http://schemas.microsoft.com/office/drawing/2014/main" id="{043203C9-F71F-4E4D-A3C4-72ECA636787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7771" y="538477"/>
                </a:moveTo>
                <a:lnTo>
                  <a:pt x="1209922" y="4300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r7l_1_build_PredictedLigand_27">
            <a:extLst>
              <a:ext uri="{FF2B5EF4-FFF2-40B4-BE49-F238E27FC236}">
                <a16:creationId xmlns:a16="http://schemas.microsoft.com/office/drawing/2014/main" id="{D75C78CD-F49E-4A0B-A417-0124E3B3AC8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956" y="425892"/>
                </a:moveTo>
                <a:lnTo>
                  <a:pt x="1854597" y="3976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r7l_1_build_PredictedLigand_28">
            <a:extLst>
              <a:ext uri="{FF2B5EF4-FFF2-40B4-BE49-F238E27FC236}">
                <a16:creationId xmlns:a16="http://schemas.microsoft.com/office/drawing/2014/main" id="{2DC3F6C1-36D3-4C5E-84A9-703F9407A12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922" y="430008"/>
                </a:moveTo>
                <a:lnTo>
                  <a:pt x="1034601" y="385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r7l_1_build_PredictedLigand_29">
            <a:extLst>
              <a:ext uri="{FF2B5EF4-FFF2-40B4-BE49-F238E27FC236}">
                <a16:creationId xmlns:a16="http://schemas.microsoft.com/office/drawing/2014/main" id="{EF9E8D89-353A-4891-BD18-21E59EE2D245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4601" y="385326"/>
                </a:moveTo>
                <a:lnTo>
                  <a:pt x="961935" y="5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r7l_1_build_PredictedLigand_30">
            <a:extLst>
              <a:ext uri="{FF2B5EF4-FFF2-40B4-BE49-F238E27FC236}">
                <a16:creationId xmlns:a16="http://schemas.microsoft.com/office/drawing/2014/main" id="{59161CBD-FF10-42F7-B164-F24AB00583E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9104" y="796079"/>
                </a:moveTo>
                <a:lnTo>
                  <a:pt x="1386510" y="8530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r7l_1_build_PredictedLigand_31">
            <a:extLst>
              <a:ext uri="{FF2B5EF4-FFF2-40B4-BE49-F238E27FC236}">
                <a16:creationId xmlns:a16="http://schemas.microsoft.com/office/drawing/2014/main" id="{B18137E2-A0C1-45EC-B8EF-960828B9212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5859" y="1027774"/>
                </a:moveTo>
                <a:lnTo>
                  <a:pt x="1353361" y="11330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r7l_1_build_PredictedLigand_32">
            <a:extLst>
              <a:ext uri="{FF2B5EF4-FFF2-40B4-BE49-F238E27FC236}">
                <a16:creationId xmlns:a16="http://schemas.microsoft.com/office/drawing/2014/main" id="{260EE0DA-95A8-4F96-BD56-93FE2BCB66D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4601" y="385326"/>
                </a:moveTo>
                <a:lnTo>
                  <a:pt x="1028932" y="297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r7l_1_build_PredictedLigand_33">
            <a:extLst>
              <a:ext uri="{FF2B5EF4-FFF2-40B4-BE49-F238E27FC236}">
                <a16:creationId xmlns:a16="http://schemas.microsoft.com/office/drawing/2014/main" id="{5CE9E5DB-DA3F-45A9-8D8F-9E3123B9CCF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6510" y="853097"/>
                </a:moveTo>
                <a:lnTo>
                  <a:pt x="1315859" y="10277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r7l_1_build_PredictedLigand_34">
            <a:extLst>
              <a:ext uri="{FF2B5EF4-FFF2-40B4-BE49-F238E27FC236}">
                <a16:creationId xmlns:a16="http://schemas.microsoft.com/office/drawing/2014/main" id="{900E4F12-8D30-4783-A3F2-06C0125288F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5859" y="1027774"/>
                </a:moveTo>
                <a:lnTo>
                  <a:pt x="1165351" y="10149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r7l_1_build_PredictedLigand_35">
            <a:extLst>
              <a:ext uri="{FF2B5EF4-FFF2-40B4-BE49-F238E27FC236}">
                <a16:creationId xmlns:a16="http://schemas.microsoft.com/office/drawing/2014/main" id="{64FFDDA2-B2C5-4CFF-BFE5-49422889BB6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5859" y="1027774"/>
                </a:moveTo>
                <a:lnTo>
                  <a:pt x="1394979" y="10741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r7l_1_build_PredictedAtoms_0">
            <a:extLst>
              <a:ext uri="{FF2B5EF4-FFF2-40B4-BE49-F238E27FC236}">
                <a16:creationId xmlns:a16="http://schemas.microsoft.com/office/drawing/2014/main" id="{A3FBFB6A-958D-4CAA-A554-4F16175AF52C}"/>
              </a:ext>
            </a:extLst>
          </p:cNvPr>
          <p:cNvSpPr>
            <a:spLocks/>
          </p:cNvSpPr>
          <p:nvPr/>
        </p:nvSpPr>
        <p:spPr>
          <a:xfrm>
            <a:off x="7500909" y="62217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94" name="9r7l_1_build_PredictedAtoms_1">
            <a:extLst>
              <a:ext uri="{FF2B5EF4-FFF2-40B4-BE49-F238E27FC236}">
                <a16:creationId xmlns:a16="http://schemas.microsoft.com/office/drawing/2014/main" id="{339B010B-A5F8-4E9A-8043-A724B65A09F9}"/>
              </a:ext>
            </a:extLst>
          </p:cNvPr>
          <p:cNvSpPr>
            <a:spLocks/>
          </p:cNvSpPr>
          <p:nvPr/>
        </p:nvSpPr>
        <p:spPr>
          <a:xfrm>
            <a:off x="7619155" y="63323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95" name="9r7l_1_build_PredictedAtoms_2">
            <a:extLst>
              <a:ext uri="{FF2B5EF4-FFF2-40B4-BE49-F238E27FC236}">
                <a16:creationId xmlns:a16="http://schemas.microsoft.com/office/drawing/2014/main" id="{D8F44E70-9438-4466-A74A-49C750A0AEBE}"/>
              </a:ext>
            </a:extLst>
          </p:cNvPr>
          <p:cNvSpPr>
            <a:spLocks/>
          </p:cNvSpPr>
          <p:nvPr/>
        </p:nvSpPr>
        <p:spPr>
          <a:xfrm>
            <a:off x="7689968" y="63790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96" name="9r7l_1_build_PredictedAtoms_3">
            <a:extLst>
              <a:ext uri="{FF2B5EF4-FFF2-40B4-BE49-F238E27FC236}">
                <a16:creationId xmlns:a16="http://schemas.microsoft.com/office/drawing/2014/main" id="{EFA5A2B8-8857-4CB3-9936-2059EBF95ABE}"/>
              </a:ext>
            </a:extLst>
          </p:cNvPr>
          <p:cNvSpPr>
            <a:spLocks/>
          </p:cNvSpPr>
          <p:nvPr/>
        </p:nvSpPr>
        <p:spPr>
          <a:xfrm>
            <a:off x="7709432" y="62605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97" name="9r7l_1_build_PredictedAtoms_4">
            <a:extLst>
              <a:ext uri="{FF2B5EF4-FFF2-40B4-BE49-F238E27FC236}">
                <a16:creationId xmlns:a16="http://schemas.microsoft.com/office/drawing/2014/main" id="{25CEAB38-116A-4F91-8F77-4DF6A18DDA77}"/>
              </a:ext>
            </a:extLst>
          </p:cNvPr>
          <p:cNvSpPr>
            <a:spLocks/>
          </p:cNvSpPr>
          <p:nvPr/>
        </p:nvSpPr>
        <p:spPr>
          <a:xfrm>
            <a:off x="7571021" y="64755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98" name="9r7l_1_build_PredictedAtoms_5">
            <a:extLst>
              <a:ext uri="{FF2B5EF4-FFF2-40B4-BE49-F238E27FC236}">
                <a16:creationId xmlns:a16="http://schemas.microsoft.com/office/drawing/2014/main" id="{0D750C26-EB0E-42F2-AED9-BB9277093108}"/>
              </a:ext>
            </a:extLst>
          </p:cNvPr>
          <p:cNvSpPr>
            <a:spLocks/>
          </p:cNvSpPr>
          <p:nvPr/>
        </p:nvSpPr>
        <p:spPr>
          <a:xfrm>
            <a:off x="7594878" y="66224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99" name="9r7l_1_build_PredictedAtoms_6">
            <a:extLst>
              <a:ext uri="{FF2B5EF4-FFF2-40B4-BE49-F238E27FC236}">
                <a16:creationId xmlns:a16="http://schemas.microsoft.com/office/drawing/2014/main" id="{91580473-6611-493C-B2F2-7C0882AC9E23}"/>
              </a:ext>
            </a:extLst>
          </p:cNvPr>
          <p:cNvSpPr>
            <a:spLocks/>
          </p:cNvSpPr>
          <p:nvPr/>
        </p:nvSpPr>
        <p:spPr>
          <a:xfrm>
            <a:off x="7722764" y="6708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0" name="9r7l_1_build_PredictedAtoms_7">
            <a:extLst>
              <a:ext uri="{FF2B5EF4-FFF2-40B4-BE49-F238E27FC236}">
                <a16:creationId xmlns:a16="http://schemas.microsoft.com/office/drawing/2014/main" id="{1DE42A70-96A1-4192-960C-10F91CBD622B}"/>
              </a:ext>
            </a:extLst>
          </p:cNvPr>
          <p:cNvSpPr>
            <a:spLocks/>
          </p:cNvSpPr>
          <p:nvPr/>
        </p:nvSpPr>
        <p:spPr>
          <a:xfrm>
            <a:off x="7840223" y="66423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1" name="9r7l_1_build_PredictedAtoms_8">
            <a:extLst>
              <a:ext uri="{FF2B5EF4-FFF2-40B4-BE49-F238E27FC236}">
                <a16:creationId xmlns:a16="http://schemas.microsoft.com/office/drawing/2014/main" id="{32FD4F5C-E430-45C6-B05B-6E683AB97324}"/>
              </a:ext>
            </a:extLst>
          </p:cNvPr>
          <p:cNvSpPr>
            <a:spLocks/>
          </p:cNvSpPr>
          <p:nvPr/>
        </p:nvSpPr>
        <p:spPr>
          <a:xfrm>
            <a:off x="8009964" y="65723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2" name="9r7l_1_build_PredictedAtoms_9">
            <a:extLst>
              <a:ext uri="{FF2B5EF4-FFF2-40B4-BE49-F238E27FC236}">
                <a16:creationId xmlns:a16="http://schemas.microsoft.com/office/drawing/2014/main" id="{0FD385ED-E395-4285-97ED-E5B73CF6E050}"/>
              </a:ext>
            </a:extLst>
          </p:cNvPr>
          <p:cNvSpPr>
            <a:spLocks/>
          </p:cNvSpPr>
          <p:nvPr/>
        </p:nvSpPr>
        <p:spPr>
          <a:xfrm>
            <a:off x="8010605" y="6544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3" name="9r7l_1_build_PredictedAtoms_10">
            <a:extLst>
              <a:ext uri="{FF2B5EF4-FFF2-40B4-BE49-F238E27FC236}">
                <a16:creationId xmlns:a16="http://schemas.microsoft.com/office/drawing/2014/main" id="{CD5040C0-E6E6-4E50-A610-7C35913C2D6D}"/>
              </a:ext>
            </a:extLst>
          </p:cNvPr>
          <p:cNvSpPr>
            <a:spLocks/>
          </p:cNvSpPr>
          <p:nvPr/>
        </p:nvSpPr>
        <p:spPr>
          <a:xfrm>
            <a:off x="8021034" y="64517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4" name="9r7l_1_build_PredictedAtoms_11">
            <a:extLst>
              <a:ext uri="{FF2B5EF4-FFF2-40B4-BE49-F238E27FC236}">
                <a16:creationId xmlns:a16="http://schemas.microsoft.com/office/drawing/2014/main" id="{2A221565-5089-4B6B-80ED-78330DA719FC}"/>
              </a:ext>
            </a:extLst>
          </p:cNvPr>
          <p:cNvSpPr>
            <a:spLocks/>
          </p:cNvSpPr>
          <p:nvPr/>
        </p:nvSpPr>
        <p:spPr>
          <a:xfrm>
            <a:off x="8150228" y="66700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5" name="9r7l_1_build_PredictedAtoms_12">
            <a:extLst>
              <a:ext uri="{FF2B5EF4-FFF2-40B4-BE49-F238E27FC236}">
                <a16:creationId xmlns:a16="http://schemas.microsoft.com/office/drawing/2014/main" id="{213D536C-A942-4C2C-BA5F-009C41CB9070}"/>
              </a:ext>
            </a:extLst>
          </p:cNvPr>
          <p:cNvSpPr>
            <a:spLocks/>
          </p:cNvSpPr>
          <p:nvPr/>
        </p:nvSpPr>
        <p:spPr>
          <a:xfrm>
            <a:off x="7706177" y="68790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6" name="9r7l_1_build_PredictedAtoms_13">
            <a:extLst>
              <a:ext uri="{FF2B5EF4-FFF2-40B4-BE49-F238E27FC236}">
                <a16:creationId xmlns:a16="http://schemas.microsoft.com/office/drawing/2014/main" id="{6F32D952-FC49-4BFD-9069-9677685E140B}"/>
              </a:ext>
            </a:extLst>
          </p:cNvPr>
          <p:cNvSpPr>
            <a:spLocks/>
          </p:cNvSpPr>
          <p:nvPr/>
        </p:nvSpPr>
        <p:spPr>
          <a:xfrm>
            <a:off x="7813056" y="69631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7" name="9r7l_1_build_PredictedAtoms_14">
            <a:extLst>
              <a:ext uri="{FF2B5EF4-FFF2-40B4-BE49-F238E27FC236}">
                <a16:creationId xmlns:a16="http://schemas.microsoft.com/office/drawing/2014/main" id="{8AD839D6-0A95-49DA-BE59-3D95F13ACEF8}"/>
              </a:ext>
            </a:extLst>
          </p:cNvPr>
          <p:cNvSpPr>
            <a:spLocks/>
          </p:cNvSpPr>
          <p:nvPr/>
        </p:nvSpPr>
        <p:spPr>
          <a:xfrm>
            <a:off x="7921619" y="70699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r7l_1_build_PredictedAtoms_15">
            <a:extLst>
              <a:ext uri="{FF2B5EF4-FFF2-40B4-BE49-F238E27FC236}">
                <a16:creationId xmlns:a16="http://schemas.microsoft.com/office/drawing/2014/main" id="{347B3AC2-7C5E-41C2-9BD0-E285FA3F6758}"/>
              </a:ext>
            </a:extLst>
          </p:cNvPr>
          <p:cNvSpPr>
            <a:spLocks/>
          </p:cNvSpPr>
          <p:nvPr/>
        </p:nvSpPr>
        <p:spPr>
          <a:xfrm>
            <a:off x="7831595" y="71751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r7l_1_build_PredictedAtoms_16">
            <a:extLst>
              <a:ext uri="{FF2B5EF4-FFF2-40B4-BE49-F238E27FC236}">
                <a16:creationId xmlns:a16="http://schemas.microsoft.com/office/drawing/2014/main" id="{4902D668-C110-41C9-A49A-D7C3C50AAADB}"/>
              </a:ext>
            </a:extLst>
          </p:cNvPr>
          <p:cNvSpPr>
            <a:spLocks/>
          </p:cNvSpPr>
          <p:nvPr/>
        </p:nvSpPr>
        <p:spPr>
          <a:xfrm>
            <a:off x="8017425" y="71441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r7l_1_build_PredictedAtoms_17">
            <a:extLst>
              <a:ext uri="{FF2B5EF4-FFF2-40B4-BE49-F238E27FC236}">
                <a16:creationId xmlns:a16="http://schemas.microsoft.com/office/drawing/2014/main" id="{F1F3694E-7FAA-4DB9-9C3A-ACD73A43C1C4}"/>
              </a:ext>
            </a:extLst>
          </p:cNvPr>
          <p:cNvSpPr>
            <a:spLocks/>
          </p:cNvSpPr>
          <p:nvPr/>
        </p:nvSpPr>
        <p:spPr>
          <a:xfrm>
            <a:off x="8013970" y="69900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r7l_1_build_PredictedAtoms_18">
            <a:extLst>
              <a:ext uri="{FF2B5EF4-FFF2-40B4-BE49-F238E27FC236}">
                <a16:creationId xmlns:a16="http://schemas.microsoft.com/office/drawing/2014/main" id="{FDE8D97B-353F-40F3-BE1A-9E5EB61E3415}"/>
              </a:ext>
            </a:extLst>
          </p:cNvPr>
          <p:cNvSpPr>
            <a:spLocks/>
          </p:cNvSpPr>
          <p:nvPr/>
        </p:nvSpPr>
        <p:spPr>
          <a:xfrm>
            <a:off x="7555112" y="69425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r7l_1_build_PredictedAtoms_19">
            <a:extLst>
              <a:ext uri="{FF2B5EF4-FFF2-40B4-BE49-F238E27FC236}">
                <a16:creationId xmlns:a16="http://schemas.microsoft.com/office/drawing/2014/main" id="{5E661F31-43E3-4406-A839-B683827C01E4}"/>
              </a:ext>
            </a:extLst>
          </p:cNvPr>
          <p:cNvSpPr>
            <a:spLocks/>
          </p:cNvSpPr>
          <p:nvPr/>
        </p:nvSpPr>
        <p:spPr>
          <a:xfrm>
            <a:off x="7542518" y="699957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r7l_1_build_PredictedAtoms_20">
            <a:extLst>
              <a:ext uri="{FF2B5EF4-FFF2-40B4-BE49-F238E27FC236}">
                <a16:creationId xmlns:a16="http://schemas.microsoft.com/office/drawing/2014/main" id="{DACECE8E-F27B-4043-BB31-352F4A277607}"/>
              </a:ext>
            </a:extLst>
          </p:cNvPr>
          <p:cNvSpPr>
            <a:spLocks/>
          </p:cNvSpPr>
          <p:nvPr/>
        </p:nvSpPr>
        <p:spPr>
          <a:xfrm>
            <a:off x="7471867" y="71742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r7l_1_build_PredictedAtoms_21">
            <a:extLst>
              <a:ext uri="{FF2B5EF4-FFF2-40B4-BE49-F238E27FC236}">
                <a16:creationId xmlns:a16="http://schemas.microsoft.com/office/drawing/2014/main" id="{D8076B15-9720-453E-A93D-F8DDE6A5C8F0}"/>
              </a:ext>
            </a:extLst>
          </p:cNvPr>
          <p:cNvSpPr>
            <a:spLocks/>
          </p:cNvSpPr>
          <p:nvPr/>
        </p:nvSpPr>
        <p:spPr>
          <a:xfrm>
            <a:off x="7509368" y="72795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r7l_1_build_PredictedAtoms_22">
            <a:extLst>
              <a:ext uri="{FF2B5EF4-FFF2-40B4-BE49-F238E27FC236}">
                <a16:creationId xmlns:a16="http://schemas.microsoft.com/office/drawing/2014/main" id="{C9570B47-D435-4466-B747-6265DA64152F}"/>
              </a:ext>
            </a:extLst>
          </p:cNvPr>
          <p:cNvSpPr>
            <a:spLocks/>
          </p:cNvSpPr>
          <p:nvPr/>
        </p:nvSpPr>
        <p:spPr>
          <a:xfrm>
            <a:off x="7321358" y="71614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r7l_1_build_PredictedAtoms_23">
            <a:extLst>
              <a:ext uri="{FF2B5EF4-FFF2-40B4-BE49-F238E27FC236}">
                <a16:creationId xmlns:a16="http://schemas.microsoft.com/office/drawing/2014/main" id="{A2B0FE16-645C-4F18-AE7D-E26511333F3B}"/>
              </a:ext>
            </a:extLst>
          </p:cNvPr>
          <p:cNvSpPr>
            <a:spLocks/>
          </p:cNvSpPr>
          <p:nvPr/>
        </p:nvSpPr>
        <p:spPr>
          <a:xfrm>
            <a:off x="7550987" y="72206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r7l_1_build_PredictedAtoms_24">
            <a:extLst>
              <a:ext uri="{FF2B5EF4-FFF2-40B4-BE49-F238E27FC236}">
                <a16:creationId xmlns:a16="http://schemas.microsoft.com/office/drawing/2014/main" id="{52A05A7F-6D69-4268-ACAB-553588399A05}"/>
              </a:ext>
            </a:extLst>
          </p:cNvPr>
          <p:cNvSpPr>
            <a:spLocks/>
          </p:cNvSpPr>
          <p:nvPr/>
        </p:nvSpPr>
        <p:spPr>
          <a:xfrm>
            <a:off x="7423291" y="68483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r7l_1_build_PredictedAtoms_25">
            <a:extLst>
              <a:ext uri="{FF2B5EF4-FFF2-40B4-BE49-F238E27FC236}">
                <a16:creationId xmlns:a16="http://schemas.microsoft.com/office/drawing/2014/main" id="{E3430AD3-FCE4-4A65-8DD2-E0D0D3253A1C}"/>
              </a:ext>
            </a:extLst>
          </p:cNvPr>
          <p:cNvSpPr>
            <a:spLocks/>
          </p:cNvSpPr>
          <p:nvPr/>
        </p:nvSpPr>
        <p:spPr>
          <a:xfrm>
            <a:off x="7379285" y="69045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r7l_1_build_PredictedAtoms_26">
            <a:extLst>
              <a:ext uri="{FF2B5EF4-FFF2-40B4-BE49-F238E27FC236}">
                <a16:creationId xmlns:a16="http://schemas.microsoft.com/office/drawing/2014/main" id="{84289628-7448-4197-8953-4268BA25A281}"/>
              </a:ext>
            </a:extLst>
          </p:cNvPr>
          <p:cNvSpPr>
            <a:spLocks/>
          </p:cNvSpPr>
          <p:nvPr/>
        </p:nvSpPr>
        <p:spPr>
          <a:xfrm>
            <a:off x="7199846" y="6933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r7l_1_build_PredictedAtoms_27">
            <a:extLst>
              <a:ext uri="{FF2B5EF4-FFF2-40B4-BE49-F238E27FC236}">
                <a16:creationId xmlns:a16="http://schemas.microsoft.com/office/drawing/2014/main" id="{F56C6B06-33EC-4470-84C5-819C36CA1768}"/>
              </a:ext>
            </a:extLst>
          </p:cNvPr>
          <p:cNvSpPr>
            <a:spLocks/>
          </p:cNvSpPr>
          <p:nvPr/>
        </p:nvSpPr>
        <p:spPr>
          <a:xfrm>
            <a:off x="7214683" y="70141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r7l_1_build_PredictedAtoms_28">
            <a:extLst>
              <a:ext uri="{FF2B5EF4-FFF2-40B4-BE49-F238E27FC236}">
                <a16:creationId xmlns:a16="http://schemas.microsoft.com/office/drawing/2014/main" id="{0041F073-00E6-43D8-BAB9-A394EB3D6245}"/>
              </a:ext>
            </a:extLst>
          </p:cNvPr>
          <p:cNvSpPr>
            <a:spLocks/>
          </p:cNvSpPr>
          <p:nvPr/>
        </p:nvSpPr>
        <p:spPr>
          <a:xfrm>
            <a:off x="7146246" y="67968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r7l_1_build_PredictedAtoms_29">
            <a:extLst>
              <a:ext uri="{FF2B5EF4-FFF2-40B4-BE49-F238E27FC236}">
                <a16:creationId xmlns:a16="http://schemas.microsoft.com/office/drawing/2014/main" id="{870D4374-DD29-4D04-BFA0-5A7E5B601A21}"/>
              </a:ext>
            </a:extLst>
          </p:cNvPr>
          <p:cNvSpPr>
            <a:spLocks/>
          </p:cNvSpPr>
          <p:nvPr/>
        </p:nvSpPr>
        <p:spPr>
          <a:xfrm>
            <a:off x="7130034" y="70327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r7l_1_build_PredictedAtoms_30">
            <a:extLst>
              <a:ext uri="{FF2B5EF4-FFF2-40B4-BE49-F238E27FC236}">
                <a16:creationId xmlns:a16="http://schemas.microsoft.com/office/drawing/2014/main" id="{DD04CAC7-6FD1-44C8-8D80-9AA4A70B9FBE}"/>
              </a:ext>
            </a:extLst>
          </p:cNvPr>
          <p:cNvSpPr>
            <a:spLocks/>
          </p:cNvSpPr>
          <p:nvPr/>
        </p:nvSpPr>
        <p:spPr>
          <a:xfrm>
            <a:off x="7443778" y="66849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r7l_1_build_PredictedAtoms_31">
            <a:extLst>
              <a:ext uri="{FF2B5EF4-FFF2-40B4-BE49-F238E27FC236}">
                <a16:creationId xmlns:a16="http://schemas.microsoft.com/office/drawing/2014/main" id="{EF8DA1C9-90C2-4279-8318-713624A870D8}"/>
              </a:ext>
            </a:extLst>
          </p:cNvPr>
          <p:cNvSpPr>
            <a:spLocks/>
          </p:cNvSpPr>
          <p:nvPr/>
        </p:nvSpPr>
        <p:spPr>
          <a:xfrm>
            <a:off x="7365930" y="65764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r7l_1_build_PredictedAtoms_32">
            <a:extLst>
              <a:ext uri="{FF2B5EF4-FFF2-40B4-BE49-F238E27FC236}">
                <a16:creationId xmlns:a16="http://schemas.microsoft.com/office/drawing/2014/main" id="{A136F94D-0173-41BB-A32E-3F7E23C60E82}"/>
              </a:ext>
            </a:extLst>
          </p:cNvPr>
          <p:cNvSpPr>
            <a:spLocks/>
          </p:cNvSpPr>
          <p:nvPr/>
        </p:nvSpPr>
        <p:spPr>
          <a:xfrm>
            <a:off x="7190608" y="6531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r7l_1_build_PredictedAtoms_33">
            <a:extLst>
              <a:ext uri="{FF2B5EF4-FFF2-40B4-BE49-F238E27FC236}">
                <a16:creationId xmlns:a16="http://schemas.microsoft.com/office/drawing/2014/main" id="{3AC58B42-A179-4CEF-B32F-98F6CB778273}"/>
              </a:ext>
            </a:extLst>
          </p:cNvPr>
          <p:cNvSpPr>
            <a:spLocks/>
          </p:cNvSpPr>
          <p:nvPr/>
        </p:nvSpPr>
        <p:spPr>
          <a:xfrm>
            <a:off x="7184940" y="64438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r7l_1_build_PredictedAtoms_34">
            <a:extLst>
              <a:ext uri="{FF2B5EF4-FFF2-40B4-BE49-F238E27FC236}">
                <a16:creationId xmlns:a16="http://schemas.microsoft.com/office/drawing/2014/main" id="{852712AB-80EE-4B77-9595-19443804858A}"/>
              </a:ext>
            </a:extLst>
          </p:cNvPr>
          <p:cNvSpPr>
            <a:spLocks/>
          </p:cNvSpPr>
          <p:nvPr/>
        </p:nvSpPr>
        <p:spPr>
          <a:xfrm>
            <a:off x="7113829" y="64483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r7l_1_build_PredictedAtoms_35">
            <a:extLst>
              <a:ext uri="{FF2B5EF4-FFF2-40B4-BE49-F238E27FC236}">
                <a16:creationId xmlns:a16="http://schemas.microsoft.com/office/drawing/2014/main" id="{46EEA312-64BC-43E5-8EBD-366EDEBA2389}"/>
              </a:ext>
            </a:extLst>
          </p:cNvPr>
          <p:cNvSpPr>
            <a:spLocks/>
          </p:cNvSpPr>
          <p:nvPr/>
        </p:nvSpPr>
        <p:spPr>
          <a:xfrm>
            <a:off x="7117943" y="66711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r7l_1_build_Clashes_0">
            <a:extLst>
              <a:ext uri="{FF2B5EF4-FFF2-40B4-BE49-F238E27FC236}">
                <a16:creationId xmlns:a16="http://schemas.microsoft.com/office/drawing/2014/main" id="{EE87AAA8-8E49-4AF7-A90D-3784F7DF554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1417" y="997686"/>
                </a:moveTo>
                <a:lnTo>
                  <a:pt x="2023431" y="118754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30" name="9r7l_1_build_ClashingReceptorAtoms_0">
            <a:extLst>
              <a:ext uri="{FF2B5EF4-FFF2-40B4-BE49-F238E27FC236}">
                <a16:creationId xmlns:a16="http://schemas.microsoft.com/office/drawing/2014/main" id="{58E1BBBC-0F32-42FD-9C4B-9ED4EC616A8D}"/>
              </a:ext>
            </a:extLst>
          </p:cNvPr>
          <p:cNvSpPr>
            <a:spLocks/>
          </p:cNvSpPr>
          <p:nvPr/>
        </p:nvSpPr>
        <p:spPr>
          <a:xfrm>
            <a:off x="8171819" y="732640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31" name="stage3-cases-density_38">
            <a:extLst>
              <a:ext uri="{FF2B5EF4-FFF2-40B4-BE49-F238E27FC236}">
                <a16:creationId xmlns:a16="http://schemas.microsoft.com/office/drawing/2014/main" id="{E2327EB4-0DD1-4626-856A-386C79B0911E}"/>
              </a:ext>
            </a:extLst>
          </p:cNvPr>
          <p:cNvSpPr>
            <a:spLocks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4.32 Å   D 83%   Clash 1</a:t>
            </a:r>
          </a:p>
        </p:txBody>
      </p:sp>
      <p:sp>
        <p:nvSpPr>
          <p:cNvPr id="1332" name="stage3-cases-density_39">
            <a:extLst>
              <a:ext uri="{FF2B5EF4-FFF2-40B4-BE49-F238E27FC236}">
                <a16:creationId xmlns:a16="http://schemas.microsoft.com/office/drawing/2014/main" id="{184F6387-64E8-400B-BBA0-48FADF6BCAE9}"/>
              </a:ext>
            </a:extLst>
          </p:cNvPr>
          <p:cNvSpPr>
            <a:spLocks/>
          </p:cNvSpPr>
          <p:nvPr/>
        </p:nvSpPr>
        <p:spPr>
          <a:xfrm>
            <a:off x="247650" y="76771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9UVZ · A1L9P (A:801)</a:t>
            </a:r>
          </a:p>
        </p:txBody>
      </p:sp>
      <p:sp>
        <p:nvSpPr>
          <p:cNvPr id="1333" name="stage3-cases-density_40">
            <a:extLst>
              <a:ext uri="{FF2B5EF4-FFF2-40B4-BE49-F238E27FC236}">
                <a16:creationId xmlns:a16="http://schemas.microsoft.com/office/drawing/2014/main" id="{B5B22E9F-56F6-45C6-BF1E-19F83F925B0B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32406" y="7820025"/>
                </a:moveTo>
                <a:lnTo>
                  <a:pt x="8953500" y="78200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334" name="stage3-cases-density_41">
            <a:extLst>
              <a:ext uri="{FF2B5EF4-FFF2-40B4-BE49-F238E27FC236}">
                <a16:creationId xmlns:a16="http://schemas.microsoft.com/office/drawing/2014/main" id="{4BEE5D6C-5D5A-4DF6-988F-2790E7B9004E}"/>
              </a:ext>
            </a:extLst>
          </p:cNvPr>
          <p:cNvSpPr>
            <a:spLocks/>
          </p:cNvSpPr>
          <p:nvPr/>
        </p:nvSpPr>
        <p:spPr>
          <a:xfrm>
            <a:off x="9001125" y="77057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335" name="9uvz_0_official_Receptor">
            <a:extLst>
              <a:ext uri="{FF2B5EF4-FFF2-40B4-BE49-F238E27FC236}">
                <a16:creationId xmlns:a16="http://schemas.microsoft.com/office/drawing/2014/main" id="{859AE770-F3A1-4F87-A82A-B1BA6D6AA79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2633" y="509029"/>
                </a:moveTo>
                <a:lnTo>
                  <a:pt x="341787" y="470920"/>
                </a:lnTo>
                <a:moveTo>
                  <a:pt x="482633" y="509029"/>
                </a:moveTo>
                <a:lnTo>
                  <a:pt x="605939" y="482462"/>
                </a:lnTo>
                <a:moveTo>
                  <a:pt x="341787" y="470920"/>
                </a:moveTo>
                <a:lnTo>
                  <a:pt x="336854" y="397516"/>
                </a:lnTo>
                <a:moveTo>
                  <a:pt x="605939" y="482462"/>
                </a:moveTo>
                <a:lnTo>
                  <a:pt x="624793" y="576739"/>
                </a:lnTo>
                <a:moveTo>
                  <a:pt x="419323" y="10987"/>
                </a:moveTo>
                <a:lnTo>
                  <a:pt x="333646" y="82060"/>
                </a:lnTo>
                <a:moveTo>
                  <a:pt x="1973222" y="233768"/>
                </a:moveTo>
                <a:lnTo>
                  <a:pt x="1827821" y="177459"/>
                </a:lnTo>
                <a:moveTo>
                  <a:pt x="2227519" y="211247"/>
                </a:moveTo>
                <a:lnTo>
                  <a:pt x="2278850" y="311491"/>
                </a:lnTo>
                <a:moveTo>
                  <a:pt x="2095624" y="147654"/>
                </a:moveTo>
                <a:lnTo>
                  <a:pt x="2227519" y="211247"/>
                </a:lnTo>
                <a:moveTo>
                  <a:pt x="1827821" y="177459"/>
                </a:moveTo>
                <a:lnTo>
                  <a:pt x="1728006" y="301669"/>
                </a:lnTo>
                <a:moveTo>
                  <a:pt x="2095624" y="147654"/>
                </a:moveTo>
                <a:lnTo>
                  <a:pt x="1973222" y="233768"/>
                </a:lnTo>
                <a:moveTo>
                  <a:pt x="624793" y="576739"/>
                </a:moveTo>
                <a:lnTo>
                  <a:pt x="751163" y="534153"/>
                </a:lnTo>
                <a:moveTo>
                  <a:pt x="1827821" y="177459"/>
                </a:moveTo>
                <a:lnTo>
                  <a:pt x="1818839" y="100992"/>
                </a:lnTo>
                <a:moveTo>
                  <a:pt x="333646" y="82060"/>
                </a:moveTo>
                <a:lnTo>
                  <a:pt x="425181" y="119004"/>
                </a:lnTo>
                <a:moveTo>
                  <a:pt x="2276843" y="1047683"/>
                </a:moveTo>
                <a:lnTo>
                  <a:pt x="2292672" y="943375"/>
                </a:lnTo>
                <a:moveTo>
                  <a:pt x="751163" y="534153"/>
                </a:moveTo>
                <a:lnTo>
                  <a:pt x="774392" y="625216"/>
                </a:lnTo>
                <a:moveTo>
                  <a:pt x="425181" y="119004"/>
                </a:moveTo>
                <a:lnTo>
                  <a:pt x="456010" y="255806"/>
                </a:lnTo>
                <a:moveTo>
                  <a:pt x="425181" y="119004"/>
                </a:moveTo>
                <a:lnTo>
                  <a:pt x="483988" y="15336"/>
                </a:lnTo>
                <a:moveTo>
                  <a:pt x="1061768" y="900536"/>
                </a:moveTo>
                <a:lnTo>
                  <a:pt x="994102" y="910681"/>
                </a:lnTo>
                <a:moveTo>
                  <a:pt x="1184239" y="1282791"/>
                </a:moveTo>
                <a:lnTo>
                  <a:pt x="1122189" y="1143480"/>
                </a:lnTo>
                <a:moveTo>
                  <a:pt x="774392" y="625216"/>
                </a:moveTo>
                <a:lnTo>
                  <a:pt x="891760" y="576848"/>
                </a:lnTo>
                <a:moveTo>
                  <a:pt x="456010" y="255806"/>
                </a:moveTo>
                <a:lnTo>
                  <a:pt x="541266" y="288666"/>
                </a:lnTo>
                <a:moveTo>
                  <a:pt x="2271169" y="1034889"/>
                </a:moveTo>
                <a:lnTo>
                  <a:pt x="2276843" y="1047683"/>
                </a:lnTo>
                <a:moveTo>
                  <a:pt x="1122189" y="1143480"/>
                </a:moveTo>
                <a:lnTo>
                  <a:pt x="1145860" y="1024142"/>
                </a:lnTo>
                <a:moveTo>
                  <a:pt x="1145860" y="1024142"/>
                </a:moveTo>
                <a:lnTo>
                  <a:pt x="1061768" y="900536"/>
                </a:lnTo>
                <a:moveTo>
                  <a:pt x="483988" y="15336"/>
                </a:moveTo>
                <a:lnTo>
                  <a:pt x="569203" y="46029"/>
                </a:lnTo>
                <a:moveTo>
                  <a:pt x="2525605" y="130769"/>
                </a:moveTo>
                <a:lnTo>
                  <a:pt x="2509509" y="197733"/>
                </a:lnTo>
                <a:moveTo>
                  <a:pt x="1061768" y="900536"/>
                </a:moveTo>
                <a:lnTo>
                  <a:pt x="1058287" y="796625"/>
                </a:lnTo>
                <a:moveTo>
                  <a:pt x="1184239" y="1282791"/>
                </a:moveTo>
                <a:lnTo>
                  <a:pt x="1140629" y="1315447"/>
                </a:lnTo>
                <a:moveTo>
                  <a:pt x="541266" y="288666"/>
                </a:moveTo>
                <a:lnTo>
                  <a:pt x="599268" y="183138"/>
                </a:lnTo>
                <a:moveTo>
                  <a:pt x="2509509" y="197733"/>
                </a:moveTo>
                <a:lnTo>
                  <a:pt x="2537826" y="354182"/>
                </a:lnTo>
                <a:moveTo>
                  <a:pt x="2271169" y="1034889"/>
                </a:moveTo>
                <a:lnTo>
                  <a:pt x="2417038" y="1057193"/>
                </a:lnTo>
                <a:moveTo>
                  <a:pt x="2170191" y="1128784"/>
                </a:moveTo>
                <a:lnTo>
                  <a:pt x="2271169" y="1034889"/>
                </a:lnTo>
                <a:moveTo>
                  <a:pt x="569203" y="46029"/>
                </a:moveTo>
                <a:lnTo>
                  <a:pt x="599268" y="183138"/>
                </a:lnTo>
                <a:moveTo>
                  <a:pt x="2509509" y="197733"/>
                </a:moveTo>
                <a:lnTo>
                  <a:pt x="2364543" y="173553"/>
                </a:lnTo>
                <a:moveTo>
                  <a:pt x="2537826" y="354182"/>
                </a:moveTo>
                <a:lnTo>
                  <a:pt x="2598088" y="411009"/>
                </a:lnTo>
                <a:moveTo>
                  <a:pt x="599268" y="183138"/>
                </a:moveTo>
                <a:lnTo>
                  <a:pt x="684766" y="211166"/>
                </a:lnTo>
                <a:moveTo>
                  <a:pt x="2417038" y="1057193"/>
                </a:moveTo>
                <a:lnTo>
                  <a:pt x="2465684" y="941524"/>
                </a:lnTo>
                <a:moveTo>
                  <a:pt x="1140629" y="1315447"/>
                </a:moveTo>
                <a:lnTo>
                  <a:pt x="1213506" y="1273164"/>
                </a:lnTo>
                <a:moveTo>
                  <a:pt x="2364543" y="173553"/>
                </a:moveTo>
                <a:lnTo>
                  <a:pt x="2343771" y="233626"/>
                </a:lnTo>
                <a:moveTo>
                  <a:pt x="2465684" y="941524"/>
                </a:moveTo>
                <a:lnTo>
                  <a:pt x="2360125" y="900181"/>
                </a:lnTo>
                <a:moveTo>
                  <a:pt x="2343771" y="233626"/>
                </a:moveTo>
                <a:lnTo>
                  <a:pt x="2300551" y="364203"/>
                </a:lnTo>
                <a:moveTo>
                  <a:pt x="2360125" y="900181"/>
                </a:moveTo>
                <a:lnTo>
                  <a:pt x="2306755" y="782202"/>
                </a:lnTo>
                <a:moveTo>
                  <a:pt x="2343771" y="233626"/>
                </a:moveTo>
                <a:lnTo>
                  <a:pt x="2356298" y="159738"/>
                </a:lnTo>
                <a:moveTo>
                  <a:pt x="2360125" y="900181"/>
                </a:moveTo>
                <a:lnTo>
                  <a:pt x="2328385" y="999418"/>
                </a:lnTo>
                <a:moveTo>
                  <a:pt x="2300551" y="364203"/>
                </a:moveTo>
                <a:lnTo>
                  <a:pt x="2288295" y="378970"/>
                </a:lnTo>
                <a:moveTo>
                  <a:pt x="230384" y="291621"/>
                </a:moveTo>
                <a:lnTo>
                  <a:pt x="370306" y="222857"/>
                </a:lnTo>
                <a:moveTo>
                  <a:pt x="2356298" y="159738"/>
                </a:moveTo>
                <a:lnTo>
                  <a:pt x="2393529" y="22604"/>
                </a:lnTo>
                <a:moveTo>
                  <a:pt x="230384" y="291621"/>
                </a:moveTo>
                <a:lnTo>
                  <a:pt x="242322" y="438292"/>
                </a:lnTo>
                <a:moveTo>
                  <a:pt x="2356298" y="159738"/>
                </a:moveTo>
                <a:lnTo>
                  <a:pt x="2320724" y="254606"/>
                </a:lnTo>
                <a:moveTo>
                  <a:pt x="154487" y="223406"/>
                </a:moveTo>
                <a:lnTo>
                  <a:pt x="230384" y="291621"/>
                </a:lnTo>
                <a:moveTo>
                  <a:pt x="2288295" y="378970"/>
                </a:moveTo>
                <a:lnTo>
                  <a:pt x="2320724" y="254606"/>
                </a:lnTo>
                <a:moveTo>
                  <a:pt x="154487" y="223406"/>
                </a:moveTo>
                <a:lnTo>
                  <a:pt x="91758" y="85368"/>
                </a:lnTo>
                <a:moveTo>
                  <a:pt x="730222" y="262017"/>
                </a:moveTo>
                <a:lnTo>
                  <a:pt x="753171" y="227827"/>
                </a:lnTo>
                <a:moveTo>
                  <a:pt x="48771" y="317035"/>
                </a:moveTo>
                <a:lnTo>
                  <a:pt x="154487" y="223406"/>
                </a:lnTo>
                <a:moveTo>
                  <a:pt x="2320724" y="254606"/>
                </a:moveTo>
                <a:lnTo>
                  <a:pt x="2322483" y="216063"/>
                </a:lnTo>
                <a:moveTo>
                  <a:pt x="730222" y="262017"/>
                </a:moveTo>
                <a:lnTo>
                  <a:pt x="628512" y="350904"/>
                </a:lnTo>
                <a:moveTo>
                  <a:pt x="446815" y="725750"/>
                </a:moveTo>
                <a:lnTo>
                  <a:pt x="481396" y="752980"/>
                </a:lnTo>
                <a:moveTo>
                  <a:pt x="2322483" y="216063"/>
                </a:moveTo>
                <a:lnTo>
                  <a:pt x="2356144" y="79680"/>
                </a:lnTo>
                <a:moveTo>
                  <a:pt x="813327" y="212762"/>
                </a:moveTo>
                <a:lnTo>
                  <a:pt x="730222" y="262017"/>
                </a:lnTo>
                <a:moveTo>
                  <a:pt x="1935299" y="143933"/>
                </a:moveTo>
                <a:lnTo>
                  <a:pt x="1930776" y="46936"/>
                </a:lnTo>
                <a:moveTo>
                  <a:pt x="322202" y="625532"/>
                </a:moveTo>
                <a:lnTo>
                  <a:pt x="187438" y="694861"/>
                </a:lnTo>
                <a:moveTo>
                  <a:pt x="187438" y="694861"/>
                </a:moveTo>
                <a:lnTo>
                  <a:pt x="86893" y="704250"/>
                </a:lnTo>
                <a:moveTo>
                  <a:pt x="322202" y="625532"/>
                </a:moveTo>
                <a:lnTo>
                  <a:pt x="446815" y="725750"/>
                </a:lnTo>
                <a:moveTo>
                  <a:pt x="1935299" y="143933"/>
                </a:moveTo>
                <a:lnTo>
                  <a:pt x="1868920" y="255400"/>
                </a:lnTo>
                <a:moveTo>
                  <a:pt x="446815" y="725750"/>
                </a:moveTo>
                <a:lnTo>
                  <a:pt x="418916" y="862166"/>
                </a:lnTo>
                <a:moveTo>
                  <a:pt x="299383" y="560127"/>
                </a:moveTo>
                <a:lnTo>
                  <a:pt x="322202" y="625532"/>
                </a:lnTo>
                <a:moveTo>
                  <a:pt x="793325" y="238484"/>
                </a:moveTo>
                <a:lnTo>
                  <a:pt x="813327" y="212762"/>
                </a:lnTo>
                <a:moveTo>
                  <a:pt x="2024840" y="122791"/>
                </a:moveTo>
                <a:lnTo>
                  <a:pt x="1935299" y="143933"/>
                </a:lnTo>
                <a:moveTo>
                  <a:pt x="911062" y="187895"/>
                </a:moveTo>
                <a:lnTo>
                  <a:pt x="793325" y="238484"/>
                </a:lnTo>
                <a:moveTo>
                  <a:pt x="2019904" y="240365"/>
                </a:moveTo>
                <a:lnTo>
                  <a:pt x="2024840" y="122791"/>
                </a:lnTo>
                <a:moveTo>
                  <a:pt x="943059" y="33450"/>
                </a:moveTo>
                <a:lnTo>
                  <a:pt x="911062" y="187895"/>
                </a:lnTo>
                <a:moveTo>
                  <a:pt x="1878213" y="264994"/>
                </a:moveTo>
                <a:lnTo>
                  <a:pt x="2019904" y="240365"/>
                </a:lnTo>
                <a:moveTo>
                  <a:pt x="1206741" y="53165"/>
                </a:moveTo>
                <a:lnTo>
                  <a:pt x="1263270" y="151737"/>
                </a:lnTo>
                <a:moveTo>
                  <a:pt x="2019904" y="240365"/>
                </a:moveTo>
                <a:lnTo>
                  <a:pt x="2112911" y="217290"/>
                </a:lnTo>
                <a:moveTo>
                  <a:pt x="2112911" y="217290"/>
                </a:moveTo>
                <a:lnTo>
                  <a:pt x="2236639" y="246034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336" name="9uvz_0_official_ExperimentalDensity">
            <a:extLst>
              <a:ext uri="{FF2B5EF4-FFF2-40B4-BE49-F238E27FC236}">
                <a16:creationId xmlns:a16="http://schemas.microsoft.com/office/drawing/2014/main" id="{E191594D-EA6C-4778-B202-B74A3C5582D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7754" y="1054269"/>
                </a:moveTo>
                <a:lnTo>
                  <a:pt x="1568498" y="1040091"/>
                </a:lnTo>
                <a:moveTo>
                  <a:pt x="1581408" y="1042873"/>
                </a:moveTo>
                <a:lnTo>
                  <a:pt x="1568498" y="1040091"/>
                </a:lnTo>
                <a:moveTo>
                  <a:pt x="1568498" y="1040091"/>
                </a:moveTo>
                <a:lnTo>
                  <a:pt x="1453700" y="1029239"/>
                </a:lnTo>
                <a:moveTo>
                  <a:pt x="1581408" y="1042873"/>
                </a:moveTo>
                <a:lnTo>
                  <a:pt x="1577754" y="1054269"/>
                </a:lnTo>
                <a:moveTo>
                  <a:pt x="1530883" y="1154497"/>
                </a:moveTo>
                <a:lnTo>
                  <a:pt x="1568498" y="1040091"/>
                </a:lnTo>
                <a:moveTo>
                  <a:pt x="1453700" y="1029239"/>
                </a:moveTo>
                <a:lnTo>
                  <a:pt x="1428668" y="1081107"/>
                </a:lnTo>
                <a:moveTo>
                  <a:pt x="1577754" y="1054269"/>
                </a:moveTo>
                <a:lnTo>
                  <a:pt x="1530883" y="1154497"/>
                </a:lnTo>
                <a:moveTo>
                  <a:pt x="1600885" y="1051320"/>
                </a:moveTo>
                <a:lnTo>
                  <a:pt x="1577754" y="1054269"/>
                </a:lnTo>
                <a:moveTo>
                  <a:pt x="1600885" y="1051320"/>
                </a:moveTo>
                <a:lnTo>
                  <a:pt x="1581408" y="1042873"/>
                </a:lnTo>
                <a:moveTo>
                  <a:pt x="1530883" y="1154497"/>
                </a:moveTo>
                <a:lnTo>
                  <a:pt x="1453700" y="1029239"/>
                </a:lnTo>
                <a:moveTo>
                  <a:pt x="1453700" y="1029239"/>
                </a:moveTo>
                <a:lnTo>
                  <a:pt x="1457057" y="1146084"/>
                </a:lnTo>
                <a:moveTo>
                  <a:pt x="1586437" y="978645"/>
                </a:moveTo>
                <a:lnTo>
                  <a:pt x="1568498" y="1040091"/>
                </a:lnTo>
                <a:moveTo>
                  <a:pt x="1453700" y="1029239"/>
                </a:moveTo>
                <a:lnTo>
                  <a:pt x="1422614" y="1032244"/>
                </a:lnTo>
                <a:moveTo>
                  <a:pt x="1586437" y="978645"/>
                </a:moveTo>
                <a:lnTo>
                  <a:pt x="1581408" y="1042873"/>
                </a:lnTo>
                <a:moveTo>
                  <a:pt x="1586437" y="978645"/>
                </a:moveTo>
                <a:lnTo>
                  <a:pt x="1453700" y="1029239"/>
                </a:lnTo>
                <a:moveTo>
                  <a:pt x="1457057" y="1146084"/>
                </a:moveTo>
                <a:lnTo>
                  <a:pt x="1428668" y="1081107"/>
                </a:lnTo>
                <a:moveTo>
                  <a:pt x="1428668" y="1081107"/>
                </a:moveTo>
                <a:lnTo>
                  <a:pt x="1422614" y="1032244"/>
                </a:lnTo>
                <a:moveTo>
                  <a:pt x="1530883" y="1154497"/>
                </a:moveTo>
                <a:lnTo>
                  <a:pt x="1457057" y="1146084"/>
                </a:lnTo>
                <a:moveTo>
                  <a:pt x="1600885" y="1051320"/>
                </a:moveTo>
                <a:lnTo>
                  <a:pt x="1586437" y="978645"/>
                </a:lnTo>
                <a:moveTo>
                  <a:pt x="1547713" y="378765"/>
                </a:moveTo>
                <a:lnTo>
                  <a:pt x="1534100" y="378838"/>
                </a:lnTo>
                <a:moveTo>
                  <a:pt x="1658709" y="393547"/>
                </a:moveTo>
                <a:lnTo>
                  <a:pt x="1547713" y="378765"/>
                </a:lnTo>
                <a:moveTo>
                  <a:pt x="1439405" y="987593"/>
                </a:moveTo>
                <a:lnTo>
                  <a:pt x="1453700" y="1029239"/>
                </a:lnTo>
                <a:moveTo>
                  <a:pt x="1534100" y="378838"/>
                </a:moveTo>
                <a:lnTo>
                  <a:pt x="1490766" y="487967"/>
                </a:lnTo>
                <a:moveTo>
                  <a:pt x="1530883" y="1154497"/>
                </a:moveTo>
                <a:lnTo>
                  <a:pt x="1503422" y="1186541"/>
                </a:lnTo>
                <a:moveTo>
                  <a:pt x="1503422" y="1186541"/>
                </a:moveTo>
                <a:lnTo>
                  <a:pt x="1457057" y="1146084"/>
                </a:lnTo>
                <a:moveTo>
                  <a:pt x="1615067" y="487925"/>
                </a:moveTo>
                <a:lnTo>
                  <a:pt x="1547713" y="378765"/>
                </a:lnTo>
                <a:moveTo>
                  <a:pt x="1586437" y="978645"/>
                </a:moveTo>
                <a:lnTo>
                  <a:pt x="1588032" y="946482"/>
                </a:lnTo>
                <a:moveTo>
                  <a:pt x="1679944" y="292086"/>
                </a:moveTo>
                <a:lnTo>
                  <a:pt x="1547713" y="378765"/>
                </a:lnTo>
                <a:moveTo>
                  <a:pt x="1615067" y="487925"/>
                </a:moveTo>
                <a:lnTo>
                  <a:pt x="1534100" y="378838"/>
                </a:lnTo>
                <a:moveTo>
                  <a:pt x="1439405" y="987593"/>
                </a:moveTo>
                <a:lnTo>
                  <a:pt x="1422614" y="1032244"/>
                </a:lnTo>
                <a:moveTo>
                  <a:pt x="1658709" y="393547"/>
                </a:moveTo>
                <a:lnTo>
                  <a:pt x="1615067" y="487925"/>
                </a:lnTo>
                <a:moveTo>
                  <a:pt x="1654430" y="1075483"/>
                </a:moveTo>
                <a:lnTo>
                  <a:pt x="1577754" y="1054269"/>
                </a:lnTo>
                <a:moveTo>
                  <a:pt x="1586437" y="978645"/>
                </a:moveTo>
                <a:lnTo>
                  <a:pt x="1439405" y="987593"/>
                </a:lnTo>
                <a:moveTo>
                  <a:pt x="1534100" y="378838"/>
                </a:moveTo>
                <a:lnTo>
                  <a:pt x="1445301" y="487888"/>
                </a:lnTo>
                <a:moveTo>
                  <a:pt x="1679944" y="292086"/>
                </a:moveTo>
                <a:lnTo>
                  <a:pt x="1658709" y="393547"/>
                </a:lnTo>
                <a:moveTo>
                  <a:pt x="1602098" y="507283"/>
                </a:moveTo>
                <a:lnTo>
                  <a:pt x="1534100" y="378838"/>
                </a:lnTo>
                <a:moveTo>
                  <a:pt x="1490766" y="487967"/>
                </a:moveTo>
                <a:lnTo>
                  <a:pt x="1462991" y="540804"/>
                </a:lnTo>
                <a:moveTo>
                  <a:pt x="1490766" y="487967"/>
                </a:moveTo>
                <a:lnTo>
                  <a:pt x="1445301" y="487888"/>
                </a:lnTo>
                <a:moveTo>
                  <a:pt x="1573773" y="285902"/>
                </a:moveTo>
                <a:lnTo>
                  <a:pt x="1547713" y="378765"/>
                </a:lnTo>
                <a:moveTo>
                  <a:pt x="1602098" y="507283"/>
                </a:moveTo>
                <a:lnTo>
                  <a:pt x="1490766" y="487967"/>
                </a:lnTo>
                <a:moveTo>
                  <a:pt x="1588032" y="946482"/>
                </a:moveTo>
                <a:lnTo>
                  <a:pt x="1439405" y="987593"/>
                </a:lnTo>
                <a:moveTo>
                  <a:pt x="1654430" y="1075483"/>
                </a:moveTo>
                <a:lnTo>
                  <a:pt x="1530883" y="1154497"/>
                </a:lnTo>
                <a:moveTo>
                  <a:pt x="1654430" y="1075483"/>
                </a:moveTo>
                <a:lnTo>
                  <a:pt x="1600885" y="1051320"/>
                </a:lnTo>
                <a:moveTo>
                  <a:pt x="1615067" y="487925"/>
                </a:moveTo>
                <a:lnTo>
                  <a:pt x="1602098" y="507283"/>
                </a:lnTo>
                <a:moveTo>
                  <a:pt x="1654430" y="1075483"/>
                </a:moveTo>
                <a:lnTo>
                  <a:pt x="1586437" y="978645"/>
                </a:lnTo>
                <a:moveTo>
                  <a:pt x="1462991" y="540804"/>
                </a:moveTo>
                <a:lnTo>
                  <a:pt x="1445301" y="487888"/>
                </a:lnTo>
                <a:moveTo>
                  <a:pt x="1310364" y="598480"/>
                </a:moveTo>
                <a:lnTo>
                  <a:pt x="1282030" y="690634"/>
                </a:lnTo>
                <a:moveTo>
                  <a:pt x="1738019" y="300116"/>
                </a:moveTo>
                <a:lnTo>
                  <a:pt x="1679944" y="292086"/>
                </a:lnTo>
                <a:moveTo>
                  <a:pt x="1462991" y="540804"/>
                </a:moveTo>
                <a:lnTo>
                  <a:pt x="1314275" y="585353"/>
                </a:lnTo>
                <a:moveTo>
                  <a:pt x="1530883" y="1154497"/>
                </a:moveTo>
                <a:lnTo>
                  <a:pt x="1553454" y="1179505"/>
                </a:lnTo>
                <a:moveTo>
                  <a:pt x="1534100" y="378838"/>
                </a:moveTo>
                <a:lnTo>
                  <a:pt x="1445742" y="386143"/>
                </a:lnTo>
                <a:moveTo>
                  <a:pt x="1746331" y="421090"/>
                </a:moveTo>
                <a:lnTo>
                  <a:pt x="1658709" y="393547"/>
                </a:lnTo>
                <a:moveTo>
                  <a:pt x="1314275" y="585353"/>
                </a:moveTo>
                <a:lnTo>
                  <a:pt x="1310364" y="598480"/>
                </a:lnTo>
                <a:moveTo>
                  <a:pt x="1462991" y="540804"/>
                </a:moveTo>
                <a:lnTo>
                  <a:pt x="1437100" y="600681"/>
                </a:lnTo>
                <a:moveTo>
                  <a:pt x="1310364" y="598480"/>
                </a:moveTo>
                <a:lnTo>
                  <a:pt x="1307400" y="584706"/>
                </a:lnTo>
                <a:moveTo>
                  <a:pt x="1314275" y="585353"/>
                </a:moveTo>
                <a:lnTo>
                  <a:pt x="1307400" y="584706"/>
                </a:lnTo>
                <a:moveTo>
                  <a:pt x="1428668" y="1081107"/>
                </a:moveTo>
                <a:lnTo>
                  <a:pt x="1384619" y="1163700"/>
                </a:lnTo>
                <a:moveTo>
                  <a:pt x="1428668" y="1081107"/>
                </a:moveTo>
                <a:lnTo>
                  <a:pt x="1366220" y="1109877"/>
                </a:lnTo>
                <a:moveTo>
                  <a:pt x="1437100" y="600681"/>
                </a:moveTo>
                <a:lnTo>
                  <a:pt x="1314275" y="585353"/>
                </a:lnTo>
                <a:moveTo>
                  <a:pt x="1282030" y="690634"/>
                </a:moveTo>
                <a:lnTo>
                  <a:pt x="1178516" y="684651"/>
                </a:lnTo>
                <a:moveTo>
                  <a:pt x="1654430" y="1075483"/>
                </a:moveTo>
                <a:lnTo>
                  <a:pt x="1588032" y="946482"/>
                </a:lnTo>
                <a:moveTo>
                  <a:pt x="1457057" y="1146084"/>
                </a:moveTo>
                <a:lnTo>
                  <a:pt x="1384619" y="1163700"/>
                </a:lnTo>
                <a:moveTo>
                  <a:pt x="1679944" y="292086"/>
                </a:moveTo>
                <a:lnTo>
                  <a:pt x="1573773" y="285902"/>
                </a:lnTo>
                <a:moveTo>
                  <a:pt x="1314275" y="585353"/>
                </a:moveTo>
                <a:lnTo>
                  <a:pt x="1313579" y="570478"/>
                </a:lnTo>
                <a:moveTo>
                  <a:pt x="1313579" y="570478"/>
                </a:moveTo>
                <a:lnTo>
                  <a:pt x="1307400" y="584706"/>
                </a:lnTo>
                <a:moveTo>
                  <a:pt x="1776333" y="355013"/>
                </a:moveTo>
                <a:lnTo>
                  <a:pt x="1679944" y="292086"/>
                </a:lnTo>
                <a:moveTo>
                  <a:pt x="1310364" y="598480"/>
                </a:moveTo>
                <a:lnTo>
                  <a:pt x="1178516" y="684651"/>
                </a:lnTo>
                <a:moveTo>
                  <a:pt x="1794085" y="310428"/>
                </a:moveTo>
                <a:lnTo>
                  <a:pt x="1738019" y="300116"/>
                </a:lnTo>
                <a:moveTo>
                  <a:pt x="1307400" y="584706"/>
                </a:moveTo>
                <a:lnTo>
                  <a:pt x="1178516" y="684651"/>
                </a:lnTo>
                <a:moveTo>
                  <a:pt x="1588032" y="946482"/>
                </a:moveTo>
                <a:lnTo>
                  <a:pt x="1461586" y="943858"/>
                </a:lnTo>
                <a:moveTo>
                  <a:pt x="1428668" y="1081107"/>
                </a:moveTo>
                <a:lnTo>
                  <a:pt x="1359740" y="1053176"/>
                </a:lnTo>
                <a:moveTo>
                  <a:pt x="1776333" y="355013"/>
                </a:moveTo>
                <a:lnTo>
                  <a:pt x="1738019" y="300116"/>
                </a:lnTo>
                <a:moveTo>
                  <a:pt x="1282030" y="690634"/>
                </a:moveTo>
                <a:lnTo>
                  <a:pt x="1229548" y="787215"/>
                </a:lnTo>
                <a:moveTo>
                  <a:pt x="1461586" y="943858"/>
                </a:moveTo>
                <a:lnTo>
                  <a:pt x="1439405" y="987593"/>
                </a:lnTo>
                <a:moveTo>
                  <a:pt x="1445742" y="386143"/>
                </a:moveTo>
                <a:lnTo>
                  <a:pt x="1445301" y="487888"/>
                </a:lnTo>
                <a:moveTo>
                  <a:pt x="1746331" y="421090"/>
                </a:moveTo>
                <a:lnTo>
                  <a:pt x="1679944" y="292086"/>
                </a:lnTo>
                <a:moveTo>
                  <a:pt x="1422614" y="1032244"/>
                </a:moveTo>
                <a:lnTo>
                  <a:pt x="1359740" y="1053176"/>
                </a:lnTo>
                <a:moveTo>
                  <a:pt x="1384981" y="705101"/>
                </a:moveTo>
                <a:lnTo>
                  <a:pt x="1282030" y="690634"/>
                </a:lnTo>
                <a:moveTo>
                  <a:pt x="1553454" y="1179505"/>
                </a:moveTo>
                <a:lnTo>
                  <a:pt x="1503422" y="1186541"/>
                </a:lnTo>
                <a:moveTo>
                  <a:pt x="1379588" y="714730"/>
                </a:moveTo>
                <a:lnTo>
                  <a:pt x="1282030" y="690634"/>
                </a:lnTo>
                <a:moveTo>
                  <a:pt x="1794085" y="310428"/>
                </a:moveTo>
                <a:lnTo>
                  <a:pt x="1776333" y="355013"/>
                </a:lnTo>
                <a:moveTo>
                  <a:pt x="1384981" y="705101"/>
                </a:moveTo>
                <a:lnTo>
                  <a:pt x="1310364" y="598480"/>
                </a:lnTo>
                <a:moveTo>
                  <a:pt x="1591743" y="1173816"/>
                </a:moveTo>
                <a:lnTo>
                  <a:pt x="1530883" y="1154497"/>
                </a:lnTo>
                <a:moveTo>
                  <a:pt x="1384981" y="705101"/>
                </a:moveTo>
                <a:lnTo>
                  <a:pt x="1314275" y="585353"/>
                </a:lnTo>
                <a:moveTo>
                  <a:pt x="1545620" y="577652"/>
                </a:moveTo>
                <a:lnTo>
                  <a:pt x="1490766" y="487967"/>
                </a:lnTo>
                <a:moveTo>
                  <a:pt x="1701669" y="490170"/>
                </a:moveTo>
                <a:lnTo>
                  <a:pt x="1658709" y="393547"/>
                </a:lnTo>
                <a:moveTo>
                  <a:pt x="1437100" y="600681"/>
                </a:moveTo>
                <a:lnTo>
                  <a:pt x="1384981" y="705101"/>
                </a:lnTo>
                <a:moveTo>
                  <a:pt x="1503422" y="1186541"/>
                </a:moveTo>
                <a:lnTo>
                  <a:pt x="1384619" y="1163700"/>
                </a:lnTo>
                <a:moveTo>
                  <a:pt x="1671734" y="975386"/>
                </a:moveTo>
                <a:lnTo>
                  <a:pt x="1588032" y="946482"/>
                </a:lnTo>
                <a:moveTo>
                  <a:pt x="1229548" y="787215"/>
                </a:moveTo>
                <a:lnTo>
                  <a:pt x="1178516" y="684651"/>
                </a:lnTo>
                <a:moveTo>
                  <a:pt x="1776333" y="355013"/>
                </a:moveTo>
                <a:lnTo>
                  <a:pt x="1746331" y="421090"/>
                </a:lnTo>
                <a:moveTo>
                  <a:pt x="1375997" y="1024732"/>
                </a:moveTo>
                <a:lnTo>
                  <a:pt x="1422614" y="1032244"/>
                </a:lnTo>
                <a:moveTo>
                  <a:pt x="1805488" y="212378"/>
                </a:moveTo>
                <a:lnTo>
                  <a:pt x="1738019" y="300116"/>
                </a:lnTo>
                <a:moveTo>
                  <a:pt x="1545620" y="577652"/>
                </a:moveTo>
                <a:lnTo>
                  <a:pt x="1462991" y="540804"/>
                </a:lnTo>
                <a:moveTo>
                  <a:pt x="1462991" y="540804"/>
                </a:moveTo>
                <a:lnTo>
                  <a:pt x="1340510" y="494288"/>
                </a:lnTo>
                <a:moveTo>
                  <a:pt x="1445301" y="487888"/>
                </a:moveTo>
                <a:lnTo>
                  <a:pt x="1340510" y="494288"/>
                </a:lnTo>
                <a:moveTo>
                  <a:pt x="1307400" y="584706"/>
                </a:moveTo>
                <a:lnTo>
                  <a:pt x="1190373" y="586864"/>
                </a:lnTo>
                <a:moveTo>
                  <a:pt x="1547713" y="378765"/>
                </a:moveTo>
                <a:lnTo>
                  <a:pt x="1489828" y="307075"/>
                </a:lnTo>
                <a:moveTo>
                  <a:pt x="1701669" y="490170"/>
                </a:moveTo>
                <a:lnTo>
                  <a:pt x="1615067" y="487925"/>
                </a:lnTo>
                <a:moveTo>
                  <a:pt x="1772536" y="210185"/>
                </a:moveTo>
                <a:lnTo>
                  <a:pt x="1738019" y="300116"/>
                </a:lnTo>
                <a:moveTo>
                  <a:pt x="1602098" y="507283"/>
                </a:moveTo>
                <a:lnTo>
                  <a:pt x="1545620" y="577652"/>
                </a:lnTo>
                <a:moveTo>
                  <a:pt x="1340510" y="494288"/>
                </a:moveTo>
                <a:lnTo>
                  <a:pt x="1314275" y="585353"/>
                </a:lnTo>
                <a:moveTo>
                  <a:pt x="1489828" y="307075"/>
                </a:moveTo>
                <a:lnTo>
                  <a:pt x="1534100" y="378838"/>
                </a:lnTo>
                <a:moveTo>
                  <a:pt x="1547713" y="378765"/>
                </a:moveTo>
                <a:lnTo>
                  <a:pt x="1494602" y="301185"/>
                </a:lnTo>
                <a:moveTo>
                  <a:pt x="1545620" y="577652"/>
                </a:moveTo>
                <a:lnTo>
                  <a:pt x="1437100" y="600681"/>
                </a:lnTo>
                <a:moveTo>
                  <a:pt x="1805488" y="212378"/>
                </a:moveTo>
                <a:lnTo>
                  <a:pt x="1794085" y="310428"/>
                </a:lnTo>
                <a:moveTo>
                  <a:pt x="1190373" y="586864"/>
                </a:moveTo>
                <a:lnTo>
                  <a:pt x="1178516" y="684651"/>
                </a:lnTo>
                <a:moveTo>
                  <a:pt x="1701669" y="490170"/>
                </a:moveTo>
                <a:lnTo>
                  <a:pt x="1602098" y="507283"/>
                </a:lnTo>
                <a:moveTo>
                  <a:pt x="1340510" y="494288"/>
                </a:moveTo>
                <a:lnTo>
                  <a:pt x="1313579" y="570478"/>
                </a:lnTo>
                <a:moveTo>
                  <a:pt x="1384981" y="705101"/>
                </a:moveTo>
                <a:lnTo>
                  <a:pt x="1379588" y="714730"/>
                </a:lnTo>
                <a:moveTo>
                  <a:pt x="1671734" y="975386"/>
                </a:moveTo>
                <a:lnTo>
                  <a:pt x="1654430" y="1075483"/>
                </a:lnTo>
                <a:moveTo>
                  <a:pt x="1503422" y="1186541"/>
                </a:moveTo>
                <a:lnTo>
                  <a:pt x="1441561" y="1210201"/>
                </a:lnTo>
                <a:moveTo>
                  <a:pt x="1229548" y="787215"/>
                </a:moveTo>
                <a:lnTo>
                  <a:pt x="1207848" y="810468"/>
                </a:lnTo>
                <a:moveTo>
                  <a:pt x="1439405" y="987593"/>
                </a:moveTo>
                <a:lnTo>
                  <a:pt x="1375997" y="1024732"/>
                </a:lnTo>
                <a:moveTo>
                  <a:pt x="1445742" y="386143"/>
                </a:moveTo>
                <a:lnTo>
                  <a:pt x="1340510" y="494288"/>
                </a:lnTo>
                <a:moveTo>
                  <a:pt x="1643428" y="240926"/>
                </a:moveTo>
                <a:lnTo>
                  <a:pt x="1679944" y="292086"/>
                </a:lnTo>
                <a:moveTo>
                  <a:pt x="1178516" y="684651"/>
                </a:moveTo>
                <a:lnTo>
                  <a:pt x="1113915" y="806883"/>
                </a:lnTo>
                <a:moveTo>
                  <a:pt x="1313990" y="808278"/>
                </a:moveTo>
                <a:lnTo>
                  <a:pt x="1282030" y="690634"/>
                </a:lnTo>
                <a:moveTo>
                  <a:pt x="1738019" y="300116"/>
                </a:moveTo>
                <a:lnTo>
                  <a:pt x="1643428" y="240926"/>
                </a:lnTo>
                <a:moveTo>
                  <a:pt x="1535774" y="904784"/>
                </a:moveTo>
                <a:lnTo>
                  <a:pt x="1588032" y="946482"/>
                </a:lnTo>
                <a:moveTo>
                  <a:pt x="1654430" y="1075483"/>
                </a:moveTo>
                <a:lnTo>
                  <a:pt x="1591743" y="1173816"/>
                </a:lnTo>
                <a:moveTo>
                  <a:pt x="1746331" y="421090"/>
                </a:moveTo>
                <a:lnTo>
                  <a:pt x="1701669" y="490170"/>
                </a:lnTo>
                <a:moveTo>
                  <a:pt x="1384619" y="1163700"/>
                </a:moveTo>
                <a:lnTo>
                  <a:pt x="1366220" y="1109877"/>
                </a:lnTo>
                <a:moveTo>
                  <a:pt x="1872603" y="341130"/>
                </a:moveTo>
                <a:lnTo>
                  <a:pt x="1794085" y="310428"/>
                </a:lnTo>
                <a:moveTo>
                  <a:pt x="1229548" y="787215"/>
                </a:moveTo>
                <a:lnTo>
                  <a:pt x="1113915" y="806883"/>
                </a:lnTo>
                <a:moveTo>
                  <a:pt x="1502707" y="635864"/>
                </a:moveTo>
                <a:lnTo>
                  <a:pt x="1437100" y="600681"/>
                </a:lnTo>
                <a:moveTo>
                  <a:pt x="1862495" y="361092"/>
                </a:moveTo>
                <a:lnTo>
                  <a:pt x="1794085" y="310428"/>
                </a:lnTo>
                <a:moveTo>
                  <a:pt x="1643428" y="240926"/>
                </a:moveTo>
                <a:lnTo>
                  <a:pt x="1573773" y="285902"/>
                </a:lnTo>
                <a:moveTo>
                  <a:pt x="1591743" y="1173816"/>
                </a:moveTo>
                <a:lnTo>
                  <a:pt x="1553454" y="1179505"/>
                </a:lnTo>
                <a:moveTo>
                  <a:pt x="1862495" y="361092"/>
                </a:moveTo>
                <a:lnTo>
                  <a:pt x="1776333" y="355013"/>
                </a:lnTo>
                <a:moveTo>
                  <a:pt x="1366220" y="1109877"/>
                </a:moveTo>
                <a:lnTo>
                  <a:pt x="1359740" y="1053176"/>
                </a:lnTo>
                <a:moveTo>
                  <a:pt x="1178516" y="684651"/>
                </a:moveTo>
                <a:lnTo>
                  <a:pt x="1101599" y="700714"/>
                </a:lnTo>
                <a:moveTo>
                  <a:pt x="1461586" y="943858"/>
                </a:moveTo>
                <a:lnTo>
                  <a:pt x="1375997" y="1024732"/>
                </a:lnTo>
                <a:moveTo>
                  <a:pt x="1805488" y="212378"/>
                </a:moveTo>
                <a:lnTo>
                  <a:pt x="1772536" y="210185"/>
                </a:lnTo>
                <a:moveTo>
                  <a:pt x="1573773" y="285902"/>
                </a:moveTo>
                <a:lnTo>
                  <a:pt x="1494602" y="301185"/>
                </a:lnTo>
                <a:moveTo>
                  <a:pt x="1897640" y="238350"/>
                </a:moveTo>
                <a:lnTo>
                  <a:pt x="1794085" y="310428"/>
                </a:lnTo>
                <a:moveTo>
                  <a:pt x="1489828" y="307075"/>
                </a:moveTo>
                <a:lnTo>
                  <a:pt x="1445742" y="386143"/>
                </a:lnTo>
                <a:moveTo>
                  <a:pt x="1862495" y="361092"/>
                </a:moveTo>
                <a:lnTo>
                  <a:pt x="1746331" y="421090"/>
                </a:lnTo>
                <a:moveTo>
                  <a:pt x="1313990" y="808278"/>
                </a:moveTo>
                <a:lnTo>
                  <a:pt x="1229548" y="787215"/>
                </a:lnTo>
                <a:moveTo>
                  <a:pt x="1655465" y="886939"/>
                </a:moveTo>
                <a:lnTo>
                  <a:pt x="1588032" y="946482"/>
                </a:lnTo>
                <a:moveTo>
                  <a:pt x="1207848" y="810468"/>
                </a:moveTo>
                <a:lnTo>
                  <a:pt x="1113915" y="806883"/>
                </a:lnTo>
                <a:moveTo>
                  <a:pt x="1475082" y="676883"/>
                </a:moveTo>
                <a:lnTo>
                  <a:pt x="1437100" y="600681"/>
                </a:lnTo>
                <a:moveTo>
                  <a:pt x="1379588" y="714730"/>
                </a:moveTo>
                <a:lnTo>
                  <a:pt x="1313990" y="808278"/>
                </a:lnTo>
                <a:moveTo>
                  <a:pt x="1738019" y="300116"/>
                </a:moveTo>
                <a:lnTo>
                  <a:pt x="1683291" y="221975"/>
                </a:lnTo>
                <a:moveTo>
                  <a:pt x="1535774" y="904784"/>
                </a:moveTo>
                <a:lnTo>
                  <a:pt x="1461586" y="943858"/>
                </a:lnTo>
                <a:moveTo>
                  <a:pt x="1441561" y="1210201"/>
                </a:moveTo>
                <a:lnTo>
                  <a:pt x="1384619" y="1163700"/>
                </a:lnTo>
                <a:moveTo>
                  <a:pt x="1264680" y="508470"/>
                </a:moveTo>
                <a:lnTo>
                  <a:pt x="1307400" y="584706"/>
                </a:lnTo>
                <a:moveTo>
                  <a:pt x="1795506" y="188034"/>
                </a:moveTo>
                <a:lnTo>
                  <a:pt x="1805488" y="212378"/>
                </a:lnTo>
                <a:moveTo>
                  <a:pt x="1307400" y="584706"/>
                </a:moveTo>
                <a:lnTo>
                  <a:pt x="1260076" y="509132"/>
                </a:lnTo>
                <a:moveTo>
                  <a:pt x="1638434" y="552623"/>
                </a:moveTo>
                <a:lnTo>
                  <a:pt x="1602098" y="507283"/>
                </a:lnTo>
                <a:moveTo>
                  <a:pt x="1795506" y="188034"/>
                </a:moveTo>
                <a:lnTo>
                  <a:pt x="1772536" y="210185"/>
                </a:lnTo>
                <a:moveTo>
                  <a:pt x="1375997" y="1024732"/>
                </a:moveTo>
                <a:lnTo>
                  <a:pt x="1359740" y="1053176"/>
                </a:lnTo>
                <a:moveTo>
                  <a:pt x="1634948" y="556160"/>
                </a:moveTo>
                <a:lnTo>
                  <a:pt x="1602098" y="507283"/>
                </a:lnTo>
                <a:moveTo>
                  <a:pt x="1366220" y="1109877"/>
                </a:moveTo>
                <a:lnTo>
                  <a:pt x="1354937" y="1063510"/>
                </a:lnTo>
                <a:moveTo>
                  <a:pt x="1313579" y="570478"/>
                </a:moveTo>
                <a:lnTo>
                  <a:pt x="1264680" y="508470"/>
                </a:lnTo>
                <a:moveTo>
                  <a:pt x="1713196" y="1113039"/>
                </a:moveTo>
                <a:lnTo>
                  <a:pt x="1654430" y="1075483"/>
                </a:lnTo>
                <a:moveTo>
                  <a:pt x="1528000" y="1213872"/>
                </a:moveTo>
                <a:lnTo>
                  <a:pt x="1503422" y="1186541"/>
                </a:lnTo>
                <a:moveTo>
                  <a:pt x="1190373" y="586864"/>
                </a:moveTo>
                <a:lnTo>
                  <a:pt x="1101599" y="700714"/>
                </a:lnTo>
                <a:moveTo>
                  <a:pt x="1207848" y="810468"/>
                </a:moveTo>
                <a:lnTo>
                  <a:pt x="1162086" y="859653"/>
                </a:lnTo>
                <a:moveTo>
                  <a:pt x="1475082" y="676883"/>
                </a:moveTo>
                <a:lnTo>
                  <a:pt x="1384981" y="705101"/>
                </a:lnTo>
                <a:moveTo>
                  <a:pt x="1745109" y="1007873"/>
                </a:moveTo>
                <a:lnTo>
                  <a:pt x="1654430" y="1075483"/>
                </a:lnTo>
                <a:moveTo>
                  <a:pt x="1545620" y="577652"/>
                </a:moveTo>
                <a:lnTo>
                  <a:pt x="1502707" y="635864"/>
                </a:lnTo>
                <a:moveTo>
                  <a:pt x="1354937" y="1063510"/>
                </a:moveTo>
                <a:lnTo>
                  <a:pt x="1359740" y="1053176"/>
                </a:lnTo>
                <a:moveTo>
                  <a:pt x="1897640" y="238350"/>
                </a:moveTo>
                <a:lnTo>
                  <a:pt x="1805488" y="212378"/>
                </a:lnTo>
                <a:moveTo>
                  <a:pt x="1445742" y="386143"/>
                </a:moveTo>
                <a:lnTo>
                  <a:pt x="1393113" y="410627"/>
                </a:lnTo>
                <a:moveTo>
                  <a:pt x="1461586" y="943858"/>
                </a:moveTo>
                <a:lnTo>
                  <a:pt x="1415043" y="970452"/>
                </a:lnTo>
                <a:moveTo>
                  <a:pt x="1101599" y="700714"/>
                </a:moveTo>
                <a:lnTo>
                  <a:pt x="1113915" y="806883"/>
                </a:lnTo>
                <a:moveTo>
                  <a:pt x="1162086" y="859653"/>
                </a:moveTo>
                <a:lnTo>
                  <a:pt x="1113915" y="806883"/>
                </a:lnTo>
                <a:moveTo>
                  <a:pt x="1872603" y="341130"/>
                </a:moveTo>
                <a:lnTo>
                  <a:pt x="1862495" y="361092"/>
                </a:lnTo>
                <a:moveTo>
                  <a:pt x="1795082" y="462122"/>
                </a:moveTo>
                <a:lnTo>
                  <a:pt x="1746331" y="421090"/>
                </a:lnTo>
                <a:moveTo>
                  <a:pt x="1681276" y="1150544"/>
                </a:moveTo>
                <a:lnTo>
                  <a:pt x="1654430" y="1075483"/>
                </a:lnTo>
                <a:moveTo>
                  <a:pt x="1375997" y="1024732"/>
                </a:moveTo>
                <a:lnTo>
                  <a:pt x="1354937" y="1063510"/>
                </a:lnTo>
                <a:moveTo>
                  <a:pt x="1791150" y="467350"/>
                </a:moveTo>
                <a:lnTo>
                  <a:pt x="1746331" y="421090"/>
                </a:lnTo>
                <a:moveTo>
                  <a:pt x="1745109" y="1007873"/>
                </a:moveTo>
                <a:lnTo>
                  <a:pt x="1671734" y="975386"/>
                </a:lnTo>
                <a:moveTo>
                  <a:pt x="1655465" y="886939"/>
                </a:moveTo>
                <a:lnTo>
                  <a:pt x="1671734" y="975386"/>
                </a:lnTo>
                <a:moveTo>
                  <a:pt x="1494602" y="301185"/>
                </a:moveTo>
                <a:lnTo>
                  <a:pt x="1489828" y="307075"/>
                </a:lnTo>
                <a:moveTo>
                  <a:pt x="1393113" y="410627"/>
                </a:moveTo>
                <a:lnTo>
                  <a:pt x="1340510" y="494288"/>
                </a:lnTo>
                <a:moveTo>
                  <a:pt x="1897640" y="238350"/>
                </a:moveTo>
                <a:lnTo>
                  <a:pt x="1795506" y="188034"/>
                </a:lnTo>
                <a:moveTo>
                  <a:pt x="1897640" y="238350"/>
                </a:moveTo>
                <a:lnTo>
                  <a:pt x="1872603" y="341130"/>
                </a:lnTo>
                <a:moveTo>
                  <a:pt x="1772536" y="210185"/>
                </a:moveTo>
                <a:lnTo>
                  <a:pt x="1683291" y="221975"/>
                </a:lnTo>
                <a:moveTo>
                  <a:pt x="1260076" y="509132"/>
                </a:moveTo>
                <a:lnTo>
                  <a:pt x="1190373" y="586864"/>
                </a:lnTo>
                <a:moveTo>
                  <a:pt x="1340510" y="494288"/>
                </a:moveTo>
                <a:lnTo>
                  <a:pt x="1264680" y="508470"/>
                </a:lnTo>
                <a:moveTo>
                  <a:pt x="1529525" y="1212917"/>
                </a:moveTo>
                <a:lnTo>
                  <a:pt x="1553454" y="1179505"/>
                </a:lnTo>
                <a:moveTo>
                  <a:pt x="1528000" y="1213872"/>
                </a:moveTo>
                <a:lnTo>
                  <a:pt x="1553454" y="1179505"/>
                </a:lnTo>
                <a:moveTo>
                  <a:pt x="1423430" y="370249"/>
                </a:moveTo>
                <a:lnTo>
                  <a:pt x="1445742" y="386143"/>
                </a:lnTo>
                <a:moveTo>
                  <a:pt x="1634948" y="556160"/>
                </a:moveTo>
                <a:lnTo>
                  <a:pt x="1545620" y="577652"/>
                </a:lnTo>
                <a:moveTo>
                  <a:pt x="1581604" y="264264"/>
                </a:moveTo>
                <a:lnTo>
                  <a:pt x="1573773" y="285902"/>
                </a:lnTo>
                <a:moveTo>
                  <a:pt x="1872603" y="341130"/>
                </a:moveTo>
                <a:lnTo>
                  <a:pt x="1887438" y="351921"/>
                </a:lnTo>
                <a:moveTo>
                  <a:pt x="1701669" y="490170"/>
                </a:moveTo>
                <a:lnTo>
                  <a:pt x="1638434" y="552623"/>
                </a:lnTo>
                <a:moveTo>
                  <a:pt x="1190373" y="586864"/>
                </a:moveTo>
                <a:lnTo>
                  <a:pt x="1134573" y="610249"/>
                </a:lnTo>
                <a:moveTo>
                  <a:pt x="1887438" y="351921"/>
                </a:moveTo>
                <a:lnTo>
                  <a:pt x="1862495" y="361092"/>
                </a:lnTo>
                <a:moveTo>
                  <a:pt x="1250513" y="846013"/>
                </a:moveTo>
                <a:lnTo>
                  <a:pt x="1229548" y="787215"/>
                </a:lnTo>
                <a:moveTo>
                  <a:pt x="1207848" y="810468"/>
                </a:moveTo>
                <a:lnTo>
                  <a:pt x="1230952" y="847460"/>
                </a:lnTo>
                <a:moveTo>
                  <a:pt x="1415043" y="970452"/>
                </a:moveTo>
                <a:lnTo>
                  <a:pt x="1375997" y="1024732"/>
                </a:lnTo>
                <a:moveTo>
                  <a:pt x="1791150" y="467350"/>
                </a:moveTo>
                <a:lnTo>
                  <a:pt x="1701669" y="490170"/>
                </a:lnTo>
                <a:moveTo>
                  <a:pt x="1502707" y="635864"/>
                </a:moveTo>
                <a:lnTo>
                  <a:pt x="1475082" y="676883"/>
                </a:lnTo>
                <a:moveTo>
                  <a:pt x="1472205" y="943317"/>
                </a:moveTo>
                <a:lnTo>
                  <a:pt x="1461586" y="943858"/>
                </a:lnTo>
                <a:moveTo>
                  <a:pt x="1379588" y="714730"/>
                </a:moveTo>
                <a:lnTo>
                  <a:pt x="1399240" y="761177"/>
                </a:lnTo>
                <a:moveTo>
                  <a:pt x="1683291" y="221975"/>
                </a:moveTo>
                <a:lnTo>
                  <a:pt x="1643428" y="240926"/>
                </a:lnTo>
                <a:moveTo>
                  <a:pt x="1406803" y="756435"/>
                </a:moveTo>
                <a:lnTo>
                  <a:pt x="1384981" y="705101"/>
                </a:lnTo>
                <a:moveTo>
                  <a:pt x="1406803" y="756435"/>
                </a:moveTo>
                <a:lnTo>
                  <a:pt x="1379588" y="714730"/>
                </a:lnTo>
                <a:moveTo>
                  <a:pt x="1591743" y="1173816"/>
                </a:moveTo>
                <a:lnTo>
                  <a:pt x="1529525" y="1212917"/>
                </a:lnTo>
                <a:moveTo>
                  <a:pt x="1681276" y="1150544"/>
                </a:moveTo>
                <a:lnTo>
                  <a:pt x="1591743" y="1173816"/>
                </a:lnTo>
                <a:moveTo>
                  <a:pt x="1250513" y="846013"/>
                </a:moveTo>
                <a:lnTo>
                  <a:pt x="1207848" y="810468"/>
                </a:lnTo>
                <a:moveTo>
                  <a:pt x="1862495" y="361092"/>
                </a:moveTo>
                <a:lnTo>
                  <a:pt x="1795082" y="462122"/>
                </a:lnTo>
                <a:moveTo>
                  <a:pt x="1655465" y="886939"/>
                </a:moveTo>
                <a:lnTo>
                  <a:pt x="1535774" y="904784"/>
                </a:lnTo>
                <a:moveTo>
                  <a:pt x="1113915" y="806883"/>
                </a:moveTo>
                <a:lnTo>
                  <a:pt x="1045900" y="826033"/>
                </a:lnTo>
                <a:moveTo>
                  <a:pt x="1734545" y="203856"/>
                </a:moveTo>
                <a:lnTo>
                  <a:pt x="1772536" y="210185"/>
                </a:lnTo>
                <a:moveTo>
                  <a:pt x="1881319" y="197154"/>
                </a:moveTo>
                <a:lnTo>
                  <a:pt x="1795506" y="188034"/>
                </a:lnTo>
                <a:moveTo>
                  <a:pt x="1528000" y="1213872"/>
                </a:moveTo>
                <a:lnTo>
                  <a:pt x="1441561" y="1210201"/>
                </a:lnTo>
                <a:moveTo>
                  <a:pt x="1525384" y="1214354"/>
                </a:moveTo>
                <a:lnTo>
                  <a:pt x="1441561" y="1210201"/>
                </a:lnTo>
                <a:moveTo>
                  <a:pt x="690746" y="664015"/>
                </a:moveTo>
                <a:lnTo>
                  <a:pt x="575029" y="646344"/>
                </a:lnTo>
                <a:moveTo>
                  <a:pt x="1134573" y="610249"/>
                </a:moveTo>
                <a:lnTo>
                  <a:pt x="1101599" y="700714"/>
                </a:lnTo>
                <a:moveTo>
                  <a:pt x="1384619" y="1163700"/>
                </a:moveTo>
                <a:lnTo>
                  <a:pt x="1364085" y="1097414"/>
                </a:lnTo>
                <a:moveTo>
                  <a:pt x="1366220" y="1109877"/>
                </a:moveTo>
                <a:lnTo>
                  <a:pt x="1364085" y="1097414"/>
                </a:lnTo>
                <a:moveTo>
                  <a:pt x="1502707" y="635864"/>
                </a:moveTo>
                <a:lnTo>
                  <a:pt x="1511289" y="655396"/>
                </a:lnTo>
                <a:moveTo>
                  <a:pt x="1745109" y="1007873"/>
                </a:moveTo>
                <a:lnTo>
                  <a:pt x="1713196" y="1113039"/>
                </a:lnTo>
                <a:moveTo>
                  <a:pt x="1586121" y="885137"/>
                </a:moveTo>
                <a:lnTo>
                  <a:pt x="1535774" y="904784"/>
                </a:lnTo>
                <a:moveTo>
                  <a:pt x="1489828" y="307075"/>
                </a:moveTo>
                <a:lnTo>
                  <a:pt x="1423430" y="370249"/>
                </a:lnTo>
                <a:moveTo>
                  <a:pt x="1101599" y="700714"/>
                </a:moveTo>
                <a:lnTo>
                  <a:pt x="1045900" y="826033"/>
                </a:lnTo>
                <a:moveTo>
                  <a:pt x="1881319" y="197154"/>
                </a:moveTo>
                <a:lnTo>
                  <a:pt x="1897640" y="238350"/>
                </a:lnTo>
                <a:moveTo>
                  <a:pt x="1393113" y="410627"/>
                </a:moveTo>
                <a:lnTo>
                  <a:pt x="1264680" y="508470"/>
                </a:lnTo>
                <a:moveTo>
                  <a:pt x="1162086" y="859653"/>
                </a:moveTo>
                <a:lnTo>
                  <a:pt x="1045900" y="826033"/>
                </a:lnTo>
                <a:moveTo>
                  <a:pt x="1494602" y="301185"/>
                </a:moveTo>
                <a:lnTo>
                  <a:pt x="1423430" y="370249"/>
                </a:lnTo>
                <a:moveTo>
                  <a:pt x="1230952" y="847460"/>
                </a:moveTo>
                <a:lnTo>
                  <a:pt x="1162086" y="859653"/>
                </a:lnTo>
                <a:moveTo>
                  <a:pt x="1745109" y="1007873"/>
                </a:moveTo>
                <a:lnTo>
                  <a:pt x="1655465" y="886939"/>
                </a:lnTo>
                <a:moveTo>
                  <a:pt x="1932013" y="265477"/>
                </a:moveTo>
                <a:lnTo>
                  <a:pt x="1872603" y="341130"/>
                </a:lnTo>
                <a:moveTo>
                  <a:pt x="1795506" y="188034"/>
                </a:moveTo>
                <a:lnTo>
                  <a:pt x="1734545" y="203856"/>
                </a:lnTo>
                <a:moveTo>
                  <a:pt x="1264680" y="508470"/>
                </a:moveTo>
                <a:lnTo>
                  <a:pt x="1260076" y="509132"/>
                </a:lnTo>
                <a:moveTo>
                  <a:pt x="1567451" y="628902"/>
                </a:moveTo>
                <a:lnTo>
                  <a:pt x="1545620" y="577652"/>
                </a:lnTo>
                <a:moveTo>
                  <a:pt x="1264680" y="508470"/>
                </a:moveTo>
                <a:lnTo>
                  <a:pt x="1261597" y="508095"/>
                </a:lnTo>
                <a:moveTo>
                  <a:pt x="1643428" y="240926"/>
                </a:moveTo>
                <a:lnTo>
                  <a:pt x="1581604" y="264264"/>
                </a:lnTo>
                <a:moveTo>
                  <a:pt x="1313990" y="808278"/>
                </a:moveTo>
                <a:lnTo>
                  <a:pt x="1250513" y="846013"/>
                </a:lnTo>
                <a:moveTo>
                  <a:pt x="1399240" y="761177"/>
                </a:moveTo>
                <a:lnTo>
                  <a:pt x="1313990" y="808278"/>
                </a:lnTo>
                <a:moveTo>
                  <a:pt x="1261597" y="508095"/>
                </a:moveTo>
                <a:lnTo>
                  <a:pt x="1260076" y="509132"/>
                </a:lnTo>
                <a:moveTo>
                  <a:pt x="1511289" y="655396"/>
                </a:moveTo>
                <a:lnTo>
                  <a:pt x="1475082" y="676883"/>
                </a:lnTo>
                <a:moveTo>
                  <a:pt x="1767053" y="918594"/>
                </a:moveTo>
                <a:lnTo>
                  <a:pt x="1745109" y="1007873"/>
                </a:lnTo>
                <a:moveTo>
                  <a:pt x="1759595" y="902550"/>
                </a:moveTo>
                <a:lnTo>
                  <a:pt x="1655465" y="886939"/>
                </a:lnTo>
                <a:moveTo>
                  <a:pt x="1638434" y="552623"/>
                </a:moveTo>
                <a:lnTo>
                  <a:pt x="1634948" y="556160"/>
                </a:lnTo>
                <a:moveTo>
                  <a:pt x="1581604" y="264264"/>
                </a:moveTo>
                <a:lnTo>
                  <a:pt x="1494602" y="301185"/>
                </a:lnTo>
                <a:moveTo>
                  <a:pt x="1713196" y="1113039"/>
                </a:moveTo>
                <a:lnTo>
                  <a:pt x="1681276" y="1150544"/>
                </a:lnTo>
                <a:moveTo>
                  <a:pt x="598102" y="552445"/>
                </a:moveTo>
                <a:lnTo>
                  <a:pt x="575029" y="646344"/>
                </a:lnTo>
                <a:moveTo>
                  <a:pt x="1258685" y="510550"/>
                </a:moveTo>
                <a:lnTo>
                  <a:pt x="1260076" y="509132"/>
                </a:lnTo>
                <a:moveTo>
                  <a:pt x="1767053" y="918594"/>
                </a:moveTo>
                <a:lnTo>
                  <a:pt x="1655465" y="886939"/>
                </a:lnTo>
                <a:moveTo>
                  <a:pt x="704737" y="565068"/>
                </a:moveTo>
                <a:lnTo>
                  <a:pt x="575029" y="646344"/>
                </a:lnTo>
                <a:moveTo>
                  <a:pt x="1261597" y="508095"/>
                </a:moveTo>
                <a:lnTo>
                  <a:pt x="1258685" y="510550"/>
                </a:lnTo>
                <a:moveTo>
                  <a:pt x="1932013" y="265477"/>
                </a:moveTo>
                <a:lnTo>
                  <a:pt x="1897640" y="238350"/>
                </a:lnTo>
                <a:moveTo>
                  <a:pt x="655096" y="703903"/>
                </a:moveTo>
                <a:lnTo>
                  <a:pt x="575029" y="646344"/>
                </a:lnTo>
                <a:moveTo>
                  <a:pt x="1638434" y="552623"/>
                </a:moveTo>
                <a:lnTo>
                  <a:pt x="1641224" y="555816"/>
                </a:lnTo>
                <a:moveTo>
                  <a:pt x="1722484" y="550275"/>
                </a:moveTo>
                <a:lnTo>
                  <a:pt x="1701669" y="490170"/>
                </a:lnTo>
                <a:moveTo>
                  <a:pt x="1655465" y="886939"/>
                </a:moveTo>
                <a:lnTo>
                  <a:pt x="1586121" y="885137"/>
                </a:lnTo>
                <a:moveTo>
                  <a:pt x="1641224" y="555816"/>
                </a:moveTo>
                <a:lnTo>
                  <a:pt x="1634948" y="556160"/>
                </a:lnTo>
                <a:moveTo>
                  <a:pt x="1260076" y="509132"/>
                </a:moveTo>
                <a:lnTo>
                  <a:pt x="1134573" y="610249"/>
                </a:lnTo>
                <a:moveTo>
                  <a:pt x="2097799" y="339854"/>
                </a:moveTo>
                <a:lnTo>
                  <a:pt x="2066158" y="269255"/>
                </a:lnTo>
                <a:moveTo>
                  <a:pt x="1767053" y="918594"/>
                </a:moveTo>
                <a:lnTo>
                  <a:pt x="1759595" y="902550"/>
                </a:lnTo>
                <a:moveTo>
                  <a:pt x="1770660" y="904915"/>
                </a:moveTo>
                <a:lnTo>
                  <a:pt x="1759595" y="902550"/>
                </a:lnTo>
                <a:moveTo>
                  <a:pt x="1932013" y="265477"/>
                </a:moveTo>
                <a:lnTo>
                  <a:pt x="1887438" y="351921"/>
                </a:lnTo>
                <a:moveTo>
                  <a:pt x="1535774" y="904784"/>
                </a:moveTo>
                <a:lnTo>
                  <a:pt x="1472205" y="943317"/>
                </a:lnTo>
                <a:moveTo>
                  <a:pt x="1101599" y="700714"/>
                </a:moveTo>
                <a:lnTo>
                  <a:pt x="1052570" y="726447"/>
                </a:lnTo>
                <a:moveTo>
                  <a:pt x="704737" y="565068"/>
                </a:moveTo>
                <a:lnTo>
                  <a:pt x="690746" y="664015"/>
                </a:lnTo>
                <a:moveTo>
                  <a:pt x="1770660" y="904915"/>
                </a:moveTo>
                <a:lnTo>
                  <a:pt x="1767053" y="918594"/>
                </a:lnTo>
                <a:moveTo>
                  <a:pt x="1423430" y="370249"/>
                </a:moveTo>
                <a:lnTo>
                  <a:pt x="1393113" y="410627"/>
                </a:lnTo>
                <a:moveTo>
                  <a:pt x="1795082" y="462122"/>
                </a:moveTo>
                <a:lnTo>
                  <a:pt x="1791150" y="467350"/>
                </a:lnTo>
                <a:moveTo>
                  <a:pt x="1162086" y="859653"/>
                </a:moveTo>
                <a:lnTo>
                  <a:pt x="1101460" y="872561"/>
                </a:lnTo>
                <a:moveTo>
                  <a:pt x="690746" y="664015"/>
                </a:moveTo>
                <a:lnTo>
                  <a:pt x="655096" y="703903"/>
                </a:lnTo>
                <a:moveTo>
                  <a:pt x="1364085" y="1097414"/>
                </a:moveTo>
                <a:lnTo>
                  <a:pt x="1354937" y="1063510"/>
                </a:lnTo>
                <a:moveTo>
                  <a:pt x="1795082" y="462122"/>
                </a:moveTo>
                <a:lnTo>
                  <a:pt x="1796349" y="464969"/>
                </a:lnTo>
                <a:moveTo>
                  <a:pt x="1796349" y="464969"/>
                </a:moveTo>
                <a:lnTo>
                  <a:pt x="1791150" y="467350"/>
                </a:lnTo>
                <a:moveTo>
                  <a:pt x="1432805" y="1000346"/>
                </a:moveTo>
                <a:lnTo>
                  <a:pt x="1375997" y="1024732"/>
                </a:lnTo>
                <a:moveTo>
                  <a:pt x="1475082" y="676883"/>
                </a:moveTo>
                <a:lnTo>
                  <a:pt x="1406803" y="756435"/>
                </a:lnTo>
                <a:moveTo>
                  <a:pt x="1734545" y="203856"/>
                </a:moveTo>
                <a:lnTo>
                  <a:pt x="1683291" y="221975"/>
                </a:lnTo>
                <a:moveTo>
                  <a:pt x="1567451" y="628902"/>
                </a:moveTo>
                <a:lnTo>
                  <a:pt x="1502707" y="635864"/>
                </a:lnTo>
                <a:moveTo>
                  <a:pt x="1616867" y="1196392"/>
                </a:moveTo>
                <a:lnTo>
                  <a:pt x="1591743" y="1173816"/>
                </a:lnTo>
                <a:moveTo>
                  <a:pt x="1529525" y="1212917"/>
                </a:moveTo>
                <a:lnTo>
                  <a:pt x="1528000" y="1213872"/>
                </a:lnTo>
                <a:moveTo>
                  <a:pt x="1683291" y="221975"/>
                </a:moveTo>
                <a:lnTo>
                  <a:pt x="1581604" y="264264"/>
                </a:lnTo>
                <a:moveTo>
                  <a:pt x="1529525" y="1212917"/>
                </a:moveTo>
                <a:lnTo>
                  <a:pt x="1528784" y="1213683"/>
                </a:lnTo>
                <a:moveTo>
                  <a:pt x="1528784" y="1213683"/>
                </a:moveTo>
                <a:lnTo>
                  <a:pt x="1528000" y="1213872"/>
                </a:lnTo>
                <a:moveTo>
                  <a:pt x="2123665" y="841414"/>
                </a:moveTo>
                <a:lnTo>
                  <a:pt x="2128809" y="945096"/>
                </a:lnTo>
                <a:moveTo>
                  <a:pt x="1528000" y="1213872"/>
                </a:moveTo>
                <a:lnTo>
                  <a:pt x="1525384" y="1214354"/>
                </a:lnTo>
                <a:moveTo>
                  <a:pt x="1528784" y="1213683"/>
                </a:moveTo>
                <a:lnTo>
                  <a:pt x="1525384" y="1214354"/>
                </a:lnTo>
                <a:moveTo>
                  <a:pt x="1432805" y="1000346"/>
                </a:moveTo>
                <a:lnTo>
                  <a:pt x="1354937" y="1063510"/>
                </a:lnTo>
                <a:moveTo>
                  <a:pt x="1472205" y="943317"/>
                </a:moveTo>
                <a:lnTo>
                  <a:pt x="1415043" y="970452"/>
                </a:lnTo>
                <a:moveTo>
                  <a:pt x="1494602" y="301185"/>
                </a:moveTo>
                <a:lnTo>
                  <a:pt x="1483106" y="339930"/>
                </a:lnTo>
                <a:moveTo>
                  <a:pt x="704737" y="565068"/>
                </a:moveTo>
                <a:lnTo>
                  <a:pt x="598102" y="552445"/>
                </a:lnTo>
                <a:moveTo>
                  <a:pt x="1713196" y="1113039"/>
                </a:moveTo>
                <a:lnTo>
                  <a:pt x="1736104" y="1140933"/>
                </a:lnTo>
                <a:moveTo>
                  <a:pt x="1628476" y="853908"/>
                </a:moveTo>
                <a:lnTo>
                  <a:pt x="1655465" y="886939"/>
                </a:lnTo>
                <a:moveTo>
                  <a:pt x="1782054" y="806869"/>
                </a:moveTo>
                <a:lnTo>
                  <a:pt x="1759595" y="902550"/>
                </a:lnTo>
                <a:moveTo>
                  <a:pt x="2110577" y="228566"/>
                </a:moveTo>
                <a:lnTo>
                  <a:pt x="2066158" y="269255"/>
                </a:lnTo>
                <a:moveTo>
                  <a:pt x="1819506" y="220391"/>
                </a:moveTo>
                <a:lnTo>
                  <a:pt x="1795506" y="188034"/>
                </a:lnTo>
                <a:moveTo>
                  <a:pt x="1777338" y="806803"/>
                </a:moveTo>
                <a:lnTo>
                  <a:pt x="1759595" y="902550"/>
                </a:lnTo>
                <a:moveTo>
                  <a:pt x="1932013" y="265477"/>
                </a:moveTo>
                <a:lnTo>
                  <a:pt x="1881319" y="197154"/>
                </a:lnTo>
                <a:moveTo>
                  <a:pt x="2119466" y="957725"/>
                </a:moveTo>
                <a:lnTo>
                  <a:pt x="2128809" y="945096"/>
                </a:lnTo>
                <a:moveTo>
                  <a:pt x="1398160" y="1073087"/>
                </a:moveTo>
                <a:lnTo>
                  <a:pt x="1354937" y="1063510"/>
                </a:lnTo>
                <a:moveTo>
                  <a:pt x="1782054" y="806869"/>
                </a:moveTo>
                <a:lnTo>
                  <a:pt x="1770660" y="904915"/>
                </a:lnTo>
                <a:moveTo>
                  <a:pt x="575029" y="646344"/>
                </a:moveTo>
                <a:lnTo>
                  <a:pt x="528920" y="673089"/>
                </a:lnTo>
                <a:moveTo>
                  <a:pt x="1887828" y="393796"/>
                </a:moveTo>
                <a:lnTo>
                  <a:pt x="1862495" y="361092"/>
                </a:lnTo>
                <a:moveTo>
                  <a:pt x="1586121" y="885137"/>
                </a:moveTo>
                <a:lnTo>
                  <a:pt x="1472205" y="943317"/>
                </a:lnTo>
                <a:moveTo>
                  <a:pt x="1250513" y="846013"/>
                </a:moveTo>
                <a:lnTo>
                  <a:pt x="1230952" y="847460"/>
                </a:lnTo>
                <a:moveTo>
                  <a:pt x="1759595" y="902550"/>
                </a:moveTo>
                <a:lnTo>
                  <a:pt x="1628476" y="853908"/>
                </a:lnTo>
                <a:moveTo>
                  <a:pt x="1851784" y="937142"/>
                </a:moveTo>
                <a:lnTo>
                  <a:pt x="1745109" y="1007873"/>
                </a:lnTo>
                <a:moveTo>
                  <a:pt x="758921" y="698307"/>
                </a:moveTo>
                <a:lnTo>
                  <a:pt x="690746" y="664015"/>
                </a:lnTo>
                <a:moveTo>
                  <a:pt x="1809480" y="1043485"/>
                </a:moveTo>
                <a:lnTo>
                  <a:pt x="1713196" y="1113039"/>
                </a:lnTo>
                <a:moveTo>
                  <a:pt x="1511289" y="655396"/>
                </a:moveTo>
                <a:lnTo>
                  <a:pt x="1406803" y="756435"/>
                </a:lnTo>
                <a:moveTo>
                  <a:pt x="1369698" y="435885"/>
                </a:moveTo>
                <a:lnTo>
                  <a:pt x="1393113" y="410627"/>
                </a:lnTo>
                <a:moveTo>
                  <a:pt x="1134573" y="610249"/>
                </a:moveTo>
                <a:lnTo>
                  <a:pt x="1052570" y="726447"/>
                </a:lnTo>
                <a:moveTo>
                  <a:pt x="1045900" y="826033"/>
                </a:moveTo>
                <a:lnTo>
                  <a:pt x="991403" y="827626"/>
                </a:lnTo>
                <a:moveTo>
                  <a:pt x="1628476" y="853908"/>
                </a:moveTo>
                <a:lnTo>
                  <a:pt x="1586121" y="885137"/>
                </a:lnTo>
                <a:moveTo>
                  <a:pt x="1809480" y="1043485"/>
                </a:moveTo>
                <a:lnTo>
                  <a:pt x="1745109" y="1007873"/>
                </a:lnTo>
                <a:moveTo>
                  <a:pt x="1634948" y="556160"/>
                </a:moveTo>
                <a:lnTo>
                  <a:pt x="1567451" y="628902"/>
                </a:lnTo>
                <a:moveTo>
                  <a:pt x="1722484" y="550275"/>
                </a:moveTo>
                <a:lnTo>
                  <a:pt x="1638434" y="552623"/>
                </a:lnTo>
                <a:moveTo>
                  <a:pt x="1432805" y="1000346"/>
                </a:moveTo>
                <a:lnTo>
                  <a:pt x="1415043" y="970452"/>
                </a:lnTo>
                <a:moveTo>
                  <a:pt x="1515668" y="323415"/>
                </a:moveTo>
                <a:lnTo>
                  <a:pt x="1494602" y="301185"/>
                </a:lnTo>
                <a:moveTo>
                  <a:pt x="1196605" y="559026"/>
                </a:moveTo>
                <a:lnTo>
                  <a:pt x="1260076" y="509132"/>
                </a:lnTo>
                <a:moveTo>
                  <a:pt x="1101460" y="872561"/>
                </a:moveTo>
                <a:lnTo>
                  <a:pt x="1045900" y="826033"/>
                </a:lnTo>
                <a:moveTo>
                  <a:pt x="1230952" y="847460"/>
                </a:moveTo>
                <a:lnTo>
                  <a:pt x="1101460" y="872561"/>
                </a:lnTo>
                <a:moveTo>
                  <a:pt x="738596" y="733170"/>
                </a:moveTo>
                <a:lnTo>
                  <a:pt x="690746" y="664015"/>
                </a:lnTo>
                <a:moveTo>
                  <a:pt x="1851784" y="937142"/>
                </a:moveTo>
                <a:lnTo>
                  <a:pt x="1767053" y="918594"/>
                </a:lnTo>
                <a:moveTo>
                  <a:pt x="1052570" y="726447"/>
                </a:moveTo>
                <a:lnTo>
                  <a:pt x="1045900" y="826033"/>
                </a:lnTo>
                <a:moveTo>
                  <a:pt x="1736104" y="1140933"/>
                </a:moveTo>
                <a:lnTo>
                  <a:pt x="1681276" y="1150544"/>
                </a:lnTo>
                <a:moveTo>
                  <a:pt x="1258685" y="510550"/>
                </a:moveTo>
                <a:lnTo>
                  <a:pt x="1196605" y="559026"/>
                </a:lnTo>
                <a:moveTo>
                  <a:pt x="2119466" y="957725"/>
                </a:moveTo>
                <a:lnTo>
                  <a:pt x="2123665" y="841414"/>
                </a:lnTo>
                <a:moveTo>
                  <a:pt x="1852817" y="934355"/>
                </a:moveTo>
                <a:lnTo>
                  <a:pt x="1770660" y="904915"/>
                </a:lnTo>
                <a:moveTo>
                  <a:pt x="1851784" y="937142"/>
                </a:moveTo>
                <a:lnTo>
                  <a:pt x="1770660" y="904915"/>
                </a:lnTo>
                <a:moveTo>
                  <a:pt x="1771168" y="1124135"/>
                </a:moveTo>
                <a:lnTo>
                  <a:pt x="1713196" y="1113039"/>
                </a:lnTo>
                <a:moveTo>
                  <a:pt x="1722484" y="550275"/>
                </a:moveTo>
                <a:lnTo>
                  <a:pt x="1641224" y="555816"/>
                </a:lnTo>
                <a:moveTo>
                  <a:pt x="1887960" y="828068"/>
                </a:moveTo>
                <a:lnTo>
                  <a:pt x="1770660" y="904915"/>
                </a:lnTo>
                <a:moveTo>
                  <a:pt x="1355235" y="449067"/>
                </a:moveTo>
                <a:lnTo>
                  <a:pt x="1393113" y="410627"/>
                </a:lnTo>
                <a:moveTo>
                  <a:pt x="1887828" y="393796"/>
                </a:moveTo>
                <a:lnTo>
                  <a:pt x="1887438" y="351921"/>
                </a:lnTo>
                <a:moveTo>
                  <a:pt x="1791150" y="467350"/>
                </a:moveTo>
                <a:lnTo>
                  <a:pt x="1722484" y="550275"/>
                </a:lnTo>
                <a:moveTo>
                  <a:pt x="1355235" y="449067"/>
                </a:moveTo>
                <a:lnTo>
                  <a:pt x="1264680" y="508470"/>
                </a:lnTo>
                <a:moveTo>
                  <a:pt x="1567451" y="628902"/>
                </a:moveTo>
                <a:lnTo>
                  <a:pt x="1511289" y="655396"/>
                </a:lnTo>
                <a:moveTo>
                  <a:pt x="1196605" y="559026"/>
                </a:moveTo>
                <a:lnTo>
                  <a:pt x="1134573" y="610249"/>
                </a:lnTo>
                <a:moveTo>
                  <a:pt x="1406803" y="756435"/>
                </a:moveTo>
                <a:lnTo>
                  <a:pt x="1399240" y="761177"/>
                </a:lnTo>
                <a:moveTo>
                  <a:pt x="1343999" y="788311"/>
                </a:moveTo>
                <a:lnTo>
                  <a:pt x="1313990" y="808278"/>
                </a:lnTo>
                <a:moveTo>
                  <a:pt x="1355235" y="449067"/>
                </a:moveTo>
                <a:lnTo>
                  <a:pt x="1261597" y="508095"/>
                </a:lnTo>
                <a:moveTo>
                  <a:pt x="1782054" y="806869"/>
                </a:moveTo>
                <a:lnTo>
                  <a:pt x="1777338" y="806803"/>
                </a:lnTo>
                <a:moveTo>
                  <a:pt x="775610" y="598424"/>
                </a:moveTo>
                <a:lnTo>
                  <a:pt x="690746" y="664015"/>
                </a:lnTo>
                <a:moveTo>
                  <a:pt x="1780605" y="800568"/>
                </a:moveTo>
                <a:lnTo>
                  <a:pt x="1782054" y="806869"/>
                </a:lnTo>
                <a:moveTo>
                  <a:pt x="1780605" y="800568"/>
                </a:moveTo>
                <a:lnTo>
                  <a:pt x="1777338" y="806803"/>
                </a:lnTo>
                <a:moveTo>
                  <a:pt x="598102" y="552445"/>
                </a:moveTo>
                <a:lnTo>
                  <a:pt x="528920" y="673089"/>
                </a:lnTo>
                <a:moveTo>
                  <a:pt x="1101460" y="872561"/>
                </a:moveTo>
                <a:lnTo>
                  <a:pt x="991403" y="827626"/>
                </a:lnTo>
                <a:moveTo>
                  <a:pt x="1423430" y="370249"/>
                </a:moveTo>
                <a:lnTo>
                  <a:pt x="1369698" y="435885"/>
                </a:lnTo>
                <a:moveTo>
                  <a:pt x="655096" y="703903"/>
                </a:moveTo>
                <a:lnTo>
                  <a:pt x="528920" y="673089"/>
                </a:lnTo>
                <a:moveTo>
                  <a:pt x="1683291" y="221975"/>
                </a:moveTo>
                <a:lnTo>
                  <a:pt x="1666982" y="259052"/>
                </a:lnTo>
                <a:moveTo>
                  <a:pt x="1887438" y="351921"/>
                </a:moveTo>
                <a:lnTo>
                  <a:pt x="1873213" y="287822"/>
                </a:lnTo>
                <a:moveTo>
                  <a:pt x="1669094" y="258774"/>
                </a:moveTo>
                <a:lnTo>
                  <a:pt x="1683291" y="221975"/>
                </a:lnTo>
                <a:moveTo>
                  <a:pt x="1759595" y="902550"/>
                </a:moveTo>
                <a:lnTo>
                  <a:pt x="1667758" y="811543"/>
                </a:lnTo>
                <a:moveTo>
                  <a:pt x="1616867" y="1196392"/>
                </a:moveTo>
                <a:lnTo>
                  <a:pt x="1529525" y="1212917"/>
                </a:lnTo>
                <a:moveTo>
                  <a:pt x="1483106" y="339930"/>
                </a:moveTo>
                <a:lnTo>
                  <a:pt x="1423430" y="370249"/>
                </a:lnTo>
                <a:moveTo>
                  <a:pt x="1681276" y="1150544"/>
                </a:moveTo>
                <a:lnTo>
                  <a:pt x="1616867" y="1196392"/>
                </a:lnTo>
                <a:moveTo>
                  <a:pt x="1690027" y="592669"/>
                </a:moveTo>
                <a:lnTo>
                  <a:pt x="1641224" y="555816"/>
                </a:lnTo>
                <a:moveTo>
                  <a:pt x="1616867" y="1196392"/>
                </a:moveTo>
                <a:lnTo>
                  <a:pt x="1528784" y="1213683"/>
                </a:lnTo>
                <a:moveTo>
                  <a:pt x="1887828" y="393796"/>
                </a:moveTo>
                <a:lnTo>
                  <a:pt x="1795082" y="462122"/>
                </a:lnTo>
                <a:moveTo>
                  <a:pt x="738596" y="733170"/>
                </a:moveTo>
                <a:lnTo>
                  <a:pt x="655096" y="703903"/>
                </a:lnTo>
                <a:moveTo>
                  <a:pt x="1258685" y="510550"/>
                </a:moveTo>
                <a:lnTo>
                  <a:pt x="1232648" y="542354"/>
                </a:lnTo>
                <a:moveTo>
                  <a:pt x="1230952" y="847460"/>
                </a:moveTo>
                <a:lnTo>
                  <a:pt x="1141688" y="859243"/>
                </a:lnTo>
                <a:moveTo>
                  <a:pt x="1886251" y="395583"/>
                </a:moveTo>
                <a:lnTo>
                  <a:pt x="1795082" y="462122"/>
                </a:lnTo>
                <a:moveTo>
                  <a:pt x="2043920" y="303488"/>
                </a:moveTo>
                <a:lnTo>
                  <a:pt x="2066158" y="269255"/>
                </a:lnTo>
                <a:moveTo>
                  <a:pt x="676108" y="520902"/>
                </a:moveTo>
                <a:lnTo>
                  <a:pt x="598102" y="552445"/>
                </a:lnTo>
                <a:moveTo>
                  <a:pt x="1881319" y="197154"/>
                </a:moveTo>
                <a:lnTo>
                  <a:pt x="1819506" y="220391"/>
                </a:lnTo>
                <a:moveTo>
                  <a:pt x="1887960" y="828068"/>
                </a:moveTo>
                <a:lnTo>
                  <a:pt x="1782054" y="806869"/>
                </a:lnTo>
                <a:moveTo>
                  <a:pt x="676108" y="520902"/>
                </a:moveTo>
                <a:lnTo>
                  <a:pt x="704737" y="565068"/>
                </a:lnTo>
                <a:moveTo>
                  <a:pt x="2164842" y="753821"/>
                </a:moveTo>
                <a:lnTo>
                  <a:pt x="2123665" y="841414"/>
                </a:lnTo>
                <a:moveTo>
                  <a:pt x="1886251" y="395583"/>
                </a:moveTo>
                <a:lnTo>
                  <a:pt x="1796349" y="464969"/>
                </a:lnTo>
                <a:moveTo>
                  <a:pt x="2097799" y="339854"/>
                </a:moveTo>
                <a:lnTo>
                  <a:pt x="2043920" y="303488"/>
                </a:lnTo>
                <a:moveTo>
                  <a:pt x="2097799" y="339854"/>
                </a:moveTo>
                <a:lnTo>
                  <a:pt x="2043351" y="304079"/>
                </a:lnTo>
                <a:moveTo>
                  <a:pt x="991403" y="827626"/>
                </a:moveTo>
                <a:lnTo>
                  <a:pt x="941031" y="832405"/>
                </a:lnTo>
                <a:moveTo>
                  <a:pt x="775610" y="598424"/>
                </a:moveTo>
                <a:lnTo>
                  <a:pt x="704737" y="565068"/>
                </a:lnTo>
                <a:moveTo>
                  <a:pt x="598102" y="552445"/>
                </a:moveTo>
                <a:lnTo>
                  <a:pt x="527188" y="570590"/>
                </a:lnTo>
                <a:moveTo>
                  <a:pt x="1472205" y="943317"/>
                </a:moveTo>
                <a:lnTo>
                  <a:pt x="1432805" y="1000346"/>
                </a:lnTo>
                <a:moveTo>
                  <a:pt x="2133561" y="190726"/>
                </a:moveTo>
                <a:lnTo>
                  <a:pt x="2110577" y="228566"/>
                </a:lnTo>
                <a:moveTo>
                  <a:pt x="991403" y="827626"/>
                </a:moveTo>
                <a:lnTo>
                  <a:pt x="957065" y="858543"/>
                </a:lnTo>
                <a:moveTo>
                  <a:pt x="1528784" y="1213683"/>
                </a:moveTo>
                <a:lnTo>
                  <a:pt x="1469187" y="1210987"/>
                </a:lnTo>
                <a:moveTo>
                  <a:pt x="1586121" y="885137"/>
                </a:moveTo>
                <a:lnTo>
                  <a:pt x="1549381" y="915130"/>
                </a:lnTo>
                <a:moveTo>
                  <a:pt x="1651157" y="656378"/>
                </a:moveTo>
                <a:lnTo>
                  <a:pt x="1634948" y="556160"/>
                </a:lnTo>
                <a:moveTo>
                  <a:pt x="1525384" y="1214354"/>
                </a:moveTo>
                <a:lnTo>
                  <a:pt x="1469187" y="1210987"/>
                </a:lnTo>
                <a:moveTo>
                  <a:pt x="1045900" y="826033"/>
                </a:moveTo>
                <a:lnTo>
                  <a:pt x="981843" y="736850"/>
                </a:lnTo>
                <a:moveTo>
                  <a:pt x="1651157" y="656378"/>
                </a:moveTo>
                <a:lnTo>
                  <a:pt x="1641224" y="555816"/>
                </a:lnTo>
                <a:moveTo>
                  <a:pt x="1101460" y="872561"/>
                </a:moveTo>
                <a:lnTo>
                  <a:pt x="957065" y="858543"/>
                </a:lnTo>
                <a:moveTo>
                  <a:pt x="1819506" y="220391"/>
                </a:moveTo>
                <a:lnTo>
                  <a:pt x="1734545" y="203856"/>
                </a:lnTo>
                <a:moveTo>
                  <a:pt x="1852817" y="934355"/>
                </a:moveTo>
                <a:lnTo>
                  <a:pt x="1851784" y="937142"/>
                </a:lnTo>
                <a:moveTo>
                  <a:pt x="655096" y="703903"/>
                </a:moveTo>
                <a:lnTo>
                  <a:pt x="594136" y="719716"/>
                </a:lnTo>
                <a:moveTo>
                  <a:pt x="1881319" y="197154"/>
                </a:moveTo>
                <a:lnTo>
                  <a:pt x="1873213" y="287822"/>
                </a:lnTo>
                <a:moveTo>
                  <a:pt x="1134573" y="610249"/>
                </a:moveTo>
                <a:lnTo>
                  <a:pt x="1119530" y="647765"/>
                </a:lnTo>
                <a:moveTo>
                  <a:pt x="1887960" y="828068"/>
                </a:moveTo>
                <a:lnTo>
                  <a:pt x="1852817" y="934355"/>
                </a:lnTo>
                <a:moveTo>
                  <a:pt x="1852817" y="934355"/>
                </a:moveTo>
                <a:lnTo>
                  <a:pt x="1855072" y="935652"/>
                </a:lnTo>
                <a:moveTo>
                  <a:pt x="1855072" y="935652"/>
                </a:moveTo>
                <a:lnTo>
                  <a:pt x="1851784" y="937142"/>
                </a:lnTo>
                <a:moveTo>
                  <a:pt x="1141688" y="859243"/>
                </a:moveTo>
                <a:lnTo>
                  <a:pt x="1101460" y="872561"/>
                </a:lnTo>
                <a:moveTo>
                  <a:pt x="1362787" y="778509"/>
                </a:moveTo>
                <a:lnTo>
                  <a:pt x="1399240" y="761177"/>
                </a:lnTo>
                <a:moveTo>
                  <a:pt x="1563693" y="903010"/>
                </a:moveTo>
                <a:lnTo>
                  <a:pt x="1586121" y="885137"/>
                </a:lnTo>
                <a:moveTo>
                  <a:pt x="1777338" y="806803"/>
                </a:moveTo>
                <a:lnTo>
                  <a:pt x="1667758" y="811543"/>
                </a:lnTo>
                <a:moveTo>
                  <a:pt x="1851784" y="937142"/>
                </a:moveTo>
                <a:lnTo>
                  <a:pt x="1809480" y="1043485"/>
                </a:lnTo>
                <a:moveTo>
                  <a:pt x="1734545" y="203856"/>
                </a:moveTo>
                <a:lnTo>
                  <a:pt x="1669094" y="258774"/>
                </a:lnTo>
                <a:moveTo>
                  <a:pt x="1127866" y="642584"/>
                </a:moveTo>
                <a:lnTo>
                  <a:pt x="1134573" y="610249"/>
                </a:lnTo>
                <a:moveTo>
                  <a:pt x="1666982" y="259052"/>
                </a:moveTo>
                <a:lnTo>
                  <a:pt x="1581604" y="264264"/>
                </a:lnTo>
                <a:moveTo>
                  <a:pt x="1406803" y="756435"/>
                </a:moveTo>
                <a:lnTo>
                  <a:pt x="1362787" y="778509"/>
                </a:lnTo>
                <a:moveTo>
                  <a:pt x="1809039" y="552936"/>
                </a:moveTo>
                <a:lnTo>
                  <a:pt x="1791150" y="467350"/>
                </a:lnTo>
                <a:moveTo>
                  <a:pt x="1827026" y="508986"/>
                </a:moveTo>
                <a:lnTo>
                  <a:pt x="1796349" y="464969"/>
                </a:lnTo>
                <a:moveTo>
                  <a:pt x="1581604" y="264264"/>
                </a:moveTo>
                <a:lnTo>
                  <a:pt x="1515668" y="323415"/>
                </a:lnTo>
                <a:moveTo>
                  <a:pt x="1495103" y="356226"/>
                </a:moveTo>
                <a:lnTo>
                  <a:pt x="1423430" y="370249"/>
                </a:lnTo>
                <a:moveTo>
                  <a:pt x="1398160" y="1073087"/>
                </a:moveTo>
                <a:lnTo>
                  <a:pt x="1364085" y="1097414"/>
                </a:lnTo>
                <a:moveTo>
                  <a:pt x="1667758" y="811543"/>
                </a:moveTo>
                <a:lnTo>
                  <a:pt x="1628476" y="853908"/>
                </a:lnTo>
                <a:moveTo>
                  <a:pt x="2101642" y="869817"/>
                </a:moveTo>
                <a:lnTo>
                  <a:pt x="2123665" y="841414"/>
                </a:lnTo>
                <a:moveTo>
                  <a:pt x="1511289" y="655396"/>
                </a:moveTo>
                <a:lnTo>
                  <a:pt x="1500710" y="694459"/>
                </a:lnTo>
                <a:moveTo>
                  <a:pt x="1500789" y="694376"/>
                </a:moveTo>
                <a:lnTo>
                  <a:pt x="1511289" y="655396"/>
                </a:lnTo>
                <a:moveTo>
                  <a:pt x="1771168" y="1124135"/>
                </a:moveTo>
                <a:lnTo>
                  <a:pt x="1736104" y="1140933"/>
                </a:lnTo>
                <a:moveTo>
                  <a:pt x="758921" y="698307"/>
                </a:moveTo>
                <a:lnTo>
                  <a:pt x="738596" y="733170"/>
                </a:lnTo>
                <a:moveTo>
                  <a:pt x="1809039" y="552936"/>
                </a:moveTo>
                <a:lnTo>
                  <a:pt x="1796349" y="464969"/>
                </a:lnTo>
                <a:moveTo>
                  <a:pt x="981843" y="736850"/>
                </a:moveTo>
                <a:lnTo>
                  <a:pt x="991403" y="827626"/>
                </a:lnTo>
                <a:moveTo>
                  <a:pt x="1192232" y="838491"/>
                </a:moveTo>
                <a:lnTo>
                  <a:pt x="1230952" y="847460"/>
                </a:lnTo>
                <a:moveTo>
                  <a:pt x="1288025" y="519314"/>
                </a:moveTo>
                <a:lnTo>
                  <a:pt x="1261597" y="508095"/>
                </a:lnTo>
                <a:moveTo>
                  <a:pt x="957065" y="858543"/>
                </a:moveTo>
                <a:lnTo>
                  <a:pt x="941031" y="832405"/>
                </a:lnTo>
                <a:moveTo>
                  <a:pt x="1288025" y="519314"/>
                </a:moveTo>
                <a:lnTo>
                  <a:pt x="1258685" y="510550"/>
                </a:lnTo>
                <a:moveTo>
                  <a:pt x="2110577" y="228566"/>
                </a:moveTo>
                <a:lnTo>
                  <a:pt x="2043920" y="303488"/>
                </a:lnTo>
                <a:moveTo>
                  <a:pt x="1932013" y="265477"/>
                </a:moveTo>
                <a:lnTo>
                  <a:pt x="1873213" y="287822"/>
                </a:lnTo>
                <a:moveTo>
                  <a:pt x="1549381" y="915130"/>
                </a:moveTo>
                <a:lnTo>
                  <a:pt x="1472205" y="943317"/>
                </a:lnTo>
                <a:moveTo>
                  <a:pt x="1052570" y="726447"/>
                </a:moveTo>
                <a:lnTo>
                  <a:pt x="981843" y="736850"/>
                </a:lnTo>
                <a:moveTo>
                  <a:pt x="1369698" y="435885"/>
                </a:moveTo>
                <a:lnTo>
                  <a:pt x="1355235" y="449067"/>
                </a:lnTo>
                <a:moveTo>
                  <a:pt x="1343999" y="788311"/>
                </a:moveTo>
                <a:lnTo>
                  <a:pt x="1250513" y="846013"/>
                </a:lnTo>
                <a:moveTo>
                  <a:pt x="1763829" y="719100"/>
                </a:moveTo>
                <a:lnTo>
                  <a:pt x="1777338" y="806803"/>
                </a:lnTo>
                <a:moveTo>
                  <a:pt x="1343999" y="788311"/>
                </a:moveTo>
                <a:lnTo>
                  <a:pt x="1399240" y="761177"/>
                </a:lnTo>
                <a:moveTo>
                  <a:pt x="2101642" y="869817"/>
                </a:moveTo>
                <a:lnTo>
                  <a:pt x="2119466" y="957725"/>
                </a:lnTo>
                <a:moveTo>
                  <a:pt x="1432805" y="1000346"/>
                </a:moveTo>
                <a:lnTo>
                  <a:pt x="1398160" y="1073087"/>
                </a:lnTo>
                <a:moveTo>
                  <a:pt x="775610" y="598424"/>
                </a:moveTo>
                <a:lnTo>
                  <a:pt x="758921" y="698307"/>
                </a:lnTo>
                <a:moveTo>
                  <a:pt x="1780605" y="800568"/>
                </a:moveTo>
                <a:lnTo>
                  <a:pt x="1763829" y="719100"/>
                </a:lnTo>
                <a:moveTo>
                  <a:pt x="1809480" y="1043485"/>
                </a:moveTo>
                <a:lnTo>
                  <a:pt x="1771168" y="1124135"/>
                </a:lnTo>
                <a:moveTo>
                  <a:pt x="1250513" y="846013"/>
                </a:moveTo>
                <a:lnTo>
                  <a:pt x="1192232" y="838491"/>
                </a:lnTo>
                <a:moveTo>
                  <a:pt x="1722484" y="550275"/>
                </a:moveTo>
                <a:lnTo>
                  <a:pt x="1690027" y="592669"/>
                </a:lnTo>
                <a:moveTo>
                  <a:pt x="2165053" y="753866"/>
                </a:moveTo>
                <a:lnTo>
                  <a:pt x="2164842" y="753821"/>
                </a:lnTo>
                <a:moveTo>
                  <a:pt x="1703715" y="1196494"/>
                </a:moveTo>
                <a:lnTo>
                  <a:pt x="1681276" y="1150544"/>
                </a:lnTo>
                <a:moveTo>
                  <a:pt x="527188" y="570590"/>
                </a:moveTo>
                <a:lnTo>
                  <a:pt x="528920" y="673089"/>
                </a:lnTo>
                <a:moveTo>
                  <a:pt x="1372973" y="446376"/>
                </a:moveTo>
                <a:lnTo>
                  <a:pt x="1369698" y="435885"/>
                </a:lnTo>
                <a:moveTo>
                  <a:pt x="1232648" y="542354"/>
                </a:moveTo>
                <a:lnTo>
                  <a:pt x="1196605" y="559026"/>
                </a:lnTo>
                <a:moveTo>
                  <a:pt x="1553859" y="922196"/>
                </a:moveTo>
                <a:lnTo>
                  <a:pt x="1472205" y="943317"/>
                </a:lnTo>
                <a:moveTo>
                  <a:pt x="1119530" y="647765"/>
                </a:moveTo>
                <a:lnTo>
                  <a:pt x="1052570" y="726447"/>
                </a:lnTo>
                <a:moveTo>
                  <a:pt x="1777338" y="806803"/>
                </a:moveTo>
                <a:lnTo>
                  <a:pt x="1684881" y="715581"/>
                </a:lnTo>
                <a:moveTo>
                  <a:pt x="1500710" y="694459"/>
                </a:moveTo>
                <a:lnTo>
                  <a:pt x="1406803" y="756435"/>
                </a:lnTo>
                <a:moveTo>
                  <a:pt x="642277" y="492649"/>
                </a:moveTo>
                <a:lnTo>
                  <a:pt x="598102" y="552445"/>
                </a:lnTo>
                <a:moveTo>
                  <a:pt x="1875637" y="738252"/>
                </a:moveTo>
                <a:lnTo>
                  <a:pt x="1782054" y="806869"/>
                </a:lnTo>
                <a:moveTo>
                  <a:pt x="1739605" y="1161824"/>
                </a:moveTo>
                <a:lnTo>
                  <a:pt x="1736104" y="1140933"/>
                </a:lnTo>
                <a:moveTo>
                  <a:pt x="1628476" y="853908"/>
                </a:moveTo>
                <a:lnTo>
                  <a:pt x="1563693" y="903010"/>
                </a:lnTo>
                <a:moveTo>
                  <a:pt x="981843" y="736850"/>
                </a:moveTo>
                <a:lnTo>
                  <a:pt x="941031" y="832405"/>
                </a:lnTo>
                <a:moveTo>
                  <a:pt x="594136" y="719716"/>
                </a:moveTo>
                <a:lnTo>
                  <a:pt x="528920" y="673089"/>
                </a:lnTo>
                <a:moveTo>
                  <a:pt x="2133561" y="190726"/>
                </a:moveTo>
                <a:lnTo>
                  <a:pt x="2043920" y="303488"/>
                </a:lnTo>
                <a:moveTo>
                  <a:pt x="1871741" y="737635"/>
                </a:moveTo>
                <a:lnTo>
                  <a:pt x="1780605" y="800568"/>
                </a:lnTo>
                <a:moveTo>
                  <a:pt x="1875637" y="738252"/>
                </a:moveTo>
                <a:lnTo>
                  <a:pt x="1780605" y="800568"/>
                </a:lnTo>
                <a:moveTo>
                  <a:pt x="2133561" y="190726"/>
                </a:moveTo>
                <a:lnTo>
                  <a:pt x="2043351" y="304079"/>
                </a:lnTo>
                <a:moveTo>
                  <a:pt x="775610" y="598424"/>
                </a:moveTo>
                <a:lnTo>
                  <a:pt x="676108" y="520902"/>
                </a:lnTo>
                <a:moveTo>
                  <a:pt x="1515668" y="323415"/>
                </a:moveTo>
                <a:lnTo>
                  <a:pt x="1483106" y="339930"/>
                </a:lnTo>
                <a:moveTo>
                  <a:pt x="815842" y="816899"/>
                </a:moveTo>
                <a:lnTo>
                  <a:pt x="758921" y="698307"/>
                </a:lnTo>
                <a:moveTo>
                  <a:pt x="1372973" y="446376"/>
                </a:moveTo>
                <a:lnTo>
                  <a:pt x="1355235" y="449067"/>
                </a:lnTo>
                <a:moveTo>
                  <a:pt x="846431" y="725890"/>
                </a:moveTo>
                <a:lnTo>
                  <a:pt x="758921" y="698307"/>
                </a:lnTo>
                <a:moveTo>
                  <a:pt x="1651157" y="656378"/>
                </a:moveTo>
                <a:lnTo>
                  <a:pt x="1567451" y="628902"/>
                </a:lnTo>
                <a:moveTo>
                  <a:pt x="962212" y="737851"/>
                </a:moveTo>
                <a:lnTo>
                  <a:pt x="941031" y="832405"/>
                </a:lnTo>
                <a:moveTo>
                  <a:pt x="1101460" y="872561"/>
                </a:moveTo>
                <a:lnTo>
                  <a:pt x="1041818" y="876898"/>
                </a:lnTo>
                <a:moveTo>
                  <a:pt x="1495103" y="356226"/>
                </a:moveTo>
                <a:lnTo>
                  <a:pt x="1369698" y="435885"/>
                </a:lnTo>
                <a:moveTo>
                  <a:pt x="598102" y="552445"/>
                </a:moveTo>
                <a:lnTo>
                  <a:pt x="598160" y="493298"/>
                </a:lnTo>
                <a:moveTo>
                  <a:pt x="1616867" y="1196392"/>
                </a:moveTo>
                <a:lnTo>
                  <a:pt x="1469187" y="1210987"/>
                </a:lnTo>
                <a:moveTo>
                  <a:pt x="941031" y="832405"/>
                </a:moveTo>
                <a:lnTo>
                  <a:pt x="827072" y="835626"/>
                </a:lnTo>
                <a:moveTo>
                  <a:pt x="679462" y="733080"/>
                </a:moveTo>
                <a:lnTo>
                  <a:pt x="655096" y="703903"/>
                </a:lnTo>
                <a:moveTo>
                  <a:pt x="815842" y="816899"/>
                </a:moveTo>
                <a:lnTo>
                  <a:pt x="738596" y="733170"/>
                </a:lnTo>
                <a:moveTo>
                  <a:pt x="1567451" y="628902"/>
                </a:moveTo>
                <a:lnTo>
                  <a:pt x="1500789" y="694376"/>
                </a:lnTo>
                <a:moveTo>
                  <a:pt x="1495103" y="356226"/>
                </a:moveTo>
                <a:lnTo>
                  <a:pt x="1483106" y="339930"/>
                </a:lnTo>
                <a:moveTo>
                  <a:pt x="1887828" y="393796"/>
                </a:moveTo>
                <a:lnTo>
                  <a:pt x="1886251" y="395583"/>
                </a:lnTo>
                <a:moveTo>
                  <a:pt x="957065" y="858543"/>
                </a:moveTo>
                <a:lnTo>
                  <a:pt x="827072" y="835626"/>
                </a:lnTo>
                <a:moveTo>
                  <a:pt x="1887953" y="394831"/>
                </a:moveTo>
                <a:lnTo>
                  <a:pt x="1887828" y="393796"/>
                </a:lnTo>
                <a:moveTo>
                  <a:pt x="2164842" y="753821"/>
                </a:moveTo>
                <a:lnTo>
                  <a:pt x="2101642" y="869817"/>
                </a:lnTo>
                <a:moveTo>
                  <a:pt x="2165053" y="753866"/>
                </a:moveTo>
                <a:lnTo>
                  <a:pt x="2101642" y="869817"/>
                </a:lnTo>
                <a:moveTo>
                  <a:pt x="1886897" y="389950"/>
                </a:moveTo>
                <a:lnTo>
                  <a:pt x="1887828" y="393796"/>
                </a:lnTo>
                <a:moveTo>
                  <a:pt x="1887953" y="394831"/>
                </a:moveTo>
                <a:lnTo>
                  <a:pt x="1886251" y="395583"/>
                </a:lnTo>
                <a:moveTo>
                  <a:pt x="1196605" y="559026"/>
                </a:moveTo>
                <a:lnTo>
                  <a:pt x="1127866" y="642584"/>
                </a:lnTo>
                <a:moveTo>
                  <a:pt x="1875637" y="738252"/>
                </a:moveTo>
                <a:lnTo>
                  <a:pt x="1887960" y="828068"/>
                </a:lnTo>
                <a:moveTo>
                  <a:pt x="1553859" y="922196"/>
                </a:moveTo>
                <a:lnTo>
                  <a:pt x="1432805" y="1000346"/>
                </a:lnTo>
                <a:moveTo>
                  <a:pt x="1887953" y="394831"/>
                </a:moveTo>
                <a:lnTo>
                  <a:pt x="1886897" y="389950"/>
                </a:lnTo>
                <a:moveTo>
                  <a:pt x="1809039" y="552936"/>
                </a:moveTo>
                <a:lnTo>
                  <a:pt x="1722484" y="550275"/>
                </a:lnTo>
                <a:moveTo>
                  <a:pt x="1876503" y="739287"/>
                </a:moveTo>
                <a:lnTo>
                  <a:pt x="1887960" y="828068"/>
                </a:lnTo>
                <a:moveTo>
                  <a:pt x="1755175" y="265561"/>
                </a:moveTo>
                <a:lnTo>
                  <a:pt x="1734545" y="203856"/>
                </a:lnTo>
                <a:moveTo>
                  <a:pt x="1771168" y="1124135"/>
                </a:moveTo>
                <a:lnTo>
                  <a:pt x="1739605" y="1161824"/>
                </a:lnTo>
                <a:moveTo>
                  <a:pt x="1601503" y="332342"/>
                </a:moveTo>
                <a:lnTo>
                  <a:pt x="1581604" y="264264"/>
                </a:lnTo>
                <a:moveTo>
                  <a:pt x="1924207" y="857724"/>
                </a:moveTo>
                <a:lnTo>
                  <a:pt x="1852817" y="934355"/>
                </a:lnTo>
                <a:moveTo>
                  <a:pt x="1669094" y="258774"/>
                </a:moveTo>
                <a:lnTo>
                  <a:pt x="1666982" y="259052"/>
                </a:lnTo>
                <a:moveTo>
                  <a:pt x="1887960" y="828068"/>
                </a:moveTo>
                <a:lnTo>
                  <a:pt x="1924207" y="857724"/>
                </a:lnTo>
                <a:moveTo>
                  <a:pt x="1924207" y="857724"/>
                </a:moveTo>
                <a:lnTo>
                  <a:pt x="1855072" y="935652"/>
                </a:lnTo>
                <a:moveTo>
                  <a:pt x="1667716" y="260185"/>
                </a:moveTo>
                <a:lnTo>
                  <a:pt x="1666982" y="259052"/>
                </a:lnTo>
                <a:moveTo>
                  <a:pt x="1763829" y="719100"/>
                </a:moveTo>
                <a:lnTo>
                  <a:pt x="1690027" y="592669"/>
                </a:lnTo>
                <a:moveTo>
                  <a:pt x="1703715" y="1196494"/>
                </a:moveTo>
                <a:lnTo>
                  <a:pt x="1736104" y="1140933"/>
                </a:lnTo>
                <a:moveTo>
                  <a:pt x="1192232" y="838491"/>
                </a:moveTo>
                <a:lnTo>
                  <a:pt x="1141688" y="859243"/>
                </a:lnTo>
                <a:moveTo>
                  <a:pt x="1669094" y="258774"/>
                </a:moveTo>
                <a:lnTo>
                  <a:pt x="1667716" y="260185"/>
                </a:lnTo>
                <a:moveTo>
                  <a:pt x="846431" y="725890"/>
                </a:moveTo>
                <a:lnTo>
                  <a:pt x="775610" y="598424"/>
                </a:lnTo>
                <a:moveTo>
                  <a:pt x="1873213" y="287822"/>
                </a:moveTo>
                <a:lnTo>
                  <a:pt x="1819506" y="220391"/>
                </a:lnTo>
                <a:moveTo>
                  <a:pt x="2043920" y="303488"/>
                </a:moveTo>
                <a:lnTo>
                  <a:pt x="2043351" y="304079"/>
                </a:lnTo>
                <a:moveTo>
                  <a:pt x="1041818" y="876898"/>
                </a:moveTo>
                <a:lnTo>
                  <a:pt x="957065" y="858543"/>
                </a:lnTo>
                <a:moveTo>
                  <a:pt x="1887828" y="393796"/>
                </a:moveTo>
                <a:lnTo>
                  <a:pt x="1873213" y="287822"/>
                </a:lnTo>
                <a:moveTo>
                  <a:pt x="1690027" y="592669"/>
                </a:moveTo>
                <a:lnTo>
                  <a:pt x="1651157" y="656378"/>
                </a:lnTo>
                <a:moveTo>
                  <a:pt x="1667758" y="811543"/>
                </a:moveTo>
                <a:lnTo>
                  <a:pt x="1563693" y="903010"/>
                </a:lnTo>
                <a:moveTo>
                  <a:pt x="981843" y="736850"/>
                </a:moveTo>
                <a:lnTo>
                  <a:pt x="962212" y="737851"/>
                </a:lnTo>
                <a:moveTo>
                  <a:pt x="1886897" y="389950"/>
                </a:moveTo>
                <a:lnTo>
                  <a:pt x="1873213" y="287822"/>
                </a:lnTo>
                <a:moveTo>
                  <a:pt x="1362787" y="778509"/>
                </a:moveTo>
                <a:lnTo>
                  <a:pt x="1343999" y="788311"/>
                </a:lnTo>
                <a:moveTo>
                  <a:pt x="1141688" y="859243"/>
                </a:moveTo>
                <a:lnTo>
                  <a:pt x="1041818" y="876898"/>
                </a:lnTo>
                <a:moveTo>
                  <a:pt x="1362787" y="778509"/>
                </a:moveTo>
                <a:lnTo>
                  <a:pt x="1347248" y="785883"/>
                </a:lnTo>
                <a:moveTo>
                  <a:pt x="1684881" y="715581"/>
                </a:moveTo>
                <a:lnTo>
                  <a:pt x="1667758" y="811543"/>
                </a:lnTo>
                <a:moveTo>
                  <a:pt x="1809480" y="1043485"/>
                </a:moveTo>
                <a:lnTo>
                  <a:pt x="1835658" y="1073551"/>
                </a:lnTo>
                <a:moveTo>
                  <a:pt x="567847" y="706661"/>
                </a:moveTo>
                <a:lnTo>
                  <a:pt x="528920" y="673089"/>
                </a:lnTo>
                <a:moveTo>
                  <a:pt x="1515668" y="323415"/>
                </a:moveTo>
                <a:lnTo>
                  <a:pt x="1495103" y="356226"/>
                </a:lnTo>
                <a:moveTo>
                  <a:pt x="981843" y="736850"/>
                </a:moveTo>
                <a:lnTo>
                  <a:pt x="971468" y="733101"/>
                </a:lnTo>
                <a:moveTo>
                  <a:pt x="1690027" y="592669"/>
                </a:moveTo>
                <a:lnTo>
                  <a:pt x="1684881" y="715581"/>
                </a:lnTo>
                <a:moveTo>
                  <a:pt x="758014" y="564052"/>
                </a:moveTo>
                <a:lnTo>
                  <a:pt x="676108" y="520902"/>
                </a:lnTo>
                <a:moveTo>
                  <a:pt x="1119530" y="647765"/>
                </a:moveTo>
                <a:lnTo>
                  <a:pt x="981843" y="736850"/>
                </a:lnTo>
                <a:moveTo>
                  <a:pt x="1886251" y="395583"/>
                </a:moveTo>
                <a:lnTo>
                  <a:pt x="1827026" y="508986"/>
                </a:lnTo>
                <a:moveTo>
                  <a:pt x="1809039" y="552936"/>
                </a:moveTo>
                <a:lnTo>
                  <a:pt x="1690027" y="592669"/>
                </a:lnTo>
                <a:moveTo>
                  <a:pt x="1500710" y="694459"/>
                </a:moveTo>
                <a:lnTo>
                  <a:pt x="1362787" y="778509"/>
                </a:lnTo>
                <a:moveTo>
                  <a:pt x="1444781" y="425677"/>
                </a:moveTo>
                <a:lnTo>
                  <a:pt x="1369698" y="435885"/>
                </a:lnTo>
                <a:moveTo>
                  <a:pt x="1887953" y="394831"/>
                </a:moveTo>
                <a:lnTo>
                  <a:pt x="1827026" y="508986"/>
                </a:lnTo>
                <a:moveTo>
                  <a:pt x="1141688" y="859243"/>
                </a:moveTo>
                <a:lnTo>
                  <a:pt x="1052216" y="870954"/>
                </a:lnTo>
                <a:moveTo>
                  <a:pt x="962212" y="737851"/>
                </a:moveTo>
                <a:lnTo>
                  <a:pt x="846431" y="725890"/>
                </a:lnTo>
                <a:moveTo>
                  <a:pt x="1478690" y="1035251"/>
                </a:moveTo>
                <a:lnTo>
                  <a:pt x="1432805" y="1000346"/>
                </a:lnTo>
                <a:moveTo>
                  <a:pt x="758014" y="564052"/>
                </a:moveTo>
                <a:lnTo>
                  <a:pt x="775610" y="598424"/>
                </a:lnTo>
                <a:moveTo>
                  <a:pt x="962212" y="737851"/>
                </a:moveTo>
                <a:lnTo>
                  <a:pt x="827072" y="835626"/>
                </a:lnTo>
                <a:moveTo>
                  <a:pt x="846431" y="725890"/>
                </a:moveTo>
                <a:lnTo>
                  <a:pt x="815842" y="816899"/>
                </a:lnTo>
                <a:moveTo>
                  <a:pt x="1563693" y="903010"/>
                </a:moveTo>
                <a:lnTo>
                  <a:pt x="1549381" y="915130"/>
                </a:lnTo>
                <a:moveTo>
                  <a:pt x="1355235" y="449067"/>
                </a:moveTo>
                <a:lnTo>
                  <a:pt x="1288025" y="519314"/>
                </a:lnTo>
                <a:moveTo>
                  <a:pt x="971468" y="733101"/>
                </a:moveTo>
                <a:lnTo>
                  <a:pt x="962212" y="737851"/>
                </a:lnTo>
                <a:moveTo>
                  <a:pt x="815842" y="816899"/>
                </a:moveTo>
                <a:lnTo>
                  <a:pt x="827072" y="835626"/>
                </a:lnTo>
                <a:moveTo>
                  <a:pt x="1781862" y="618751"/>
                </a:moveTo>
                <a:lnTo>
                  <a:pt x="1690027" y="592669"/>
                </a:lnTo>
                <a:moveTo>
                  <a:pt x="846431" y="725890"/>
                </a:moveTo>
                <a:lnTo>
                  <a:pt x="827072" y="835626"/>
                </a:lnTo>
                <a:moveTo>
                  <a:pt x="1553859" y="922196"/>
                </a:moveTo>
                <a:lnTo>
                  <a:pt x="1549381" y="915130"/>
                </a:lnTo>
                <a:moveTo>
                  <a:pt x="1703715" y="1196494"/>
                </a:moveTo>
                <a:lnTo>
                  <a:pt x="1616867" y="1196392"/>
                </a:lnTo>
                <a:moveTo>
                  <a:pt x="1835658" y="1073551"/>
                </a:moveTo>
                <a:lnTo>
                  <a:pt x="1771168" y="1124135"/>
                </a:lnTo>
                <a:moveTo>
                  <a:pt x="1489802" y="1031447"/>
                </a:moveTo>
                <a:lnTo>
                  <a:pt x="1432805" y="1000346"/>
                </a:lnTo>
                <a:moveTo>
                  <a:pt x="676108" y="520902"/>
                </a:moveTo>
                <a:lnTo>
                  <a:pt x="642277" y="492649"/>
                </a:lnTo>
                <a:moveTo>
                  <a:pt x="1763829" y="719100"/>
                </a:moveTo>
                <a:lnTo>
                  <a:pt x="1684881" y="715581"/>
                </a:lnTo>
                <a:moveTo>
                  <a:pt x="1347248" y="785883"/>
                </a:moveTo>
                <a:lnTo>
                  <a:pt x="1343999" y="788311"/>
                </a:lnTo>
                <a:moveTo>
                  <a:pt x="1478690" y="1035251"/>
                </a:moveTo>
                <a:lnTo>
                  <a:pt x="1398160" y="1073087"/>
                </a:lnTo>
                <a:moveTo>
                  <a:pt x="1871741" y="737635"/>
                </a:moveTo>
                <a:lnTo>
                  <a:pt x="1763829" y="719100"/>
                </a:lnTo>
                <a:moveTo>
                  <a:pt x="738596" y="733170"/>
                </a:moveTo>
                <a:lnTo>
                  <a:pt x="679462" y="733080"/>
                </a:lnTo>
                <a:moveTo>
                  <a:pt x="1343999" y="788311"/>
                </a:moveTo>
                <a:lnTo>
                  <a:pt x="1192232" y="838491"/>
                </a:lnTo>
                <a:moveTo>
                  <a:pt x="567847" y="706661"/>
                </a:moveTo>
                <a:lnTo>
                  <a:pt x="527188" y="570590"/>
                </a:lnTo>
                <a:moveTo>
                  <a:pt x="1684881" y="715581"/>
                </a:moveTo>
                <a:lnTo>
                  <a:pt x="1651157" y="656378"/>
                </a:lnTo>
                <a:moveTo>
                  <a:pt x="1288025" y="519314"/>
                </a:moveTo>
                <a:lnTo>
                  <a:pt x="1232648" y="542354"/>
                </a:lnTo>
                <a:moveTo>
                  <a:pt x="2133561" y="190726"/>
                </a:moveTo>
                <a:lnTo>
                  <a:pt x="2109882" y="225247"/>
                </a:lnTo>
                <a:moveTo>
                  <a:pt x="1563693" y="903010"/>
                </a:moveTo>
                <a:lnTo>
                  <a:pt x="1553859" y="922196"/>
                </a:lnTo>
                <a:moveTo>
                  <a:pt x="1127866" y="642584"/>
                </a:moveTo>
                <a:lnTo>
                  <a:pt x="1119530" y="647765"/>
                </a:lnTo>
                <a:moveTo>
                  <a:pt x="1343999" y="788311"/>
                </a:moveTo>
                <a:lnTo>
                  <a:pt x="1337744" y="787199"/>
                </a:lnTo>
                <a:moveTo>
                  <a:pt x="1781862" y="618751"/>
                </a:moveTo>
                <a:lnTo>
                  <a:pt x="1763829" y="719100"/>
                </a:lnTo>
                <a:moveTo>
                  <a:pt x="1500710" y="694459"/>
                </a:moveTo>
                <a:lnTo>
                  <a:pt x="1347248" y="785883"/>
                </a:lnTo>
                <a:moveTo>
                  <a:pt x="1347248" y="785883"/>
                </a:moveTo>
                <a:lnTo>
                  <a:pt x="1337744" y="787199"/>
                </a:lnTo>
                <a:moveTo>
                  <a:pt x="1881661" y="982295"/>
                </a:moveTo>
                <a:lnTo>
                  <a:pt x="1851784" y="937142"/>
                </a:lnTo>
                <a:moveTo>
                  <a:pt x="1444781" y="425677"/>
                </a:moveTo>
                <a:lnTo>
                  <a:pt x="1372973" y="446376"/>
                </a:lnTo>
                <a:moveTo>
                  <a:pt x="1337744" y="787199"/>
                </a:moveTo>
                <a:lnTo>
                  <a:pt x="1192232" y="838491"/>
                </a:lnTo>
                <a:moveTo>
                  <a:pt x="1881661" y="982295"/>
                </a:moveTo>
                <a:lnTo>
                  <a:pt x="1855072" y="935652"/>
                </a:lnTo>
                <a:moveTo>
                  <a:pt x="594136" y="719716"/>
                </a:moveTo>
                <a:lnTo>
                  <a:pt x="567847" y="706661"/>
                </a:lnTo>
                <a:moveTo>
                  <a:pt x="1500789" y="694376"/>
                </a:moveTo>
                <a:lnTo>
                  <a:pt x="1500710" y="694459"/>
                </a:lnTo>
                <a:moveTo>
                  <a:pt x="1588115" y="690318"/>
                </a:moveTo>
                <a:lnTo>
                  <a:pt x="1567451" y="628902"/>
                </a:lnTo>
                <a:moveTo>
                  <a:pt x="1827026" y="508986"/>
                </a:moveTo>
                <a:lnTo>
                  <a:pt x="1809039" y="552936"/>
                </a:lnTo>
                <a:moveTo>
                  <a:pt x="1819506" y="220391"/>
                </a:moveTo>
                <a:lnTo>
                  <a:pt x="1755175" y="265561"/>
                </a:lnTo>
                <a:moveTo>
                  <a:pt x="1116250" y="654068"/>
                </a:moveTo>
                <a:lnTo>
                  <a:pt x="1119530" y="647765"/>
                </a:lnTo>
                <a:moveTo>
                  <a:pt x="1875637" y="738252"/>
                </a:moveTo>
                <a:lnTo>
                  <a:pt x="1871741" y="737635"/>
                </a:lnTo>
                <a:moveTo>
                  <a:pt x="1881661" y="982295"/>
                </a:moveTo>
                <a:lnTo>
                  <a:pt x="1809480" y="1043485"/>
                </a:lnTo>
                <a:moveTo>
                  <a:pt x="598160" y="493298"/>
                </a:moveTo>
                <a:lnTo>
                  <a:pt x="527188" y="570590"/>
                </a:lnTo>
                <a:moveTo>
                  <a:pt x="1616867" y="1196392"/>
                </a:moveTo>
                <a:lnTo>
                  <a:pt x="1559002" y="1185246"/>
                </a:lnTo>
                <a:moveTo>
                  <a:pt x="1469187" y="1210987"/>
                </a:moveTo>
                <a:lnTo>
                  <a:pt x="1454357" y="1144908"/>
                </a:lnTo>
                <a:moveTo>
                  <a:pt x="1874955" y="735335"/>
                </a:moveTo>
                <a:lnTo>
                  <a:pt x="1871741" y="737635"/>
                </a:lnTo>
                <a:moveTo>
                  <a:pt x="1874955" y="735335"/>
                </a:moveTo>
                <a:lnTo>
                  <a:pt x="1875637" y="738252"/>
                </a:lnTo>
                <a:moveTo>
                  <a:pt x="1876503" y="739287"/>
                </a:moveTo>
                <a:lnTo>
                  <a:pt x="1875637" y="738252"/>
                </a:lnTo>
                <a:moveTo>
                  <a:pt x="1739605" y="1161824"/>
                </a:moveTo>
                <a:lnTo>
                  <a:pt x="1703715" y="1196494"/>
                </a:lnTo>
                <a:moveTo>
                  <a:pt x="830546" y="633035"/>
                </a:moveTo>
                <a:lnTo>
                  <a:pt x="775610" y="598424"/>
                </a:lnTo>
                <a:moveTo>
                  <a:pt x="1871998" y="1002469"/>
                </a:moveTo>
                <a:lnTo>
                  <a:pt x="1809480" y="1043485"/>
                </a:lnTo>
                <a:moveTo>
                  <a:pt x="1876503" y="739287"/>
                </a:moveTo>
                <a:lnTo>
                  <a:pt x="1874955" y="735335"/>
                </a:lnTo>
                <a:moveTo>
                  <a:pt x="1601503" y="332342"/>
                </a:moveTo>
                <a:lnTo>
                  <a:pt x="1666982" y="259052"/>
                </a:lnTo>
                <a:moveTo>
                  <a:pt x="1127866" y="642584"/>
                </a:moveTo>
                <a:lnTo>
                  <a:pt x="1116250" y="654068"/>
                </a:lnTo>
                <a:moveTo>
                  <a:pt x="1887953" y="394831"/>
                </a:moveTo>
                <a:lnTo>
                  <a:pt x="1849112" y="525994"/>
                </a:lnTo>
                <a:moveTo>
                  <a:pt x="1216878" y="623844"/>
                </a:moveTo>
                <a:lnTo>
                  <a:pt x="1196605" y="559026"/>
                </a:lnTo>
                <a:moveTo>
                  <a:pt x="1755175" y="265561"/>
                </a:moveTo>
                <a:lnTo>
                  <a:pt x="1669094" y="258774"/>
                </a:lnTo>
                <a:moveTo>
                  <a:pt x="1809039" y="552936"/>
                </a:moveTo>
                <a:lnTo>
                  <a:pt x="1781862" y="618751"/>
                </a:lnTo>
                <a:moveTo>
                  <a:pt x="1601503" y="332342"/>
                </a:moveTo>
                <a:lnTo>
                  <a:pt x="1515668" y="323415"/>
                </a:lnTo>
                <a:moveTo>
                  <a:pt x="1755175" y="265561"/>
                </a:moveTo>
                <a:lnTo>
                  <a:pt x="1667716" y="260185"/>
                </a:lnTo>
                <a:moveTo>
                  <a:pt x="1667716" y="260185"/>
                </a:moveTo>
                <a:lnTo>
                  <a:pt x="1601503" y="332342"/>
                </a:lnTo>
                <a:moveTo>
                  <a:pt x="1141688" y="859243"/>
                </a:moveTo>
                <a:lnTo>
                  <a:pt x="1080381" y="778821"/>
                </a:lnTo>
                <a:moveTo>
                  <a:pt x="1876503" y="739287"/>
                </a:moveTo>
                <a:lnTo>
                  <a:pt x="1924207" y="857724"/>
                </a:lnTo>
                <a:moveTo>
                  <a:pt x="679462" y="733080"/>
                </a:moveTo>
                <a:lnTo>
                  <a:pt x="594136" y="719716"/>
                </a:lnTo>
                <a:moveTo>
                  <a:pt x="1495103" y="356226"/>
                </a:moveTo>
                <a:lnTo>
                  <a:pt x="1444781" y="425677"/>
                </a:lnTo>
                <a:moveTo>
                  <a:pt x="1162330" y="790119"/>
                </a:moveTo>
                <a:lnTo>
                  <a:pt x="1141688" y="859243"/>
                </a:lnTo>
                <a:moveTo>
                  <a:pt x="1819506" y="220391"/>
                </a:moveTo>
                <a:lnTo>
                  <a:pt x="1794947" y="303418"/>
                </a:lnTo>
                <a:moveTo>
                  <a:pt x="1248755" y="571944"/>
                </a:moveTo>
                <a:lnTo>
                  <a:pt x="1232648" y="542354"/>
                </a:lnTo>
                <a:moveTo>
                  <a:pt x="1409395" y="480059"/>
                </a:moveTo>
                <a:lnTo>
                  <a:pt x="1372973" y="446376"/>
                </a:lnTo>
                <a:moveTo>
                  <a:pt x="1052216" y="870954"/>
                </a:moveTo>
                <a:lnTo>
                  <a:pt x="1041818" y="876898"/>
                </a:lnTo>
                <a:moveTo>
                  <a:pt x="815842" y="816899"/>
                </a:moveTo>
                <a:lnTo>
                  <a:pt x="679462" y="733080"/>
                </a:lnTo>
                <a:moveTo>
                  <a:pt x="1559002" y="1185246"/>
                </a:moveTo>
                <a:lnTo>
                  <a:pt x="1469187" y="1210987"/>
                </a:lnTo>
                <a:moveTo>
                  <a:pt x="1667758" y="811543"/>
                </a:moveTo>
                <a:lnTo>
                  <a:pt x="1633713" y="842471"/>
                </a:lnTo>
                <a:moveTo>
                  <a:pt x="675544" y="727239"/>
                </a:moveTo>
                <a:lnTo>
                  <a:pt x="594136" y="719716"/>
                </a:lnTo>
                <a:moveTo>
                  <a:pt x="1601503" y="332342"/>
                </a:moveTo>
                <a:lnTo>
                  <a:pt x="1495103" y="356226"/>
                </a:lnTo>
                <a:moveTo>
                  <a:pt x="2109882" y="225247"/>
                </a:moveTo>
                <a:lnTo>
                  <a:pt x="2043351" y="304079"/>
                </a:lnTo>
                <a:moveTo>
                  <a:pt x="1886897" y="389950"/>
                </a:moveTo>
                <a:lnTo>
                  <a:pt x="1794947" y="303418"/>
                </a:lnTo>
                <a:moveTo>
                  <a:pt x="1057670" y="738836"/>
                </a:moveTo>
                <a:lnTo>
                  <a:pt x="981843" y="736850"/>
                </a:lnTo>
                <a:moveTo>
                  <a:pt x="962212" y="737851"/>
                </a:moveTo>
                <a:lnTo>
                  <a:pt x="835730" y="643690"/>
                </a:lnTo>
                <a:moveTo>
                  <a:pt x="1855072" y="935652"/>
                </a:moveTo>
                <a:lnTo>
                  <a:pt x="1865315" y="880037"/>
                </a:lnTo>
                <a:moveTo>
                  <a:pt x="846431" y="725890"/>
                </a:moveTo>
                <a:lnTo>
                  <a:pt x="830546" y="633035"/>
                </a:lnTo>
                <a:moveTo>
                  <a:pt x="835730" y="643690"/>
                </a:moveTo>
                <a:lnTo>
                  <a:pt x="846431" y="725890"/>
                </a:lnTo>
                <a:moveTo>
                  <a:pt x="1553859" y="922196"/>
                </a:moveTo>
                <a:lnTo>
                  <a:pt x="1489802" y="1031447"/>
                </a:lnTo>
                <a:moveTo>
                  <a:pt x="1041818" y="876898"/>
                </a:moveTo>
                <a:lnTo>
                  <a:pt x="1027999" y="872875"/>
                </a:lnTo>
                <a:moveTo>
                  <a:pt x="1373915" y="527765"/>
                </a:moveTo>
                <a:lnTo>
                  <a:pt x="1355235" y="449067"/>
                </a:lnTo>
                <a:moveTo>
                  <a:pt x="971468" y="733101"/>
                </a:moveTo>
                <a:lnTo>
                  <a:pt x="835730" y="643690"/>
                </a:lnTo>
                <a:moveTo>
                  <a:pt x="1827026" y="508986"/>
                </a:moveTo>
                <a:lnTo>
                  <a:pt x="1849112" y="525994"/>
                </a:lnTo>
                <a:moveTo>
                  <a:pt x="1553901" y="1168315"/>
                </a:moveTo>
                <a:lnTo>
                  <a:pt x="1469187" y="1210987"/>
                </a:lnTo>
                <a:moveTo>
                  <a:pt x="1216878" y="623844"/>
                </a:moveTo>
                <a:lnTo>
                  <a:pt x="1232648" y="542354"/>
                </a:lnTo>
                <a:moveTo>
                  <a:pt x="1739605" y="1161824"/>
                </a:moveTo>
                <a:lnTo>
                  <a:pt x="1746876" y="1187399"/>
                </a:lnTo>
                <a:moveTo>
                  <a:pt x="1849112" y="525994"/>
                </a:moveTo>
                <a:lnTo>
                  <a:pt x="1809039" y="552936"/>
                </a:lnTo>
                <a:moveTo>
                  <a:pt x="1886897" y="389950"/>
                </a:moveTo>
                <a:lnTo>
                  <a:pt x="1832127" y="351854"/>
                </a:lnTo>
                <a:moveTo>
                  <a:pt x="1826467" y="1095540"/>
                </a:moveTo>
                <a:lnTo>
                  <a:pt x="1771168" y="1124135"/>
                </a:lnTo>
                <a:moveTo>
                  <a:pt x="1873213" y="287822"/>
                </a:moveTo>
                <a:lnTo>
                  <a:pt x="1794947" y="303418"/>
                </a:lnTo>
                <a:moveTo>
                  <a:pt x="1052216" y="870954"/>
                </a:moveTo>
                <a:lnTo>
                  <a:pt x="1027999" y="872875"/>
                </a:lnTo>
                <a:moveTo>
                  <a:pt x="1057670" y="738836"/>
                </a:moveTo>
                <a:lnTo>
                  <a:pt x="971468" y="733101"/>
                </a:lnTo>
                <a:moveTo>
                  <a:pt x="1057670" y="738836"/>
                </a:moveTo>
                <a:lnTo>
                  <a:pt x="1119530" y="647765"/>
                </a:lnTo>
                <a:moveTo>
                  <a:pt x="878383" y="866843"/>
                </a:moveTo>
                <a:lnTo>
                  <a:pt x="815842" y="816899"/>
                </a:lnTo>
                <a:moveTo>
                  <a:pt x="815842" y="816899"/>
                </a:moveTo>
                <a:lnTo>
                  <a:pt x="789419" y="745673"/>
                </a:lnTo>
                <a:moveTo>
                  <a:pt x="1887953" y="394831"/>
                </a:moveTo>
                <a:lnTo>
                  <a:pt x="1865386" y="429738"/>
                </a:lnTo>
                <a:moveTo>
                  <a:pt x="1886897" y="389950"/>
                </a:moveTo>
                <a:lnTo>
                  <a:pt x="1865386" y="429738"/>
                </a:lnTo>
                <a:moveTo>
                  <a:pt x="559508" y="615463"/>
                </a:moveTo>
                <a:lnTo>
                  <a:pt x="527188" y="570590"/>
                </a:lnTo>
                <a:moveTo>
                  <a:pt x="1719096" y="300305"/>
                </a:moveTo>
                <a:lnTo>
                  <a:pt x="1667716" y="260185"/>
                </a:lnTo>
                <a:moveTo>
                  <a:pt x="1566441" y="389420"/>
                </a:moveTo>
                <a:lnTo>
                  <a:pt x="1495103" y="356226"/>
                </a:lnTo>
                <a:moveTo>
                  <a:pt x="1849112" y="525994"/>
                </a:moveTo>
                <a:lnTo>
                  <a:pt x="1781862" y="618751"/>
                </a:lnTo>
                <a:moveTo>
                  <a:pt x="1252138" y="795639"/>
                </a:moveTo>
                <a:lnTo>
                  <a:pt x="1192232" y="838491"/>
                </a:lnTo>
                <a:moveTo>
                  <a:pt x="878383" y="866843"/>
                </a:moveTo>
                <a:lnTo>
                  <a:pt x="827072" y="835626"/>
                </a:lnTo>
                <a:moveTo>
                  <a:pt x="1373915" y="527765"/>
                </a:moveTo>
                <a:lnTo>
                  <a:pt x="1372973" y="446376"/>
                </a:lnTo>
                <a:moveTo>
                  <a:pt x="830546" y="633035"/>
                </a:moveTo>
                <a:lnTo>
                  <a:pt x="758014" y="564052"/>
                </a:lnTo>
                <a:moveTo>
                  <a:pt x="1337744" y="787199"/>
                </a:moveTo>
                <a:lnTo>
                  <a:pt x="1252138" y="795639"/>
                </a:lnTo>
                <a:moveTo>
                  <a:pt x="1633713" y="842471"/>
                </a:moveTo>
                <a:lnTo>
                  <a:pt x="1563693" y="903010"/>
                </a:lnTo>
                <a:moveTo>
                  <a:pt x="1651157" y="656378"/>
                </a:moveTo>
                <a:lnTo>
                  <a:pt x="1588115" y="690318"/>
                </a:lnTo>
                <a:moveTo>
                  <a:pt x="1857764" y="650361"/>
                </a:moveTo>
                <a:lnTo>
                  <a:pt x="1763829" y="719100"/>
                </a:lnTo>
                <a:moveTo>
                  <a:pt x="1633713" y="842471"/>
                </a:moveTo>
                <a:lnTo>
                  <a:pt x="1553859" y="922196"/>
                </a:lnTo>
                <a:moveTo>
                  <a:pt x="1684881" y="715581"/>
                </a:moveTo>
                <a:lnTo>
                  <a:pt x="1633713" y="842471"/>
                </a:lnTo>
                <a:moveTo>
                  <a:pt x="642277" y="492649"/>
                </a:moveTo>
                <a:lnTo>
                  <a:pt x="598160" y="493298"/>
                </a:lnTo>
                <a:moveTo>
                  <a:pt x="1192232" y="838491"/>
                </a:moveTo>
                <a:lnTo>
                  <a:pt x="1162330" y="790119"/>
                </a:lnTo>
                <a:moveTo>
                  <a:pt x="704146" y="529129"/>
                </a:moveTo>
                <a:lnTo>
                  <a:pt x="676108" y="520902"/>
                </a:lnTo>
                <a:moveTo>
                  <a:pt x="1489802" y="1031447"/>
                </a:moveTo>
                <a:lnTo>
                  <a:pt x="1478690" y="1035251"/>
                </a:lnTo>
                <a:moveTo>
                  <a:pt x="1116250" y="654068"/>
                </a:moveTo>
                <a:lnTo>
                  <a:pt x="1057670" y="738836"/>
                </a:lnTo>
                <a:moveTo>
                  <a:pt x="1485257" y="1040093"/>
                </a:moveTo>
                <a:lnTo>
                  <a:pt x="1478690" y="1035251"/>
                </a:lnTo>
                <a:moveTo>
                  <a:pt x="1588115" y="690318"/>
                </a:moveTo>
                <a:lnTo>
                  <a:pt x="1500789" y="694376"/>
                </a:lnTo>
                <a:moveTo>
                  <a:pt x="1288025" y="519314"/>
                </a:moveTo>
                <a:lnTo>
                  <a:pt x="1248755" y="571944"/>
                </a:lnTo>
                <a:moveTo>
                  <a:pt x="675544" y="727239"/>
                </a:moveTo>
                <a:lnTo>
                  <a:pt x="567847" y="706661"/>
                </a:lnTo>
                <a:moveTo>
                  <a:pt x="1485257" y="1040093"/>
                </a:moveTo>
                <a:lnTo>
                  <a:pt x="1454357" y="1144908"/>
                </a:lnTo>
                <a:moveTo>
                  <a:pt x="1216878" y="623844"/>
                </a:moveTo>
                <a:lnTo>
                  <a:pt x="1127866" y="642584"/>
                </a:lnTo>
                <a:moveTo>
                  <a:pt x="1703715" y="1196494"/>
                </a:moveTo>
                <a:lnTo>
                  <a:pt x="1559002" y="1185246"/>
                </a:lnTo>
                <a:moveTo>
                  <a:pt x="1826467" y="1095540"/>
                </a:moveTo>
                <a:lnTo>
                  <a:pt x="1739605" y="1161824"/>
                </a:lnTo>
                <a:moveTo>
                  <a:pt x="1116250" y="654068"/>
                </a:moveTo>
                <a:lnTo>
                  <a:pt x="1080381" y="778821"/>
                </a:lnTo>
                <a:moveTo>
                  <a:pt x="1435807" y="714689"/>
                </a:moveTo>
                <a:lnTo>
                  <a:pt x="1347248" y="785883"/>
                </a:lnTo>
                <a:moveTo>
                  <a:pt x="1528710" y="451208"/>
                </a:moveTo>
                <a:lnTo>
                  <a:pt x="1495103" y="356226"/>
                </a:lnTo>
                <a:moveTo>
                  <a:pt x="1489802" y="1031447"/>
                </a:moveTo>
                <a:lnTo>
                  <a:pt x="1485257" y="1040093"/>
                </a:lnTo>
                <a:moveTo>
                  <a:pt x="1857764" y="650361"/>
                </a:moveTo>
                <a:lnTo>
                  <a:pt x="1871741" y="737635"/>
                </a:lnTo>
                <a:moveTo>
                  <a:pt x="1651157" y="656378"/>
                </a:moveTo>
                <a:lnTo>
                  <a:pt x="1631566" y="739828"/>
                </a:lnTo>
                <a:moveTo>
                  <a:pt x="1080381" y="778821"/>
                </a:moveTo>
                <a:lnTo>
                  <a:pt x="1052216" y="870954"/>
                </a:lnTo>
                <a:moveTo>
                  <a:pt x="1162330" y="790119"/>
                </a:moveTo>
                <a:lnTo>
                  <a:pt x="1116250" y="654068"/>
                </a:lnTo>
                <a:moveTo>
                  <a:pt x="1688273" y="333129"/>
                </a:moveTo>
                <a:lnTo>
                  <a:pt x="1667716" y="260185"/>
                </a:lnTo>
                <a:moveTo>
                  <a:pt x="1746876" y="1187399"/>
                </a:moveTo>
                <a:lnTo>
                  <a:pt x="1703715" y="1196494"/>
                </a:lnTo>
                <a:moveTo>
                  <a:pt x="1500710" y="694459"/>
                </a:moveTo>
                <a:lnTo>
                  <a:pt x="1435807" y="714689"/>
                </a:lnTo>
                <a:moveTo>
                  <a:pt x="1874955" y="735335"/>
                </a:moveTo>
                <a:lnTo>
                  <a:pt x="1857764" y="650361"/>
                </a:lnTo>
                <a:moveTo>
                  <a:pt x="971468" y="733101"/>
                </a:moveTo>
                <a:lnTo>
                  <a:pt x="915405" y="706266"/>
                </a:lnTo>
                <a:moveTo>
                  <a:pt x="1444781" y="425677"/>
                </a:moveTo>
                <a:lnTo>
                  <a:pt x="1409395" y="480059"/>
                </a:lnTo>
                <a:moveTo>
                  <a:pt x="1216878" y="623844"/>
                </a:moveTo>
                <a:lnTo>
                  <a:pt x="1116250" y="654068"/>
                </a:lnTo>
                <a:moveTo>
                  <a:pt x="1857764" y="650361"/>
                </a:moveTo>
                <a:lnTo>
                  <a:pt x="1781862" y="618751"/>
                </a:lnTo>
                <a:moveTo>
                  <a:pt x="679462" y="733080"/>
                </a:moveTo>
                <a:lnTo>
                  <a:pt x="675544" y="727239"/>
                </a:lnTo>
                <a:moveTo>
                  <a:pt x="1871998" y="1002469"/>
                </a:moveTo>
                <a:lnTo>
                  <a:pt x="1835658" y="1073551"/>
                </a:lnTo>
                <a:moveTo>
                  <a:pt x="1440771" y="701982"/>
                </a:moveTo>
                <a:lnTo>
                  <a:pt x="1500710" y="694459"/>
                </a:lnTo>
                <a:moveTo>
                  <a:pt x="1500789" y="694376"/>
                </a:moveTo>
                <a:lnTo>
                  <a:pt x="1440771" y="701982"/>
                </a:lnTo>
                <a:moveTo>
                  <a:pt x="1684881" y="715581"/>
                </a:moveTo>
                <a:lnTo>
                  <a:pt x="1631566" y="739828"/>
                </a:lnTo>
                <a:moveTo>
                  <a:pt x="1052216" y="870954"/>
                </a:moveTo>
                <a:lnTo>
                  <a:pt x="1033124" y="777005"/>
                </a:lnTo>
                <a:moveTo>
                  <a:pt x="1347248" y="785883"/>
                </a:moveTo>
                <a:lnTo>
                  <a:pt x="1289529" y="747593"/>
                </a:lnTo>
                <a:moveTo>
                  <a:pt x="835730" y="643690"/>
                </a:moveTo>
                <a:lnTo>
                  <a:pt x="830546" y="633035"/>
                </a:lnTo>
                <a:moveTo>
                  <a:pt x="1796614" y="1143908"/>
                </a:moveTo>
                <a:lnTo>
                  <a:pt x="1739605" y="1161824"/>
                </a:lnTo>
                <a:moveTo>
                  <a:pt x="1027999" y="872875"/>
                </a:moveTo>
                <a:lnTo>
                  <a:pt x="937811" y="874020"/>
                </a:lnTo>
                <a:moveTo>
                  <a:pt x="702170" y="733156"/>
                </a:moveTo>
                <a:lnTo>
                  <a:pt x="679462" y="733080"/>
                </a:lnTo>
                <a:moveTo>
                  <a:pt x="1642284" y="855369"/>
                </a:moveTo>
                <a:lnTo>
                  <a:pt x="1553859" y="922196"/>
                </a:lnTo>
                <a:moveTo>
                  <a:pt x="1289529" y="747593"/>
                </a:moveTo>
                <a:lnTo>
                  <a:pt x="1337744" y="787199"/>
                </a:lnTo>
                <a:moveTo>
                  <a:pt x="1794947" y="303418"/>
                </a:moveTo>
                <a:lnTo>
                  <a:pt x="1755175" y="265561"/>
                </a:lnTo>
                <a:moveTo>
                  <a:pt x="642264" y="398562"/>
                </a:moveTo>
                <a:lnTo>
                  <a:pt x="642277" y="492649"/>
                </a:lnTo>
                <a:moveTo>
                  <a:pt x="1553901" y="1168315"/>
                </a:moveTo>
                <a:lnTo>
                  <a:pt x="1454357" y="1144908"/>
                </a:lnTo>
                <a:moveTo>
                  <a:pt x="1601503" y="332342"/>
                </a:moveTo>
                <a:lnTo>
                  <a:pt x="1566441" y="389420"/>
                </a:lnTo>
                <a:moveTo>
                  <a:pt x="1876503" y="739287"/>
                </a:moveTo>
                <a:lnTo>
                  <a:pt x="1865315" y="880037"/>
                </a:lnTo>
                <a:moveTo>
                  <a:pt x="830546" y="633035"/>
                </a:moveTo>
                <a:lnTo>
                  <a:pt x="702170" y="733156"/>
                </a:lnTo>
                <a:moveTo>
                  <a:pt x="789419" y="745673"/>
                </a:moveTo>
                <a:lnTo>
                  <a:pt x="679462" y="733080"/>
                </a:lnTo>
                <a:moveTo>
                  <a:pt x="1373915" y="527765"/>
                </a:moveTo>
                <a:lnTo>
                  <a:pt x="1288025" y="519314"/>
                </a:lnTo>
                <a:moveTo>
                  <a:pt x="835730" y="643690"/>
                </a:moveTo>
                <a:lnTo>
                  <a:pt x="702170" y="733156"/>
                </a:lnTo>
                <a:moveTo>
                  <a:pt x="1033124" y="777005"/>
                </a:moveTo>
                <a:lnTo>
                  <a:pt x="1027999" y="872875"/>
                </a:lnTo>
                <a:moveTo>
                  <a:pt x="702170" y="733156"/>
                </a:moveTo>
                <a:lnTo>
                  <a:pt x="675544" y="727239"/>
                </a:lnTo>
                <a:moveTo>
                  <a:pt x="1924207" y="857724"/>
                </a:moveTo>
                <a:lnTo>
                  <a:pt x="1865315" y="880037"/>
                </a:lnTo>
                <a:moveTo>
                  <a:pt x="1179647" y="690017"/>
                </a:moveTo>
                <a:lnTo>
                  <a:pt x="1116250" y="654068"/>
                </a:lnTo>
                <a:moveTo>
                  <a:pt x="1597319" y="965064"/>
                </a:moveTo>
                <a:lnTo>
                  <a:pt x="1553859" y="922196"/>
                </a:lnTo>
                <a:moveTo>
                  <a:pt x="1703715" y="1196494"/>
                </a:moveTo>
                <a:lnTo>
                  <a:pt x="1665339" y="1187595"/>
                </a:lnTo>
                <a:moveTo>
                  <a:pt x="1826467" y="1095540"/>
                </a:moveTo>
                <a:lnTo>
                  <a:pt x="1835658" y="1073551"/>
                </a:lnTo>
                <a:moveTo>
                  <a:pt x="559508" y="615463"/>
                </a:moveTo>
                <a:lnTo>
                  <a:pt x="567847" y="706661"/>
                </a:lnTo>
                <a:moveTo>
                  <a:pt x="1578687" y="1013808"/>
                </a:moveTo>
                <a:lnTo>
                  <a:pt x="1553859" y="922196"/>
                </a:lnTo>
                <a:moveTo>
                  <a:pt x="835730" y="643690"/>
                </a:moveTo>
                <a:lnTo>
                  <a:pt x="789419" y="745673"/>
                </a:lnTo>
                <a:moveTo>
                  <a:pt x="1755175" y="265561"/>
                </a:moveTo>
                <a:lnTo>
                  <a:pt x="1719096" y="300305"/>
                </a:lnTo>
                <a:moveTo>
                  <a:pt x="642264" y="398562"/>
                </a:moveTo>
                <a:lnTo>
                  <a:pt x="598160" y="493298"/>
                </a:lnTo>
                <a:moveTo>
                  <a:pt x="1876503" y="739287"/>
                </a:moveTo>
                <a:lnTo>
                  <a:pt x="1847560" y="771983"/>
                </a:lnTo>
                <a:moveTo>
                  <a:pt x="1528710" y="451208"/>
                </a:moveTo>
                <a:lnTo>
                  <a:pt x="1444781" y="425677"/>
                </a:lnTo>
                <a:moveTo>
                  <a:pt x="1559002" y="1185246"/>
                </a:moveTo>
                <a:lnTo>
                  <a:pt x="1553901" y="1168315"/>
                </a:lnTo>
                <a:moveTo>
                  <a:pt x="612495" y="396370"/>
                </a:moveTo>
                <a:lnTo>
                  <a:pt x="598160" y="493298"/>
                </a:lnTo>
                <a:moveTo>
                  <a:pt x="758014" y="564052"/>
                </a:moveTo>
                <a:lnTo>
                  <a:pt x="704146" y="529129"/>
                </a:lnTo>
                <a:moveTo>
                  <a:pt x="1080381" y="778821"/>
                </a:moveTo>
                <a:lnTo>
                  <a:pt x="1057670" y="738836"/>
                </a:lnTo>
                <a:moveTo>
                  <a:pt x="789419" y="745673"/>
                </a:moveTo>
                <a:lnTo>
                  <a:pt x="702170" y="733156"/>
                </a:lnTo>
                <a:moveTo>
                  <a:pt x="758014" y="564052"/>
                </a:moveTo>
                <a:lnTo>
                  <a:pt x="703795" y="529923"/>
                </a:lnTo>
                <a:moveTo>
                  <a:pt x="1865386" y="429738"/>
                </a:moveTo>
                <a:lnTo>
                  <a:pt x="1849112" y="525994"/>
                </a:lnTo>
                <a:moveTo>
                  <a:pt x="1347248" y="785883"/>
                </a:moveTo>
                <a:lnTo>
                  <a:pt x="1319730" y="717175"/>
                </a:lnTo>
                <a:moveTo>
                  <a:pt x="1868221" y="552640"/>
                </a:moveTo>
                <a:lnTo>
                  <a:pt x="1781862" y="618751"/>
                </a:lnTo>
                <a:moveTo>
                  <a:pt x="1252138" y="795639"/>
                </a:moveTo>
                <a:lnTo>
                  <a:pt x="1162330" y="790119"/>
                </a:lnTo>
                <a:moveTo>
                  <a:pt x="1248755" y="571944"/>
                </a:moveTo>
                <a:lnTo>
                  <a:pt x="1216878" y="623844"/>
                </a:lnTo>
                <a:moveTo>
                  <a:pt x="559508" y="615463"/>
                </a:moveTo>
                <a:lnTo>
                  <a:pt x="598160" y="493298"/>
                </a:lnTo>
                <a:moveTo>
                  <a:pt x="878383" y="866843"/>
                </a:moveTo>
                <a:lnTo>
                  <a:pt x="789419" y="745673"/>
                </a:lnTo>
                <a:moveTo>
                  <a:pt x="937811" y="874020"/>
                </a:moveTo>
                <a:lnTo>
                  <a:pt x="878383" y="866843"/>
                </a:lnTo>
                <a:moveTo>
                  <a:pt x="1057670" y="738836"/>
                </a:moveTo>
                <a:lnTo>
                  <a:pt x="1033124" y="777005"/>
                </a:lnTo>
                <a:moveTo>
                  <a:pt x="593652" y="509522"/>
                </a:moveTo>
                <a:lnTo>
                  <a:pt x="598160" y="493298"/>
                </a:lnTo>
                <a:moveTo>
                  <a:pt x="668735" y="635510"/>
                </a:moveTo>
                <a:lnTo>
                  <a:pt x="567847" y="706661"/>
                </a:lnTo>
                <a:moveTo>
                  <a:pt x="1162330" y="790119"/>
                </a:moveTo>
                <a:lnTo>
                  <a:pt x="1080381" y="778821"/>
                </a:lnTo>
                <a:moveTo>
                  <a:pt x="1881661" y="982295"/>
                </a:moveTo>
                <a:lnTo>
                  <a:pt x="1871998" y="1002469"/>
                </a:lnTo>
                <a:moveTo>
                  <a:pt x="704146" y="529129"/>
                </a:moveTo>
                <a:lnTo>
                  <a:pt x="642277" y="492649"/>
                </a:lnTo>
                <a:moveTo>
                  <a:pt x="1832127" y="351854"/>
                </a:moveTo>
                <a:lnTo>
                  <a:pt x="1794947" y="303418"/>
                </a:lnTo>
                <a:moveTo>
                  <a:pt x="1794947" y="303418"/>
                </a:moveTo>
                <a:lnTo>
                  <a:pt x="1719096" y="300305"/>
                </a:lnTo>
                <a:moveTo>
                  <a:pt x="1373915" y="527765"/>
                </a:moveTo>
                <a:lnTo>
                  <a:pt x="1248755" y="571944"/>
                </a:lnTo>
                <a:moveTo>
                  <a:pt x="1080381" y="778821"/>
                </a:moveTo>
                <a:lnTo>
                  <a:pt x="1033124" y="777005"/>
                </a:lnTo>
                <a:moveTo>
                  <a:pt x="1665339" y="1187595"/>
                </a:moveTo>
                <a:lnTo>
                  <a:pt x="1559002" y="1185246"/>
                </a:lnTo>
                <a:moveTo>
                  <a:pt x="1604326" y="1180707"/>
                </a:moveTo>
                <a:lnTo>
                  <a:pt x="1559002" y="1185246"/>
                </a:lnTo>
                <a:moveTo>
                  <a:pt x="1033124" y="777005"/>
                </a:moveTo>
                <a:lnTo>
                  <a:pt x="937811" y="874020"/>
                </a:lnTo>
                <a:moveTo>
                  <a:pt x="1409395" y="480059"/>
                </a:moveTo>
                <a:lnTo>
                  <a:pt x="1373915" y="527765"/>
                </a:lnTo>
                <a:moveTo>
                  <a:pt x="915405" y="706266"/>
                </a:moveTo>
                <a:lnTo>
                  <a:pt x="835730" y="643690"/>
                </a:lnTo>
                <a:moveTo>
                  <a:pt x="1528710" y="451208"/>
                </a:moveTo>
                <a:lnTo>
                  <a:pt x="1409395" y="480059"/>
                </a:lnTo>
                <a:moveTo>
                  <a:pt x="1880486" y="987195"/>
                </a:moveTo>
                <a:lnTo>
                  <a:pt x="1881661" y="982295"/>
                </a:lnTo>
                <a:moveTo>
                  <a:pt x="1688273" y="333129"/>
                </a:moveTo>
                <a:lnTo>
                  <a:pt x="1601503" y="332342"/>
                </a:lnTo>
                <a:moveTo>
                  <a:pt x="1876036" y="967302"/>
                </a:moveTo>
                <a:lnTo>
                  <a:pt x="1881661" y="982295"/>
                </a:lnTo>
                <a:moveTo>
                  <a:pt x="1557793" y="1072872"/>
                </a:moveTo>
                <a:lnTo>
                  <a:pt x="1454357" y="1144908"/>
                </a:lnTo>
                <a:moveTo>
                  <a:pt x="1746876" y="1187399"/>
                </a:moveTo>
                <a:lnTo>
                  <a:pt x="1665339" y="1187595"/>
                </a:lnTo>
                <a:moveTo>
                  <a:pt x="1880486" y="987195"/>
                </a:moveTo>
                <a:lnTo>
                  <a:pt x="1871998" y="1002469"/>
                </a:lnTo>
                <a:moveTo>
                  <a:pt x="1057670" y="738836"/>
                </a:moveTo>
                <a:lnTo>
                  <a:pt x="915405" y="706266"/>
                </a:lnTo>
                <a:moveTo>
                  <a:pt x="1566441" y="389420"/>
                </a:moveTo>
                <a:lnTo>
                  <a:pt x="1528710" y="451208"/>
                </a:lnTo>
                <a:moveTo>
                  <a:pt x="1578687" y="1013808"/>
                </a:moveTo>
                <a:lnTo>
                  <a:pt x="1489802" y="1031447"/>
                </a:lnTo>
                <a:moveTo>
                  <a:pt x="728907" y="426445"/>
                </a:moveTo>
                <a:lnTo>
                  <a:pt x="642277" y="492649"/>
                </a:lnTo>
                <a:moveTo>
                  <a:pt x="1832127" y="351854"/>
                </a:moveTo>
                <a:lnTo>
                  <a:pt x="1719096" y="300305"/>
                </a:lnTo>
                <a:moveTo>
                  <a:pt x="1874955" y="735335"/>
                </a:moveTo>
                <a:lnTo>
                  <a:pt x="1858197" y="673773"/>
                </a:lnTo>
                <a:moveTo>
                  <a:pt x="1876503" y="739287"/>
                </a:moveTo>
                <a:lnTo>
                  <a:pt x="1858197" y="673773"/>
                </a:lnTo>
                <a:moveTo>
                  <a:pt x="1289529" y="747593"/>
                </a:moveTo>
                <a:lnTo>
                  <a:pt x="1252138" y="795639"/>
                </a:lnTo>
                <a:moveTo>
                  <a:pt x="642264" y="398562"/>
                </a:moveTo>
                <a:lnTo>
                  <a:pt x="612495" y="396370"/>
                </a:lnTo>
                <a:moveTo>
                  <a:pt x="1057670" y="738836"/>
                </a:moveTo>
                <a:lnTo>
                  <a:pt x="944027" y="774278"/>
                </a:lnTo>
                <a:moveTo>
                  <a:pt x="1578687" y="1013808"/>
                </a:moveTo>
                <a:lnTo>
                  <a:pt x="1485257" y="1040093"/>
                </a:lnTo>
                <a:moveTo>
                  <a:pt x="1631566" y="739828"/>
                </a:moveTo>
                <a:lnTo>
                  <a:pt x="1633713" y="842471"/>
                </a:lnTo>
                <a:moveTo>
                  <a:pt x="1557793" y="1072872"/>
                </a:moveTo>
                <a:lnTo>
                  <a:pt x="1485257" y="1040093"/>
                </a:lnTo>
                <a:moveTo>
                  <a:pt x="1604326" y="1180707"/>
                </a:moveTo>
                <a:lnTo>
                  <a:pt x="1553901" y="1168315"/>
                </a:lnTo>
                <a:moveTo>
                  <a:pt x="1868221" y="552640"/>
                </a:moveTo>
                <a:lnTo>
                  <a:pt x="1849112" y="525994"/>
                </a:lnTo>
                <a:moveTo>
                  <a:pt x="1865386" y="429738"/>
                </a:moveTo>
                <a:lnTo>
                  <a:pt x="1832127" y="351854"/>
                </a:lnTo>
                <a:moveTo>
                  <a:pt x="915405" y="706266"/>
                </a:moveTo>
                <a:lnTo>
                  <a:pt x="789419" y="745673"/>
                </a:lnTo>
                <a:moveTo>
                  <a:pt x="668735" y="635510"/>
                </a:moveTo>
                <a:lnTo>
                  <a:pt x="675544" y="727239"/>
                </a:lnTo>
                <a:moveTo>
                  <a:pt x="1588115" y="690318"/>
                </a:moveTo>
                <a:lnTo>
                  <a:pt x="1440771" y="701982"/>
                </a:lnTo>
                <a:moveTo>
                  <a:pt x="830546" y="633035"/>
                </a:moveTo>
                <a:lnTo>
                  <a:pt x="743471" y="645577"/>
                </a:lnTo>
                <a:moveTo>
                  <a:pt x="830546" y="633035"/>
                </a:moveTo>
                <a:lnTo>
                  <a:pt x="703795" y="529923"/>
                </a:lnTo>
                <a:moveTo>
                  <a:pt x="1631566" y="739828"/>
                </a:moveTo>
                <a:lnTo>
                  <a:pt x="1588115" y="690318"/>
                </a:lnTo>
                <a:moveTo>
                  <a:pt x="1880486" y="987195"/>
                </a:moveTo>
                <a:lnTo>
                  <a:pt x="1876036" y="967302"/>
                </a:lnTo>
                <a:moveTo>
                  <a:pt x="1881661" y="982295"/>
                </a:moveTo>
                <a:lnTo>
                  <a:pt x="1865315" y="880037"/>
                </a:lnTo>
                <a:moveTo>
                  <a:pt x="944027" y="774278"/>
                </a:moveTo>
                <a:lnTo>
                  <a:pt x="937811" y="874020"/>
                </a:lnTo>
                <a:moveTo>
                  <a:pt x="1642284" y="855369"/>
                </a:moveTo>
                <a:lnTo>
                  <a:pt x="1633713" y="842471"/>
                </a:lnTo>
                <a:moveTo>
                  <a:pt x="1179647" y="690017"/>
                </a:moveTo>
                <a:lnTo>
                  <a:pt x="1162330" y="790119"/>
                </a:lnTo>
                <a:moveTo>
                  <a:pt x="702170" y="733156"/>
                </a:moveTo>
                <a:lnTo>
                  <a:pt x="668735" y="635510"/>
                </a:lnTo>
                <a:moveTo>
                  <a:pt x="886355" y="769985"/>
                </a:moveTo>
                <a:lnTo>
                  <a:pt x="878383" y="866843"/>
                </a:lnTo>
                <a:moveTo>
                  <a:pt x="886355" y="769985"/>
                </a:moveTo>
                <a:lnTo>
                  <a:pt x="789419" y="745673"/>
                </a:lnTo>
                <a:moveTo>
                  <a:pt x="937811" y="874020"/>
                </a:moveTo>
                <a:lnTo>
                  <a:pt x="886355" y="769985"/>
                </a:lnTo>
                <a:moveTo>
                  <a:pt x="1492412" y="509200"/>
                </a:moveTo>
                <a:lnTo>
                  <a:pt x="1409395" y="480059"/>
                </a:lnTo>
                <a:moveTo>
                  <a:pt x="1796614" y="1143908"/>
                </a:moveTo>
                <a:lnTo>
                  <a:pt x="1746876" y="1187399"/>
                </a:lnTo>
                <a:moveTo>
                  <a:pt x="1688273" y="333129"/>
                </a:moveTo>
                <a:lnTo>
                  <a:pt x="1566441" y="389420"/>
                </a:lnTo>
                <a:moveTo>
                  <a:pt x="743471" y="645577"/>
                </a:moveTo>
                <a:lnTo>
                  <a:pt x="702170" y="733156"/>
                </a:lnTo>
                <a:moveTo>
                  <a:pt x="1216878" y="623844"/>
                </a:moveTo>
                <a:lnTo>
                  <a:pt x="1179647" y="690017"/>
                </a:lnTo>
                <a:moveTo>
                  <a:pt x="1033124" y="777005"/>
                </a:moveTo>
                <a:lnTo>
                  <a:pt x="944027" y="774278"/>
                </a:lnTo>
                <a:moveTo>
                  <a:pt x="1440771" y="701982"/>
                </a:moveTo>
                <a:lnTo>
                  <a:pt x="1435807" y="714689"/>
                </a:lnTo>
                <a:moveTo>
                  <a:pt x="1665339" y="1187595"/>
                </a:moveTo>
                <a:lnTo>
                  <a:pt x="1604326" y="1180707"/>
                </a:lnTo>
                <a:moveTo>
                  <a:pt x="1835658" y="1073551"/>
                </a:moveTo>
                <a:lnTo>
                  <a:pt x="1806628" y="1004319"/>
                </a:lnTo>
                <a:moveTo>
                  <a:pt x="593652" y="509522"/>
                </a:moveTo>
                <a:lnTo>
                  <a:pt x="559508" y="615463"/>
                </a:lnTo>
                <a:moveTo>
                  <a:pt x="1321089" y="604793"/>
                </a:moveTo>
                <a:lnTo>
                  <a:pt x="1248755" y="571944"/>
                </a:lnTo>
                <a:moveTo>
                  <a:pt x="1876036" y="967302"/>
                </a:moveTo>
                <a:lnTo>
                  <a:pt x="1865315" y="880037"/>
                </a:lnTo>
                <a:moveTo>
                  <a:pt x="1299074" y="664468"/>
                </a:moveTo>
                <a:lnTo>
                  <a:pt x="1248755" y="571944"/>
                </a:lnTo>
                <a:moveTo>
                  <a:pt x="1557793" y="1072872"/>
                </a:moveTo>
                <a:lnTo>
                  <a:pt x="1553901" y="1168315"/>
                </a:lnTo>
                <a:moveTo>
                  <a:pt x="1832127" y="351854"/>
                </a:moveTo>
                <a:lnTo>
                  <a:pt x="1688273" y="333129"/>
                </a:lnTo>
                <a:moveTo>
                  <a:pt x="1719096" y="300305"/>
                </a:moveTo>
                <a:lnTo>
                  <a:pt x="1688273" y="333129"/>
                </a:lnTo>
                <a:moveTo>
                  <a:pt x="1282019" y="712443"/>
                </a:moveTo>
                <a:lnTo>
                  <a:pt x="1252138" y="795639"/>
                </a:lnTo>
                <a:moveTo>
                  <a:pt x="1871998" y="1002469"/>
                </a:moveTo>
                <a:lnTo>
                  <a:pt x="1843496" y="995538"/>
                </a:lnTo>
                <a:moveTo>
                  <a:pt x="1454419" y="583125"/>
                </a:moveTo>
                <a:lnTo>
                  <a:pt x="1409395" y="480059"/>
                </a:lnTo>
                <a:moveTo>
                  <a:pt x="944027" y="774278"/>
                </a:moveTo>
                <a:lnTo>
                  <a:pt x="915405" y="706266"/>
                </a:lnTo>
                <a:moveTo>
                  <a:pt x="1642284" y="855369"/>
                </a:moveTo>
                <a:lnTo>
                  <a:pt x="1631566" y="739828"/>
                </a:lnTo>
                <a:moveTo>
                  <a:pt x="1868221" y="552640"/>
                </a:moveTo>
                <a:lnTo>
                  <a:pt x="1857764" y="650361"/>
                </a:lnTo>
                <a:moveTo>
                  <a:pt x="1641878" y="421192"/>
                </a:moveTo>
                <a:lnTo>
                  <a:pt x="1566441" y="389420"/>
                </a:lnTo>
                <a:moveTo>
                  <a:pt x="668735" y="635510"/>
                </a:moveTo>
                <a:lnTo>
                  <a:pt x="559508" y="615463"/>
                </a:lnTo>
                <a:moveTo>
                  <a:pt x="1880486" y="987195"/>
                </a:moveTo>
                <a:lnTo>
                  <a:pt x="1843496" y="995538"/>
                </a:lnTo>
                <a:moveTo>
                  <a:pt x="915405" y="706266"/>
                </a:moveTo>
                <a:lnTo>
                  <a:pt x="886355" y="769985"/>
                </a:lnTo>
                <a:moveTo>
                  <a:pt x="1796614" y="1143908"/>
                </a:moveTo>
                <a:lnTo>
                  <a:pt x="1665339" y="1187595"/>
                </a:lnTo>
                <a:moveTo>
                  <a:pt x="1282019" y="712443"/>
                </a:moveTo>
                <a:lnTo>
                  <a:pt x="1162330" y="790119"/>
                </a:lnTo>
                <a:moveTo>
                  <a:pt x="1876036" y="967302"/>
                </a:moveTo>
                <a:lnTo>
                  <a:pt x="1843496" y="995538"/>
                </a:lnTo>
                <a:moveTo>
                  <a:pt x="1826467" y="1095540"/>
                </a:moveTo>
                <a:lnTo>
                  <a:pt x="1796614" y="1143908"/>
                </a:lnTo>
                <a:moveTo>
                  <a:pt x="598160" y="493298"/>
                </a:moveTo>
                <a:lnTo>
                  <a:pt x="545692" y="415941"/>
                </a:lnTo>
                <a:moveTo>
                  <a:pt x="944027" y="774278"/>
                </a:moveTo>
                <a:lnTo>
                  <a:pt x="886355" y="769985"/>
                </a:lnTo>
                <a:moveTo>
                  <a:pt x="701849" y="529927"/>
                </a:moveTo>
                <a:lnTo>
                  <a:pt x="559508" y="615463"/>
                </a:lnTo>
                <a:moveTo>
                  <a:pt x="1528710" y="451208"/>
                </a:moveTo>
                <a:lnTo>
                  <a:pt x="1492412" y="509200"/>
                </a:lnTo>
                <a:moveTo>
                  <a:pt x="1299074" y="664468"/>
                </a:moveTo>
                <a:lnTo>
                  <a:pt x="1216878" y="623844"/>
                </a:lnTo>
                <a:moveTo>
                  <a:pt x="728907" y="426445"/>
                </a:moveTo>
                <a:lnTo>
                  <a:pt x="642264" y="398562"/>
                </a:lnTo>
                <a:moveTo>
                  <a:pt x="1654788" y="756938"/>
                </a:moveTo>
                <a:lnTo>
                  <a:pt x="1588115" y="690318"/>
                </a:lnTo>
                <a:moveTo>
                  <a:pt x="701849" y="529927"/>
                </a:moveTo>
                <a:lnTo>
                  <a:pt x="593652" y="509522"/>
                </a:lnTo>
                <a:moveTo>
                  <a:pt x="1847560" y="771983"/>
                </a:moveTo>
                <a:lnTo>
                  <a:pt x="1865315" y="880037"/>
                </a:lnTo>
                <a:moveTo>
                  <a:pt x="1612433" y="478527"/>
                </a:moveTo>
                <a:lnTo>
                  <a:pt x="1566441" y="389420"/>
                </a:lnTo>
                <a:moveTo>
                  <a:pt x="1642284" y="855369"/>
                </a:moveTo>
                <a:lnTo>
                  <a:pt x="1597319" y="965064"/>
                </a:lnTo>
                <a:moveTo>
                  <a:pt x="1373915" y="527765"/>
                </a:moveTo>
                <a:lnTo>
                  <a:pt x="1321089" y="604793"/>
                </a:lnTo>
                <a:moveTo>
                  <a:pt x="1435807" y="714689"/>
                </a:moveTo>
                <a:lnTo>
                  <a:pt x="1319730" y="717175"/>
                </a:lnTo>
                <a:moveTo>
                  <a:pt x="1588115" y="690318"/>
                </a:moveTo>
                <a:lnTo>
                  <a:pt x="1557471" y="638666"/>
                </a:lnTo>
                <a:moveTo>
                  <a:pt x="1440771" y="701982"/>
                </a:moveTo>
                <a:lnTo>
                  <a:pt x="1321089" y="604793"/>
                </a:lnTo>
                <a:moveTo>
                  <a:pt x="1454419" y="583125"/>
                </a:moveTo>
                <a:lnTo>
                  <a:pt x="1373915" y="527765"/>
                </a:lnTo>
                <a:moveTo>
                  <a:pt x="1649612" y="1152593"/>
                </a:moveTo>
                <a:lnTo>
                  <a:pt x="1665339" y="1187595"/>
                </a:lnTo>
                <a:moveTo>
                  <a:pt x="1649612" y="1152593"/>
                </a:moveTo>
                <a:lnTo>
                  <a:pt x="1604326" y="1180707"/>
                </a:lnTo>
                <a:moveTo>
                  <a:pt x="1440771" y="701982"/>
                </a:moveTo>
                <a:lnTo>
                  <a:pt x="1319730" y="717175"/>
                </a:lnTo>
                <a:moveTo>
                  <a:pt x="1849112" y="525994"/>
                </a:moveTo>
                <a:lnTo>
                  <a:pt x="1821952" y="457410"/>
                </a:lnTo>
                <a:moveTo>
                  <a:pt x="743471" y="645577"/>
                </a:moveTo>
                <a:lnTo>
                  <a:pt x="668735" y="635510"/>
                </a:lnTo>
                <a:moveTo>
                  <a:pt x="701849" y="529927"/>
                </a:moveTo>
                <a:lnTo>
                  <a:pt x="668735" y="635510"/>
                </a:lnTo>
                <a:moveTo>
                  <a:pt x="1597319" y="965064"/>
                </a:moveTo>
                <a:lnTo>
                  <a:pt x="1578687" y="1013808"/>
                </a:lnTo>
                <a:moveTo>
                  <a:pt x="1654788" y="756938"/>
                </a:moveTo>
                <a:lnTo>
                  <a:pt x="1631566" y="739828"/>
                </a:lnTo>
                <a:moveTo>
                  <a:pt x="1299074" y="664468"/>
                </a:moveTo>
                <a:lnTo>
                  <a:pt x="1179647" y="690017"/>
                </a:lnTo>
                <a:moveTo>
                  <a:pt x="1871998" y="1002469"/>
                </a:moveTo>
                <a:lnTo>
                  <a:pt x="1806628" y="1004319"/>
                </a:lnTo>
                <a:moveTo>
                  <a:pt x="1282019" y="712443"/>
                </a:moveTo>
                <a:lnTo>
                  <a:pt x="1179647" y="690017"/>
                </a:lnTo>
                <a:moveTo>
                  <a:pt x="704146" y="529129"/>
                </a:moveTo>
                <a:lnTo>
                  <a:pt x="703795" y="529923"/>
                </a:lnTo>
                <a:moveTo>
                  <a:pt x="1857764" y="650361"/>
                </a:moveTo>
                <a:lnTo>
                  <a:pt x="1858197" y="673773"/>
                </a:lnTo>
                <a:moveTo>
                  <a:pt x="1289529" y="747593"/>
                </a:moveTo>
                <a:lnTo>
                  <a:pt x="1282019" y="712443"/>
                </a:lnTo>
                <a:moveTo>
                  <a:pt x="1578687" y="1013808"/>
                </a:moveTo>
                <a:lnTo>
                  <a:pt x="1557793" y="1072872"/>
                </a:lnTo>
                <a:moveTo>
                  <a:pt x="1319730" y="717175"/>
                </a:moveTo>
                <a:lnTo>
                  <a:pt x="1289529" y="747593"/>
                </a:lnTo>
                <a:moveTo>
                  <a:pt x="703795" y="529923"/>
                </a:moveTo>
                <a:lnTo>
                  <a:pt x="743471" y="645577"/>
                </a:lnTo>
                <a:moveTo>
                  <a:pt x="743471" y="645577"/>
                </a:moveTo>
                <a:lnTo>
                  <a:pt x="701849" y="529927"/>
                </a:lnTo>
                <a:moveTo>
                  <a:pt x="703795" y="529923"/>
                </a:moveTo>
                <a:lnTo>
                  <a:pt x="701849" y="529927"/>
                </a:lnTo>
                <a:moveTo>
                  <a:pt x="1826467" y="1095540"/>
                </a:moveTo>
                <a:lnTo>
                  <a:pt x="1824701" y="1112483"/>
                </a:lnTo>
                <a:moveTo>
                  <a:pt x="1647462" y="1099706"/>
                </a:moveTo>
                <a:lnTo>
                  <a:pt x="1553901" y="1168315"/>
                </a:lnTo>
                <a:moveTo>
                  <a:pt x="1654788" y="756938"/>
                </a:moveTo>
                <a:lnTo>
                  <a:pt x="1642284" y="855369"/>
                </a:lnTo>
                <a:moveTo>
                  <a:pt x="1612433" y="478527"/>
                </a:moveTo>
                <a:lnTo>
                  <a:pt x="1528710" y="451208"/>
                </a:lnTo>
                <a:moveTo>
                  <a:pt x="1557471" y="638666"/>
                </a:moveTo>
                <a:lnTo>
                  <a:pt x="1440771" y="701982"/>
                </a:lnTo>
                <a:moveTo>
                  <a:pt x="1876036" y="967302"/>
                </a:moveTo>
                <a:lnTo>
                  <a:pt x="1806628" y="1004319"/>
                </a:lnTo>
                <a:moveTo>
                  <a:pt x="1489762" y="631497"/>
                </a:moveTo>
                <a:lnTo>
                  <a:pt x="1440771" y="701982"/>
                </a:lnTo>
                <a:moveTo>
                  <a:pt x="1440771" y="701982"/>
                </a:moveTo>
                <a:lnTo>
                  <a:pt x="1430204" y="624879"/>
                </a:lnTo>
                <a:moveTo>
                  <a:pt x="612495" y="396370"/>
                </a:moveTo>
                <a:lnTo>
                  <a:pt x="545692" y="415941"/>
                </a:lnTo>
                <a:moveTo>
                  <a:pt x="1688273" y="333129"/>
                </a:moveTo>
                <a:lnTo>
                  <a:pt x="1641878" y="421192"/>
                </a:lnTo>
                <a:moveTo>
                  <a:pt x="728907" y="426445"/>
                </a:moveTo>
                <a:lnTo>
                  <a:pt x="704146" y="529129"/>
                </a:lnTo>
                <a:moveTo>
                  <a:pt x="1826467" y="1095540"/>
                </a:moveTo>
                <a:lnTo>
                  <a:pt x="1809696" y="1029969"/>
                </a:lnTo>
                <a:moveTo>
                  <a:pt x="1796614" y="1143908"/>
                </a:moveTo>
                <a:lnTo>
                  <a:pt x="1649612" y="1152593"/>
                </a:lnTo>
                <a:moveTo>
                  <a:pt x="1832127" y="351854"/>
                </a:moveTo>
                <a:lnTo>
                  <a:pt x="1772673" y="354555"/>
                </a:lnTo>
                <a:moveTo>
                  <a:pt x="1826467" y="1095540"/>
                </a:moveTo>
                <a:lnTo>
                  <a:pt x="1806628" y="1004319"/>
                </a:lnTo>
                <a:moveTo>
                  <a:pt x="593652" y="509522"/>
                </a:moveTo>
                <a:lnTo>
                  <a:pt x="562508" y="480071"/>
                </a:lnTo>
                <a:moveTo>
                  <a:pt x="1865315" y="880037"/>
                </a:moveTo>
                <a:lnTo>
                  <a:pt x="1757298" y="885318"/>
                </a:lnTo>
                <a:moveTo>
                  <a:pt x="1492412" y="509200"/>
                </a:moveTo>
                <a:lnTo>
                  <a:pt x="1454419" y="583125"/>
                </a:lnTo>
                <a:moveTo>
                  <a:pt x="593652" y="509522"/>
                </a:moveTo>
                <a:lnTo>
                  <a:pt x="545692" y="415941"/>
                </a:lnTo>
                <a:moveTo>
                  <a:pt x="1824701" y="1112483"/>
                </a:moveTo>
                <a:lnTo>
                  <a:pt x="1796614" y="1143908"/>
                </a:lnTo>
                <a:moveTo>
                  <a:pt x="1647462" y="1099706"/>
                </a:moveTo>
                <a:lnTo>
                  <a:pt x="1604326" y="1180707"/>
                </a:lnTo>
                <a:moveTo>
                  <a:pt x="1865315" y="880037"/>
                </a:moveTo>
                <a:lnTo>
                  <a:pt x="1806628" y="1004319"/>
                </a:lnTo>
                <a:moveTo>
                  <a:pt x="1321089" y="604793"/>
                </a:moveTo>
                <a:lnTo>
                  <a:pt x="1299074" y="664468"/>
                </a:lnTo>
                <a:moveTo>
                  <a:pt x="1832127" y="351854"/>
                </a:moveTo>
                <a:lnTo>
                  <a:pt x="1821952" y="457410"/>
                </a:lnTo>
                <a:moveTo>
                  <a:pt x="1727443" y="883767"/>
                </a:moveTo>
                <a:lnTo>
                  <a:pt x="1642284" y="855369"/>
                </a:lnTo>
                <a:moveTo>
                  <a:pt x="1321089" y="604793"/>
                </a:moveTo>
                <a:lnTo>
                  <a:pt x="1319730" y="717175"/>
                </a:lnTo>
                <a:moveTo>
                  <a:pt x="1299074" y="664468"/>
                </a:moveTo>
                <a:lnTo>
                  <a:pt x="1282019" y="712443"/>
                </a:lnTo>
                <a:moveTo>
                  <a:pt x="1319730" y="717175"/>
                </a:moveTo>
                <a:lnTo>
                  <a:pt x="1299074" y="664468"/>
                </a:lnTo>
                <a:moveTo>
                  <a:pt x="1319730" y="717175"/>
                </a:moveTo>
                <a:lnTo>
                  <a:pt x="1282019" y="712443"/>
                </a:lnTo>
                <a:moveTo>
                  <a:pt x="1865386" y="429738"/>
                </a:moveTo>
                <a:lnTo>
                  <a:pt x="1821952" y="457410"/>
                </a:lnTo>
                <a:moveTo>
                  <a:pt x="1454419" y="583125"/>
                </a:moveTo>
                <a:lnTo>
                  <a:pt x="1321089" y="604793"/>
                </a:lnTo>
                <a:moveTo>
                  <a:pt x="1557471" y="638666"/>
                </a:moveTo>
                <a:lnTo>
                  <a:pt x="1492412" y="509200"/>
                </a:lnTo>
                <a:moveTo>
                  <a:pt x="1858197" y="673773"/>
                </a:moveTo>
                <a:lnTo>
                  <a:pt x="1847560" y="771983"/>
                </a:lnTo>
                <a:moveTo>
                  <a:pt x="1612433" y="478527"/>
                </a:moveTo>
                <a:lnTo>
                  <a:pt x="1492412" y="509200"/>
                </a:lnTo>
                <a:moveTo>
                  <a:pt x="1492412" y="509200"/>
                </a:moveTo>
                <a:lnTo>
                  <a:pt x="1489762" y="631497"/>
                </a:lnTo>
                <a:moveTo>
                  <a:pt x="1870202" y="576037"/>
                </a:moveTo>
                <a:lnTo>
                  <a:pt x="1857764" y="650361"/>
                </a:lnTo>
                <a:moveTo>
                  <a:pt x="1847560" y="771983"/>
                </a:moveTo>
                <a:lnTo>
                  <a:pt x="1757298" y="885318"/>
                </a:lnTo>
                <a:moveTo>
                  <a:pt x="1727443" y="883767"/>
                </a:moveTo>
                <a:lnTo>
                  <a:pt x="1597319" y="965064"/>
                </a:lnTo>
                <a:moveTo>
                  <a:pt x="1796614" y="1143908"/>
                </a:moveTo>
                <a:lnTo>
                  <a:pt x="1775728" y="1113146"/>
                </a:lnTo>
                <a:moveTo>
                  <a:pt x="701849" y="529927"/>
                </a:moveTo>
                <a:lnTo>
                  <a:pt x="562508" y="480071"/>
                </a:lnTo>
                <a:moveTo>
                  <a:pt x="1843496" y="995538"/>
                </a:moveTo>
                <a:lnTo>
                  <a:pt x="1806628" y="1004319"/>
                </a:lnTo>
                <a:moveTo>
                  <a:pt x="1584713" y="535121"/>
                </a:moveTo>
                <a:lnTo>
                  <a:pt x="1492412" y="509200"/>
                </a:lnTo>
                <a:moveTo>
                  <a:pt x="1430204" y="624879"/>
                </a:moveTo>
                <a:lnTo>
                  <a:pt x="1321089" y="604793"/>
                </a:lnTo>
                <a:moveTo>
                  <a:pt x="1750549" y="781657"/>
                </a:moveTo>
                <a:lnTo>
                  <a:pt x="1642284" y="855369"/>
                </a:lnTo>
                <a:moveTo>
                  <a:pt x="1772673" y="354555"/>
                </a:moveTo>
                <a:lnTo>
                  <a:pt x="1688273" y="333129"/>
                </a:lnTo>
                <a:moveTo>
                  <a:pt x="1660513" y="1057650"/>
                </a:moveTo>
                <a:lnTo>
                  <a:pt x="1597319" y="965064"/>
                </a:lnTo>
                <a:moveTo>
                  <a:pt x="1682399" y="993490"/>
                </a:moveTo>
                <a:lnTo>
                  <a:pt x="1597319" y="965064"/>
                </a:lnTo>
                <a:moveTo>
                  <a:pt x="1647462" y="1099706"/>
                </a:moveTo>
                <a:lnTo>
                  <a:pt x="1557793" y="1072872"/>
                </a:lnTo>
                <a:moveTo>
                  <a:pt x="1641878" y="421192"/>
                </a:moveTo>
                <a:lnTo>
                  <a:pt x="1612433" y="478527"/>
                </a:lnTo>
                <a:moveTo>
                  <a:pt x="741135" y="440971"/>
                </a:moveTo>
                <a:lnTo>
                  <a:pt x="704146" y="529129"/>
                </a:lnTo>
                <a:moveTo>
                  <a:pt x="1660513" y="1057650"/>
                </a:moveTo>
                <a:lnTo>
                  <a:pt x="1578687" y="1013808"/>
                </a:lnTo>
                <a:moveTo>
                  <a:pt x="1654788" y="756938"/>
                </a:moveTo>
                <a:lnTo>
                  <a:pt x="1557471" y="638666"/>
                </a:lnTo>
                <a:moveTo>
                  <a:pt x="1660513" y="1057650"/>
                </a:moveTo>
                <a:lnTo>
                  <a:pt x="1557793" y="1072872"/>
                </a:lnTo>
                <a:moveTo>
                  <a:pt x="1489762" y="631497"/>
                </a:moveTo>
                <a:lnTo>
                  <a:pt x="1454419" y="583125"/>
                </a:lnTo>
                <a:moveTo>
                  <a:pt x="741135" y="440971"/>
                </a:moveTo>
                <a:lnTo>
                  <a:pt x="703795" y="529923"/>
                </a:lnTo>
                <a:moveTo>
                  <a:pt x="1454419" y="583125"/>
                </a:moveTo>
                <a:lnTo>
                  <a:pt x="1430204" y="624879"/>
                </a:lnTo>
                <a:moveTo>
                  <a:pt x="1847560" y="771983"/>
                </a:moveTo>
                <a:lnTo>
                  <a:pt x="1752178" y="781645"/>
                </a:lnTo>
                <a:moveTo>
                  <a:pt x="1775728" y="1113146"/>
                </a:moveTo>
                <a:lnTo>
                  <a:pt x="1649612" y="1152593"/>
                </a:lnTo>
                <a:moveTo>
                  <a:pt x="1824701" y="1112483"/>
                </a:moveTo>
                <a:lnTo>
                  <a:pt x="1809696" y="1029969"/>
                </a:lnTo>
                <a:moveTo>
                  <a:pt x="1868221" y="552640"/>
                </a:moveTo>
                <a:lnTo>
                  <a:pt x="1821952" y="457410"/>
                </a:lnTo>
                <a:moveTo>
                  <a:pt x="1557471" y="638666"/>
                </a:moveTo>
                <a:lnTo>
                  <a:pt x="1489762" y="631497"/>
                </a:lnTo>
                <a:moveTo>
                  <a:pt x="1649612" y="1152593"/>
                </a:moveTo>
                <a:lnTo>
                  <a:pt x="1647462" y="1099706"/>
                </a:lnTo>
                <a:moveTo>
                  <a:pt x="728907" y="426445"/>
                </a:moveTo>
                <a:lnTo>
                  <a:pt x="741135" y="440971"/>
                </a:lnTo>
                <a:moveTo>
                  <a:pt x="1489762" y="631497"/>
                </a:moveTo>
                <a:lnTo>
                  <a:pt x="1430204" y="624879"/>
                </a:lnTo>
                <a:moveTo>
                  <a:pt x="1842749" y="500726"/>
                </a:moveTo>
                <a:lnTo>
                  <a:pt x="1868221" y="552640"/>
                </a:lnTo>
                <a:moveTo>
                  <a:pt x="1870202" y="576037"/>
                </a:moveTo>
                <a:lnTo>
                  <a:pt x="1868221" y="552640"/>
                </a:lnTo>
                <a:moveTo>
                  <a:pt x="1772673" y="354555"/>
                </a:moveTo>
                <a:lnTo>
                  <a:pt x="1641878" y="421192"/>
                </a:lnTo>
                <a:moveTo>
                  <a:pt x="1824701" y="1112483"/>
                </a:moveTo>
                <a:lnTo>
                  <a:pt x="1775728" y="1113146"/>
                </a:lnTo>
                <a:moveTo>
                  <a:pt x="1757298" y="885318"/>
                </a:moveTo>
                <a:lnTo>
                  <a:pt x="1727443" y="883767"/>
                </a:lnTo>
                <a:moveTo>
                  <a:pt x="1584713" y="535121"/>
                </a:moveTo>
                <a:lnTo>
                  <a:pt x="1557471" y="638666"/>
                </a:lnTo>
                <a:moveTo>
                  <a:pt x="1688896" y="1108131"/>
                </a:moveTo>
                <a:lnTo>
                  <a:pt x="1649612" y="1152593"/>
                </a:lnTo>
                <a:moveTo>
                  <a:pt x="1757298" y="885318"/>
                </a:moveTo>
                <a:lnTo>
                  <a:pt x="1806628" y="1004319"/>
                </a:lnTo>
                <a:moveTo>
                  <a:pt x="1612433" y="478527"/>
                </a:moveTo>
                <a:lnTo>
                  <a:pt x="1584713" y="535121"/>
                </a:lnTo>
                <a:moveTo>
                  <a:pt x="1809696" y="1029969"/>
                </a:moveTo>
                <a:lnTo>
                  <a:pt x="1806628" y="1004319"/>
                </a:lnTo>
                <a:moveTo>
                  <a:pt x="1750549" y="781657"/>
                </a:moveTo>
                <a:lnTo>
                  <a:pt x="1654788" y="756938"/>
                </a:lnTo>
                <a:moveTo>
                  <a:pt x="1809696" y="1029969"/>
                </a:moveTo>
                <a:lnTo>
                  <a:pt x="1775728" y="1113146"/>
                </a:lnTo>
                <a:moveTo>
                  <a:pt x="1806628" y="1004319"/>
                </a:moveTo>
                <a:lnTo>
                  <a:pt x="1727443" y="883767"/>
                </a:lnTo>
                <a:moveTo>
                  <a:pt x="562508" y="480071"/>
                </a:moveTo>
                <a:lnTo>
                  <a:pt x="545692" y="415941"/>
                </a:lnTo>
                <a:moveTo>
                  <a:pt x="1775728" y="1113146"/>
                </a:moveTo>
                <a:lnTo>
                  <a:pt x="1806628" y="1004319"/>
                </a:lnTo>
                <a:moveTo>
                  <a:pt x="1729596" y="448702"/>
                </a:moveTo>
                <a:lnTo>
                  <a:pt x="1641878" y="421192"/>
                </a:lnTo>
                <a:moveTo>
                  <a:pt x="1727443" y="883767"/>
                </a:moveTo>
                <a:lnTo>
                  <a:pt x="1682399" y="993490"/>
                </a:lnTo>
                <a:moveTo>
                  <a:pt x="1858197" y="673773"/>
                </a:moveTo>
                <a:lnTo>
                  <a:pt x="1752178" y="781645"/>
                </a:lnTo>
                <a:moveTo>
                  <a:pt x="1806628" y="1004319"/>
                </a:moveTo>
                <a:lnTo>
                  <a:pt x="1682399" y="993490"/>
                </a:lnTo>
                <a:moveTo>
                  <a:pt x="1752178" y="781645"/>
                </a:moveTo>
                <a:lnTo>
                  <a:pt x="1757298" y="885318"/>
                </a:lnTo>
                <a:moveTo>
                  <a:pt x="1757298" y="885318"/>
                </a:moveTo>
                <a:lnTo>
                  <a:pt x="1750549" y="781657"/>
                </a:lnTo>
                <a:moveTo>
                  <a:pt x="1775728" y="1113146"/>
                </a:moveTo>
                <a:lnTo>
                  <a:pt x="1682399" y="993490"/>
                </a:lnTo>
                <a:moveTo>
                  <a:pt x="1660513" y="1057650"/>
                </a:moveTo>
                <a:lnTo>
                  <a:pt x="1647462" y="1099706"/>
                </a:lnTo>
                <a:moveTo>
                  <a:pt x="1750549" y="781657"/>
                </a:moveTo>
                <a:lnTo>
                  <a:pt x="1727443" y="883767"/>
                </a:lnTo>
                <a:moveTo>
                  <a:pt x="703795" y="529923"/>
                </a:moveTo>
                <a:lnTo>
                  <a:pt x="647118" y="499671"/>
                </a:lnTo>
                <a:moveTo>
                  <a:pt x="647118" y="499671"/>
                </a:moveTo>
                <a:lnTo>
                  <a:pt x="701849" y="529927"/>
                </a:lnTo>
                <a:moveTo>
                  <a:pt x="1870202" y="576037"/>
                </a:moveTo>
                <a:lnTo>
                  <a:pt x="1858197" y="673773"/>
                </a:lnTo>
                <a:moveTo>
                  <a:pt x="1682399" y="993490"/>
                </a:moveTo>
                <a:lnTo>
                  <a:pt x="1660513" y="1057650"/>
                </a:lnTo>
                <a:moveTo>
                  <a:pt x="1775728" y="1113146"/>
                </a:moveTo>
                <a:lnTo>
                  <a:pt x="1688896" y="1108131"/>
                </a:lnTo>
                <a:moveTo>
                  <a:pt x="1695290" y="513397"/>
                </a:moveTo>
                <a:lnTo>
                  <a:pt x="1641878" y="421192"/>
                </a:lnTo>
                <a:moveTo>
                  <a:pt x="1688896" y="1108131"/>
                </a:moveTo>
                <a:lnTo>
                  <a:pt x="1647462" y="1099706"/>
                </a:lnTo>
                <a:moveTo>
                  <a:pt x="1688896" y="1108131"/>
                </a:moveTo>
                <a:lnTo>
                  <a:pt x="1660513" y="1057650"/>
                </a:lnTo>
                <a:moveTo>
                  <a:pt x="1682399" y="993490"/>
                </a:moveTo>
                <a:lnTo>
                  <a:pt x="1688896" y="1108131"/>
                </a:lnTo>
                <a:moveTo>
                  <a:pt x="1821952" y="457410"/>
                </a:moveTo>
                <a:lnTo>
                  <a:pt x="1772673" y="354555"/>
                </a:lnTo>
                <a:moveTo>
                  <a:pt x="1752178" y="781645"/>
                </a:moveTo>
                <a:lnTo>
                  <a:pt x="1750549" y="781657"/>
                </a:lnTo>
                <a:moveTo>
                  <a:pt x="1695290" y="513397"/>
                </a:moveTo>
                <a:lnTo>
                  <a:pt x="1612433" y="478527"/>
                </a:lnTo>
                <a:moveTo>
                  <a:pt x="1772673" y="354555"/>
                </a:moveTo>
                <a:lnTo>
                  <a:pt x="1729596" y="448702"/>
                </a:lnTo>
                <a:moveTo>
                  <a:pt x="1674864" y="561787"/>
                </a:moveTo>
                <a:lnTo>
                  <a:pt x="1557471" y="638666"/>
                </a:lnTo>
                <a:moveTo>
                  <a:pt x="1842749" y="500726"/>
                </a:moveTo>
                <a:lnTo>
                  <a:pt x="1821952" y="457410"/>
                </a:lnTo>
                <a:moveTo>
                  <a:pt x="1695290" y="513397"/>
                </a:moveTo>
                <a:lnTo>
                  <a:pt x="1584713" y="535121"/>
                </a:lnTo>
                <a:moveTo>
                  <a:pt x="1821952" y="457410"/>
                </a:moveTo>
                <a:lnTo>
                  <a:pt x="1729596" y="448702"/>
                </a:lnTo>
                <a:moveTo>
                  <a:pt x="1747376" y="688666"/>
                </a:moveTo>
                <a:lnTo>
                  <a:pt x="1654788" y="756938"/>
                </a:lnTo>
                <a:moveTo>
                  <a:pt x="562508" y="480071"/>
                </a:moveTo>
                <a:lnTo>
                  <a:pt x="544337" y="432542"/>
                </a:lnTo>
                <a:moveTo>
                  <a:pt x="1870202" y="576037"/>
                </a:moveTo>
                <a:lnTo>
                  <a:pt x="1842749" y="500726"/>
                </a:lnTo>
                <a:moveTo>
                  <a:pt x="1674864" y="561787"/>
                </a:moveTo>
                <a:lnTo>
                  <a:pt x="1584713" y="535121"/>
                </a:lnTo>
                <a:moveTo>
                  <a:pt x="1858197" y="673773"/>
                </a:moveTo>
                <a:lnTo>
                  <a:pt x="1779656" y="689274"/>
                </a:lnTo>
                <a:moveTo>
                  <a:pt x="544337" y="432542"/>
                </a:moveTo>
                <a:lnTo>
                  <a:pt x="545692" y="415941"/>
                </a:lnTo>
                <a:moveTo>
                  <a:pt x="647118" y="499671"/>
                </a:moveTo>
                <a:lnTo>
                  <a:pt x="562508" y="480071"/>
                </a:lnTo>
                <a:moveTo>
                  <a:pt x="1729596" y="448702"/>
                </a:moveTo>
                <a:lnTo>
                  <a:pt x="1695290" y="513397"/>
                </a:lnTo>
                <a:moveTo>
                  <a:pt x="1779656" y="689274"/>
                </a:moveTo>
                <a:lnTo>
                  <a:pt x="1752178" y="781645"/>
                </a:lnTo>
                <a:moveTo>
                  <a:pt x="1752178" y="781645"/>
                </a:moveTo>
                <a:lnTo>
                  <a:pt x="1747376" y="688666"/>
                </a:lnTo>
                <a:moveTo>
                  <a:pt x="1870202" y="576037"/>
                </a:moveTo>
                <a:lnTo>
                  <a:pt x="1779656" y="689274"/>
                </a:lnTo>
                <a:moveTo>
                  <a:pt x="1747376" y="688666"/>
                </a:moveTo>
                <a:lnTo>
                  <a:pt x="1750549" y="781657"/>
                </a:lnTo>
                <a:moveTo>
                  <a:pt x="1695290" y="513397"/>
                </a:moveTo>
                <a:lnTo>
                  <a:pt x="1674864" y="561787"/>
                </a:lnTo>
                <a:moveTo>
                  <a:pt x="1778769" y="583680"/>
                </a:moveTo>
                <a:lnTo>
                  <a:pt x="1821952" y="457410"/>
                </a:lnTo>
                <a:moveTo>
                  <a:pt x="1842749" y="500726"/>
                </a:moveTo>
                <a:lnTo>
                  <a:pt x="1778769" y="583680"/>
                </a:lnTo>
                <a:moveTo>
                  <a:pt x="1870202" y="576037"/>
                </a:moveTo>
                <a:lnTo>
                  <a:pt x="1778769" y="583680"/>
                </a:lnTo>
                <a:moveTo>
                  <a:pt x="1778769" y="583680"/>
                </a:moveTo>
                <a:lnTo>
                  <a:pt x="1729596" y="448702"/>
                </a:lnTo>
                <a:moveTo>
                  <a:pt x="1729596" y="448702"/>
                </a:moveTo>
                <a:lnTo>
                  <a:pt x="1766183" y="582704"/>
                </a:lnTo>
                <a:moveTo>
                  <a:pt x="1747376" y="688666"/>
                </a:moveTo>
                <a:lnTo>
                  <a:pt x="1674864" y="561787"/>
                </a:lnTo>
                <a:moveTo>
                  <a:pt x="1766183" y="582704"/>
                </a:moveTo>
                <a:lnTo>
                  <a:pt x="1695290" y="513397"/>
                </a:lnTo>
                <a:moveTo>
                  <a:pt x="1766183" y="582704"/>
                </a:moveTo>
                <a:lnTo>
                  <a:pt x="1674864" y="561787"/>
                </a:lnTo>
                <a:moveTo>
                  <a:pt x="1772314" y="599059"/>
                </a:moveTo>
                <a:lnTo>
                  <a:pt x="1674864" y="561787"/>
                </a:lnTo>
                <a:moveTo>
                  <a:pt x="1779656" y="689274"/>
                </a:moveTo>
                <a:lnTo>
                  <a:pt x="1747376" y="688666"/>
                </a:lnTo>
                <a:moveTo>
                  <a:pt x="1778769" y="583680"/>
                </a:moveTo>
                <a:lnTo>
                  <a:pt x="1779656" y="689274"/>
                </a:lnTo>
                <a:moveTo>
                  <a:pt x="1779656" y="689274"/>
                </a:moveTo>
                <a:lnTo>
                  <a:pt x="1772314" y="599059"/>
                </a:lnTo>
                <a:moveTo>
                  <a:pt x="1772314" y="599059"/>
                </a:moveTo>
                <a:lnTo>
                  <a:pt x="1747376" y="688666"/>
                </a:lnTo>
                <a:moveTo>
                  <a:pt x="1778769" y="583680"/>
                </a:moveTo>
                <a:lnTo>
                  <a:pt x="1766183" y="582704"/>
                </a:lnTo>
                <a:moveTo>
                  <a:pt x="1778769" y="583680"/>
                </a:moveTo>
                <a:lnTo>
                  <a:pt x="1772314" y="599059"/>
                </a:lnTo>
                <a:moveTo>
                  <a:pt x="1772314" y="599059"/>
                </a:moveTo>
                <a:lnTo>
                  <a:pt x="1766183" y="582704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337" name="9uvz_0_official_ReferenceLigand_0">
            <a:extLst>
              <a:ext uri="{FF2B5EF4-FFF2-40B4-BE49-F238E27FC236}">
                <a16:creationId xmlns:a16="http://schemas.microsoft.com/office/drawing/2014/main" id="{674B0B2B-9BBA-48A3-8CD0-6E8E8205DEF0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209" y="332248"/>
                </a:moveTo>
                <a:lnTo>
                  <a:pt x="1764900" y="2534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8" name="9uvz_0_official_ReferenceLigand_1">
            <a:extLst>
              <a:ext uri="{FF2B5EF4-FFF2-40B4-BE49-F238E27FC236}">
                <a16:creationId xmlns:a16="http://schemas.microsoft.com/office/drawing/2014/main" id="{1E31D541-EB2B-46CC-9442-643AE3B4A5BA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510" y="930202"/>
                </a:moveTo>
                <a:lnTo>
                  <a:pt x="1527373" y="10633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9" name="9uvz_0_official_ReferenceLigand_2">
            <a:extLst>
              <a:ext uri="{FF2B5EF4-FFF2-40B4-BE49-F238E27FC236}">
                <a16:creationId xmlns:a16="http://schemas.microsoft.com/office/drawing/2014/main" id="{77EE2AE5-516B-4D2A-811C-B3E0D1FDCB6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4303" y="630705"/>
                </a:moveTo>
                <a:lnTo>
                  <a:pt x="1437001" y="5416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0" name="9uvz_0_official_ReferenceLigand_3">
            <a:extLst>
              <a:ext uri="{FF2B5EF4-FFF2-40B4-BE49-F238E27FC236}">
                <a16:creationId xmlns:a16="http://schemas.microsoft.com/office/drawing/2014/main" id="{539DECEE-01AA-483A-B945-72CD150F891E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034" y="851662"/>
                </a:moveTo>
                <a:lnTo>
                  <a:pt x="1557510" y="930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1" name="9uvz_0_official_ReferenceLigand_4">
            <a:extLst>
              <a:ext uri="{FF2B5EF4-FFF2-40B4-BE49-F238E27FC236}">
                <a16:creationId xmlns:a16="http://schemas.microsoft.com/office/drawing/2014/main" id="{9ABB3829-72BD-4D1E-8CAA-AADADF212457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8045" y="414856"/>
                </a:moveTo>
                <a:lnTo>
                  <a:pt x="1641209" y="332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2" name="9uvz_0_official_ReferenceLigand_5">
            <a:extLst>
              <a:ext uri="{FF2B5EF4-FFF2-40B4-BE49-F238E27FC236}">
                <a16:creationId xmlns:a16="http://schemas.microsoft.com/office/drawing/2014/main" id="{9000A1B5-165A-44A6-9079-43B80CE18B30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900" y="253465"/>
                </a:moveTo>
                <a:lnTo>
                  <a:pt x="1832560" y="2888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3" name="9uvz_0_official_ReferenceLigand_6">
            <a:extLst>
              <a:ext uri="{FF2B5EF4-FFF2-40B4-BE49-F238E27FC236}">
                <a16:creationId xmlns:a16="http://schemas.microsoft.com/office/drawing/2014/main" id="{C146B5FD-8DD6-413B-8BB6-72D7DFD7B848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001" y="541619"/>
                </a:moveTo>
                <a:lnTo>
                  <a:pt x="1517908" y="5081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4" name="9uvz_0_official_ReferenceLigand_7">
            <a:extLst>
              <a:ext uri="{FF2B5EF4-FFF2-40B4-BE49-F238E27FC236}">
                <a16:creationId xmlns:a16="http://schemas.microsoft.com/office/drawing/2014/main" id="{878ED09C-1459-4E22-9716-9F459B766BF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7373" y="1063399"/>
                </a:moveTo>
                <a:lnTo>
                  <a:pt x="1596027" y="11181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5" name="9uvz_0_official_ReferenceLigand_8">
            <a:extLst>
              <a:ext uri="{FF2B5EF4-FFF2-40B4-BE49-F238E27FC236}">
                <a16:creationId xmlns:a16="http://schemas.microsoft.com/office/drawing/2014/main" id="{E527D04C-7E7F-43FE-AC4C-FBB67CCC296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7893" y="689924"/>
                </a:moveTo>
                <a:lnTo>
                  <a:pt x="1324303" y="6307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6" name="9uvz_0_official_ReferenceLigand_9">
            <a:extLst>
              <a:ext uri="{FF2B5EF4-FFF2-40B4-BE49-F238E27FC236}">
                <a16:creationId xmlns:a16="http://schemas.microsoft.com/office/drawing/2014/main" id="{36277833-C19C-4C75-819E-31F8F9DA3D5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15" y="903772"/>
                </a:moveTo>
                <a:lnTo>
                  <a:pt x="1656034" y="851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7" name="9uvz_0_official_ReferenceLigand_10">
            <a:extLst>
              <a:ext uri="{FF2B5EF4-FFF2-40B4-BE49-F238E27FC236}">
                <a16:creationId xmlns:a16="http://schemas.microsoft.com/office/drawing/2014/main" id="{24FE5967-3835-4064-A4F3-CB95CBFB64F8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908" y="508104"/>
                </a:moveTo>
                <a:lnTo>
                  <a:pt x="1638045" y="4148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8" name="9uvz_0_official_ReferenceLigand_11">
            <a:extLst>
              <a:ext uri="{FF2B5EF4-FFF2-40B4-BE49-F238E27FC236}">
                <a16:creationId xmlns:a16="http://schemas.microsoft.com/office/drawing/2014/main" id="{B9BCE09E-D3A4-4BED-9825-5ADF85C9499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2560" y="288899"/>
                </a:moveTo>
                <a:lnTo>
                  <a:pt x="1968773" y="2205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9" name="9uvz_0_official_ReferenceLigand_12">
            <a:extLst>
              <a:ext uri="{FF2B5EF4-FFF2-40B4-BE49-F238E27FC236}">
                <a16:creationId xmlns:a16="http://schemas.microsoft.com/office/drawing/2014/main" id="{31B251E4-9A80-4514-85DC-2FC5068EA313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862" y="542531"/>
                </a:moveTo>
                <a:lnTo>
                  <a:pt x="678504" y="5562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0" name="9uvz_0_official_ReferenceLigand_13">
            <a:extLst>
              <a:ext uri="{FF2B5EF4-FFF2-40B4-BE49-F238E27FC236}">
                <a16:creationId xmlns:a16="http://schemas.microsoft.com/office/drawing/2014/main" id="{D9E63BA1-65A4-40E0-8E9F-3A4E37F77330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7098" y="391229"/>
                </a:moveTo>
                <a:lnTo>
                  <a:pt x="1638045" y="4148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1" name="9uvz_0_official_ReferenceLigand_14">
            <a:extLst>
              <a:ext uri="{FF2B5EF4-FFF2-40B4-BE49-F238E27FC236}">
                <a16:creationId xmlns:a16="http://schemas.microsoft.com/office/drawing/2014/main" id="{03ECF135-82B5-4733-B308-192254A5A612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2560" y="288899"/>
                </a:moveTo>
                <a:lnTo>
                  <a:pt x="1757098" y="3912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2" name="9uvz_0_official_ReferenceLigand_15">
            <a:extLst>
              <a:ext uri="{FF2B5EF4-FFF2-40B4-BE49-F238E27FC236}">
                <a16:creationId xmlns:a16="http://schemas.microsoft.com/office/drawing/2014/main" id="{4AFB263E-11BC-4042-A92C-189835DD759A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9211" y="792474"/>
                </a:moveTo>
                <a:lnTo>
                  <a:pt x="1287893" y="6899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3" name="9uvz_0_official_ReferenceLigand_16">
            <a:extLst>
              <a:ext uri="{FF2B5EF4-FFF2-40B4-BE49-F238E27FC236}">
                <a16:creationId xmlns:a16="http://schemas.microsoft.com/office/drawing/2014/main" id="{71CD8CD3-50F7-4E79-B715-78D97B62781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6027" y="1118194"/>
                </a:moveTo>
                <a:lnTo>
                  <a:pt x="1694927" y="1039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4" name="9uvz_0_official_ReferenceLigand_17">
            <a:extLst>
              <a:ext uri="{FF2B5EF4-FFF2-40B4-BE49-F238E27FC236}">
                <a16:creationId xmlns:a16="http://schemas.microsoft.com/office/drawing/2014/main" id="{1D75785A-71B2-4132-B825-1524525978B3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4927" y="1039502"/>
                </a:moveTo>
                <a:lnTo>
                  <a:pt x="1727015" y="9037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5" name="9uvz_0_official_ReferenceLigand_18">
            <a:extLst>
              <a:ext uri="{FF2B5EF4-FFF2-40B4-BE49-F238E27FC236}">
                <a16:creationId xmlns:a16="http://schemas.microsoft.com/office/drawing/2014/main" id="{F8E12C00-5A61-4C88-A78B-40D5CCBE33D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908" y="508104"/>
                </a:moveTo>
                <a:lnTo>
                  <a:pt x="1482154" y="5681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6" name="9uvz_0_official_ReferenceLigand_19">
            <a:extLst>
              <a:ext uri="{FF2B5EF4-FFF2-40B4-BE49-F238E27FC236}">
                <a16:creationId xmlns:a16="http://schemas.microsoft.com/office/drawing/2014/main" id="{DA6B2BB5-AF36-4C53-B4A0-503C4B60CFF7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3407" y="817029"/>
                </a:moveTo>
                <a:lnTo>
                  <a:pt x="1727015" y="9037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7" name="9uvz_0_official_ReferenceLigand_20">
            <a:extLst>
              <a:ext uri="{FF2B5EF4-FFF2-40B4-BE49-F238E27FC236}">
                <a16:creationId xmlns:a16="http://schemas.microsoft.com/office/drawing/2014/main" id="{0058A2FB-3D07-485F-89CC-F81CF3D32F3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9283" y="657789"/>
                </a:moveTo>
                <a:lnTo>
                  <a:pt x="1287893" y="6899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8" name="9uvz_0_official_ReferenceLigand_21">
            <a:extLst>
              <a:ext uri="{FF2B5EF4-FFF2-40B4-BE49-F238E27FC236}">
                <a16:creationId xmlns:a16="http://schemas.microsoft.com/office/drawing/2014/main" id="{40ACAEA9-1574-4248-9108-32D1A2F506B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3407" y="817029"/>
                </a:moveTo>
                <a:lnTo>
                  <a:pt x="1978495" y="838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9" name="9uvz_0_official_ReferenceLigand_22">
            <a:extLst>
              <a:ext uri="{FF2B5EF4-FFF2-40B4-BE49-F238E27FC236}">
                <a16:creationId xmlns:a16="http://schemas.microsoft.com/office/drawing/2014/main" id="{26C80428-4290-4DF2-B769-63BFD14CC06F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4717" y="760827"/>
                </a:moveTo>
                <a:lnTo>
                  <a:pt x="1169211" y="7924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0" name="9uvz_0_official_ReferenceLigand_23">
            <a:extLst>
              <a:ext uri="{FF2B5EF4-FFF2-40B4-BE49-F238E27FC236}">
                <a16:creationId xmlns:a16="http://schemas.microsoft.com/office/drawing/2014/main" id="{766C0AF2-61BA-48EB-8BD9-02463ABD55E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8504" y="556239"/>
                </a:moveTo>
                <a:lnTo>
                  <a:pt x="568812" y="5281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1" name="9uvz_0_official_ReferenceLigand_24">
            <a:extLst>
              <a:ext uri="{FF2B5EF4-FFF2-40B4-BE49-F238E27FC236}">
                <a16:creationId xmlns:a16="http://schemas.microsoft.com/office/drawing/2014/main" id="{83B905E1-5A36-4B91-BB50-65438333FF7E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4870" y="667343"/>
                </a:moveTo>
                <a:lnTo>
                  <a:pt x="1833407" y="8170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2" name="9uvz_0_official_ReferenceLigand_25">
            <a:extLst>
              <a:ext uri="{FF2B5EF4-FFF2-40B4-BE49-F238E27FC236}">
                <a16:creationId xmlns:a16="http://schemas.microsoft.com/office/drawing/2014/main" id="{C01ADF4A-F4CC-4FFF-9AFC-F270231A50C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9738" y="609514"/>
                </a:moveTo>
                <a:lnTo>
                  <a:pt x="918438" y="6598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3" name="9uvz_0_official_ReferenceLigand_26">
            <a:extLst>
              <a:ext uri="{FF2B5EF4-FFF2-40B4-BE49-F238E27FC236}">
                <a16:creationId xmlns:a16="http://schemas.microsoft.com/office/drawing/2014/main" id="{26C7048B-2D9D-4EF6-AD1F-111B3393553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8504" y="556239"/>
                </a:moveTo>
                <a:lnTo>
                  <a:pt x="799738" y="609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4" name="9uvz_0_official_ReferenceLigand_27">
            <a:extLst>
              <a:ext uri="{FF2B5EF4-FFF2-40B4-BE49-F238E27FC236}">
                <a16:creationId xmlns:a16="http://schemas.microsoft.com/office/drawing/2014/main" id="{6B94BD96-5770-44D3-98CF-2519A8671E1C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8438" y="659871"/>
                </a:moveTo>
                <a:lnTo>
                  <a:pt x="1044717" y="7608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5" name="9uvz_0_official_ReferenceLigand_28">
            <a:extLst>
              <a:ext uri="{FF2B5EF4-FFF2-40B4-BE49-F238E27FC236}">
                <a16:creationId xmlns:a16="http://schemas.microsoft.com/office/drawing/2014/main" id="{B892A2A9-4DE4-4BB6-86E7-BE9949779CEC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7098" y="391229"/>
                </a:moveTo>
                <a:lnTo>
                  <a:pt x="1810184" y="4460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6" name="9uvz_0_official_ReferenceLigand_29">
            <a:extLst>
              <a:ext uri="{FF2B5EF4-FFF2-40B4-BE49-F238E27FC236}">
                <a16:creationId xmlns:a16="http://schemas.microsoft.com/office/drawing/2014/main" id="{22008534-1D35-4FFA-BB70-6E0E406C9662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154" y="568144"/>
                </a:moveTo>
                <a:lnTo>
                  <a:pt x="1369283" y="6577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7" name="9uvz_0_official_ReferenceLigand_30">
            <a:extLst>
              <a:ext uri="{FF2B5EF4-FFF2-40B4-BE49-F238E27FC236}">
                <a16:creationId xmlns:a16="http://schemas.microsoft.com/office/drawing/2014/main" id="{FCF1F91C-387D-4FB6-8BB5-CC377B1DAAAC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4927" y="1039502"/>
                </a:moveTo>
                <a:lnTo>
                  <a:pt x="1781590" y="1114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8" name="9uvz_0_official_ReferenceLigand_31">
            <a:extLst>
              <a:ext uri="{FF2B5EF4-FFF2-40B4-BE49-F238E27FC236}">
                <a16:creationId xmlns:a16="http://schemas.microsoft.com/office/drawing/2014/main" id="{709216AA-A6BE-4015-8270-2B9724B248C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1323" y="581484"/>
                </a:moveTo>
                <a:lnTo>
                  <a:pt x="1804870" y="6673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9" name="9uvz_0_official_ReferenceLigand_32">
            <a:extLst>
              <a:ext uri="{FF2B5EF4-FFF2-40B4-BE49-F238E27FC236}">
                <a16:creationId xmlns:a16="http://schemas.microsoft.com/office/drawing/2014/main" id="{E6E90295-783E-4FB4-884A-88A07AC5CD1E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184" y="446042"/>
                </a:moveTo>
                <a:lnTo>
                  <a:pt x="1841323" y="5814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0" name="9uvz_0_official_ReferenceLigand_33">
            <a:extLst>
              <a:ext uri="{FF2B5EF4-FFF2-40B4-BE49-F238E27FC236}">
                <a16:creationId xmlns:a16="http://schemas.microsoft.com/office/drawing/2014/main" id="{488D41E7-0860-433F-A0AD-8FDF875FBBED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1323" y="581484"/>
                </a:moveTo>
                <a:lnTo>
                  <a:pt x="1894288" y="6166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1" name="9uvz_0_official_PredictedLigand_0">
            <a:extLst>
              <a:ext uri="{FF2B5EF4-FFF2-40B4-BE49-F238E27FC236}">
                <a16:creationId xmlns:a16="http://schemas.microsoft.com/office/drawing/2014/main" id="{5559BA3D-BFC2-4B6C-96F5-EAD0BB39832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200" y="908059"/>
                </a:moveTo>
                <a:lnTo>
                  <a:pt x="1475036" y="1049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72" name="9uvz_0_official_PredictedLigand_1">
            <a:extLst>
              <a:ext uri="{FF2B5EF4-FFF2-40B4-BE49-F238E27FC236}">
                <a16:creationId xmlns:a16="http://schemas.microsoft.com/office/drawing/2014/main" id="{71519D40-3EEC-4CFE-8992-BCC4D2428BEF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3932" y="838238"/>
                </a:moveTo>
                <a:lnTo>
                  <a:pt x="1486200" y="9080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73" name="9uvz_0_official_PredictedLigand_2">
            <a:extLst>
              <a:ext uri="{FF2B5EF4-FFF2-40B4-BE49-F238E27FC236}">
                <a16:creationId xmlns:a16="http://schemas.microsoft.com/office/drawing/2014/main" id="{E10B01F7-A14D-4EA6-902A-7EFC6BE7C67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5036" y="1049554"/>
                </a:moveTo>
                <a:lnTo>
                  <a:pt x="1558229" y="11213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74" name="9uvz_0_official_PredictedLigand_3">
            <a:extLst>
              <a:ext uri="{FF2B5EF4-FFF2-40B4-BE49-F238E27FC236}">
                <a16:creationId xmlns:a16="http://schemas.microsoft.com/office/drawing/2014/main" id="{37E23D5E-C676-4A24-9357-6F0F5C4C685B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2915" y="175455"/>
                </a:moveTo>
                <a:lnTo>
                  <a:pt x="1856081" y="1442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75" name="9uvz_0_official_PredictedLigand_4">
            <a:extLst>
              <a:ext uri="{FF2B5EF4-FFF2-40B4-BE49-F238E27FC236}">
                <a16:creationId xmlns:a16="http://schemas.microsoft.com/office/drawing/2014/main" id="{E106E751-3F6B-4A02-B9A7-D0DB4C476DD3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2311" y="276253"/>
                </a:moveTo>
                <a:lnTo>
                  <a:pt x="1722915" y="1754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76" name="9uvz_0_official_PredictedLigand_5">
            <a:extLst>
              <a:ext uri="{FF2B5EF4-FFF2-40B4-BE49-F238E27FC236}">
                <a16:creationId xmlns:a16="http://schemas.microsoft.com/office/drawing/2014/main" id="{8ED2C4B4-CC40-4581-B6E5-54973E6A5DE3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48" y="907752"/>
                </a:moveTo>
                <a:lnTo>
                  <a:pt x="1583932" y="8382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77" name="9uvz_0_official_PredictedLigand_6">
            <a:extLst>
              <a:ext uri="{FF2B5EF4-FFF2-40B4-BE49-F238E27FC236}">
                <a16:creationId xmlns:a16="http://schemas.microsoft.com/office/drawing/2014/main" id="{D862A92B-D8CE-4DEF-8C5C-90F54D2E5627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6081" y="144212"/>
                </a:moveTo>
                <a:lnTo>
                  <a:pt x="1913389" y="22753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78" name="9uvz_0_official_PredictedLigand_7">
            <a:extLst>
              <a:ext uri="{FF2B5EF4-FFF2-40B4-BE49-F238E27FC236}">
                <a16:creationId xmlns:a16="http://schemas.microsoft.com/office/drawing/2014/main" id="{8DC7EB34-179D-4D60-BECE-F8ECBF9E0B3D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229" y="1121347"/>
                </a:moveTo>
                <a:lnTo>
                  <a:pt x="1658242" y="10519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79" name="9uvz_0_official_PredictedLigand_8">
            <a:extLst>
              <a:ext uri="{FF2B5EF4-FFF2-40B4-BE49-F238E27FC236}">
                <a16:creationId xmlns:a16="http://schemas.microsoft.com/office/drawing/2014/main" id="{9F9D222C-33B5-4905-B358-41AB8670C1C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636" y="239960"/>
                </a:moveTo>
                <a:lnTo>
                  <a:pt x="1312605" y="2452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80" name="9uvz_0_official_PredictedLigand_9">
            <a:extLst>
              <a:ext uri="{FF2B5EF4-FFF2-40B4-BE49-F238E27FC236}">
                <a16:creationId xmlns:a16="http://schemas.microsoft.com/office/drawing/2014/main" id="{E4BF5A1F-4761-4CC8-87FC-0736D2B2AD22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1819" y="305776"/>
                </a:moveTo>
                <a:lnTo>
                  <a:pt x="1444636" y="2399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81" name="9uvz_0_official_PredictedLigand_10">
            <a:extLst>
              <a:ext uri="{FF2B5EF4-FFF2-40B4-BE49-F238E27FC236}">
                <a16:creationId xmlns:a16="http://schemas.microsoft.com/office/drawing/2014/main" id="{F244D2D2-AE9B-4372-B4A0-773D5378E9C3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242" y="1051965"/>
                </a:moveTo>
                <a:lnTo>
                  <a:pt x="1677448" y="907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82" name="9uvz_0_official_PredictedLigand_11">
            <a:extLst>
              <a:ext uri="{FF2B5EF4-FFF2-40B4-BE49-F238E27FC236}">
                <a16:creationId xmlns:a16="http://schemas.microsoft.com/office/drawing/2014/main" id="{D88BC826-132C-4192-A8C1-D38FEB1179F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1819" y="305776"/>
                </a:moveTo>
                <a:lnTo>
                  <a:pt x="1692311" y="2762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83" name="9uvz_0_official_PredictedLigand_12">
            <a:extLst>
              <a:ext uri="{FF2B5EF4-FFF2-40B4-BE49-F238E27FC236}">
                <a16:creationId xmlns:a16="http://schemas.microsoft.com/office/drawing/2014/main" id="{4935C7A5-059B-4A29-A0A8-91319646019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246" y="330495"/>
                </a:moveTo>
                <a:lnTo>
                  <a:pt x="1692311" y="2762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84" name="9uvz_0_official_PredictedLigand_13">
            <a:extLst>
              <a:ext uri="{FF2B5EF4-FFF2-40B4-BE49-F238E27FC236}">
                <a16:creationId xmlns:a16="http://schemas.microsoft.com/office/drawing/2014/main" id="{8B75271F-0157-4C82-B3AE-3846D5A318B0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389" y="227533"/>
                </a:moveTo>
                <a:lnTo>
                  <a:pt x="1814246" y="3304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85" name="9uvz_0_official_PredictedLigand_14">
            <a:extLst>
              <a:ext uri="{FF2B5EF4-FFF2-40B4-BE49-F238E27FC236}">
                <a16:creationId xmlns:a16="http://schemas.microsoft.com/office/drawing/2014/main" id="{51CE0BA4-FA18-477D-9173-6D761639919C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466" y="833611"/>
                </a:moveTo>
                <a:lnTo>
                  <a:pt x="1677448" y="907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86" name="9uvz_0_official_PredictedLigand_15">
            <a:extLst>
              <a:ext uri="{FF2B5EF4-FFF2-40B4-BE49-F238E27FC236}">
                <a16:creationId xmlns:a16="http://schemas.microsoft.com/office/drawing/2014/main" id="{BA909714-BE88-43FA-A6DB-1491C537424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7186" y="687899"/>
                </a:moveTo>
                <a:lnTo>
                  <a:pt x="825282" y="7259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87" name="9uvz_0_official_PredictedLigand_16">
            <a:extLst>
              <a:ext uri="{FF2B5EF4-FFF2-40B4-BE49-F238E27FC236}">
                <a16:creationId xmlns:a16="http://schemas.microsoft.com/office/drawing/2014/main" id="{21DE101B-E0AB-40DF-B615-76B81BEC2B6F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389" y="227533"/>
                </a:moveTo>
                <a:lnTo>
                  <a:pt x="2036476" y="189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88" name="9uvz_0_official_PredictedLigand_17">
            <a:extLst>
              <a:ext uri="{FF2B5EF4-FFF2-40B4-BE49-F238E27FC236}">
                <a16:creationId xmlns:a16="http://schemas.microsoft.com/office/drawing/2014/main" id="{6CC85967-0835-4FBA-89DE-76428FE25D7E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466" y="833611"/>
                </a:moveTo>
                <a:lnTo>
                  <a:pt x="1934045" y="8772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89" name="9uvz_0_official_PredictedLigand_18">
            <a:extLst>
              <a:ext uri="{FF2B5EF4-FFF2-40B4-BE49-F238E27FC236}">
                <a16:creationId xmlns:a16="http://schemas.microsoft.com/office/drawing/2014/main" id="{DDCDFB42-39A1-4FDC-BC62-ECD137CC739D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2605" y="245255"/>
                </a:moveTo>
                <a:lnTo>
                  <a:pt x="1282433" y="3158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90" name="9uvz_0_official_PredictedLigand_19">
            <a:extLst>
              <a:ext uri="{FF2B5EF4-FFF2-40B4-BE49-F238E27FC236}">
                <a16:creationId xmlns:a16="http://schemas.microsoft.com/office/drawing/2014/main" id="{BFAD7DB1-F09C-454C-BB2C-CFC389D167F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242" y="1051965"/>
                </a:moveTo>
                <a:lnTo>
                  <a:pt x="1746248" y="11294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91" name="9uvz_0_official_PredictedLigand_20">
            <a:extLst>
              <a:ext uri="{FF2B5EF4-FFF2-40B4-BE49-F238E27FC236}">
                <a16:creationId xmlns:a16="http://schemas.microsoft.com/office/drawing/2014/main" id="{188B48B7-05EC-4630-8E57-B6FB0CF9CCD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053" y="687418"/>
                </a:moveTo>
                <a:lnTo>
                  <a:pt x="1789466" y="8336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92" name="9uvz_0_official_PredictedLigand_21">
            <a:extLst>
              <a:ext uri="{FF2B5EF4-FFF2-40B4-BE49-F238E27FC236}">
                <a16:creationId xmlns:a16="http://schemas.microsoft.com/office/drawing/2014/main" id="{E091665D-D5EA-445A-AE9C-62B1727FDDE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246" y="330495"/>
                </a:moveTo>
                <a:lnTo>
                  <a:pt x="1834380" y="4555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93" name="9uvz_0_official_PredictedLigand_22">
            <a:extLst>
              <a:ext uri="{FF2B5EF4-FFF2-40B4-BE49-F238E27FC236}">
                <a16:creationId xmlns:a16="http://schemas.microsoft.com/office/drawing/2014/main" id="{81CF3CDF-9D6A-41F0-9CD4-47F297FF9A73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812" y="394046"/>
                </a:moveTo>
                <a:lnTo>
                  <a:pt x="1551819" y="3057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94" name="9uvz_0_official_PredictedLigand_23">
            <a:extLst>
              <a:ext uri="{FF2B5EF4-FFF2-40B4-BE49-F238E27FC236}">
                <a16:creationId xmlns:a16="http://schemas.microsoft.com/office/drawing/2014/main" id="{7074A8EC-9D5F-4034-BE5E-33F7F9607A9A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933" y="590596"/>
                </a:moveTo>
                <a:lnTo>
                  <a:pt x="1775053" y="6874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95" name="9uvz_0_official_PredictedLigand_24">
            <a:extLst>
              <a:ext uri="{FF2B5EF4-FFF2-40B4-BE49-F238E27FC236}">
                <a16:creationId xmlns:a16="http://schemas.microsoft.com/office/drawing/2014/main" id="{52B72D24-7114-4562-96B3-32A81D32DB7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380" y="455560"/>
                </a:moveTo>
                <a:lnTo>
                  <a:pt x="1865933" y="5905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96" name="9uvz_0_official_PredictedLigand_25">
            <a:extLst>
              <a:ext uri="{FF2B5EF4-FFF2-40B4-BE49-F238E27FC236}">
                <a16:creationId xmlns:a16="http://schemas.microsoft.com/office/drawing/2014/main" id="{875894E4-3CFB-4CF0-919C-B5D87D5937D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1785" y="672946"/>
                </a:moveTo>
                <a:lnTo>
                  <a:pt x="827186" y="6878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97" name="9uvz_0_official_PredictedLigand_26">
            <a:extLst>
              <a:ext uri="{FF2B5EF4-FFF2-40B4-BE49-F238E27FC236}">
                <a16:creationId xmlns:a16="http://schemas.microsoft.com/office/drawing/2014/main" id="{9089A399-2EB6-4F2C-B1B7-8F15C0F4848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7186" y="687899"/>
                </a:moveTo>
                <a:lnTo>
                  <a:pt x="959200" y="6642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98" name="9uvz_0_official_PredictedLigand_27">
            <a:extLst>
              <a:ext uri="{FF2B5EF4-FFF2-40B4-BE49-F238E27FC236}">
                <a16:creationId xmlns:a16="http://schemas.microsoft.com/office/drawing/2014/main" id="{D9E22FA9-63EE-4514-AE10-138C338E8C5C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933" y="590596"/>
                </a:moveTo>
                <a:lnTo>
                  <a:pt x="1973578" y="625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99" name="9uvz_0_official_PredictedLigand_28">
            <a:extLst>
              <a:ext uri="{FF2B5EF4-FFF2-40B4-BE49-F238E27FC236}">
                <a16:creationId xmlns:a16="http://schemas.microsoft.com/office/drawing/2014/main" id="{78653682-73AD-4E56-811C-8E703D0D0DE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433" y="315890"/>
                </a:moveTo>
                <a:lnTo>
                  <a:pt x="1385334" y="3966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00" name="9uvz_0_official_PredictedLigand_29">
            <a:extLst>
              <a:ext uri="{FF2B5EF4-FFF2-40B4-BE49-F238E27FC236}">
                <a16:creationId xmlns:a16="http://schemas.microsoft.com/office/drawing/2014/main" id="{044294CB-F873-42EE-BE6E-CD8991C5798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8584" y="294837"/>
                </a:moveTo>
                <a:lnTo>
                  <a:pt x="1282433" y="3158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01" name="9uvz_0_official_PredictedLigand_30">
            <a:extLst>
              <a:ext uri="{FF2B5EF4-FFF2-40B4-BE49-F238E27FC236}">
                <a16:creationId xmlns:a16="http://schemas.microsoft.com/office/drawing/2014/main" id="{34963839-53AA-4B01-BDE7-B24B298CDA9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9200" y="664271"/>
                </a:moveTo>
                <a:lnTo>
                  <a:pt x="1041397" y="5380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02" name="9uvz_0_official_PredictedLigand_31">
            <a:extLst>
              <a:ext uri="{FF2B5EF4-FFF2-40B4-BE49-F238E27FC236}">
                <a16:creationId xmlns:a16="http://schemas.microsoft.com/office/drawing/2014/main" id="{73A683EE-28A4-4D85-ABA3-8E687DEAE2A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334" y="396659"/>
                </a:moveTo>
                <a:lnTo>
                  <a:pt x="1517812" y="3940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03" name="9uvz_0_official_PredictedLigand_32">
            <a:extLst>
              <a:ext uri="{FF2B5EF4-FFF2-40B4-BE49-F238E27FC236}">
                <a16:creationId xmlns:a16="http://schemas.microsoft.com/office/drawing/2014/main" id="{24CDD43C-8746-412D-BC7F-72ACBEDEBCEC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397" y="538003"/>
                </a:moveTo>
                <a:lnTo>
                  <a:pt x="1075627" y="4277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04" name="9uvz_0_official_PredictedLigand_33">
            <a:extLst>
              <a:ext uri="{FF2B5EF4-FFF2-40B4-BE49-F238E27FC236}">
                <a16:creationId xmlns:a16="http://schemas.microsoft.com/office/drawing/2014/main" id="{9DEBE4AC-7627-4114-A247-97E5F644AC70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5627" y="427750"/>
                </a:moveTo>
                <a:lnTo>
                  <a:pt x="1148584" y="2948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05" name="9uvz_0_official_PredictedAtoms_0">
            <a:extLst>
              <a:ext uri="{FF2B5EF4-FFF2-40B4-BE49-F238E27FC236}">
                <a16:creationId xmlns:a16="http://schemas.microsoft.com/office/drawing/2014/main" id="{45FBC9B5-C2AE-4F7C-9BF4-397A2A907363}"/>
              </a:ext>
            </a:extLst>
          </p:cNvPr>
          <p:cNvSpPr>
            <a:spLocks/>
          </p:cNvSpPr>
          <p:nvPr/>
        </p:nvSpPr>
        <p:spPr>
          <a:xfrm>
            <a:off x="924193" y="86101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06" name="9uvz_0_official_PredictedAtoms_1">
            <a:extLst>
              <a:ext uri="{FF2B5EF4-FFF2-40B4-BE49-F238E27FC236}">
                <a16:creationId xmlns:a16="http://schemas.microsoft.com/office/drawing/2014/main" id="{E95DE3C5-D420-4B8E-9FF6-76AF5714065E}"/>
              </a:ext>
            </a:extLst>
          </p:cNvPr>
          <p:cNvSpPr>
            <a:spLocks/>
          </p:cNvSpPr>
          <p:nvPr/>
        </p:nvSpPr>
        <p:spPr>
          <a:xfrm>
            <a:off x="1039593" y="86250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07" name="9uvz_0_official_PredictedAtoms_2">
            <a:extLst>
              <a:ext uri="{FF2B5EF4-FFF2-40B4-BE49-F238E27FC236}">
                <a16:creationId xmlns:a16="http://schemas.microsoft.com/office/drawing/2014/main" id="{AE8CA01B-D11B-4CD8-9A59-EDA3952CBE19}"/>
              </a:ext>
            </a:extLst>
          </p:cNvPr>
          <p:cNvSpPr>
            <a:spLocks/>
          </p:cNvSpPr>
          <p:nvPr/>
        </p:nvSpPr>
        <p:spPr>
          <a:xfrm>
            <a:off x="1037689" y="86631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08" name="9uvz_0_official_PredictedAtoms_3">
            <a:extLst>
              <a:ext uri="{FF2B5EF4-FFF2-40B4-BE49-F238E27FC236}">
                <a16:creationId xmlns:a16="http://schemas.microsoft.com/office/drawing/2014/main" id="{5046A309-54C4-444D-8F7B-FF5DD82ADE5E}"/>
              </a:ext>
            </a:extLst>
          </p:cNvPr>
          <p:cNvSpPr>
            <a:spLocks/>
          </p:cNvSpPr>
          <p:nvPr/>
        </p:nvSpPr>
        <p:spPr>
          <a:xfrm>
            <a:off x="1171608" y="86014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09" name="9uvz_0_official_PredictedAtoms_4">
            <a:extLst>
              <a:ext uri="{FF2B5EF4-FFF2-40B4-BE49-F238E27FC236}">
                <a16:creationId xmlns:a16="http://schemas.microsoft.com/office/drawing/2014/main" id="{0B8CEFAA-E9A8-4F6B-B411-91B007C07183}"/>
              </a:ext>
            </a:extLst>
          </p:cNvPr>
          <p:cNvSpPr>
            <a:spLocks/>
          </p:cNvSpPr>
          <p:nvPr/>
        </p:nvSpPr>
        <p:spPr>
          <a:xfrm>
            <a:off x="1253804" y="84751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10" name="9uvz_0_official_PredictedAtoms_5">
            <a:extLst>
              <a:ext uri="{FF2B5EF4-FFF2-40B4-BE49-F238E27FC236}">
                <a16:creationId xmlns:a16="http://schemas.microsoft.com/office/drawing/2014/main" id="{8B51DA4B-75B5-4617-BC8B-CFB6A23D9EC6}"/>
              </a:ext>
            </a:extLst>
          </p:cNvPr>
          <p:cNvSpPr>
            <a:spLocks/>
          </p:cNvSpPr>
          <p:nvPr/>
        </p:nvSpPr>
        <p:spPr>
          <a:xfrm>
            <a:off x="1288034" y="8364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11" name="9uvz_0_official_PredictedAtoms_6">
            <a:extLst>
              <a:ext uri="{FF2B5EF4-FFF2-40B4-BE49-F238E27FC236}">
                <a16:creationId xmlns:a16="http://schemas.microsoft.com/office/drawing/2014/main" id="{610D63C9-645F-480C-A255-8BF1EC2C4598}"/>
              </a:ext>
            </a:extLst>
          </p:cNvPr>
          <p:cNvSpPr>
            <a:spLocks/>
          </p:cNvSpPr>
          <p:nvPr/>
        </p:nvSpPr>
        <p:spPr>
          <a:xfrm>
            <a:off x="1360992" y="82320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12" name="9uvz_0_official_PredictedAtoms_7">
            <a:extLst>
              <a:ext uri="{FF2B5EF4-FFF2-40B4-BE49-F238E27FC236}">
                <a16:creationId xmlns:a16="http://schemas.microsoft.com/office/drawing/2014/main" id="{D7B4D3EB-4D35-465E-9169-29F27F6E3497}"/>
              </a:ext>
            </a:extLst>
          </p:cNvPr>
          <p:cNvSpPr>
            <a:spLocks/>
          </p:cNvSpPr>
          <p:nvPr/>
        </p:nvSpPr>
        <p:spPr>
          <a:xfrm>
            <a:off x="1494841" y="82530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13" name="9uvz_0_official_PredictedAtoms_8">
            <a:extLst>
              <a:ext uri="{FF2B5EF4-FFF2-40B4-BE49-F238E27FC236}">
                <a16:creationId xmlns:a16="http://schemas.microsoft.com/office/drawing/2014/main" id="{CF52637A-2E5F-4812-A9C0-6DF331DE55A7}"/>
              </a:ext>
            </a:extLst>
          </p:cNvPr>
          <p:cNvSpPr>
            <a:spLocks/>
          </p:cNvSpPr>
          <p:nvPr/>
        </p:nvSpPr>
        <p:spPr>
          <a:xfrm>
            <a:off x="1597742" y="83338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14" name="9uvz_0_official_PredictedAtoms_9">
            <a:extLst>
              <a:ext uri="{FF2B5EF4-FFF2-40B4-BE49-F238E27FC236}">
                <a16:creationId xmlns:a16="http://schemas.microsoft.com/office/drawing/2014/main" id="{D57FBEB0-B9AC-4161-B77B-D4586CEBA381}"/>
              </a:ext>
            </a:extLst>
          </p:cNvPr>
          <p:cNvSpPr>
            <a:spLocks/>
          </p:cNvSpPr>
          <p:nvPr/>
        </p:nvSpPr>
        <p:spPr>
          <a:xfrm>
            <a:off x="1730219" y="83312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15" name="9uvz_0_official_PredictedAtoms_10">
            <a:extLst>
              <a:ext uri="{FF2B5EF4-FFF2-40B4-BE49-F238E27FC236}">
                <a16:creationId xmlns:a16="http://schemas.microsoft.com/office/drawing/2014/main" id="{EF22F6F3-4DEB-47F6-8F45-DD49A431A88B}"/>
              </a:ext>
            </a:extLst>
          </p:cNvPr>
          <p:cNvSpPr>
            <a:spLocks/>
          </p:cNvSpPr>
          <p:nvPr/>
        </p:nvSpPr>
        <p:spPr>
          <a:xfrm>
            <a:off x="1764227" y="82429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16" name="9uvz_0_official_PredictedAtoms_11">
            <a:extLst>
              <a:ext uri="{FF2B5EF4-FFF2-40B4-BE49-F238E27FC236}">
                <a16:creationId xmlns:a16="http://schemas.microsoft.com/office/drawing/2014/main" id="{532A1C09-5876-4A3F-8EF1-2998B3CDD3D3}"/>
              </a:ext>
            </a:extLst>
          </p:cNvPr>
          <p:cNvSpPr>
            <a:spLocks/>
          </p:cNvSpPr>
          <p:nvPr/>
        </p:nvSpPr>
        <p:spPr>
          <a:xfrm>
            <a:off x="1904718" y="82134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17" name="9uvz_0_official_PredictedAtoms_12">
            <a:extLst>
              <a:ext uri="{FF2B5EF4-FFF2-40B4-BE49-F238E27FC236}">
                <a16:creationId xmlns:a16="http://schemas.microsoft.com/office/drawing/2014/main" id="{CF7D952C-058B-4B6E-B4D2-6AE704664ACA}"/>
              </a:ext>
            </a:extLst>
          </p:cNvPr>
          <p:cNvSpPr>
            <a:spLocks/>
          </p:cNvSpPr>
          <p:nvPr/>
        </p:nvSpPr>
        <p:spPr>
          <a:xfrm>
            <a:off x="1935322" y="811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18" name="9uvz_0_official_PredictedAtoms_13">
            <a:extLst>
              <a:ext uri="{FF2B5EF4-FFF2-40B4-BE49-F238E27FC236}">
                <a16:creationId xmlns:a16="http://schemas.microsoft.com/office/drawing/2014/main" id="{73E2A9B8-BED4-452B-A036-01B9509D4B56}"/>
              </a:ext>
            </a:extLst>
          </p:cNvPr>
          <p:cNvSpPr>
            <a:spLocks/>
          </p:cNvSpPr>
          <p:nvPr/>
        </p:nvSpPr>
        <p:spPr>
          <a:xfrm>
            <a:off x="2068489" y="8081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19" name="9uvz_0_official_PredictedAtoms_14">
            <a:extLst>
              <a:ext uri="{FF2B5EF4-FFF2-40B4-BE49-F238E27FC236}">
                <a16:creationId xmlns:a16="http://schemas.microsoft.com/office/drawing/2014/main" id="{AA8F51D0-7982-45D5-88F5-86EED81047C6}"/>
              </a:ext>
            </a:extLst>
          </p:cNvPr>
          <p:cNvSpPr>
            <a:spLocks/>
          </p:cNvSpPr>
          <p:nvPr/>
        </p:nvSpPr>
        <p:spPr>
          <a:xfrm>
            <a:off x="2125796" y="81647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20" name="9uvz_0_official_PredictedAtoms_15">
            <a:extLst>
              <a:ext uri="{FF2B5EF4-FFF2-40B4-BE49-F238E27FC236}">
                <a16:creationId xmlns:a16="http://schemas.microsoft.com/office/drawing/2014/main" id="{9AC3B58B-43F8-4341-9943-E50A992E00AB}"/>
              </a:ext>
            </a:extLst>
          </p:cNvPr>
          <p:cNvSpPr>
            <a:spLocks/>
          </p:cNvSpPr>
          <p:nvPr/>
        </p:nvSpPr>
        <p:spPr>
          <a:xfrm>
            <a:off x="2248884" y="8126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21" name="9uvz_0_official_PredictedAtoms_16">
            <a:extLst>
              <a:ext uri="{FF2B5EF4-FFF2-40B4-BE49-F238E27FC236}">
                <a16:creationId xmlns:a16="http://schemas.microsoft.com/office/drawing/2014/main" id="{3948319C-7FA3-45EE-AFC4-71448A410DD9}"/>
              </a:ext>
            </a:extLst>
          </p:cNvPr>
          <p:cNvSpPr>
            <a:spLocks/>
          </p:cNvSpPr>
          <p:nvPr/>
        </p:nvSpPr>
        <p:spPr>
          <a:xfrm>
            <a:off x="2026653" y="82676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22" name="9uvz_0_official_PredictedAtoms_17">
            <a:extLst>
              <a:ext uri="{FF2B5EF4-FFF2-40B4-BE49-F238E27FC236}">
                <a16:creationId xmlns:a16="http://schemas.microsoft.com/office/drawing/2014/main" id="{CE65CCAF-F428-4004-9BE4-46283BDE2EC2}"/>
              </a:ext>
            </a:extLst>
          </p:cNvPr>
          <p:cNvSpPr>
            <a:spLocks/>
          </p:cNvSpPr>
          <p:nvPr/>
        </p:nvSpPr>
        <p:spPr>
          <a:xfrm>
            <a:off x="2046787" y="83927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23" name="9uvz_0_official_PredictedAtoms_18">
            <a:extLst>
              <a:ext uri="{FF2B5EF4-FFF2-40B4-BE49-F238E27FC236}">
                <a16:creationId xmlns:a16="http://schemas.microsoft.com/office/drawing/2014/main" id="{15602AF3-4835-4C4A-BF88-E71EEB23217E}"/>
              </a:ext>
            </a:extLst>
          </p:cNvPr>
          <p:cNvSpPr>
            <a:spLocks/>
          </p:cNvSpPr>
          <p:nvPr/>
        </p:nvSpPr>
        <p:spPr>
          <a:xfrm>
            <a:off x="2078341" y="85277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24" name="9uvz_0_official_PredictedAtoms_19">
            <a:extLst>
              <a:ext uri="{FF2B5EF4-FFF2-40B4-BE49-F238E27FC236}">
                <a16:creationId xmlns:a16="http://schemas.microsoft.com/office/drawing/2014/main" id="{E76FE037-A5E2-4F05-BAA8-6B216C855A4A}"/>
              </a:ext>
            </a:extLst>
          </p:cNvPr>
          <p:cNvSpPr>
            <a:spLocks/>
          </p:cNvSpPr>
          <p:nvPr/>
        </p:nvSpPr>
        <p:spPr>
          <a:xfrm>
            <a:off x="2185986" y="85626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25" name="9uvz_0_official_PredictedAtoms_20">
            <a:extLst>
              <a:ext uri="{FF2B5EF4-FFF2-40B4-BE49-F238E27FC236}">
                <a16:creationId xmlns:a16="http://schemas.microsoft.com/office/drawing/2014/main" id="{317DDC24-2D4B-42AF-974F-00F0A56F03E0}"/>
              </a:ext>
            </a:extLst>
          </p:cNvPr>
          <p:cNvSpPr>
            <a:spLocks/>
          </p:cNvSpPr>
          <p:nvPr/>
        </p:nvSpPr>
        <p:spPr>
          <a:xfrm>
            <a:off x="1987461" y="86246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26" name="9uvz_0_official_PredictedAtoms_21">
            <a:extLst>
              <a:ext uri="{FF2B5EF4-FFF2-40B4-BE49-F238E27FC236}">
                <a16:creationId xmlns:a16="http://schemas.microsoft.com/office/drawing/2014/main" id="{316AC4E4-7CAC-4805-B248-63CE1E7A626B}"/>
              </a:ext>
            </a:extLst>
          </p:cNvPr>
          <p:cNvSpPr>
            <a:spLocks/>
          </p:cNvSpPr>
          <p:nvPr/>
        </p:nvSpPr>
        <p:spPr>
          <a:xfrm>
            <a:off x="2001874" y="87707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27" name="9uvz_0_official_PredictedAtoms_22">
            <a:extLst>
              <a:ext uri="{FF2B5EF4-FFF2-40B4-BE49-F238E27FC236}">
                <a16:creationId xmlns:a16="http://schemas.microsoft.com/office/drawing/2014/main" id="{FE457008-9481-4BCC-A826-5388113D60A9}"/>
              </a:ext>
            </a:extLst>
          </p:cNvPr>
          <p:cNvSpPr>
            <a:spLocks/>
          </p:cNvSpPr>
          <p:nvPr/>
        </p:nvSpPr>
        <p:spPr>
          <a:xfrm>
            <a:off x="1889855" y="88449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28" name="9uvz_0_official_PredictedAtoms_23">
            <a:extLst>
              <a:ext uri="{FF2B5EF4-FFF2-40B4-BE49-F238E27FC236}">
                <a16:creationId xmlns:a16="http://schemas.microsoft.com/office/drawing/2014/main" id="{CA3B61E6-3B31-4757-AE6C-474380A11ADB}"/>
              </a:ext>
            </a:extLst>
          </p:cNvPr>
          <p:cNvSpPr>
            <a:spLocks/>
          </p:cNvSpPr>
          <p:nvPr/>
        </p:nvSpPr>
        <p:spPr>
          <a:xfrm>
            <a:off x="1796339" y="8775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29" name="9uvz_0_official_PredictedAtoms_24">
            <a:extLst>
              <a:ext uri="{FF2B5EF4-FFF2-40B4-BE49-F238E27FC236}">
                <a16:creationId xmlns:a16="http://schemas.microsoft.com/office/drawing/2014/main" id="{06E0A7D1-A8C6-4FFD-8AF7-5F547844B199}"/>
              </a:ext>
            </a:extLst>
          </p:cNvPr>
          <p:cNvSpPr>
            <a:spLocks/>
          </p:cNvSpPr>
          <p:nvPr/>
        </p:nvSpPr>
        <p:spPr>
          <a:xfrm>
            <a:off x="1698607" y="88452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30" name="9uvz_0_official_PredictedAtoms_25">
            <a:extLst>
              <a:ext uri="{FF2B5EF4-FFF2-40B4-BE49-F238E27FC236}">
                <a16:creationId xmlns:a16="http://schemas.microsoft.com/office/drawing/2014/main" id="{01EB9A09-8550-41AD-8C79-A0714AD4D142}"/>
              </a:ext>
            </a:extLst>
          </p:cNvPr>
          <p:cNvSpPr>
            <a:spLocks/>
          </p:cNvSpPr>
          <p:nvPr/>
        </p:nvSpPr>
        <p:spPr>
          <a:xfrm>
            <a:off x="1687444" y="89867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31" name="9uvz_0_official_PredictedAtoms_26">
            <a:extLst>
              <a:ext uri="{FF2B5EF4-FFF2-40B4-BE49-F238E27FC236}">
                <a16:creationId xmlns:a16="http://schemas.microsoft.com/office/drawing/2014/main" id="{EAB8DC41-AEB0-4B4A-B6FF-2F1113B8B917}"/>
              </a:ext>
            </a:extLst>
          </p:cNvPr>
          <p:cNvSpPr>
            <a:spLocks/>
          </p:cNvSpPr>
          <p:nvPr/>
        </p:nvSpPr>
        <p:spPr>
          <a:xfrm>
            <a:off x="1770636" y="90585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32" name="9uvz_0_official_PredictedAtoms_27">
            <a:extLst>
              <a:ext uri="{FF2B5EF4-FFF2-40B4-BE49-F238E27FC236}">
                <a16:creationId xmlns:a16="http://schemas.microsoft.com/office/drawing/2014/main" id="{6745F82F-BAF1-4F05-9675-67217DED251D}"/>
              </a:ext>
            </a:extLst>
          </p:cNvPr>
          <p:cNvSpPr>
            <a:spLocks/>
          </p:cNvSpPr>
          <p:nvPr/>
        </p:nvSpPr>
        <p:spPr>
          <a:xfrm>
            <a:off x="1870650" y="898914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33" name="9uvz_0_official_PredictedAtoms_28">
            <a:extLst>
              <a:ext uri="{FF2B5EF4-FFF2-40B4-BE49-F238E27FC236}">
                <a16:creationId xmlns:a16="http://schemas.microsoft.com/office/drawing/2014/main" id="{14FF5A9A-1610-4033-A4F6-412C118CB002}"/>
              </a:ext>
            </a:extLst>
          </p:cNvPr>
          <p:cNvSpPr>
            <a:spLocks/>
          </p:cNvSpPr>
          <p:nvPr/>
        </p:nvSpPr>
        <p:spPr>
          <a:xfrm>
            <a:off x="1958655" y="906664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34" name="9uvz_0_official_PredictedAtoms_29">
            <a:extLst>
              <a:ext uri="{FF2B5EF4-FFF2-40B4-BE49-F238E27FC236}">
                <a16:creationId xmlns:a16="http://schemas.microsoft.com/office/drawing/2014/main" id="{7A108E2B-D6A6-4F77-B495-0FFD8410D429}"/>
              </a:ext>
            </a:extLst>
          </p:cNvPr>
          <p:cNvSpPr>
            <a:spLocks/>
          </p:cNvSpPr>
          <p:nvPr/>
        </p:nvSpPr>
        <p:spPr>
          <a:xfrm>
            <a:off x="2146452" y="88144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35" name="9uvz_0_official_PredictedAtoms_30">
            <a:extLst>
              <a:ext uri="{FF2B5EF4-FFF2-40B4-BE49-F238E27FC236}">
                <a16:creationId xmlns:a16="http://schemas.microsoft.com/office/drawing/2014/main" id="{99240935-A771-42DD-9996-9A465AF2DEB6}"/>
              </a:ext>
            </a:extLst>
          </p:cNvPr>
          <p:cNvSpPr>
            <a:spLocks/>
          </p:cNvSpPr>
          <p:nvPr/>
        </p:nvSpPr>
        <p:spPr>
          <a:xfrm>
            <a:off x="1657044" y="81771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36" name="9uvz_0_official_PredictedAtoms_31">
            <a:extLst>
              <a:ext uri="{FF2B5EF4-FFF2-40B4-BE49-F238E27FC236}">
                <a16:creationId xmlns:a16="http://schemas.microsoft.com/office/drawing/2014/main" id="{37F271E6-84C8-4297-9A93-D7FA1DB40A1A}"/>
              </a:ext>
            </a:extLst>
          </p:cNvPr>
          <p:cNvSpPr>
            <a:spLocks/>
          </p:cNvSpPr>
          <p:nvPr/>
        </p:nvSpPr>
        <p:spPr>
          <a:xfrm>
            <a:off x="1525013" y="81824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37" name="stage3-cases-density_43">
            <a:extLst>
              <a:ext uri="{FF2B5EF4-FFF2-40B4-BE49-F238E27FC236}">
                <a16:creationId xmlns:a16="http://schemas.microsoft.com/office/drawing/2014/main" id="{A0D9FF82-49D4-4693-BF04-75D1EE142318}"/>
              </a:ext>
            </a:extLst>
          </p:cNvPr>
          <p:cNvSpPr>
            <a:spLocks/>
          </p:cNvSpPr>
          <p:nvPr/>
        </p:nvSpPr>
        <p:spPr>
          <a:xfrm>
            <a:off x="2286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1.97 Å   D 34%   Clash 0</a:t>
            </a:r>
          </a:p>
        </p:txBody>
      </p:sp>
      <p:sp>
        <p:nvSpPr>
          <p:cNvPr id="1438" name="9uvz_0_tuned_Receptor">
            <a:extLst>
              <a:ext uri="{FF2B5EF4-FFF2-40B4-BE49-F238E27FC236}">
                <a16:creationId xmlns:a16="http://schemas.microsoft.com/office/drawing/2014/main" id="{DAE7C7C7-7C4D-4FFA-93F4-BC78A122DFF7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2633" y="509029"/>
                </a:moveTo>
                <a:lnTo>
                  <a:pt x="341787" y="470920"/>
                </a:lnTo>
                <a:moveTo>
                  <a:pt x="482633" y="509029"/>
                </a:moveTo>
                <a:lnTo>
                  <a:pt x="605939" y="482462"/>
                </a:lnTo>
                <a:moveTo>
                  <a:pt x="341787" y="470920"/>
                </a:moveTo>
                <a:lnTo>
                  <a:pt x="336854" y="397516"/>
                </a:lnTo>
                <a:moveTo>
                  <a:pt x="605939" y="482462"/>
                </a:moveTo>
                <a:lnTo>
                  <a:pt x="624793" y="576739"/>
                </a:lnTo>
                <a:moveTo>
                  <a:pt x="419323" y="10987"/>
                </a:moveTo>
                <a:lnTo>
                  <a:pt x="333646" y="82060"/>
                </a:lnTo>
                <a:moveTo>
                  <a:pt x="1973222" y="233768"/>
                </a:moveTo>
                <a:lnTo>
                  <a:pt x="1827821" y="177459"/>
                </a:lnTo>
                <a:moveTo>
                  <a:pt x="2227519" y="211247"/>
                </a:moveTo>
                <a:lnTo>
                  <a:pt x="2278850" y="311491"/>
                </a:lnTo>
                <a:moveTo>
                  <a:pt x="2095624" y="147654"/>
                </a:moveTo>
                <a:lnTo>
                  <a:pt x="2227519" y="211247"/>
                </a:lnTo>
                <a:moveTo>
                  <a:pt x="1827821" y="177459"/>
                </a:moveTo>
                <a:lnTo>
                  <a:pt x="1728006" y="301669"/>
                </a:lnTo>
                <a:moveTo>
                  <a:pt x="2095624" y="147654"/>
                </a:moveTo>
                <a:lnTo>
                  <a:pt x="1973222" y="233768"/>
                </a:lnTo>
                <a:moveTo>
                  <a:pt x="624793" y="576739"/>
                </a:moveTo>
                <a:lnTo>
                  <a:pt x="751163" y="534153"/>
                </a:lnTo>
                <a:moveTo>
                  <a:pt x="1827821" y="177459"/>
                </a:moveTo>
                <a:lnTo>
                  <a:pt x="1818839" y="100992"/>
                </a:lnTo>
                <a:moveTo>
                  <a:pt x="333646" y="82060"/>
                </a:moveTo>
                <a:lnTo>
                  <a:pt x="425181" y="119004"/>
                </a:lnTo>
                <a:moveTo>
                  <a:pt x="2276843" y="1047683"/>
                </a:moveTo>
                <a:lnTo>
                  <a:pt x="2292672" y="943375"/>
                </a:lnTo>
                <a:moveTo>
                  <a:pt x="751163" y="534153"/>
                </a:moveTo>
                <a:lnTo>
                  <a:pt x="774392" y="625216"/>
                </a:lnTo>
                <a:moveTo>
                  <a:pt x="425181" y="119004"/>
                </a:moveTo>
                <a:lnTo>
                  <a:pt x="456010" y="255806"/>
                </a:lnTo>
                <a:moveTo>
                  <a:pt x="425181" y="119004"/>
                </a:moveTo>
                <a:lnTo>
                  <a:pt x="483988" y="15336"/>
                </a:lnTo>
                <a:moveTo>
                  <a:pt x="1061768" y="900536"/>
                </a:moveTo>
                <a:lnTo>
                  <a:pt x="994102" y="910681"/>
                </a:lnTo>
                <a:moveTo>
                  <a:pt x="1184239" y="1282791"/>
                </a:moveTo>
                <a:lnTo>
                  <a:pt x="1122189" y="1143480"/>
                </a:lnTo>
                <a:moveTo>
                  <a:pt x="774392" y="625216"/>
                </a:moveTo>
                <a:lnTo>
                  <a:pt x="891760" y="576848"/>
                </a:lnTo>
                <a:moveTo>
                  <a:pt x="456010" y="255806"/>
                </a:moveTo>
                <a:lnTo>
                  <a:pt x="541266" y="288666"/>
                </a:lnTo>
                <a:moveTo>
                  <a:pt x="2271169" y="1034889"/>
                </a:moveTo>
                <a:lnTo>
                  <a:pt x="2276843" y="1047683"/>
                </a:lnTo>
                <a:moveTo>
                  <a:pt x="1122189" y="1143480"/>
                </a:moveTo>
                <a:lnTo>
                  <a:pt x="1145860" y="1024142"/>
                </a:lnTo>
                <a:moveTo>
                  <a:pt x="1145860" y="1024142"/>
                </a:moveTo>
                <a:lnTo>
                  <a:pt x="1061768" y="900536"/>
                </a:lnTo>
                <a:moveTo>
                  <a:pt x="483988" y="15336"/>
                </a:moveTo>
                <a:lnTo>
                  <a:pt x="569203" y="46029"/>
                </a:lnTo>
                <a:moveTo>
                  <a:pt x="2525605" y="130769"/>
                </a:moveTo>
                <a:lnTo>
                  <a:pt x="2509509" y="197733"/>
                </a:lnTo>
                <a:moveTo>
                  <a:pt x="1061768" y="900536"/>
                </a:moveTo>
                <a:lnTo>
                  <a:pt x="1058287" y="796625"/>
                </a:lnTo>
                <a:moveTo>
                  <a:pt x="1184239" y="1282791"/>
                </a:moveTo>
                <a:lnTo>
                  <a:pt x="1140629" y="1315447"/>
                </a:lnTo>
                <a:moveTo>
                  <a:pt x="541266" y="288666"/>
                </a:moveTo>
                <a:lnTo>
                  <a:pt x="599268" y="183138"/>
                </a:lnTo>
                <a:moveTo>
                  <a:pt x="2509509" y="197733"/>
                </a:moveTo>
                <a:lnTo>
                  <a:pt x="2537826" y="354182"/>
                </a:lnTo>
                <a:moveTo>
                  <a:pt x="2271169" y="1034889"/>
                </a:moveTo>
                <a:lnTo>
                  <a:pt x="2417038" y="1057193"/>
                </a:lnTo>
                <a:moveTo>
                  <a:pt x="2170191" y="1128784"/>
                </a:moveTo>
                <a:lnTo>
                  <a:pt x="2271169" y="1034889"/>
                </a:lnTo>
                <a:moveTo>
                  <a:pt x="569203" y="46029"/>
                </a:moveTo>
                <a:lnTo>
                  <a:pt x="599268" y="183138"/>
                </a:lnTo>
                <a:moveTo>
                  <a:pt x="2509509" y="197733"/>
                </a:moveTo>
                <a:lnTo>
                  <a:pt x="2364543" y="173553"/>
                </a:lnTo>
                <a:moveTo>
                  <a:pt x="2537826" y="354182"/>
                </a:moveTo>
                <a:lnTo>
                  <a:pt x="2598088" y="411009"/>
                </a:lnTo>
                <a:moveTo>
                  <a:pt x="599268" y="183138"/>
                </a:moveTo>
                <a:lnTo>
                  <a:pt x="684766" y="211166"/>
                </a:lnTo>
                <a:moveTo>
                  <a:pt x="2417038" y="1057193"/>
                </a:moveTo>
                <a:lnTo>
                  <a:pt x="2465684" y="941524"/>
                </a:lnTo>
                <a:moveTo>
                  <a:pt x="1140629" y="1315447"/>
                </a:moveTo>
                <a:lnTo>
                  <a:pt x="1213506" y="1273164"/>
                </a:lnTo>
                <a:moveTo>
                  <a:pt x="2364543" y="173553"/>
                </a:moveTo>
                <a:lnTo>
                  <a:pt x="2343771" y="233626"/>
                </a:lnTo>
                <a:moveTo>
                  <a:pt x="2465684" y="941524"/>
                </a:moveTo>
                <a:lnTo>
                  <a:pt x="2360125" y="900181"/>
                </a:lnTo>
                <a:moveTo>
                  <a:pt x="2343771" y="233626"/>
                </a:moveTo>
                <a:lnTo>
                  <a:pt x="2300551" y="364203"/>
                </a:lnTo>
                <a:moveTo>
                  <a:pt x="2360125" y="900181"/>
                </a:moveTo>
                <a:lnTo>
                  <a:pt x="2306755" y="782202"/>
                </a:lnTo>
                <a:moveTo>
                  <a:pt x="2343771" y="233626"/>
                </a:moveTo>
                <a:lnTo>
                  <a:pt x="2356298" y="159738"/>
                </a:lnTo>
                <a:moveTo>
                  <a:pt x="2360125" y="900181"/>
                </a:moveTo>
                <a:lnTo>
                  <a:pt x="2328385" y="999418"/>
                </a:lnTo>
                <a:moveTo>
                  <a:pt x="2300551" y="364203"/>
                </a:moveTo>
                <a:lnTo>
                  <a:pt x="2288295" y="378970"/>
                </a:lnTo>
                <a:moveTo>
                  <a:pt x="230384" y="291621"/>
                </a:moveTo>
                <a:lnTo>
                  <a:pt x="370306" y="222857"/>
                </a:lnTo>
                <a:moveTo>
                  <a:pt x="2356298" y="159738"/>
                </a:moveTo>
                <a:lnTo>
                  <a:pt x="2393529" y="22604"/>
                </a:lnTo>
                <a:moveTo>
                  <a:pt x="230384" y="291621"/>
                </a:moveTo>
                <a:lnTo>
                  <a:pt x="242322" y="438292"/>
                </a:lnTo>
                <a:moveTo>
                  <a:pt x="2356298" y="159738"/>
                </a:moveTo>
                <a:lnTo>
                  <a:pt x="2320724" y="254606"/>
                </a:lnTo>
                <a:moveTo>
                  <a:pt x="154487" y="223406"/>
                </a:moveTo>
                <a:lnTo>
                  <a:pt x="230384" y="291621"/>
                </a:lnTo>
                <a:moveTo>
                  <a:pt x="2288295" y="378970"/>
                </a:moveTo>
                <a:lnTo>
                  <a:pt x="2320724" y="254606"/>
                </a:lnTo>
                <a:moveTo>
                  <a:pt x="154487" y="223406"/>
                </a:moveTo>
                <a:lnTo>
                  <a:pt x="91758" y="85368"/>
                </a:lnTo>
                <a:moveTo>
                  <a:pt x="730222" y="262017"/>
                </a:moveTo>
                <a:lnTo>
                  <a:pt x="753171" y="227827"/>
                </a:lnTo>
                <a:moveTo>
                  <a:pt x="48771" y="317035"/>
                </a:moveTo>
                <a:lnTo>
                  <a:pt x="154487" y="223406"/>
                </a:lnTo>
                <a:moveTo>
                  <a:pt x="2320724" y="254606"/>
                </a:moveTo>
                <a:lnTo>
                  <a:pt x="2322483" y="216063"/>
                </a:lnTo>
                <a:moveTo>
                  <a:pt x="730222" y="262017"/>
                </a:moveTo>
                <a:lnTo>
                  <a:pt x="628512" y="350904"/>
                </a:lnTo>
                <a:moveTo>
                  <a:pt x="446815" y="725750"/>
                </a:moveTo>
                <a:lnTo>
                  <a:pt x="481396" y="752980"/>
                </a:lnTo>
                <a:moveTo>
                  <a:pt x="2322483" y="216063"/>
                </a:moveTo>
                <a:lnTo>
                  <a:pt x="2356144" y="79680"/>
                </a:lnTo>
                <a:moveTo>
                  <a:pt x="813327" y="212762"/>
                </a:moveTo>
                <a:lnTo>
                  <a:pt x="730222" y="262017"/>
                </a:lnTo>
                <a:moveTo>
                  <a:pt x="1935299" y="143933"/>
                </a:moveTo>
                <a:lnTo>
                  <a:pt x="1930776" y="46936"/>
                </a:lnTo>
                <a:moveTo>
                  <a:pt x="322202" y="625532"/>
                </a:moveTo>
                <a:lnTo>
                  <a:pt x="187438" y="694861"/>
                </a:lnTo>
                <a:moveTo>
                  <a:pt x="187438" y="694861"/>
                </a:moveTo>
                <a:lnTo>
                  <a:pt x="86893" y="704250"/>
                </a:lnTo>
                <a:moveTo>
                  <a:pt x="322202" y="625532"/>
                </a:moveTo>
                <a:lnTo>
                  <a:pt x="446815" y="725750"/>
                </a:lnTo>
                <a:moveTo>
                  <a:pt x="1935299" y="143933"/>
                </a:moveTo>
                <a:lnTo>
                  <a:pt x="1868920" y="255400"/>
                </a:lnTo>
                <a:moveTo>
                  <a:pt x="446815" y="725750"/>
                </a:moveTo>
                <a:lnTo>
                  <a:pt x="418916" y="862166"/>
                </a:lnTo>
                <a:moveTo>
                  <a:pt x="299383" y="560127"/>
                </a:moveTo>
                <a:lnTo>
                  <a:pt x="322202" y="625532"/>
                </a:lnTo>
                <a:moveTo>
                  <a:pt x="793325" y="238484"/>
                </a:moveTo>
                <a:lnTo>
                  <a:pt x="813327" y="212762"/>
                </a:lnTo>
                <a:moveTo>
                  <a:pt x="2024840" y="122791"/>
                </a:moveTo>
                <a:lnTo>
                  <a:pt x="1935299" y="143933"/>
                </a:lnTo>
                <a:moveTo>
                  <a:pt x="911062" y="187895"/>
                </a:moveTo>
                <a:lnTo>
                  <a:pt x="793325" y="238484"/>
                </a:lnTo>
                <a:moveTo>
                  <a:pt x="2019904" y="240365"/>
                </a:moveTo>
                <a:lnTo>
                  <a:pt x="2024840" y="122791"/>
                </a:lnTo>
                <a:moveTo>
                  <a:pt x="943059" y="33450"/>
                </a:moveTo>
                <a:lnTo>
                  <a:pt x="911062" y="187895"/>
                </a:lnTo>
                <a:moveTo>
                  <a:pt x="1878213" y="264994"/>
                </a:moveTo>
                <a:lnTo>
                  <a:pt x="2019904" y="240365"/>
                </a:lnTo>
                <a:moveTo>
                  <a:pt x="1206741" y="53165"/>
                </a:moveTo>
                <a:lnTo>
                  <a:pt x="1263270" y="151737"/>
                </a:lnTo>
                <a:moveTo>
                  <a:pt x="2019904" y="240365"/>
                </a:moveTo>
                <a:lnTo>
                  <a:pt x="2112911" y="217290"/>
                </a:lnTo>
                <a:moveTo>
                  <a:pt x="2112911" y="217290"/>
                </a:moveTo>
                <a:lnTo>
                  <a:pt x="2236639" y="246034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439" name="9uvz_0_tuned_ExperimentalDensity">
            <a:extLst>
              <a:ext uri="{FF2B5EF4-FFF2-40B4-BE49-F238E27FC236}">
                <a16:creationId xmlns:a16="http://schemas.microsoft.com/office/drawing/2014/main" id="{19FAB2D1-A2A6-4217-8272-A45C15F5E8E0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7754" y="1054269"/>
                </a:moveTo>
                <a:lnTo>
                  <a:pt x="1568498" y="1040091"/>
                </a:lnTo>
                <a:moveTo>
                  <a:pt x="1581408" y="1042873"/>
                </a:moveTo>
                <a:lnTo>
                  <a:pt x="1568498" y="1040091"/>
                </a:lnTo>
                <a:moveTo>
                  <a:pt x="1568498" y="1040091"/>
                </a:moveTo>
                <a:lnTo>
                  <a:pt x="1453700" y="1029239"/>
                </a:lnTo>
                <a:moveTo>
                  <a:pt x="1581408" y="1042873"/>
                </a:moveTo>
                <a:lnTo>
                  <a:pt x="1577754" y="1054269"/>
                </a:lnTo>
                <a:moveTo>
                  <a:pt x="1530883" y="1154497"/>
                </a:moveTo>
                <a:lnTo>
                  <a:pt x="1568498" y="1040091"/>
                </a:lnTo>
                <a:moveTo>
                  <a:pt x="1453700" y="1029239"/>
                </a:moveTo>
                <a:lnTo>
                  <a:pt x="1428668" y="1081107"/>
                </a:lnTo>
                <a:moveTo>
                  <a:pt x="1577754" y="1054269"/>
                </a:moveTo>
                <a:lnTo>
                  <a:pt x="1530883" y="1154497"/>
                </a:lnTo>
                <a:moveTo>
                  <a:pt x="1600885" y="1051320"/>
                </a:moveTo>
                <a:lnTo>
                  <a:pt x="1577754" y="1054269"/>
                </a:lnTo>
                <a:moveTo>
                  <a:pt x="1600885" y="1051320"/>
                </a:moveTo>
                <a:lnTo>
                  <a:pt x="1581408" y="1042873"/>
                </a:lnTo>
                <a:moveTo>
                  <a:pt x="1530883" y="1154497"/>
                </a:moveTo>
                <a:lnTo>
                  <a:pt x="1453700" y="1029239"/>
                </a:lnTo>
                <a:moveTo>
                  <a:pt x="1453700" y="1029239"/>
                </a:moveTo>
                <a:lnTo>
                  <a:pt x="1457057" y="1146084"/>
                </a:lnTo>
                <a:moveTo>
                  <a:pt x="1586437" y="978645"/>
                </a:moveTo>
                <a:lnTo>
                  <a:pt x="1568498" y="1040091"/>
                </a:lnTo>
                <a:moveTo>
                  <a:pt x="1453700" y="1029239"/>
                </a:moveTo>
                <a:lnTo>
                  <a:pt x="1422614" y="1032244"/>
                </a:lnTo>
                <a:moveTo>
                  <a:pt x="1586437" y="978645"/>
                </a:moveTo>
                <a:lnTo>
                  <a:pt x="1581408" y="1042873"/>
                </a:lnTo>
                <a:moveTo>
                  <a:pt x="1586437" y="978645"/>
                </a:moveTo>
                <a:lnTo>
                  <a:pt x="1453700" y="1029239"/>
                </a:lnTo>
                <a:moveTo>
                  <a:pt x="1457057" y="1146084"/>
                </a:moveTo>
                <a:lnTo>
                  <a:pt x="1428668" y="1081107"/>
                </a:lnTo>
                <a:moveTo>
                  <a:pt x="1428668" y="1081107"/>
                </a:moveTo>
                <a:lnTo>
                  <a:pt x="1422614" y="1032244"/>
                </a:lnTo>
                <a:moveTo>
                  <a:pt x="1530883" y="1154497"/>
                </a:moveTo>
                <a:lnTo>
                  <a:pt x="1457057" y="1146084"/>
                </a:lnTo>
                <a:moveTo>
                  <a:pt x="1600885" y="1051320"/>
                </a:moveTo>
                <a:lnTo>
                  <a:pt x="1586437" y="978645"/>
                </a:lnTo>
                <a:moveTo>
                  <a:pt x="1547713" y="378765"/>
                </a:moveTo>
                <a:lnTo>
                  <a:pt x="1534100" y="378838"/>
                </a:lnTo>
                <a:moveTo>
                  <a:pt x="1658709" y="393547"/>
                </a:moveTo>
                <a:lnTo>
                  <a:pt x="1547713" y="378765"/>
                </a:lnTo>
                <a:moveTo>
                  <a:pt x="1439405" y="987593"/>
                </a:moveTo>
                <a:lnTo>
                  <a:pt x="1453700" y="1029239"/>
                </a:lnTo>
                <a:moveTo>
                  <a:pt x="1534100" y="378838"/>
                </a:moveTo>
                <a:lnTo>
                  <a:pt x="1490766" y="487967"/>
                </a:lnTo>
                <a:moveTo>
                  <a:pt x="1530883" y="1154497"/>
                </a:moveTo>
                <a:lnTo>
                  <a:pt x="1503422" y="1186541"/>
                </a:lnTo>
                <a:moveTo>
                  <a:pt x="1503422" y="1186541"/>
                </a:moveTo>
                <a:lnTo>
                  <a:pt x="1457057" y="1146084"/>
                </a:lnTo>
                <a:moveTo>
                  <a:pt x="1615067" y="487925"/>
                </a:moveTo>
                <a:lnTo>
                  <a:pt x="1547713" y="378765"/>
                </a:lnTo>
                <a:moveTo>
                  <a:pt x="1586437" y="978645"/>
                </a:moveTo>
                <a:lnTo>
                  <a:pt x="1588032" y="946482"/>
                </a:lnTo>
                <a:moveTo>
                  <a:pt x="1679944" y="292086"/>
                </a:moveTo>
                <a:lnTo>
                  <a:pt x="1547713" y="378765"/>
                </a:lnTo>
                <a:moveTo>
                  <a:pt x="1615067" y="487925"/>
                </a:moveTo>
                <a:lnTo>
                  <a:pt x="1534100" y="378838"/>
                </a:lnTo>
                <a:moveTo>
                  <a:pt x="1439405" y="987593"/>
                </a:moveTo>
                <a:lnTo>
                  <a:pt x="1422614" y="1032244"/>
                </a:lnTo>
                <a:moveTo>
                  <a:pt x="1658709" y="393547"/>
                </a:moveTo>
                <a:lnTo>
                  <a:pt x="1615067" y="487925"/>
                </a:lnTo>
                <a:moveTo>
                  <a:pt x="1654430" y="1075483"/>
                </a:moveTo>
                <a:lnTo>
                  <a:pt x="1577754" y="1054269"/>
                </a:lnTo>
                <a:moveTo>
                  <a:pt x="1586437" y="978645"/>
                </a:moveTo>
                <a:lnTo>
                  <a:pt x="1439405" y="987593"/>
                </a:lnTo>
                <a:moveTo>
                  <a:pt x="1534100" y="378838"/>
                </a:moveTo>
                <a:lnTo>
                  <a:pt x="1445301" y="487888"/>
                </a:lnTo>
                <a:moveTo>
                  <a:pt x="1679944" y="292086"/>
                </a:moveTo>
                <a:lnTo>
                  <a:pt x="1658709" y="393547"/>
                </a:lnTo>
                <a:moveTo>
                  <a:pt x="1602098" y="507283"/>
                </a:moveTo>
                <a:lnTo>
                  <a:pt x="1534100" y="378838"/>
                </a:lnTo>
                <a:moveTo>
                  <a:pt x="1490766" y="487967"/>
                </a:moveTo>
                <a:lnTo>
                  <a:pt x="1462991" y="540804"/>
                </a:lnTo>
                <a:moveTo>
                  <a:pt x="1490766" y="487967"/>
                </a:moveTo>
                <a:lnTo>
                  <a:pt x="1445301" y="487888"/>
                </a:lnTo>
                <a:moveTo>
                  <a:pt x="1573773" y="285902"/>
                </a:moveTo>
                <a:lnTo>
                  <a:pt x="1547713" y="378765"/>
                </a:lnTo>
                <a:moveTo>
                  <a:pt x="1602098" y="507283"/>
                </a:moveTo>
                <a:lnTo>
                  <a:pt x="1490766" y="487967"/>
                </a:lnTo>
                <a:moveTo>
                  <a:pt x="1588032" y="946482"/>
                </a:moveTo>
                <a:lnTo>
                  <a:pt x="1439405" y="987593"/>
                </a:lnTo>
                <a:moveTo>
                  <a:pt x="1654430" y="1075483"/>
                </a:moveTo>
                <a:lnTo>
                  <a:pt x="1530883" y="1154497"/>
                </a:lnTo>
                <a:moveTo>
                  <a:pt x="1654430" y="1075483"/>
                </a:moveTo>
                <a:lnTo>
                  <a:pt x="1600885" y="1051320"/>
                </a:lnTo>
                <a:moveTo>
                  <a:pt x="1615067" y="487925"/>
                </a:moveTo>
                <a:lnTo>
                  <a:pt x="1602098" y="507283"/>
                </a:lnTo>
                <a:moveTo>
                  <a:pt x="1654430" y="1075483"/>
                </a:moveTo>
                <a:lnTo>
                  <a:pt x="1586437" y="978645"/>
                </a:lnTo>
                <a:moveTo>
                  <a:pt x="1462991" y="540804"/>
                </a:moveTo>
                <a:lnTo>
                  <a:pt x="1445301" y="487888"/>
                </a:lnTo>
                <a:moveTo>
                  <a:pt x="1310364" y="598480"/>
                </a:moveTo>
                <a:lnTo>
                  <a:pt x="1282030" y="690634"/>
                </a:lnTo>
                <a:moveTo>
                  <a:pt x="1738019" y="300116"/>
                </a:moveTo>
                <a:lnTo>
                  <a:pt x="1679944" y="292086"/>
                </a:lnTo>
                <a:moveTo>
                  <a:pt x="1462991" y="540804"/>
                </a:moveTo>
                <a:lnTo>
                  <a:pt x="1314275" y="585353"/>
                </a:lnTo>
                <a:moveTo>
                  <a:pt x="1530883" y="1154497"/>
                </a:moveTo>
                <a:lnTo>
                  <a:pt x="1553454" y="1179505"/>
                </a:lnTo>
                <a:moveTo>
                  <a:pt x="1534100" y="378838"/>
                </a:moveTo>
                <a:lnTo>
                  <a:pt x="1445742" y="386143"/>
                </a:lnTo>
                <a:moveTo>
                  <a:pt x="1746331" y="421090"/>
                </a:moveTo>
                <a:lnTo>
                  <a:pt x="1658709" y="393547"/>
                </a:lnTo>
                <a:moveTo>
                  <a:pt x="1314275" y="585353"/>
                </a:moveTo>
                <a:lnTo>
                  <a:pt x="1310364" y="598480"/>
                </a:lnTo>
                <a:moveTo>
                  <a:pt x="1462991" y="540804"/>
                </a:moveTo>
                <a:lnTo>
                  <a:pt x="1437100" y="600681"/>
                </a:lnTo>
                <a:moveTo>
                  <a:pt x="1310364" y="598480"/>
                </a:moveTo>
                <a:lnTo>
                  <a:pt x="1307400" y="584706"/>
                </a:lnTo>
                <a:moveTo>
                  <a:pt x="1314275" y="585353"/>
                </a:moveTo>
                <a:lnTo>
                  <a:pt x="1307400" y="584706"/>
                </a:lnTo>
                <a:moveTo>
                  <a:pt x="1428668" y="1081107"/>
                </a:moveTo>
                <a:lnTo>
                  <a:pt x="1384619" y="1163700"/>
                </a:lnTo>
                <a:moveTo>
                  <a:pt x="1428668" y="1081107"/>
                </a:moveTo>
                <a:lnTo>
                  <a:pt x="1366220" y="1109877"/>
                </a:lnTo>
                <a:moveTo>
                  <a:pt x="1437100" y="600681"/>
                </a:moveTo>
                <a:lnTo>
                  <a:pt x="1314275" y="585353"/>
                </a:lnTo>
                <a:moveTo>
                  <a:pt x="1282030" y="690634"/>
                </a:moveTo>
                <a:lnTo>
                  <a:pt x="1178516" y="684651"/>
                </a:lnTo>
                <a:moveTo>
                  <a:pt x="1654430" y="1075483"/>
                </a:moveTo>
                <a:lnTo>
                  <a:pt x="1588032" y="946482"/>
                </a:lnTo>
                <a:moveTo>
                  <a:pt x="1457057" y="1146084"/>
                </a:moveTo>
                <a:lnTo>
                  <a:pt x="1384619" y="1163700"/>
                </a:lnTo>
                <a:moveTo>
                  <a:pt x="1679944" y="292086"/>
                </a:moveTo>
                <a:lnTo>
                  <a:pt x="1573773" y="285902"/>
                </a:lnTo>
                <a:moveTo>
                  <a:pt x="1314275" y="585353"/>
                </a:moveTo>
                <a:lnTo>
                  <a:pt x="1313579" y="570478"/>
                </a:lnTo>
                <a:moveTo>
                  <a:pt x="1313579" y="570478"/>
                </a:moveTo>
                <a:lnTo>
                  <a:pt x="1307400" y="584706"/>
                </a:lnTo>
                <a:moveTo>
                  <a:pt x="1776333" y="355013"/>
                </a:moveTo>
                <a:lnTo>
                  <a:pt x="1679944" y="292086"/>
                </a:lnTo>
                <a:moveTo>
                  <a:pt x="1310364" y="598480"/>
                </a:moveTo>
                <a:lnTo>
                  <a:pt x="1178516" y="684651"/>
                </a:lnTo>
                <a:moveTo>
                  <a:pt x="1794085" y="310428"/>
                </a:moveTo>
                <a:lnTo>
                  <a:pt x="1738019" y="300116"/>
                </a:lnTo>
                <a:moveTo>
                  <a:pt x="1307400" y="584706"/>
                </a:moveTo>
                <a:lnTo>
                  <a:pt x="1178516" y="684651"/>
                </a:lnTo>
                <a:moveTo>
                  <a:pt x="1588032" y="946482"/>
                </a:moveTo>
                <a:lnTo>
                  <a:pt x="1461586" y="943858"/>
                </a:lnTo>
                <a:moveTo>
                  <a:pt x="1428668" y="1081107"/>
                </a:moveTo>
                <a:lnTo>
                  <a:pt x="1359740" y="1053176"/>
                </a:lnTo>
                <a:moveTo>
                  <a:pt x="1776333" y="355013"/>
                </a:moveTo>
                <a:lnTo>
                  <a:pt x="1738019" y="300116"/>
                </a:lnTo>
                <a:moveTo>
                  <a:pt x="1282030" y="690634"/>
                </a:moveTo>
                <a:lnTo>
                  <a:pt x="1229548" y="787215"/>
                </a:lnTo>
                <a:moveTo>
                  <a:pt x="1461586" y="943858"/>
                </a:moveTo>
                <a:lnTo>
                  <a:pt x="1439405" y="987593"/>
                </a:lnTo>
                <a:moveTo>
                  <a:pt x="1445742" y="386143"/>
                </a:moveTo>
                <a:lnTo>
                  <a:pt x="1445301" y="487888"/>
                </a:lnTo>
                <a:moveTo>
                  <a:pt x="1746331" y="421090"/>
                </a:moveTo>
                <a:lnTo>
                  <a:pt x="1679944" y="292086"/>
                </a:lnTo>
                <a:moveTo>
                  <a:pt x="1422614" y="1032244"/>
                </a:moveTo>
                <a:lnTo>
                  <a:pt x="1359740" y="1053176"/>
                </a:lnTo>
                <a:moveTo>
                  <a:pt x="1384981" y="705101"/>
                </a:moveTo>
                <a:lnTo>
                  <a:pt x="1282030" y="690634"/>
                </a:lnTo>
                <a:moveTo>
                  <a:pt x="1553454" y="1179505"/>
                </a:moveTo>
                <a:lnTo>
                  <a:pt x="1503422" y="1186541"/>
                </a:lnTo>
                <a:moveTo>
                  <a:pt x="1379588" y="714730"/>
                </a:moveTo>
                <a:lnTo>
                  <a:pt x="1282030" y="690634"/>
                </a:lnTo>
                <a:moveTo>
                  <a:pt x="1794085" y="310428"/>
                </a:moveTo>
                <a:lnTo>
                  <a:pt x="1776333" y="355013"/>
                </a:lnTo>
                <a:moveTo>
                  <a:pt x="1384981" y="705101"/>
                </a:moveTo>
                <a:lnTo>
                  <a:pt x="1310364" y="598480"/>
                </a:lnTo>
                <a:moveTo>
                  <a:pt x="1591743" y="1173816"/>
                </a:moveTo>
                <a:lnTo>
                  <a:pt x="1530883" y="1154497"/>
                </a:lnTo>
                <a:moveTo>
                  <a:pt x="1384981" y="705101"/>
                </a:moveTo>
                <a:lnTo>
                  <a:pt x="1314275" y="585353"/>
                </a:lnTo>
                <a:moveTo>
                  <a:pt x="1545620" y="577652"/>
                </a:moveTo>
                <a:lnTo>
                  <a:pt x="1490766" y="487967"/>
                </a:lnTo>
                <a:moveTo>
                  <a:pt x="1701669" y="490170"/>
                </a:moveTo>
                <a:lnTo>
                  <a:pt x="1658709" y="393547"/>
                </a:lnTo>
                <a:moveTo>
                  <a:pt x="1437100" y="600681"/>
                </a:moveTo>
                <a:lnTo>
                  <a:pt x="1384981" y="705101"/>
                </a:lnTo>
                <a:moveTo>
                  <a:pt x="1503422" y="1186541"/>
                </a:moveTo>
                <a:lnTo>
                  <a:pt x="1384619" y="1163700"/>
                </a:lnTo>
                <a:moveTo>
                  <a:pt x="1671734" y="975386"/>
                </a:moveTo>
                <a:lnTo>
                  <a:pt x="1588032" y="946482"/>
                </a:lnTo>
                <a:moveTo>
                  <a:pt x="1229548" y="787215"/>
                </a:moveTo>
                <a:lnTo>
                  <a:pt x="1178516" y="684651"/>
                </a:lnTo>
                <a:moveTo>
                  <a:pt x="1776333" y="355013"/>
                </a:moveTo>
                <a:lnTo>
                  <a:pt x="1746331" y="421090"/>
                </a:lnTo>
                <a:moveTo>
                  <a:pt x="1375997" y="1024732"/>
                </a:moveTo>
                <a:lnTo>
                  <a:pt x="1422614" y="1032244"/>
                </a:lnTo>
                <a:moveTo>
                  <a:pt x="1805488" y="212378"/>
                </a:moveTo>
                <a:lnTo>
                  <a:pt x="1738019" y="300116"/>
                </a:lnTo>
                <a:moveTo>
                  <a:pt x="1545620" y="577652"/>
                </a:moveTo>
                <a:lnTo>
                  <a:pt x="1462991" y="540804"/>
                </a:lnTo>
                <a:moveTo>
                  <a:pt x="1462991" y="540804"/>
                </a:moveTo>
                <a:lnTo>
                  <a:pt x="1340510" y="494288"/>
                </a:lnTo>
                <a:moveTo>
                  <a:pt x="1445301" y="487888"/>
                </a:moveTo>
                <a:lnTo>
                  <a:pt x="1340510" y="494288"/>
                </a:lnTo>
                <a:moveTo>
                  <a:pt x="1307400" y="584706"/>
                </a:moveTo>
                <a:lnTo>
                  <a:pt x="1190373" y="586864"/>
                </a:lnTo>
                <a:moveTo>
                  <a:pt x="1547713" y="378765"/>
                </a:moveTo>
                <a:lnTo>
                  <a:pt x="1489828" y="307075"/>
                </a:lnTo>
                <a:moveTo>
                  <a:pt x="1701669" y="490170"/>
                </a:moveTo>
                <a:lnTo>
                  <a:pt x="1615067" y="487925"/>
                </a:lnTo>
                <a:moveTo>
                  <a:pt x="1772536" y="210185"/>
                </a:moveTo>
                <a:lnTo>
                  <a:pt x="1738019" y="300116"/>
                </a:lnTo>
                <a:moveTo>
                  <a:pt x="1602098" y="507283"/>
                </a:moveTo>
                <a:lnTo>
                  <a:pt x="1545620" y="577652"/>
                </a:lnTo>
                <a:moveTo>
                  <a:pt x="1340510" y="494288"/>
                </a:moveTo>
                <a:lnTo>
                  <a:pt x="1314275" y="585353"/>
                </a:lnTo>
                <a:moveTo>
                  <a:pt x="1489828" y="307075"/>
                </a:moveTo>
                <a:lnTo>
                  <a:pt x="1534100" y="378838"/>
                </a:lnTo>
                <a:moveTo>
                  <a:pt x="1547713" y="378765"/>
                </a:moveTo>
                <a:lnTo>
                  <a:pt x="1494602" y="301185"/>
                </a:lnTo>
                <a:moveTo>
                  <a:pt x="1545620" y="577652"/>
                </a:moveTo>
                <a:lnTo>
                  <a:pt x="1437100" y="600681"/>
                </a:lnTo>
                <a:moveTo>
                  <a:pt x="1805488" y="212378"/>
                </a:moveTo>
                <a:lnTo>
                  <a:pt x="1794085" y="310428"/>
                </a:lnTo>
                <a:moveTo>
                  <a:pt x="1190373" y="586864"/>
                </a:moveTo>
                <a:lnTo>
                  <a:pt x="1178516" y="684651"/>
                </a:lnTo>
                <a:moveTo>
                  <a:pt x="1701669" y="490170"/>
                </a:moveTo>
                <a:lnTo>
                  <a:pt x="1602098" y="507283"/>
                </a:lnTo>
                <a:moveTo>
                  <a:pt x="1340510" y="494288"/>
                </a:moveTo>
                <a:lnTo>
                  <a:pt x="1313579" y="570478"/>
                </a:lnTo>
                <a:moveTo>
                  <a:pt x="1384981" y="705101"/>
                </a:moveTo>
                <a:lnTo>
                  <a:pt x="1379588" y="714730"/>
                </a:lnTo>
                <a:moveTo>
                  <a:pt x="1671734" y="975386"/>
                </a:moveTo>
                <a:lnTo>
                  <a:pt x="1654430" y="1075483"/>
                </a:lnTo>
                <a:moveTo>
                  <a:pt x="1503422" y="1186541"/>
                </a:moveTo>
                <a:lnTo>
                  <a:pt x="1441561" y="1210201"/>
                </a:lnTo>
                <a:moveTo>
                  <a:pt x="1229548" y="787215"/>
                </a:moveTo>
                <a:lnTo>
                  <a:pt x="1207848" y="810468"/>
                </a:lnTo>
                <a:moveTo>
                  <a:pt x="1439405" y="987593"/>
                </a:moveTo>
                <a:lnTo>
                  <a:pt x="1375997" y="1024732"/>
                </a:lnTo>
                <a:moveTo>
                  <a:pt x="1445742" y="386143"/>
                </a:moveTo>
                <a:lnTo>
                  <a:pt x="1340510" y="494288"/>
                </a:lnTo>
                <a:moveTo>
                  <a:pt x="1643428" y="240926"/>
                </a:moveTo>
                <a:lnTo>
                  <a:pt x="1679944" y="292086"/>
                </a:lnTo>
                <a:moveTo>
                  <a:pt x="1178516" y="684651"/>
                </a:moveTo>
                <a:lnTo>
                  <a:pt x="1113915" y="806883"/>
                </a:lnTo>
                <a:moveTo>
                  <a:pt x="1313990" y="808278"/>
                </a:moveTo>
                <a:lnTo>
                  <a:pt x="1282030" y="690634"/>
                </a:lnTo>
                <a:moveTo>
                  <a:pt x="1738019" y="300116"/>
                </a:moveTo>
                <a:lnTo>
                  <a:pt x="1643428" y="240926"/>
                </a:lnTo>
                <a:moveTo>
                  <a:pt x="1535774" y="904784"/>
                </a:moveTo>
                <a:lnTo>
                  <a:pt x="1588032" y="946482"/>
                </a:lnTo>
                <a:moveTo>
                  <a:pt x="1654430" y="1075483"/>
                </a:moveTo>
                <a:lnTo>
                  <a:pt x="1591743" y="1173816"/>
                </a:lnTo>
                <a:moveTo>
                  <a:pt x="1746331" y="421090"/>
                </a:moveTo>
                <a:lnTo>
                  <a:pt x="1701669" y="490170"/>
                </a:lnTo>
                <a:moveTo>
                  <a:pt x="1384619" y="1163700"/>
                </a:moveTo>
                <a:lnTo>
                  <a:pt x="1366220" y="1109877"/>
                </a:lnTo>
                <a:moveTo>
                  <a:pt x="1872603" y="341130"/>
                </a:moveTo>
                <a:lnTo>
                  <a:pt x="1794085" y="310428"/>
                </a:lnTo>
                <a:moveTo>
                  <a:pt x="1229548" y="787215"/>
                </a:moveTo>
                <a:lnTo>
                  <a:pt x="1113915" y="806883"/>
                </a:lnTo>
                <a:moveTo>
                  <a:pt x="1502707" y="635864"/>
                </a:moveTo>
                <a:lnTo>
                  <a:pt x="1437100" y="600681"/>
                </a:lnTo>
                <a:moveTo>
                  <a:pt x="1862495" y="361092"/>
                </a:moveTo>
                <a:lnTo>
                  <a:pt x="1794085" y="310428"/>
                </a:lnTo>
                <a:moveTo>
                  <a:pt x="1643428" y="240926"/>
                </a:moveTo>
                <a:lnTo>
                  <a:pt x="1573773" y="285902"/>
                </a:lnTo>
                <a:moveTo>
                  <a:pt x="1591743" y="1173816"/>
                </a:moveTo>
                <a:lnTo>
                  <a:pt x="1553454" y="1179505"/>
                </a:lnTo>
                <a:moveTo>
                  <a:pt x="1862495" y="361092"/>
                </a:moveTo>
                <a:lnTo>
                  <a:pt x="1776333" y="355013"/>
                </a:lnTo>
                <a:moveTo>
                  <a:pt x="1366220" y="1109877"/>
                </a:moveTo>
                <a:lnTo>
                  <a:pt x="1359740" y="1053176"/>
                </a:lnTo>
                <a:moveTo>
                  <a:pt x="1178516" y="684651"/>
                </a:moveTo>
                <a:lnTo>
                  <a:pt x="1101599" y="700714"/>
                </a:lnTo>
                <a:moveTo>
                  <a:pt x="1461586" y="943858"/>
                </a:moveTo>
                <a:lnTo>
                  <a:pt x="1375997" y="1024732"/>
                </a:lnTo>
                <a:moveTo>
                  <a:pt x="1805488" y="212378"/>
                </a:moveTo>
                <a:lnTo>
                  <a:pt x="1772536" y="210185"/>
                </a:lnTo>
                <a:moveTo>
                  <a:pt x="1573773" y="285902"/>
                </a:moveTo>
                <a:lnTo>
                  <a:pt x="1494602" y="301185"/>
                </a:lnTo>
                <a:moveTo>
                  <a:pt x="1897640" y="238350"/>
                </a:moveTo>
                <a:lnTo>
                  <a:pt x="1794085" y="310428"/>
                </a:lnTo>
                <a:moveTo>
                  <a:pt x="1489828" y="307075"/>
                </a:moveTo>
                <a:lnTo>
                  <a:pt x="1445742" y="386143"/>
                </a:lnTo>
                <a:moveTo>
                  <a:pt x="1862495" y="361092"/>
                </a:moveTo>
                <a:lnTo>
                  <a:pt x="1746331" y="421090"/>
                </a:lnTo>
                <a:moveTo>
                  <a:pt x="1313990" y="808278"/>
                </a:moveTo>
                <a:lnTo>
                  <a:pt x="1229548" y="787215"/>
                </a:lnTo>
                <a:moveTo>
                  <a:pt x="1655465" y="886939"/>
                </a:moveTo>
                <a:lnTo>
                  <a:pt x="1588032" y="946482"/>
                </a:lnTo>
                <a:moveTo>
                  <a:pt x="1207848" y="810468"/>
                </a:moveTo>
                <a:lnTo>
                  <a:pt x="1113915" y="806883"/>
                </a:lnTo>
                <a:moveTo>
                  <a:pt x="1475082" y="676883"/>
                </a:moveTo>
                <a:lnTo>
                  <a:pt x="1437100" y="600681"/>
                </a:lnTo>
                <a:moveTo>
                  <a:pt x="1379588" y="714730"/>
                </a:moveTo>
                <a:lnTo>
                  <a:pt x="1313990" y="808278"/>
                </a:lnTo>
                <a:moveTo>
                  <a:pt x="1738019" y="300116"/>
                </a:moveTo>
                <a:lnTo>
                  <a:pt x="1683291" y="221975"/>
                </a:lnTo>
                <a:moveTo>
                  <a:pt x="1535774" y="904784"/>
                </a:moveTo>
                <a:lnTo>
                  <a:pt x="1461586" y="943858"/>
                </a:lnTo>
                <a:moveTo>
                  <a:pt x="1441561" y="1210201"/>
                </a:moveTo>
                <a:lnTo>
                  <a:pt x="1384619" y="1163700"/>
                </a:lnTo>
                <a:moveTo>
                  <a:pt x="1264680" y="508470"/>
                </a:moveTo>
                <a:lnTo>
                  <a:pt x="1307400" y="584706"/>
                </a:lnTo>
                <a:moveTo>
                  <a:pt x="1795506" y="188034"/>
                </a:moveTo>
                <a:lnTo>
                  <a:pt x="1805488" y="212378"/>
                </a:lnTo>
                <a:moveTo>
                  <a:pt x="1307400" y="584706"/>
                </a:moveTo>
                <a:lnTo>
                  <a:pt x="1260076" y="509132"/>
                </a:lnTo>
                <a:moveTo>
                  <a:pt x="1638434" y="552623"/>
                </a:moveTo>
                <a:lnTo>
                  <a:pt x="1602098" y="507283"/>
                </a:lnTo>
                <a:moveTo>
                  <a:pt x="1795506" y="188034"/>
                </a:moveTo>
                <a:lnTo>
                  <a:pt x="1772536" y="210185"/>
                </a:lnTo>
                <a:moveTo>
                  <a:pt x="1375997" y="1024732"/>
                </a:moveTo>
                <a:lnTo>
                  <a:pt x="1359740" y="1053176"/>
                </a:lnTo>
                <a:moveTo>
                  <a:pt x="1634948" y="556160"/>
                </a:moveTo>
                <a:lnTo>
                  <a:pt x="1602098" y="507283"/>
                </a:lnTo>
                <a:moveTo>
                  <a:pt x="1366220" y="1109877"/>
                </a:moveTo>
                <a:lnTo>
                  <a:pt x="1354937" y="1063510"/>
                </a:lnTo>
                <a:moveTo>
                  <a:pt x="1313579" y="570478"/>
                </a:moveTo>
                <a:lnTo>
                  <a:pt x="1264680" y="508470"/>
                </a:lnTo>
                <a:moveTo>
                  <a:pt x="1713196" y="1113039"/>
                </a:moveTo>
                <a:lnTo>
                  <a:pt x="1654430" y="1075483"/>
                </a:lnTo>
                <a:moveTo>
                  <a:pt x="1528000" y="1213872"/>
                </a:moveTo>
                <a:lnTo>
                  <a:pt x="1503422" y="1186541"/>
                </a:lnTo>
                <a:moveTo>
                  <a:pt x="1190373" y="586864"/>
                </a:moveTo>
                <a:lnTo>
                  <a:pt x="1101599" y="700714"/>
                </a:lnTo>
                <a:moveTo>
                  <a:pt x="1207848" y="810468"/>
                </a:moveTo>
                <a:lnTo>
                  <a:pt x="1162086" y="859653"/>
                </a:lnTo>
                <a:moveTo>
                  <a:pt x="1475082" y="676883"/>
                </a:moveTo>
                <a:lnTo>
                  <a:pt x="1384981" y="705101"/>
                </a:lnTo>
                <a:moveTo>
                  <a:pt x="1745109" y="1007873"/>
                </a:moveTo>
                <a:lnTo>
                  <a:pt x="1654430" y="1075483"/>
                </a:lnTo>
                <a:moveTo>
                  <a:pt x="1545620" y="577652"/>
                </a:moveTo>
                <a:lnTo>
                  <a:pt x="1502707" y="635864"/>
                </a:lnTo>
                <a:moveTo>
                  <a:pt x="1354937" y="1063510"/>
                </a:moveTo>
                <a:lnTo>
                  <a:pt x="1359740" y="1053176"/>
                </a:lnTo>
                <a:moveTo>
                  <a:pt x="1897640" y="238350"/>
                </a:moveTo>
                <a:lnTo>
                  <a:pt x="1805488" y="212378"/>
                </a:lnTo>
                <a:moveTo>
                  <a:pt x="1445742" y="386143"/>
                </a:moveTo>
                <a:lnTo>
                  <a:pt x="1393113" y="410627"/>
                </a:lnTo>
                <a:moveTo>
                  <a:pt x="1461586" y="943858"/>
                </a:moveTo>
                <a:lnTo>
                  <a:pt x="1415043" y="970452"/>
                </a:lnTo>
                <a:moveTo>
                  <a:pt x="1101599" y="700714"/>
                </a:moveTo>
                <a:lnTo>
                  <a:pt x="1113915" y="806883"/>
                </a:lnTo>
                <a:moveTo>
                  <a:pt x="1162086" y="859653"/>
                </a:moveTo>
                <a:lnTo>
                  <a:pt x="1113915" y="806883"/>
                </a:lnTo>
                <a:moveTo>
                  <a:pt x="1872603" y="341130"/>
                </a:moveTo>
                <a:lnTo>
                  <a:pt x="1862495" y="361092"/>
                </a:lnTo>
                <a:moveTo>
                  <a:pt x="1795082" y="462122"/>
                </a:moveTo>
                <a:lnTo>
                  <a:pt x="1746331" y="421090"/>
                </a:lnTo>
                <a:moveTo>
                  <a:pt x="1681276" y="1150544"/>
                </a:moveTo>
                <a:lnTo>
                  <a:pt x="1654430" y="1075483"/>
                </a:lnTo>
                <a:moveTo>
                  <a:pt x="1375997" y="1024732"/>
                </a:moveTo>
                <a:lnTo>
                  <a:pt x="1354937" y="1063510"/>
                </a:lnTo>
                <a:moveTo>
                  <a:pt x="1791150" y="467350"/>
                </a:moveTo>
                <a:lnTo>
                  <a:pt x="1746331" y="421090"/>
                </a:lnTo>
                <a:moveTo>
                  <a:pt x="1745109" y="1007873"/>
                </a:moveTo>
                <a:lnTo>
                  <a:pt x="1671734" y="975386"/>
                </a:lnTo>
                <a:moveTo>
                  <a:pt x="1655465" y="886939"/>
                </a:moveTo>
                <a:lnTo>
                  <a:pt x="1671734" y="975386"/>
                </a:lnTo>
                <a:moveTo>
                  <a:pt x="1494602" y="301185"/>
                </a:moveTo>
                <a:lnTo>
                  <a:pt x="1489828" y="307075"/>
                </a:lnTo>
                <a:moveTo>
                  <a:pt x="1393113" y="410627"/>
                </a:moveTo>
                <a:lnTo>
                  <a:pt x="1340510" y="494288"/>
                </a:lnTo>
                <a:moveTo>
                  <a:pt x="1897640" y="238350"/>
                </a:moveTo>
                <a:lnTo>
                  <a:pt x="1795506" y="188034"/>
                </a:lnTo>
                <a:moveTo>
                  <a:pt x="1897640" y="238350"/>
                </a:moveTo>
                <a:lnTo>
                  <a:pt x="1872603" y="341130"/>
                </a:lnTo>
                <a:moveTo>
                  <a:pt x="1772536" y="210185"/>
                </a:moveTo>
                <a:lnTo>
                  <a:pt x="1683291" y="221975"/>
                </a:lnTo>
                <a:moveTo>
                  <a:pt x="1260076" y="509132"/>
                </a:moveTo>
                <a:lnTo>
                  <a:pt x="1190373" y="586864"/>
                </a:lnTo>
                <a:moveTo>
                  <a:pt x="1340510" y="494288"/>
                </a:moveTo>
                <a:lnTo>
                  <a:pt x="1264680" y="508470"/>
                </a:lnTo>
                <a:moveTo>
                  <a:pt x="1529525" y="1212917"/>
                </a:moveTo>
                <a:lnTo>
                  <a:pt x="1553454" y="1179505"/>
                </a:lnTo>
                <a:moveTo>
                  <a:pt x="1528000" y="1213872"/>
                </a:moveTo>
                <a:lnTo>
                  <a:pt x="1553454" y="1179505"/>
                </a:lnTo>
                <a:moveTo>
                  <a:pt x="1423430" y="370249"/>
                </a:moveTo>
                <a:lnTo>
                  <a:pt x="1445742" y="386143"/>
                </a:lnTo>
                <a:moveTo>
                  <a:pt x="1634948" y="556160"/>
                </a:moveTo>
                <a:lnTo>
                  <a:pt x="1545620" y="577652"/>
                </a:lnTo>
                <a:moveTo>
                  <a:pt x="1581604" y="264264"/>
                </a:moveTo>
                <a:lnTo>
                  <a:pt x="1573773" y="285902"/>
                </a:lnTo>
                <a:moveTo>
                  <a:pt x="1872603" y="341130"/>
                </a:moveTo>
                <a:lnTo>
                  <a:pt x="1887438" y="351921"/>
                </a:lnTo>
                <a:moveTo>
                  <a:pt x="1701669" y="490170"/>
                </a:moveTo>
                <a:lnTo>
                  <a:pt x="1638434" y="552623"/>
                </a:lnTo>
                <a:moveTo>
                  <a:pt x="1190373" y="586864"/>
                </a:moveTo>
                <a:lnTo>
                  <a:pt x="1134573" y="610249"/>
                </a:lnTo>
                <a:moveTo>
                  <a:pt x="1887438" y="351921"/>
                </a:moveTo>
                <a:lnTo>
                  <a:pt x="1862495" y="361092"/>
                </a:lnTo>
                <a:moveTo>
                  <a:pt x="1250513" y="846013"/>
                </a:moveTo>
                <a:lnTo>
                  <a:pt x="1229548" y="787215"/>
                </a:lnTo>
                <a:moveTo>
                  <a:pt x="1207848" y="810468"/>
                </a:moveTo>
                <a:lnTo>
                  <a:pt x="1230952" y="847460"/>
                </a:lnTo>
                <a:moveTo>
                  <a:pt x="1415043" y="970452"/>
                </a:moveTo>
                <a:lnTo>
                  <a:pt x="1375997" y="1024732"/>
                </a:lnTo>
                <a:moveTo>
                  <a:pt x="1791150" y="467350"/>
                </a:moveTo>
                <a:lnTo>
                  <a:pt x="1701669" y="490170"/>
                </a:lnTo>
                <a:moveTo>
                  <a:pt x="1502707" y="635864"/>
                </a:moveTo>
                <a:lnTo>
                  <a:pt x="1475082" y="676883"/>
                </a:lnTo>
                <a:moveTo>
                  <a:pt x="1472205" y="943317"/>
                </a:moveTo>
                <a:lnTo>
                  <a:pt x="1461586" y="943858"/>
                </a:lnTo>
                <a:moveTo>
                  <a:pt x="1379588" y="714730"/>
                </a:moveTo>
                <a:lnTo>
                  <a:pt x="1399240" y="761177"/>
                </a:lnTo>
                <a:moveTo>
                  <a:pt x="1683291" y="221975"/>
                </a:moveTo>
                <a:lnTo>
                  <a:pt x="1643428" y="240926"/>
                </a:lnTo>
                <a:moveTo>
                  <a:pt x="1406803" y="756435"/>
                </a:moveTo>
                <a:lnTo>
                  <a:pt x="1384981" y="705101"/>
                </a:lnTo>
                <a:moveTo>
                  <a:pt x="1406803" y="756435"/>
                </a:moveTo>
                <a:lnTo>
                  <a:pt x="1379588" y="714730"/>
                </a:lnTo>
                <a:moveTo>
                  <a:pt x="1591743" y="1173816"/>
                </a:moveTo>
                <a:lnTo>
                  <a:pt x="1529525" y="1212917"/>
                </a:lnTo>
                <a:moveTo>
                  <a:pt x="1681276" y="1150544"/>
                </a:moveTo>
                <a:lnTo>
                  <a:pt x="1591743" y="1173816"/>
                </a:lnTo>
                <a:moveTo>
                  <a:pt x="1250513" y="846013"/>
                </a:moveTo>
                <a:lnTo>
                  <a:pt x="1207848" y="810468"/>
                </a:lnTo>
                <a:moveTo>
                  <a:pt x="1862495" y="361092"/>
                </a:moveTo>
                <a:lnTo>
                  <a:pt x="1795082" y="462122"/>
                </a:lnTo>
                <a:moveTo>
                  <a:pt x="1655465" y="886939"/>
                </a:moveTo>
                <a:lnTo>
                  <a:pt x="1535774" y="904784"/>
                </a:lnTo>
                <a:moveTo>
                  <a:pt x="1113915" y="806883"/>
                </a:moveTo>
                <a:lnTo>
                  <a:pt x="1045900" y="826033"/>
                </a:lnTo>
                <a:moveTo>
                  <a:pt x="1734545" y="203856"/>
                </a:moveTo>
                <a:lnTo>
                  <a:pt x="1772536" y="210185"/>
                </a:lnTo>
                <a:moveTo>
                  <a:pt x="1881319" y="197154"/>
                </a:moveTo>
                <a:lnTo>
                  <a:pt x="1795506" y="188034"/>
                </a:lnTo>
                <a:moveTo>
                  <a:pt x="1528000" y="1213872"/>
                </a:moveTo>
                <a:lnTo>
                  <a:pt x="1441561" y="1210201"/>
                </a:lnTo>
                <a:moveTo>
                  <a:pt x="1525384" y="1214354"/>
                </a:moveTo>
                <a:lnTo>
                  <a:pt x="1441561" y="1210201"/>
                </a:lnTo>
                <a:moveTo>
                  <a:pt x="690746" y="664015"/>
                </a:moveTo>
                <a:lnTo>
                  <a:pt x="575029" y="646344"/>
                </a:lnTo>
                <a:moveTo>
                  <a:pt x="1134573" y="610249"/>
                </a:moveTo>
                <a:lnTo>
                  <a:pt x="1101599" y="700714"/>
                </a:lnTo>
                <a:moveTo>
                  <a:pt x="1384619" y="1163700"/>
                </a:moveTo>
                <a:lnTo>
                  <a:pt x="1364085" y="1097414"/>
                </a:lnTo>
                <a:moveTo>
                  <a:pt x="1366220" y="1109877"/>
                </a:moveTo>
                <a:lnTo>
                  <a:pt x="1364085" y="1097414"/>
                </a:lnTo>
                <a:moveTo>
                  <a:pt x="1502707" y="635864"/>
                </a:moveTo>
                <a:lnTo>
                  <a:pt x="1511289" y="655396"/>
                </a:lnTo>
                <a:moveTo>
                  <a:pt x="1745109" y="1007873"/>
                </a:moveTo>
                <a:lnTo>
                  <a:pt x="1713196" y="1113039"/>
                </a:lnTo>
                <a:moveTo>
                  <a:pt x="1586121" y="885137"/>
                </a:moveTo>
                <a:lnTo>
                  <a:pt x="1535774" y="904784"/>
                </a:lnTo>
                <a:moveTo>
                  <a:pt x="1489828" y="307075"/>
                </a:moveTo>
                <a:lnTo>
                  <a:pt x="1423430" y="370249"/>
                </a:lnTo>
                <a:moveTo>
                  <a:pt x="1101599" y="700714"/>
                </a:moveTo>
                <a:lnTo>
                  <a:pt x="1045900" y="826033"/>
                </a:lnTo>
                <a:moveTo>
                  <a:pt x="1881319" y="197154"/>
                </a:moveTo>
                <a:lnTo>
                  <a:pt x="1897640" y="238350"/>
                </a:lnTo>
                <a:moveTo>
                  <a:pt x="1393113" y="410627"/>
                </a:moveTo>
                <a:lnTo>
                  <a:pt x="1264680" y="508470"/>
                </a:lnTo>
                <a:moveTo>
                  <a:pt x="1162086" y="859653"/>
                </a:moveTo>
                <a:lnTo>
                  <a:pt x="1045900" y="826033"/>
                </a:lnTo>
                <a:moveTo>
                  <a:pt x="1494602" y="301185"/>
                </a:moveTo>
                <a:lnTo>
                  <a:pt x="1423430" y="370249"/>
                </a:lnTo>
                <a:moveTo>
                  <a:pt x="1230952" y="847460"/>
                </a:moveTo>
                <a:lnTo>
                  <a:pt x="1162086" y="859653"/>
                </a:lnTo>
                <a:moveTo>
                  <a:pt x="1745109" y="1007873"/>
                </a:moveTo>
                <a:lnTo>
                  <a:pt x="1655465" y="886939"/>
                </a:lnTo>
                <a:moveTo>
                  <a:pt x="1932013" y="265477"/>
                </a:moveTo>
                <a:lnTo>
                  <a:pt x="1872603" y="341130"/>
                </a:lnTo>
                <a:moveTo>
                  <a:pt x="1795506" y="188034"/>
                </a:moveTo>
                <a:lnTo>
                  <a:pt x="1734545" y="203856"/>
                </a:lnTo>
                <a:moveTo>
                  <a:pt x="1264680" y="508470"/>
                </a:moveTo>
                <a:lnTo>
                  <a:pt x="1260076" y="509132"/>
                </a:lnTo>
                <a:moveTo>
                  <a:pt x="1567451" y="628902"/>
                </a:moveTo>
                <a:lnTo>
                  <a:pt x="1545620" y="577652"/>
                </a:lnTo>
                <a:moveTo>
                  <a:pt x="1264680" y="508470"/>
                </a:moveTo>
                <a:lnTo>
                  <a:pt x="1261597" y="508095"/>
                </a:lnTo>
                <a:moveTo>
                  <a:pt x="1643428" y="240926"/>
                </a:moveTo>
                <a:lnTo>
                  <a:pt x="1581604" y="264264"/>
                </a:lnTo>
                <a:moveTo>
                  <a:pt x="1313990" y="808278"/>
                </a:moveTo>
                <a:lnTo>
                  <a:pt x="1250513" y="846013"/>
                </a:lnTo>
                <a:moveTo>
                  <a:pt x="1399240" y="761177"/>
                </a:moveTo>
                <a:lnTo>
                  <a:pt x="1313990" y="808278"/>
                </a:lnTo>
                <a:moveTo>
                  <a:pt x="1261597" y="508095"/>
                </a:moveTo>
                <a:lnTo>
                  <a:pt x="1260076" y="509132"/>
                </a:lnTo>
                <a:moveTo>
                  <a:pt x="1511289" y="655396"/>
                </a:moveTo>
                <a:lnTo>
                  <a:pt x="1475082" y="676883"/>
                </a:lnTo>
                <a:moveTo>
                  <a:pt x="1767053" y="918594"/>
                </a:moveTo>
                <a:lnTo>
                  <a:pt x="1745109" y="1007873"/>
                </a:lnTo>
                <a:moveTo>
                  <a:pt x="1759595" y="902550"/>
                </a:moveTo>
                <a:lnTo>
                  <a:pt x="1655465" y="886939"/>
                </a:lnTo>
                <a:moveTo>
                  <a:pt x="1638434" y="552623"/>
                </a:moveTo>
                <a:lnTo>
                  <a:pt x="1634948" y="556160"/>
                </a:lnTo>
                <a:moveTo>
                  <a:pt x="1581604" y="264264"/>
                </a:moveTo>
                <a:lnTo>
                  <a:pt x="1494602" y="301185"/>
                </a:lnTo>
                <a:moveTo>
                  <a:pt x="1713196" y="1113039"/>
                </a:moveTo>
                <a:lnTo>
                  <a:pt x="1681276" y="1150544"/>
                </a:lnTo>
                <a:moveTo>
                  <a:pt x="598102" y="552445"/>
                </a:moveTo>
                <a:lnTo>
                  <a:pt x="575029" y="646344"/>
                </a:lnTo>
                <a:moveTo>
                  <a:pt x="1258685" y="510550"/>
                </a:moveTo>
                <a:lnTo>
                  <a:pt x="1260076" y="509132"/>
                </a:lnTo>
                <a:moveTo>
                  <a:pt x="1767053" y="918594"/>
                </a:moveTo>
                <a:lnTo>
                  <a:pt x="1655465" y="886939"/>
                </a:lnTo>
                <a:moveTo>
                  <a:pt x="704737" y="565068"/>
                </a:moveTo>
                <a:lnTo>
                  <a:pt x="575029" y="646344"/>
                </a:lnTo>
                <a:moveTo>
                  <a:pt x="1261597" y="508095"/>
                </a:moveTo>
                <a:lnTo>
                  <a:pt x="1258685" y="510550"/>
                </a:lnTo>
                <a:moveTo>
                  <a:pt x="1932013" y="265477"/>
                </a:moveTo>
                <a:lnTo>
                  <a:pt x="1897640" y="238350"/>
                </a:lnTo>
                <a:moveTo>
                  <a:pt x="655096" y="703903"/>
                </a:moveTo>
                <a:lnTo>
                  <a:pt x="575029" y="646344"/>
                </a:lnTo>
                <a:moveTo>
                  <a:pt x="1638434" y="552623"/>
                </a:moveTo>
                <a:lnTo>
                  <a:pt x="1641224" y="555816"/>
                </a:lnTo>
                <a:moveTo>
                  <a:pt x="1722484" y="550275"/>
                </a:moveTo>
                <a:lnTo>
                  <a:pt x="1701669" y="490170"/>
                </a:lnTo>
                <a:moveTo>
                  <a:pt x="1655465" y="886939"/>
                </a:moveTo>
                <a:lnTo>
                  <a:pt x="1586121" y="885137"/>
                </a:lnTo>
                <a:moveTo>
                  <a:pt x="1641224" y="555816"/>
                </a:moveTo>
                <a:lnTo>
                  <a:pt x="1634948" y="556160"/>
                </a:lnTo>
                <a:moveTo>
                  <a:pt x="1260076" y="509132"/>
                </a:moveTo>
                <a:lnTo>
                  <a:pt x="1134573" y="610249"/>
                </a:lnTo>
                <a:moveTo>
                  <a:pt x="2097799" y="339854"/>
                </a:moveTo>
                <a:lnTo>
                  <a:pt x="2066158" y="269255"/>
                </a:lnTo>
                <a:moveTo>
                  <a:pt x="1767053" y="918594"/>
                </a:moveTo>
                <a:lnTo>
                  <a:pt x="1759595" y="902550"/>
                </a:lnTo>
                <a:moveTo>
                  <a:pt x="1770660" y="904915"/>
                </a:moveTo>
                <a:lnTo>
                  <a:pt x="1759595" y="902550"/>
                </a:lnTo>
                <a:moveTo>
                  <a:pt x="1932013" y="265477"/>
                </a:moveTo>
                <a:lnTo>
                  <a:pt x="1887438" y="351921"/>
                </a:lnTo>
                <a:moveTo>
                  <a:pt x="1535774" y="904784"/>
                </a:moveTo>
                <a:lnTo>
                  <a:pt x="1472205" y="943317"/>
                </a:lnTo>
                <a:moveTo>
                  <a:pt x="1101599" y="700714"/>
                </a:moveTo>
                <a:lnTo>
                  <a:pt x="1052570" y="726447"/>
                </a:lnTo>
                <a:moveTo>
                  <a:pt x="704737" y="565068"/>
                </a:moveTo>
                <a:lnTo>
                  <a:pt x="690746" y="664015"/>
                </a:lnTo>
                <a:moveTo>
                  <a:pt x="1770660" y="904915"/>
                </a:moveTo>
                <a:lnTo>
                  <a:pt x="1767053" y="918594"/>
                </a:lnTo>
                <a:moveTo>
                  <a:pt x="1423430" y="370249"/>
                </a:moveTo>
                <a:lnTo>
                  <a:pt x="1393113" y="410627"/>
                </a:lnTo>
                <a:moveTo>
                  <a:pt x="1795082" y="462122"/>
                </a:moveTo>
                <a:lnTo>
                  <a:pt x="1791150" y="467350"/>
                </a:lnTo>
                <a:moveTo>
                  <a:pt x="1162086" y="859653"/>
                </a:moveTo>
                <a:lnTo>
                  <a:pt x="1101460" y="872561"/>
                </a:lnTo>
                <a:moveTo>
                  <a:pt x="690746" y="664015"/>
                </a:moveTo>
                <a:lnTo>
                  <a:pt x="655096" y="703903"/>
                </a:lnTo>
                <a:moveTo>
                  <a:pt x="1364085" y="1097414"/>
                </a:moveTo>
                <a:lnTo>
                  <a:pt x="1354937" y="1063510"/>
                </a:lnTo>
                <a:moveTo>
                  <a:pt x="1795082" y="462122"/>
                </a:moveTo>
                <a:lnTo>
                  <a:pt x="1796349" y="464969"/>
                </a:lnTo>
                <a:moveTo>
                  <a:pt x="1796349" y="464969"/>
                </a:moveTo>
                <a:lnTo>
                  <a:pt x="1791150" y="467350"/>
                </a:lnTo>
                <a:moveTo>
                  <a:pt x="1432805" y="1000346"/>
                </a:moveTo>
                <a:lnTo>
                  <a:pt x="1375997" y="1024732"/>
                </a:lnTo>
                <a:moveTo>
                  <a:pt x="1475082" y="676883"/>
                </a:moveTo>
                <a:lnTo>
                  <a:pt x="1406803" y="756435"/>
                </a:lnTo>
                <a:moveTo>
                  <a:pt x="1734545" y="203856"/>
                </a:moveTo>
                <a:lnTo>
                  <a:pt x="1683291" y="221975"/>
                </a:lnTo>
                <a:moveTo>
                  <a:pt x="1567451" y="628902"/>
                </a:moveTo>
                <a:lnTo>
                  <a:pt x="1502707" y="635864"/>
                </a:lnTo>
                <a:moveTo>
                  <a:pt x="1616867" y="1196392"/>
                </a:moveTo>
                <a:lnTo>
                  <a:pt x="1591743" y="1173816"/>
                </a:lnTo>
                <a:moveTo>
                  <a:pt x="1529525" y="1212917"/>
                </a:moveTo>
                <a:lnTo>
                  <a:pt x="1528000" y="1213872"/>
                </a:lnTo>
                <a:moveTo>
                  <a:pt x="1683291" y="221975"/>
                </a:moveTo>
                <a:lnTo>
                  <a:pt x="1581604" y="264264"/>
                </a:lnTo>
                <a:moveTo>
                  <a:pt x="1529525" y="1212917"/>
                </a:moveTo>
                <a:lnTo>
                  <a:pt x="1528784" y="1213683"/>
                </a:lnTo>
                <a:moveTo>
                  <a:pt x="1528784" y="1213683"/>
                </a:moveTo>
                <a:lnTo>
                  <a:pt x="1528000" y="1213872"/>
                </a:lnTo>
                <a:moveTo>
                  <a:pt x="2123665" y="841414"/>
                </a:moveTo>
                <a:lnTo>
                  <a:pt x="2128809" y="945096"/>
                </a:lnTo>
                <a:moveTo>
                  <a:pt x="1528000" y="1213872"/>
                </a:moveTo>
                <a:lnTo>
                  <a:pt x="1525384" y="1214354"/>
                </a:lnTo>
                <a:moveTo>
                  <a:pt x="1528784" y="1213683"/>
                </a:moveTo>
                <a:lnTo>
                  <a:pt x="1525384" y="1214354"/>
                </a:lnTo>
                <a:moveTo>
                  <a:pt x="1432805" y="1000346"/>
                </a:moveTo>
                <a:lnTo>
                  <a:pt x="1354937" y="1063510"/>
                </a:lnTo>
                <a:moveTo>
                  <a:pt x="1472205" y="943317"/>
                </a:moveTo>
                <a:lnTo>
                  <a:pt x="1415043" y="970452"/>
                </a:lnTo>
                <a:moveTo>
                  <a:pt x="1494602" y="301185"/>
                </a:moveTo>
                <a:lnTo>
                  <a:pt x="1483106" y="339930"/>
                </a:lnTo>
                <a:moveTo>
                  <a:pt x="704737" y="565068"/>
                </a:moveTo>
                <a:lnTo>
                  <a:pt x="598102" y="552445"/>
                </a:lnTo>
                <a:moveTo>
                  <a:pt x="1713196" y="1113039"/>
                </a:moveTo>
                <a:lnTo>
                  <a:pt x="1736104" y="1140933"/>
                </a:lnTo>
                <a:moveTo>
                  <a:pt x="1628476" y="853908"/>
                </a:moveTo>
                <a:lnTo>
                  <a:pt x="1655465" y="886939"/>
                </a:lnTo>
                <a:moveTo>
                  <a:pt x="1782054" y="806869"/>
                </a:moveTo>
                <a:lnTo>
                  <a:pt x="1759595" y="902550"/>
                </a:lnTo>
                <a:moveTo>
                  <a:pt x="2110577" y="228566"/>
                </a:moveTo>
                <a:lnTo>
                  <a:pt x="2066158" y="269255"/>
                </a:lnTo>
                <a:moveTo>
                  <a:pt x="1819506" y="220391"/>
                </a:moveTo>
                <a:lnTo>
                  <a:pt x="1795506" y="188034"/>
                </a:lnTo>
                <a:moveTo>
                  <a:pt x="1777338" y="806803"/>
                </a:moveTo>
                <a:lnTo>
                  <a:pt x="1759595" y="902550"/>
                </a:lnTo>
                <a:moveTo>
                  <a:pt x="1932013" y="265477"/>
                </a:moveTo>
                <a:lnTo>
                  <a:pt x="1881319" y="197154"/>
                </a:lnTo>
                <a:moveTo>
                  <a:pt x="2119466" y="957725"/>
                </a:moveTo>
                <a:lnTo>
                  <a:pt x="2128809" y="945096"/>
                </a:lnTo>
                <a:moveTo>
                  <a:pt x="1398160" y="1073087"/>
                </a:moveTo>
                <a:lnTo>
                  <a:pt x="1354937" y="1063510"/>
                </a:lnTo>
                <a:moveTo>
                  <a:pt x="1782054" y="806869"/>
                </a:moveTo>
                <a:lnTo>
                  <a:pt x="1770660" y="904915"/>
                </a:lnTo>
                <a:moveTo>
                  <a:pt x="575029" y="646344"/>
                </a:moveTo>
                <a:lnTo>
                  <a:pt x="528920" y="673089"/>
                </a:lnTo>
                <a:moveTo>
                  <a:pt x="1887828" y="393796"/>
                </a:moveTo>
                <a:lnTo>
                  <a:pt x="1862495" y="361092"/>
                </a:lnTo>
                <a:moveTo>
                  <a:pt x="1586121" y="885137"/>
                </a:moveTo>
                <a:lnTo>
                  <a:pt x="1472205" y="943317"/>
                </a:lnTo>
                <a:moveTo>
                  <a:pt x="1250513" y="846013"/>
                </a:moveTo>
                <a:lnTo>
                  <a:pt x="1230952" y="847460"/>
                </a:lnTo>
                <a:moveTo>
                  <a:pt x="1759595" y="902550"/>
                </a:moveTo>
                <a:lnTo>
                  <a:pt x="1628476" y="853908"/>
                </a:lnTo>
                <a:moveTo>
                  <a:pt x="1851784" y="937142"/>
                </a:moveTo>
                <a:lnTo>
                  <a:pt x="1745109" y="1007873"/>
                </a:lnTo>
                <a:moveTo>
                  <a:pt x="758921" y="698307"/>
                </a:moveTo>
                <a:lnTo>
                  <a:pt x="690746" y="664015"/>
                </a:lnTo>
                <a:moveTo>
                  <a:pt x="1809480" y="1043485"/>
                </a:moveTo>
                <a:lnTo>
                  <a:pt x="1713196" y="1113039"/>
                </a:lnTo>
                <a:moveTo>
                  <a:pt x="1511289" y="655396"/>
                </a:moveTo>
                <a:lnTo>
                  <a:pt x="1406803" y="756435"/>
                </a:lnTo>
                <a:moveTo>
                  <a:pt x="1369698" y="435885"/>
                </a:moveTo>
                <a:lnTo>
                  <a:pt x="1393113" y="410627"/>
                </a:lnTo>
                <a:moveTo>
                  <a:pt x="1134573" y="610249"/>
                </a:moveTo>
                <a:lnTo>
                  <a:pt x="1052570" y="726447"/>
                </a:lnTo>
                <a:moveTo>
                  <a:pt x="1045900" y="826033"/>
                </a:moveTo>
                <a:lnTo>
                  <a:pt x="991403" y="827626"/>
                </a:lnTo>
                <a:moveTo>
                  <a:pt x="1628476" y="853908"/>
                </a:moveTo>
                <a:lnTo>
                  <a:pt x="1586121" y="885137"/>
                </a:lnTo>
                <a:moveTo>
                  <a:pt x="1809480" y="1043485"/>
                </a:moveTo>
                <a:lnTo>
                  <a:pt x="1745109" y="1007873"/>
                </a:lnTo>
                <a:moveTo>
                  <a:pt x="1634948" y="556160"/>
                </a:moveTo>
                <a:lnTo>
                  <a:pt x="1567451" y="628902"/>
                </a:lnTo>
                <a:moveTo>
                  <a:pt x="1722484" y="550275"/>
                </a:moveTo>
                <a:lnTo>
                  <a:pt x="1638434" y="552623"/>
                </a:lnTo>
                <a:moveTo>
                  <a:pt x="1432805" y="1000346"/>
                </a:moveTo>
                <a:lnTo>
                  <a:pt x="1415043" y="970452"/>
                </a:lnTo>
                <a:moveTo>
                  <a:pt x="1515668" y="323415"/>
                </a:moveTo>
                <a:lnTo>
                  <a:pt x="1494602" y="301185"/>
                </a:lnTo>
                <a:moveTo>
                  <a:pt x="1196605" y="559026"/>
                </a:moveTo>
                <a:lnTo>
                  <a:pt x="1260076" y="509132"/>
                </a:lnTo>
                <a:moveTo>
                  <a:pt x="1101460" y="872561"/>
                </a:moveTo>
                <a:lnTo>
                  <a:pt x="1045900" y="826033"/>
                </a:lnTo>
                <a:moveTo>
                  <a:pt x="1230952" y="847460"/>
                </a:moveTo>
                <a:lnTo>
                  <a:pt x="1101460" y="872561"/>
                </a:lnTo>
                <a:moveTo>
                  <a:pt x="738596" y="733170"/>
                </a:moveTo>
                <a:lnTo>
                  <a:pt x="690746" y="664015"/>
                </a:lnTo>
                <a:moveTo>
                  <a:pt x="1851784" y="937142"/>
                </a:moveTo>
                <a:lnTo>
                  <a:pt x="1767053" y="918594"/>
                </a:lnTo>
                <a:moveTo>
                  <a:pt x="1052570" y="726447"/>
                </a:moveTo>
                <a:lnTo>
                  <a:pt x="1045900" y="826033"/>
                </a:lnTo>
                <a:moveTo>
                  <a:pt x="1736104" y="1140933"/>
                </a:moveTo>
                <a:lnTo>
                  <a:pt x="1681276" y="1150544"/>
                </a:lnTo>
                <a:moveTo>
                  <a:pt x="1258685" y="510550"/>
                </a:moveTo>
                <a:lnTo>
                  <a:pt x="1196605" y="559026"/>
                </a:lnTo>
                <a:moveTo>
                  <a:pt x="2119466" y="957725"/>
                </a:moveTo>
                <a:lnTo>
                  <a:pt x="2123665" y="841414"/>
                </a:lnTo>
                <a:moveTo>
                  <a:pt x="1852817" y="934355"/>
                </a:moveTo>
                <a:lnTo>
                  <a:pt x="1770660" y="904915"/>
                </a:lnTo>
                <a:moveTo>
                  <a:pt x="1851784" y="937142"/>
                </a:moveTo>
                <a:lnTo>
                  <a:pt x="1770660" y="904915"/>
                </a:lnTo>
                <a:moveTo>
                  <a:pt x="1771168" y="1124135"/>
                </a:moveTo>
                <a:lnTo>
                  <a:pt x="1713196" y="1113039"/>
                </a:lnTo>
                <a:moveTo>
                  <a:pt x="1722484" y="550275"/>
                </a:moveTo>
                <a:lnTo>
                  <a:pt x="1641224" y="555816"/>
                </a:lnTo>
                <a:moveTo>
                  <a:pt x="1887960" y="828068"/>
                </a:moveTo>
                <a:lnTo>
                  <a:pt x="1770660" y="904915"/>
                </a:lnTo>
                <a:moveTo>
                  <a:pt x="1355235" y="449067"/>
                </a:moveTo>
                <a:lnTo>
                  <a:pt x="1393113" y="410627"/>
                </a:lnTo>
                <a:moveTo>
                  <a:pt x="1887828" y="393796"/>
                </a:moveTo>
                <a:lnTo>
                  <a:pt x="1887438" y="351921"/>
                </a:lnTo>
                <a:moveTo>
                  <a:pt x="1791150" y="467350"/>
                </a:moveTo>
                <a:lnTo>
                  <a:pt x="1722484" y="550275"/>
                </a:lnTo>
                <a:moveTo>
                  <a:pt x="1355235" y="449067"/>
                </a:moveTo>
                <a:lnTo>
                  <a:pt x="1264680" y="508470"/>
                </a:lnTo>
                <a:moveTo>
                  <a:pt x="1567451" y="628902"/>
                </a:moveTo>
                <a:lnTo>
                  <a:pt x="1511289" y="655396"/>
                </a:lnTo>
                <a:moveTo>
                  <a:pt x="1196605" y="559026"/>
                </a:moveTo>
                <a:lnTo>
                  <a:pt x="1134573" y="610249"/>
                </a:lnTo>
                <a:moveTo>
                  <a:pt x="1406803" y="756435"/>
                </a:moveTo>
                <a:lnTo>
                  <a:pt x="1399240" y="761177"/>
                </a:lnTo>
                <a:moveTo>
                  <a:pt x="1343999" y="788311"/>
                </a:moveTo>
                <a:lnTo>
                  <a:pt x="1313990" y="808278"/>
                </a:lnTo>
                <a:moveTo>
                  <a:pt x="1355235" y="449067"/>
                </a:moveTo>
                <a:lnTo>
                  <a:pt x="1261597" y="508095"/>
                </a:lnTo>
                <a:moveTo>
                  <a:pt x="1782054" y="806869"/>
                </a:moveTo>
                <a:lnTo>
                  <a:pt x="1777338" y="806803"/>
                </a:lnTo>
                <a:moveTo>
                  <a:pt x="775610" y="598424"/>
                </a:moveTo>
                <a:lnTo>
                  <a:pt x="690746" y="664015"/>
                </a:lnTo>
                <a:moveTo>
                  <a:pt x="1780605" y="800568"/>
                </a:moveTo>
                <a:lnTo>
                  <a:pt x="1782054" y="806869"/>
                </a:lnTo>
                <a:moveTo>
                  <a:pt x="1780605" y="800568"/>
                </a:moveTo>
                <a:lnTo>
                  <a:pt x="1777338" y="806803"/>
                </a:lnTo>
                <a:moveTo>
                  <a:pt x="598102" y="552445"/>
                </a:moveTo>
                <a:lnTo>
                  <a:pt x="528920" y="673089"/>
                </a:lnTo>
                <a:moveTo>
                  <a:pt x="1101460" y="872561"/>
                </a:moveTo>
                <a:lnTo>
                  <a:pt x="991403" y="827626"/>
                </a:lnTo>
                <a:moveTo>
                  <a:pt x="1423430" y="370249"/>
                </a:moveTo>
                <a:lnTo>
                  <a:pt x="1369698" y="435885"/>
                </a:lnTo>
                <a:moveTo>
                  <a:pt x="655096" y="703903"/>
                </a:moveTo>
                <a:lnTo>
                  <a:pt x="528920" y="673089"/>
                </a:lnTo>
                <a:moveTo>
                  <a:pt x="1683291" y="221975"/>
                </a:moveTo>
                <a:lnTo>
                  <a:pt x="1666982" y="259052"/>
                </a:lnTo>
                <a:moveTo>
                  <a:pt x="1887438" y="351921"/>
                </a:moveTo>
                <a:lnTo>
                  <a:pt x="1873213" y="287822"/>
                </a:lnTo>
                <a:moveTo>
                  <a:pt x="1669094" y="258774"/>
                </a:moveTo>
                <a:lnTo>
                  <a:pt x="1683291" y="221975"/>
                </a:lnTo>
                <a:moveTo>
                  <a:pt x="1759595" y="902550"/>
                </a:moveTo>
                <a:lnTo>
                  <a:pt x="1667758" y="811543"/>
                </a:lnTo>
                <a:moveTo>
                  <a:pt x="1616867" y="1196392"/>
                </a:moveTo>
                <a:lnTo>
                  <a:pt x="1529525" y="1212917"/>
                </a:lnTo>
                <a:moveTo>
                  <a:pt x="1483106" y="339930"/>
                </a:moveTo>
                <a:lnTo>
                  <a:pt x="1423430" y="370249"/>
                </a:lnTo>
                <a:moveTo>
                  <a:pt x="1681276" y="1150544"/>
                </a:moveTo>
                <a:lnTo>
                  <a:pt x="1616867" y="1196392"/>
                </a:lnTo>
                <a:moveTo>
                  <a:pt x="1690027" y="592669"/>
                </a:moveTo>
                <a:lnTo>
                  <a:pt x="1641224" y="555816"/>
                </a:lnTo>
                <a:moveTo>
                  <a:pt x="1616867" y="1196392"/>
                </a:moveTo>
                <a:lnTo>
                  <a:pt x="1528784" y="1213683"/>
                </a:lnTo>
                <a:moveTo>
                  <a:pt x="1887828" y="393796"/>
                </a:moveTo>
                <a:lnTo>
                  <a:pt x="1795082" y="462122"/>
                </a:lnTo>
                <a:moveTo>
                  <a:pt x="738596" y="733170"/>
                </a:moveTo>
                <a:lnTo>
                  <a:pt x="655096" y="703903"/>
                </a:lnTo>
                <a:moveTo>
                  <a:pt x="1258685" y="510550"/>
                </a:moveTo>
                <a:lnTo>
                  <a:pt x="1232648" y="542354"/>
                </a:lnTo>
                <a:moveTo>
                  <a:pt x="1230952" y="847460"/>
                </a:moveTo>
                <a:lnTo>
                  <a:pt x="1141688" y="859243"/>
                </a:lnTo>
                <a:moveTo>
                  <a:pt x="1886251" y="395583"/>
                </a:moveTo>
                <a:lnTo>
                  <a:pt x="1795082" y="462122"/>
                </a:lnTo>
                <a:moveTo>
                  <a:pt x="2043920" y="303488"/>
                </a:moveTo>
                <a:lnTo>
                  <a:pt x="2066158" y="269255"/>
                </a:lnTo>
                <a:moveTo>
                  <a:pt x="676108" y="520902"/>
                </a:moveTo>
                <a:lnTo>
                  <a:pt x="598102" y="552445"/>
                </a:lnTo>
                <a:moveTo>
                  <a:pt x="1881319" y="197154"/>
                </a:moveTo>
                <a:lnTo>
                  <a:pt x="1819506" y="220391"/>
                </a:lnTo>
                <a:moveTo>
                  <a:pt x="1887960" y="828068"/>
                </a:moveTo>
                <a:lnTo>
                  <a:pt x="1782054" y="806869"/>
                </a:lnTo>
                <a:moveTo>
                  <a:pt x="676108" y="520902"/>
                </a:moveTo>
                <a:lnTo>
                  <a:pt x="704737" y="565068"/>
                </a:lnTo>
                <a:moveTo>
                  <a:pt x="2164842" y="753821"/>
                </a:moveTo>
                <a:lnTo>
                  <a:pt x="2123665" y="841414"/>
                </a:lnTo>
                <a:moveTo>
                  <a:pt x="1886251" y="395583"/>
                </a:moveTo>
                <a:lnTo>
                  <a:pt x="1796349" y="464969"/>
                </a:lnTo>
                <a:moveTo>
                  <a:pt x="2097799" y="339854"/>
                </a:moveTo>
                <a:lnTo>
                  <a:pt x="2043920" y="303488"/>
                </a:lnTo>
                <a:moveTo>
                  <a:pt x="2097799" y="339854"/>
                </a:moveTo>
                <a:lnTo>
                  <a:pt x="2043351" y="304079"/>
                </a:lnTo>
                <a:moveTo>
                  <a:pt x="991403" y="827626"/>
                </a:moveTo>
                <a:lnTo>
                  <a:pt x="941031" y="832405"/>
                </a:lnTo>
                <a:moveTo>
                  <a:pt x="775610" y="598424"/>
                </a:moveTo>
                <a:lnTo>
                  <a:pt x="704737" y="565068"/>
                </a:lnTo>
                <a:moveTo>
                  <a:pt x="598102" y="552445"/>
                </a:moveTo>
                <a:lnTo>
                  <a:pt x="527188" y="570590"/>
                </a:lnTo>
                <a:moveTo>
                  <a:pt x="1472205" y="943317"/>
                </a:moveTo>
                <a:lnTo>
                  <a:pt x="1432805" y="1000346"/>
                </a:lnTo>
                <a:moveTo>
                  <a:pt x="2133561" y="190726"/>
                </a:moveTo>
                <a:lnTo>
                  <a:pt x="2110577" y="228566"/>
                </a:lnTo>
                <a:moveTo>
                  <a:pt x="991403" y="827626"/>
                </a:moveTo>
                <a:lnTo>
                  <a:pt x="957065" y="858543"/>
                </a:lnTo>
                <a:moveTo>
                  <a:pt x="1528784" y="1213683"/>
                </a:moveTo>
                <a:lnTo>
                  <a:pt x="1469187" y="1210987"/>
                </a:lnTo>
                <a:moveTo>
                  <a:pt x="1586121" y="885137"/>
                </a:moveTo>
                <a:lnTo>
                  <a:pt x="1549381" y="915130"/>
                </a:lnTo>
                <a:moveTo>
                  <a:pt x="1651157" y="656378"/>
                </a:moveTo>
                <a:lnTo>
                  <a:pt x="1634948" y="556160"/>
                </a:lnTo>
                <a:moveTo>
                  <a:pt x="1525384" y="1214354"/>
                </a:moveTo>
                <a:lnTo>
                  <a:pt x="1469187" y="1210987"/>
                </a:lnTo>
                <a:moveTo>
                  <a:pt x="1045900" y="826033"/>
                </a:moveTo>
                <a:lnTo>
                  <a:pt x="981843" y="736850"/>
                </a:lnTo>
                <a:moveTo>
                  <a:pt x="1651157" y="656378"/>
                </a:moveTo>
                <a:lnTo>
                  <a:pt x="1641224" y="555816"/>
                </a:lnTo>
                <a:moveTo>
                  <a:pt x="1101460" y="872561"/>
                </a:moveTo>
                <a:lnTo>
                  <a:pt x="957065" y="858543"/>
                </a:lnTo>
                <a:moveTo>
                  <a:pt x="1819506" y="220391"/>
                </a:moveTo>
                <a:lnTo>
                  <a:pt x="1734545" y="203856"/>
                </a:lnTo>
                <a:moveTo>
                  <a:pt x="1852817" y="934355"/>
                </a:moveTo>
                <a:lnTo>
                  <a:pt x="1851784" y="937142"/>
                </a:lnTo>
                <a:moveTo>
                  <a:pt x="655096" y="703903"/>
                </a:moveTo>
                <a:lnTo>
                  <a:pt x="594136" y="719716"/>
                </a:lnTo>
                <a:moveTo>
                  <a:pt x="1881319" y="197154"/>
                </a:moveTo>
                <a:lnTo>
                  <a:pt x="1873213" y="287822"/>
                </a:lnTo>
                <a:moveTo>
                  <a:pt x="1134573" y="610249"/>
                </a:moveTo>
                <a:lnTo>
                  <a:pt x="1119530" y="647765"/>
                </a:lnTo>
                <a:moveTo>
                  <a:pt x="1887960" y="828068"/>
                </a:moveTo>
                <a:lnTo>
                  <a:pt x="1852817" y="934355"/>
                </a:lnTo>
                <a:moveTo>
                  <a:pt x="1852817" y="934355"/>
                </a:moveTo>
                <a:lnTo>
                  <a:pt x="1855072" y="935652"/>
                </a:lnTo>
                <a:moveTo>
                  <a:pt x="1855072" y="935652"/>
                </a:moveTo>
                <a:lnTo>
                  <a:pt x="1851784" y="937142"/>
                </a:lnTo>
                <a:moveTo>
                  <a:pt x="1141688" y="859243"/>
                </a:moveTo>
                <a:lnTo>
                  <a:pt x="1101460" y="872561"/>
                </a:lnTo>
                <a:moveTo>
                  <a:pt x="1362787" y="778509"/>
                </a:moveTo>
                <a:lnTo>
                  <a:pt x="1399240" y="761177"/>
                </a:lnTo>
                <a:moveTo>
                  <a:pt x="1563693" y="903010"/>
                </a:moveTo>
                <a:lnTo>
                  <a:pt x="1586121" y="885137"/>
                </a:lnTo>
                <a:moveTo>
                  <a:pt x="1777338" y="806803"/>
                </a:moveTo>
                <a:lnTo>
                  <a:pt x="1667758" y="811543"/>
                </a:lnTo>
                <a:moveTo>
                  <a:pt x="1851784" y="937142"/>
                </a:moveTo>
                <a:lnTo>
                  <a:pt x="1809480" y="1043485"/>
                </a:lnTo>
                <a:moveTo>
                  <a:pt x="1734545" y="203856"/>
                </a:moveTo>
                <a:lnTo>
                  <a:pt x="1669094" y="258774"/>
                </a:lnTo>
                <a:moveTo>
                  <a:pt x="1127866" y="642584"/>
                </a:moveTo>
                <a:lnTo>
                  <a:pt x="1134573" y="610249"/>
                </a:lnTo>
                <a:moveTo>
                  <a:pt x="1666982" y="259052"/>
                </a:moveTo>
                <a:lnTo>
                  <a:pt x="1581604" y="264264"/>
                </a:lnTo>
                <a:moveTo>
                  <a:pt x="1406803" y="756435"/>
                </a:moveTo>
                <a:lnTo>
                  <a:pt x="1362787" y="778509"/>
                </a:lnTo>
                <a:moveTo>
                  <a:pt x="1809039" y="552936"/>
                </a:moveTo>
                <a:lnTo>
                  <a:pt x="1791150" y="467350"/>
                </a:lnTo>
                <a:moveTo>
                  <a:pt x="1827026" y="508986"/>
                </a:moveTo>
                <a:lnTo>
                  <a:pt x="1796349" y="464969"/>
                </a:lnTo>
                <a:moveTo>
                  <a:pt x="1581604" y="264264"/>
                </a:moveTo>
                <a:lnTo>
                  <a:pt x="1515668" y="323415"/>
                </a:lnTo>
                <a:moveTo>
                  <a:pt x="1495103" y="356226"/>
                </a:moveTo>
                <a:lnTo>
                  <a:pt x="1423430" y="370249"/>
                </a:lnTo>
                <a:moveTo>
                  <a:pt x="1398160" y="1073087"/>
                </a:moveTo>
                <a:lnTo>
                  <a:pt x="1364085" y="1097414"/>
                </a:lnTo>
                <a:moveTo>
                  <a:pt x="1667758" y="811543"/>
                </a:moveTo>
                <a:lnTo>
                  <a:pt x="1628476" y="853908"/>
                </a:lnTo>
                <a:moveTo>
                  <a:pt x="2101642" y="869817"/>
                </a:moveTo>
                <a:lnTo>
                  <a:pt x="2123665" y="841414"/>
                </a:lnTo>
                <a:moveTo>
                  <a:pt x="1511289" y="655396"/>
                </a:moveTo>
                <a:lnTo>
                  <a:pt x="1500710" y="694459"/>
                </a:lnTo>
                <a:moveTo>
                  <a:pt x="1500789" y="694376"/>
                </a:moveTo>
                <a:lnTo>
                  <a:pt x="1511289" y="655396"/>
                </a:lnTo>
                <a:moveTo>
                  <a:pt x="1771168" y="1124135"/>
                </a:moveTo>
                <a:lnTo>
                  <a:pt x="1736104" y="1140933"/>
                </a:lnTo>
                <a:moveTo>
                  <a:pt x="758921" y="698307"/>
                </a:moveTo>
                <a:lnTo>
                  <a:pt x="738596" y="733170"/>
                </a:lnTo>
                <a:moveTo>
                  <a:pt x="1809039" y="552936"/>
                </a:moveTo>
                <a:lnTo>
                  <a:pt x="1796349" y="464969"/>
                </a:lnTo>
                <a:moveTo>
                  <a:pt x="981843" y="736850"/>
                </a:moveTo>
                <a:lnTo>
                  <a:pt x="991403" y="827626"/>
                </a:lnTo>
                <a:moveTo>
                  <a:pt x="1192232" y="838491"/>
                </a:moveTo>
                <a:lnTo>
                  <a:pt x="1230952" y="847460"/>
                </a:lnTo>
                <a:moveTo>
                  <a:pt x="1288025" y="519314"/>
                </a:moveTo>
                <a:lnTo>
                  <a:pt x="1261597" y="508095"/>
                </a:lnTo>
                <a:moveTo>
                  <a:pt x="957065" y="858543"/>
                </a:moveTo>
                <a:lnTo>
                  <a:pt x="941031" y="832405"/>
                </a:lnTo>
                <a:moveTo>
                  <a:pt x="1288025" y="519314"/>
                </a:moveTo>
                <a:lnTo>
                  <a:pt x="1258685" y="510550"/>
                </a:lnTo>
                <a:moveTo>
                  <a:pt x="2110577" y="228566"/>
                </a:moveTo>
                <a:lnTo>
                  <a:pt x="2043920" y="303488"/>
                </a:lnTo>
                <a:moveTo>
                  <a:pt x="1932013" y="265477"/>
                </a:moveTo>
                <a:lnTo>
                  <a:pt x="1873213" y="287822"/>
                </a:lnTo>
                <a:moveTo>
                  <a:pt x="1549381" y="915130"/>
                </a:moveTo>
                <a:lnTo>
                  <a:pt x="1472205" y="943317"/>
                </a:lnTo>
                <a:moveTo>
                  <a:pt x="1052570" y="726447"/>
                </a:moveTo>
                <a:lnTo>
                  <a:pt x="981843" y="736850"/>
                </a:lnTo>
                <a:moveTo>
                  <a:pt x="1369698" y="435885"/>
                </a:moveTo>
                <a:lnTo>
                  <a:pt x="1355235" y="449067"/>
                </a:lnTo>
                <a:moveTo>
                  <a:pt x="1343999" y="788311"/>
                </a:moveTo>
                <a:lnTo>
                  <a:pt x="1250513" y="846013"/>
                </a:lnTo>
                <a:moveTo>
                  <a:pt x="1763829" y="719100"/>
                </a:moveTo>
                <a:lnTo>
                  <a:pt x="1777338" y="806803"/>
                </a:lnTo>
                <a:moveTo>
                  <a:pt x="1343999" y="788311"/>
                </a:moveTo>
                <a:lnTo>
                  <a:pt x="1399240" y="761177"/>
                </a:lnTo>
                <a:moveTo>
                  <a:pt x="2101642" y="869817"/>
                </a:moveTo>
                <a:lnTo>
                  <a:pt x="2119466" y="957725"/>
                </a:lnTo>
                <a:moveTo>
                  <a:pt x="1432805" y="1000346"/>
                </a:moveTo>
                <a:lnTo>
                  <a:pt x="1398160" y="1073087"/>
                </a:lnTo>
                <a:moveTo>
                  <a:pt x="775610" y="598424"/>
                </a:moveTo>
                <a:lnTo>
                  <a:pt x="758921" y="698307"/>
                </a:lnTo>
                <a:moveTo>
                  <a:pt x="1780605" y="800568"/>
                </a:moveTo>
                <a:lnTo>
                  <a:pt x="1763829" y="719100"/>
                </a:lnTo>
                <a:moveTo>
                  <a:pt x="1809480" y="1043485"/>
                </a:moveTo>
                <a:lnTo>
                  <a:pt x="1771168" y="1124135"/>
                </a:lnTo>
                <a:moveTo>
                  <a:pt x="1250513" y="846013"/>
                </a:moveTo>
                <a:lnTo>
                  <a:pt x="1192232" y="838491"/>
                </a:lnTo>
                <a:moveTo>
                  <a:pt x="1722484" y="550275"/>
                </a:moveTo>
                <a:lnTo>
                  <a:pt x="1690027" y="592669"/>
                </a:lnTo>
                <a:moveTo>
                  <a:pt x="2165053" y="753866"/>
                </a:moveTo>
                <a:lnTo>
                  <a:pt x="2164842" y="753821"/>
                </a:lnTo>
                <a:moveTo>
                  <a:pt x="1703715" y="1196494"/>
                </a:moveTo>
                <a:lnTo>
                  <a:pt x="1681276" y="1150544"/>
                </a:lnTo>
                <a:moveTo>
                  <a:pt x="527188" y="570590"/>
                </a:moveTo>
                <a:lnTo>
                  <a:pt x="528920" y="673089"/>
                </a:lnTo>
                <a:moveTo>
                  <a:pt x="1372973" y="446376"/>
                </a:moveTo>
                <a:lnTo>
                  <a:pt x="1369698" y="435885"/>
                </a:lnTo>
                <a:moveTo>
                  <a:pt x="1232648" y="542354"/>
                </a:moveTo>
                <a:lnTo>
                  <a:pt x="1196605" y="559026"/>
                </a:lnTo>
                <a:moveTo>
                  <a:pt x="1553859" y="922196"/>
                </a:moveTo>
                <a:lnTo>
                  <a:pt x="1472205" y="943317"/>
                </a:lnTo>
                <a:moveTo>
                  <a:pt x="1119530" y="647765"/>
                </a:moveTo>
                <a:lnTo>
                  <a:pt x="1052570" y="726447"/>
                </a:lnTo>
                <a:moveTo>
                  <a:pt x="1777338" y="806803"/>
                </a:moveTo>
                <a:lnTo>
                  <a:pt x="1684881" y="715581"/>
                </a:lnTo>
                <a:moveTo>
                  <a:pt x="1500710" y="694459"/>
                </a:moveTo>
                <a:lnTo>
                  <a:pt x="1406803" y="756435"/>
                </a:lnTo>
                <a:moveTo>
                  <a:pt x="642277" y="492649"/>
                </a:moveTo>
                <a:lnTo>
                  <a:pt x="598102" y="552445"/>
                </a:lnTo>
                <a:moveTo>
                  <a:pt x="1875637" y="738252"/>
                </a:moveTo>
                <a:lnTo>
                  <a:pt x="1782054" y="806869"/>
                </a:lnTo>
                <a:moveTo>
                  <a:pt x="1739605" y="1161824"/>
                </a:moveTo>
                <a:lnTo>
                  <a:pt x="1736104" y="1140933"/>
                </a:lnTo>
                <a:moveTo>
                  <a:pt x="1628476" y="853908"/>
                </a:moveTo>
                <a:lnTo>
                  <a:pt x="1563693" y="903010"/>
                </a:lnTo>
                <a:moveTo>
                  <a:pt x="981843" y="736850"/>
                </a:moveTo>
                <a:lnTo>
                  <a:pt x="941031" y="832405"/>
                </a:lnTo>
                <a:moveTo>
                  <a:pt x="594136" y="719716"/>
                </a:moveTo>
                <a:lnTo>
                  <a:pt x="528920" y="673089"/>
                </a:lnTo>
                <a:moveTo>
                  <a:pt x="2133561" y="190726"/>
                </a:moveTo>
                <a:lnTo>
                  <a:pt x="2043920" y="303488"/>
                </a:lnTo>
                <a:moveTo>
                  <a:pt x="1871741" y="737635"/>
                </a:moveTo>
                <a:lnTo>
                  <a:pt x="1780605" y="800568"/>
                </a:lnTo>
                <a:moveTo>
                  <a:pt x="1875637" y="738252"/>
                </a:moveTo>
                <a:lnTo>
                  <a:pt x="1780605" y="800568"/>
                </a:lnTo>
                <a:moveTo>
                  <a:pt x="2133561" y="190726"/>
                </a:moveTo>
                <a:lnTo>
                  <a:pt x="2043351" y="304079"/>
                </a:lnTo>
                <a:moveTo>
                  <a:pt x="775610" y="598424"/>
                </a:moveTo>
                <a:lnTo>
                  <a:pt x="676108" y="520902"/>
                </a:lnTo>
                <a:moveTo>
                  <a:pt x="1515668" y="323415"/>
                </a:moveTo>
                <a:lnTo>
                  <a:pt x="1483106" y="339930"/>
                </a:lnTo>
                <a:moveTo>
                  <a:pt x="815842" y="816899"/>
                </a:moveTo>
                <a:lnTo>
                  <a:pt x="758921" y="698307"/>
                </a:lnTo>
                <a:moveTo>
                  <a:pt x="1372973" y="446376"/>
                </a:moveTo>
                <a:lnTo>
                  <a:pt x="1355235" y="449067"/>
                </a:lnTo>
                <a:moveTo>
                  <a:pt x="846431" y="725890"/>
                </a:moveTo>
                <a:lnTo>
                  <a:pt x="758921" y="698307"/>
                </a:lnTo>
                <a:moveTo>
                  <a:pt x="1651157" y="656378"/>
                </a:moveTo>
                <a:lnTo>
                  <a:pt x="1567451" y="628902"/>
                </a:lnTo>
                <a:moveTo>
                  <a:pt x="962212" y="737851"/>
                </a:moveTo>
                <a:lnTo>
                  <a:pt x="941031" y="832405"/>
                </a:lnTo>
                <a:moveTo>
                  <a:pt x="1101460" y="872561"/>
                </a:moveTo>
                <a:lnTo>
                  <a:pt x="1041818" y="876898"/>
                </a:lnTo>
                <a:moveTo>
                  <a:pt x="1495103" y="356226"/>
                </a:moveTo>
                <a:lnTo>
                  <a:pt x="1369698" y="435885"/>
                </a:lnTo>
                <a:moveTo>
                  <a:pt x="598102" y="552445"/>
                </a:moveTo>
                <a:lnTo>
                  <a:pt x="598160" y="493298"/>
                </a:lnTo>
                <a:moveTo>
                  <a:pt x="1616867" y="1196392"/>
                </a:moveTo>
                <a:lnTo>
                  <a:pt x="1469187" y="1210987"/>
                </a:lnTo>
                <a:moveTo>
                  <a:pt x="941031" y="832405"/>
                </a:moveTo>
                <a:lnTo>
                  <a:pt x="827072" y="835626"/>
                </a:lnTo>
                <a:moveTo>
                  <a:pt x="679462" y="733080"/>
                </a:moveTo>
                <a:lnTo>
                  <a:pt x="655096" y="703903"/>
                </a:lnTo>
                <a:moveTo>
                  <a:pt x="815842" y="816899"/>
                </a:moveTo>
                <a:lnTo>
                  <a:pt x="738596" y="733170"/>
                </a:lnTo>
                <a:moveTo>
                  <a:pt x="1567451" y="628902"/>
                </a:moveTo>
                <a:lnTo>
                  <a:pt x="1500789" y="694376"/>
                </a:lnTo>
                <a:moveTo>
                  <a:pt x="1495103" y="356226"/>
                </a:moveTo>
                <a:lnTo>
                  <a:pt x="1483106" y="339930"/>
                </a:lnTo>
                <a:moveTo>
                  <a:pt x="1887828" y="393796"/>
                </a:moveTo>
                <a:lnTo>
                  <a:pt x="1886251" y="395583"/>
                </a:lnTo>
                <a:moveTo>
                  <a:pt x="957065" y="858543"/>
                </a:moveTo>
                <a:lnTo>
                  <a:pt x="827072" y="835626"/>
                </a:lnTo>
                <a:moveTo>
                  <a:pt x="1887953" y="394831"/>
                </a:moveTo>
                <a:lnTo>
                  <a:pt x="1887828" y="393796"/>
                </a:lnTo>
                <a:moveTo>
                  <a:pt x="2164842" y="753821"/>
                </a:moveTo>
                <a:lnTo>
                  <a:pt x="2101642" y="869817"/>
                </a:lnTo>
                <a:moveTo>
                  <a:pt x="2165053" y="753866"/>
                </a:moveTo>
                <a:lnTo>
                  <a:pt x="2101642" y="869817"/>
                </a:lnTo>
                <a:moveTo>
                  <a:pt x="1886897" y="389950"/>
                </a:moveTo>
                <a:lnTo>
                  <a:pt x="1887828" y="393796"/>
                </a:lnTo>
                <a:moveTo>
                  <a:pt x="1887953" y="394831"/>
                </a:moveTo>
                <a:lnTo>
                  <a:pt x="1886251" y="395583"/>
                </a:lnTo>
                <a:moveTo>
                  <a:pt x="1196605" y="559026"/>
                </a:moveTo>
                <a:lnTo>
                  <a:pt x="1127866" y="642584"/>
                </a:lnTo>
                <a:moveTo>
                  <a:pt x="1875637" y="738252"/>
                </a:moveTo>
                <a:lnTo>
                  <a:pt x="1887960" y="828068"/>
                </a:lnTo>
                <a:moveTo>
                  <a:pt x="1553859" y="922196"/>
                </a:moveTo>
                <a:lnTo>
                  <a:pt x="1432805" y="1000346"/>
                </a:lnTo>
                <a:moveTo>
                  <a:pt x="1887953" y="394831"/>
                </a:moveTo>
                <a:lnTo>
                  <a:pt x="1886897" y="389950"/>
                </a:lnTo>
                <a:moveTo>
                  <a:pt x="1809039" y="552936"/>
                </a:moveTo>
                <a:lnTo>
                  <a:pt x="1722484" y="550275"/>
                </a:lnTo>
                <a:moveTo>
                  <a:pt x="1876503" y="739287"/>
                </a:moveTo>
                <a:lnTo>
                  <a:pt x="1887960" y="828068"/>
                </a:lnTo>
                <a:moveTo>
                  <a:pt x="1755175" y="265561"/>
                </a:moveTo>
                <a:lnTo>
                  <a:pt x="1734545" y="203856"/>
                </a:lnTo>
                <a:moveTo>
                  <a:pt x="1771168" y="1124135"/>
                </a:moveTo>
                <a:lnTo>
                  <a:pt x="1739605" y="1161824"/>
                </a:lnTo>
                <a:moveTo>
                  <a:pt x="1601503" y="332342"/>
                </a:moveTo>
                <a:lnTo>
                  <a:pt x="1581604" y="264264"/>
                </a:lnTo>
                <a:moveTo>
                  <a:pt x="1924207" y="857724"/>
                </a:moveTo>
                <a:lnTo>
                  <a:pt x="1852817" y="934355"/>
                </a:lnTo>
                <a:moveTo>
                  <a:pt x="1669094" y="258774"/>
                </a:moveTo>
                <a:lnTo>
                  <a:pt x="1666982" y="259052"/>
                </a:lnTo>
                <a:moveTo>
                  <a:pt x="1887960" y="828068"/>
                </a:moveTo>
                <a:lnTo>
                  <a:pt x="1924207" y="857724"/>
                </a:lnTo>
                <a:moveTo>
                  <a:pt x="1924207" y="857724"/>
                </a:moveTo>
                <a:lnTo>
                  <a:pt x="1855072" y="935652"/>
                </a:lnTo>
                <a:moveTo>
                  <a:pt x="1667716" y="260185"/>
                </a:moveTo>
                <a:lnTo>
                  <a:pt x="1666982" y="259052"/>
                </a:lnTo>
                <a:moveTo>
                  <a:pt x="1763829" y="719100"/>
                </a:moveTo>
                <a:lnTo>
                  <a:pt x="1690027" y="592669"/>
                </a:lnTo>
                <a:moveTo>
                  <a:pt x="1703715" y="1196494"/>
                </a:moveTo>
                <a:lnTo>
                  <a:pt x="1736104" y="1140933"/>
                </a:lnTo>
                <a:moveTo>
                  <a:pt x="1192232" y="838491"/>
                </a:moveTo>
                <a:lnTo>
                  <a:pt x="1141688" y="859243"/>
                </a:lnTo>
                <a:moveTo>
                  <a:pt x="1669094" y="258774"/>
                </a:moveTo>
                <a:lnTo>
                  <a:pt x="1667716" y="260185"/>
                </a:lnTo>
                <a:moveTo>
                  <a:pt x="846431" y="725890"/>
                </a:moveTo>
                <a:lnTo>
                  <a:pt x="775610" y="598424"/>
                </a:lnTo>
                <a:moveTo>
                  <a:pt x="1873213" y="287822"/>
                </a:moveTo>
                <a:lnTo>
                  <a:pt x="1819506" y="220391"/>
                </a:lnTo>
                <a:moveTo>
                  <a:pt x="2043920" y="303488"/>
                </a:moveTo>
                <a:lnTo>
                  <a:pt x="2043351" y="304079"/>
                </a:lnTo>
                <a:moveTo>
                  <a:pt x="1041818" y="876898"/>
                </a:moveTo>
                <a:lnTo>
                  <a:pt x="957065" y="858543"/>
                </a:lnTo>
                <a:moveTo>
                  <a:pt x="1887828" y="393796"/>
                </a:moveTo>
                <a:lnTo>
                  <a:pt x="1873213" y="287822"/>
                </a:lnTo>
                <a:moveTo>
                  <a:pt x="1690027" y="592669"/>
                </a:moveTo>
                <a:lnTo>
                  <a:pt x="1651157" y="656378"/>
                </a:lnTo>
                <a:moveTo>
                  <a:pt x="1667758" y="811543"/>
                </a:moveTo>
                <a:lnTo>
                  <a:pt x="1563693" y="903010"/>
                </a:lnTo>
                <a:moveTo>
                  <a:pt x="981843" y="736850"/>
                </a:moveTo>
                <a:lnTo>
                  <a:pt x="962212" y="737851"/>
                </a:lnTo>
                <a:moveTo>
                  <a:pt x="1886897" y="389950"/>
                </a:moveTo>
                <a:lnTo>
                  <a:pt x="1873213" y="287822"/>
                </a:lnTo>
                <a:moveTo>
                  <a:pt x="1362787" y="778509"/>
                </a:moveTo>
                <a:lnTo>
                  <a:pt x="1343999" y="788311"/>
                </a:lnTo>
                <a:moveTo>
                  <a:pt x="1141688" y="859243"/>
                </a:moveTo>
                <a:lnTo>
                  <a:pt x="1041818" y="876898"/>
                </a:lnTo>
                <a:moveTo>
                  <a:pt x="1362787" y="778509"/>
                </a:moveTo>
                <a:lnTo>
                  <a:pt x="1347248" y="785883"/>
                </a:lnTo>
                <a:moveTo>
                  <a:pt x="1684881" y="715581"/>
                </a:moveTo>
                <a:lnTo>
                  <a:pt x="1667758" y="811543"/>
                </a:lnTo>
                <a:moveTo>
                  <a:pt x="1809480" y="1043485"/>
                </a:moveTo>
                <a:lnTo>
                  <a:pt x="1835658" y="1073551"/>
                </a:lnTo>
                <a:moveTo>
                  <a:pt x="567847" y="706661"/>
                </a:moveTo>
                <a:lnTo>
                  <a:pt x="528920" y="673089"/>
                </a:lnTo>
                <a:moveTo>
                  <a:pt x="1515668" y="323415"/>
                </a:moveTo>
                <a:lnTo>
                  <a:pt x="1495103" y="356226"/>
                </a:lnTo>
                <a:moveTo>
                  <a:pt x="981843" y="736850"/>
                </a:moveTo>
                <a:lnTo>
                  <a:pt x="971468" y="733101"/>
                </a:lnTo>
                <a:moveTo>
                  <a:pt x="1690027" y="592669"/>
                </a:moveTo>
                <a:lnTo>
                  <a:pt x="1684881" y="715581"/>
                </a:lnTo>
                <a:moveTo>
                  <a:pt x="758014" y="564052"/>
                </a:moveTo>
                <a:lnTo>
                  <a:pt x="676108" y="520902"/>
                </a:lnTo>
                <a:moveTo>
                  <a:pt x="1119530" y="647765"/>
                </a:moveTo>
                <a:lnTo>
                  <a:pt x="981843" y="736850"/>
                </a:lnTo>
                <a:moveTo>
                  <a:pt x="1886251" y="395583"/>
                </a:moveTo>
                <a:lnTo>
                  <a:pt x="1827026" y="508986"/>
                </a:lnTo>
                <a:moveTo>
                  <a:pt x="1809039" y="552936"/>
                </a:moveTo>
                <a:lnTo>
                  <a:pt x="1690027" y="592669"/>
                </a:lnTo>
                <a:moveTo>
                  <a:pt x="1500710" y="694459"/>
                </a:moveTo>
                <a:lnTo>
                  <a:pt x="1362787" y="778509"/>
                </a:lnTo>
                <a:moveTo>
                  <a:pt x="1444781" y="425677"/>
                </a:moveTo>
                <a:lnTo>
                  <a:pt x="1369698" y="435885"/>
                </a:lnTo>
                <a:moveTo>
                  <a:pt x="1887953" y="394831"/>
                </a:moveTo>
                <a:lnTo>
                  <a:pt x="1827026" y="508986"/>
                </a:lnTo>
                <a:moveTo>
                  <a:pt x="1141688" y="859243"/>
                </a:moveTo>
                <a:lnTo>
                  <a:pt x="1052216" y="870954"/>
                </a:lnTo>
                <a:moveTo>
                  <a:pt x="962212" y="737851"/>
                </a:moveTo>
                <a:lnTo>
                  <a:pt x="846431" y="725890"/>
                </a:lnTo>
                <a:moveTo>
                  <a:pt x="1478690" y="1035251"/>
                </a:moveTo>
                <a:lnTo>
                  <a:pt x="1432805" y="1000346"/>
                </a:lnTo>
                <a:moveTo>
                  <a:pt x="758014" y="564052"/>
                </a:moveTo>
                <a:lnTo>
                  <a:pt x="775610" y="598424"/>
                </a:lnTo>
                <a:moveTo>
                  <a:pt x="962212" y="737851"/>
                </a:moveTo>
                <a:lnTo>
                  <a:pt x="827072" y="835626"/>
                </a:lnTo>
                <a:moveTo>
                  <a:pt x="846431" y="725890"/>
                </a:moveTo>
                <a:lnTo>
                  <a:pt x="815842" y="816899"/>
                </a:lnTo>
                <a:moveTo>
                  <a:pt x="1563693" y="903010"/>
                </a:moveTo>
                <a:lnTo>
                  <a:pt x="1549381" y="915130"/>
                </a:lnTo>
                <a:moveTo>
                  <a:pt x="1355235" y="449067"/>
                </a:moveTo>
                <a:lnTo>
                  <a:pt x="1288025" y="519314"/>
                </a:lnTo>
                <a:moveTo>
                  <a:pt x="971468" y="733101"/>
                </a:moveTo>
                <a:lnTo>
                  <a:pt x="962212" y="737851"/>
                </a:lnTo>
                <a:moveTo>
                  <a:pt x="815842" y="816899"/>
                </a:moveTo>
                <a:lnTo>
                  <a:pt x="827072" y="835626"/>
                </a:lnTo>
                <a:moveTo>
                  <a:pt x="1781862" y="618751"/>
                </a:moveTo>
                <a:lnTo>
                  <a:pt x="1690027" y="592669"/>
                </a:lnTo>
                <a:moveTo>
                  <a:pt x="846431" y="725890"/>
                </a:moveTo>
                <a:lnTo>
                  <a:pt x="827072" y="835626"/>
                </a:lnTo>
                <a:moveTo>
                  <a:pt x="1553859" y="922196"/>
                </a:moveTo>
                <a:lnTo>
                  <a:pt x="1549381" y="915130"/>
                </a:lnTo>
                <a:moveTo>
                  <a:pt x="1703715" y="1196494"/>
                </a:moveTo>
                <a:lnTo>
                  <a:pt x="1616867" y="1196392"/>
                </a:lnTo>
                <a:moveTo>
                  <a:pt x="1835658" y="1073551"/>
                </a:moveTo>
                <a:lnTo>
                  <a:pt x="1771168" y="1124135"/>
                </a:lnTo>
                <a:moveTo>
                  <a:pt x="1489802" y="1031447"/>
                </a:moveTo>
                <a:lnTo>
                  <a:pt x="1432805" y="1000346"/>
                </a:lnTo>
                <a:moveTo>
                  <a:pt x="676108" y="520902"/>
                </a:moveTo>
                <a:lnTo>
                  <a:pt x="642277" y="492649"/>
                </a:lnTo>
                <a:moveTo>
                  <a:pt x="1763829" y="719100"/>
                </a:moveTo>
                <a:lnTo>
                  <a:pt x="1684881" y="715581"/>
                </a:lnTo>
                <a:moveTo>
                  <a:pt x="1347248" y="785883"/>
                </a:moveTo>
                <a:lnTo>
                  <a:pt x="1343999" y="788311"/>
                </a:lnTo>
                <a:moveTo>
                  <a:pt x="1478690" y="1035251"/>
                </a:moveTo>
                <a:lnTo>
                  <a:pt x="1398160" y="1073087"/>
                </a:lnTo>
                <a:moveTo>
                  <a:pt x="1871741" y="737635"/>
                </a:moveTo>
                <a:lnTo>
                  <a:pt x="1763829" y="719100"/>
                </a:lnTo>
                <a:moveTo>
                  <a:pt x="738596" y="733170"/>
                </a:moveTo>
                <a:lnTo>
                  <a:pt x="679462" y="733080"/>
                </a:lnTo>
                <a:moveTo>
                  <a:pt x="1343999" y="788311"/>
                </a:moveTo>
                <a:lnTo>
                  <a:pt x="1192232" y="838491"/>
                </a:lnTo>
                <a:moveTo>
                  <a:pt x="567847" y="706661"/>
                </a:moveTo>
                <a:lnTo>
                  <a:pt x="527188" y="570590"/>
                </a:lnTo>
                <a:moveTo>
                  <a:pt x="1684881" y="715581"/>
                </a:moveTo>
                <a:lnTo>
                  <a:pt x="1651157" y="656378"/>
                </a:lnTo>
                <a:moveTo>
                  <a:pt x="1288025" y="519314"/>
                </a:moveTo>
                <a:lnTo>
                  <a:pt x="1232648" y="542354"/>
                </a:lnTo>
                <a:moveTo>
                  <a:pt x="2133561" y="190726"/>
                </a:moveTo>
                <a:lnTo>
                  <a:pt x="2109882" y="225247"/>
                </a:lnTo>
                <a:moveTo>
                  <a:pt x="1563693" y="903010"/>
                </a:moveTo>
                <a:lnTo>
                  <a:pt x="1553859" y="922196"/>
                </a:lnTo>
                <a:moveTo>
                  <a:pt x="1127866" y="642584"/>
                </a:moveTo>
                <a:lnTo>
                  <a:pt x="1119530" y="647765"/>
                </a:lnTo>
                <a:moveTo>
                  <a:pt x="1343999" y="788311"/>
                </a:moveTo>
                <a:lnTo>
                  <a:pt x="1337744" y="787199"/>
                </a:lnTo>
                <a:moveTo>
                  <a:pt x="1781862" y="618751"/>
                </a:moveTo>
                <a:lnTo>
                  <a:pt x="1763829" y="719100"/>
                </a:lnTo>
                <a:moveTo>
                  <a:pt x="1500710" y="694459"/>
                </a:moveTo>
                <a:lnTo>
                  <a:pt x="1347248" y="785883"/>
                </a:lnTo>
                <a:moveTo>
                  <a:pt x="1347248" y="785883"/>
                </a:moveTo>
                <a:lnTo>
                  <a:pt x="1337744" y="787199"/>
                </a:lnTo>
                <a:moveTo>
                  <a:pt x="1881661" y="982295"/>
                </a:moveTo>
                <a:lnTo>
                  <a:pt x="1851784" y="937142"/>
                </a:lnTo>
                <a:moveTo>
                  <a:pt x="1444781" y="425677"/>
                </a:moveTo>
                <a:lnTo>
                  <a:pt x="1372973" y="446376"/>
                </a:lnTo>
                <a:moveTo>
                  <a:pt x="1337744" y="787199"/>
                </a:moveTo>
                <a:lnTo>
                  <a:pt x="1192232" y="838491"/>
                </a:lnTo>
                <a:moveTo>
                  <a:pt x="1881661" y="982295"/>
                </a:moveTo>
                <a:lnTo>
                  <a:pt x="1855072" y="935652"/>
                </a:lnTo>
                <a:moveTo>
                  <a:pt x="594136" y="719716"/>
                </a:moveTo>
                <a:lnTo>
                  <a:pt x="567847" y="706661"/>
                </a:lnTo>
                <a:moveTo>
                  <a:pt x="1500789" y="694376"/>
                </a:moveTo>
                <a:lnTo>
                  <a:pt x="1500710" y="694459"/>
                </a:lnTo>
                <a:moveTo>
                  <a:pt x="1588115" y="690318"/>
                </a:moveTo>
                <a:lnTo>
                  <a:pt x="1567451" y="628902"/>
                </a:lnTo>
                <a:moveTo>
                  <a:pt x="1827026" y="508986"/>
                </a:moveTo>
                <a:lnTo>
                  <a:pt x="1809039" y="552936"/>
                </a:lnTo>
                <a:moveTo>
                  <a:pt x="1819506" y="220391"/>
                </a:moveTo>
                <a:lnTo>
                  <a:pt x="1755175" y="265561"/>
                </a:lnTo>
                <a:moveTo>
                  <a:pt x="1116250" y="654068"/>
                </a:moveTo>
                <a:lnTo>
                  <a:pt x="1119530" y="647765"/>
                </a:lnTo>
                <a:moveTo>
                  <a:pt x="1875637" y="738252"/>
                </a:moveTo>
                <a:lnTo>
                  <a:pt x="1871741" y="737635"/>
                </a:lnTo>
                <a:moveTo>
                  <a:pt x="1881661" y="982295"/>
                </a:moveTo>
                <a:lnTo>
                  <a:pt x="1809480" y="1043485"/>
                </a:lnTo>
                <a:moveTo>
                  <a:pt x="598160" y="493298"/>
                </a:moveTo>
                <a:lnTo>
                  <a:pt x="527188" y="570590"/>
                </a:lnTo>
                <a:moveTo>
                  <a:pt x="1616867" y="1196392"/>
                </a:moveTo>
                <a:lnTo>
                  <a:pt x="1559002" y="1185246"/>
                </a:lnTo>
                <a:moveTo>
                  <a:pt x="1469187" y="1210987"/>
                </a:moveTo>
                <a:lnTo>
                  <a:pt x="1454357" y="1144908"/>
                </a:lnTo>
                <a:moveTo>
                  <a:pt x="1874955" y="735335"/>
                </a:moveTo>
                <a:lnTo>
                  <a:pt x="1871741" y="737635"/>
                </a:lnTo>
                <a:moveTo>
                  <a:pt x="1874955" y="735335"/>
                </a:moveTo>
                <a:lnTo>
                  <a:pt x="1875637" y="738252"/>
                </a:lnTo>
                <a:moveTo>
                  <a:pt x="1876503" y="739287"/>
                </a:moveTo>
                <a:lnTo>
                  <a:pt x="1875637" y="738252"/>
                </a:lnTo>
                <a:moveTo>
                  <a:pt x="1739605" y="1161824"/>
                </a:moveTo>
                <a:lnTo>
                  <a:pt x="1703715" y="1196494"/>
                </a:lnTo>
                <a:moveTo>
                  <a:pt x="830546" y="633035"/>
                </a:moveTo>
                <a:lnTo>
                  <a:pt x="775610" y="598424"/>
                </a:lnTo>
                <a:moveTo>
                  <a:pt x="1871998" y="1002469"/>
                </a:moveTo>
                <a:lnTo>
                  <a:pt x="1809480" y="1043485"/>
                </a:lnTo>
                <a:moveTo>
                  <a:pt x="1876503" y="739287"/>
                </a:moveTo>
                <a:lnTo>
                  <a:pt x="1874955" y="735335"/>
                </a:lnTo>
                <a:moveTo>
                  <a:pt x="1601503" y="332342"/>
                </a:moveTo>
                <a:lnTo>
                  <a:pt x="1666982" y="259052"/>
                </a:lnTo>
                <a:moveTo>
                  <a:pt x="1127866" y="642584"/>
                </a:moveTo>
                <a:lnTo>
                  <a:pt x="1116250" y="654068"/>
                </a:lnTo>
                <a:moveTo>
                  <a:pt x="1887953" y="394831"/>
                </a:moveTo>
                <a:lnTo>
                  <a:pt x="1849112" y="525994"/>
                </a:lnTo>
                <a:moveTo>
                  <a:pt x="1216878" y="623844"/>
                </a:moveTo>
                <a:lnTo>
                  <a:pt x="1196605" y="559026"/>
                </a:lnTo>
                <a:moveTo>
                  <a:pt x="1755175" y="265561"/>
                </a:moveTo>
                <a:lnTo>
                  <a:pt x="1669094" y="258774"/>
                </a:lnTo>
                <a:moveTo>
                  <a:pt x="1809039" y="552936"/>
                </a:moveTo>
                <a:lnTo>
                  <a:pt x="1781862" y="618751"/>
                </a:lnTo>
                <a:moveTo>
                  <a:pt x="1601503" y="332342"/>
                </a:moveTo>
                <a:lnTo>
                  <a:pt x="1515668" y="323415"/>
                </a:lnTo>
                <a:moveTo>
                  <a:pt x="1755175" y="265561"/>
                </a:moveTo>
                <a:lnTo>
                  <a:pt x="1667716" y="260185"/>
                </a:lnTo>
                <a:moveTo>
                  <a:pt x="1667716" y="260185"/>
                </a:moveTo>
                <a:lnTo>
                  <a:pt x="1601503" y="332342"/>
                </a:lnTo>
                <a:moveTo>
                  <a:pt x="1141688" y="859243"/>
                </a:moveTo>
                <a:lnTo>
                  <a:pt x="1080381" y="778821"/>
                </a:lnTo>
                <a:moveTo>
                  <a:pt x="1876503" y="739287"/>
                </a:moveTo>
                <a:lnTo>
                  <a:pt x="1924207" y="857724"/>
                </a:lnTo>
                <a:moveTo>
                  <a:pt x="679462" y="733080"/>
                </a:moveTo>
                <a:lnTo>
                  <a:pt x="594136" y="719716"/>
                </a:lnTo>
                <a:moveTo>
                  <a:pt x="1495103" y="356226"/>
                </a:moveTo>
                <a:lnTo>
                  <a:pt x="1444781" y="425677"/>
                </a:lnTo>
                <a:moveTo>
                  <a:pt x="1162330" y="790119"/>
                </a:moveTo>
                <a:lnTo>
                  <a:pt x="1141688" y="859243"/>
                </a:lnTo>
                <a:moveTo>
                  <a:pt x="1819506" y="220391"/>
                </a:moveTo>
                <a:lnTo>
                  <a:pt x="1794947" y="303418"/>
                </a:lnTo>
                <a:moveTo>
                  <a:pt x="1248755" y="571944"/>
                </a:moveTo>
                <a:lnTo>
                  <a:pt x="1232648" y="542354"/>
                </a:lnTo>
                <a:moveTo>
                  <a:pt x="1409395" y="480059"/>
                </a:moveTo>
                <a:lnTo>
                  <a:pt x="1372973" y="446376"/>
                </a:lnTo>
                <a:moveTo>
                  <a:pt x="1052216" y="870954"/>
                </a:moveTo>
                <a:lnTo>
                  <a:pt x="1041818" y="876898"/>
                </a:lnTo>
                <a:moveTo>
                  <a:pt x="815842" y="816899"/>
                </a:moveTo>
                <a:lnTo>
                  <a:pt x="679462" y="733080"/>
                </a:lnTo>
                <a:moveTo>
                  <a:pt x="1559002" y="1185246"/>
                </a:moveTo>
                <a:lnTo>
                  <a:pt x="1469187" y="1210987"/>
                </a:lnTo>
                <a:moveTo>
                  <a:pt x="1667758" y="811543"/>
                </a:moveTo>
                <a:lnTo>
                  <a:pt x="1633713" y="842471"/>
                </a:lnTo>
                <a:moveTo>
                  <a:pt x="675544" y="727239"/>
                </a:moveTo>
                <a:lnTo>
                  <a:pt x="594136" y="719716"/>
                </a:lnTo>
                <a:moveTo>
                  <a:pt x="1601503" y="332342"/>
                </a:moveTo>
                <a:lnTo>
                  <a:pt x="1495103" y="356226"/>
                </a:lnTo>
                <a:moveTo>
                  <a:pt x="2109882" y="225247"/>
                </a:moveTo>
                <a:lnTo>
                  <a:pt x="2043351" y="304079"/>
                </a:lnTo>
                <a:moveTo>
                  <a:pt x="1886897" y="389950"/>
                </a:moveTo>
                <a:lnTo>
                  <a:pt x="1794947" y="303418"/>
                </a:lnTo>
                <a:moveTo>
                  <a:pt x="1057670" y="738836"/>
                </a:moveTo>
                <a:lnTo>
                  <a:pt x="981843" y="736850"/>
                </a:lnTo>
                <a:moveTo>
                  <a:pt x="962212" y="737851"/>
                </a:moveTo>
                <a:lnTo>
                  <a:pt x="835730" y="643690"/>
                </a:lnTo>
                <a:moveTo>
                  <a:pt x="1855072" y="935652"/>
                </a:moveTo>
                <a:lnTo>
                  <a:pt x="1865315" y="880037"/>
                </a:lnTo>
                <a:moveTo>
                  <a:pt x="846431" y="725890"/>
                </a:moveTo>
                <a:lnTo>
                  <a:pt x="830546" y="633035"/>
                </a:lnTo>
                <a:moveTo>
                  <a:pt x="835730" y="643690"/>
                </a:moveTo>
                <a:lnTo>
                  <a:pt x="846431" y="725890"/>
                </a:lnTo>
                <a:moveTo>
                  <a:pt x="1553859" y="922196"/>
                </a:moveTo>
                <a:lnTo>
                  <a:pt x="1489802" y="1031447"/>
                </a:lnTo>
                <a:moveTo>
                  <a:pt x="1041818" y="876898"/>
                </a:moveTo>
                <a:lnTo>
                  <a:pt x="1027999" y="872875"/>
                </a:lnTo>
                <a:moveTo>
                  <a:pt x="1373915" y="527765"/>
                </a:moveTo>
                <a:lnTo>
                  <a:pt x="1355235" y="449067"/>
                </a:lnTo>
                <a:moveTo>
                  <a:pt x="971468" y="733101"/>
                </a:moveTo>
                <a:lnTo>
                  <a:pt x="835730" y="643690"/>
                </a:lnTo>
                <a:moveTo>
                  <a:pt x="1827026" y="508986"/>
                </a:moveTo>
                <a:lnTo>
                  <a:pt x="1849112" y="525994"/>
                </a:lnTo>
                <a:moveTo>
                  <a:pt x="1553901" y="1168315"/>
                </a:moveTo>
                <a:lnTo>
                  <a:pt x="1469187" y="1210987"/>
                </a:lnTo>
                <a:moveTo>
                  <a:pt x="1216878" y="623844"/>
                </a:moveTo>
                <a:lnTo>
                  <a:pt x="1232648" y="542354"/>
                </a:lnTo>
                <a:moveTo>
                  <a:pt x="1739605" y="1161824"/>
                </a:moveTo>
                <a:lnTo>
                  <a:pt x="1746876" y="1187399"/>
                </a:lnTo>
                <a:moveTo>
                  <a:pt x="1849112" y="525994"/>
                </a:moveTo>
                <a:lnTo>
                  <a:pt x="1809039" y="552936"/>
                </a:lnTo>
                <a:moveTo>
                  <a:pt x="1886897" y="389950"/>
                </a:moveTo>
                <a:lnTo>
                  <a:pt x="1832127" y="351854"/>
                </a:lnTo>
                <a:moveTo>
                  <a:pt x="1826467" y="1095540"/>
                </a:moveTo>
                <a:lnTo>
                  <a:pt x="1771168" y="1124135"/>
                </a:lnTo>
                <a:moveTo>
                  <a:pt x="1873213" y="287822"/>
                </a:moveTo>
                <a:lnTo>
                  <a:pt x="1794947" y="303418"/>
                </a:lnTo>
                <a:moveTo>
                  <a:pt x="1052216" y="870954"/>
                </a:moveTo>
                <a:lnTo>
                  <a:pt x="1027999" y="872875"/>
                </a:lnTo>
                <a:moveTo>
                  <a:pt x="1057670" y="738836"/>
                </a:moveTo>
                <a:lnTo>
                  <a:pt x="971468" y="733101"/>
                </a:lnTo>
                <a:moveTo>
                  <a:pt x="1057670" y="738836"/>
                </a:moveTo>
                <a:lnTo>
                  <a:pt x="1119530" y="647765"/>
                </a:lnTo>
                <a:moveTo>
                  <a:pt x="878383" y="866843"/>
                </a:moveTo>
                <a:lnTo>
                  <a:pt x="815842" y="816899"/>
                </a:lnTo>
                <a:moveTo>
                  <a:pt x="815842" y="816899"/>
                </a:moveTo>
                <a:lnTo>
                  <a:pt x="789419" y="745673"/>
                </a:lnTo>
                <a:moveTo>
                  <a:pt x="1887953" y="394831"/>
                </a:moveTo>
                <a:lnTo>
                  <a:pt x="1865386" y="429738"/>
                </a:lnTo>
                <a:moveTo>
                  <a:pt x="1886897" y="389950"/>
                </a:moveTo>
                <a:lnTo>
                  <a:pt x="1865386" y="429738"/>
                </a:lnTo>
                <a:moveTo>
                  <a:pt x="559508" y="615463"/>
                </a:moveTo>
                <a:lnTo>
                  <a:pt x="527188" y="570590"/>
                </a:lnTo>
                <a:moveTo>
                  <a:pt x="1719096" y="300305"/>
                </a:moveTo>
                <a:lnTo>
                  <a:pt x="1667716" y="260185"/>
                </a:lnTo>
                <a:moveTo>
                  <a:pt x="1566441" y="389420"/>
                </a:moveTo>
                <a:lnTo>
                  <a:pt x="1495103" y="356226"/>
                </a:lnTo>
                <a:moveTo>
                  <a:pt x="1849112" y="525994"/>
                </a:moveTo>
                <a:lnTo>
                  <a:pt x="1781862" y="618751"/>
                </a:lnTo>
                <a:moveTo>
                  <a:pt x="1252138" y="795639"/>
                </a:moveTo>
                <a:lnTo>
                  <a:pt x="1192232" y="838491"/>
                </a:lnTo>
                <a:moveTo>
                  <a:pt x="878383" y="866843"/>
                </a:moveTo>
                <a:lnTo>
                  <a:pt x="827072" y="835626"/>
                </a:lnTo>
                <a:moveTo>
                  <a:pt x="1373915" y="527765"/>
                </a:moveTo>
                <a:lnTo>
                  <a:pt x="1372973" y="446376"/>
                </a:lnTo>
                <a:moveTo>
                  <a:pt x="830546" y="633035"/>
                </a:moveTo>
                <a:lnTo>
                  <a:pt x="758014" y="564052"/>
                </a:lnTo>
                <a:moveTo>
                  <a:pt x="1337744" y="787199"/>
                </a:moveTo>
                <a:lnTo>
                  <a:pt x="1252138" y="795639"/>
                </a:lnTo>
                <a:moveTo>
                  <a:pt x="1633713" y="842471"/>
                </a:moveTo>
                <a:lnTo>
                  <a:pt x="1563693" y="903010"/>
                </a:lnTo>
                <a:moveTo>
                  <a:pt x="1651157" y="656378"/>
                </a:moveTo>
                <a:lnTo>
                  <a:pt x="1588115" y="690318"/>
                </a:lnTo>
                <a:moveTo>
                  <a:pt x="1857764" y="650361"/>
                </a:moveTo>
                <a:lnTo>
                  <a:pt x="1763829" y="719100"/>
                </a:lnTo>
                <a:moveTo>
                  <a:pt x="1633713" y="842471"/>
                </a:moveTo>
                <a:lnTo>
                  <a:pt x="1553859" y="922196"/>
                </a:lnTo>
                <a:moveTo>
                  <a:pt x="1684881" y="715581"/>
                </a:moveTo>
                <a:lnTo>
                  <a:pt x="1633713" y="842471"/>
                </a:lnTo>
                <a:moveTo>
                  <a:pt x="642277" y="492649"/>
                </a:moveTo>
                <a:lnTo>
                  <a:pt x="598160" y="493298"/>
                </a:lnTo>
                <a:moveTo>
                  <a:pt x="1192232" y="838491"/>
                </a:moveTo>
                <a:lnTo>
                  <a:pt x="1162330" y="790119"/>
                </a:lnTo>
                <a:moveTo>
                  <a:pt x="704146" y="529129"/>
                </a:moveTo>
                <a:lnTo>
                  <a:pt x="676108" y="520902"/>
                </a:lnTo>
                <a:moveTo>
                  <a:pt x="1489802" y="1031447"/>
                </a:moveTo>
                <a:lnTo>
                  <a:pt x="1478690" y="1035251"/>
                </a:lnTo>
                <a:moveTo>
                  <a:pt x="1116250" y="654068"/>
                </a:moveTo>
                <a:lnTo>
                  <a:pt x="1057670" y="738836"/>
                </a:lnTo>
                <a:moveTo>
                  <a:pt x="1485257" y="1040093"/>
                </a:moveTo>
                <a:lnTo>
                  <a:pt x="1478690" y="1035251"/>
                </a:lnTo>
                <a:moveTo>
                  <a:pt x="1588115" y="690318"/>
                </a:moveTo>
                <a:lnTo>
                  <a:pt x="1500789" y="694376"/>
                </a:lnTo>
                <a:moveTo>
                  <a:pt x="1288025" y="519314"/>
                </a:moveTo>
                <a:lnTo>
                  <a:pt x="1248755" y="571944"/>
                </a:lnTo>
                <a:moveTo>
                  <a:pt x="675544" y="727239"/>
                </a:moveTo>
                <a:lnTo>
                  <a:pt x="567847" y="706661"/>
                </a:lnTo>
                <a:moveTo>
                  <a:pt x="1485257" y="1040093"/>
                </a:moveTo>
                <a:lnTo>
                  <a:pt x="1454357" y="1144908"/>
                </a:lnTo>
                <a:moveTo>
                  <a:pt x="1216878" y="623844"/>
                </a:moveTo>
                <a:lnTo>
                  <a:pt x="1127866" y="642584"/>
                </a:lnTo>
                <a:moveTo>
                  <a:pt x="1703715" y="1196494"/>
                </a:moveTo>
                <a:lnTo>
                  <a:pt x="1559002" y="1185246"/>
                </a:lnTo>
                <a:moveTo>
                  <a:pt x="1826467" y="1095540"/>
                </a:moveTo>
                <a:lnTo>
                  <a:pt x="1739605" y="1161824"/>
                </a:lnTo>
                <a:moveTo>
                  <a:pt x="1116250" y="654068"/>
                </a:moveTo>
                <a:lnTo>
                  <a:pt x="1080381" y="778821"/>
                </a:lnTo>
                <a:moveTo>
                  <a:pt x="1435807" y="714689"/>
                </a:moveTo>
                <a:lnTo>
                  <a:pt x="1347248" y="785883"/>
                </a:lnTo>
                <a:moveTo>
                  <a:pt x="1528710" y="451208"/>
                </a:moveTo>
                <a:lnTo>
                  <a:pt x="1495103" y="356226"/>
                </a:lnTo>
                <a:moveTo>
                  <a:pt x="1489802" y="1031447"/>
                </a:moveTo>
                <a:lnTo>
                  <a:pt x="1485257" y="1040093"/>
                </a:lnTo>
                <a:moveTo>
                  <a:pt x="1857764" y="650361"/>
                </a:moveTo>
                <a:lnTo>
                  <a:pt x="1871741" y="737635"/>
                </a:lnTo>
                <a:moveTo>
                  <a:pt x="1651157" y="656378"/>
                </a:moveTo>
                <a:lnTo>
                  <a:pt x="1631566" y="739828"/>
                </a:lnTo>
                <a:moveTo>
                  <a:pt x="1080381" y="778821"/>
                </a:moveTo>
                <a:lnTo>
                  <a:pt x="1052216" y="870954"/>
                </a:lnTo>
                <a:moveTo>
                  <a:pt x="1162330" y="790119"/>
                </a:moveTo>
                <a:lnTo>
                  <a:pt x="1116250" y="654068"/>
                </a:lnTo>
                <a:moveTo>
                  <a:pt x="1688273" y="333129"/>
                </a:moveTo>
                <a:lnTo>
                  <a:pt x="1667716" y="260185"/>
                </a:lnTo>
                <a:moveTo>
                  <a:pt x="1746876" y="1187399"/>
                </a:moveTo>
                <a:lnTo>
                  <a:pt x="1703715" y="1196494"/>
                </a:lnTo>
                <a:moveTo>
                  <a:pt x="1500710" y="694459"/>
                </a:moveTo>
                <a:lnTo>
                  <a:pt x="1435807" y="714689"/>
                </a:lnTo>
                <a:moveTo>
                  <a:pt x="1874955" y="735335"/>
                </a:moveTo>
                <a:lnTo>
                  <a:pt x="1857764" y="650361"/>
                </a:lnTo>
                <a:moveTo>
                  <a:pt x="971468" y="733101"/>
                </a:moveTo>
                <a:lnTo>
                  <a:pt x="915405" y="706266"/>
                </a:lnTo>
                <a:moveTo>
                  <a:pt x="1444781" y="425677"/>
                </a:moveTo>
                <a:lnTo>
                  <a:pt x="1409395" y="480059"/>
                </a:lnTo>
                <a:moveTo>
                  <a:pt x="1216878" y="623844"/>
                </a:moveTo>
                <a:lnTo>
                  <a:pt x="1116250" y="654068"/>
                </a:lnTo>
                <a:moveTo>
                  <a:pt x="1857764" y="650361"/>
                </a:moveTo>
                <a:lnTo>
                  <a:pt x="1781862" y="618751"/>
                </a:lnTo>
                <a:moveTo>
                  <a:pt x="679462" y="733080"/>
                </a:moveTo>
                <a:lnTo>
                  <a:pt x="675544" y="727239"/>
                </a:lnTo>
                <a:moveTo>
                  <a:pt x="1871998" y="1002469"/>
                </a:moveTo>
                <a:lnTo>
                  <a:pt x="1835658" y="1073551"/>
                </a:lnTo>
                <a:moveTo>
                  <a:pt x="1440771" y="701982"/>
                </a:moveTo>
                <a:lnTo>
                  <a:pt x="1500710" y="694459"/>
                </a:lnTo>
                <a:moveTo>
                  <a:pt x="1500789" y="694376"/>
                </a:moveTo>
                <a:lnTo>
                  <a:pt x="1440771" y="701982"/>
                </a:lnTo>
                <a:moveTo>
                  <a:pt x="1684881" y="715581"/>
                </a:moveTo>
                <a:lnTo>
                  <a:pt x="1631566" y="739828"/>
                </a:lnTo>
                <a:moveTo>
                  <a:pt x="1052216" y="870954"/>
                </a:moveTo>
                <a:lnTo>
                  <a:pt x="1033124" y="777005"/>
                </a:lnTo>
                <a:moveTo>
                  <a:pt x="1347248" y="785883"/>
                </a:moveTo>
                <a:lnTo>
                  <a:pt x="1289529" y="747593"/>
                </a:lnTo>
                <a:moveTo>
                  <a:pt x="835730" y="643690"/>
                </a:moveTo>
                <a:lnTo>
                  <a:pt x="830546" y="633035"/>
                </a:lnTo>
                <a:moveTo>
                  <a:pt x="1796614" y="1143908"/>
                </a:moveTo>
                <a:lnTo>
                  <a:pt x="1739605" y="1161824"/>
                </a:lnTo>
                <a:moveTo>
                  <a:pt x="1027999" y="872875"/>
                </a:moveTo>
                <a:lnTo>
                  <a:pt x="937811" y="874020"/>
                </a:lnTo>
                <a:moveTo>
                  <a:pt x="702170" y="733156"/>
                </a:moveTo>
                <a:lnTo>
                  <a:pt x="679462" y="733080"/>
                </a:lnTo>
                <a:moveTo>
                  <a:pt x="1642284" y="855369"/>
                </a:moveTo>
                <a:lnTo>
                  <a:pt x="1553859" y="922196"/>
                </a:lnTo>
                <a:moveTo>
                  <a:pt x="1289529" y="747593"/>
                </a:moveTo>
                <a:lnTo>
                  <a:pt x="1337744" y="787199"/>
                </a:lnTo>
                <a:moveTo>
                  <a:pt x="1794947" y="303418"/>
                </a:moveTo>
                <a:lnTo>
                  <a:pt x="1755175" y="265561"/>
                </a:lnTo>
                <a:moveTo>
                  <a:pt x="642264" y="398562"/>
                </a:moveTo>
                <a:lnTo>
                  <a:pt x="642277" y="492649"/>
                </a:lnTo>
                <a:moveTo>
                  <a:pt x="1553901" y="1168315"/>
                </a:moveTo>
                <a:lnTo>
                  <a:pt x="1454357" y="1144908"/>
                </a:lnTo>
                <a:moveTo>
                  <a:pt x="1601503" y="332342"/>
                </a:moveTo>
                <a:lnTo>
                  <a:pt x="1566441" y="389420"/>
                </a:lnTo>
                <a:moveTo>
                  <a:pt x="1876503" y="739287"/>
                </a:moveTo>
                <a:lnTo>
                  <a:pt x="1865315" y="880037"/>
                </a:lnTo>
                <a:moveTo>
                  <a:pt x="830546" y="633035"/>
                </a:moveTo>
                <a:lnTo>
                  <a:pt x="702170" y="733156"/>
                </a:lnTo>
                <a:moveTo>
                  <a:pt x="789419" y="745673"/>
                </a:moveTo>
                <a:lnTo>
                  <a:pt x="679462" y="733080"/>
                </a:lnTo>
                <a:moveTo>
                  <a:pt x="1373915" y="527765"/>
                </a:moveTo>
                <a:lnTo>
                  <a:pt x="1288025" y="519314"/>
                </a:lnTo>
                <a:moveTo>
                  <a:pt x="835730" y="643690"/>
                </a:moveTo>
                <a:lnTo>
                  <a:pt x="702170" y="733156"/>
                </a:lnTo>
                <a:moveTo>
                  <a:pt x="1033124" y="777005"/>
                </a:moveTo>
                <a:lnTo>
                  <a:pt x="1027999" y="872875"/>
                </a:lnTo>
                <a:moveTo>
                  <a:pt x="702170" y="733156"/>
                </a:moveTo>
                <a:lnTo>
                  <a:pt x="675544" y="727239"/>
                </a:lnTo>
                <a:moveTo>
                  <a:pt x="1924207" y="857724"/>
                </a:moveTo>
                <a:lnTo>
                  <a:pt x="1865315" y="880037"/>
                </a:lnTo>
                <a:moveTo>
                  <a:pt x="1179647" y="690017"/>
                </a:moveTo>
                <a:lnTo>
                  <a:pt x="1116250" y="654068"/>
                </a:lnTo>
                <a:moveTo>
                  <a:pt x="1597319" y="965064"/>
                </a:moveTo>
                <a:lnTo>
                  <a:pt x="1553859" y="922196"/>
                </a:lnTo>
                <a:moveTo>
                  <a:pt x="1703715" y="1196494"/>
                </a:moveTo>
                <a:lnTo>
                  <a:pt x="1665339" y="1187595"/>
                </a:lnTo>
                <a:moveTo>
                  <a:pt x="1826467" y="1095540"/>
                </a:moveTo>
                <a:lnTo>
                  <a:pt x="1835658" y="1073551"/>
                </a:lnTo>
                <a:moveTo>
                  <a:pt x="559508" y="615463"/>
                </a:moveTo>
                <a:lnTo>
                  <a:pt x="567847" y="706661"/>
                </a:lnTo>
                <a:moveTo>
                  <a:pt x="1578687" y="1013808"/>
                </a:moveTo>
                <a:lnTo>
                  <a:pt x="1553859" y="922196"/>
                </a:lnTo>
                <a:moveTo>
                  <a:pt x="835730" y="643690"/>
                </a:moveTo>
                <a:lnTo>
                  <a:pt x="789419" y="745673"/>
                </a:lnTo>
                <a:moveTo>
                  <a:pt x="1755175" y="265561"/>
                </a:moveTo>
                <a:lnTo>
                  <a:pt x="1719096" y="300305"/>
                </a:lnTo>
                <a:moveTo>
                  <a:pt x="642264" y="398562"/>
                </a:moveTo>
                <a:lnTo>
                  <a:pt x="598160" y="493298"/>
                </a:lnTo>
                <a:moveTo>
                  <a:pt x="1876503" y="739287"/>
                </a:moveTo>
                <a:lnTo>
                  <a:pt x="1847560" y="771983"/>
                </a:lnTo>
                <a:moveTo>
                  <a:pt x="1528710" y="451208"/>
                </a:moveTo>
                <a:lnTo>
                  <a:pt x="1444781" y="425677"/>
                </a:lnTo>
                <a:moveTo>
                  <a:pt x="1559002" y="1185246"/>
                </a:moveTo>
                <a:lnTo>
                  <a:pt x="1553901" y="1168315"/>
                </a:lnTo>
                <a:moveTo>
                  <a:pt x="612495" y="396370"/>
                </a:moveTo>
                <a:lnTo>
                  <a:pt x="598160" y="493298"/>
                </a:lnTo>
                <a:moveTo>
                  <a:pt x="758014" y="564052"/>
                </a:moveTo>
                <a:lnTo>
                  <a:pt x="704146" y="529129"/>
                </a:lnTo>
                <a:moveTo>
                  <a:pt x="1080381" y="778821"/>
                </a:moveTo>
                <a:lnTo>
                  <a:pt x="1057670" y="738836"/>
                </a:lnTo>
                <a:moveTo>
                  <a:pt x="789419" y="745673"/>
                </a:moveTo>
                <a:lnTo>
                  <a:pt x="702170" y="733156"/>
                </a:lnTo>
                <a:moveTo>
                  <a:pt x="758014" y="564052"/>
                </a:moveTo>
                <a:lnTo>
                  <a:pt x="703795" y="529923"/>
                </a:lnTo>
                <a:moveTo>
                  <a:pt x="1865386" y="429738"/>
                </a:moveTo>
                <a:lnTo>
                  <a:pt x="1849112" y="525994"/>
                </a:lnTo>
                <a:moveTo>
                  <a:pt x="1347248" y="785883"/>
                </a:moveTo>
                <a:lnTo>
                  <a:pt x="1319730" y="717175"/>
                </a:lnTo>
                <a:moveTo>
                  <a:pt x="1868221" y="552640"/>
                </a:moveTo>
                <a:lnTo>
                  <a:pt x="1781862" y="618751"/>
                </a:lnTo>
                <a:moveTo>
                  <a:pt x="1252138" y="795639"/>
                </a:moveTo>
                <a:lnTo>
                  <a:pt x="1162330" y="790119"/>
                </a:lnTo>
                <a:moveTo>
                  <a:pt x="1248755" y="571944"/>
                </a:moveTo>
                <a:lnTo>
                  <a:pt x="1216878" y="623844"/>
                </a:lnTo>
                <a:moveTo>
                  <a:pt x="559508" y="615463"/>
                </a:moveTo>
                <a:lnTo>
                  <a:pt x="598160" y="493298"/>
                </a:lnTo>
                <a:moveTo>
                  <a:pt x="878383" y="866843"/>
                </a:moveTo>
                <a:lnTo>
                  <a:pt x="789419" y="745673"/>
                </a:lnTo>
                <a:moveTo>
                  <a:pt x="937811" y="874020"/>
                </a:moveTo>
                <a:lnTo>
                  <a:pt x="878383" y="866843"/>
                </a:lnTo>
                <a:moveTo>
                  <a:pt x="1057670" y="738836"/>
                </a:moveTo>
                <a:lnTo>
                  <a:pt x="1033124" y="777005"/>
                </a:lnTo>
                <a:moveTo>
                  <a:pt x="593652" y="509522"/>
                </a:moveTo>
                <a:lnTo>
                  <a:pt x="598160" y="493298"/>
                </a:lnTo>
                <a:moveTo>
                  <a:pt x="668735" y="635510"/>
                </a:moveTo>
                <a:lnTo>
                  <a:pt x="567847" y="706661"/>
                </a:lnTo>
                <a:moveTo>
                  <a:pt x="1162330" y="790119"/>
                </a:moveTo>
                <a:lnTo>
                  <a:pt x="1080381" y="778821"/>
                </a:lnTo>
                <a:moveTo>
                  <a:pt x="1881661" y="982295"/>
                </a:moveTo>
                <a:lnTo>
                  <a:pt x="1871998" y="1002469"/>
                </a:lnTo>
                <a:moveTo>
                  <a:pt x="704146" y="529129"/>
                </a:moveTo>
                <a:lnTo>
                  <a:pt x="642277" y="492649"/>
                </a:lnTo>
                <a:moveTo>
                  <a:pt x="1832127" y="351854"/>
                </a:moveTo>
                <a:lnTo>
                  <a:pt x="1794947" y="303418"/>
                </a:lnTo>
                <a:moveTo>
                  <a:pt x="1794947" y="303418"/>
                </a:moveTo>
                <a:lnTo>
                  <a:pt x="1719096" y="300305"/>
                </a:lnTo>
                <a:moveTo>
                  <a:pt x="1373915" y="527765"/>
                </a:moveTo>
                <a:lnTo>
                  <a:pt x="1248755" y="571944"/>
                </a:lnTo>
                <a:moveTo>
                  <a:pt x="1080381" y="778821"/>
                </a:moveTo>
                <a:lnTo>
                  <a:pt x="1033124" y="777005"/>
                </a:lnTo>
                <a:moveTo>
                  <a:pt x="1665339" y="1187595"/>
                </a:moveTo>
                <a:lnTo>
                  <a:pt x="1559002" y="1185246"/>
                </a:lnTo>
                <a:moveTo>
                  <a:pt x="1604326" y="1180707"/>
                </a:moveTo>
                <a:lnTo>
                  <a:pt x="1559002" y="1185246"/>
                </a:lnTo>
                <a:moveTo>
                  <a:pt x="1033124" y="777005"/>
                </a:moveTo>
                <a:lnTo>
                  <a:pt x="937811" y="874020"/>
                </a:lnTo>
                <a:moveTo>
                  <a:pt x="1409395" y="480059"/>
                </a:moveTo>
                <a:lnTo>
                  <a:pt x="1373915" y="527765"/>
                </a:lnTo>
                <a:moveTo>
                  <a:pt x="915405" y="706266"/>
                </a:moveTo>
                <a:lnTo>
                  <a:pt x="835730" y="643690"/>
                </a:lnTo>
                <a:moveTo>
                  <a:pt x="1528710" y="451208"/>
                </a:moveTo>
                <a:lnTo>
                  <a:pt x="1409395" y="480059"/>
                </a:lnTo>
                <a:moveTo>
                  <a:pt x="1880486" y="987195"/>
                </a:moveTo>
                <a:lnTo>
                  <a:pt x="1881661" y="982295"/>
                </a:lnTo>
                <a:moveTo>
                  <a:pt x="1688273" y="333129"/>
                </a:moveTo>
                <a:lnTo>
                  <a:pt x="1601503" y="332342"/>
                </a:lnTo>
                <a:moveTo>
                  <a:pt x="1876036" y="967302"/>
                </a:moveTo>
                <a:lnTo>
                  <a:pt x="1881661" y="982295"/>
                </a:lnTo>
                <a:moveTo>
                  <a:pt x="1557793" y="1072872"/>
                </a:moveTo>
                <a:lnTo>
                  <a:pt x="1454357" y="1144908"/>
                </a:lnTo>
                <a:moveTo>
                  <a:pt x="1746876" y="1187399"/>
                </a:moveTo>
                <a:lnTo>
                  <a:pt x="1665339" y="1187595"/>
                </a:lnTo>
                <a:moveTo>
                  <a:pt x="1880486" y="987195"/>
                </a:moveTo>
                <a:lnTo>
                  <a:pt x="1871998" y="1002469"/>
                </a:lnTo>
                <a:moveTo>
                  <a:pt x="1057670" y="738836"/>
                </a:moveTo>
                <a:lnTo>
                  <a:pt x="915405" y="706266"/>
                </a:lnTo>
                <a:moveTo>
                  <a:pt x="1566441" y="389420"/>
                </a:moveTo>
                <a:lnTo>
                  <a:pt x="1528710" y="451208"/>
                </a:lnTo>
                <a:moveTo>
                  <a:pt x="1578687" y="1013808"/>
                </a:moveTo>
                <a:lnTo>
                  <a:pt x="1489802" y="1031447"/>
                </a:lnTo>
                <a:moveTo>
                  <a:pt x="728907" y="426445"/>
                </a:moveTo>
                <a:lnTo>
                  <a:pt x="642277" y="492649"/>
                </a:lnTo>
                <a:moveTo>
                  <a:pt x="1832127" y="351854"/>
                </a:moveTo>
                <a:lnTo>
                  <a:pt x="1719096" y="300305"/>
                </a:lnTo>
                <a:moveTo>
                  <a:pt x="1874955" y="735335"/>
                </a:moveTo>
                <a:lnTo>
                  <a:pt x="1858197" y="673773"/>
                </a:lnTo>
                <a:moveTo>
                  <a:pt x="1876503" y="739287"/>
                </a:moveTo>
                <a:lnTo>
                  <a:pt x="1858197" y="673773"/>
                </a:lnTo>
                <a:moveTo>
                  <a:pt x="1289529" y="747593"/>
                </a:moveTo>
                <a:lnTo>
                  <a:pt x="1252138" y="795639"/>
                </a:lnTo>
                <a:moveTo>
                  <a:pt x="642264" y="398562"/>
                </a:moveTo>
                <a:lnTo>
                  <a:pt x="612495" y="396370"/>
                </a:lnTo>
                <a:moveTo>
                  <a:pt x="1057670" y="738836"/>
                </a:moveTo>
                <a:lnTo>
                  <a:pt x="944027" y="774278"/>
                </a:lnTo>
                <a:moveTo>
                  <a:pt x="1578687" y="1013808"/>
                </a:moveTo>
                <a:lnTo>
                  <a:pt x="1485257" y="1040093"/>
                </a:lnTo>
                <a:moveTo>
                  <a:pt x="1631566" y="739828"/>
                </a:moveTo>
                <a:lnTo>
                  <a:pt x="1633713" y="842471"/>
                </a:lnTo>
                <a:moveTo>
                  <a:pt x="1557793" y="1072872"/>
                </a:moveTo>
                <a:lnTo>
                  <a:pt x="1485257" y="1040093"/>
                </a:lnTo>
                <a:moveTo>
                  <a:pt x="1604326" y="1180707"/>
                </a:moveTo>
                <a:lnTo>
                  <a:pt x="1553901" y="1168315"/>
                </a:lnTo>
                <a:moveTo>
                  <a:pt x="1868221" y="552640"/>
                </a:moveTo>
                <a:lnTo>
                  <a:pt x="1849112" y="525994"/>
                </a:lnTo>
                <a:moveTo>
                  <a:pt x="1865386" y="429738"/>
                </a:moveTo>
                <a:lnTo>
                  <a:pt x="1832127" y="351854"/>
                </a:lnTo>
                <a:moveTo>
                  <a:pt x="915405" y="706266"/>
                </a:moveTo>
                <a:lnTo>
                  <a:pt x="789419" y="745673"/>
                </a:lnTo>
                <a:moveTo>
                  <a:pt x="668735" y="635510"/>
                </a:moveTo>
                <a:lnTo>
                  <a:pt x="675544" y="727239"/>
                </a:lnTo>
                <a:moveTo>
                  <a:pt x="1588115" y="690318"/>
                </a:moveTo>
                <a:lnTo>
                  <a:pt x="1440771" y="701982"/>
                </a:lnTo>
                <a:moveTo>
                  <a:pt x="830546" y="633035"/>
                </a:moveTo>
                <a:lnTo>
                  <a:pt x="743471" y="645577"/>
                </a:lnTo>
                <a:moveTo>
                  <a:pt x="830546" y="633035"/>
                </a:moveTo>
                <a:lnTo>
                  <a:pt x="703795" y="529923"/>
                </a:lnTo>
                <a:moveTo>
                  <a:pt x="1631566" y="739828"/>
                </a:moveTo>
                <a:lnTo>
                  <a:pt x="1588115" y="690318"/>
                </a:lnTo>
                <a:moveTo>
                  <a:pt x="1880486" y="987195"/>
                </a:moveTo>
                <a:lnTo>
                  <a:pt x="1876036" y="967302"/>
                </a:lnTo>
                <a:moveTo>
                  <a:pt x="1881661" y="982295"/>
                </a:moveTo>
                <a:lnTo>
                  <a:pt x="1865315" y="880037"/>
                </a:lnTo>
                <a:moveTo>
                  <a:pt x="944027" y="774278"/>
                </a:moveTo>
                <a:lnTo>
                  <a:pt x="937811" y="874020"/>
                </a:lnTo>
                <a:moveTo>
                  <a:pt x="1642284" y="855369"/>
                </a:moveTo>
                <a:lnTo>
                  <a:pt x="1633713" y="842471"/>
                </a:lnTo>
                <a:moveTo>
                  <a:pt x="1179647" y="690017"/>
                </a:moveTo>
                <a:lnTo>
                  <a:pt x="1162330" y="790119"/>
                </a:lnTo>
                <a:moveTo>
                  <a:pt x="702170" y="733156"/>
                </a:moveTo>
                <a:lnTo>
                  <a:pt x="668735" y="635510"/>
                </a:lnTo>
                <a:moveTo>
                  <a:pt x="886355" y="769985"/>
                </a:moveTo>
                <a:lnTo>
                  <a:pt x="878383" y="866843"/>
                </a:lnTo>
                <a:moveTo>
                  <a:pt x="886355" y="769985"/>
                </a:moveTo>
                <a:lnTo>
                  <a:pt x="789419" y="745673"/>
                </a:lnTo>
                <a:moveTo>
                  <a:pt x="937811" y="874020"/>
                </a:moveTo>
                <a:lnTo>
                  <a:pt x="886355" y="769985"/>
                </a:lnTo>
                <a:moveTo>
                  <a:pt x="1492412" y="509200"/>
                </a:moveTo>
                <a:lnTo>
                  <a:pt x="1409395" y="480059"/>
                </a:lnTo>
                <a:moveTo>
                  <a:pt x="1796614" y="1143908"/>
                </a:moveTo>
                <a:lnTo>
                  <a:pt x="1746876" y="1187399"/>
                </a:lnTo>
                <a:moveTo>
                  <a:pt x="1688273" y="333129"/>
                </a:moveTo>
                <a:lnTo>
                  <a:pt x="1566441" y="389420"/>
                </a:lnTo>
                <a:moveTo>
                  <a:pt x="743471" y="645577"/>
                </a:moveTo>
                <a:lnTo>
                  <a:pt x="702170" y="733156"/>
                </a:lnTo>
                <a:moveTo>
                  <a:pt x="1216878" y="623844"/>
                </a:moveTo>
                <a:lnTo>
                  <a:pt x="1179647" y="690017"/>
                </a:lnTo>
                <a:moveTo>
                  <a:pt x="1033124" y="777005"/>
                </a:moveTo>
                <a:lnTo>
                  <a:pt x="944027" y="774278"/>
                </a:lnTo>
                <a:moveTo>
                  <a:pt x="1440771" y="701982"/>
                </a:moveTo>
                <a:lnTo>
                  <a:pt x="1435807" y="714689"/>
                </a:lnTo>
                <a:moveTo>
                  <a:pt x="1665339" y="1187595"/>
                </a:moveTo>
                <a:lnTo>
                  <a:pt x="1604326" y="1180707"/>
                </a:lnTo>
                <a:moveTo>
                  <a:pt x="1835658" y="1073551"/>
                </a:moveTo>
                <a:lnTo>
                  <a:pt x="1806628" y="1004319"/>
                </a:lnTo>
                <a:moveTo>
                  <a:pt x="593652" y="509522"/>
                </a:moveTo>
                <a:lnTo>
                  <a:pt x="559508" y="615463"/>
                </a:lnTo>
                <a:moveTo>
                  <a:pt x="1321089" y="604793"/>
                </a:moveTo>
                <a:lnTo>
                  <a:pt x="1248755" y="571944"/>
                </a:lnTo>
                <a:moveTo>
                  <a:pt x="1876036" y="967302"/>
                </a:moveTo>
                <a:lnTo>
                  <a:pt x="1865315" y="880037"/>
                </a:lnTo>
                <a:moveTo>
                  <a:pt x="1299074" y="664468"/>
                </a:moveTo>
                <a:lnTo>
                  <a:pt x="1248755" y="571944"/>
                </a:lnTo>
                <a:moveTo>
                  <a:pt x="1557793" y="1072872"/>
                </a:moveTo>
                <a:lnTo>
                  <a:pt x="1553901" y="1168315"/>
                </a:lnTo>
                <a:moveTo>
                  <a:pt x="1832127" y="351854"/>
                </a:moveTo>
                <a:lnTo>
                  <a:pt x="1688273" y="333129"/>
                </a:lnTo>
                <a:moveTo>
                  <a:pt x="1719096" y="300305"/>
                </a:moveTo>
                <a:lnTo>
                  <a:pt x="1688273" y="333129"/>
                </a:lnTo>
                <a:moveTo>
                  <a:pt x="1282019" y="712443"/>
                </a:moveTo>
                <a:lnTo>
                  <a:pt x="1252138" y="795639"/>
                </a:lnTo>
                <a:moveTo>
                  <a:pt x="1871998" y="1002469"/>
                </a:moveTo>
                <a:lnTo>
                  <a:pt x="1843496" y="995538"/>
                </a:lnTo>
                <a:moveTo>
                  <a:pt x="1454419" y="583125"/>
                </a:moveTo>
                <a:lnTo>
                  <a:pt x="1409395" y="480059"/>
                </a:lnTo>
                <a:moveTo>
                  <a:pt x="944027" y="774278"/>
                </a:moveTo>
                <a:lnTo>
                  <a:pt x="915405" y="706266"/>
                </a:lnTo>
                <a:moveTo>
                  <a:pt x="1642284" y="855369"/>
                </a:moveTo>
                <a:lnTo>
                  <a:pt x="1631566" y="739828"/>
                </a:lnTo>
                <a:moveTo>
                  <a:pt x="1868221" y="552640"/>
                </a:moveTo>
                <a:lnTo>
                  <a:pt x="1857764" y="650361"/>
                </a:lnTo>
                <a:moveTo>
                  <a:pt x="1641878" y="421192"/>
                </a:moveTo>
                <a:lnTo>
                  <a:pt x="1566441" y="389420"/>
                </a:lnTo>
                <a:moveTo>
                  <a:pt x="668735" y="635510"/>
                </a:moveTo>
                <a:lnTo>
                  <a:pt x="559508" y="615463"/>
                </a:lnTo>
                <a:moveTo>
                  <a:pt x="1880486" y="987195"/>
                </a:moveTo>
                <a:lnTo>
                  <a:pt x="1843496" y="995538"/>
                </a:lnTo>
                <a:moveTo>
                  <a:pt x="915405" y="706266"/>
                </a:moveTo>
                <a:lnTo>
                  <a:pt x="886355" y="769985"/>
                </a:lnTo>
                <a:moveTo>
                  <a:pt x="1796614" y="1143908"/>
                </a:moveTo>
                <a:lnTo>
                  <a:pt x="1665339" y="1187595"/>
                </a:lnTo>
                <a:moveTo>
                  <a:pt x="1282019" y="712443"/>
                </a:moveTo>
                <a:lnTo>
                  <a:pt x="1162330" y="790119"/>
                </a:lnTo>
                <a:moveTo>
                  <a:pt x="1876036" y="967302"/>
                </a:moveTo>
                <a:lnTo>
                  <a:pt x="1843496" y="995538"/>
                </a:lnTo>
                <a:moveTo>
                  <a:pt x="1826467" y="1095540"/>
                </a:moveTo>
                <a:lnTo>
                  <a:pt x="1796614" y="1143908"/>
                </a:lnTo>
                <a:moveTo>
                  <a:pt x="598160" y="493298"/>
                </a:moveTo>
                <a:lnTo>
                  <a:pt x="545692" y="415941"/>
                </a:lnTo>
                <a:moveTo>
                  <a:pt x="944027" y="774278"/>
                </a:moveTo>
                <a:lnTo>
                  <a:pt x="886355" y="769985"/>
                </a:lnTo>
                <a:moveTo>
                  <a:pt x="701849" y="529927"/>
                </a:moveTo>
                <a:lnTo>
                  <a:pt x="559508" y="615463"/>
                </a:lnTo>
                <a:moveTo>
                  <a:pt x="1528710" y="451208"/>
                </a:moveTo>
                <a:lnTo>
                  <a:pt x="1492412" y="509200"/>
                </a:lnTo>
                <a:moveTo>
                  <a:pt x="1299074" y="664468"/>
                </a:moveTo>
                <a:lnTo>
                  <a:pt x="1216878" y="623844"/>
                </a:lnTo>
                <a:moveTo>
                  <a:pt x="728907" y="426445"/>
                </a:moveTo>
                <a:lnTo>
                  <a:pt x="642264" y="398562"/>
                </a:lnTo>
                <a:moveTo>
                  <a:pt x="1654788" y="756938"/>
                </a:moveTo>
                <a:lnTo>
                  <a:pt x="1588115" y="690318"/>
                </a:lnTo>
                <a:moveTo>
                  <a:pt x="701849" y="529927"/>
                </a:moveTo>
                <a:lnTo>
                  <a:pt x="593652" y="509522"/>
                </a:lnTo>
                <a:moveTo>
                  <a:pt x="1847560" y="771983"/>
                </a:moveTo>
                <a:lnTo>
                  <a:pt x="1865315" y="880037"/>
                </a:lnTo>
                <a:moveTo>
                  <a:pt x="1612433" y="478527"/>
                </a:moveTo>
                <a:lnTo>
                  <a:pt x="1566441" y="389420"/>
                </a:lnTo>
                <a:moveTo>
                  <a:pt x="1642284" y="855369"/>
                </a:moveTo>
                <a:lnTo>
                  <a:pt x="1597319" y="965064"/>
                </a:lnTo>
                <a:moveTo>
                  <a:pt x="1373915" y="527765"/>
                </a:moveTo>
                <a:lnTo>
                  <a:pt x="1321089" y="604793"/>
                </a:lnTo>
                <a:moveTo>
                  <a:pt x="1435807" y="714689"/>
                </a:moveTo>
                <a:lnTo>
                  <a:pt x="1319730" y="717175"/>
                </a:lnTo>
                <a:moveTo>
                  <a:pt x="1588115" y="690318"/>
                </a:moveTo>
                <a:lnTo>
                  <a:pt x="1557471" y="638666"/>
                </a:lnTo>
                <a:moveTo>
                  <a:pt x="1440771" y="701982"/>
                </a:moveTo>
                <a:lnTo>
                  <a:pt x="1321089" y="604793"/>
                </a:lnTo>
                <a:moveTo>
                  <a:pt x="1454419" y="583125"/>
                </a:moveTo>
                <a:lnTo>
                  <a:pt x="1373915" y="527765"/>
                </a:lnTo>
                <a:moveTo>
                  <a:pt x="1649612" y="1152593"/>
                </a:moveTo>
                <a:lnTo>
                  <a:pt x="1665339" y="1187595"/>
                </a:lnTo>
                <a:moveTo>
                  <a:pt x="1649612" y="1152593"/>
                </a:moveTo>
                <a:lnTo>
                  <a:pt x="1604326" y="1180707"/>
                </a:lnTo>
                <a:moveTo>
                  <a:pt x="1440771" y="701982"/>
                </a:moveTo>
                <a:lnTo>
                  <a:pt x="1319730" y="717175"/>
                </a:lnTo>
                <a:moveTo>
                  <a:pt x="1849112" y="525994"/>
                </a:moveTo>
                <a:lnTo>
                  <a:pt x="1821952" y="457410"/>
                </a:lnTo>
                <a:moveTo>
                  <a:pt x="743471" y="645577"/>
                </a:moveTo>
                <a:lnTo>
                  <a:pt x="668735" y="635510"/>
                </a:lnTo>
                <a:moveTo>
                  <a:pt x="701849" y="529927"/>
                </a:moveTo>
                <a:lnTo>
                  <a:pt x="668735" y="635510"/>
                </a:lnTo>
                <a:moveTo>
                  <a:pt x="1597319" y="965064"/>
                </a:moveTo>
                <a:lnTo>
                  <a:pt x="1578687" y="1013808"/>
                </a:lnTo>
                <a:moveTo>
                  <a:pt x="1654788" y="756938"/>
                </a:moveTo>
                <a:lnTo>
                  <a:pt x="1631566" y="739828"/>
                </a:lnTo>
                <a:moveTo>
                  <a:pt x="1299074" y="664468"/>
                </a:moveTo>
                <a:lnTo>
                  <a:pt x="1179647" y="690017"/>
                </a:lnTo>
                <a:moveTo>
                  <a:pt x="1871998" y="1002469"/>
                </a:moveTo>
                <a:lnTo>
                  <a:pt x="1806628" y="1004319"/>
                </a:lnTo>
                <a:moveTo>
                  <a:pt x="1282019" y="712443"/>
                </a:moveTo>
                <a:lnTo>
                  <a:pt x="1179647" y="690017"/>
                </a:lnTo>
                <a:moveTo>
                  <a:pt x="704146" y="529129"/>
                </a:moveTo>
                <a:lnTo>
                  <a:pt x="703795" y="529923"/>
                </a:lnTo>
                <a:moveTo>
                  <a:pt x="1857764" y="650361"/>
                </a:moveTo>
                <a:lnTo>
                  <a:pt x="1858197" y="673773"/>
                </a:lnTo>
                <a:moveTo>
                  <a:pt x="1289529" y="747593"/>
                </a:moveTo>
                <a:lnTo>
                  <a:pt x="1282019" y="712443"/>
                </a:lnTo>
                <a:moveTo>
                  <a:pt x="1578687" y="1013808"/>
                </a:moveTo>
                <a:lnTo>
                  <a:pt x="1557793" y="1072872"/>
                </a:lnTo>
                <a:moveTo>
                  <a:pt x="1319730" y="717175"/>
                </a:moveTo>
                <a:lnTo>
                  <a:pt x="1289529" y="747593"/>
                </a:lnTo>
                <a:moveTo>
                  <a:pt x="703795" y="529923"/>
                </a:moveTo>
                <a:lnTo>
                  <a:pt x="743471" y="645577"/>
                </a:lnTo>
                <a:moveTo>
                  <a:pt x="743471" y="645577"/>
                </a:moveTo>
                <a:lnTo>
                  <a:pt x="701849" y="529927"/>
                </a:lnTo>
                <a:moveTo>
                  <a:pt x="703795" y="529923"/>
                </a:moveTo>
                <a:lnTo>
                  <a:pt x="701849" y="529927"/>
                </a:lnTo>
                <a:moveTo>
                  <a:pt x="1826467" y="1095540"/>
                </a:moveTo>
                <a:lnTo>
                  <a:pt x="1824701" y="1112483"/>
                </a:lnTo>
                <a:moveTo>
                  <a:pt x="1647462" y="1099706"/>
                </a:moveTo>
                <a:lnTo>
                  <a:pt x="1553901" y="1168315"/>
                </a:lnTo>
                <a:moveTo>
                  <a:pt x="1654788" y="756938"/>
                </a:moveTo>
                <a:lnTo>
                  <a:pt x="1642284" y="855369"/>
                </a:lnTo>
                <a:moveTo>
                  <a:pt x="1612433" y="478527"/>
                </a:moveTo>
                <a:lnTo>
                  <a:pt x="1528710" y="451208"/>
                </a:lnTo>
                <a:moveTo>
                  <a:pt x="1557471" y="638666"/>
                </a:moveTo>
                <a:lnTo>
                  <a:pt x="1440771" y="701982"/>
                </a:lnTo>
                <a:moveTo>
                  <a:pt x="1876036" y="967302"/>
                </a:moveTo>
                <a:lnTo>
                  <a:pt x="1806628" y="1004319"/>
                </a:lnTo>
                <a:moveTo>
                  <a:pt x="1489762" y="631497"/>
                </a:moveTo>
                <a:lnTo>
                  <a:pt x="1440771" y="701982"/>
                </a:lnTo>
                <a:moveTo>
                  <a:pt x="1440771" y="701982"/>
                </a:moveTo>
                <a:lnTo>
                  <a:pt x="1430204" y="624879"/>
                </a:lnTo>
                <a:moveTo>
                  <a:pt x="612495" y="396370"/>
                </a:moveTo>
                <a:lnTo>
                  <a:pt x="545692" y="415941"/>
                </a:lnTo>
                <a:moveTo>
                  <a:pt x="1688273" y="333129"/>
                </a:moveTo>
                <a:lnTo>
                  <a:pt x="1641878" y="421192"/>
                </a:lnTo>
                <a:moveTo>
                  <a:pt x="728907" y="426445"/>
                </a:moveTo>
                <a:lnTo>
                  <a:pt x="704146" y="529129"/>
                </a:lnTo>
                <a:moveTo>
                  <a:pt x="1826467" y="1095540"/>
                </a:moveTo>
                <a:lnTo>
                  <a:pt x="1809696" y="1029969"/>
                </a:lnTo>
                <a:moveTo>
                  <a:pt x="1796614" y="1143908"/>
                </a:moveTo>
                <a:lnTo>
                  <a:pt x="1649612" y="1152593"/>
                </a:lnTo>
                <a:moveTo>
                  <a:pt x="1832127" y="351854"/>
                </a:moveTo>
                <a:lnTo>
                  <a:pt x="1772673" y="354555"/>
                </a:lnTo>
                <a:moveTo>
                  <a:pt x="1826467" y="1095540"/>
                </a:moveTo>
                <a:lnTo>
                  <a:pt x="1806628" y="1004319"/>
                </a:lnTo>
                <a:moveTo>
                  <a:pt x="593652" y="509522"/>
                </a:moveTo>
                <a:lnTo>
                  <a:pt x="562508" y="480071"/>
                </a:lnTo>
                <a:moveTo>
                  <a:pt x="1865315" y="880037"/>
                </a:moveTo>
                <a:lnTo>
                  <a:pt x="1757298" y="885318"/>
                </a:lnTo>
                <a:moveTo>
                  <a:pt x="1492412" y="509200"/>
                </a:moveTo>
                <a:lnTo>
                  <a:pt x="1454419" y="583125"/>
                </a:lnTo>
                <a:moveTo>
                  <a:pt x="593652" y="509522"/>
                </a:moveTo>
                <a:lnTo>
                  <a:pt x="545692" y="415941"/>
                </a:lnTo>
                <a:moveTo>
                  <a:pt x="1824701" y="1112483"/>
                </a:moveTo>
                <a:lnTo>
                  <a:pt x="1796614" y="1143908"/>
                </a:lnTo>
                <a:moveTo>
                  <a:pt x="1647462" y="1099706"/>
                </a:moveTo>
                <a:lnTo>
                  <a:pt x="1604326" y="1180707"/>
                </a:lnTo>
                <a:moveTo>
                  <a:pt x="1865315" y="880037"/>
                </a:moveTo>
                <a:lnTo>
                  <a:pt x="1806628" y="1004319"/>
                </a:lnTo>
                <a:moveTo>
                  <a:pt x="1321089" y="604793"/>
                </a:moveTo>
                <a:lnTo>
                  <a:pt x="1299074" y="664468"/>
                </a:lnTo>
                <a:moveTo>
                  <a:pt x="1832127" y="351854"/>
                </a:moveTo>
                <a:lnTo>
                  <a:pt x="1821952" y="457410"/>
                </a:lnTo>
                <a:moveTo>
                  <a:pt x="1727443" y="883767"/>
                </a:moveTo>
                <a:lnTo>
                  <a:pt x="1642284" y="855369"/>
                </a:lnTo>
                <a:moveTo>
                  <a:pt x="1321089" y="604793"/>
                </a:moveTo>
                <a:lnTo>
                  <a:pt x="1319730" y="717175"/>
                </a:lnTo>
                <a:moveTo>
                  <a:pt x="1299074" y="664468"/>
                </a:moveTo>
                <a:lnTo>
                  <a:pt x="1282019" y="712443"/>
                </a:lnTo>
                <a:moveTo>
                  <a:pt x="1319730" y="717175"/>
                </a:moveTo>
                <a:lnTo>
                  <a:pt x="1299074" y="664468"/>
                </a:lnTo>
                <a:moveTo>
                  <a:pt x="1319730" y="717175"/>
                </a:moveTo>
                <a:lnTo>
                  <a:pt x="1282019" y="712443"/>
                </a:lnTo>
                <a:moveTo>
                  <a:pt x="1865386" y="429738"/>
                </a:moveTo>
                <a:lnTo>
                  <a:pt x="1821952" y="457410"/>
                </a:lnTo>
                <a:moveTo>
                  <a:pt x="1454419" y="583125"/>
                </a:moveTo>
                <a:lnTo>
                  <a:pt x="1321089" y="604793"/>
                </a:lnTo>
                <a:moveTo>
                  <a:pt x="1557471" y="638666"/>
                </a:moveTo>
                <a:lnTo>
                  <a:pt x="1492412" y="509200"/>
                </a:lnTo>
                <a:moveTo>
                  <a:pt x="1858197" y="673773"/>
                </a:moveTo>
                <a:lnTo>
                  <a:pt x="1847560" y="771983"/>
                </a:lnTo>
                <a:moveTo>
                  <a:pt x="1612433" y="478527"/>
                </a:moveTo>
                <a:lnTo>
                  <a:pt x="1492412" y="509200"/>
                </a:lnTo>
                <a:moveTo>
                  <a:pt x="1492412" y="509200"/>
                </a:moveTo>
                <a:lnTo>
                  <a:pt x="1489762" y="631497"/>
                </a:lnTo>
                <a:moveTo>
                  <a:pt x="1870202" y="576037"/>
                </a:moveTo>
                <a:lnTo>
                  <a:pt x="1857764" y="650361"/>
                </a:lnTo>
                <a:moveTo>
                  <a:pt x="1847560" y="771983"/>
                </a:moveTo>
                <a:lnTo>
                  <a:pt x="1757298" y="885318"/>
                </a:lnTo>
                <a:moveTo>
                  <a:pt x="1727443" y="883767"/>
                </a:moveTo>
                <a:lnTo>
                  <a:pt x="1597319" y="965064"/>
                </a:lnTo>
                <a:moveTo>
                  <a:pt x="1796614" y="1143908"/>
                </a:moveTo>
                <a:lnTo>
                  <a:pt x="1775728" y="1113146"/>
                </a:lnTo>
                <a:moveTo>
                  <a:pt x="701849" y="529927"/>
                </a:moveTo>
                <a:lnTo>
                  <a:pt x="562508" y="480071"/>
                </a:lnTo>
                <a:moveTo>
                  <a:pt x="1843496" y="995538"/>
                </a:moveTo>
                <a:lnTo>
                  <a:pt x="1806628" y="1004319"/>
                </a:lnTo>
                <a:moveTo>
                  <a:pt x="1584713" y="535121"/>
                </a:moveTo>
                <a:lnTo>
                  <a:pt x="1492412" y="509200"/>
                </a:lnTo>
                <a:moveTo>
                  <a:pt x="1430204" y="624879"/>
                </a:moveTo>
                <a:lnTo>
                  <a:pt x="1321089" y="604793"/>
                </a:lnTo>
                <a:moveTo>
                  <a:pt x="1750549" y="781657"/>
                </a:moveTo>
                <a:lnTo>
                  <a:pt x="1642284" y="855369"/>
                </a:lnTo>
                <a:moveTo>
                  <a:pt x="1772673" y="354555"/>
                </a:moveTo>
                <a:lnTo>
                  <a:pt x="1688273" y="333129"/>
                </a:lnTo>
                <a:moveTo>
                  <a:pt x="1660513" y="1057650"/>
                </a:moveTo>
                <a:lnTo>
                  <a:pt x="1597319" y="965064"/>
                </a:lnTo>
                <a:moveTo>
                  <a:pt x="1682399" y="993490"/>
                </a:moveTo>
                <a:lnTo>
                  <a:pt x="1597319" y="965064"/>
                </a:lnTo>
                <a:moveTo>
                  <a:pt x="1647462" y="1099706"/>
                </a:moveTo>
                <a:lnTo>
                  <a:pt x="1557793" y="1072872"/>
                </a:lnTo>
                <a:moveTo>
                  <a:pt x="1641878" y="421192"/>
                </a:moveTo>
                <a:lnTo>
                  <a:pt x="1612433" y="478527"/>
                </a:lnTo>
                <a:moveTo>
                  <a:pt x="741135" y="440971"/>
                </a:moveTo>
                <a:lnTo>
                  <a:pt x="704146" y="529129"/>
                </a:lnTo>
                <a:moveTo>
                  <a:pt x="1660513" y="1057650"/>
                </a:moveTo>
                <a:lnTo>
                  <a:pt x="1578687" y="1013808"/>
                </a:lnTo>
                <a:moveTo>
                  <a:pt x="1654788" y="756938"/>
                </a:moveTo>
                <a:lnTo>
                  <a:pt x="1557471" y="638666"/>
                </a:lnTo>
                <a:moveTo>
                  <a:pt x="1660513" y="1057650"/>
                </a:moveTo>
                <a:lnTo>
                  <a:pt x="1557793" y="1072872"/>
                </a:lnTo>
                <a:moveTo>
                  <a:pt x="1489762" y="631497"/>
                </a:moveTo>
                <a:lnTo>
                  <a:pt x="1454419" y="583125"/>
                </a:lnTo>
                <a:moveTo>
                  <a:pt x="741135" y="440971"/>
                </a:moveTo>
                <a:lnTo>
                  <a:pt x="703795" y="529923"/>
                </a:lnTo>
                <a:moveTo>
                  <a:pt x="1454419" y="583125"/>
                </a:moveTo>
                <a:lnTo>
                  <a:pt x="1430204" y="624879"/>
                </a:lnTo>
                <a:moveTo>
                  <a:pt x="1847560" y="771983"/>
                </a:moveTo>
                <a:lnTo>
                  <a:pt x="1752178" y="781645"/>
                </a:lnTo>
                <a:moveTo>
                  <a:pt x="1775728" y="1113146"/>
                </a:moveTo>
                <a:lnTo>
                  <a:pt x="1649612" y="1152593"/>
                </a:lnTo>
                <a:moveTo>
                  <a:pt x="1824701" y="1112483"/>
                </a:moveTo>
                <a:lnTo>
                  <a:pt x="1809696" y="1029969"/>
                </a:lnTo>
                <a:moveTo>
                  <a:pt x="1868221" y="552640"/>
                </a:moveTo>
                <a:lnTo>
                  <a:pt x="1821952" y="457410"/>
                </a:lnTo>
                <a:moveTo>
                  <a:pt x="1557471" y="638666"/>
                </a:moveTo>
                <a:lnTo>
                  <a:pt x="1489762" y="631497"/>
                </a:lnTo>
                <a:moveTo>
                  <a:pt x="1649612" y="1152593"/>
                </a:moveTo>
                <a:lnTo>
                  <a:pt x="1647462" y="1099706"/>
                </a:lnTo>
                <a:moveTo>
                  <a:pt x="728907" y="426445"/>
                </a:moveTo>
                <a:lnTo>
                  <a:pt x="741135" y="440971"/>
                </a:lnTo>
                <a:moveTo>
                  <a:pt x="1489762" y="631497"/>
                </a:moveTo>
                <a:lnTo>
                  <a:pt x="1430204" y="624879"/>
                </a:lnTo>
                <a:moveTo>
                  <a:pt x="1842749" y="500726"/>
                </a:moveTo>
                <a:lnTo>
                  <a:pt x="1868221" y="552640"/>
                </a:lnTo>
                <a:moveTo>
                  <a:pt x="1870202" y="576037"/>
                </a:moveTo>
                <a:lnTo>
                  <a:pt x="1868221" y="552640"/>
                </a:lnTo>
                <a:moveTo>
                  <a:pt x="1772673" y="354555"/>
                </a:moveTo>
                <a:lnTo>
                  <a:pt x="1641878" y="421192"/>
                </a:lnTo>
                <a:moveTo>
                  <a:pt x="1824701" y="1112483"/>
                </a:moveTo>
                <a:lnTo>
                  <a:pt x="1775728" y="1113146"/>
                </a:lnTo>
                <a:moveTo>
                  <a:pt x="1757298" y="885318"/>
                </a:moveTo>
                <a:lnTo>
                  <a:pt x="1727443" y="883767"/>
                </a:lnTo>
                <a:moveTo>
                  <a:pt x="1584713" y="535121"/>
                </a:moveTo>
                <a:lnTo>
                  <a:pt x="1557471" y="638666"/>
                </a:lnTo>
                <a:moveTo>
                  <a:pt x="1688896" y="1108131"/>
                </a:moveTo>
                <a:lnTo>
                  <a:pt x="1649612" y="1152593"/>
                </a:lnTo>
                <a:moveTo>
                  <a:pt x="1757298" y="885318"/>
                </a:moveTo>
                <a:lnTo>
                  <a:pt x="1806628" y="1004319"/>
                </a:lnTo>
                <a:moveTo>
                  <a:pt x="1612433" y="478527"/>
                </a:moveTo>
                <a:lnTo>
                  <a:pt x="1584713" y="535121"/>
                </a:lnTo>
                <a:moveTo>
                  <a:pt x="1809696" y="1029969"/>
                </a:moveTo>
                <a:lnTo>
                  <a:pt x="1806628" y="1004319"/>
                </a:lnTo>
                <a:moveTo>
                  <a:pt x="1750549" y="781657"/>
                </a:moveTo>
                <a:lnTo>
                  <a:pt x="1654788" y="756938"/>
                </a:lnTo>
                <a:moveTo>
                  <a:pt x="1809696" y="1029969"/>
                </a:moveTo>
                <a:lnTo>
                  <a:pt x="1775728" y="1113146"/>
                </a:lnTo>
                <a:moveTo>
                  <a:pt x="1806628" y="1004319"/>
                </a:moveTo>
                <a:lnTo>
                  <a:pt x="1727443" y="883767"/>
                </a:lnTo>
                <a:moveTo>
                  <a:pt x="562508" y="480071"/>
                </a:moveTo>
                <a:lnTo>
                  <a:pt x="545692" y="415941"/>
                </a:lnTo>
                <a:moveTo>
                  <a:pt x="1775728" y="1113146"/>
                </a:moveTo>
                <a:lnTo>
                  <a:pt x="1806628" y="1004319"/>
                </a:lnTo>
                <a:moveTo>
                  <a:pt x="1729596" y="448702"/>
                </a:moveTo>
                <a:lnTo>
                  <a:pt x="1641878" y="421192"/>
                </a:lnTo>
                <a:moveTo>
                  <a:pt x="1727443" y="883767"/>
                </a:moveTo>
                <a:lnTo>
                  <a:pt x="1682399" y="993490"/>
                </a:lnTo>
                <a:moveTo>
                  <a:pt x="1858197" y="673773"/>
                </a:moveTo>
                <a:lnTo>
                  <a:pt x="1752178" y="781645"/>
                </a:lnTo>
                <a:moveTo>
                  <a:pt x="1806628" y="1004319"/>
                </a:moveTo>
                <a:lnTo>
                  <a:pt x="1682399" y="993490"/>
                </a:lnTo>
                <a:moveTo>
                  <a:pt x="1752178" y="781645"/>
                </a:moveTo>
                <a:lnTo>
                  <a:pt x="1757298" y="885318"/>
                </a:lnTo>
                <a:moveTo>
                  <a:pt x="1757298" y="885318"/>
                </a:moveTo>
                <a:lnTo>
                  <a:pt x="1750549" y="781657"/>
                </a:lnTo>
                <a:moveTo>
                  <a:pt x="1775728" y="1113146"/>
                </a:moveTo>
                <a:lnTo>
                  <a:pt x="1682399" y="993490"/>
                </a:lnTo>
                <a:moveTo>
                  <a:pt x="1660513" y="1057650"/>
                </a:moveTo>
                <a:lnTo>
                  <a:pt x="1647462" y="1099706"/>
                </a:lnTo>
                <a:moveTo>
                  <a:pt x="1750549" y="781657"/>
                </a:moveTo>
                <a:lnTo>
                  <a:pt x="1727443" y="883767"/>
                </a:lnTo>
                <a:moveTo>
                  <a:pt x="703795" y="529923"/>
                </a:moveTo>
                <a:lnTo>
                  <a:pt x="647118" y="499671"/>
                </a:lnTo>
                <a:moveTo>
                  <a:pt x="647118" y="499671"/>
                </a:moveTo>
                <a:lnTo>
                  <a:pt x="701849" y="529927"/>
                </a:lnTo>
                <a:moveTo>
                  <a:pt x="1870202" y="576037"/>
                </a:moveTo>
                <a:lnTo>
                  <a:pt x="1858197" y="673773"/>
                </a:lnTo>
                <a:moveTo>
                  <a:pt x="1682399" y="993490"/>
                </a:moveTo>
                <a:lnTo>
                  <a:pt x="1660513" y="1057650"/>
                </a:lnTo>
                <a:moveTo>
                  <a:pt x="1775728" y="1113146"/>
                </a:moveTo>
                <a:lnTo>
                  <a:pt x="1688896" y="1108131"/>
                </a:lnTo>
                <a:moveTo>
                  <a:pt x="1695290" y="513397"/>
                </a:moveTo>
                <a:lnTo>
                  <a:pt x="1641878" y="421192"/>
                </a:lnTo>
                <a:moveTo>
                  <a:pt x="1688896" y="1108131"/>
                </a:moveTo>
                <a:lnTo>
                  <a:pt x="1647462" y="1099706"/>
                </a:lnTo>
                <a:moveTo>
                  <a:pt x="1688896" y="1108131"/>
                </a:moveTo>
                <a:lnTo>
                  <a:pt x="1660513" y="1057650"/>
                </a:lnTo>
                <a:moveTo>
                  <a:pt x="1682399" y="993490"/>
                </a:moveTo>
                <a:lnTo>
                  <a:pt x="1688896" y="1108131"/>
                </a:lnTo>
                <a:moveTo>
                  <a:pt x="1821952" y="457410"/>
                </a:moveTo>
                <a:lnTo>
                  <a:pt x="1772673" y="354555"/>
                </a:lnTo>
                <a:moveTo>
                  <a:pt x="1752178" y="781645"/>
                </a:moveTo>
                <a:lnTo>
                  <a:pt x="1750549" y="781657"/>
                </a:lnTo>
                <a:moveTo>
                  <a:pt x="1695290" y="513397"/>
                </a:moveTo>
                <a:lnTo>
                  <a:pt x="1612433" y="478527"/>
                </a:lnTo>
                <a:moveTo>
                  <a:pt x="1772673" y="354555"/>
                </a:moveTo>
                <a:lnTo>
                  <a:pt x="1729596" y="448702"/>
                </a:lnTo>
                <a:moveTo>
                  <a:pt x="1674864" y="561787"/>
                </a:moveTo>
                <a:lnTo>
                  <a:pt x="1557471" y="638666"/>
                </a:lnTo>
                <a:moveTo>
                  <a:pt x="1842749" y="500726"/>
                </a:moveTo>
                <a:lnTo>
                  <a:pt x="1821952" y="457410"/>
                </a:lnTo>
                <a:moveTo>
                  <a:pt x="1695290" y="513397"/>
                </a:moveTo>
                <a:lnTo>
                  <a:pt x="1584713" y="535121"/>
                </a:lnTo>
                <a:moveTo>
                  <a:pt x="1821952" y="457410"/>
                </a:moveTo>
                <a:lnTo>
                  <a:pt x="1729596" y="448702"/>
                </a:lnTo>
                <a:moveTo>
                  <a:pt x="1747376" y="688666"/>
                </a:moveTo>
                <a:lnTo>
                  <a:pt x="1654788" y="756938"/>
                </a:lnTo>
                <a:moveTo>
                  <a:pt x="562508" y="480071"/>
                </a:moveTo>
                <a:lnTo>
                  <a:pt x="544337" y="432542"/>
                </a:lnTo>
                <a:moveTo>
                  <a:pt x="1870202" y="576037"/>
                </a:moveTo>
                <a:lnTo>
                  <a:pt x="1842749" y="500726"/>
                </a:lnTo>
                <a:moveTo>
                  <a:pt x="1674864" y="561787"/>
                </a:moveTo>
                <a:lnTo>
                  <a:pt x="1584713" y="535121"/>
                </a:lnTo>
                <a:moveTo>
                  <a:pt x="1858197" y="673773"/>
                </a:moveTo>
                <a:lnTo>
                  <a:pt x="1779656" y="689274"/>
                </a:lnTo>
                <a:moveTo>
                  <a:pt x="544337" y="432542"/>
                </a:moveTo>
                <a:lnTo>
                  <a:pt x="545692" y="415941"/>
                </a:lnTo>
                <a:moveTo>
                  <a:pt x="647118" y="499671"/>
                </a:moveTo>
                <a:lnTo>
                  <a:pt x="562508" y="480071"/>
                </a:lnTo>
                <a:moveTo>
                  <a:pt x="1729596" y="448702"/>
                </a:moveTo>
                <a:lnTo>
                  <a:pt x="1695290" y="513397"/>
                </a:lnTo>
                <a:moveTo>
                  <a:pt x="1779656" y="689274"/>
                </a:moveTo>
                <a:lnTo>
                  <a:pt x="1752178" y="781645"/>
                </a:lnTo>
                <a:moveTo>
                  <a:pt x="1752178" y="781645"/>
                </a:moveTo>
                <a:lnTo>
                  <a:pt x="1747376" y="688666"/>
                </a:lnTo>
                <a:moveTo>
                  <a:pt x="1870202" y="576037"/>
                </a:moveTo>
                <a:lnTo>
                  <a:pt x="1779656" y="689274"/>
                </a:lnTo>
                <a:moveTo>
                  <a:pt x="1747376" y="688666"/>
                </a:moveTo>
                <a:lnTo>
                  <a:pt x="1750549" y="781657"/>
                </a:lnTo>
                <a:moveTo>
                  <a:pt x="1695290" y="513397"/>
                </a:moveTo>
                <a:lnTo>
                  <a:pt x="1674864" y="561787"/>
                </a:lnTo>
                <a:moveTo>
                  <a:pt x="1778769" y="583680"/>
                </a:moveTo>
                <a:lnTo>
                  <a:pt x="1821952" y="457410"/>
                </a:lnTo>
                <a:moveTo>
                  <a:pt x="1842749" y="500726"/>
                </a:moveTo>
                <a:lnTo>
                  <a:pt x="1778769" y="583680"/>
                </a:lnTo>
                <a:moveTo>
                  <a:pt x="1870202" y="576037"/>
                </a:moveTo>
                <a:lnTo>
                  <a:pt x="1778769" y="583680"/>
                </a:lnTo>
                <a:moveTo>
                  <a:pt x="1778769" y="583680"/>
                </a:moveTo>
                <a:lnTo>
                  <a:pt x="1729596" y="448702"/>
                </a:lnTo>
                <a:moveTo>
                  <a:pt x="1729596" y="448702"/>
                </a:moveTo>
                <a:lnTo>
                  <a:pt x="1766183" y="582704"/>
                </a:lnTo>
                <a:moveTo>
                  <a:pt x="1747376" y="688666"/>
                </a:moveTo>
                <a:lnTo>
                  <a:pt x="1674864" y="561787"/>
                </a:lnTo>
                <a:moveTo>
                  <a:pt x="1766183" y="582704"/>
                </a:moveTo>
                <a:lnTo>
                  <a:pt x="1695290" y="513397"/>
                </a:lnTo>
                <a:moveTo>
                  <a:pt x="1766183" y="582704"/>
                </a:moveTo>
                <a:lnTo>
                  <a:pt x="1674864" y="561787"/>
                </a:lnTo>
                <a:moveTo>
                  <a:pt x="1772314" y="599059"/>
                </a:moveTo>
                <a:lnTo>
                  <a:pt x="1674864" y="561787"/>
                </a:lnTo>
                <a:moveTo>
                  <a:pt x="1779656" y="689274"/>
                </a:moveTo>
                <a:lnTo>
                  <a:pt x="1747376" y="688666"/>
                </a:lnTo>
                <a:moveTo>
                  <a:pt x="1778769" y="583680"/>
                </a:moveTo>
                <a:lnTo>
                  <a:pt x="1779656" y="689274"/>
                </a:lnTo>
                <a:moveTo>
                  <a:pt x="1779656" y="689274"/>
                </a:moveTo>
                <a:lnTo>
                  <a:pt x="1772314" y="599059"/>
                </a:lnTo>
                <a:moveTo>
                  <a:pt x="1772314" y="599059"/>
                </a:moveTo>
                <a:lnTo>
                  <a:pt x="1747376" y="688666"/>
                </a:lnTo>
                <a:moveTo>
                  <a:pt x="1778769" y="583680"/>
                </a:moveTo>
                <a:lnTo>
                  <a:pt x="1766183" y="582704"/>
                </a:lnTo>
                <a:moveTo>
                  <a:pt x="1778769" y="583680"/>
                </a:moveTo>
                <a:lnTo>
                  <a:pt x="1772314" y="599059"/>
                </a:lnTo>
                <a:moveTo>
                  <a:pt x="1772314" y="599059"/>
                </a:moveTo>
                <a:lnTo>
                  <a:pt x="1766183" y="582704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440" name="9uvz_0_tuned_ReferenceLigand_0">
            <a:extLst>
              <a:ext uri="{FF2B5EF4-FFF2-40B4-BE49-F238E27FC236}">
                <a16:creationId xmlns:a16="http://schemas.microsoft.com/office/drawing/2014/main" id="{18424DF9-A370-48D3-A8D2-7D7405502868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209" y="332248"/>
                </a:moveTo>
                <a:lnTo>
                  <a:pt x="1764900" y="2534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41" name="9uvz_0_tuned_ReferenceLigand_1">
            <a:extLst>
              <a:ext uri="{FF2B5EF4-FFF2-40B4-BE49-F238E27FC236}">
                <a16:creationId xmlns:a16="http://schemas.microsoft.com/office/drawing/2014/main" id="{38835253-E12C-4DEF-B071-92664B2EC203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510" y="930202"/>
                </a:moveTo>
                <a:lnTo>
                  <a:pt x="1527373" y="10633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42" name="9uvz_0_tuned_ReferenceLigand_2">
            <a:extLst>
              <a:ext uri="{FF2B5EF4-FFF2-40B4-BE49-F238E27FC236}">
                <a16:creationId xmlns:a16="http://schemas.microsoft.com/office/drawing/2014/main" id="{1323F962-4A69-4A99-B735-6759EAFFBBD6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4303" y="630705"/>
                </a:moveTo>
                <a:lnTo>
                  <a:pt x="1437001" y="5416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43" name="9uvz_0_tuned_ReferenceLigand_3">
            <a:extLst>
              <a:ext uri="{FF2B5EF4-FFF2-40B4-BE49-F238E27FC236}">
                <a16:creationId xmlns:a16="http://schemas.microsoft.com/office/drawing/2014/main" id="{D909D23C-A717-4580-A755-BDD2805B7AB1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034" y="851662"/>
                </a:moveTo>
                <a:lnTo>
                  <a:pt x="1557510" y="930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44" name="9uvz_0_tuned_ReferenceLigand_4">
            <a:extLst>
              <a:ext uri="{FF2B5EF4-FFF2-40B4-BE49-F238E27FC236}">
                <a16:creationId xmlns:a16="http://schemas.microsoft.com/office/drawing/2014/main" id="{E6D64043-4131-4888-B908-BD019936CFBA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8045" y="414856"/>
                </a:moveTo>
                <a:lnTo>
                  <a:pt x="1641209" y="332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45" name="9uvz_0_tuned_ReferenceLigand_5">
            <a:extLst>
              <a:ext uri="{FF2B5EF4-FFF2-40B4-BE49-F238E27FC236}">
                <a16:creationId xmlns:a16="http://schemas.microsoft.com/office/drawing/2014/main" id="{2B13E95A-1F0A-48FA-9E75-3A5F7956ABC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900" y="253465"/>
                </a:moveTo>
                <a:lnTo>
                  <a:pt x="1832560" y="2888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46" name="9uvz_0_tuned_ReferenceLigand_6">
            <a:extLst>
              <a:ext uri="{FF2B5EF4-FFF2-40B4-BE49-F238E27FC236}">
                <a16:creationId xmlns:a16="http://schemas.microsoft.com/office/drawing/2014/main" id="{ECCCEA2C-82FB-486C-A93F-EA42A59DD5D3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001" y="541619"/>
                </a:moveTo>
                <a:lnTo>
                  <a:pt x="1517908" y="5081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47" name="9uvz_0_tuned_ReferenceLigand_7">
            <a:extLst>
              <a:ext uri="{FF2B5EF4-FFF2-40B4-BE49-F238E27FC236}">
                <a16:creationId xmlns:a16="http://schemas.microsoft.com/office/drawing/2014/main" id="{7364918B-72C0-43A7-B8E8-3F89FC8F4F3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7373" y="1063399"/>
                </a:moveTo>
                <a:lnTo>
                  <a:pt x="1596027" y="11181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48" name="9uvz_0_tuned_ReferenceLigand_8">
            <a:extLst>
              <a:ext uri="{FF2B5EF4-FFF2-40B4-BE49-F238E27FC236}">
                <a16:creationId xmlns:a16="http://schemas.microsoft.com/office/drawing/2014/main" id="{FB7983D9-7F6C-4B1F-988A-A8D381CC904D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7893" y="689924"/>
                </a:moveTo>
                <a:lnTo>
                  <a:pt x="1324303" y="6307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49" name="9uvz_0_tuned_ReferenceLigand_9">
            <a:extLst>
              <a:ext uri="{FF2B5EF4-FFF2-40B4-BE49-F238E27FC236}">
                <a16:creationId xmlns:a16="http://schemas.microsoft.com/office/drawing/2014/main" id="{92DBDAA3-471C-452D-A3F9-BD5F4FF780E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15" y="903772"/>
                </a:moveTo>
                <a:lnTo>
                  <a:pt x="1656034" y="851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0" name="9uvz_0_tuned_ReferenceLigand_10">
            <a:extLst>
              <a:ext uri="{FF2B5EF4-FFF2-40B4-BE49-F238E27FC236}">
                <a16:creationId xmlns:a16="http://schemas.microsoft.com/office/drawing/2014/main" id="{0A3201DC-FCC8-4855-90F8-CADDED8C896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908" y="508104"/>
                </a:moveTo>
                <a:lnTo>
                  <a:pt x="1638045" y="4148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1" name="9uvz_0_tuned_ReferenceLigand_11">
            <a:extLst>
              <a:ext uri="{FF2B5EF4-FFF2-40B4-BE49-F238E27FC236}">
                <a16:creationId xmlns:a16="http://schemas.microsoft.com/office/drawing/2014/main" id="{CBC2B647-5911-4372-9346-17CCBE41244F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2560" y="288899"/>
                </a:moveTo>
                <a:lnTo>
                  <a:pt x="1968773" y="2205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2" name="9uvz_0_tuned_ReferenceLigand_12">
            <a:extLst>
              <a:ext uri="{FF2B5EF4-FFF2-40B4-BE49-F238E27FC236}">
                <a16:creationId xmlns:a16="http://schemas.microsoft.com/office/drawing/2014/main" id="{B9343600-0F4F-425B-872E-901A5FC38B4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862" y="542531"/>
                </a:moveTo>
                <a:lnTo>
                  <a:pt x="678504" y="5562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3" name="9uvz_0_tuned_ReferenceLigand_13">
            <a:extLst>
              <a:ext uri="{FF2B5EF4-FFF2-40B4-BE49-F238E27FC236}">
                <a16:creationId xmlns:a16="http://schemas.microsoft.com/office/drawing/2014/main" id="{BD0F04CB-C31B-43E8-85AE-26D2AE660AE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7098" y="391229"/>
                </a:moveTo>
                <a:lnTo>
                  <a:pt x="1638045" y="4148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4" name="9uvz_0_tuned_ReferenceLigand_14">
            <a:extLst>
              <a:ext uri="{FF2B5EF4-FFF2-40B4-BE49-F238E27FC236}">
                <a16:creationId xmlns:a16="http://schemas.microsoft.com/office/drawing/2014/main" id="{3091C0C2-F9BE-4983-A8BF-AE10F8265A6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2560" y="288899"/>
                </a:moveTo>
                <a:lnTo>
                  <a:pt x="1757098" y="3912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5" name="9uvz_0_tuned_ReferenceLigand_15">
            <a:extLst>
              <a:ext uri="{FF2B5EF4-FFF2-40B4-BE49-F238E27FC236}">
                <a16:creationId xmlns:a16="http://schemas.microsoft.com/office/drawing/2014/main" id="{8530E84E-221C-4676-9A04-2BC2E96CFE9E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9211" y="792474"/>
                </a:moveTo>
                <a:lnTo>
                  <a:pt x="1287893" y="6899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6" name="9uvz_0_tuned_ReferenceLigand_16">
            <a:extLst>
              <a:ext uri="{FF2B5EF4-FFF2-40B4-BE49-F238E27FC236}">
                <a16:creationId xmlns:a16="http://schemas.microsoft.com/office/drawing/2014/main" id="{AE40751F-5BE7-460C-AC94-BF1C6F90577E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6027" y="1118194"/>
                </a:moveTo>
                <a:lnTo>
                  <a:pt x="1694927" y="1039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7" name="9uvz_0_tuned_ReferenceLigand_17">
            <a:extLst>
              <a:ext uri="{FF2B5EF4-FFF2-40B4-BE49-F238E27FC236}">
                <a16:creationId xmlns:a16="http://schemas.microsoft.com/office/drawing/2014/main" id="{4DF29CE0-D459-496F-85EA-CDCC8C12F1CF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4927" y="1039502"/>
                </a:moveTo>
                <a:lnTo>
                  <a:pt x="1727015" y="9037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8" name="9uvz_0_tuned_ReferenceLigand_18">
            <a:extLst>
              <a:ext uri="{FF2B5EF4-FFF2-40B4-BE49-F238E27FC236}">
                <a16:creationId xmlns:a16="http://schemas.microsoft.com/office/drawing/2014/main" id="{D87D5BB1-6808-404C-B5BC-CE9A1748933C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908" y="508104"/>
                </a:moveTo>
                <a:lnTo>
                  <a:pt x="1482154" y="5681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9" name="9uvz_0_tuned_ReferenceLigand_19">
            <a:extLst>
              <a:ext uri="{FF2B5EF4-FFF2-40B4-BE49-F238E27FC236}">
                <a16:creationId xmlns:a16="http://schemas.microsoft.com/office/drawing/2014/main" id="{451A8358-F032-4D35-9A0E-13D7BCE7C227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3407" y="817029"/>
                </a:moveTo>
                <a:lnTo>
                  <a:pt x="1727015" y="9037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0" name="9uvz_0_tuned_ReferenceLigand_20">
            <a:extLst>
              <a:ext uri="{FF2B5EF4-FFF2-40B4-BE49-F238E27FC236}">
                <a16:creationId xmlns:a16="http://schemas.microsoft.com/office/drawing/2014/main" id="{3BDD8D35-40D5-483C-BA0B-A584F6AECCB3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9283" y="657789"/>
                </a:moveTo>
                <a:lnTo>
                  <a:pt x="1287893" y="6899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1" name="9uvz_0_tuned_ReferenceLigand_21">
            <a:extLst>
              <a:ext uri="{FF2B5EF4-FFF2-40B4-BE49-F238E27FC236}">
                <a16:creationId xmlns:a16="http://schemas.microsoft.com/office/drawing/2014/main" id="{DBC09BF2-475F-4F32-A034-6CEE4595EFBB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3407" y="817029"/>
                </a:moveTo>
                <a:lnTo>
                  <a:pt x="1978495" y="838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2" name="9uvz_0_tuned_ReferenceLigand_22">
            <a:extLst>
              <a:ext uri="{FF2B5EF4-FFF2-40B4-BE49-F238E27FC236}">
                <a16:creationId xmlns:a16="http://schemas.microsoft.com/office/drawing/2014/main" id="{05D65B85-1B0B-45BC-8654-ABD86D507D10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4717" y="760827"/>
                </a:moveTo>
                <a:lnTo>
                  <a:pt x="1169211" y="7924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3" name="9uvz_0_tuned_ReferenceLigand_23">
            <a:extLst>
              <a:ext uri="{FF2B5EF4-FFF2-40B4-BE49-F238E27FC236}">
                <a16:creationId xmlns:a16="http://schemas.microsoft.com/office/drawing/2014/main" id="{A2703DE7-2183-474E-96CF-7BF251D93573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8504" y="556239"/>
                </a:moveTo>
                <a:lnTo>
                  <a:pt x="568812" y="5281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4" name="9uvz_0_tuned_ReferenceLigand_24">
            <a:extLst>
              <a:ext uri="{FF2B5EF4-FFF2-40B4-BE49-F238E27FC236}">
                <a16:creationId xmlns:a16="http://schemas.microsoft.com/office/drawing/2014/main" id="{E32D676E-3DA9-4610-917E-EDB917E2166F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4870" y="667343"/>
                </a:moveTo>
                <a:lnTo>
                  <a:pt x="1833407" y="8170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5" name="9uvz_0_tuned_ReferenceLigand_25">
            <a:extLst>
              <a:ext uri="{FF2B5EF4-FFF2-40B4-BE49-F238E27FC236}">
                <a16:creationId xmlns:a16="http://schemas.microsoft.com/office/drawing/2014/main" id="{DEA12D6C-F1AD-4901-B55F-5B75C2DD5963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9738" y="609514"/>
                </a:moveTo>
                <a:lnTo>
                  <a:pt x="918438" y="6598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6" name="9uvz_0_tuned_ReferenceLigand_26">
            <a:extLst>
              <a:ext uri="{FF2B5EF4-FFF2-40B4-BE49-F238E27FC236}">
                <a16:creationId xmlns:a16="http://schemas.microsoft.com/office/drawing/2014/main" id="{3F90E4D1-4F8A-4721-BB9C-C78E08E6C62E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8504" y="556239"/>
                </a:moveTo>
                <a:lnTo>
                  <a:pt x="799738" y="609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7" name="9uvz_0_tuned_ReferenceLigand_27">
            <a:extLst>
              <a:ext uri="{FF2B5EF4-FFF2-40B4-BE49-F238E27FC236}">
                <a16:creationId xmlns:a16="http://schemas.microsoft.com/office/drawing/2014/main" id="{FDBD0EAD-8F90-4AE7-AE5C-BFA1990A5FB2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8438" y="659871"/>
                </a:moveTo>
                <a:lnTo>
                  <a:pt x="1044717" y="7608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8" name="9uvz_0_tuned_ReferenceLigand_28">
            <a:extLst>
              <a:ext uri="{FF2B5EF4-FFF2-40B4-BE49-F238E27FC236}">
                <a16:creationId xmlns:a16="http://schemas.microsoft.com/office/drawing/2014/main" id="{420339CB-AAF5-4C13-9E24-C5BE5648541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7098" y="391229"/>
                </a:moveTo>
                <a:lnTo>
                  <a:pt x="1810184" y="4460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9" name="9uvz_0_tuned_ReferenceLigand_29">
            <a:extLst>
              <a:ext uri="{FF2B5EF4-FFF2-40B4-BE49-F238E27FC236}">
                <a16:creationId xmlns:a16="http://schemas.microsoft.com/office/drawing/2014/main" id="{B67C3115-AFCE-4821-A16F-E2638C09065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154" y="568144"/>
                </a:moveTo>
                <a:lnTo>
                  <a:pt x="1369283" y="6577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70" name="9uvz_0_tuned_ReferenceLigand_30">
            <a:extLst>
              <a:ext uri="{FF2B5EF4-FFF2-40B4-BE49-F238E27FC236}">
                <a16:creationId xmlns:a16="http://schemas.microsoft.com/office/drawing/2014/main" id="{116C3EAD-C27E-4A52-BFEB-5B936C036971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4927" y="1039502"/>
                </a:moveTo>
                <a:lnTo>
                  <a:pt x="1781590" y="1114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71" name="9uvz_0_tuned_ReferenceLigand_31">
            <a:extLst>
              <a:ext uri="{FF2B5EF4-FFF2-40B4-BE49-F238E27FC236}">
                <a16:creationId xmlns:a16="http://schemas.microsoft.com/office/drawing/2014/main" id="{EE12DC2B-D836-4613-9A78-AED1A2D97FC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1323" y="581484"/>
                </a:moveTo>
                <a:lnTo>
                  <a:pt x="1804870" y="6673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72" name="9uvz_0_tuned_ReferenceLigand_32">
            <a:extLst>
              <a:ext uri="{FF2B5EF4-FFF2-40B4-BE49-F238E27FC236}">
                <a16:creationId xmlns:a16="http://schemas.microsoft.com/office/drawing/2014/main" id="{1BC4A1DF-E909-4DB7-81F4-790D0CFE3A86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184" y="446042"/>
                </a:moveTo>
                <a:lnTo>
                  <a:pt x="1841323" y="5814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73" name="9uvz_0_tuned_ReferenceLigand_33">
            <a:extLst>
              <a:ext uri="{FF2B5EF4-FFF2-40B4-BE49-F238E27FC236}">
                <a16:creationId xmlns:a16="http://schemas.microsoft.com/office/drawing/2014/main" id="{B55B19F4-ADD1-4B6E-8D93-E1D1CDC9D9A7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1323" y="581484"/>
                </a:moveTo>
                <a:lnTo>
                  <a:pt x="1894288" y="6166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74" name="9uvz_0_tuned_PredictedLigand_0">
            <a:extLst>
              <a:ext uri="{FF2B5EF4-FFF2-40B4-BE49-F238E27FC236}">
                <a16:creationId xmlns:a16="http://schemas.microsoft.com/office/drawing/2014/main" id="{D446A78B-13A8-4AA0-99A2-E16484B26D9A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4630" y="328922"/>
                </a:moveTo>
                <a:lnTo>
                  <a:pt x="1726585" y="2559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5" name="9uvz_0_tuned_PredictedLigand_1">
            <a:extLst>
              <a:ext uri="{FF2B5EF4-FFF2-40B4-BE49-F238E27FC236}">
                <a16:creationId xmlns:a16="http://schemas.microsoft.com/office/drawing/2014/main" id="{A9868D10-8F20-46F2-9B1E-89CEE8DBCE80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9179" y="959035"/>
                </a:moveTo>
                <a:lnTo>
                  <a:pt x="1547677" y="11045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6" name="9uvz_0_tuned_PredictedLigand_2">
            <a:extLst>
              <a:ext uri="{FF2B5EF4-FFF2-40B4-BE49-F238E27FC236}">
                <a16:creationId xmlns:a16="http://schemas.microsoft.com/office/drawing/2014/main" id="{B5A85883-5A6C-41FC-999A-EB401A5A6B2B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1570" y="534023"/>
                </a:moveTo>
                <a:lnTo>
                  <a:pt x="1249991" y="623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7" name="9uvz_0_tuned_PredictedLigand_3">
            <a:extLst>
              <a:ext uri="{FF2B5EF4-FFF2-40B4-BE49-F238E27FC236}">
                <a16:creationId xmlns:a16="http://schemas.microsoft.com/office/drawing/2014/main" id="{ABCA4700-45BA-4952-92C6-5D8E2FEBCCEF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2765" y="872299"/>
                </a:moveTo>
                <a:lnTo>
                  <a:pt x="1559179" y="959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8" name="9uvz_0_tuned_PredictedLigand_4">
            <a:extLst>
              <a:ext uri="{FF2B5EF4-FFF2-40B4-BE49-F238E27FC236}">
                <a16:creationId xmlns:a16="http://schemas.microsoft.com/office/drawing/2014/main" id="{3810C7C2-D621-4016-B4BD-CEA1D5CC1CAC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4090" y="420114"/>
                </a:moveTo>
                <a:lnTo>
                  <a:pt x="1604630" y="328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9" name="9uvz_0_tuned_PredictedLigand_5">
            <a:extLst>
              <a:ext uri="{FF2B5EF4-FFF2-40B4-BE49-F238E27FC236}">
                <a16:creationId xmlns:a16="http://schemas.microsoft.com/office/drawing/2014/main" id="{B973C180-F189-4D9B-9281-C697C00768E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6585" y="255957"/>
                </a:moveTo>
                <a:lnTo>
                  <a:pt x="1787867" y="3047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0" name="9uvz_0_tuned_PredictedLigand_6">
            <a:extLst>
              <a:ext uri="{FF2B5EF4-FFF2-40B4-BE49-F238E27FC236}">
                <a16:creationId xmlns:a16="http://schemas.microsoft.com/office/drawing/2014/main" id="{65844A61-CBB9-44B6-9F87-D80A64D9EDA3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8650" y="519204"/>
                </a:moveTo>
                <a:lnTo>
                  <a:pt x="1361570" y="5340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1" name="9uvz_0_tuned_PredictedLigand_7">
            <a:extLst>
              <a:ext uri="{FF2B5EF4-FFF2-40B4-BE49-F238E27FC236}">
                <a16:creationId xmlns:a16="http://schemas.microsoft.com/office/drawing/2014/main" id="{9904C5B9-429F-49EE-915A-086901E4F900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677" y="1104533"/>
                </a:moveTo>
                <a:lnTo>
                  <a:pt x="1630508" y="11582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2" name="9uvz_0_tuned_PredictedLigand_8">
            <a:extLst>
              <a:ext uri="{FF2B5EF4-FFF2-40B4-BE49-F238E27FC236}">
                <a16:creationId xmlns:a16="http://schemas.microsoft.com/office/drawing/2014/main" id="{2E5E3E3E-6FD2-4586-A8E5-3C86AB4E1A4E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9662" y="564740"/>
                </a:moveTo>
                <a:lnTo>
                  <a:pt x="671420" y="5449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3" name="9uvz_0_tuned_PredictedLigand_9">
            <a:extLst>
              <a:ext uri="{FF2B5EF4-FFF2-40B4-BE49-F238E27FC236}">
                <a16:creationId xmlns:a16="http://schemas.microsoft.com/office/drawing/2014/main" id="{30FBC695-51D4-43F2-A4C0-E9A283EC480F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9991" y="623501"/>
                </a:moveTo>
                <a:lnTo>
                  <a:pt x="1237603" y="707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4" name="9uvz_0_tuned_PredictedLigand_10">
            <a:extLst>
              <a:ext uri="{FF2B5EF4-FFF2-40B4-BE49-F238E27FC236}">
                <a16:creationId xmlns:a16="http://schemas.microsoft.com/office/drawing/2014/main" id="{5BCEC462-7961-4114-9009-D6CBF5C16630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8650" y="519204"/>
                </a:moveTo>
                <a:lnTo>
                  <a:pt x="1584090" y="4201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5" name="9uvz_0_tuned_PredictedLigand_11">
            <a:extLst>
              <a:ext uri="{FF2B5EF4-FFF2-40B4-BE49-F238E27FC236}">
                <a16:creationId xmlns:a16="http://schemas.microsoft.com/office/drawing/2014/main" id="{5F8C48BB-066D-4232-974E-DF340170FA08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3287" y="924573"/>
                </a:moveTo>
                <a:lnTo>
                  <a:pt x="1642765" y="8722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6" name="9uvz_0_tuned_PredictedLigand_12">
            <a:extLst>
              <a:ext uri="{FF2B5EF4-FFF2-40B4-BE49-F238E27FC236}">
                <a16:creationId xmlns:a16="http://schemas.microsoft.com/office/drawing/2014/main" id="{59B35A8C-93BB-4FE5-A350-8C06A98D5986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7670" y="402411"/>
                </a:moveTo>
                <a:lnTo>
                  <a:pt x="1584090" y="4201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7" name="9uvz_0_tuned_PredictedLigand_13">
            <a:extLst>
              <a:ext uri="{FF2B5EF4-FFF2-40B4-BE49-F238E27FC236}">
                <a16:creationId xmlns:a16="http://schemas.microsoft.com/office/drawing/2014/main" id="{51090F1B-AE30-4385-8A92-C758CAE954BA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7867" y="304743"/>
                </a:moveTo>
                <a:lnTo>
                  <a:pt x="1923564" y="266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8" name="9uvz_0_tuned_PredictedLigand_14">
            <a:extLst>
              <a:ext uri="{FF2B5EF4-FFF2-40B4-BE49-F238E27FC236}">
                <a16:creationId xmlns:a16="http://schemas.microsoft.com/office/drawing/2014/main" id="{F82F64B5-5764-490D-AE96-CE67FECD93F8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7345" y="796180"/>
                </a:moveTo>
                <a:lnTo>
                  <a:pt x="1237603" y="707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9" name="9uvz_0_tuned_PredictedLigand_15">
            <a:extLst>
              <a:ext uri="{FF2B5EF4-FFF2-40B4-BE49-F238E27FC236}">
                <a16:creationId xmlns:a16="http://schemas.microsoft.com/office/drawing/2014/main" id="{E4CCFF77-5AB3-4E06-BBDA-9CFB5E6CD8C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7867" y="304743"/>
                </a:moveTo>
                <a:lnTo>
                  <a:pt x="1697670" y="4024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0" name="9uvz_0_tuned_PredictedLigand_16">
            <a:extLst>
              <a:ext uri="{FF2B5EF4-FFF2-40B4-BE49-F238E27FC236}">
                <a16:creationId xmlns:a16="http://schemas.microsoft.com/office/drawing/2014/main" id="{363DD9D1-7EAB-4F7B-B8F2-07E14EBFD42F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0508" y="1158262"/>
                </a:moveTo>
                <a:lnTo>
                  <a:pt x="1715916" y="10703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1" name="9uvz_0_tuned_PredictedLigand_17">
            <a:extLst>
              <a:ext uri="{FF2B5EF4-FFF2-40B4-BE49-F238E27FC236}">
                <a16:creationId xmlns:a16="http://schemas.microsoft.com/office/drawing/2014/main" id="{D3E71466-63B0-4CE0-9A4A-CE01B7192207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008" y="605104"/>
                </a:moveTo>
                <a:lnTo>
                  <a:pt x="1468650" y="5192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2" name="9uvz_0_tuned_PredictedLigand_18">
            <a:extLst>
              <a:ext uri="{FF2B5EF4-FFF2-40B4-BE49-F238E27FC236}">
                <a16:creationId xmlns:a16="http://schemas.microsoft.com/office/drawing/2014/main" id="{979F48AC-B93E-4F33-BA7D-D88491435EB3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9662" y="564740"/>
                </a:moveTo>
                <a:lnTo>
                  <a:pt x="811804" y="5862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3" name="9uvz_0_tuned_PredictedLigand_19">
            <a:extLst>
              <a:ext uri="{FF2B5EF4-FFF2-40B4-BE49-F238E27FC236}">
                <a16:creationId xmlns:a16="http://schemas.microsoft.com/office/drawing/2014/main" id="{20027ACA-8C63-44F3-B63B-21762D4BF85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5916" y="1070386"/>
                </a:moveTo>
                <a:lnTo>
                  <a:pt x="1723287" y="9245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4" name="9uvz_0_tuned_PredictedLigand_20">
            <a:extLst>
              <a:ext uri="{FF2B5EF4-FFF2-40B4-BE49-F238E27FC236}">
                <a16:creationId xmlns:a16="http://schemas.microsoft.com/office/drawing/2014/main" id="{DCEDA61F-C5CF-4861-AF17-337961E5C65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8591" y="541977"/>
                </a:moveTo>
                <a:lnTo>
                  <a:pt x="679662" y="5647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5" name="9uvz_0_tuned_PredictedLigand_21">
            <a:extLst>
              <a:ext uri="{FF2B5EF4-FFF2-40B4-BE49-F238E27FC236}">
                <a16:creationId xmlns:a16="http://schemas.microsoft.com/office/drawing/2014/main" id="{D7173198-EA02-4CD2-A450-FFF4E0061906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603" y="707577"/>
                </a:moveTo>
                <a:lnTo>
                  <a:pt x="1341297" y="7007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6" name="9uvz_0_tuned_PredictedLigand_22">
            <a:extLst>
              <a:ext uri="{FF2B5EF4-FFF2-40B4-BE49-F238E27FC236}">
                <a16:creationId xmlns:a16="http://schemas.microsoft.com/office/drawing/2014/main" id="{D1C16C21-7A33-4C4B-8ED7-6A1A78D366D1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804" y="586243"/>
                </a:moveTo>
                <a:lnTo>
                  <a:pt x="864538" y="7386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7" name="9uvz_0_tuned_PredictedLigand_23">
            <a:extLst>
              <a:ext uri="{FF2B5EF4-FFF2-40B4-BE49-F238E27FC236}">
                <a16:creationId xmlns:a16="http://schemas.microsoft.com/office/drawing/2014/main" id="{AAE0B2DB-E014-4C2F-9A90-56FB033295B8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9903" y="751852"/>
                </a:moveTo>
                <a:lnTo>
                  <a:pt x="1117345" y="7961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8" name="9uvz_0_tuned_PredictedLigand_24">
            <a:extLst>
              <a:ext uri="{FF2B5EF4-FFF2-40B4-BE49-F238E27FC236}">
                <a16:creationId xmlns:a16="http://schemas.microsoft.com/office/drawing/2014/main" id="{84BCF512-32EA-4E3D-AB85-848FDD41427C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4801" y="837231"/>
                </a:moveTo>
                <a:lnTo>
                  <a:pt x="1723287" y="9245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9" name="9uvz_0_tuned_PredictedLigand_25">
            <a:extLst>
              <a:ext uri="{FF2B5EF4-FFF2-40B4-BE49-F238E27FC236}">
                <a16:creationId xmlns:a16="http://schemas.microsoft.com/office/drawing/2014/main" id="{7B074A00-EC73-4817-9CB4-9D2121A6A9B0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1297" y="700730"/>
                </a:moveTo>
                <a:lnTo>
                  <a:pt x="1451008" y="605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0" name="9uvz_0_tuned_PredictedLigand_26">
            <a:extLst>
              <a:ext uri="{FF2B5EF4-FFF2-40B4-BE49-F238E27FC236}">
                <a16:creationId xmlns:a16="http://schemas.microsoft.com/office/drawing/2014/main" id="{89E3F67F-9A67-4BC8-9EEF-B31025B97A73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7670" y="402411"/>
                </a:moveTo>
                <a:lnTo>
                  <a:pt x="1708492" y="4666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1" name="9uvz_0_tuned_PredictedLigand_27">
            <a:extLst>
              <a:ext uri="{FF2B5EF4-FFF2-40B4-BE49-F238E27FC236}">
                <a16:creationId xmlns:a16="http://schemas.microsoft.com/office/drawing/2014/main" id="{F7AD645B-32AC-454F-B2FC-2811C14951D8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4801" y="837231"/>
                </a:moveTo>
                <a:lnTo>
                  <a:pt x="1950709" y="8233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2" name="9uvz_0_tuned_PredictedLigand_28">
            <a:extLst>
              <a:ext uri="{FF2B5EF4-FFF2-40B4-BE49-F238E27FC236}">
                <a16:creationId xmlns:a16="http://schemas.microsoft.com/office/drawing/2014/main" id="{EF320129-D81D-4063-B852-FFDCEB6586C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538" y="738606"/>
                </a:moveTo>
                <a:lnTo>
                  <a:pt x="1019903" y="75185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3" name="9uvz_0_tuned_PredictedLigand_29">
            <a:extLst>
              <a:ext uri="{FF2B5EF4-FFF2-40B4-BE49-F238E27FC236}">
                <a16:creationId xmlns:a16="http://schemas.microsoft.com/office/drawing/2014/main" id="{B1471893-982B-4141-A1AB-C593DF0C8B61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5916" y="1070386"/>
                </a:moveTo>
                <a:lnTo>
                  <a:pt x="1814662" y="1136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4" name="9uvz_0_tuned_PredictedLigand_30">
            <a:extLst>
              <a:ext uri="{FF2B5EF4-FFF2-40B4-BE49-F238E27FC236}">
                <a16:creationId xmlns:a16="http://schemas.microsoft.com/office/drawing/2014/main" id="{49C821D7-A602-4FC9-80E6-04DC1C558A5B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891" y="711431"/>
                </a:moveTo>
                <a:lnTo>
                  <a:pt x="1804801" y="8372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5" name="9uvz_0_tuned_PredictedLigand_31">
            <a:extLst>
              <a:ext uri="{FF2B5EF4-FFF2-40B4-BE49-F238E27FC236}">
                <a16:creationId xmlns:a16="http://schemas.microsoft.com/office/drawing/2014/main" id="{9936B2F3-8CCF-4E51-9923-F87E3629CD3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133" y="582473"/>
                </a:moveTo>
                <a:lnTo>
                  <a:pt x="1738891" y="7114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6" name="9uvz_0_tuned_PredictedLigand_32">
            <a:extLst>
              <a:ext uri="{FF2B5EF4-FFF2-40B4-BE49-F238E27FC236}">
                <a16:creationId xmlns:a16="http://schemas.microsoft.com/office/drawing/2014/main" id="{33B987A9-FA54-4515-B7B2-E5C4CCA9E907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492" y="466617"/>
                </a:moveTo>
                <a:lnTo>
                  <a:pt x="1790133" y="582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7" name="9uvz_0_tuned_PredictedLigand_33">
            <a:extLst>
              <a:ext uri="{FF2B5EF4-FFF2-40B4-BE49-F238E27FC236}">
                <a16:creationId xmlns:a16="http://schemas.microsoft.com/office/drawing/2014/main" id="{32A19FE4-8C30-408D-AC75-C803AA477701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133" y="582473"/>
                </a:moveTo>
                <a:lnTo>
                  <a:pt x="1905277" y="5706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8" name="9uvz_0_tuned_PredictedAtoms_0">
            <a:extLst>
              <a:ext uri="{FF2B5EF4-FFF2-40B4-BE49-F238E27FC236}">
                <a16:creationId xmlns:a16="http://schemas.microsoft.com/office/drawing/2014/main" id="{4559DFA0-2DD8-4A01-9C0A-C397A561A156}"/>
              </a:ext>
            </a:extLst>
          </p:cNvPr>
          <p:cNvSpPr>
            <a:spLocks/>
          </p:cNvSpPr>
          <p:nvPr/>
        </p:nvSpPr>
        <p:spPr>
          <a:xfrm>
            <a:off x="3752798" y="84791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09" name="9uvz_0_tuned_PredictedAtoms_1">
            <a:extLst>
              <a:ext uri="{FF2B5EF4-FFF2-40B4-BE49-F238E27FC236}">
                <a16:creationId xmlns:a16="http://schemas.microsoft.com/office/drawing/2014/main" id="{2B8AFFC5-A24E-409C-A980-CABCEC4250FA}"/>
              </a:ext>
            </a:extLst>
          </p:cNvPr>
          <p:cNvSpPr>
            <a:spLocks/>
          </p:cNvSpPr>
          <p:nvPr/>
        </p:nvSpPr>
        <p:spPr>
          <a:xfrm>
            <a:off x="3863870" y="85019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10" name="9uvz_0_tuned_PredictedAtoms_2">
            <a:extLst>
              <a:ext uri="{FF2B5EF4-FFF2-40B4-BE49-F238E27FC236}">
                <a16:creationId xmlns:a16="http://schemas.microsoft.com/office/drawing/2014/main" id="{7CB77B87-C0AC-482A-9B65-698ACFBB0B4F}"/>
              </a:ext>
            </a:extLst>
          </p:cNvPr>
          <p:cNvSpPr>
            <a:spLocks/>
          </p:cNvSpPr>
          <p:nvPr/>
        </p:nvSpPr>
        <p:spPr>
          <a:xfrm>
            <a:off x="3855628" y="8482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11" name="9uvz_0_tuned_PredictedAtoms_3">
            <a:extLst>
              <a:ext uri="{FF2B5EF4-FFF2-40B4-BE49-F238E27FC236}">
                <a16:creationId xmlns:a16="http://schemas.microsoft.com/office/drawing/2014/main" id="{4AC40BE4-7A20-4464-BE29-15A6BC5A6A76}"/>
              </a:ext>
            </a:extLst>
          </p:cNvPr>
          <p:cNvSpPr>
            <a:spLocks/>
          </p:cNvSpPr>
          <p:nvPr/>
        </p:nvSpPr>
        <p:spPr>
          <a:xfrm>
            <a:off x="3996011" y="85234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12" name="9uvz_0_tuned_PredictedAtoms_4">
            <a:extLst>
              <a:ext uri="{FF2B5EF4-FFF2-40B4-BE49-F238E27FC236}">
                <a16:creationId xmlns:a16="http://schemas.microsoft.com/office/drawing/2014/main" id="{63D3CA94-4005-45FA-9FAA-AE6485DC6004}"/>
              </a:ext>
            </a:extLst>
          </p:cNvPr>
          <p:cNvSpPr>
            <a:spLocks/>
          </p:cNvSpPr>
          <p:nvPr/>
        </p:nvSpPr>
        <p:spPr>
          <a:xfrm>
            <a:off x="4048746" y="86757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13" name="9uvz_0_tuned_PredictedAtoms_5">
            <a:extLst>
              <a:ext uri="{FF2B5EF4-FFF2-40B4-BE49-F238E27FC236}">
                <a16:creationId xmlns:a16="http://schemas.microsoft.com/office/drawing/2014/main" id="{A80F9938-CD66-4282-8F5B-A4A99BB79924}"/>
              </a:ext>
            </a:extLst>
          </p:cNvPr>
          <p:cNvSpPr>
            <a:spLocks/>
          </p:cNvSpPr>
          <p:nvPr/>
        </p:nvSpPr>
        <p:spPr>
          <a:xfrm>
            <a:off x="4204110" y="86890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14" name="9uvz_0_tuned_PredictedAtoms_6">
            <a:extLst>
              <a:ext uri="{FF2B5EF4-FFF2-40B4-BE49-F238E27FC236}">
                <a16:creationId xmlns:a16="http://schemas.microsoft.com/office/drawing/2014/main" id="{90045080-F4B2-424B-B099-DEE10370C07E}"/>
              </a:ext>
            </a:extLst>
          </p:cNvPr>
          <p:cNvSpPr>
            <a:spLocks/>
          </p:cNvSpPr>
          <p:nvPr/>
        </p:nvSpPr>
        <p:spPr>
          <a:xfrm>
            <a:off x="4301553" y="87333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15" name="9uvz_0_tuned_PredictedAtoms_7">
            <a:extLst>
              <a:ext uri="{FF2B5EF4-FFF2-40B4-BE49-F238E27FC236}">
                <a16:creationId xmlns:a16="http://schemas.microsoft.com/office/drawing/2014/main" id="{8A9184F6-34B5-4F75-9746-A8BC84339AFC}"/>
              </a:ext>
            </a:extLst>
          </p:cNvPr>
          <p:cNvSpPr>
            <a:spLocks/>
          </p:cNvSpPr>
          <p:nvPr/>
        </p:nvSpPr>
        <p:spPr>
          <a:xfrm>
            <a:off x="4421811" y="86447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16" name="9uvz_0_tuned_PredictedAtoms_8">
            <a:extLst>
              <a:ext uri="{FF2B5EF4-FFF2-40B4-BE49-F238E27FC236}">
                <a16:creationId xmlns:a16="http://schemas.microsoft.com/office/drawing/2014/main" id="{3BDE632D-9974-43CB-90AA-F650DE187F8F}"/>
              </a:ext>
            </a:extLst>
          </p:cNvPr>
          <p:cNvSpPr>
            <a:spLocks/>
          </p:cNvSpPr>
          <p:nvPr/>
        </p:nvSpPr>
        <p:spPr>
          <a:xfrm>
            <a:off x="4525504" y="86379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17" name="9uvz_0_tuned_PredictedAtoms_9">
            <a:extLst>
              <a:ext uri="{FF2B5EF4-FFF2-40B4-BE49-F238E27FC236}">
                <a16:creationId xmlns:a16="http://schemas.microsoft.com/office/drawing/2014/main" id="{DFC5E570-FC8C-43B6-95A7-5AC14D0672F6}"/>
              </a:ext>
            </a:extLst>
          </p:cNvPr>
          <p:cNvSpPr>
            <a:spLocks/>
          </p:cNvSpPr>
          <p:nvPr/>
        </p:nvSpPr>
        <p:spPr>
          <a:xfrm>
            <a:off x="4635215" y="85422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18" name="9uvz_0_tuned_PredictedAtoms_10">
            <a:extLst>
              <a:ext uri="{FF2B5EF4-FFF2-40B4-BE49-F238E27FC236}">
                <a16:creationId xmlns:a16="http://schemas.microsoft.com/office/drawing/2014/main" id="{779753EF-46A3-4E36-A0BC-EC48F17C622B}"/>
              </a:ext>
            </a:extLst>
          </p:cNvPr>
          <p:cNvSpPr>
            <a:spLocks/>
          </p:cNvSpPr>
          <p:nvPr/>
        </p:nvSpPr>
        <p:spPr>
          <a:xfrm>
            <a:off x="4652857" y="84563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19" name="9uvz_0_tuned_PredictedAtoms_11">
            <a:extLst>
              <a:ext uri="{FF2B5EF4-FFF2-40B4-BE49-F238E27FC236}">
                <a16:creationId xmlns:a16="http://schemas.microsoft.com/office/drawing/2014/main" id="{EC086A4A-2796-4B86-8E11-D5EEF430CFCC}"/>
              </a:ext>
            </a:extLst>
          </p:cNvPr>
          <p:cNvSpPr>
            <a:spLocks/>
          </p:cNvSpPr>
          <p:nvPr/>
        </p:nvSpPr>
        <p:spPr>
          <a:xfrm>
            <a:off x="4768297" y="83572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20" name="9uvz_0_tuned_PredictedAtoms_12">
            <a:extLst>
              <a:ext uri="{FF2B5EF4-FFF2-40B4-BE49-F238E27FC236}">
                <a16:creationId xmlns:a16="http://schemas.microsoft.com/office/drawing/2014/main" id="{715BCE59-17E7-463E-A0E3-8E13B485F70D}"/>
              </a:ext>
            </a:extLst>
          </p:cNvPr>
          <p:cNvSpPr>
            <a:spLocks/>
          </p:cNvSpPr>
          <p:nvPr/>
        </p:nvSpPr>
        <p:spPr>
          <a:xfrm>
            <a:off x="4788838" y="82661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21" name="9uvz_0_tuned_PredictedAtoms_13">
            <a:extLst>
              <a:ext uri="{FF2B5EF4-FFF2-40B4-BE49-F238E27FC236}">
                <a16:creationId xmlns:a16="http://schemas.microsoft.com/office/drawing/2014/main" id="{BE6685BC-4931-4818-9D79-211096E7E9D4}"/>
              </a:ext>
            </a:extLst>
          </p:cNvPr>
          <p:cNvSpPr>
            <a:spLocks/>
          </p:cNvSpPr>
          <p:nvPr/>
        </p:nvSpPr>
        <p:spPr>
          <a:xfrm>
            <a:off x="4910793" y="81931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22" name="9uvz_0_tuned_PredictedAtoms_14">
            <a:extLst>
              <a:ext uri="{FF2B5EF4-FFF2-40B4-BE49-F238E27FC236}">
                <a16:creationId xmlns:a16="http://schemas.microsoft.com/office/drawing/2014/main" id="{B54C2595-4B0B-4603-A186-F787668A369C}"/>
              </a:ext>
            </a:extLst>
          </p:cNvPr>
          <p:cNvSpPr>
            <a:spLocks/>
          </p:cNvSpPr>
          <p:nvPr/>
        </p:nvSpPr>
        <p:spPr>
          <a:xfrm>
            <a:off x="4972075" y="82419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23" name="9uvz_0_tuned_PredictedAtoms_15">
            <a:extLst>
              <a:ext uri="{FF2B5EF4-FFF2-40B4-BE49-F238E27FC236}">
                <a16:creationId xmlns:a16="http://schemas.microsoft.com/office/drawing/2014/main" id="{3A66FC0D-DCE3-4877-AADF-BCD255ED7193}"/>
              </a:ext>
            </a:extLst>
          </p:cNvPr>
          <p:cNvSpPr>
            <a:spLocks/>
          </p:cNvSpPr>
          <p:nvPr/>
        </p:nvSpPr>
        <p:spPr>
          <a:xfrm>
            <a:off x="5107772" y="82034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24" name="9uvz_0_tuned_PredictedAtoms_16">
            <a:extLst>
              <a:ext uri="{FF2B5EF4-FFF2-40B4-BE49-F238E27FC236}">
                <a16:creationId xmlns:a16="http://schemas.microsoft.com/office/drawing/2014/main" id="{975B765E-6F5B-43E8-9CCF-8A0CBB8529F5}"/>
              </a:ext>
            </a:extLst>
          </p:cNvPr>
          <p:cNvSpPr>
            <a:spLocks/>
          </p:cNvSpPr>
          <p:nvPr/>
        </p:nvSpPr>
        <p:spPr>
          <a:xfrm>
            <a:off x="4881878" y="83395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25" name="9uvz_0_tuned_PredictedAtoms_17">
            <a:extLst>
              <a:ext uri="{FF2B5EF4-FFF2-40B4-BE49-F238E27FC236}">
                <a16:creationId xmlns:a16="http://schemas.microsoft.com/office/drawing/2014/main" id="{7E8F61C2-FD9C-4B62-B1AB-3F471E35C25D}"/>
              </a:ext>
            </a:extLst>
          </p:cNvPr>
          <p:cNvSpPr>
            <a:spLocks/>
          </p:cNvSpPr>
          <p:nvPr/>
        </p:nvSpPr>
        <p:spPr>
          <a:xfrm>
            <a:off x="4892699" y="84037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26" name="9uvz_0_tuned_PredictedAtoms_18">
            <a:extLst>
              <a:ext uri="{FF2B5EF4-FFF2-40B4-BE49-F238E27FC236}">
                <a16:creationId xmlns:a16="http://schemas.microsoft.com/office/drawing/2014/main" id="{68CF1EFD-E4D3-4D79-BA30-FB7174EA0443}"/>
              </a:ext>
            </a:extLst>
          </p:cNvPr>
          <p:cNvSpPr>
            <a:spLocks/>
          </p:cNvSpPr>
          <p:nvPr/>
        </p:nvSpPr>
        <p:spPr>
          <a:xfrm>
            <a:off x="4974341" y="85196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27" name="9uvz_0_tuned_PredictedAtoms_19">
            <a:extLst>
              <a:ext uri="{FF2B5EF4-FFF2-40B4-BE49-F238E27FC236}">
                <a16:creationId xmlns:a16="http://schemas.microsoft.com/office/drawing/2014/main" id="{8E524DB4-DD85-41E8-AC32-BD18C65B6620}"/>
              </a:ext>
            </a:extLst>
          </p:cNvPr>
          <p:cNvSpPr>
            <a:spLocks/>
          </p:cNvSpPr>
          <p:nvPr/>
        </p:nvSpPr>
        <p:spPr>
          <a:xfrm>
            <a:off x="5089485" y="85078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28" name="9uvz_0_tuned_PredictedAtoms_20">
            <a:extLst>
              <a:ext uri="{FF2B5EF4-FFF2-40B4-BE49-F238E27FC236}">
                <a16:creationId xmlns:a16="http://schemas.microsoft.com/office/drawing/2014/main" id="{CFE99007-FC63-4D17-9FF2-FC936B3A7815}"/>
              </a:ext>
            </a:extLst>
          </p:cNvPr>
          <p:cNvSpPr>
            <a:spLocks/>
          </p:cNvSpPr>
          <p:nvPr/>
        </p:nvSpPr>
        <p:spPr>
          <a:xfrm>
            <a:off x="4923098" y="8648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29" name="9uvz_0_tuned_PredictedAtoms_21">
            <a:extLst>
              <a:ext uri="{FF2B5EF4-FFF2-40B4-BE49-F238E27FC236}">
                <a16:creationId xmlns:a16="http://schemas.microsoft.com/office/drawing/2014/main" id="{F2454A83-3876-45BB-8FE0-8141C8466106}"/>
              </a:ext>
            </a:extLst>
          </p:cNvPr>
          <p:cNvSpPr>
            <a:spLocks/>
          </p:cNvSpPr>
          <p:nvPr/>
        </p:nvSpPr>
        <p:spPr>
          <a:xfrm>
            <a:off x="4989009" y="87744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30" name="9uvz_0_tuned_PredictedAtoms_22">
            <a:extLst>
              <a:ext uri="{FF2B5EF4-FFF2-40B4-BE49-F238E27FC236}">
                <a16:creationId xmlns:a16="http://schemas.microsoft.com/office/drawing/2014/main" id="{95354E29-543A-4539-98AB-9D30C3EF67C0}"/>
              </a:ext>
            </a:extLst>
          </p:cNvPr>
          <p:cNvSpPr>
            <a:spLocks/>
          </p:cNvSpPr>
          <p:nvPr/>
        </p:nvSpPr>
        <p:spPr>
          <a:xfrm>
            <a:off x="4907495" y="88617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31" name="9uvz_0_tuned_PredictedAtoms_23">
            <a:extLst>
              <a:ext uri="{FF2B5EF4-FFF2-40B4-BE49-F238E27FC236}">
                <a16:creationId xmlns:a16="http://schemas.microsoft.com/office/drawing/2014/main" id="{2A45D02A-97E3-46A9-BF7B-C0A0D82A80C6}"/>
              </a:ext>
            </a:extLst>
          </p:cNvPr>
          <p:cNvSpPr>
            <a:spLocks/>
          </p:cNvSpPr>
          <p:nvPr/>
        </p:nvSpPr>
        <p:spPr>
          <a:xfrm>
            <a:off x="4826973" y="88094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32" name="9uvz_0_tuned_PredictedAtoms_24">
            <a:extLst>
              <a:ext uri="{FF2B5EF4-FFF2-40B4-BE49-F238E27FC236}">
                <a16:creationId xmlns:a16="http://schemas.microsoft.com/office/drawing/2014/main" id="{42213B48-26E9-4CC4-85FF-CC5AAB2A30D2}"/>
              </a:ext>
            </a:extLst>
          </p:cNvPr>
          <p:cNvSpPr>
            <a:spLocks/>
          </p:cNvSpPr>
          <p:nvPr/>
        </p:nvSpPr>
        <p:spPr>
          <a:xfrm>
            <a:off x="4743387" y="88962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33" name="9uvz_0_tuned_PredictedAtoms_25">
            <a:extLst>
              <a:ext uri="{FF2B5EF4-FFF2-40B4-BE49-F238E27FC236}">
                <a16:creationId xmlns:a16="http://schemas.microsoft.com/office/drawing/2014/main" id="{6684A3DA-3D54-4207-BF91-3B24C79D32E0}"/>
              </a:ext>
            </a:extLst>
          </p:cNvPr>
          <p:cNvSpPr>
            <a:spLocks/>
          </p:cNvSpPr>
          <p:nvPr/>
        </p:nvSpPr>
        <p:spPr>
          <a:xfrm>
            <a:off x="4731884" y="90417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34" name="9uvz_0_tuned_PredictedAtoms_26">
            <a:extLst>
              <a:ext uri="{FF2B5EF4-FFF2-40B4-BE49-F238E27FC236}">
                <a16:creationId xmlns:a16="http://schemas.microsoft.com/office/drawing/2014/main" id="{60271E9F-A5E5-4363-B8F1-D323DFC91EA2}"/>
              </a:ext>
            </a:extLst>
          </p:cNvPr>
          <p:cNvSpPr>
            <a:spLocks/>
          </p:cNvSpPr>
          <p:nvPr/>
        </p:nvSpPr>
        <p:spPr>
          <a:xfrm>
            <a:off x="4814716" y="90954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35" name="9uvz_0_tuned_PredictedAtoms_27">
            <a:extLst>
              <a:ext uri="{FF2B5EF4-FFF2-40B4-BE49-F238E27FC236}">
                <a16:creationId xmlns:a16="http://schemas.microsoft.com/office/drawing/2014/main" id="{0AF11707-7CCA-4FB5-8D63-2557D8D501C6}"/>
              </a:ext>
            </a:extLst>
          </p:cNvPr>
          <p:cNvSpPr>
            <a:spLocks/>
          </p:cNvSpPr>
          <p:nvPr/>
        </p:nvSpPr>
        <p:spPr>
          <a:xfrm>
            <a:off x="4900123" y="90075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36" name="9uvz_0_tuned_PredictedAtoms_28">
            <a:extLst>
              <a:ext uri="{FF2B5EF4-FFF2-40B4-BE49-F238E27FC236}">
                <a16:creationId xmlns:a16="http://schemas.microsoft.com/office/drawing/2014/main" id="{E2CD019A-62DB-44DA-99CB-F582041B8600}"/>
              </a:ext>
            </a:extLst>
          </p:cNvPr>
          <p:cNvSpPr>
            <a:spLocks/>
          </p:cNvSpPr>
          <p:nvPr/>
        </p:nvSpPr>
        <p:spPr>
          <a:xfrm>
            <a:off x="4998869" y="90734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37" name="9uvz_0_tuned_PredictedAtoms_29">
            <a:extLst>
              <a:ext uri="{FF2B5EF4-FFF2-40B4-BE49-F238E27FC236}">
                <a16:creationId xmlns:a16="http://schemas.microsoft.com/office/drawing/2014/main" id="{3182BA3B-2BA1-4DA4-8A2A-D0F9F486E33D}"/>
              </a:ext>
            </a:extLst>
          </p:cNvPr>
          <p:cNvSpPr>
            <a:spLocks/>
          </p:cNvSpPr>
          <p:nvPr/>
        </p:nvSpPr>
        <p:spPr>
          <a:xfrm>
            <a:off x="5134917" y="87605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38" name="9uvz_0_tuned_PredictedAtoms_30">
            <a:extLst>
              <a:ext uri="{FF2B5EF4-FFF2-40B4-BE49-F238E27FC236}">
                <a16:creationId xmlns:a16="http://schemas.microsoft.com/office/drawing/2014/main" id="{F6EF4FD0-5352-4140-89AC-8B7CAD94B7B9}"/>
              </a:ext>
            </a:extLst>
          </p:cNvPr>
          <p:cNvSpPr>
            <a:spLocks/>
          </p:cNvSpPr>
          <p:nvPr/>
        </p:nvSpPr>
        <p:spPr>
          <a:xfrm>
            <a:off x="4545777" y="84712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39" name="9uvz_0_tuned_PredictedAtoms_31">
            <a:extLst>
              <a:ext uri="{FF2B5EF4-FFF2-40B4-BE49-F238E27FC236}">
                <a16:creationId xmlns:a16="http://schemas.microsoft.com/office/drawing/2014/main" id="{DE0E9D4B-E3BA-4F63-9079-07F081434258}"/>
              </a:ext>
            </a:extLst>
          </p:cNvPr>
          <p:cNvSpPr>
            <a:spLocks/>
          </p:cNvSpPr>
          <p:nvPr/>
        </p:nvSpPr>
        <p:spPr>
          <a:xfrm>
            <a:off x="4434198" y="85606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540" name="stage3-cases-density_45">
            <a:extLst>
              <a:ext uri="{FF2B5EF4-FFF2-40B4-BE49-F238E27FC236}">
                <a16:creationId xmlns:a16="http://schemas.microsoft.com/office/drawing/2014/main" id="{7FE3FE08-BB90-485A-8C11-D36876FDC95A}"/>
              </a:ext>
            </a:extLst>
          </p:cNvPr>
          <p:cNvSpPr>
            <a:spLocks/>
          </p:cNvSpPr>
          <p:nvPr/>
        </p:nvSpPr>
        <p:spPr>
          <a:xfrm>
            <a:off x="32004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0.61 Å   D 72%   Clash 0</a:t>
            </a:r>
          </a:p>
        </p:txBody>
      </p:sp>
      <p:sp>
        <p:nvSpPr>
          <p:cNvPr id="1541" name="9uvz_0_build_Receptor">
            <a:extLst>
              <a:ext uri="{FF2B5EF4-FFF2-40B4-BE49-F238E27FC236}">
                <a16:creationId xmlns:a16="http://schemas.microsoft.com/office/drawing/2014/main" id="{E5386C4C-68DF-4DF1-A849-C21CA73CA58D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2633" y="509029"/>
                </a:moveTo>
                <a:lnTo>
                  <a:pt x="341787" y="470920"/>
                </a:lnTo>
                <a:moveTo>
                  <a:pt x="482633" y="509029"/>
                </a:moveTo>
                <a:lnTo>
                  <a:pt x="605939" y="482462"/>
                </a:lnTo>
                <a:moveTo>
                  <a:pt x="341787" y="470920"/>
                </a:moveTo>
                <a:lnTo>
                  <a:pt x="336854" y="397516"/>
                </a:lnTo>
                <a:moveTo>
                  <a:pt x="605939" y="482462"/>
                </a:moveTo>
                <a:lnTo>
                  <a:pt x="624793" y="576739"/>
                </a:lnTo>
                <a:moveTo>
                  <a:pt x="419323" y="10987"/>
                </a:moveTo>
                <a:lnTo>
                  <a:pt x="333646" y="82060"/>
                </a:lnTo>
                <a:moveTo>
                  <a:pt x="1973222" y="233768"/>
                </a:moveTo>
                <a:lnTo>
                  <a:pt x="1827821" y="177459"/>
                </a:lnTo>
                <a:moveTo>
                  <a:pt x="2227519" y="211247"/>
                </a:moveTo>
                <a:lnTo>
                  <a:pt x="2278850" y="311491"/>
                </a:lnTo>
                <a:moveTo>
                  <a:pt x="2095624" y="147654"/>
                </a:moveTo>
                <a:lnTo>
                  <a:pt x="2227519" y="211247"/>
                </a:lnTo>
                <a:moveTo>
                  <a:pt x="1827821" y="177459"/>
                </a:moveTo>
                <a:lnTo>
                  <a:pt x="1728006" y="301669"/>
                </a:lnTo>
                <a:moveTo>
                  <a:pt x="2095624" y="147654"/>
                </a:moveTo>
                <a:lnTo>
                  <a:pt x="1973222" y="233768"/>
                </a:lnTo>
                <a:moveTo>
                  <a:pt x="624793" y="576739"/>
                </a:moveTo>
                <a:lnTo>
                  <a:pt x="751163" y="534153"/>
                </a:lnTo>
                <a:moveTo>
                  <a:pt x="1827821" y="177459"/>
                </a:moveTo>
                <a:lnTo>
                  <a:pt x="1818839" y="100992"/>
                </a:lnTo>
                <a:moveTo>
                  <a:pt x="333646" y="82060"/>
                </a:moveTo>
                <a:lnTo>
                  <a:pt x="425181" y="119004"/>
                </a:lnTo>
                <a:moveTo>
                  <a:pt x="2276843" y="1047683"/>
                </a:moveTo>
                <a:lnTo>
                  <a:pt x="2292672" y="943375"/>
                </a:lnTo>
                <a:moveTo>
                  <a:pt x="751163" y="534153"/>
                </a:moveTo>
                <a:lnTo>
                  <a:pt x="774392" y="625216"/>
                </a:lnTo>
                <a:moveTo>
                  <a:pt x="425181" y="119004"/>
                </a:moveTo>
                <a:lnTo>
                  <a:pt x="456010" y="255806"/>
                </a:lnTo>
                <a:moveTo>
                  <a:pt x="425181" y="119004"/>
                </a:moveTo>
                <a:lnTo>
                  <a:pt x="483988" y="15336"/>
                </a:lnTo>
                <a:moveTo>
                  <a:pt x="1061768" y="900536"/>
                </a:moveTo>
                <a:lnTo>
                  <a:pt x="994102" y="910681"/>
                </a:lnTo>
                <a:moveTo>
                  <a:pt x="1184239" y="1282791"/>
                </a:moveTo>
                <a:lnTo>
                  <a:pt x="1122189" y="1143480"/>
                </a:lnTo>
                <a:moveTo>
                  <a:pt x="774392" y="625216"/>
                </a:moveTo>
                <a:lnTo>
                  <a:pt x="891760" y="576848"/>
                </a:lnTo>
                <a:moveTo>
                  <a:pt x="456010" y="255806"/>
                </a:moveTo>
                <a:lnTo>
                  <a:pt x="541266" y="288666"/>
                </a:lnTo>
                <a:moveTo>
                  <a:pt x="2271169" y="1034889"/>
                </a:moveTo>
                <a:lnTo>
                  <a:pt x="2276843" y="1047683"/>
                </a:lnTo>
                <a:moveTo>
                  <a:pt x="1122189" y="1143480"/>
                </a:moveTo>
                <a:lnTo>
                  <a:pt x="1145860" y="1024142"/>
                </a:lnTo>
                <a:moveTo>
                  <a:pt x="1145860" y="1024142"/>
                </a:moveTo>
                <a:lnTo>
                  <a:pt x="1061768" y="900536"/>
                </a:lnTo>
                <a:moveTo>
                  <a:pt x="483988" y="15336"/>
                </a:moveTo>
                <a:lnTo>
                  <a:pt x="569203" y="46029"/>
                </a:lnTo>
                <a:moveTo>
                  <a:pt x="2525605" y="130769"/>
                </a:moveTo>
                <a:lnTo>
                  <a:pt x="2509509" y="197733"/>
                </a:lnTo>
                <a:moveTo>
                  <a:pt x="1061768" y="900536"/>
                </a:moveTo>
                <a:lnTo>
                  <a:pt x="1058287" y="796625"/>
                </a:lnTo>
                <a:moveTo>
                  <a:pt x="1184239" y="1282791"/>
                </a:moveTo>
                <a:lnTo>
                  <a:pt x="1140629" y="1315447"/>
                </a:lnTo>
                <a:moveTo>
                  <a:pt x="541266" y="288666"/>
                </a:moveTo>
                <a:lnTo>
                  <a:pt x="599268" y="183138"/>
                </a:lnTo>
                <a:moveTo>
                  <a:pt x="2509509" y="197733"/>
                </a:moveTo>
                <a:lnTo>
                  <a:pt x="2537826" y="354182"/>
                </a:lnTo>
                <a:moveTo>
                  <a:pt x="2271169" y="1034889"/>
                </a:moveTo>
                <a:lnTo>
                  <a:pt x="2417038" y="1057193"/>
                </a:lnTo>
                <a:moveTo>
                  <a:pt x="2170191" y="1128784"/>
                </a:moveTo>
                <a:lnTo>
                  <a:pt x="2271169" y="1034889"/>
                </a:lnTo>
                <a:moveTo>
                  <a:pt x="569203" y="46029"/>
                </a:moveTo>
                <a:lnTo>
                  <a:pt x="599268" y="183138"/>
                </a:lnTo>
                <a:moveTo>
                  <a:pt x="2509509" y="197733"/>
                </a:moveTo>
                <a:lnTo>
                  <a:pt x="2364543" y="173553"/>
                </a:lnTo>
                <a:moveTo>
                  <a:pt x="2537826" y="354182"/>
                </a:moveTo>
                <a:lnTo>
                  <a:pt x="2598088" y="411009"/>
                </a:lnTo>
                <a:moveTo>
                  <a:pt x="599268" y="183138"/>
                </a:moveTo>
                <a:lnTo>
                  <a:pt x="684766" y="211166"/>
                </a:lnTo>
                <a:moveTo>
                  <a:pt x="2417038" y="1057193"/>
                </a:moveTo>
                <a:lnTo>
                  <a:pt x="2465684" y="941524"/>
                </a:lnTo>
                <a:moveTo>
                  <a:pt x="1140629" y="1315447"/>
                </a:moveTo>
                <a:lnTo>
                  <a:pt x="1213506" y="1273164"/>
                </a:lnTo>
                <a:moveTo>
                  <a:pt x="2364543" y="173553"/>
                </a:moveTo>
                <a:lnTo>
                  <a:pt x="2343771" y="233626"/>
                </a:lnTo>
                <a:moveTo>
                  <a:pt x="2465684" y="941524"/>
                </a:moveTo>
                <a:lnTo>
                  <a:pt x="2360125" y="900181"/>
                </a:lnTo>
                <a:moveTo>
                  <a:pt x="2343771" y="233626"/>
                </a:moveTo>
                <a:lnTo>
                  <a:pt x="2300551" y="364203"/>
                </a:lnTo>
                <a:moveTo>
                  <a:pt x="2360125" y="900181"/>
                </a:moveTo>
                <a:lnTo>
                  <a:pt x="2306755" y="782202"/>
                </a:lnTo>
                <a:moveTo>
                  <a:pt x="2343771" y="233626"/>
                </a:moveTo>
                <a:lnTo>
                  <a:pt x="2356298" y="159738"/>
                </a:lnTo>
                <a:moveTo>
                  <a:pt x="2360125" y="900181"/>
                </a:moveTo>
                <a:lnTo>
                  <a:pt x="2328385" y="999418"/>
                </a:lnTo>
                <a:moveTo>
                  <a:pt x="2300551" y="364203"/>
                </a:moveTo>
                <a:lnTo>
                  <a:pt x="2288295" y="378970"/>
                </a:lnTo>
                <a:moveTo>
                  <a:pt x="230384" y="291621"/>
                </a:moveTo>
                <a:lnTo>
                  <a:pt x="370306" y="222857"/>
                </a:lnTo>
                <a:moveTo>
                  <a:pt x="2356298" y="159738"/>
                </a:moveTo>
                <a:lnTo>
                  <a:pt x="2393529" y="22604"/>
                </a:lnTo>
                <a:moveTo>
                  <a:pt x="230384" y="291621"/>
                </a:moveTo>
                <a:lnTo>
                  <a:pt x="242322" y="438292"/>
                </a:lnTo>
                <a:moveTo>
                  <a:pt x="2356298" y="159738"/>
                </a:moveTo>
                <a:lnTo>
                  <a:pt x="2320724" y="254606"/>
                </a:lnTo>
                <a:moveTo>
                  <a:pt x="154487" y="223406"/>
                </a:moveTo>
                <a:lnTo>
                  <a:pt x="230384" y="291621"/>
                </a:lnTo>
                <a:moveTo>
                  <a:pt x="2288295" y="378970"/>
                </a:moveTo>
                <a:lnTo>
                  <a:pt x="2320724" y="254606"/>
                </a:lnTo>
                <a:moveTo>
                  <a:pt x="154487" y="223406"/>
                </a:moveTo>
                <a:lnTo>
                  <a:pt x="91758" y="85368"/>
                </a:lnTo>
                <a:moveTo>
                  <a:pt x="730222" y="262017"/>
                </a:moveTo>
                <a:lnTo>
                  <a:pt x="753171" y="227827"/>
                </a:lnTo>
                <a:moveTo>
                  <a:pt x="48771" y="317035"/>
                </a:moveTo>
                <a:lnTo>
                  <a:pt x="154487" y="223406"/>
                </a:lnTo>
                <a:moveTo>
                  <a:pt x="2320724" y="254606"/>
                </a:moveTo>
                <a:lnTo>
                  <a:pt x="2322483" y="216063"/>
                </a:lnTo>
                <a:moveTo>
                  <a:pt x="730222" y="262017"/>
                </a:moveTo>
                <a:lnTo>
                  <a:pt x="628512" y="350904"/>
                </a:lnTo>
                <a:moveTo>
                  <a:pt x="446815" y="725750"/>
                </a:moveTo>
                <a:lnTo>
                  <a:pt x="481396" y="752980"/>
                </a:lnTo>
                <a:moveTo>
                  <a:pt x="2322483" y="216063"/>
                </a:moveTo>
                <a:lnTo>
                  <a:pt x="2356144" y="79680"/>
                </a:lnTo>
                <a:moveTo>
                  <a:pt x="813327" y="212762"/>
                </a:moveTo>
                <a:lnTo>
                  <a:pt x="730222" y="262017"/>
                </a:lnTo>
                <a:moveTo>
                  <a:pt x="1935299" y="143933"/>
                </a:moveTo>
                <a:lnTo>
                  <a:pt x="1930776" y="46936"/>
                </a:lnTo>
                <a:moveTo>
                  <a:pt x="322202" y="625532"/>
                </a:moveTo>
                <a:lnTo>
                  <a:pt x="187438" y="694861"/>
                </a:lnTo>
                <a:moveTo>
                  <a:pt x="187438" y="694861"/>
                </a:moveTo>
                <a:lnTo>
                  <a:pt x="86893" y="704250"/>
                </a:lnTo>
                <a:moveTo>
                  <a:pt x="322202" y="625532"/>
                </a:moveTo>
                <a:lnTo>
                  <a:pt x="446815" y="725750"/>
                </a:lnTo>
                <a:moveTo>
                  <a:pt x="1935299" y="143933"/>
                </a:moveTo>
                <a:lnTo>
                  <a:pt x="1868920" y="255400"/>
                </a:lnTo>
                <a:moveTo>
                  <a:pt x="446815" y="725750"/>
                </a:moveTo>
                <a:lnTo>
                  <a:pt x="418916" y="862166"/>
                </a:lnTo>
                <a:moveTo>
                  <a:pt x="299383" y="560127"/>
                </a:moveTo>
                <a:lnTo>
                  <a:pt x="322202" y="625532"/>
                </a:lnTo>
                <a:moveTo>
                  <a:pt x="793325" y="238484"/>
                </a:moveTo>
                <a:lnTo>
                  <a:pt x="813327" y="212762"/>
                </a:lnTo>
                <a:moveTo>
                  <a:pt x="2024840" y="122791"/>
                </a:moveTo>
                <a:lnTo>
                  <a:pt x="1935299" y="143933"/>
                </a:lnTo>
                <a:moveTo>
                  <a:pt x="911062" y="187895"/>
                </a:moveTo>
                <a:lnTo>
                  <a:pt x="793325" y="238484"/>
                </a:lnTo>
                <a:moveTo>
                  <a:pt x="2019904" y="240365"/>
                </a:moveTo>
                <a:lnTo>
                  <a:pt x="2024840" y="122791"/>
                </a:lnTo>
                <a:moveTo>
                  <a:pt x="943059" y="33450"/>
                </a:moveTo>
                <a:lnTo>
                  <a:pt x="911062" y="187895"/>
                </a:lnTo>
                <a:moveTo>
                  <a:pt x="1878213" y="264994"/>
                </a:moveTo>
                <a:lnTo>
                  <a:pt x="2019904" y="240365"/>
                </a:lnTo>
                <a:moveTo>
                  <a:pt x="1206741" y="53165"/>
                </a:moveTo>
                <a:lnTo>
                  <a:pt x="1263270" y="151737"/>
                </a:lnTo>
                <a:moveTo>
                  <a:pt x="2019904" y="240365"/>
                </a:moveTo>
                <a:lnTo>
                  <a:pt x="2112911" y="217290"/>
                </a:lnTo>
                <a:moveTo>
                  <a:pt x="2112911" y="217290"/>
                </a:moveTo>
                <a:lnTo>
                  <a:pt x="2236639" y="246034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542" name="9uvz_0_build_ExperimentalDensity">
            <a:extLst>
              <a:ext uri="{FF2B5EF4-FFF2-40B4-BE49-F238E27FC236}">
                <a16:creationId xmlns:a16="http://schemas.microsoft.com/office/drawing/2014/main" id="{6DFE35E1-E90F-4F6B-8335-5FCEA729DCE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7754" y="1054269"/>
                </a:moveTo>
                <a:lnTo>
                  <a:pt x="1568498" y="1040091"/>
                </a:lnTo>
                <a:moveTo>
                  <a:pt x="1581408" y="1042873"/>
                </a:moveTo>
                <a:lnTo>
                  <a:pt x="1568498" y="1040091"/>
                </a:lnTo>
                <a:moveTo>
                  <a:pt x="1568498" y="1040091"/>
                </a:moveTo>
                <a:lnTo>
                  <a:pt x="1453700" y="1029239"/>
                </a:lnTo>
                <a:moveTo>
                  <a:pt x="1581408" y="1042873"/>
                </a:moveTo>
                <a:lnTo>
                  <a:pt x="1577754" y="1054269"/>
                </a:lnTo>
                <a:moveTo>
                  <a:pt x="1530883" y="1154497"/>
                </a:moveTo>
                <a:lnTo>
                  <a:pt x="1568498" y="1040091"/>
                </a:lnTo>
                <a:moveTo>
                  <a:pt x="1453700" y="1029239"/>
                </a:moveTo>
                <a:lnTo>
                  <a:pt x="1428668" y="1081107"/>
                </a:lnTo>
                <a:moveTo>
                  <a:pt x="1577754" y="1054269"/>
                </a:moveTo>
                <a:lnTo>
                  <a:pt x="1530883" y="1154497"/>
                </a:lnTo>
                <a:moveTo>
                  <a:pt x="1600885" y="1051320"/>
                </a:moveTo>
                <a:lnTo>
                  <a:pt x="1577754" y="1054269"/>
                </a:lnTo>
                <a:moveTo>
                  <a:pt x="1600885" y="1051320"/>
                </a:moveTo>
                <a:lnTo>
                  <a:pt x="1581408" y="1042873"/>
                </a:lnTo>
                <a:moveTo>
                  <a:pt x="1530883" y="1154497"/>
                </a:moveTo>
                <a:lnTo>
                  <a:pt x="1453700" y="1029239"/>
                </a:lnTo>
                <a:moveTo>
                  <a:pt x="1453700" y="1029239"/>
                </a:moveTo>
                <a:lnTo>
                  <a:pt x="1457057" y="1146084"/>
                </a:lnTo>
                <a:moveTo>
                  <a:pt x="1586437" y="978645"/>
                </a:moveTo>
                <a:lnTo>
                  <a:pt x="1568498" y="1040091"/>
                </a:lnTo>
                <a:moveTo>
                  <a:pt x="1453700" y="1029239"/>
                </a:moveTo>
                <a:lnTo>
                  <a:pt x="1422614" y="1032244"/>
                </a:lnTo>
                <a:moveTo>
                  <a:pt x="1586437" y="978645"/>
                </a:moveTo>
                <a:lnTo>
                  <a:pt x="1581408" y="1042873"/>
                </a:lnTo>
                <a:moveTo>
                  <a:pt x="1586437" y="978645"/>
                </a:moveTo>
                <a:lnTo>
                  <a:pt x="1453700" y="1029239"/>
                </a:lnTo>
                <a:moveTo>
                  <a:pt x="1457057" y="1146084"/>
                </a:moveTo>
                <a:lnTo>
                  <a:pt x="1428668" y="1081107"/>
                </a:lnTo>
                <a:moveTo>
                  <a:pt x="1428668" y="1081107"/>
                </a:moveTo>
                <a:lnTo>
                  <a:pt x="1422614" y="1032244"/>
                </a:lnTo>
                <a:moveTo>
                  <a:pt x="1530883" y="1154497"/>
                </a:moveTo>
                <a:lnTo>
                  <a:pt x="1457057" y="1146084"/>
                </a:lnTo>
                <a:moveTo>
                  <a:pt x="1600885" y="1051320"/>
                </a:moveTo>
                <a:lnTo>
                  <a:pt x="1586437" y="978645"/>
                </a:lnTo>
                <a:moveTo>
                  <a:pt x="1547713" y="378765"/>
                </a:moveTo>
                <a:lnTo>
                  <a:pt x="1534100" y="378838"/>
                </a:lnTo>
                <a:moveTo>
                  <a:pt x="1658709" y="393547"/>
                </a:moveTo>
                <a:lnTo>
                  <a:pt x="1547713" y="378765"/>
                </a:lnTo>
                <a:moveTo>
                  <a:pt x="1439405" y="987593"/>
                </a:moveTo>
                <a:lnTo>
                  <a:pt x="1453700" y="1029239"/>
                </a:lnTo>
                <a:moveTo>
                  <a:pt x="1534100" y="378838"/>
                </a:moveTo>
                <a:lnTo>
                  <a:pt x="1490766" y="487967"/>
                </a:lnTo>
                <a:moveTo>
                  <a:pt x="1530883" y="1154497"/>
                </a:moveTo>
                <a:lnTo>
                  <a:pt x="1503422" y="1186541"/>
                </a:lnTo>
                <a:moveTo>
                  <a:pt x="1503422" y="1186541"/>
                </a:moveTo>
                <a:lnTo>
                  <a:pt x="1457057" y="1146084"/>
                </a:lnTo>
                <a:moveTo>
                  <a:pt x="1615067" y="487925"/>
                </a:moveTo>
                <a:lnTo>
                  <a:pt x="1547713" y="378765"/>
                </a:lnTo>
                <a:moveTo>
                  <a:pt x="1586437" y="978645"/>
                </a:moveTo>
                <a:lnTo>
                  <a:pt x="1588032" y="946482"/>
                </a:lnTo>
                <a:moveTo>
                  <a:pt x="1679944" y="292086"/>
                </a:moveTo>
                <a:lnTo>
                  <a:pt x="1547713" y="378765"/>
                </a:lnTo>
                <a:moveTo>
                  <a:pt x="1615067" y="487925"/>
                </a:moveTo>
                <a:lnTo>
                  <a:pt x="1534100" y="378838"/>
                </a:lnTo>
                <a:moveTo>
                  <a:pt x="1439405" y="987593"/>
                </a:moveTo>
                <a:lnTo>
                  <a:pt x="1422614" y="1032244"/>
                </a:lnTo>
                <a:moveTo>
                  <a:pt x="1658709" y="393547"/>
                </a:moveTo>
                <a:lnTo>
                  <a:pt x="1615067" y="487925"/>
                </a:lnTo>
                <a:moveTo>
                  <a:pt x="1654430" y="1075483"/>
                </a:moveTo>
                <a:lnTo>
                  <a:pt x="1577754" y="1054269"/>
                </a:lnTo>
                <a:moveTo>
                  <a:pt x="1586437" y="978645"/>
                </a:moveTo>
                <a:lnTo>
                  <a:pt x="1439405" y="987593"/>
                </a:lnTo>
                <a:moveTo>
                  <a:pt x="1534100" y="378838"/>
                </a:moveTo>
                <a:lnTo>
                  <a:pt x="1445301" y="487888"/>
                </a:lnTo>
                <a:moveTo>
                  <a:pt x="1679944" y="292086"/>
                </a:moveTo>
                <a:lnTo>
                  <a:pt x="1658709" y="393547"/>
                </a:lnTo>
                <a:moveTo>
                  <a:pt x="1602098" y="507283"/>
                </a:moveTo>
                <a:lnTo>
                  <a:pt x="1534100" y="378838"/>
                </a:lnTo>
                <a:moveTo>
                  <a:pt x="1490766" y="487967"/>
                </a:moveTo>
                <a:lnTo>
                  <a:pt x="1462991" y="540804"/>
                </a:lnTo>
                <a:moveTo>
                  <a:pt x="1490766" y="487967"/>
                </a:moveTo>
                <a:lnTo>
                  <a:pt x="1445301" y="487888"/>
                </a:lnTo>
                <a:moveTo>
                  <a:pt x="1573773" y="285902"/>
                </a:moveTo>
                <a:lnTo>
                  <a:pt x="1547713" y="378765"/>
                </a:lnTo>
                <a:moveTo>
                  <a:pt x="1602098" y="507283"/>
                </a:moveTo>
                <a:lnTo>
                  <a:pt x="1490766" y="487967"/>
                </a:lnTo>
                <a:moveTo>
                  <a:pt x="1588032" y="946482"/>
                </a:moveTo>
                <a:lnTo>
                  <a:pt x="1439405" y="987593"/>
                </a:lnTo>
                <a:moveTo>
                  <a:pt x="1654430" y="1075483"/>
                </a:moveTo>
                <a:lnTo>
                  <a:pt x="1530883" y="1154497"/>
                </a:lnTo>
                <a:moveTo>
                  <a:pt x="1654430" y="1075483"/>
                </a:moveTo>
                <a:lnTo>
                  <a:pt x="1600885" y="1051320"/>
                </a:lnTo>
                <a:moveTo>
                  <a:pt x="1615067" y="487925"/>
                </a:moveTo>
                <a:lnTo>
                  <a:pt x="1602098" y="507283"/>
                </a:lnTo>
                <a:moveTo>
                  <a:pt x="1654430" y="1075483"/>
                </a:moveTo>
                <a:lnTo>
                  <a:pt x="1586437" y="978645"/>
                </a:lnTo>
                <a:moveTo>
                  <a:pt x="1462991" y="540804"/>
                </a:moveTo>
                <a:lnTo>
                  <a:pt x="1445301" y="487888"/>
                </a:lnTo>
                <a:moveTo>
                  <a:pt x="1310364" y="598480"/>
                </a:moveTo>
                <a:lnTo>
                  <a:pt x="1282030" y="690634"/>
                </a:lnTo>
                <a:moveTo>
                  <a:pt x="1738019" y="300116"/>
                </a:moveTo>
                <a:lnTo>
                  <a:pt x="1679944" y="292086"/>
                </a:lnTo>
                <a:moveTo>
                  <a:pt x="1462991" y="540804"/>
                </a:moveTo>
                <a:lnTo>
                  <a:pt x="1314275" y="585353"/>
                </a:lnTo>
                <a:moveTo>
                  <a:pt x="1530883" y="1154497"/>
                </a:moveTo>
                <a:lnTo>
                  <a:pt x="1553454" y="1179505"/>
                </a:lnTo>
                <a:moveTo>
                  <a:pt x="1534100" y="378838"/>
                </a:moveTo>
                <a:lnTo>
                  <a:pt x="1445742" y="386143"/>
                </a:lnTo>
                <a:moveTo>
                  <a:pt x="1746331" y="421090"/>
                </a:moveTo>
                <a:lnTo>
                  <a:pt x="1658709" y="393547"/>
                </a:lnTo>
                <a:moveTo>
                  <a:pt x="1314275" y="585353"/>
                </a:moveTo>
                <a:lnTo>
                  <a:pt x="1310364" y="598480"/>
                </a:lnTo>
                <a:moveTo>
                  <a:pt x="1462991" y="540804"/>
                </a:moveTo>
                <a:lnTo>
                  <a:pt x="1437100" y="600681"/>
                </a:lnTo>
                <a:moveTo>
                  <a:pt x="1310364" y="598480"/>
                </a:moveTo>
                <a:lnTo>
                  <a:pt x="1307400" y="584706"/>
                </a:lnTo>
                <a:moveTo>
                  <a:pt x="1314275" y="585353"/>
                </a:moveTo>
                <a:lnTo>
                  <a:pt x="1307400" y="584706"/>
                </a:lnTo>
                <a:moveTo>
                  <a:pt x="1428668" y="1081107"/>
                </a:moveTo>
                <a:lnTo>
                  <a:pt x="1384619" y="1163700"/>
                </a:lnTo>
                <a:moveTo>
                  <a:pt x="1428668" y="1081107"/>
                </a:moveTo>
                <a:lnTo>
                  <a:pt x="1366220" y="1109877"/>
                </a:lnTo>
                <a:moveTo>
                  <a:pt x="1437100" y="600681"/>
                </a:moveTo>
                <a:lnTo>
                  <a:pt x="1314275" y="585353"/>
                </a:lnTo>
                <a:moveTo>
                  <a:pt x="1282030" y="690634"/>
                </a:moveTo>
                <a:lnTo>
                  <a:pt x="1178516" y="684651"/>
                </a:lnTo>
                <a:moveTo>
                  <a:pt x="1654430" y="1075483"/>
                </a:moveTo>
                <a:lnTo>
                  <a:pt x="1588032" y="946482"/>
                </a:lnTo>
                <a:moveTo>
                  <a:pt x="1457057" y="1146084"/>
                </a:moveTo>
                <a:lnTo>
                  <a:pt x="1384619" y="1163700"/>
                </a:lnTo>
                <a:moveTo>
                  <a:pt x="1679944" y="292086"/>
                </a:moveTo>
                <a:lnTo>
                  <a:pt x="1573773" y="285902"/>
                </a:lnTo>
                <a:moveTo>
                  <a:pt x="1314275" y="585353"/>
                </a:moveTo>
                <a:lnTo>
                  <a:pt x="1313579" y="570478"/>
                </a:lnTo>
                <a:moveTo>
                  <a:pt x="1313579" y="570478"/>
                </a:moveTo>
                <a:lnTo>
                  <a:pt x="1307400" y="584706"/>
                </a:lnTo>
                <a:moveTo>
                  <a:pt x="1776333" y="355013"/>
                </a:moveTo>
                <a:lnTo>
                  <a:pt x="1679944" y="292086"/>
                </a:lnTo>
                <a:moveTo>
                  <a:pt x="1310364" y="598480"/>
                </a:moveTo>
                <a:lnTo>
                  <a:pt x="1178516" y="684651"/>
                </a:lnTo>
                <a:moveTo>
                  <a:pt x="1794085" y="310428"/>
                </a:moveTo>
                <a:lnTo>
                  <a:pt x="1738019" y="300116"/>
                </a:lnTo>
                <a:moveTo>
                  <a:pt x="1307400" y="584706"/>
                </a:moveTo>
                <a:lnTo>
                  <a:pt x="1178516" y="684651"/>
                </a:lnTo>
                <a:moveTo>
                  <a:pt x="1588032" y="946482"/>
                </a:moveTo>
                <a:lnTo>
                  <a:pt x="1461586" y="943858"/>
                </a:lnTo>
                <a:moveTo>
                  <a:pt x="1428668" y="1081107"/>
                </a:moveTo>
                <a:lnTo>
                  <a:pt x="1359740" y="1053176"/>
                </a:lnTo>
                <a:moveTo>
                  <a:pt x="1776333" y="355013"/>
                </a:moveTo>
                <a:lnTo>
                  <a:pt x="1738019" y="300116"/>
                </a:lnTo>
                <a:moveTo>
                  <a:pt x="1282030" y="690634"/>
                </a:moveTo>
                <a:lnTo>
                  <a:pt x="1229548" y="787215"/>
                </a:lnTo>
                <a:moveTo>
                  <a:pt x="1461586" y="943858"/>
                </a:moveTo>
                <a:lnTo>
                  <a:pt x="1439405" y="987593"/>
                </a:lnTo>
                <a:moveTo>
                  <a:pt x="1445742" y="386143"/>
                </a:moveTo>
                <a:lnTo>
                  <a:pt x="1445301" y="487888"/>
                </a:lnTo>
                <a:moveTo>
                  <a:pt x="1746331" y="421090"/>
                </a:moveTo>
                <a:lnTo>
                  <a:pt x="1679944" y="292086"/>
                </a:lnTo>
                <a:moveTo>
                  <a:pt x="1422614" y="1032244"/>
                </a:moveTo>
                <a:lnTo>
                  <a:pt x="1359740" y="1053176"/>
                </a:lnTo>
                <a:moveTo>
                  <a:pt x="1384981" y="705101"/>
                </a:moveTo>
                <a:lnTo>
                  <a:pt x="1282030" y="690634"/>
                </a:lnTo>
                <a:moveTo>
                  <a:pt x="1553454" y="1179505"/>
                </a:moveTo>
                <a:lnTo>
                  <a:pt x="1503422" y="1186541"/>
                </a:lnTo>
                <a:moveTo>
                  <a:pt x="1379588" y="714730"/>
                </a:moveTo>
                <a:lnTo>
                  <a:pt x="1282030" y="690634"/>
                </a:lnTo>
                <a:moveTo>
                  <a:pt x="1794085" y="310428"/>
                </a:moveTo>
                <a:lnTo>
                  <a:pt x="1776333" y="355013"/>
                </a:lnTo>
                <a:moveTo>
                  <a:pt x="1384981" y="705101"/>
                </a:moveTo>
                <a:lnTo>
                  <a:pt x="1310364" y="598480"/>
                </a:lnTo>
                <a:moveTo>
                  <a:pt x="1591743" y="1173816"/>
                </a:moveTo>
                <a:lnTo>
                  <a:pt x="1530883" y="1154497"/>
                </a:lnTo>
                <a:moveTo>
                  <a:pt x="1384981" y="705101"/>
                </a:moveTo>
                <a:lnTo>
                  <a:pt x="1314275" y="585353"/>
                </a:lnTo>
                <a:moveTo>
                  <a:pt x="1545620" y="577652"/>
                </a:moveTo>
                <a:lnTo>
                  <a:pt x="1490766" y="487967"/>
                </a:lnTo>
                <a:moveTo>
                  <a:pt x="1701669" y="490170"/>
                </a:moveTo>
                <a:lnTo>
                  <a:pt x="1658709" y="393547"/>
                </a:lnTo>
                <a:moveTo>
                  <a:pt x="1437100" y="600681"/>
                </a:moveTo>
                <a:lnTo>
                  <a:pt x="1384981" y="705101"/>
                </a:lnTo>
                <a:moveTo>
                  <a:pt x="1503422" y="1186541"/>
                </a:moveTo>
                <a:lnTo>
                  <a:pt x="1384619" y="1163700"/>
                </a:lnTo>
                <a:moveTo>
                  <a:pt x="1671734" y="975386"/>
                </a:moveTo>
                <a:lnTo>
                  <a:pt x="1588032" y="946482"/>
                </a:lnTo>
                <a:moveTo>
                  <a:pt x="1229548" y="787215"/>
                </a:moveTo>
                <a:lnTo>
                  <a:pt x="1178516" y="684651"/>
                </a:lnTo>
                <a:moveTo>
                  <a:pt x="1776333" y="355013"/>
                </a:moveTo>
                <a:lnTo>
                  <a:pt x="1746331" y="421090"/>
                </a:lnTo>
                <a:moveTo>
                  <a:pt x="1375997" y="1024732"/>
                </a:moveTo>
                <a:lnTo>
                  <a:pt x="1422614" y="1032244"/>
                </a:lnTo>
                <a:moveTo>
                  <a:pt x="1805488" y="212378"/>
                </a:moveTo>
                <a:lnTo>
                  <a:pt x="1738019" y="300116"/>
                </a:lnTo>
                <a:moveTo>
                  <a:pt x="1545620" y="577652"/>
                </a:moveTo>
                <a:lnTo>
                  <a:pt x="1462991" y="540804"/>
                </a:lnTo>
                <a:moveTo>
                  <a:pt x="1462991" y="540804"/>
                </a:moveTo>
                <a:lnTo>
                  <a:pt x="1340510" y="494288"/>
                </a:lnTo>
                <a:moveTo>
                  <a:pt x="1445301" y="487888"/>
                </a:moveTo>
                <a:lnTo>
                  <a:pt x="1340510" y="494288"/>
                </a:lnTo>
                <a:moveTo>
                  <a:pt x="1307400" y="584706"/>
                </a:moveTo>
                <a:lnTo>
                  <a:pt x="1190373" y="586864"/>
                </a:lnTo>
                <a:moveTo>
                  <a:pt x="1547713" y="378765"/>
                </a:moveTo>
                <a:lnTo>
                  <a:pt x="1489828" y="307075"/>
                </a:lnTo>
                <a:moveTo>
                  <a:pt x="1701669" y="490170"/>
                </a:moveTo>
                <a:lnTo>
                  <a:pt x="1615067" y="487925"/>
                </a:lnTo>
                <a:moveTo>
                  <a:pt x="1772536" y="210185"/>
                </a:moveTo>
                <a:lnTo>
                  <a:pt x="1738019" y="300116"/>
                </a:lnTo>
                <a:moveTo>
                  <a:pt x="1602098" y="507283"/>
                </a:moveTo>
                <a:lnTo>
                  <a:pt x="1545620" y="577652"/>
                </a:lnTo>
                <a:moveTo>
                  <a:pt x="1340510" y="494288"/>
                </a:moveTo>
                <a:lnTo>
                  <a:pt x="1314275" y="585353"/>
                </a:lnTo>
                <a:moveTo>
                  <a:pt x="1489828" y="307075"/>
                </a:moveTo>
                <a:lnTo>
                  <a:pt x="1534100" y="378838"/>
                </a:lnTo>
                <a:moveTo>
                  <a:pt x="1547713" y="378765"/>
                </a:moveTo>
                <a:lnTo>
                  <a:pt x="1494602" y="301185"/>
                </a:lnTo>
                <a:moveTo>
                  <a:pt x="1545620" y="577652"/>
                </a:moveTo>
                <a:lnTo>
                  <a:pt x="1437100" y="600681"/>
                </a:lnTo>
                <a:moveTo>
                  <a:pt x="1805488" y="212378"/>
                </a:moveTo>
                <a:lnTo>
                  <a:pt x="1794085" y="310428"/>
                </a:lnTo>
                <a:moveTo>
                  <a:pt x="1190373" y="586864"/>
                </a:moveTo>
                <a:lnTo>
                  <a:pt x="1178516" y="684651"/>
                </a:lnTo>
                <a:moveTo>
                  <a:pt x="1701669" y="490170"/>
                </a:moveTo>
                <a:lnTo>
                  <a:pt x="1602098" y="507283"/>
                </a:lnTo>
                <a:moveTo>
                  <a:pt x="1340510" y="494288"/>
                </a:moveTo>
                <a:lnTo>
                  <a:pt x="1313579" y="570478"/>
                </a:lnTo>
                <a:moveTo>
                  <a:pt x="1384981" y="705101"/>
                </a:moveTo>
                <a:lnTo>
                  <a:pt x="1379588" y="714730"/>
                </a:lnTo>
                <a:moveTo>
                  <a:pt x="1671734" y="975386"/>
                </a:moveTo>
                <a:lnTo>
                  <a:pt x="1654430" y="1075483"/>
                </a:lnTo>
                <a:moveTo>
                  <a:pt x="1503422" y="1186541"/>
                </a:moveTo>
                <a:lnTo>
                  <a:pt x="1441561" y="1210201"/>
                </a:lnTo>
                <a:moveTo>
                  <a:pt x="1229548" y="787215"/>
                </a:moveTo>
                <a:lnTo>
                  <a:pt x="1207848" y="810468"/>
                </a:lnTo>
                <a:moveTo>
                  <a:pt x="1439405" y="987593"/>
                </a:moveTo>
                <a:lnTo>
                  <a:pt x="1375997" y="1024732"/>
                </a:lnTo>
                <a:moveTo>
                  <a:pt x="1445742" y="386143"/>
                </a:moveTo>
                <a:lnTo>
                  <a:pt x="1340510" y="494288"/>
                </a:lnTo>
                <a:moveTo>
                  <a:pt x="1643428" y="240926"/>
                </a:moveTo>
                <a:lnTo>
                  <a:pt x="1679944" y="292086"/>
                </a:lnTo>
                <a:moveTo>
                  <a:pt x="1178516" y="684651"/>
                </a:moveTo>
                <a:lnTo>
                  <a:pt x="1113915" y="806883"/>
                </a:lnTo>
                <a:moveTo>
                  <a:pt x="1313990" y="808278"/>
                </a:moveTo>
                <a:lnTo>
                  <a:pt x="1282030" y="690634"/>
                </a:lnTo>
                <a:moveTo>
                  <a:pt x="1738019" y="300116"/>
                </a:moveTo>
                <a:lnTo>
                  <a:pt x="1643428" y="240926"/>
                </a:lnTo>
                <a:moveTo>
                  <a:pt x="1535774" y="904784"/>
                </a:moveTo>
                <a:lnTo>
                  <a:pt x="1588032" y="946482"/>
                </a:lnTo>
                <a:moveTo>
                  <a:pt x="1654430" y="1075483"/>
                </a:moveTo>
                <a:lnTo>
                  <a:pt x="1591743" y="1173816"/>
                </a:lnTo>
                <a:moveTo>
                  <a:pt x="1746331" y="421090"/>
                </a:moveTo>
                <a:lnTo>
                  <a:pt x="1701669" y="490170"/>
                </a:lnTo>
                <a:moveTo>
                  <a:pt x="1384619" y="1163700"/>
                </a:moveTo>
                <a:lnTo>
                  <a:pt x="1366220" y="1109877"/>
                </a:lnTo>
                <a:moveTo>
                  <a:pt x="1872603" y="341130"/>
                </a:moveTo>
                <a:lnTo>
                  <a:pt x="1794085" y="310428"/>
                </a:lnTo>
                <a:moveTo>
                  <a:pt x="1229548" y="787215"/>
                </a:moveTo>
                <a:lnTo>
                  <a:pt x="1113915" y="806883"/>
                </a:lnTo>
                <a:moveTo>
                  <a:pt x="1502707" y="635864"/>
                </a:moveTo>
                <a:lnTo>
                  <a:pt x="1437100" y="600681"/>
                </a:lnTo>
                <a:moveTo>
                  <a:pt x="1862495" y="361092"/>
                </a:moveTo>
                <a:lnTo>
                  <a:pt x="1794085" y="310428"/>
                </a:lnTo>
                <a:moveTo>
                  <a:pt x="1643428" y="240926"/>
                </a:moveTo>
                <a:lnTo>
                  <a:pt x="1573773" y="285902"/>
                </a:lnTo>
                <a:moveTo>
                  <a:pt x="1591743" y="1173816"/>
                </a:moveTo>
                <a:lnTo>
                  <a:pt x="1553454" y="1179505"/>
                </a:lnTo>
                <a:moveTo>
                  <a:pt x="1862495" y="361092"/>
                </a:moveTo>
                <a:lnTo>
                  <a:pt x="1776333" y="355013"/>
                </a:lnTo>
                <a:moveTo>
                  <a:pt x="1366220" y="1109877"/>
                </a:moveTo>
                <a:lnTo>
                  <a:pt x="1359740" y="1053176"/>
                </a:lnTo>
                <a:moveTo>
                  <a:pt x="1178516" y="684651"/>
                </a:moveTo>
                <a:lnTo>
                  <a:pt x="1101599" y="700714"/>
                </a:lnTo>
                <a:moveTo>
                  <a:pt x="1461586" y="943858"/>
                </a:moveTo>
                <a:lnTo>
                  <a:pt x="1375997" y="1024732"/>
                </a:lnTo>
                <a:moveTo>
                  <a:pt x="1805488" y="212378"/>
                </a:moveTo>
                <a:lnTo>
                  <a:pt x="1772536" y="210185"/>
                </a:lnTo>
                <a:moveTo>
                  <a:pt x="1573773" y="285902"/>
                </a:moveTo>
                <a:lnTo>
                  <a:pt x="1494602" y="301185"/>
                </a:lnTo>
                <a:moveTo>
                  <a:pt x="1897640" y="238350"/>
                </a:moveTo>
                <a:lnTo>
                  <a:pt x="1794085" y="310428"/>
                </a:lnTo>
                <a:moveTo>
                  <a:pt x="1489828" y="307075"/>
                </a:moveTo>
                <a:lnTo>
                  <a:pt x="1445742" y="386143"/>
                </a:lnTo>
                <a:moveTo>
                  <a:pt x="1862495" y="361092"/>
                </a:moveTo>
                <a:lnTo>
                  <a:pt x="1746331" y="421090"/>
                </a:lnTo>
                <a:moveTo>
                  <a:pt x="1313990" y="808278"/>
                </a:moveTo>
                <a:lnTo>
                  <a:pt x="1229548" y="787215"/>
                </a:lnTo>
                <a:moveTo>
                  <a:pt x="1655465" y="886939"/>
                </a:moveTo>
                <a:lnTo>
                  <a:pt x="1588032" y="946482"/>
                </a:lnTo>
                <a:moveTo>
                  <a:pt x="1207848" y="810468"/>
                </a:moveTo>
                <a:lnTo>
                  <a:pt x="1113915" y="806883"/>
                </a:lnTo>
                <a:moveTo>
                  <a:pt x="1475082" y="676883"/>
                </a:moveTo>
                <a:lnTo>
                  <a:pt x="1437100" y="600681"/>
                </a:lnTo>
                <a:moveTo>
                  <a:pt x="1379588" y="714730"/>
                </a:moveTo>
                <a:lnTo>
                  <a:pt x="1313990" y="808278"/>
                </a:lnTo>
                <a:moveTo>
                  <a:pt x="1738019" y="300116"/>
                </a:moveTo>
                <a:lnTo>
                  <a:pt x="1683291" y="221975"/>
                </a:lnTo>
                <a:moveTo>
                  <a:pt x="1535774" y="904784"/>
                </a:moveTo>
                <a:lnTo>
                  <a:pt x="1461586" y="943858"/>
                </a:lnTo>
                <a:moveTo>
                  <a:pt x="1441561" y="1210201"/>
                </a:moveTo>
                <a:lnTo>
                  <a:pt x="1384619" y="1163700"/>
                </a:lnTo>
                <a:moveTo>
                  <a:pt x="1264680" y="508470"/>
                </a:moveTo>
                <a:lnTo>
                  <a:pt x="1307400" y="584706"/>
                </a:lnTo>
                <a:moveTo>
                  <a:pt x="1795506" y="188034"/>
                </a:moveTo>
                <a:lnTo>
                  <a:pt x="1805488" y="212378"/>
                </a:lnTo>
                <a:moveTo>
                  <a:pt x="1307400" y="584706"/>
                </a:moveTo>
                <a:lnTo>
                  <a:pt x="1260076" y="509132"/>
                </a:lnTo>
                <a:moveTo>
                  <a:pt x="1638434" y="552623"/>
                </a:moveTo>
                <a:lnTo>
                  <a:pt x="1602098" y="507283"/>
                </a:lnTo>
                <a:moveTo>
                  <a:pt x="1795506" y="188034"/>
                </a:moveTo>
                <a:lnTo>
                  <a:pt x="1772536" y="210185"/>
                </a:lnTo>
                <a:moveTo>
                  <a:pt x="1375997" y="1024732"/>
                </a:moveTo>
                <a:lnTo>
                  <a:pt x="1359740" y="1053176"/>
                </a:lnTo>
                <a:moveTo>
                  <a:pt x="1634948" y="556160"/>
                </a:moveTo>
                <a:lnTo>
                  <a:pt x="1602098" y="507283"/>
                </a:lnTo>
                <a:moveTo>
                  <a:pt x="1366220" y="1109877"/>
                </a:moveTo>
                <a:lnTo>
                  <a:pt x="1354937" y="1063510"/>
                </a:lnTo>
                <a:moveTo>
                  <a:pt x="1313579" y="570478"/>
                </a:moveTo>
                <a:lnTo>
                  <a:pt x="1264680" y="508470"/>
                </a:lnTo>
                <a:moveTo>
                  <a:pt x="1713196" y="1113039"/>
                </a:moveTo>
                <a:lnTo>
                  <a:pt x="1654430" y="1075483"/>
                </a:lnTo>
                <a:moveTo>
                  <a:pt x="1528000" y="1213872"/>
                </a:moveTo>
                <a:lnTo>
                  <a:pt x="1503422" y="1186541"/>
                </a:lnTo>
                <a:moveTo>
                  <a:pt x="1190373" y="586864"/>
                </a:moveTo>
                <a:lnTo>
                  <a:pt x="1101599" y="700714"/>
                </a:lnTo>
                <a:moveTo>
                  <a:pt x="1207848" y="810468"/>
                </a:moveTo>
                <a:lnTo>
                  <a:pt x="1162086" y="859653"/>
                </a:lnTo>
                <a:moveTo>
                  <a:pt x="1475082" y="676883"/>
                </a:moveTo>
                <a:lnTo>
                  <a:pt x="1384981" y="705101"/>
                </a:lnTo>
                <a:moveTo>
                  <a:pt x="1745109" y="1007873"/>
                </a:moveTo>
                <a:lnTo>
                  <a:pt x="1654430" y="1075483"/>
                </a:lnTo>
                <a:moveTo>
                  <a:pt x="1545620" y="577652"/>
                </a:moveTo>
                <a:lnTo>
                  <a:pt x="1502707" y="635864"/>
                </a:lnTo>
                <a:moveTo>
                  <a:pt x="1354937" y="1063510"/>
                </a:moveTo>
                <a:lnTo>
                  <a:pt x="1359740" y="1053176"/>
                </a:lnTo>
                <a:moveTo>
                  <a:pt x="1897640" y="238350"/>
                </a:moveTo>
                <a:lnTo>
                  <a:pt x="1805488" y="212378"/>
                </a:lnTo>
                <a:moveTo>
                  <a:pt x="1445742" y="386143"/>
                </a:moveTo>
                <a:lnTo>
                  <a:pt x="1393113" y="410627"/>
                </a:lnTo>
                <a:moveTo>
                  <a:pt x="1461586" y="943858"/>
                </a:moveTo>
                <a:lnTo>
                  <a:pt x="1415043" y="970452"/>
                </a:lnTo>
                <a:moveTo>
                  <a:pt x="1101599" y="700714"/>
                </a:moveTo>
                <a:lnTo>
                  <a:pt x="1113915" y="806883"/>
                </a:lnTo>
                <a:moveTo>
                  <a:pt x="1162086" y="859653"/>
                </a:moveTo>
                <a:lnTo>
                  <a:pt x="1113915" y="806883"/>
                </a:lnTo>
                <a:moveTo>
                  <a:pt x="1872603" y="341130"/>
                </a:moveTo>
                <a:lnTo>
                  <a:pt x="1862495" y="361092"/>
                </a:lnTo>
                <a:moveTo>
                  <a:pt x="1795082" y="462122"/>
                </a:moveTo>
                <a:lnTo>
                  <a:pt x="1746331" y="421090"/>
                </a:lnTo>
                <a:moveTo>
                  <a:pt x="1681276" y="1150544"/>
                </a:moveTo>
                <a:lnTo>
                  <a:pt x="1654430" y="1075483"/>
                </a:lnTo>
                <a:moveTo>
                  <a:pt x="1375997" y="1024732"/>
                </a:moveTo>
                <a:lnTo>
                  <a:pt x="1354937" y="1063510"/>
                </a:lnTo>
                <a:moveTo>
                  <a:pt x="1791150" y="467350"/>
                </a:moveTo>
                <a:lnTo>
                  <a:pt x="1746331" y="421090"/>
                </a:lnTo>
                <a:moveTo>
                  <a:pt x="1745109" y="1007873"/>
                </a:moveTo>
                <a:lnTo>
                  <a:pt x="1671734" y="975386"/>
                </a:lnTo>
                <a:moveTo>
                  <a:pt x="1655465" y="886939"/>
                </a:moveTo>
                <a:lnTo>
                  <a:pt x="1671734" y="975386"/>
                </a:lnTo>
                <a:moveTo>
                  <a:pt x="1494602" y="301185"/>
                </a:moveTo>
                <a:lnTo>
                  <a:pt x="1489828" y="307075"/>
                </a:lnTo>
                <a:moveTo>
                  <a:pt x="1393113" y="410627"/>
                </a:moveTo>
                <a:lnTo>
                  <a:pt x="1340510" y="494288"/>
                </a:lnTo>
                <a:moveTo>
                  <a:pt x="1897640" y="238350"/>
                </a:moveTo>
                <a:lnTo>
                  <a:pt x="1795506" y="188034"/>
                </a:lnTo>
                <a:moveTo>
                  <a:pt x="1897640" y="238350"/>
                </a:moveTo>
                <a:lnTo>
                  <a:pt x="1872603" y="341130"/>
                </a:lnTo>
                <a:moveTo>
                  <a:pt x="1772536" y="210185"/>
                </a:moveTo>
                <a:lnTo>
                  <a:pt x="1683291" y="221975"/>
                </a:lnTo>
                <a:moveTo>
                  <a:pt x="1260076" y="509132"/>
                </a:moveTo>
                <a:lnTo>
                  <a:pt x="1190373" y="586864"/>
                </a:lnTo>
                <a:moveTo>
                  <a:pt x="1340510" y="494288"/>
                </a:moveTo>
                <a:lnTo>
                  <a:pt x="1264680" y="508470"/>
                </a:lnTo>
                <a:moveTo>
                  <a:pt x="1529525" y="1212917"/>
                </a:moveTo>
                <a:lnTo>
                  <a:pt x="1553454" y="1179505"/>
                </a:lnTo>
                <a:moveTo>
                  <a:pt x="1528000" y="1213872"/>
                </a:moveTo>
                <a:lnTo>
                  <a:pt x="1553454" y="1179505"/>
                </a:lnTo>
                <a:moveTo>
                  <a:pt x="1423430" y="370249"/>
                </a:moveTo>
                <a:lnTo>
                  <a:pt x="1445742" y="386143"/>
                </a:lnTo>
                <a:moveTo>
                  <a:pt x="1634948" y="556160"/>
                </a:moveTo>
                <a:lnTo>
                  <a:pt x="1545620" y="577652"/>
                </a:lnTo>
                <a:moveTo>
                  <a:pt x="1581604" y="264264"/>
                </a:moveTo>
                <a:lnTo>
                  <a:pt x="1573773" y="285902"/>
                </a:lnTo>
                <a:moveTo>
                  <a:pt x="1872603" y="341130"/>
                </a:moveTo>
                <a:lnTo>
                  <a:pt x="1887438" y="351921"/>
                </a:lnTo>
                <a:moveTo>
                  <a:pt x="1701669" y="490170"/>
                </a:moveTo>
                <a:lnTo>
                  <a:pt x="1638434" y="552623"/>
                </a:lnTo>
                <a:moveTo>
                  <a:pt x="1190373" y="586864"/>
                </a:moveTo>
                <a:lnTo>
                  <a:pt x="1134573" y="610249"/>
                </a:lnTo>
                <a:moveTo>
                  <a:pt x="1887438" y="351921"/>
                </a:moveTo>
                <a:lnTo>
                  <a:pt x="1862495" y="361092"/>
                </a:lnTo>
                <a:moveTo>
                  <a:pt x="1250513" y="846013"/>
                </a:moveTo>
                <a:lnTo>
                  <a:pt x="1229548" y="787215"/>
                </a:lnTo>
                <a:moveTo>
                  <a:pt x="1207848" y="810468"/>
                </a:moveTo>
                <a:lnTo>
                  <a:pt x="1230952" y="847460"/>
                </a:lnTo>
                <a:moveTo>
                  <a:pt x="1415043" y="970452"/>
                </a:moveTo>
                <a:lnTo>
                  <a:pt x="1375997" y="1024732"/>
                </a:lnTo>
                <a:moveTo>
                  <a:pt x="1791150" y="467350"/>
                </a:moveTo>
                <a:lnTo>
                  <a:pt x="1701669" y="490170"/>
                </a:lnTo>
                <a:moveTo>
                  <a:pt x="1502707" y="635864"/>
                </a:moveTo>
                <a:lnTo>
                  <a:pt x="1475082" y="676883"/>
                </a:lnTo>
                <a:moveTo>
                  <a:pt x="1472205" y="943317"/>
                </a:moveTo>
                <a:lnTo>
                  <a:pt x="1461586" y="943858"/>
                </a:lnTo>
                <a:moveTo>
                  <a:pt x="1379588" y="714730"/>
                </a:moveTo>
                <a:lnTo>
                  <a:pt x="1399240" y="761177"/>
                </a:lnTo>
                <a:moveTo>
                  <a:pt x="1683291" y="221975"/>
                </a:moveTo>
                <a:lnTo>
                  <a:pt x="1643428" y="240926"/>
                </a:lnTo>
                <a:moveTo>
                  <a:pt x="1406803" y="756435"/>
                </a:moveTo>
                <a:lnTo>
                  <a:pt x="1384981" y="705101"/>
                </a:lnTo>
                <a:moveTo>
                  <a:pt x="1406803" y="756435"/>
                </a:moveTo>
                <a:lnTo>
                  <a:pt x="1379588" y="714730"/>
                </a:lnTo>
                <a:moveTo>
                  <a:pt x="1591743" y="1173816"/>
                </a:moveTo>
                <a:lnTo>
                  <a:pt x="1529525" y="1212917"/>
                </a:lnTo>
                <a:moveTo>
                  <a:pt x="1681276" y="1150544"/>
                </a:moveTo>
                <a:lnTo>
                  <a:pt x="1591743" y="1173816"/>
                </a:lnTo>
                <a:moveTo>
                  <a:pt x="1250513" y="846013"/>
                </a:moveTo>
                <a:lnTo>
                  <a:pt x="1207848" y="810468"/>
                </a:lnTo>
                <a:moveTo>
                  <a:pt x="1862495" y="361092"/>
                </a:moveTo>
                <a:lnTo>
                  <a:pt x="1795082" y="462122"/>
                </a:lnTo>
                <a:moveTo>
                  <a:pt x="1655465" y="886939"/>
                </a:moveTo>
                <a:lnTo>
                  <a:pt x="1535774" y="904784"/>
                </a:lnTo>
                <a:moveTo>
                  <a:pt x="1113915" y="806883"/>
                </a:moveTo>
                <a:lnTo>
                  <a:pt x="1045900" y="826033"/>
                </a:lnTo>
                <a:moveTo>
                  <a:pt x="1734545" y="203856"/>
                </a:moveTo>
                <a:lnTo>
                  <a:pt x="1772536" y="210185"/>
                </a:lnTo>
                <a:moveTo>
                  <a:pt x="1881319" y="197154"/>
                </a:moveTo>
                <a:lnTo>
                  <a:pt x="1795506" y="188034"/>
                </a:lnTo>
                <a:moveTo>
                  <a:pt x="1528000" y="1213872"/>
                </a:moveTo>
                <a:lnTo>
                  <a:pt x="1441561" y="1210201"/>
                </a:lnTo>
                <a:moveTo>
                  <a:pt x="1525384" y="1214354"/>
                </a:moveTo>
                <a:lnTo>
                  <a:pt x="1441561" y="1210201"/>
                </a:lnTo>
                <a:moveTo>
                  <a:pt x="690746" y="664015"/>
                </a:moveTo>
                <a:lnTo>
                  <a:pt x="575029" y="646344"/>
                </a:lnTo>
                <a:moveTo>
                  <a:pt x="1134573" y="610249"/>
                </a:moveTo>
                <a:lnTo>
                  <a:pt x="1101599" y="700714"/>
                </a:lnTo>
                <a:moveTo>
                  <a:pt x="1384619" y="1163700"/>
                </a:moveTo>
                <a:lnTo>
                  <a:pt x="1364085" y="1097414"/>
                </a:lnTo>
                <a:moveTo>
                  <a:pt x="1366220" y="1109877"/>
                </a:moveTo>
                <a:lnTo>
                  <a:pt x="1364085" y="1097414"/>
                </a:lnTo>
                <a:moveTo>
                  <a:pt x="1502707" y="635864"/>
                </a:moveTo>
                <a:lnTo>
                  <a:pt x="1511289" y="655396"/>
                </a:lnTo>
                <a:moveTo>
                  <a:pt x="1745109" y="1007873"/>
                </a:moveTo>
                <a:lnTo>
                  <a:pt x="1713196" y="1113039"/>
                </a:lnTo>
                <a:moveTo>
                  <a:pt x="1586121" y="885137"/>
                </a:moveTo>
                <a:lnTo>
                  <a:pt x="1535774" y="904784"/>
                </a:lnTo>
                <a:moveTo>
                  <a:pt x="1489828" y="307075"/>
                </a:moveTo>
                <a:lnTo>
                  <a:pt x="1423430" y="370249"/>
                </a:lnTo>
                <a:moveTo>
                  <a:pt x="1101599" y="700714"/>
                </a:moveTo>
                <a:lnTo>
                  <a:pt x="1045900" y="826033"/>
                </a:lnTo>
                <a:moveTo>
                  <a:pt x="1881319" y="197154"/>
                </a:moveTo>
                <a:lnTo>
                  <a:pt x="1897640" y="238350"/>
                </a:lnTo>
                <a:moveTo>
                  <a:pt x="1393113" y="410627"/>
                </a:moveTo>
                <a:lnTo>
                  <a:pt x="1264680" y="508470"/>
                </a:lnTo>
                <a:moveTo>
                  <a:pt x="1162086" y="859653"/>
                </a:moveTo>
                <a:lnTo>
                  <a:pt x="1045900" y="826033"/>
                </a:lnTo>
                <a:moveTo>
                  <a:pt x="1494602" y="301185"/>
                </a:moveTo>
                <a:lnTo>
                  <a:pt x="1423430" y="370249"/>
                </a:lnTo>
                <a:moveTo>
                  <a:pt x="1230952" y="847460"/>
                </a:moveTo>
                <a:lnTo>
                  <a:pt x="1162086" y="859653"/>
                </a:lnTo>
                <a:moveTo>
                  <a:pt x="1745109" y="1007873"/>
                </a:moveTo>
                <a:lnTo>
                  <a:pt x="1655465" y="886939"/>
                </a:lnTo>
                <a:moveTo>
                  <a:pt x="1932013" y="265477"/>
                </a:moveTo>
                <a:lnTo>
                  <a:pt x="1872603" y="341130"/>
                </a:lnTo>
                <a:moveTo>
                  <a:pt x="1795506" y="188034"/>
                </a:moveTo>
                <a:lnTo>
                  <a:pt x="1734545" y="203856"/>
                </a:lnTo>
                <a:moveTo>
                  <a:pt x="1264680" y="508470"/>
                </a:moveTo>
                <a:lnTo>
                  <a:pt x="1260076" y="509132"/>
                </a:lnTo>
                <a:moveTo>
                  <a:pt x="1567451" y="628902"/>
                </a:moveTo>
                <a:lnTo>
                  <a:pt x="1545620" y="577652"/>
                </a:lnTo>
                <a:moveTo>
                  <a:pt x="1264680" y="508470"/>
                </a:moveTo>
                <a:lnTo>
                  <a:pt x="1261597" y="508095"/>
                </a:lnTo>
                <a:moveTo>
                  <a:pt x="1643428" y="240926"/>
                </a:moveTo>
                <a:lnTo>
                  <a:pt x="1581604" y="264264"/>
                </a:lnTo>
                <a:moveTo>
                  <a:pt x="1313990" y="808278"/>
                </a:moveTo>
                <a:lnTo>
                  <a:pt x="1250513" y="846013"/>
                </a:lnTo>
                <a:moveTo>
                  <a:pt x="1399240" y="761177"/>
                </a:moveTo>
                <a:lnTo>
                  <a:pt x="1313990" y="808278"/>
                </a:lnTo>
                <a:moveTo>
                  <a:pt x="1261597" y="508095"/>
                </a:moveTo>
                <a:lnTo>
                  <a:pt x="1260076" y="509132"/>
                </a:lnTo>
                <a:moveTo>
                  <a:pt x="1511289" y="655396"/>
                </a:moveTo>
                <a:lnTo>
                  <a:pt x="1475082" y="676883"/>
                </a:lnTo>
                <a:moveTo>
                  <a:pt x="1767053" y="918594"/>
                </a:moveTo>
                <a:lnTo>
                  <a:pt x="1745109" y="1007873"/>
                </a:lnTo>
                <a:moveTo>
                  <a:pt x="1759595" y="902550"/>
                </a:moveTo>
                <a:lnTo>
                  <a:pt x="1655465" y="886939"/>
                </a:lnTo>
                <a:moveTo>
                  <a:pt x="1638434" y="552623"/>
                </a:moveTo>
                <a:lnTo>
                  <a:pt x="1634948" y="556160"/>
                </a:lnTo>
                <a:moveTo>
                  <a:pt x="1581604" y="264264"/>
                </a:moveTo>
                <a:lnTo>
                  <a:pt x="1494602" y="301185"/>
                </a:lnTo>
                <a:moveTo>
                  <a:pt x="1713196" y="1113039"/>
                </a:moveTo>
                <a:lnTo>
                  <a:pt x="1681276" y="1150544"/>
                </a:lnTo>
                <a:moveTo>
                  <a:pt x="598102" y="552445"/>
                </a:moveTo>
                <a:lnTo>
                  <a:pt x="575029" y="646344"/>
                </a:lnTo>
                <a:moveTo>
                  <a:pt x="1258685" y="510550"/>
                </a:moveTo>
                <a:lnTo>
                  <a:pt x="1260076" y="509132"/>
                </a:lnTo>
                <a:moveTo>
                  <a:pt x="1767053" y="918594"/>
                </a:moveTo>
                <a:lnTo>
                  <a:pt x="1655465" y="886939"/>
                </a:lnTo>
                <a:moveTo>
                  <a:pt x="704737" y="565068"/>
                </a:moveTo>
                <a:lnTo>
                  <a:pt x="575029" y="646344"/>
                </a:lnTo>
                <a:moveTo>
                  <a:pt x="1261597" y="508095"/>
                </a:moveTo>
                <a:lnTo>
                  <a:pt x="1258685" y="510550"/>
                </a:lnTo>
                <a:moveTo>
                  <a:pt x="1932013" y="265477"/>
                </a:moveTo>
                <a:lnTo>
                  <a:pt x="1897640" y="238350"/>
                </a:lnTo>
                <a:moveTo>
                  <a:pt x="655096" y="703903"/>
                </a:moveTo>
                <a:lnTo>
                  <a:pt x="575029" y="646344"/>
                </a:lnTo>
                <a:moveTo>
                  <a:pt x="1638434" y="552623"/>
                </a:moveTo>
                <a:lnTo>
                  <a:pt x="1641224" y="555816"/>
                </a:lnTo>
                <a:moveTo>
                  <a:pt x="1722484" y="550275"/>
                </a:moveTo>
                <a:lnTo>
                  <a:pt x="1701669" y="490170"/>
                </a:lnTo>
                <a:moveTo>
                  <a:pt x="1655465" y="886939"/>
                </a:moveTo>
                <a:lnTo>
                  <a:pt x="1586121" y="885137"/>
                </a:lnTo>
                <a:moveTo>
                  <a:pt x="1641224" y="555816"/>
                </a:moveTo>
                <a:lnTo>
                  <a:pt x="1634948" y="556160"/>
                </a:lnTo>
                <a:moveTo>
                  <a:pt x="1260076" y="509132"/>
                </a:moveTo>
                <a:lnTo>
                  <a:pt x="1134573" y="610249"/>
                </a:lnTo>
                <a:moveTo>
                  <a:pt x="2097799" y="339854"/>
                </a:moveTo>
                <a:lnTo>
                  <a:pt x="2066158" y="269255"/>
                </a:lnTo>
                <a:moveTo>
                  <a:pt x="1767053" y="918594"/>
                </a:moveTo>
                <a:lnTo>
                  <a:pt x="1759595" y="902550"/>
                </a:lnTo>
                <a:moveTo>
                  <a:pt x="1770660" y="904915"/>
                </a:moveTo>
                <a:lnTo>
                  <a:pt x="1759595" y="902550"/>
                </a:lnTo>
                <a:moveTo>
                  <a:pt x="1932013" y="265477"/>
                </a:moveTo>
                <a:lnTo>
                  <a:pt x="1887438" y="351921"/>
                </a:lnTo>
                <a:moveTo>
                  <a:pt x="1535774" y="904784"/>
                </a:moveTo>
                <a:lnTo>
                  <a:pt x="1472205" y="943317"/>
                </a:lnTo>
                <a:moveTo>
                  <a:pt x="1101599" y="700714"/>
                </a:moveTo>
                <a:lnTo>
                  <a:pt x="1052570" y="726447"/>
                </a:lnTo>
                <a:moveTo>
                  <a:pt x="704737" y="565068"/>
                </a:moveTo>
                <a:lnTo>
                  <a:pt x="690746" y="664015"/>
                </a:lnTo>
                <a:moveTo>
                  <a:pt x="1770660" y="904915"/>
                </a:moveTo>
                <a:lnTo>
                  <a:pt x="1767053" y="918594"/>
                </a:lnTo>
                <a:moveTo>
                  <a:pt x="1423430" y="370249"/>
                </a:moveTo>
                <a:lnTo>
                  <a:pt x="1393113" y="410627"/>
                </a:lnTo>
                <a:moveTo>
                  <a:pt x="1795082" y="462122"/>
                </a:moveTo>
                <a:lnTo>
                  <a:pt x="1791150" y="467350"/>
                </a:lnTo>
                <a:moveTo>
                  <a:pt x="1162086" y="859653"/>
                </a:moveTo>
                <a:lnTo>
                  <a:pt x="1101460" y="872561"/>
                </a:lnTo>
                <a:moveTo>
                  <a:pt x="690746" y="664015"/>
                </a:moveTo>
                <a:lnTo>
                  <a:pt x="655096" y="703903"/>
                </a:lnTo>
                <a:moveTo>
                  <a:pt x="1364085" y="1097414"/>
                </a:moveTo>
                <a:lnTo>
                  <a:pt x="1354937" y="1063510"/>
                </a:lnTo>
                <a:moveTo>
                  <a:pt x="1795082" y="462122"/>
                </a:moveTo>
                <a:lnTo>
                  <a:pt x="1796349" y="464969"/>
                </a:lnTo>
                <a:moveTo>
                  <a:pt x="1796349" y="464969"/>
                </a:moveTo>
                <a:lnTo>
                  <a:pt x="1791150" y="467350"/>
                </a:lnTo>
                <a:moveTo>
                  <a:pt x="1432805" y="1000346"/>
                </a:moveTo>
                <a:lnTo>
                  <a:pt x="1375997" y="1024732"/>
                </a:lnTo>
                <a:moveTo>
                  <a:pt x="1475082" y="676883"/>
                </a:moveTo>
                <a:lnTo>
                  <a:pt x="1406803" y="756435"/>
                </a:lnTo>
                <a:moveTo>
                  <a:pt x="1734545" y="203856"/>
                </a:moveTo>
                <a:lnTo>
                  <a:pt x="1683291" y="221975"/>
                </a:lnTo>
                <a:moveTo>
                  <a:pt x="1567451" y="628902"/>
                </a:moveTo>
                <a:lnTo>
                  <a:pt x="1502707" y="635864"/>
                </a:lnTo>
                <a:moveTo>
                  <a:pt x="1616867" y="1196392"/>
                </a:moveTo>
                <a:lnTo>
                  <a:pt x="1591743" y="1173816"/>
                </a:lnTo>
                <a:moveTo>
                  <a:pt x="1529525" y="1212917"/>
                </a:moveTo>
                <a:lnTo>
                  <a:pt x="1528000" y="1213872"/>
                </a:lnTo>
                <a:moveTo>
                  <a:pt x="1683291" y="221975"/>
                </a:moveTo>
                <a:lnTo>
                  <a:pt x="1581604" y="264264"/>
                </a:lnTo>
                <a:moveTo>
                  <a:pt x="1529525" y="1212917"/>
                </a:moveTo>
                <a:lnTo>
                  <a:pt x="1528784" y="1213683"/>
                </a:lnTo>
                <a:moveTo>
                  <a:pt x="1528784" y="1213683"/>
                </a:moveTo>
                <a:lnTo>
                  <a:pt x="1528000" y="1213872"/>
                </a:lnTo>
                <a:moveTo>
                  <a:pt x="2123665" y="841414"/>
                </a:moveTo>
                <a:lnTo>
                  <a:pt x="2128809" y="945096"/>
                </a:lnTo>
                <a:moveTo>
                  <a:pt x="1528000" y="1213872"/>
                </a:moveTo>
                <a:lnTo>
                  <a:pt x="1525384" y="1214354"/>
                </a:lnTo>
                <a:moveTo>
                  <a:pt x="1528784" y="1213683"/>
                </a:moveTo>
                <a:lnTo>
                  <a:pt x="1525384" y="1214354"/>
                </a:lnTo>
                <a:moveTo>
                  <a:pt x="1432805" y="1000346"/>
                </a:moveTo>
                <a:lnTo>
                  <a:pt x="1354937" y="1063510"/>
                </a:lnTo>
                <a:moveTo>
                  <a:pt x="1472205" y="943317"/>
                </a:moveTo>
                <a:lnTo>
                  <a:pt x="1415043" y="970452"/>
                </a:lnTo>
                <a:moveTo>
                  <a:pt x="1494602" y="301185"/>
                </a:moveTo>
                <a:lnTo>
                  <a:pt x="1483106" y="339930"/>
                </a:lnTo>
                <a:moveTo>
                  <a:pt x="704737" y="565068"/>
                </a:moveTo>
                <a:lnTo>
                  <a:pt x="598102" y="552445"/>
                </a:lnTo>
                <a:moveTo>
                  <a:pt x="1713196" y="1113039"/>
                </a:moveTo>
                <a:lnTo>
                  <a:pt x="1736104" y="1140933"/>
                </a:lnTo>
                <a:moveTo>
                  <a:pt x="1628476" y="853908"/>
                </a:moveTo>
                <a:lnTo>
                  <a:pt x="1655465" y="886939"/>
                </a:lnTo>
                <a:moveTo>
                  <a:pt x="1782054" y="806869"/>
                </a:moveTo>
                <a:lnTo>
                  <a:pt x="1759595" y="902550"/>
                </a:lnTo>
                <a:moveTo>
                  <a:pt x="2110577" y="228566"/>
                </a:moveTo>
                <a:lnTo>
                  <a:pt x="2066158" y="269255"/>
                </a:lnTo>
                <a:moveTo>
                  <a:pt x="1819506" y="220391"/>
                </a:moveTo>
                <a:lnTo>
                  <a:pt x="1795506" y="188034"/>
                </a:lnTo>
                <a:moveTo>
                  <a:pt x="1777338" y="806803"/>
                </a:moveTo>
                <a:lnTo>
                  <a:pt x="1759595" y="902550"/>
                </a:lnTo>
                <a:moveTo>
                  <a:pt x="1932013" y="265477"/>
                </a:moveTo>
                <a:lnTo>
                  <a:pt x="1881319" y="197154"/>
                </a:lnTo>
                <a:moveTo>
                  <a:pt x="2119466" y="957725"/>
                </a:moveTo>
                <a:lnTo>
                  <a:pt x="2128809" y="945096"/>
                </a:lnTo>
                <a:moveTo>
                  <a:pt x="1398160" y="1073087"/>
                </a:moveTo>
                <a:lnTo>
                  <a:pt x="1354937" y="1063510"/>
                </a:lnTo>
                <a:moveTo>
                  <a:pt x="1782054" y="806869"/>
                </a:moveTo>
                <a:lnTo>
                  <a:pt x="1770660" y="904915"/>
                </a:lnTo>
                <a:moveTo>
                  <a:pt x="575029" y="646344"/>
                </a:moveTo>
                <a:lnTo>
                  <a:pt x="528920" y="673089"/>
                </a:lnTo>
                <a:moveTo>
                  <a:pt x="1887828" y="393796"/>
                </a:moveTo>
                <a:lnTo>
                  <a:pt x="1862495" y="361092"/>
                </a:lnTo>
                <a:moveTo>
                  <a:pt x="1586121" y="885137"/>
                </a:moveTo>
                <a:lnTo>
                  <a:pt x="1472205" y="943317"/>
                </a:lnTo>
                <a:moveTo>
                  <a:pt x="1250513" y="846013"/>
                </a:moveTo>
                <a:lnTo>
                  <a:pt x="1230952" y="847460"/>
                </a:lnTo>
                <a:moveTo>
                  <a:pt x="1759595" y="902550"/>
                </a:moveTo>
                <a:lnTo>
                  <a:pt x="1628476" y="853908"/>
                </a:lnTo>
                <a:moveTo>
                  <a:pt x="1851784" y="937142"/>
                </a:moveTo>
                <a:lnTo>
                  <a:pt x="1745109" y="1007873"/>
                </a:lnTo>
                <a:moveTo>
                  <a:pt x="758921" y="698307"/>
                </a:moveTo>
                <a:lnTo>
                  <a:pt x="690746" y="664015"/>
                </a:lnTo>
                <a:moveTo>
                  <a:pt x="1809480" y="1043485"/>
                </a:moveTo>
                <a:lnTo>
                  <a:pt x="1713196" y="1113039"/>
                </a:lnTo>
                <a:moveTo>
                  <a:pt x="1511289" y="655396"/>
                </a:moveTo>
                <a:lnTo>
                  <a:pt x="1406803" y="756435"/>
                </a:lnTo>
                <a:moveTo>
                  <a:pt x="1369698" y="435885"/>
                </a:moveTo>
                <a:lnTo>
                  <a:pt x="1393113" y="410627"/>
                </a:lnTo>
                <a:moveTo>
                  <a:pt x="1134573" y="610249"/>
                </a:moveTo>
                <a:lnTo>
                  <a:pt x="1052570" y="726447"/>
                </a:lnTo>
                <a:moveTo>
                  <a:pt x="1045900" y="826033"/>
                </a:moveTo>
                <a:lnTo>
                  <a:pt x="991403" y="827626"/>
                </a:lnTo>
                <a:moveTo>
                  <a:pt x="1628476" y="853908"/>
                </a:moveTo>
                <a:lnTo>
                  <a:pt x="1586121" y="885137"/>
                </a:lnTo>
                <a:moveTo>
                  <a:pt x="1809480" y="1043485"/>
                </a:moveTo>
                <a:lnTo>
                  <a:pt x="1745109" y="1007873"/>
                </a:lnTo>
                <a:moveTo>
                  <a:pt x="1634948" y="556160"/>
                </a:moveTo>
                <a:lnTo>
                  <a:pt x="1567451" y="628902"/>
                </a:lnTo>
                <a:moveTo>
                  <a:pt x="1722484" y="550275"/>
                </a:moveTo>
                <a:lnTo>
                  <a:pt x="1638434" y="552623"/>
                </a:lnTo>
                <a:moveTo>
                  <a:pt x="1432805" y="1000346"/>
                </a:moveTo>
                <a:lnTo>
                  <a:pt x="1415043" y="970452"/>
                </a:lnTo>
                <a:moveTo>
                  <a:pt x="1515668" y="323415"/>
                </a:moveTo>
                <a:lnTo>
                  <a:pt x="1494602" y="301185"/>
                </a:lnTo>
                <a:moveTo>
                  <a:pt x="1196605" y="559026"/>
                </a:moveTo>
                <a:lnTo>
                  <a:pt x="1260076" y="509132"/>
                </a:lnTo>
                <a:moveTo>
                  <a:pt x="1101460" y="872561"/>
                </a:moveTo>
                <a:lnTo>
                  <a:pt x="1045900" y="826033"/>
                </a:lnTo>
                <a:moveTo>
                  <a:pt x="1230952" y="847460"/>
                </a:moveTo>
                <a:lnTo>
                  <a:pt x="1101460" y="872561"/>
                </a:lnTo>
                <a:moveTo>
                  <a:pt x="738596" y="733170"/>
                </a:moveTo>
                <a:lnTo>
                  <a:pt x="690746" y="664015"/>
                </a:lnTo>
                <a:moveTo>
                  <a:pt x="1851784" y="937142"/>
                </a:moveTo>
                <a:lnTo>
                  <a:pt x="1767053" y="918594"/>
                </a:lnTo>
                <a:moveTo>
                  <a:pt x="1052570" y="726447"/>
                </a:moveTo>
                <a:lnTo>
                  <a:pt x="1045900" y="826033"/>
                </a:lnTo>
                <a:moveTo>
                  <a:pt x="1736104" y="1140933"/>
                </a:moveTo>
                <a:lnTo>
                  <a:pt x="1681276" y="1150544"/>
                </a:lnTo>
                <a:moveTo>
                  <a:pt x="1258685" y="510550"/>
                </a:moveTo>
                <a:lnTo>
                  <a:pt x="1196605" y="559026"/>
                </a:lnTo>
                <a:moveTo>
                  <a:pt x="2119466" y="957725"/>
                </a:moveTo>
                <a:lnTo>
                  <a:pt x="2123665" y="841414"/>
                </a:lnTo>
                <a:moveTo>
                  <a:pt x="1852817" y="934355"/>
                </a:moveTo>
                <a:lnTo>
                  <a:pt x="1770660" y="904915"/>
                </a:lnTo>
                <a:moveTo>
                  <a:pt x="1851784" y="937142"/>
                </a:moveTo>
                <a:lnTo>
                  <a:pt x="1770660" y="904915"/>
                </a:lnTo>
                <a:moveTo>
                  <a:pt x="1771168" y="1124135"/>
                </a:moveTo>
                <a:lnTo>
                  <a:pt x="1713196" y="1113039"/>
                </a:lnTo>
                <a:moveTo>
                  <a:pt x="1722484" y="550275"/>
                </a:moveTo>
                <a:lnTo>
                  <a:pt x="1641224" y="555816"/>
                </a:lnTo>
                <a:moveTo>
                  <a:pt x="1887960" y="828068"/>
                </a:moveTo>
                <a:lnTo>
                  <a:pt x="1770660" y="904915"/>
                </a:lnTo>
                <a:moveTo>
                  <a:pt x="1355235" y="449067"/>
                </a:moveTo>
                <a:lnTo>
                  <a:pt x="1393113" y="410627"/>
                </a:lnTo>
                <a:moveTo>
                  <a:pt x="1887828" y="393796"/>
                </a:moveTo>
                <a:lnTo>
                  <a:pt x="1887438" y="351921"/>
                </a:lnTo>
                <a:moveTo>
                  <a:pt x="1791150" y="467350"/>
                </a:moveTo>
                <a:lnTo>
                  <a:pt x="1722484" y="550275"/>
                </a:lnTo>
                <a:moveTo>
                  <a:pt x="1355235" y="449067"/>
                </a:moveTo>
                <a:lnTo>
                  <a:pt x="1264680" y="508470"/>
                </a:lnTo>
                <a:moveTo>
                  <a:pt x="1567451" y="628902"/>
                </a:moveTo>
                <a:lnTo>
                  <a:pt x="1511289" y="655396"/>
                </a:lnTo>
                <a:moveTo>
                  <a:pt x="1196605" y="559026"/>
                </a:moveTo>
                <a:lnTo>
                  <a:pt x="1134573" y="610249"/>
                </a:lnTo>
                <a:moveTo>
                  <a:pt x="1406803" y="756435"/>
                </a:moveTo>
                <a:lnTo>
                  <a:pt x="1399240" y="761177"/>
                </a:lnTo>
                <a:moveTo>
                  <a:pt x="1343999" y="788311"/>
                </a:moveTo>
                <a:lnTo>
                  <a:pt x="1313990" y="808278"/>
                </a:lnTo>
                <a:moveTo>
                  <a:pt x="1355235" y="449067"/>
                </a:moveTo>
                <a:lnTo>
                  <a:pt x="1261597" y="508095"/>
                </a:lnTo>
                <a:moveTo>
                  <a:pt x="1782054" y="806869"/>
                </a:moveTo>
                <a:lnTo>
                  <a:pt x="1777338" y="806803"/>
                </a:lnTo>
                <a:moveTo>
                  <a:pt x="775610" y="598424"/>
                </a:moveTo>
                <a:lnTo>
                  <a:pt x="690746" y="664015"/>
                </a:lnTo>
                <a:moveTo>
                  <a:pt x="1780605" y="800568"/>
                </a:moveTo>
                <a:lnTo>
                  <a:pt x="1782054" y="806869"/>
                </a:lnTo>
                <a:moveTo>
                  <a:pt x="1780605" y="800568"/>
                </a:moveTo>
                <a:lnTo>
                  <a:pt x="1777338" y="806803"/>
                </a:lnTo>
                <a:moveTo>
                  <a:pt x="598102" y="552445"/>
                </a:moveTo>
                <a:lnTo>
                  <a:pt x="528920" y="673089"/>
                </a:lnTo>
                <a:moveTo>
                  <a:pt x="1101460" y="872561"/>
                </a:moveTo>
                <a:lnTo>
                  <a:pt x="991403" y="827626"/>
                </a:lnTo>
                <a:moveTo>
                  <a:pt x="1423430" y="370249"/>
                </a:moveTo>
                <a:lnTo>
                  <a:pt x="1369698" y="435885"/>
                </a:lnTo>
                <a:moveTo>
                  <a:pt x="655096" y="703903"/>
                </a:moveTo>
                <a:lnTo>
                  <a:pt x="528920" y="673089"/>
                </a:lnTo>
                <a:moveTo>
                  <a:pt x="1683291" y="221975"/>
                </a:moveTo>
                <a:lnTo>
                  <a:pt x="1666982" y="259052"/>
                </a:lnTo>
                <a:moveTo>
                  <a:pt x="1887438" y="351921"/>
                </a:moveTo>
                <a:lnTo>
                  <a:pt x="1873213" y="287822"/>
                </a:lnTo>
                <a:moveTo>
                  <a:pt x="1669094" y="258774"/>
                </a:moveTo>
                <a:lnTo>
                  <a:pt x="1683291" y="221975"/>
                </a:lnTo>
                <a:moveTo>
                  <a:pt x="1759595" y="902550"/>
                </a:moveTo>
                <a:lnTo>
                  <a:pt x="1667758" y="811543"/>
                </a:lnTo>
                <a:moveTo>
                  <a:pt x="1616867" y="1196392"/>
                </a:moveTo>
                <a:lnTo>
                  <a:pt x="1529525" y="1212917"/>
                </a:lnTo>
                <a:moveTo>
                  <a:pt x="1483106" y="339930"/>
                </a:moveTo>
                <a:lnTo>
                  <a:pt x="1423430" y="370249"/>
                </a:lnTo>
                <a:moveTo>
                  <a:pt x="1681276" y="1150544"/>
                </a:moveTo>
                <a:lnTo>
                  <a:pt x="1616867" y="1196392"/>
                </a:lnTo>
                <a:moveTo>
                  <a:pt x="1690027" y="592669"/>
                </a:moveTo>
                <a:lnTo>
                  <a:pt x="1641224" y="555816"/>
                </a:lnTo>
                <a:moveTo>
                  <a:pt x="1616867" y="1196392"/>
                </a:moveTo>
                <a:lnTo>
                  <a:pt x="1528784" y="1213683"/>
                </a:lnTo>
                <a:moveTo>
                  <a:pt x="1887828" y="393796"/>
                </a:moveTo>
                <a:lnTo>
                  <a:pt x="1795082" y="462122"/>
                </a:lnTo>
                <a:moveTo>
                  <a:pt x="738596" y="733170"/>
                </a:moveTo>
                <a:lnTo>
                  <a:pt x="655096" y="703903"/>
                </a:lnTo>
                <a:moveTo>
                  <a:pt x="1258685" y="510550"/>
                </a:moveTo>
                <a:lnTo>
                  <a:pt x="1232648" y="542354"/>
                </a:lnTo>
                <a:moveTo>
                  <a:pt x="1230952" y="847460"/>
                </a:moveTo>
                <a:lnTo>
                  <a:pt x="1141688" y="859243"/>
                </a:lnTo>
                <a:moveTo>
                  <a:pt x="1886251" y="395583"/>
                </a:moveTo>
                <a:lnTo>
                  <a:pt x="1795082" y="462122"/>
                </a:lnTo>
                <a:moveTo>
                  <a:pt x="2043920" y="303488"/>
                </a:moveTo>
                <a:lnTo>
                  <a:pt x="2066158" y="269255"/>
                </a:lnTo>
                <a:moveTo>
                  <a:pt x="676108" y="520902"/>
                </a:moveTo>
                <a:lnTo>
                  <a:pt x="598102" y="552445"/>
                </a:lnTo>
                <a:moveTo>
                  <a:pt x="1881319" y="197154"/>
                </a:moveTo>
                <a:lnTo>
                  <a:pt x="1819506" y="220391"/>
                </a:lnTo>
                <a:moveTo>
                  <a:pt x="1887960" y="828068"/>
                </a:moveTo>
                <a:lnTo>
                  <a:pt x="1782054" y="806869"/>
                </a:lnTo>
                <a:moveTo>
                  <a:pt x="676108" y="520902"/>
                </a:moveTo>
                <a:lnTo>
                  <a:pt x="704737" y="565068"/>
                </a:lnTo>
                <a:moveTo>
                  <a:pt x="2164842" y="753821"/>
                </a:moveTo>
                <a:lnTo>
                  <a:pt x="2123665" y="841414"/>
                </a:lnTo>
                <a:moveTo>
                  <a:pt x="1886251" y="395583"/>
                </a:moveTo>
                <a:lnTo>
                  <a:pt x="1796349" y="464969"/>
                </a:lnTo>
                <a:moveTo>
                  <a:pt x="2097799" y="339854"/>
                </a:moveTo>
                <a:lnTo>
                  <a:pt x="2043920" y="303488"/>
                </a:lnTo>
                <a:moveTo>
                  <a:pt x="2097799" y="339854"/>
                </a:moveTo>
                <a:lnTo>
                  <a:pt x="2043351" y="304079"/>
                </a:lnTo>
                <a:moveTo>
                  <a:pt x="991403" y="827626"/>
                </a:moveTo>
                <a:lnTo>
                  <a:pt x="941031" y="832405"/>
                </a:lnTo>
                <a:moveTo>
                  <a:pt x="775610" y="598424"/>
                </a:moveTo>
                <a:lnTo>
                  <a:pt x="704737" y="565068"/>
                </a:lnTo>
                <a:moveTo>
                  <a:pt x="598102" y="552445"/>
                </a:moveTo>
                <a:lnTo>
                  <a:pt x="527188" y="570590"/>
                </a:lnTo>
                <a:moveTo>
                  <a:pt x="1472205" y="943317"/>
                </a:moveTo>
                <a:lnTo>
                  <a:pt x="1432805" y="1000346"/>
                </a:lnTo>
                <a:moveTo>
                  <a:pt x="2133561" y="190726"/>
                </a:moveTo>
                <a:lnTo>
                  <a:pt x="2110577" y="228566"/>
                </a:lnTo>
                <a:moveTo>
                  <a:pt x="991403" y="827626"/>
                </a:moveTo>
                <a:lnTo>
                  <a:pt x="957065" y="858543"/>
                </a:lnTo>
                <a:moveTo>
                  <a:pt x="1528784" y="1213683"/>
                </a:moveTo>
                <a:lnTo>
                  <a:pt x="1469187" y="1210987"/>
                </a:lnTo>
                <a:moveTo>
                  <a:pt x="1586121" y="885137"/>
                </a:moveTo>
                <a:lnTo>
                  <a:pt x="1549381" y="915130"/>
                </a:lnTo>
                <a:moveTo>
                  <a:pt x="1651157" y="656378"/>
                </a:moveTo>
                <a:lnTo>
                  <a:pt x="1634948" y="556160"/>
                </a:lnTo>
                <a:moveTo>
                  <a:pt x="1525384" y="1214354"/>
                </a:moveTo>
                <a:lnTo>
                  <a:pt x="1469187" y="1210987"/>
                </a:lnTo>
                <a:moveTo>
                  <a:pt x="1045900" y="826033"/>
                </a:moveTo>
                <a:lnTo>
                  <a:pt x="981843" y="736850"/>
                </a:lnTo>
                <a:moveTo>
                  <a:pt x="1651157" y="656378"/>
                </a:moveTo>
                <a:lnTo>
                  <a:pt x="1641224" y="555816"/>
                </a:lnTo>
                <a:moveTo>
                  <a:pt x="1101460" y="872561"/>
                </a:moveTo>
                <a:lnTo>
                  <a:pt x="957065" y="858543"/>
                </a:lnTo>
                <a:moveTo>
                  <a:pt x="1819506" y="220391"/>
                </a:moveTo>
                <a:lnTo>
                  <a:pt x="1734545" y="203856"/>
                </a:lnTo>
                <a:moveTo>
                  <a:pt x="1852817" y="934355"/>
                </a:moveTo>
                <a:lnTo>
                  <a:pt x="1851784" y="937142"/>
                </a:lnTo>
                <a:moveTo>
                  <a:pt x="655096" y="703903"/>
                </a:moveTo>
                <a:lnTo>
                  <a:pt x="594136" y="719716"/>
                </a:lnTo>
                <a:moveTo>
                  <a:pt x="1881319" y="197154"/>
                </a:moveTo>
                <a:lnTo>
                  <a:pt x="1873213" y="287822"/>
                </a:lnTo>
                <a:moveTo>
                  <a:pt x="1134573" y="610249"/>
                </a:moveTo>
                <a:lnTo>
                  <a:pt x="1119530" y="647765"/>
                </a:lnTo>
                <a:moveTo>
                  <a:pt x="1887960" y="828068"/>
                </a:moveTo>
                <a:lnTo>
                  <a:pt x="1852817" y="934355"/>
                </a:lnTo>
                <a:moveTo>
                  <a:pt x="1852817" y="934355"/>
                </a:moveTo>
                <a:lnTo>
                  <a:pt x="1855072" y="935652"/>
                </a:lnTo>
                <a:moveTo>
                  <a:pt x="1855072" y="935652"/>
                </a:moveTo>
                <a:lnTo>
                  <a:pt x="1851784" y="937142"/>
                </a:lnTo>
                <a:moveTo>
                  <a:pt x="1141688" y="859243"/>
                </a:moveTo>
                <a:lnTo>
                  <a:pt x="1101460" y="872561"/>
                </a:lnTo>
                <a:moveTo>
                  <a:pt x="1362787" y="778509"/>
                </a:moveTo>
                <a:lnTo>
                  <a:pt x="1399240" y="761177"/>
                </a:lnTo>
                <a:moveTo>
                  <a:pt x="1563693" y="903010"/>
                </a:moveTo>
                <a:lnTo>
                  <a:pt x="1586121" y="885137"/>
                </a:lnTo>
                <a:moveTo>
                  <a:pt x="1777338" y="806803"/>
                </a:moveTo>
                <a:lnTo>
                  <a:pt x="1667758" y="811543"/>
                </a:lnTo>
                <a:moveTo>
                  <a:pt x="1851784" y="937142"/>
                </a:moveTo>
                <a:lnTo>
                  <a:pt x="1809480" y="1043485"/>
                </a:lnTo>
                <a:moveTo>
                  <a:pt x="1734545" y="203856"/>
                </a:moveTo>
                <a:lnTo>
                  <a:pt x="1669094" y="258774"/>
                </a:lnTo>
                <a:moveTo>
                  <a:pt x="1127866" y="642584"/>
                </a:moveTo>
                <a:lnTo>
                  <a:pt x="1134573" y="610249"/>
                </a:lnTo>
                <a:moveTo>
                  <a:pt x="1666982" y="259052"/>
                </a:moveTo>
                <a:lnTo>
                  <a:pt x="1581604" y="264264"/>
                </a:lnTo>
                <a:moveTo>
                  <a:pt x="1406803" y="756435"/>
                </a:moveTo>
                <a:lnTo>
                  <a:pt x="1362787" y="778509"/>
                </a:lnTo>
                <a:moveTo>
                  <a:pt x="1809039" y="552936"/>
                </a:moveTo>
                <a:lnTo>
                  <a:pt x="1791150" y="467350"/>
                </a:lnTo>
                <a:moveTo>
                  <a:pt x="1827026" y="508986"/>
                </a:moveTo>
                <a:lnTo>
                  <a:pt x="1796349" y="464969"/>
                </a:lnTo>
                <a:moveTo>
                  <a:pt x="1581604" y="264264"/>
                </a:moveTo>
                <a:lnTo>
                  <a:pt x="1515668" y="323415"/>
                </a:lnTo>
                <a:moveTo>
                  <a:pt x="1495103" y="356226"/>
                </a:moveTo>
                <a:lnTo>
                  <a:pt x="1423430" y="370249"/>
                </a:lnTo>
                <a:moveTo>
                  <a:pt x="1398160" y="1073087"/>
                </a:moveTo>
                <a:lnTo>
                  <a:pt x="1364085" y="1097414"/>
                </a:lnTo>
                <a:moveTo>
                  <a:pt x="1667758" y="811543"/>
                </a:moveTo>
                <a:lnTo>
                  <a:pt x="1628476" y="853908"/>
                </a:lnTo>
                <a:moveTo>
                  <a:pt x="2101642" y="869817"/>
                </a:moveTo>
                <a:lnTo>
                  <a:pt x="2123665" y="841414"/>
                </a:lnTo>
                <a:moveTo>
                  <a:pt x="1511289" y="655396"/>
                </a:moveTo>
                <a:lnTo>
                  <a:pt x="1500710" y="694459"/>
                </a:lnTo>
                <a:moveTo>
                  <a:pt x="1500789" y="694376"/>
                </a:moveTo>
                <a:lnTo>
                  <a:pt x="1511289" y="655396"/>
                </a:lnTo>
                <a:moveTo>
                  <a:pt x="1771168" y="1124135"/>
                </a:moveTo>
                <a:lnTo>
                  <a:pt x="1736104" y="1140933"/>
                </a:lnTo>
                <a:moveTo>
                  <a:pt x="758921" y="698307"/>
                </a:moveTo>
                <a:lnTo>
                  <a:pt x="738596" y="733170"/>
                </a:lnTo>
                <a:moveTo>
                  <a:pt x="1809039" y="552936"/>
                </a:moveTo>
                <a:lnTo>
                  <a:pt x="1796349" y="464969"/>
                </a:lnTo>
                <a:moveTo>
                  <a:pt x="981843" y="736850"/>
                </a:moveTo>
                <a:lnTo>
                  <a:pt x="991403" y="827626"/>
                </a:lnTo>
                <a:moveTo>
                  <a:pt x="1192232" y="838491"/>
                </a:moveTo>
                <a:lnTo>
                  <a:pt x="1230952" y="847460"/>
                </a:lnTo>
                <a:moveTo>
                  <a:pt x="1288025" y="519314"/>
                </a:moveTo>
                <a:lnTo>
                  <a:pt x="1261597" y="508095"/>
                </a:lnTo>
                <a:moveTo>
                  <a:pt x="957065" y="858543"/>
                </a:moveTo>
                <a:lnTo>
                  <a:pt x="941031" y="832405"/>
                </a:lnTo>
                <a:moveTo>
                  <a:pt x="1288025" y="519314"/>
                </a:moveTo>
                <a:lnTo>
                  <a:pt x="1258685" y="510550"/>
                </a:lnTo>
                <a:moveTo>
                  <a:pt x="2110577" y="228566"/>
                </a:moveTo>
                <a:lnTo>
                  <a:pt x="2043920" y="303488"/>
                </a:lnTo>
                <a:moveTo>
                  <a:pt x="1932013" y="265477"/>
                </a:moveTo>
                <a:lnTo>
                  <a:pt x="1873213" y="287822"/>
                </a:lnTo>
                <a:moveTo>
                  <a:pt x="1549381" y="915130"/>
                </a:moveTo>
                <a:lnTo>
                  <a:pt x="1472205" y="943317"/>
                </a:lnTo>
                <a:moveTo>
                  <a:pt x="1052570" y="726447"/>
                </a:moveTo>
                <a:lnTo>
                  <a:pt x="981843" y="736850"/>
                </a:lnTo>
                <a:moveTo>
                  <a:pt x="1369698" y="435885"/>
                </a:moveTo>
                <a:lnTo>
                  <a:pt x="1355235" y="449067"/>
                </a:lnTo>
                <a:moveTo>
                  <a:pt x="1343999" y="788311"/>
                </a:moveTo>
                <a:lnTo>
                  <a:pt x="1250513" y="846013"/>
                </a:lnTo>
                <a:moveTo>
                  <a:pt x="1763829" y="719100"/>
                </a:moveTo>
                <a:lnTo>
                  <a:pt x="1777338" y="806803"/>
                </a:lnTo>
                <a:moveTo>
                  <a:pt x="1343999" y="788311"/>
                </a:moveTo>
                <a:lnTo>
                  <a:pt x="1399240" y="761177"/>
                </a:lnTo>
                <a:moveTo>
                  <a:pt x="2101642" y="869817"/>
                </a:moveTo>
                <a:lnTo>
                  <a:pt x="2119466" y="957725"/>
                </a:lnTo>
                <a:moveTo>
                  <a:pt x="1432805" y="1000346"/>
                </a:moveTo>
                <a:lnTo>
                  <a:pt x="1398160" y="1073087"/>
                </a:lnTo>
                <a:moveTo>
                  <a:pt x="775610" y="598424"/>
                </a:moveTo>
                <a:lnTo>
                  <a:pt x="758921" y="698307"/>
                </a:lnTo>
                <a:moveTo>
                  <a:pt x="1780605" y="800568"/>
                </a:moveTo>
                <a:lnTo>
                  <a:pt x="1763829" y="719100"/>
                </a:lnTo>
                <a:moveTo>
                  <a:pt x="1809480" y="1043485"/>
                </a:moveTo>
                <a:lnTo>
                  <a:pt x="1771168" y="1124135"/>
                </a:lnTo>
                <a:moveTo>
                  <a:pt x="1250513" y="846013"/>
                </a:moveTo>
                <a:lnTo>
                  <a:pt x="1192232" y="838491"/>
                </a:lnTo>
                <a:moveTo>
                  <a:pt x="1722484" y="550275"/>
                </a:moveTo>
                <a:lnTo>
                  <a:pt x="1690027" y="592669"/>
                </a:lnTo>
                <a:moveTo>
                  <a:pt x="2165053" y="753866"/>
                </a:moveTo>
                <a:lnTo>
                  <a:pt x="2164842" y="753821"/>
                </a:lnTo>
                <a:moveTo>
                  <a:pt x="1703715" y="1196494"/>
                </a:moveTo>
                <a:lnTo>
                  <a:pt x="1681276" y="1150544"/>
                </a:lnTo>
                <a:moveTo>
                  <a:pt x="527188" y="570590"/>
                </a:moveTo>
                <a:lnTo>
                  <a:pt x="528920" y="673089"/>
                </a:lnTo>
                <a:moveTo>
                  <a:pt x="1372973" y="446376"/>
                </a:moveTo>
                <a:lnTo>
                  <a:pt x="1369698" y="435885"/>
                </a:lnTo>
                <a:moveTo>
                  <a:pt x="1232648" y="542354"/>
                </a:moveTo>
                <a:lnTo>
                  <a:pt x="1196605" y="559026"/>
                </a:lnTo>
                <a:moveTo>
                  <a:pt x="1553859" y="922196"/>
                </a:moveTo>
                <a:lnTo>
                  <a:pt x="1472205" y="943317"/>
                </a:lnTo>
                <a:moveTo>
                  <a:pt x="1119530" y="647765"/>
                </a:moveTo>
                <a:lnTo>
                  <a:pt x="1052570" y="726447"/>
                </a:lnTo>
                <a:moveTo>
                  <a:pt x="1777338" y="806803"/>
                </a:moveTo>
                <a:lnTo>
                  <a:pt x="1684881" y="715581"/>
                </a:lnTo>
                <a:moveTo>
                  <a:pt x="1500710" y="694459"/>
                </a:moveTo>
                <a:lnTo>
                  <a:pt x="1406803" y="756435"/>
                </a:lnTo>
                <a:moveTo>
                  <a:pt x="642277" y="492649"/>
                </a:moveTo>
                <a:lnTo>
                  <a:pt x="598102" y="552445"/>
                </a:lnTo>
                <a:moveTo>
                  <a:pt x="1875637" y="738252"/>
                </a:moveTo>
                <a:lnTo>
                  <a:pt x="1782054" y="806869"/>
                </a:lnTo>
                <a:moveTo>
                  <a:pt x="1739605" y="1161824"/>
                </a:moveTo>
                <a:lnTo>
                  <a:pt x="1736104" y="1140933"/>
                </a:lnTo>
                <a:moveTo>
                  <a:pt x="1628476" y="853908"/>
                </a:moveTo>
                <a:lnTo>
                  <a:pt x="1563693" y="903010"/>
                </a:lnTo>
                <a:moveTo>
                  <a:pt x="981843" y="736850"/>
                </a:moveTo>
                <a:lnTo>
                  <a:pt x="941031" y="832405"/>
                </a:lnTo>
                <a:moveTo>
                  <a:pt x="594136" y="719716"/>
                </a:moveTo>
                <a:lnTo>
                  <a:pt x="528920" y="673089"/>
                </a:lnTo>
                <a:moveTo>
                  <a:pt x="2133561" y="190726"/>
                </a:moveTo>
                <a:lnTo>
                  <a:pt x="2043920" y="303488"/>
                </a:lnTo>
                <a:moveTo>
                  <a:pt x="1871741" y="737635"/>
                </a:moveTo>
                <a:lnTo>
                  <a:pt x="1780605" y="800568"/>
                </a:lnTo>
                <a:moveTo>
                  <a:pt x="1875637" y="738252"/>
                </a:moveTo>
                <a:lnTo>
                  <a:pt x="1780605" y="800568"/>
                </a:lnTo>
                <a:moveTo>
                  <a:pt x="2133561" y="190726"/>
                </a:moveTo>
                <a:lnTo>
                  <a:pt x="2043351" y="304079"/>
                </a:lnTo>
                <a:moveTo>
                  <a:pt x="775610" y="598424"/>
                </a:moveTo>
                <a:lnTo>
                  <a:pt x="676108" y="520902"/>
                </a:lnTo>
                <a:moveTo>
                  <a:pt x="1515668" y="323415"/>
                </a:moveTo>
                <a:lnTo>
                  <a:pt x="1483106" y="339930"/>
                </a:lnTo>
                <a:moveTo>
                  <a:pt x="815842" y="816899"/>
                </a:moveTo>
                <a:lnTo>
                  <a:pt x="758921" y="698307"/>
                </a:lnTo>
                <a:moveTo>
                  <a:pt x="1372973" y="446376"/>
                </a:moveTo>
                <a:lnTo>
                  <a:pt x="1355235" y="449067"/>
                </a:lnTo>
                <a:moveTo>
                  <a:pt x="846431" y="725890"/>
                </a:moveTo>
                <a:lnTo>
                  <a:pt x="758921" y="698307"/>
                </a:lnTo>
                <a:moveTo>
                  <a:pt x="1651157" y="656378"/>
                </a:moveTo>
                <a:lnTo>
                  <a:pt x="1567451" y="628902"/>
                </a:lnTo>
                <a:moveTo>
                  <a:pt x="962212" y="737851"/>
                </a:moveTo>
                <a:lnTo>
                  <a:pt x="941031" y="832405"/>
                </a:lnTo>
                <a:moveTo>
                  <a:pt x="1101460" y="872561"/>
                </a:moveTo>
                <a:lnTo>
                  <a:pt x="1041818" y="876898"/>
                </a:lnTo>
                <a:moveTo>
                  <a:pt x="1495103" y="356226"/>
                </a:moveTo>
                <a:lnTo>
                  <a:pt x="1369698" y="435885"/>
                </a:lnTo>
                <a:moveTo>
                  <a:pt x="598102" y="552445"/>
                </a:moveTo>
                <a:lnTo>
                  <a:pt x="598160" y="493298"/>
                </a:lnTo>
                <a:moveTo>
                  <a:pt x="1616867" y="1196392"/>
                </a:moveTo>
                <a:lnTo>
                  <a:pt x="1469187" y="1210987"/>
                </a:lnTo>
                <a:moveTo>
                  <a:pt x="941031" y="832405"/>
                </a:moveTo>
                <a:lnTo>
                  <a:pt x="827072" y="835626"/>
                </a:lnTo>
                <a:moveTo>
                  <a:pt x="679462" y="733080"/>
                </a:moveTo>
                <a:lnTo>
                  <a:pt x="655096" y="703903"/>
                </a:lnTo>
                <a:moveTo>
                  <a:pt x="815842" y="816899"/>
                </a:moveTo>
                <a:lnTo>
                  <a:pt x="738596" y="733170"/>
                </a:lnTo>
                <a:moveTo>
                  <a:pt x="1567451" y="628902"/>
                </a:moveTo>
                <a:lnTo>
                  <a:pt x="1500789" y="694376"/>
                </a:lnTo>
                <a:moveTo>
                  <a:pt x="1495103" y="356226"/>
                </a:moveTo>
                <a:lnTo>
                  <a:pt x="1483106" y="339930"/>
                </a:lnTo>
                <a:moveTo>
                  <a:pt x="1887828" y="393796"/>
                </a:moveTo>
                <a:lnTo>
                  <a:pt x="1886251" y="395583"/>
                </a:lnTo>
                <a:moveTo>
                  <a:pt x="957065" y="858543"/>
                </a:moveTo>
                <a:lnTo>
                  <a:pt x="827072" y="835626"/>
                </a:lnTo>
                <a:moveTo>
                  <a:pt x="1887953" y="394831"/>
                </a:moveTo>
                <a:lnTo>
                  <a:pt x="1887828" y="393796"/>
                </a:lnTo>
                <a:moveTo>
                  <a:pt x="2164842" y="753821"/>
                </a:moveTo>
                <a:lnTo>
                  <a:pt x="2101642" y="869817"/>
                </a:lnTo>
                <a:moveTo>
                  <a:pt x="2165053" y="753866"/>
                </a:moveTo>
                <a:lnTo>
                  <a:pt x="2101642" y="869817"/>
                </a:lnTo>
                <a:moveTo>
                  <a:pt x="1886897" y="389950"/>
                </a:moveTo>
                <a:lnTo>
                  <a:pt x="1887828" y="393796"/>
                </a:lnTo>
                <a:moveTo>
                  <a:pt x="1887953" y="394831"/>
                </a:moveTo>
                <a:lnTo>
                  <a:pt x="1886251" y="395583"/>
                </a:lnTo>
                <a:moveTo>
                  <a:pt x="1196605" y="559026"/>
                </a:moveTo>
                <a:lnTo>
                  <a:pt x="1127866" y="642584"/>
                </a:lnTo>
                <a:moveTo>
                  <a:pt x="1875637" y="738252"/>
                </a:moveTo>
                <a:lnTo>
                  <a:pt x="1887960" y="828068"/>
                </a:lnTo>
                <a:moveTo>
                  <a:pt x="1553859" y="922196"/>
                </a:moveTo>
                <a:lnTo>
                  <a:pt x="1432805" y="1000346"/>
                </a:lnTo>
                <a:moveTo>
                  <a:pt x="1887953" y="394831"/>
                </a:moveTo>
                <a:lnTo>
                  <a:pt x="1886897" y="389950"/>
                </a:lnTo>
                <a:moveTo>
                  <a:pt x="1809039" y="552936"/>
                </a:moveTo>
                <a:lnTo>
                  <a:pt x="1722484" y="550275"/>
                </a:lnTo>
                <a:moveTo>
                  <a:pt x="1876503" y="739287"/>
                </a:moveTo>
                <a:lnTo>
                  <a:pt x="1887960" y="828068"/>
                </a:lnTo>
                <a:moveTo>
                  <a:pt x="1755175" y="265561"/>
                </a:moveTo>
                <a:lnTo>
                  <a:pt x="1734545" y="203856"/>
                </a:lnTo>
                <a:moveTo>
                  <a:pt x="1771168" y="1124135"/>
                </a:moveTo>
                <a:lnTo>
                  <a:pt x="1739605" y="1161824"/>
                </a:lnTo>
                <a:moveTo>
                  <a:pt x="1601503" y="332342"/>
                </a:moveTo>
                <a:lnTo>
                  <a:pt x="1581604" y="264264"/>
                </a:lnTo>
                <a:moveTo>
                  <a:pt x="1924207" y="857724"/>
                </a:moveTo>
                <a:lnTo>
                  <a:pt x="1852817" y="934355"/>
                </a:lnTo>
                <a:moveTo>
                  <a:pt x="1669094" y="258774"/>
                </a:moveTo>
                <a:lnTo>
                  <a:pt x="1666982" y="259052"/>
                </a:lnTo>
                <a:moveTo>
                  <a:pt x="1887960" y="828068"/>
                </a:moveTo>
                <a:lnTo>
                  <a:pt x="1924207" y="857724"/>
                </a:lnTo>
                <a:moveTo>
                  <a:pt x="1924207" y="857724"/>
                </a:moveTo>
                <a:lnTo>
                  <a:pt x="1855072" y="935652"/>
                </a:lnTo>
                <a:moveTo>
                  <a:pt x="1667716" y="260185"/>
                </a:moveTo>
                <a:lnTo>
                  <a:pt x="1666982" y="259052"/>
                </a:lnTo>
                <a:moveTo>
                  <a:pt x="1763829" y="719100"/>
                </a:moveTo>
                <a:lnTo>
                  <a:pt x="1690027" y="592669"/>
                </a:lnTo>
                <a:moveTo>
                  <a:pt x="1703715" y="1196494"/>
                </a:moveTo>
                <a:lnTo>
                  <a:pt x="1736104" y="1140933"/>
                </a:lnTo>
                <a:moveTo>
                  <a:pt x="1192232" y="838491"/>
                </a:moveTo>
                <a:lnTo>
                  <a:pt x="1141688" y="859243"/>
                </a:lnTo>
                <a:moveTo>
                  <a:pt x="1669094" y="258774"/>
                </a:moveTo>
                <a:lnTo>
                  <a:pt x="1667716" y="260185"/>
                </a:lnTo>
                <a:moveTo>
                  <a:pt x="846431" y="725890"/>
                </a:moveTo>
                <a:lnTo>
                  <a:pt x="775610" y="598424"/>
                </a:lnTo>
                <a:moveTo>
                  <a:pt x="1873213" y="287822"/>
                </a:moveTo>
                <a:lnTo>
                  <a:pt x="1819506" y="220391"/>
                </a:lnTo>
                <a:moveTo>
                  <a:pt x="2043920" y="303488"/>
                </a:moveTo>
                <a:lnTo>
                  <a:pt x="2043351" y="304079"/>
                </a:lnTo>
                <a:moveTo>
                  <a:pt x="1041818" y="876898"/>
                </a:moveTo>
                <a:lnTo>
                  <a:pt x="957065" y="858543"/>
                </a:lnTo>
                <a:moveTo>
                  <a:pt x="1887828" y="393796"/>
                </a:moveTo>
                <a:lnTo>
                  <a:pt x="1873213" y="287822"/>
                </a:lnTo>
                <a:moveTo>
                  <a:pt x="1690027" y="592669"/>
                </a:moveTo>
                <a:lnTo>
                  <a:pt x="1651157" y="656378"/>
                </a:lnTo>
                <a:moveTo>
                  <a:pt x="1667758" y="811543"/>
                </a:moveTo>
                <a:lnTo>
                  <a:pt x="1563693" y="903010"/>
                </a:lnTo>
                <a:moveTo>
                  <a:pt x="981843" y="736850"/>
                </a:moveTo>
                <a:lnTo>
                  <a:pt x="962212" y="737851"/>
                </a:lnTo>
                <a:moveTo>
                  <a:pt x="1886897" y="389950"/>
                </a:moveTo>
                <a:lnTo>
                  <a:pt x="1873213" y="287822"/>
                </a:lnTo>
                <a:moveTo>
                  <a:pt x="1362787" y="778509"/>
                </a:moveTo>
                <a:lnTo>
                  <a:pt x="1343999" y="788311"/>
                </a:lnTo>
                <a:moveTo>
                  <a:pt x="1141688" y="859243"/>
                </a:moveTo>
                <a:lnTo>
                  <a:pt x="1041818" y="876898"/>
                </a:lnTo>
                <a:moveTo>
                  <a:pt x="1362787" y="778509"/>
                </a:moveTo>
                <a:lnTo>
                  <a:pt x="1347248" y="785883"/>
                </a:lnTo>
                <a:moveTo>
                  <a:pt x="1684881" y="715581"/>
                </a:moveTo>
                <a:lnTo>
                  <a:pt x="1667758" y="811543"/>
                </a:lnTo>
                <a:moveTo>
                  <a:pt x="1809480" y="1043485"/>
                </a:moveTo>
                <a:lnTo>
                  <a:pt x="1835658" y="1073551"/>
                </a:lnTo>
                <a:moveTo>
                  <a:pt x="567847" y="706661"/>
                </a:moveTo>
                <a:lnTo>
                  <a:pt x="528920" y="673089"/>
                </a:lnTo>
                <a:moveTo>
                  <a:pt x="1515668" y="323415"/>
                </a:moveTo>
                <a:lnTo>
                  <a:pt x="1495103" y="356226"/>
                </a:lnTo>
                <a:moveTo>
                  <a:pt x="981843" y="736850"/>
                </a:moveTo>
                <a:lnTo>
                  <a:pt x="971468" y="733101"/>
                </a:lnTo>
                <a:moveTo>
                  <a:pt x="1690027" y="592669"/>
                </a:moveTo>
                <a:lnTo>
                  <a:pt x="1684881" y="715581"/>
                </a:lnTo>
                <a:moveTo>
                  <a:pt x="758014" y="564052"/>
                </a:moveTo>
                <a:lnTo>
                  <a:pt x="676108" y="520902"/>
                </a:lnTo>
                <a:moveTo>
                  <a:pt x="1119530" y="647765"/>
                </a:moveTo>
                <a:lnTo>
                  <a:pt x="981843" y="736850"/>
                </a:lnTo>
                <a:moveTo>
                  <a:pt x="1886251" y="395583"/>
                </a:moveTo>
                <a:lnTo>
                  <a:pt x="1827026" y="508986"/>
                </a:lnTo>
                <a:moveTo>
                  <a:pt x="1809039" y="552936"/>
                </a:moveTo>
                <a:lnTo>
                  <a:pt x="1690027" y="592669"/>
                </a:lnTo>
                <a:moveTo>
                  <a:pt x="1500710" y="694459"/>
                </a:moveTo>
                <a:lnTo>
                  <a:pt x="1362787" y="778509"/>
                </a:lnTo>
                <a:moveTo>
                  <a:pt x="1444781" y="425677"/>
                </a:moveTo>
                <a:lnTo>
                  <a:pt x="1369698" y="435885"/>
                </a:lnTo>
                <a:moveTo>
                  <a:pt x="1887953" y="394831"/>
                </a:moveTo>
                <a:lnTo>
                  <a:pt x="1827026" y="508986"/>
                </a:lnTo>
                <a:moveTo>
                  <a:pt x="1141688" y="859243"/>
                </a:moveTo>
                <a:lnTo>
                  <a:pt x="1052216" y="870954"/>
                </a:lnTo>
                <a:moveTo>
                  <a:pt x="962212" y="737851"/>
                </a:moveTo>
                <a:lnTo>
                  <a:pt x="846431" y="725890"/>
                </a:lnTo>
                <a:moveTo>
                  <a:pt x="1478690" y="1035251"/>
                </a:moveTo>
                <a:lnTo>
                  <a:pt x="1432805" y="1000346"/>
                </a:lnTo>
                <a:moveTo>
                  <a:pt x="758014" y="564052"/>
                </a:moveTo>
                <a:lnTo>
                  <a:pt x="775610" y="598424"/>
                </a:lnTo>
                <a:moveTo>
                  <a:pt x="962212" y="737851"/>
                </a:moveTo>
                <a:lnTo>
                  <a:pt x="827072" y="835626"/>
                </a:lnTo>
                <a:moveTo>
                  <a:pt x="846431" y="725890"/>
                </a:moveTo>
                <a:lnTo>
                  <a:pt x="815842" y="816899"/>
                </a:lnTo>
                <a:moveTo>
                  <a:pt x="1563693" y="903010"/>
                </a:moveTo>
                <a:lnTo>
                  <a:pt x="1549381" y="915130"/>
                </a:lnTo>
                <a:moveTo>
                  <a:pt x="1355235" y="449067"/>
                </a:moveTo>
                <a:lnTo>
                  <a:pt x="1288025" y="519314"/>
                </a:lnTo>
                <a:moveTo>
                  <a:pt x="971468" y="733101"/>
                </a:moveTo>
                <a:lnTo>
                  <a:pt x="962212" y="737851"/>
                </a:lnTo>
                <a:moveTo>
                  <a:pt x="815842" y="816899"/>
                </a:moveTo>
                <a:lnTo>
                  <a:pt x="827072" y="835626"/>
                </a:lnTo>
                <a:moveTo>
                  <a:pt x="1781862" y="618751"/>
                </a:moveTo>
                <a:lnTo>
                  <a:pt x="1690027" y="592669"/>
                </a:lnTo>
                <a:moveTo>
                  <a:pt x="846431" y="725890"/>
                </a:moveTo>
                <a:lnTo>
                  <a:pt x="827072" y="835626"/>
                </a:lnTo>
                <a:moveTo>
                  <a:pt x="1553859" y="922196"/>
                </a:moveTo>
                <a:lnTo>
                  <a:pt x="1549381" y="915130"/>
                </a:lnTo>
                <a:moveTo>
                  <a:pt x="1703715" y="1196494"/>
                </a:moveTo>
                <a:lnTo>
                  <a:pt x="1616867" y="1196392"/>
                </a:lnTo>
                <a:moveTo>
                  <a:pt x="1835658" y="1073551"/>
                </a:moveTo>
                <a:lnTo>
                  <a:pt x="1771168" y="1124135"/>
                </a:lnTo>
                <a:moveTo>
                  <a:pt x="1489802" y="1031447"/>
                </a:moveTo>
                <a:lnTo>
                  <a:pt x="1432805" y="1000346"/>
                </a:lnTo>
                <a:moveTo>
                  <a:pt x="676108" y="520902"/>
                </a:moveTo>
                <a:lnTo>
                  <a:pt x="642277" y="492649"/>
                </a:lnTo>
                <a:moveTo>
                  <a:pt x="1763829" y="719100"/>
                </a:moveTo>
                <a:lnTo>
                  <a:pt x="1684881" y="715581"/>
                </a:lnTo>
                <a:moveTo>
                  <a:pt x="1347248" y="785883"/>
                </a:moveTo>
                <a:lnTo>
                  <a:pt x="1343999" y="788311"/>
                </a:lnTo>
                <a:moveTo>
                  <a:pt x="1478690" y="1035251"/>
                </a:moveTo>
                <a:lnTo>
                  <a:pt x="1398160" y="1073087"/>
                </a:lnTo>
                <a:moveTo>
                  <a:pt x="1871741" y="737635"/>
                </a:moveTo>
                <a:lnTo>
                  <a:pt x="1763829" y="719100"/>
                </a:lnTo>
                <a:moveTo>
                  <a:pt x="738596" y="733170"/>
                </a:moveTo>
                <a:lnTo>
                  <a:pt x="679462" y="733080"/>
                </a:lnTo>
                <a:moveTo>
                  <a:pt x="1343999" y="788311"/>
                </a:moveTo>
                <a:lnTo>
                  <a:pt x="1192232" y="838491"/>
                </a:lnTo>
                <a:moveTo>
                  <a:pt x="567847" y="706661"/>
                </a:moveTo>
                <a:lnTo>
                  <a:pt x="527188" y="570590"/>
                </a:lnTo>
                <a:moveTo>
                  <a:pt x="1684881" y="715581"/>
                </a:moveTo>
                <a:lnTo>
                  <a:pt x="1651157" y="656378"/>
                </a:lnTo>
                <a:moveTo>
                  <a:pt x="1288025" y="519314"/>
                </a:moveTo>
                <a:lnTo>
                  <a:pt x="1232648" y="542354"/>
                </a:lnTo>
                <a:moveTo>
                  <a:pt x="2133561" y="190726"/>
                </a:moveTo>
                <a:lnTo>
                  <a:pt x="2109882" y="225247"/>
                </a:lnTo>
                <a:moveTo>
                  <a:pt x="1563693" y="903010"/>
                </a:moveTo>
                <a:lnTo>
                  <a:pt x="1553859" y="922196"/>
                </a:lnTo>
                <a:moveTo>
                  <a:pt x="1127866" y="642584"/>
                </a:moveTo>
                <a:lnTo>
                  <a:pt x="1119530" y="647765"/>
                </a:lnTo>
                <a:moveTo>
                  <a:pt x="1343999" y="788311"/>
                </a:moveTo>
                <a:lnTo>
                  <a:pt x="1337744" y="787199"/>
                </a:lnTo>
                <a:moveTo>
                  <a:pt x="1781862" y="618751"/>
                </a:moveTo>
                <a:lnTo>
                  <a:pt x="1763829" y="719100"/>
                </a:lnTo>
                <a:moveTo>
                  <a:pt x="1500710" y="694459"/>
                </a:moveTo>
                <a:lnTo>
                  <a:pt x="1347248" y="785883"/>
                </a:lnTo>
                <a:moveTo>
                  <a:pt x="1347248" y="785883"/>
                </a:moveTo>
                <a:lnTo>
                  <a:pt x="1337744" y="787199"/>
                </a:lnTo>
                <a:moveTo>
                  <a:pt x="1881661" y="982295"/>
                </a:moveTo>
                <a:lnTo>
                  <a:pt x="1851784" y="937142"/>
                </a:lnTo>
                <a:moveTo>
                  <a:pt x="1444781" y="425677"/>
                </a:moveTo>
                <a:lnTo>
                  <a:pt x="1372973" y="446376"/>
                </a:lnTo>
                <a:moveTo>
                  <a:pt x="1337744" y="787199"/>
                </a:moveTo>
                <a:lnTo>
                  <a:pt x="1192232" y="838491"/>
                </a:lnTo>
                <a:moveTo>
                  <a:pt x="1881661" y="982295"/>
                </a:moveTo>
                <a:lnTo>
                  <a:pt x="1855072" y="935652"/>
                </a:lnTo>
                <a:moveTo>
                  <a:pt x="594136" y="719716"/>
                </a:moveTo>
                <a:lnTo>
                  <a:pt x="567847" y="706661"/>
                </a:lnTo>
                <a:moveTo>
                  <a:pt x="1500789" y="694376"/>
                </a:moveTo>
                <a:lnTo>
                  <a:pt x="1500710" y="694459"/>
                </a:lnTo>
                <a:moveTo>
                  <a:pt x="1588115" y="690318"/>
                </a:moveTo>
                <a:lnTo>
                  <a:pt x="1567451" y="628902"/>
                </a:lnTo>
                <a:moveTo>
                  <a:pt x="1827026" y="508986"/>
                </a:moveTo>
                <a:lnTo>
                  <a:pt x="1809039" y="552936"/>
                </a:lnTo>
                <a:moveTo>
                  <a:pt x="1819506" y="220391"/>
                </a:moveTo>
                <a:lnTo>
                  <a:pt x="1755175" y="265561"/>
                </a:lnTo>
                <a:moveTo>
                  <a:pt x="1116250" y="654068"/>
                </a:moveTo>
                <a:lnTo>
                  <a:pt x="1119530" y="647765"/>
                </a:lnTo>
                <a:moveTo>
                  <a:pt x="1875637" y="738252"/>
                </a:moveTo>
                <a:lnTo>
                  <a:pt x="1871741" y="737635"/>
                </a:lnTo>
                <a:moveTo>
                  <a:pt x="1881661" y="982295"/>
                </a:moveTo>
                <a:lnTo>
                  <a:pt x="1809480" y="1043485"/>
                </a:lnTo>
                <a:moveTo>
                  <a:pt x="598160" y="493298"/>
                </a:moveTo>
                <a:lnTo>
                  <a:pt x="527188" y="570590"/>
                </a:lnTo>
                <a:moveTo>
                  <a:pt x="1616867" y="1196392"/>
                </a:moveTo>
                <a:lnTo>
                  <a:pt x="1559002" y="1185246"/>
                </a:lnTo>
                <a:moveTo>
                  <a:pt x="1469187" y="1210987"/>
                </a:moveTo>
                <a:lnTo>
                  <a:pt x="1454357" y="1144908"/>
                </a:lnTo>
                <a:moveTo>
                  <a:pt x="1874955" y="735335"/>
                </a:moveTo>
                <a:lnTo>
                  <a:pt x="1871741" y="737635"/>
                </a:lnTo>
                <a:moveTo>
                  <a:pt x="1874955" y="735335"/>
                </a:moveTo>
                <a:lnTo>
                  <a:pt x="1875637" y="738252"/>
                </a:lnTo>
                <a:moveTo>
                  <a:pt x="1876503" y="739287"/>
                </a:moveTo>
                <a:lnTo>
                  <a:pt x="1875637" y="738252"/>
                </a:lnTo>
                <a:moveTo>
                  <a:pt x="1739605" y="1161824"/>
                </a:moveTo>
                <a:lnTo>
                  <a:pt x="1703715" y="1196494"/>
                </a:lnTo>
                <a:moveTo>
                  <a:pt x="830546" y="633035"/>
                </a:moveTo>
                <a:lnTo>
                  <a:pt x="775610" y="598424"/>
                </a:lnTo>
                <a:moveTo>
                  <a:pt x="1871998" y="1002469"/>
                </a:moveTo>
                <a:lnTo>
                  <a:pt x="1809480" y="1043485"/>
                </a:lnTo>
                <a:moveTo>
                  <a:pt x="1876503" y="739287"/>
                </a:moveTo>
                <a:lnTo>
                  <a:pt x="1874955" y="735335"/>
                </a:lnTo>
                <a:moveTo>
                  <a:pt x="1601503" y="332342"/>
                </a:moveTo>
                <a:lnTo>
                  <a:pt x="1666982" y="259052"/>
                </a:lnTo>
                <a:moveTo>
                  <a:pt x="1127866" y="642584"/>
                </a:moveTo>
                <a:lnTo>
                  <a:pt x="1116250" y="654068"/>
                </a:lnTo>
                <a:moveTo>
                  <a:pt x="1887953" y="394831"/>
                </a:moveTo>
                <a:lnTo>
                  <a:pt x="1849112" y="525994"/>
                </a:lnTo>
                <a:moveTo>
                  <a:pt x="1216878" y="623844"/>
                </a:moveTo>
                <a:lnTo>
                  <a:pt x="1196605" y="559026"/>
                </a:lnTo>
                <a:moveTo>
                  <a:pt x="1755175" y="265561"/>
                </a:moveTo>
                <a:lnTo>
                  <a:pt x="1669094" y="258774"/>
                </a:lnTo>
                <a:moveTo>
                  <a:pt x="1809039" y="552936"/>
                </a:moveTo>
                <a:lnTo>
                  <a:pt x="1781862" y="618751"/>
                </a:lnTo>
                <a:moveTo>
                  <a:pt x="1601503" y="332342"/>
                </a:moveTo>
                <a:lnTo>
                  <a:pt x="1515668" y="323415"/>
                </a:lnTo>
                <a:moveTo>
                  <a:pt x="1755175" y="265561"/>
                </a:moveTo>
                <a:lnTo>
                  <a:pt x="1667716" y="260185"/>
                </a:lnTo>
                <a:moveTo>
                  <a:pt x="1667716" y="260185"/>
                </a:moveTo>
                <a:lnTo>
                  <a:pt x="1601503" y="332342"/>
                </a:lnTo>
                <a:moveTo>
                  <a:pt x="1141688" y="859243"/>
                </a:moveTo>
                <a:lnTo>
                  <a:pt x="1080381" y="778821"/>
                </a:lnTo>
                <a:moveTo>
                  <a:pt x="1876503" y="739287"/>
                </a:moveTo>
                <a:lnTo>
                  <a:pt x="1924207" y="857724"/>
                </a:lnTo>
                <a:moveTo>
                  <a:pt x="679462" y="733080"/>
                </a:moveTo>
                <a:lnTo>
                  <a:pt x="594136" y="719716"/>
                </a:lnTo>
                <a:moveTo>
                  <a:pt x="1495103" y="356226"/>
                </a:moveTo>
                <a:lnTo>
                  <a:pt x="1444781" y="425677"/>
                </a:lnTo>
                <a:moveTo>
                  <a:pt x="1162330" y="790119"/>
                </a:moveTo>
                <a:lnTo>
                  <a:pt x="1141688" y="859243"/>
                </a:lnTo>
                <a:moveTo>
                  <a:pt x="1819506" y="220391"/>
                </a:moveTo>
                <a:lnTo>
                  <a:pt x="1794947" y="303418"/>
                </a:lnTo>
                <a:moveTo>
                  <a:pt x="1248755" y="571944"/>
                </a:moveTo>
                <a:lnTo>
                  <a:pt x="1232648" y="542354"/>
                </a:lnTo>
                <a:moveTo>
                  <a:pt x="1409395" y="480059"/>
                </a:moveTo>
                <a:lnTo>
                  <a:pt x="1372973" y="446376"/>
                </a:lnTo>
                <a:moveTo>
                  <a:pt x="1052216" y="870954"/>
                </a:moveTo>
                <a:lnTo>
                  <a:pt x="1041818" y="876898"/>
                </a:lnTo>
                <a:moveTo>
                  <a:pt x="815842" y="816899"/>
                </a:moveTo>
                <a:lnTo>
                  <a:pt x="679462" y="733080"/>
                </a:lnTo>
                <a:moveTo>
                  <a:pt x="1559002" y="1185246"/>
                </a:moveTo>
                <a:lnTo>
                  <a:pt x="1469187" y="1210987"/>
                </a:lnTo>
                <a:moveTo>
                  <a:pt x="1667758" y="811543"/>
                </a:moveTo>
                <a:lnTo>
                  <a:pt x="1633713" y="842471"/>
                </a:lnTo>
                <a:moveTo>
                  <a:pt x="675544" y="727239"/>
                </a:moveTo>
                <a:lnTo>
                  <a:pt x="594136" y="719716"/>
                </a:lnTo>
                <a:moveTo>
                  <a:pt x="1601503" y="332342"/>
                </a:moveTo>
                <a:lnTo>
                  <a:pt x="1495103" y="356226"/>
                </a:lnTo>
                <a:moveTo>
                  <a:pt x="2109882" y="225247"/>
                </a:moveTo>
                <a:lnTo>
                  <a:pt x="2043351" y="304079"/>
                </a:lnTo>
                <a:moveTo>
                  <a:pt x="1886897" y="389950"/>
                </a:moveTo>
                <a:lnTo>
                  <a:pt x="1794947" y="303418"/>
                </a:lnTo>
                <a:moveTo>
                  <a:pt x="1057670" y="738836"/>
                </a:moveTo>
                <a:lnTo>
                  <a:pt x="981843" y="736850"/>
                </a:lnTo>
                <a:moveTo>
                  <a:pt x="962212" y="737851"/>
                </a:moveTo>
                <a:lnTo>
                  <a:pt x="835730" y="643690"/>
                </a:lnTo>
                <a:moveTo>
                  <a:pt x="1855072" y="935652"/>
                </a:moveTo>
                <a:lnTo>
                  <a:pt x="1865315" y="880037"/>
                </a:lnTo>
                <a:moveTo>
                  <a:pt x="846431" y="725890"/>
                </a:moveTo>
                <a:lnTo>
                  <a:pt x="830546" y="633035"/>
                </a:lnTo>
                <a:moveTo>
                  <a:pt x="835730" y="643690"/>
                </a:moveTo>
                <a:lnTo>
                  <a:pt x="846431" y="725890"/>
                </a:lnTo>
                <a:moveTo>
                  <a:pt x="1553859" y="922196"/>
                </a:moveTo>
                <a:lnTo>
                  <a:pt x="1489802" y="1031447"/>
                </a:lnTo>
                <a:moveTo>
                  <a:pt x="1041818" y="876898"/>
                </a:moveTo>
                <a:lnTo>
                  <a:pt x="1027999" y="872875"/>
                </a:lnTo>
                <a:moveTo>
                  <a:pt x="1373915" y="527765"/>
                </a:moveTo>
                <a:lnTo>
                  <a:pt x="1355235" y="449067"/>
                </a:lnTo>
                <a:moveTo>
                  <a:pt x="971468" y="733101"/>
                </a:moveTo>
                <a:lnTo>
                  <a:pt x="835730" y="643690"/>
                </a:lnTo>
                <a:moveTo>
                  <a:pt x="1827026" y="508986"/>
                </a:moveTo>
                <a:lnTo>
                  <a:pt x="1849112" y="525994"/>
                </a:lnTo>
                <a:moveTo>
                  <a:pt x="1553901" y="1168315"/>
                </a:moveTo>
                <a:lnTo>
                  <a:pt x="1469187" y="1210987"/>
                </a:lnTo>
                <a:moveTo>
                  <a:pt x="1216878" y="623844"/>
                </a:moveTo>
                <a:lnTo>
                  <a:pt x="1232648" y="542354"/>
                </a:lnTo>
                <a:moveTo>
                  <a:pt x="1739605" y="1161824"/>
                </a:moveTo>
                <a:lnTo>
                  <a:pt x="1746876" y="1187399"/>
                </a:lnTo>
                <a:moveTo>
                  <a:pt x="1849112" y="525994"/>
                </a:moveTo>
                <a:lnTo>
                  <a:pt x="1809039" y="552936"/>
                </a:lnTo>
                <a:moveTo>
                  <a:pt x="1886897" y="389950"/>
                </a:moveTo>
                <a:lnTo>
                  <a:pt x="1832127" y="351854"/>
                </a:lnTo>
                <a:moveTo>
                  <a:pt x="1826467" y="1095540"/>
                </a:moveTo>
                <a:lnTo>
                  <a:pt x="1771168" y="1124135"/>
                </a:lnTo>
                <a:moveTo>
                  <a:pt x="1873213" y="287822"/>
                </a:moveTo>
                <a:lnTo>
                  <a:pt x="1794947" y="303418"/>
                </a:lnTo>
                <a:moveTo>
                  <a:pt x="1052216" y="870954"/>
                </a:moveTo>
                <a:lnTo>
                  <a:pt x="1027999" y="872875"/>
                </a:lnTo>
                <a:moveTo>
                  <a:pt x="1057670" y="738836"/>
                </a:moveTo>
                <a:lnTo>
                  <a:pt x="971468" y="733101"/>
                </a:lnTo>
                <a:moveTo>
                  <a:pt x="1057670" y="738836"/>
                </a:moveTo>
                <a:lnTo>
                  <a:pt x="1119530" y="647765"/>
                </a:lnTo>
                <a:moveTo>
                  <a:pt x="878383" y="866843"/>
                </a:moveTo>
                <a:lnTo>
                  <a:pt x="815842" y="816899"/>
                </a:lnTo>
                <a:moveTo>
                  <a:pt x="815842" y="816899"/>
                </a:moveTo>
                <a:lnTo>
                  <a:pt x="789419" y="745673"/>
                </a:lnTo>
                <a:moveTo>
                  <a:pt x="1887953" y="394831"/>
                </a:moveTo>
                <a:lnTo>
                  <a:pt x="1865386" y="429738"/>
                </a:lnTo>
                <a:moveTo>
                  <a:pt x="1886897" y="389950"/>
                </a:moveTo>
                <a:lnTo>
                  <a:pt x="1865386" y="429738"/>
                </a:lnTo>
                <a:moveTo>
                  <a:pt x="559508" y="615463"/>
                </a:moveTo>
                <a:lnTo>
                  <a:pt x="527188" y="570590"/>
                </a:lnTo>
                <a:moveTo>
                  <a:pt x="1719096" y="300305"/>
                </a:moveTo>
                <a:lnTo>
                  <a:pt x="1667716" y="260185"/>
                </a:lnTo>
                <a:moveTo>
                  <a:pt x="1566441" y="389420"/>
                </a:moveTo>
                <a:lnTo>
                  <a:pt x="1495103" y="356226"/>
                </a:lnTo>
                <a:moveTo>
                  <a:pt x="1849112" y="525994"/>
                </a:moveTo>
                <a:lnTo>
                  <a:pt x="1781862" y="618751"/>
                </a:lnTo>
                <a:moveTo>
                  <a:pt x="1252138" y="795639"/>
                </a:moveTo>
                <a:lnTo>
                  <a:pt x="1192232" y="838491"/>
                </a:lnTo>
                <a:moveTo>
                  <a:pt x="878383" y="866843"/>
                </a:moveTo>
                <a:lnTo>
                  <a:pt x="827072" y="835626"/>
                </a:lnTo>
                <a:moveTo>
                  <a:pt x="1373915" y="527765"/>
                </a:moveTo>
                <a:lnTo>
                  <a:pt x="1372973" y="446376"/>
                </a:lnTo>
                <a:moveTo>
                  <a:pt x="830546" y="633035"/>
                </a:moveTo>
                <a:lnTo>
                  <a:pt x="758014" y="564052"/>
                </a:lnTo>
                <a:moveTo>
                  <a:pt x="1337744" y="787199"/>
                </a:moveTo>
                <a:lnTo>
                  <a:pt x="1252138" y="795639"/>
                </a:lnTo>
                <a:moveTo>
                  <a:pt x="1633713" y="842471"/>
                </a:moveTo>
                <a:lnTo>
                  <a:pt x="1563693" y="903010"/>
                </a:lnTo>
                <a:moveTo>
                  <a:pt x="1651157" y="656378"/>
                </a:moveTo>
                <a:lnTo>
                  <a:pt x="1588115" y="690318"/>
                </a:lnTo>
                <a:moveTo>
                  <a:pt x="1857764" y="650361"/>
                </a:moveTo>
                <a:lnTo>
                  <a:pt x="1763829" y="719100"/>
                </a:lnTo>
                <a:moveTo>
                  <a:pt x="1633713" y="842471"/>
                </a:moveTo>
                <a:lnTo>
                  <a:pt x="1553859" y="922196"/>
                </a:lnTo>
                <a:moveTo>
                  <a:pt x="1684881" y="715581"/>
                </a:moveTo>
                <a:lnTo>
                  <a:pt x="1633713" y="842471"/>
                </a:lnTo>
                <a:moveTo>
                  <a:pt x="642277" y="492649"/>
                </a:moveTo>
                <a:lnTo>
                  <a:pt x="598160" y="493298"/>
                </a:lnTo>
                <a:moveTo>
                  <a:pt x="1192232" y="838491"/>
                </a:moveTo>
                <a:lnTo>
                  <a:pt x="1162330" y="790119"/>
                </a:lnTo>
                <a:moveTo>
                  <a:pt x="704146" y="529129"/>
                </a:moveTo>
                <a:lnTo>
                  <a:pt x="676108" y="520902"/>
                </a:lnTo>
                <a:moveTo>
                  <a:pt x="1489802" y="1031447"/>
                </a:moveTo>
                <a:lnTo>
                  <a:pt x="1478690" y="1035251"/>
                </a:lnTo>
                <a:moveTo>
                  <a:pt x="1116250" y="654068"/>
                </a:moveTo>
                <a:lnTo>
                  <a:pt x="1057670" y="738836"/>
                </a:lnTo>
                <a:moveTo>
                  <a:pt x="1485257" y="1040093"/>
                </a:moveTo>
                <a:lnTo>
                  <a:pt x="1478690" y="1035251"/>
                </a:lnTo>
                <a:moveTo>
                  <a:pt x="1588115" y="690318"/>
                </a:moveTo>
                <a:lnTo>
                  <a:pt x="1500789" y="694376"/>
                </a:lnTo>
                <a:moveTo>
                  <a:pt x="1288025" y="519314"/>
                </a:moveTo>
                <a:lnTo>
                  <a:pt x="1248755" y="571944"/>
                </a:lnTo>
                <a:moveTo>
                  <a:pt x="675544" y="727239"/>
                </a:moveTo>
                <a:lnTo>
                  <a:pt x="567847" y="706661"/>
                </a:lnTo>
                <a:moveTo>
                  <a:pt x="1485257" y="1040093"/>
                </a:moveTo>
                <a:lnTo>
                  <a:pt x="1454357" y="1144908"/>
                </a:lnTo>
                <a:moveTo>
                  <a:pt x="1216878" y="623844"/>
                </a:moveTo>
                <a:lnTo>
                  <a:pt x="1127866" y="642584"/>
                </a:lnTo>
                <a:moveTo>
                  <a:pt x="1703715" y="1196494"/>
                </a:moveTo>
                <a:lnTo>
                  <a:pt x="1559002" y="1185246"/>
                </a:lnTo>
                <a:moveTo>
                  <a:pt x="1826467" y="1095540"/>
                </a:moveTo>
                <a:lnTo>
                  <a:pt x="1739605" y="1161824"/>
                </a:lnTo>
                <a:moveTo>
                  <a:pt x="1116250" y="654068"/>
                </a:moveTo>
                <a:lnTo>
                  <a:pt x="1080381" y="778821"/>
                </a:lnTo>
                <a:moveTo>
                  <a:pt x="1435807" y="714689"/>
                </a:moveTo>
                <a:lnTo>
                  <a:pt x="1347248" y="785883"/>
                </a:lnTo>
                <a:moveTo>
                  <a:pt x="1528710" y="451208"/>
                </a:moveTo>
                <a:lnTo>
                  <a:pt x="1495103" y="356226"/>
                </a:lnTo>
                <a:moveTo>
                  <a:pt x="1489802" y="1031447"/>
                </a:moveTo>
                <a:lnTo>
                  <a:pt x="1485257" y="1040093"/>
                </a:lnTo>
                <a:moveTo>
                  <a:pt x="1857764" y="650361"/>
                </a:moveTo>
                <a:lnTo>
                  <a:pt x="1871741" y="737635"/>
                </a:lnTo>
                <a:moveTo>
                  <a:pt x="1651157" y="656378"/>
                </a:moveTo>
                <a:lnTo>
                  <a:pt x="1631566" y="739828"/>
                </a:lnTo>
                <a:moveTo>
                  <a:pt x="1080381" y="778821"/>
                </a:moveTo>
                <a:lnTo>
                  <a:pt x="1052216" y="870954"/>
                </a:lnTo>
                <a:moveTo>
                  <a:pt x="1162330" y="790119"/>
                </a:moveTo>
                <a:lnTo>
                  <a:pt x="1116250" y="654068"/>
                </a:lnTo>
                <a:moveTo>
                  <a:pt x="1688273" y="333129"/>
                </a:moveTo>
                <a:lnTo>
                  <a:pt x="1667716" y="260185"/>
                </a:lnTo>
                <a:moveTo>
                  <a:pt x="1746876" y="1187399"/>
                </a:moveTo>
                <a:lnTo>
                  <a:pt x="1703715" y="1196494"/>
                </a:lnTo>
                <a:moveTo>
                  <a:pt x="1500710" y="694459"/>
                </a:moveTo>
                <a:lnTo>
                  <a:pt x="1435807" y="714689"/>
                </a:lnTo>
                <a:moveTo>
                  <a:pt x="1874955" y="735335"/>
                </a:moveTo>
                <a:lnTo>
                  <a:pt x="1857764" y="650361"/>
                </a:lnTo>
                <a:moveTo>
                  <a:pt x="971468" y="733101"/>
                </a:moveTo>
                <a:lnTo>
                  <a:pt x="915405" y="706266"/>
                </a:lnTo>
                <a:moveTo>
                  <a:pt x="1444781" y="425677"/>
                </a:moveTo>
                <a:lnTo>
                  <a:pt x="1409395" y="480059"/>
                </a:lnTo>
                <a:moveTo>
                  <a:pt x="1216878" y="623844"/>
                </a:moveTo>
                <a:lnTo>
                  <a:pt x="1116250" y="654068"/>
                </a:lnTo>
                <a:moveTo>
                  <a:pt x="1857764" y="650361"/>
                </a:moveTo>
                <a:lnTo>
                  <a:pt x="1781862" y="618751"/>
                </a:lnTo>
                <a:moveTo>
                  <a:pt x="679462" y="733080"/>
                </a:moveTo>
                <a:lnTo>
                  <a:pt x="675544" y="727239"/>
                </a:lnTo>
                <a:moveTo>
                  <a:pt x="1871998" y="1002469"/>
                </a:moveTo>
                <a:lnTo>
                  <a:pt x="1835658" y="1073551"/>
                </a:lnTo>
                <a:moveTo>
                  <a:pt x="1440771" y="701982"/>
                </a:moveTo>
                <a:lnTo>
                  <a:pt x="1500710" y="694459"/>
                </a:lnTo>
                <a:moveTo>
                  <a:pt x="1500789" y="694376"/>
                </a:moveTo>
                <a:lnTo>
                  <a:pt x="1440771" y="701982"/>
                </a:lnTo>
                <a:moveTo>
                  <a:pt x="1684881" y="715581"/>
                </a:moveTo>
                <a:lnTo>
                  <a:pt x="1631566" y="739828"/>
                </a:lnTo>
                <a:moveTo>
                  <a:pt x="1052216" y="870954"/>
                </a:moveTo>
                <a:lnTo>
                  <a:pt x="1033124" y="777005"/>
                </a:lnTo>
                <a:moveTo>
                  <a:pt x="1347248" y="785883"/>
                </a:moveTo>
                <a:lnTo>
                  <a:pt x="1289529" y="747593"/>
                </a:lnTo>
                <a:moveTo>
                  <a:pt x="835730" y="643690"/>
                </a:moveTo>
                <a:lnTo>
                  <a:pt x="830546" y="633035"/>
                </a:lnTo>
                <a:moveTo>
                  <a:pt x="1796614" y="1143908"/>
                </a:moveTo>
                <a:lnTo>
                  <a:pt x="1739605" y="1161824"/>
                </a:lnTo>
                <a:moveTo>
                  <a:pt x="1027999" y="872875"/>
                </a:moveTo>
                <a:lnTo>
                  <a:pt x="937811" y="874020"/>
                </a:lnTo>
                <a:moveTo>
                  <a:pt x="702170" y="733156"/>
                </a:moveTo>
                <a:lnTo>
                  <a:pt x="679462" y="733080"/>
                </a:lnTo>
                <a:moveTo>
                  <a:pt x="1642284" y="855369"/>
                </a:moveTo>
                <a:lnTo>
                  <a:pt x="1553859" y="922196"/>
                </a:lnTo>
                <a:moveTo>
                  <a:pt x="1289529" y="747593"/>
                </a:moveTo>
                <a:lnTo>
                  <a:pt x="1337744" y="787199"/>
                </a:lnTo>
                <a:moveTo>
                  <a:pt x="1794947" y="303418"/>
                </a:moveTo>
                <a:lnTo>
                  <a:pt x="1755175" y="265561"/>
                </a:lnTo>
                <a:moveTo>
                  <a:pt x="642264" y="398562"/>
                </a:moveTo>
                <a:lnTo>
                  <a:pt x="642277" y="492649"/>
                </a:lnTo>
                <a:moveTo>
                  <a:pt x="1553901" y="1168315"/>
                </a:moveTo>
                <a:lnTo>
                  <a:pt x="1454357" y="1144908"/>
                </a:lnTo>
                <a:moveTo>
                  <a:pt x="1601503" y="332342"/>
                </a:moveTo>
                <a:lnTo>
                  <a:pt x="1566441" y="389420"/>
                </a:lnTo>
                <a:moveTo>
                  <a:pt x="1876503" y="739287"/>
                </a:moveTo>
                <a:lnTo>
                  <a:pt x="1865315" y="880037"/>
                </a:lnTo>
                <a:moveTo>
                  <a:pt x="830546" y="633035"/>
                </a:moveTo>
                <a:lnTo>
                  <a:pt x="702170" y="733156"/>
                </a:lnTo>
                <a:moveTo>
                  <a:pt x="789419" y="745673"/>
                </a:moveTo>
                <a:lnTo>
                  <a:pt x="679462" y="733080"/>
                </a:lnTo>
                <a:moveTo>
                  <a:pt x="1373915" y="527765"/>
                </a:moveTo>
                <a:lnTo>
                  <a:pt x="1288025" y="519314"/>
                </a:lnTo>
                <a:moveTo>
                  <a:pt x="835730" y="643690"/>
                </a:moveTo>
                <a:lnTo>
                  <a:pt x="702170" y="733156"/>
                </a:lnTo>
                <a:moveTo>
                  <a:pt x="1033124" y="777005"/>
                </a:moveTo>
                <a:lnTo>
                  <a:pt x="1027999" y="872875"/>
                </a:lnTo>
                <a:moveTo>
                  <a:pt x="702170" y="733156"/>
                </a:moveTo>
                <a:lnTo>
                  <a:pt x="675544" y="727239"/>
                </a:lnTo>
                <a:moveTo>
                  <a:pt x="1924207" y="857724"/>
                </a:moveTo>
                <a:lnTo>
                  <a:pt x="1865315" y="880037"/>
                </a:lnTo>
                <a:moveTo>
                  <a:pt x="1179647" y="690017"/>
                </a:moveTo>
                <a:lnTo>
                  <a:pt x="1116250" y="654068"/>
                </a:lnTo>
                <a:moveTo>
                  <a:pt x="1597319" y="965064"/>
                </a:moveTo>
                <a:lnTo>
                  <a:pt x="1553859" y="922196"/>
                </a:lnTo>
                <a:moveTo>
                  <a:pt x="1703715" y="1196494"/>
                </a:moveTo>
                <a:lnTo>
                  <a:pt x="1665339" y="1187595"/>
                </a:lnTo>
                <a:moveTo>
                  <a:pt x="1826467" y="1095540"/>
                </a:moveTo>
                <a:lnTo>
                  <a:pt x="1835658" y="1073551"/>
                </a:lnTo>
                <a:moveTo>
                  <a:pt x="559508" y="615463"/>
                </a:moveTo>
                <a:lnTo>
                  <a:pt x="567847" y="706661"/>
                </a:lnTo>
                <a:moveTo>
                  <a:pt x="1578687" y="1013808"/>
                </a:moveTo>
                <a:lnTo>
                  <a:pt x="1553859" y="922196"/>
                </a:lnTo>
                <a:moveTo>
                  <a:pt x="835730" y="643690"/>
                </a:moveTo>
                <a:lnTo>
                  <a:pt x="789419" y="745673"/>
                </a:lnTo>
                <a:moveTo>
                  <a:pt x="1755175" y="265561"/>
                </a:moveTo>
                <a:lnTo>
                  <a:pt x="1719096" y="300305"/>
                </a:lnTo>
                <a:moveTo>
                  <a:pt x="642264" y="398562"/>
                </a:moveTo>
                <a:lnTo>
                  <a:pt x="598160" y="493298"/>
                </a:lnTo>
                <a:moveTo>
                  <a:pt x="1876503" y="739287"/>
                </a:moveTo>
                <a:lnTo>
                  <a:pt x="1847560" y="771983"/>
                </a:lnTo>
                <a:moveTo>
                  <a:pt x="1528710" y="451208"/>
                </a:moveTo>
                <a:lnTo>
                  <a:pt x="1444781" y="425677"/>
                </a:lnTo>
                <a:moveTo>
                  <a:pt x="1559002" y="1185246"/>
                </a:moveTo>
                <a:lnTo>
                  <a:pt x="1553901" y="1168315"/>
                </a:lnTo>
                <a:moveTo>
                  <a:pt x="612495" y="396370"/>
                </a:moveTo>
                <a:lnTo>
                  <a:pt x="598160" y="493298"/>
                </a:lnTo>
                <a:moveTo>
                  <a:pt x="758014" y="564052"/>
                </a:moveTo>
                <a:lnTo>
                  <a:pt x="704146" y="529129"/>
                </a:lnTo>
                <a:moveTo>
                  <a:pt x="1080381" y="778821"/>
                </a:moveTo>
                <a:lnTo>
                  <a:pt x="1057670" y="738836"/>
                </a:lnTo>
                <a:moveTo>
                  <a:pt x="789419" y="745673"/>
                </a:moveTo>
                <a:lnTo>
                  <a:pt x="702170" y="733156"/>
                </a:lnTo>
                <a:moveTo>
                  <a:pt x="758014" y="564052"/>
                </a:moveTo>
                <a:lnTo>
                  <a:pt x="703795" y="529923"/>
                </a:lnTo>
                <a:moveTo>
                  <a:pt x="1865386" y="429738"/>
                </a:moveTo>
                <a:lnTo>
                  <a:pt x="1849112" y="525994"/>
                </a:lnTo>
                <a:moveTo>
                  <a:pt x="1347248" y="785883"/>
                </a:moveTo>
                <a:lnTo>
                  <a:pt x="1319730" y="717175"/>
                </a:lnTo>
                <a:moveTo>
                  <a:pt x="1868221" y="552640"/>
                </a:moveTo>
                <a:lnTo>
                  <a:pt x="1781862" y="618751"/>
                </a:lnTo>
                <a:moveTo>
                  <a:pt x="1252138" y="795639"/>
                </a:moveTo>
                <a:lnTo>
                  <a:pt x="1162330" y="790119"/>
                </a:lnTo>
                <a:moveTo>
                  <a:pt x="1248755" y="571944"/>
                </a:moveTo>
                <a:lnTo>
                  <a:pt x="1216878" y="623844"/>
                </a:lnTo>
                <a:moveTo>
                  <a:pt x="559508" y="615463"/>
                </a:moveTo>
                <a:lnTo>
                  <a:pt x="598160" y="493298"/>
                </a:lnTo>
                <a:moveTo>
                  <a:pt x="878383" y="866843"/>
                </a:moveTo>
                <a:lnTo>
                  <a:pt x="789419" y="745673"/>
                </a:lnTo>
                <a:moveTo>
                  <a:pt x="937811" y="874020"/>
                </a:moveTo>
                <a:lnTo>
                  <a:pt x="878383" y="866843"/>
                </a:lnTo>
                <a:moveTo>
                  <a:pt x="1057670" y="738836"/>
                </a:moveTo>
                <a:lnTo>
                  <a:pt x="1033124" y="777005"/>
                </a:lnTo>
                <a:moveTo>
                  <a:pt x="593652" y="509522"/>
                </a:moveTo>
                <a:lnTo>
                  <a:pt x="598160" y="493298"/>
                </a:lnTo>
                <a:moveTo>
                  <a:pt x="668735" y="635510"/>
                </a:moveTo>
                <a:lnTo>
                  <a:pt x="567847" y="706661"/>
                </a:lnTo>
                <a:moveTo>
                  <a:pt x="1162330" y="790119"/>
                </a:moveTo>
                <a:lnTo>
                  <a:pt x="1080381" y="778821"/>
                </a:lnTo>
                <a:moveTo>
                  <a:pt x="1881661" y="982295"/>
                </a:moveTo>
                <a:lnTo>
                  <a:pt x="1871998" y="1002469"/>
                </a:lnTo>
                <a:moveTo>
                  <a:pt x="704146" y="529129"/>
                </a:moveTo>
                <a:lnTo>
                  <a:pt x="642277" y="492649"/>
                </a:lnTo>
                <a:moveTo>
                  <a:pt x="1832127" y="351854"/>
                </a:moveTo>
                <a:lnTo>
                  <a:pt x="1794947" y="303418"/>
                </a:lnTo>
                <a:moveTo>
                  <a:pt x="1794947" y="303418"/>
                </a:moveTo>
                <a:lnTo>
                  <a:pt x="1719096" y="300305"/>
                </a:lnTo>
                <a:moveTo>
                  <a:pt x="1373915" y="527765"/>
                </a:moveTo>
                <a:lnTo>
                  <a:pt x="1248755" y="571944"/>
                </a:lnTo>
                <a:moveTo>
                  <a:pt x="1080381" y="778821"/>
                </a:moveTo>
                <a:lnTo>
                  <a:pt x="1033124" y="777005"/>
                </a:lnTo>
                <a:moveTo>
                  <a:pt x="1665339" y="1187595"/>
                </a:moveTo>
                <a:lnTo>
                  <a:pt x="1559002" y="1185246"/>
                </a:lnTo>
                <a:moveTo>
                  <a:pt x="1604326" y="1180707"/>
                </a:moveTo>
                <a:lnTo>
                  <a:pt x="1559002" y="1185246"/>
                </a:lnTo>
                <a:moveTo>
                  <a:pt x="1033124" y="777005"/>
                </a:moveTo>
                <a:lnTo>
                  <a:pt x="937811" y="874020"/>
                </a:lnTo>
                <a:moveTo>
                  <a:pt x="1409395" y="480059"/>
                </a:moveTo>
                <a:lnTo>
                  <a:pt x="1373915" y="527765"/>
                </a:lnTo>
                <a:moveTo>
                  <a:pt x="915405" y="706266"/>
                </a:moveTo>
                <a:lnTo>
                  <a:pt x="835730" y="643690"/>
                </a:lnTo>
                <a:moveTo>
                  <a:pt x="1528710" y="451208"/>
                </a:moveTo>
                <a:lnTo>
                  <a:pt x="1409395" y="480059"/>
                </a:lnTo>
                <a:moveTo>
                  <a:pt x="1880486" y="987195"/>
                </a:moveTo>
                <a:lnTo>
                  <a:pt x="1881661" y="982295"/>
                </a:lnTo>
                <a:moveTo>
                  <a:pt x="1688273" y="333129"/>
                </a:moveTo>
                <a:lnTo>
                  <a:pt x="1601503" y="332342"/>
                </a:lnTo>
                <a:moveTo>
                  <a:pt x="1876036" y="967302"/>
                </a:moveTo>
                <a:lnTo>
                  <a:pt x="1881661" y="982295"/>
                </a:lnTo>
                <a:moveTo>
                  <a:pt x="1557793" y="1072872"/>
                </a:moveTo>
                <a:lnTo>
                  <a:pt x="1454357" y="1144908"/>
                </a:lnTo>
                <a:moveTo>
                  <a:pt x="1746876" y="1187399"/>
                </a:moveTo>
                <a:lnTo>
                  <a:pt x="1665339" y="1187595"/>
                </a:lnTo>
                <a:moveTo>
                  <a:pt x="1880486" y="987195"/>
                </a:moveTo>
                <a:lnTo>
                  <a:pt x="1871998" y="1002469"/>
                </a:lnTo>
                <a:moveTo>
                  <a:pt x="1057670" y="738836"/>
                </a:moveTo>
                <a:lnTo>
                  <a:pt x="915405" y="706266"/>
                </a:lnTo>
                <a:moveTo>
                  <a:pt x="1566441" y="389420"/>
                </a:moveTo>
                <a:lnTo>
                  <a:pt x="1528710" y="451208"/>
                </a:lnTo>
                <a:moveTo>
                  <a:pt x="1578687" y="1013808"/>
                </a:moveTo>
                <a:lnTo>
                  <a:pt x="1489802" y="1031447"/>
                </a:lnTo>
                <a:moveTo>
                  <a:pt x="728907" y="426445"/>
                </a:moveTo>
                <a:lnTo>
                  <a:pt x="642277" y="492649"/>
                </a:lnTo>
                <a:moveTo>
                  <a:pt x="1832127" y="351854"/>
                </a:moveTo>
                <a:lnTo>
                  <a:pt x="1719096" y="300305"/>
                </a:lnTo>
                <a:moveTo>
                  <a:pt x="1874955" y="735335"/>
                </a:moveTo>
                <a:lnTo>
                  <a:pt x="1858197" y="673773"/>
                </a:lnTo>
                <a:moveTo>
                  <a:pt x="1876503" y="739287"/>
                </a:moveTo>
                <a:lnTo>
                  <a:pt x="1858197" y="673773"/>
                </a:lnTo>
                <a:moveTo>
                  <a:pt x="1289529" y="747593"/>
                </a:moveTo>
                <a:lnTo>
                  <a:pt x="1252138" y="795639"/>
                </a:lnTo>
                <a:moveTo>
                  <a:pt x="642264" y="398562"/>
                </a:moveTo>
                <a:lnTo>
                  <a:pt x="612495" y="396370"/>
                </a:lnTo>
                <a:moveTo>
                  <a:pt x="1057670" y="738836"/>
                </a:moveTo>
                <a:lnTo>
                  <a:pt x="944027" y="774278"/>
                </a:lnTo>
                <a:moveTo>
                  <a:pt x="1578687" y="1013808"/>
                </a:moveTo>
                <a:lnTo>
                  <a:pt x="1485257" y="1040093"/>
                </a:lnTo>
                <a:moveTo>
                  <a:pt x="1631566" y="739828"/>
                </a:moveTo>
                <a:lnTo>
                  <a:pt x="1633713" y="842471"/>
                </a:lnTo>
                <a:moveTo>
                  <a:pt x="1557793" y="1072872"/>
                </a:moveTo>
                <a:lnTo>
                  <a:pt x="1485257" y="1040093"/>
                </a:lnTo>
                <a:moveTo>
                  <a:pt x="1604326" y="1180707"/>
                </a:moveTo>
                <a:lnTo>
                  <a:pt x="1553901" y="1168315"/>
                </a:lnTo>
                <a:moveTo>
                  <a:pt x="1868221" y="552640"/>
                </a:moveTo>
                <a:lnTo>
                  <a:pt x="1849112" y="525994"/>
                </a:lnTo>
                <a:moveTo>
                  <a:pt x="1865386" y="429738"/>
                </a:moveTo>
                <a:lnTo>
                  <a:pt x="1832127" y="351854"/>
                </a:lnTo>
                <a:moveTo>
                  <a:pt x="915405" y="706266"/>
                </a:moveTo>
                <a:lnTo>
                  <a:pt x="789419" y="745673"/>
                </a:lnTo>
                <a:moveTo>
                  <a:pt x="668735" y="635510"/>
                </a:moveTo>
                <a:lnTo>
                  <a:pt x="675544" y="727239"/>
                </a:lnTo>
                <a:moveTo>
                  <a:pt x="1588115" y="690318"/>
                </a:moveTo>
                <a:lnTo>
                  <a:pt x="1440771" y="701982"/>
                </a:lnTo>
                <a:moveTo>
                  <a:pt x="830546" y="633035"/>
                </a:moveTo>
                <a:lnTo>
                  <a:pt x="743471" y="645577"/>
                </a:lnTo>
                <a:moveTo>
                  <a:pt x="830546" y="633035"/>
                </a:moveTo>
                <a:lnTo>
                  <a:pt x="703795" y="529923"/>
                </a:lnTo>
                <a:moveTo>
                  <a:pt x="1631566" y="739828"/>
                </a:moveTo>
                <a:lnTo>
                  <a:pt x="1588115" y="690318"/>
                </a:lnTo>
                <a:moveTo>
                  <a:pt x="1880486" y="987195"/>
                </a:moveTo>
                <a:lnTo>
                  <a:pt x="1876036" y="967302"/>
                </a:lnTo>
                <a:moveTo>
                  <a:pt x="1881661" y="982295"/>
                </a:moveTo>
                <a:lnTo>
                  <a:pt x="1865315" y="880037"/>
                </a:lnTo>
                <a:moveTo>
                  <a:pt x="944027" y="774278"/>
                </a:moveTo>
                <a:lnTo>
                  <a:pt x="937811" y="874020"/>
                </a:lnTo>
                <a:moveTo>
                  <a:pt x="1642284" y="855369"/>
                </a:moveTo>
                <a:lnTo>
                  <a:pt x="1633713" y="842471"/>
                </a:lnTo>
                <a:moveTo>
                  <a:pt x="1179647" y="690017"/>
                </a:moveTo>
                <a:lnTo>
                  <a:pt x="1162330" y="790119"/>
                </a:lnTo>
                <a:moveTo>
                  <a:pt x="702170" y="733156"/>
                </a:moveTo>
                <a:lnTo>
                  <a:pt x="668735" y="635510"/>
                </a:lnTo>
                <a:moveTo>
                  <a:pt x="886355" y="769985"/>
                </a:moveTo>
                <a:lnTo>
                  <a:pt x="878383" y="866843"/>
                </a:lnTo>
                <a:moveTo>
                  <a:pt x="886355" y="769985"/>
                </a:moveTo>
                <a:lnTo>
                  <a:pt x="789419" y="745673"/>
                </a:lnTo>
                <a:moveTo>
                  <a:pt x="937811" y="874020"/>
                </a:moveTo>
                <a:lnTo>
                  <a:pt x="886355" y="769985"/>
                </a:lnTo>
                <a:moveTo>
                  <a:pt x="1492412" y="509200"/>
                </a:moveTo>
                <a:lnTo>
                  <a:pt x="1409395" y="480059"/>
                </a:lnTo>
                <a:moveTo>
                  <a:pt x="1796614" y="1143908"/>
                </a:moveTo>
                <a:lnTo>
                  <a:pt x="1746876" y="1187399"/>
                </a:lnTo>
                <a:moveTo>
                  <a:pt x="1688273" y="333129"/>
                </a:moveTo>
                <a:lnTo>
                  <a:pt x="1566441" y="389420"/>
                </a:lnTo>
                <a:moveTo>
                  <a:pt x="743471" y="645577"/>
                </a:moveTo>
                <a:lnTo>
                  <a:pt x="702170" y="733156"/>
                </a:lnTo>
                <a:moveTo>
                  <a:pt x="1216878" y="623844"/>
                </a:moveTo>
                <a:lnTo>
                  <a:pt x="1179647" y="690017"/>
                </a:lnTo>
                <a:moveTo>
                  <a:pt x="1033124" y="777005"/>
                </a:moveTo>
                <a:lnTo>
                  <a:pt x="944027" y="774278"/>
                </a:lnTo>
                <a:moveTo>
                  <a:pt x="1440771" y="701982"/>
                </a:moveTo>
                <a:lnTo>
                  <a:pt x="1435807" y="714689"/>
                </a:lnTo>
                <a:moveTo>
                  <a:pt x="1665339" y="1187595"/>
                </a:moveTo>
                <a:lnTo>
                  <a:pt x="1604326" y="1180707"/>
                </a:lnTo>
                <a:moveTo>
                  <a:pt x="1835658" y="1073551"/>
                </a:moveTo>
                <a:lnTo>
                  <a:pt x="1806628" y="1004319"/>
                </a:lnTo>
                <a:moveTo>
                  <a:pt x="593652" y="509522"/>
                </a:moveTo>
                <a:lnTo>
                  <a:pt x="559508" y="615463"/>
                </a:lnTo>
                <a:moveTo>
                  <a:pt x="1321089" y="604793"/>
                </a:moveTo>
                <a:lnTo>
                  <a:pt x="1248755" y="571944"/>
                </a:lnTo>
                <a:moveTo>
                  <a:pt x="1876036" y="967302"/>
                </a:moveTo>
                <a:lnTo>
                  <a:pt x="1865315" y="880037"/>
                </a:lnTo>
                <a:moveTo>
                  <a:pt x="1299074" y="664468"/>
                </a:moveTo>
                <a:lnTo>
                  <a:pt x="1248755" y="571944"/>
                </a:lnTo>
                <a:moveTo>
                  <a:pt x="1557793" y="1072872"/>
                </a:moveTo>
                <a:lnTo>
                  <a:pt x="1553901" y="1168315"/>
                </a:lnTo>
                <a:moveTo>
                  <a:pt x="1832127" y="351854"/>
                </a:moveTo>
                <a:lnTo>
                  <a:pt x="1688273" y="333129"/>
                </a:lnTo>
                <a:moveTo>
                  <a:pt x="1719096" y="300305"/>
                </a:moveTo>
                <a:lnTo>
                  <a:pt x="1688273" y="333129"/>
                </a:lnTo>
                <a:moveTo>
                  <a:pt x="1282019" y="712443"/>
                </a:moveTo>
                <a:lnTo>
                  <a:pt x="1252138" y="795639"/>
                </a:lnTo>
                <a:moveTo>
                  <a:pt x="1871998" y="1002469"/>
                </a:moveTo>
                <a:lnTo>
                  <a:pt x="1843496" y="995538"/>
                </a:lnTo>
                <a:moveTo>
                  <a:pt x="1454419" y="583125"/>
                </a:moveTo>
                <a:lnTo>
                  <a:pt x="1409395" y="480059"/>
                </a:lnTo>
                <a:moveTo>
                  <a:pt x="944027" y="774278"/>
                </a:moveTo>
                <a:lnTo>
                  <a:pt x="915405" y="706266"/>
                </a:lnTo>
                <a:moveTo>
                  <a:pt x="1642284" y="855369"/>
                </a:moveTo>
                <a:lnTo>
                  <a:pt x="1631566" y="739828"/>
                </a:lnTo>
                <a:moveTo>
                  <a:pt x="1868221" y="552640"/>
                </a:moveTo>
                <a:lnTo>
                  <a:pt x="1857764" y="650361"/>
                </a:lnTo>
                <a:moveTo>
                  <a:pt x="1641878" y="421192"/>
                </a:moveTo>
                <a:lnTo>
                  <a:pt x="1566441" y="389420"/>
                </a:lnTo>
                <a:moveTo>
                  <a:pt x="668735" y="635510"/>
                </a:moveTo>
                <a:lnTo>
                  <a:pt x="559508" y="615463"/>
                </a:lnTo>
                <a:moveTo>
                  <a:pt x="1880486" y="987195"/>
                </a:moveTo>
                <a:lnTo>
                  <a:pt x="1843496" y="995538"/>
                </a:lnTo>
                <a:moveTo>
                  <a:pt x="915405" y="706266"/>
                </a:moveTo>
                <a:lnTo>
                  <a:pt x="886355" y="769985"/>
                </a:lnTo>
                <a:moveTo>
                  <a:pt x="1796614" y="1143908"/>
                </a:moveTo>
                <a:lnTo>
                  <a:pt x="1665339" y="1187595"/>
                </a:lnTo>
                <a:moveTo>
                  <a:pt x="1282019" y="712443"/>
                </a:moveTo>
                <a:lnTo>
                  <a:pt x="1162330" y="790119"/>
                </a:lnTo>
                <a:moveTo>
                  <a:pt x="1876036" y="967302"/>
                </a:moveTo>
                <a:lnTo>
                  <a:pt x="1843496" y="995538"/>
                </a:lnTo>
                <a:moveTo>
                  <a:pt x="1826467" y="1095540"/>
                </a:moveTo>
                <a:lnTo>
                  <a:pt x="1796614" y="1143908"/>
                </a:lnTo>
                <a:moveTo>
                  <a:pt x="598160" y="493298"/>
                </a:moveTo>
                <a:lnTo>
                  <a:pt x="545692" y="415941"/>
                </a:lnTo>
                <a:moveTo>
                  <a:pt x="944027" y="774278"/>
                </a:moveTo>
                <a:lnTo>
                  <a:pt x="886355" y="769985"/>
                </a:lnTo>
                <a:moveTo>
                  <a:pt x="701849" y="529927"/>
                </a:moveTo>
                <a:lnTo>
                  <a:pt x="559508" y="615463"/>
                </a:lnTo>
                <a:moveTo>
                  <a:pt x="1528710" y="451208"/>
                </a:moveTo>
                <a:lnTo>
                  <a:pt x="1492412" y="509200"/>
                </a:lnTo>
                <a:moveTo>
                  <a:pt x="1299074" y="664468"/>
                </a:moveTo>
                <a:lnTo>
                  <a:pt x="1216878" y="623844"/>
                </a:lnTo>
                <a:moveTo>
                  <a:pt x="728907" y="426445"/>
                </a:moveTo>
                <a:lnTo>
                  <a:pt x="642264" y="398562"/>
                </a:lnTo>
                <a:moveTo>
                  <a:pt x="1654788" y="756938"/>
                </a:moveTo>
                <a:lnTo>
                  <a:pt x="1588115" y="690318"/>
                </a:lnTo>
                <a:moveTo>
                  <a:pt x="701849" y="529927"/>
                </a:moveTo>
                <a:lnTo>
                  <a:pt x="593652" y="509522"/>
                </a:lnTo>
                <a:moveTo>
                  <a:pt x="1847560" y="771983"/>
                </a:moveTo>
                <a:lnTo>
                  <a:pt x="1865315" y="880037"/>
                </a:lnTo>
                <a:moveTo>
                  <a:pt x="1612433" y="478527"/>
                </a:moveTo>
                <a:lnTo>
                  <a:pt x="1566441" y="389420"/>
                </a:lnTo>
                <a:moveTo>
                  <a:pt x="1642284" y="855369"/>
                </a:moveTo>
                <a:lnTo>
                  <a:pt x="1597319" y="965064"/>
                </a:lnTo>
                <a:moveTo>
                  <a:pt x="1373915" y="527765"/>
                </a:moveTo>
                <a:lnTo>
                  <a:pt x="1321089" y="604793"/>
                </a:lnTo>
                <a:moveTo>
                  <a:pt x="1435807" y="714689"/>
                </a:moveTo>
                <a:lnTo>
                  <a:pt x="1319730" y="717175"/>
                </a:lnTo>
                <a:moveTo>
                  <a:pt x="1588115" y="690318"/>
                </a:moveTo>
                <a:lnTo>
                  <a:pt x="1557471" y="638666"/>
                </a:lnTo>
                <a:moveTo>
                  <a:pt x="1440771" y="701982"/>
                </a:moveTo>
                <a:lnTo>
                  <a:pt x="1321089" y="604793"/>
                </a:lnTo>
                <a:moveTo>
                  <a:pt x="1454419" y="583125"/>
                </a:moveTo>
                <a:lnTo>
                  <a:pt x="1373915" y="527765"/>
                </a:lnTo>
                <a:moveTo>
                  <a:pt x="1649612" y="1152593"/>
                </a:moveTo>
                <a:lnTo>
                  <a:pt x="1665339" y="1187595"/>
                </a:lnTo>
                <a:moveTo>
                  <a:pt x="1649612" y="1152593"/>
                </a:moveTo>
                <a:lnTo>
                  <a:pt x="1604326" y="1180707"/>
                </a:lnTo>
                <a:moveTo>
                  <a:pt x="1440771" y="701982"/>
                </a:moveTo>
                <a:lnTo>
                  <a:pt x="1319730" y="717175"/>
                </a:lnTo>
                <a:moveTo>
                  <a:pt x="1849112" y="525994"/>
                </a:moveTo>
                <a:lnTo>
                  <a:pt x="1821952" y="457410"/>
                </a:lnTo>
                <a:moveTo>
                  <a:pt x="743471" y="645577"/>
                </a:moveTo>
                <a:lnTo>
                  <a:pt x="668735" y="635510"/>
                </a:lnTo>
                <a:moveTo>
                  <a:pt x="701849" y="529927"/>
                </a:moveTo>
                <a:lnTo>
                  <a:pt x="668735" y="635510"/>
                </a:lnTo>
                <a:moveTo>
                  <a:pt x="1597319" y="965064"/>
                </a:moveTo>
                <a:lnTo>
                  <a:pt x="1578687" y="1013808"/>
                </a:lnTo>
                <a:moveTo>
                  <a:pt x="1654788" y="756938"/>
                </a:moveTo>
                <a:lnTo>
                  <a:pt x="1631566" y="739828"/>
                </a:lnTo>
                <a:moveTo>
                  <a:pt x="1299074" y="664468"/>
                </a:moveTo>
                <a:lnTo>
                  <a:pt x="1179647" y="690017"/>
                </a:lnTo>
                <a:moveTo>
                  <a:pt x="1871998" y="1002469"/>
                </a:moveTo>
                <a:lnTo>
                  <a:pt x="1806628" y="1004319"/>
                </a:lnTo>
                <a:moveTo>
                  <a:pt x="1282019" y="712443"/>
                </a:moveTo>
                <a:lnTo>
                  <a:pt x="1179647" y="690017"/>
                </a:lnTo>
                <a:moveTo>
                  <a:pt x="704146" y="529129"/>
                </a:moveTo>
                <a:lnTo>
                  <a:pt x="703795" y="529923"/>
                </a:lnTo>
                <a:moveTo>
                  <a:pt x="1857764" y="650361"/>
                </a:moveTo>
                <a:lnTo>
                  <a:pt x="1858197" y="673773"/>
                </a:lnTo>
                <a:moveTo>
                  <a:pt x="1289529" y="747593"/>
                </a:moveTo>
                <a:lnTo>
                  <a:pt x="1282019" y="712443"/>
                </a:lnTo>
                <a:moveTo>
                  <a:pt x="1578687" y="1013808"/>
                </a:moveTo>
                <a:lnTo>
                  <a:pt x="1557793" y="1072872"/>
                </a:lnTo>
                <a:moveTo>
                  <a:pt x="1319730" y="717175"/>
                </a:moveTo>
                <a:lnTo>
                  <a:pt x="1289529" y="747593"/>
                </a:lnTo>
                <a:moveTo>
                  <a:pt x="703795" y="529923"/>
                </a:moveTo>
                <a:lnTo>
                  <a:pt x="743471" y="645577"/>
                </a:lnTo>
                <a:moveTo>
                  <a:pt x="743471" y="645577"/>
                </a:moveTo>
                <a:lnTo>
                  <a:pt x="701849" y="529927"/>
                </a:lnTo>
                <a:moveTo>
                  <a:pt x="703795" y="529923"/>
                </a:moveTo>
                <a:lnTo>
                  <a:pt x="701849" y="529927"/>
                </a:lnTo>
                <a:moveTo>
                  <a:pt x="1826467" y="1095540"/>
                </a:moveTo>
                <a:lnTo>
                  <a:pt x="1824701" y="1112483"/>
                </a:lnTo>
                <a:moveTo>
                  <a:pt x="1647462" y="1099706"/>
                </a:moveTo>
                <a:lnTo>
                  <a:pt x="1553901" y="1168315"/>
                </a:lnTo>
                <a:moveTo>
                  <a:pt x="1654788" y="756938"/>
                </a:moveTo>
                <a:lnTo>
                  <a:pt x="1642284" y="855369"/>
                </a:lnTo>
                <a:moveTo>
                  <a:pt x="1612433" y="478527"/>
                </a:moveTo>
                <a:lnTo>
                  <a:pt x="1528710" y="451208"/>
                </a:lnTo>
                <a:moveTo>
                  <a:pt x="1557471" y="638666"/>
                </a:moveTo>
                <a:lnTo>
                  <a:pt x="1440771" y="701982"/>
                </a:lnTo>
                <a:moveTo>
                  <a:pt x="1876036" y="967302"/>
                </a:moveTo>
                <a:lnTo>
                  <a:pt x="1806628" y="1004319"/>
                </a:lnTo>
                <a:moveTo>
                  <a:pt x="1489762" y="631497"/>
                </a:moveTo>
                <a:lnTo>
                  <a:pt x="1440771" y="701982"/>
                </a:lnTo>
                <a:moveTo>
                  <a:pt x="1440771" y="701982"/>
                </a:moveTo>
                <a:lnTo>
                  <a:pt x="1430204" y="624879"/>
                </a:lnTo>
                <a:moveTo>
                  <a:pt x="612495" y="396370"/>
                </a:moveTo>
                <a:lnTo>
                  <a:pt x="545692" y="415941"/>
                </a:lnTo>
                <a:moveTo>
                  <a:pt x="1688273" y="333129"/>
                </a:moveTo>
                <a:lnTo>
                  <a:pt x="1641878" y="421192"/>
                </a:lnTo>
                <a:moveTo>
                  <a:pt x="728907" y="426445"/>
                </a:moveTo>
                <a:lnTo>
                  <a:pt x="704146" y="529129"/>
                </a:lnTo>
                <a:moveTo>
                  <a:pt x="1826467" y="1095540"/>
                </a:moveTo>
                <a:lnTo>
                  <a:pt x="1809696" y="1029969"/>
                </a:lnTo>
                <a:moveTo>
                  <a:pt x="1796614" y="1143908"/>
                </a:moveTo>
                <a:lnTo>
                  <a:pt x="1649612" y="1152593"/>
                </a:lnTo>
                <a:moveTo>
                  <a:pt x="1832127" y="351854"/>
                </a:moveTo>
                <a:lnTo>
                  <a:pt x="1772673" y="354555"/>
                </a:lnTo>
                <a:moveTo>
                  <a:pt x="1826467" y="1095540"/>
                </a:moveTo>
                <a:lnTo>
                  <a:pt x="1806628" y="1004319"/>
                </a:lnTo>
                <a:moveTo>
                  <a:pt x="593652" y="509522"/>
                </a:moveTo>
                <a:lnTo>
                  <a:pt x="562508" y="480071"/>
                </a:lnTo>
                <a:moveTo>
                  <a:pt x="1865315" y="880037"/>
                </a:moveTo>
                <a:lnTo>
                  <a:pt x="1757298" y="885318"/>
                </a:lnTo>
                <a:moveTo>
                  <a:pt x="1492412" y="509200"/>
                </a:moveTo>
                <a:lnTo>
                  <a:pt x="1454419" y="583125"/>
                </a:lnTo>
                <a:moveTo>
                  <a:pt x="593652" y="509522"/>
                </a:moveTo>
                <a:lnTo>
                  <a:pt x="545692" y="415941"/>
                </a:lnTo>
                <a:moveTo>
                  <a:pt x="1824701" y="1112483"/>
                </a:moveTo>
                <a:lnTo>
                  <a:pt x="1796614" y="1143908"/>
                </a:lnTo>
                <a:moveTo>
                  <a:pt x="1647462" y="1099706"/>
                </a:moveTo>
                <a:lnTo>
                  <a:pt x="1604326" y="1180707"/>
                </a:lnTo>
                <a:moveTo>
                  <a:pt x="1865315" y="880037"/>
                </a:moveTo>
                <a:lnTo>
                  <a:pt x="1806628" y="1004319"/>
                </a:lnTo>
                <a:moveTo>
                  <a:pt x="1321089" y="604793"/>
                </a:moveTo>
                <a:lnTo>
                  <a:pt x="1299074" y="664468"/>
                </a:lnTo>
                <a:moveTo>
                  <a:pt x="1832127" y="351854"/>
                </a:moveTo>
                <a:lnTo>
                  <a:pt x="1821952" y="457410"/>
                </a:lnTo>
                <a:moveTo>
                  <a:pt x="1727443" y="883767"/>
                </a:moveTo>
                <a:lnTo>
                  <a:pt x="1642284" y="855369"/>
                </a:lnTo>
                <a:moveTo>
                  <a:pt x="1321089" y="604793"/>
                </a:moveTo>
                <a:lnTo>
                  <a:pt x="1319730" y="717175"/>
                </a:lnTo>
                <a:moveTo>
                  <a:pt x="1299074" y="664468"/>
                </a:moveTo>
                <a:lnTo>
                  <a:pt x="1282019" y="712443"/>
                </a:lnTo>
                <a:moveTo>
                  <a:pt x="1319730" y="717175"/>
                </a:moveTo>
                <a:lnTo>
                  <a:pt x="1299074" y="664468"/>
                </a:lnTo>
                <a:moveTo>
                  <a:pt x="1319730" y="717175"/>
                </a:moveTo>
                <a:lnTo>
                  <a:pt x="1282019" y="712443"/>
                </a:lnTo>
                <a:moveTo>
                  <a:pt x="1865386" y="429738"/>
                </a:moveTo>
                <a:lnTo>
                  <a:pt x="1821952" y="457410"/>
                </a:lnTo>
                <a:moveTo>
                  <a:pt x="1454419" y="583125"/>
                </a:moveTo>
                <a:lnTo>
                  <a:pt x="1321089" y="604793"/>
                </a:lnTo>
                <a:moveTo>
                  <a:pt x="1557471" y="638666"/>
                </a:moveTo>
                <a:lnTo>
                  <a:pt x="1492412" y="509200"/>
                </a:lnTo>
                <a:moveTo>
                  <a:pt x="1858197" y="673773"/>
                </a:moveTo>
                <a:lnTo>
                  <a:pt x="1847560" y="771983"/>
                </a:lnTo>
                <a:moveTo>
                  <a:pt x="1612433" y="478527"/>
                </a:moveTo>
                <a:lnTo>
                  <a:pt x="1492412" y="509200"/>
                </a:lnTo>
                <a:moveTo>
                  <a:pt x="1492412" y="509200"/>
                </a:moveTo>
                <a:lnTo>
                  <a:pt x="1489762" y="631497"/>
                </a:lnTo>
                <a:moveTo>
                  <a:pt x="1870202" y="576037"/>
                </a:moveTo>
                <a:lnTo>
                  <a:pt x="1857764" y="650361"/>
                </a:lnTo>
                <a:moveTo>
                  <a:pt x="1847560" y="771983"/>
                </a:moveTo>
                <a:lnTo>
                  <a:pt x="1757298" y="885318"/>
                </a:lnTo>
                <a:moveTo>
                  <a:pt x="1727443" y="883767"/>
                </a:moveTo>
                <a:lnTo>
                  <a:pt x="1597319" y="965064"/>
                </a:lnTo>
                <a:moveTo>
                  <a:pt x="1796614" y="1143908"/>
                </a:moveTo>
                <a:lnTo>
                  <a:pt x="1775728" y="1113146"/>
                </a:lnTo>
                <a:moveTo>
                  <a:pt x="701849" y="529927"/>
                </a:moveTo>
                <a:lnTo>
                  <a:pt x="562508" y="480071"/>
                </a:lnTo>
                <a:moveTo>
                  <a:pt x="1843496" y="995538"/>
                </a:moveTo>
                <a:lnTo>
                  <a:pt x="1806628" y="1004319"/>
                </a:lnTo>
                <a:moveTo>
                  <a:pt x="1584713" y="535121"/>
                </a:moveTo>
                <a:lnTo>
                  <a:pt x="1492412" y="509200"/>
                </a:lnTo>
                <a:moveTo>
                  <a:pt x="1430204" y="624879"/>
                </a:moveTo>
                <a:lnTo>
                  <a:pt x="1321089" y="604793"/>
                </a:lnTo>
                <a:moveTo>
                  <a:pt x="1750549" y="781657"/>
                </a:moveTo>
                <a:lnTo>
                  <a:pt x="1642284" y="855369"/>
                </a:lnTo>
                <a:moveTo>
                  <a:pt x="1772673" y="354555"/>
                </a:moveTo>
                <a:lnTo>
                  <a:pt x="1688273" y="333129"/>
                </a:lnTo>
                <a:moveTo>
                  <a:pt x="1660513" y="1057650"/>
                </a:moveTo>
                <a:lnTo>
                  <a:pt x="1597319" y="965064"/>
                </a:lnTo>
                <a:moveTo>
                  <a:pt x="1682399" y="993490"/>
                </a:moveTo>
                <a:lnTo>
                  <a:pt x="1597319" y="965064"/>
                </a:lnTo>
                <a:moveTo>
                  <a:pt x="1647462" y="1099706"/>
                </a:moveTo>
                <a:lnTo>
                  <a:pt x="1557793" y="1072872"/>
                </a:lnTo>
                <a:moveTo>
                  <a:pt x="1641878" y="421192"/>
                </a:moveTo>
                <a:lnTo>
                  <a:pt x="1612433" y="478527"/>
                </a:lnTo>
                <a:moveTo>
                  <a:pt x="741135" y="440971"/>
                </a:moveTo>
                <a:lnTo>
                  <a:pt x="704146" y="529129"/>
                </a:lnTo>
                <a:moveTo>
                  <a:pt x="1660513" y="1057650"/>
                </a:moveTo>
                <a:lnTo>
                  <a:pt x="1578687" y="1013808"/>
                </a:lnTo>
                <a:moveTo>
                  <a:pt x="1654788" y="756938"/>
                </a:moveTo>
                <a:lnTo>
                  <a:pt x="1557471" y="638666"/>
                </a:lnTo>
                <a:moveTo>
                  <a:pt x="1660513" y="1057650"/>
                </a:moveTo>
                <a:lnTo>
                  <a:pt x="1557793" y="1072872"/>
                </a:lnTo>
                <a:moveTo>
                  <a:pt x="1489762" y="631497"/>
                </a:moveTo>
                <a:lnTo>
                  <a:pt x="1454419" y="583125"/>
                </a:lnTo>
                <a:moveTo>
                  <a:pt x="741135" y="440971"/>
                </a:moveTo>
                <a:lnTo>
                  <a:pt x="703795" y="529923"/>
                </a:lnTo>
                <a:moveTo>
                  <a:pt x="1454419" y="583125"/>
                </a:moveTo>
                <a:lnTo>
                  <a:pt x="1430204" y="624879"/>
                </a:lnTo>
                <a:moveTo>
                  <a:pt x="1847560" y="771983"/>
                </a:moveTo>
                <a:lnTo>
                  <a:pt x="1752178" y="781645"/>
                </a:lnTo>
                <a:moveTo>
                  <a:pt x="1775728" y="1113146"/>
                </a:moveTo>
                <a:lnTo>
                  <a:pt x="1649612" y="1152593"/>
                </a:lnTo>
                <a:moveTo>
                  <a:pt x="1824701" y="1112483"/>
                </a:moveTo>
                <a:lnTo>
                  <a:pt x="1809696" y="1029969"/>
                </a:lnTo>
                <a:moveTo>
                  <a:pt x="1868221" y="552640"/>
                </a:moveTo>
                <a:lnTo>
                  <a:pt x="1821952" y="457410"/>
                </a:lnTo>
                <a:moveTo>
                  <a:pt x="1557471" y="638666"/>
                </a:moveTo>
                <a:lnTo>
                  <a:pt x="1489762" y="631497"/>
                </a:lnTo>
                <a:moveTo>
                  <a:pt x="1649612" y="1152593"/>
                </a:moveTo>
                <a:lnTo>
                  <a:pt x="1647462" y="1099706"/>
                </a:lnTo>
                <a:moveTo>
                  <a:pt x="728907" y="426445"/>
                </a:moveTo>
                <a:lnTo>
                  <a:pt x="741135" y="440971"/>
                </a:lnTo>
                <a:moveTo>
                  <a:pt x="1489762" y="631497"/>
                </a:moveTo>
                <a:lnTo>
                  <a:pt x="1430204" y="624879"/>
                </a:lnTo>
                <a:moveTo>
                  <a:pt x="1842749" y="500726"/>
                </a:moveTo>
                <a:lnTo>
                  <a:pt x="1868221" y="552640"/>
                </a:lnTo>
                <a:moveTo>
                  <a:pt x="1870202" y="576037"/>
                </a:moveTo>
                <a:lnTo>
                  <a:pt x="1868221" y="552640"/>
                </a:lnTo>
                <a:moveTo>
                  <a:pt x="1772673" y="354555"/>
                </a:moveTo>
                <a:lnTo>
                  <a:pt x="1641878" y="421192"/>
                </a:lnTo>
                <a:moveTo>
                  <a:pt x="1824701" y="1112483"/>
                </a:moveTo>
                <a:lnTo>
                  <a:pt x="1775728" y="1113146"/>
                </a:lnTo>
                <a:moveTo>
                  <a:pt x="1757298" y="885318"/>
                </a:moveTo>
                <a:lnTo>
                  <a:pt x="1727443" y="883767"/>
                </a:lnTo>
                <a:moveTo>
                  <a:pt x="1584713" y="535121"/>
                </a:moveTo>
                <a:lnTo>
                  <a:pt x="1557471" y="638666"/>
                </a:lnTo>
                <a:moveTo>
                  <a:pt x="1688896" y="1108131"/>
                </a:moveTo>
                <a:lnTo>
                  <a:pt x="1649612" y="1152593"/>
                </a:lnTo>
                <a:moveTo>
                  <a:pt x="1757298" y="885318"/>
                </a:moveTo>
                <a:lnTo>
                  <a:pt x="1806628" y="1004319"/>
                </a:lnTo>
                <a:moveTo>
                  <a:pt x="1612433" y="478527"/>
                </a:moveTo>
                <a:lnTo>
                  <a:pt x="1584713" y="535121"/>
                </a:lnTo>
                <a:moveTo>
                  <a:pt x="1809696" y="1029969"/>
                </a:moveTo>
                <a:lnTo>
                  <a:pt x="1806628" y="1004319"/>
                </a:lnTo>
                <a:moveTo>
                  <a:pt x="1750549" y="781657"/>
                </a:moveTo>
                <a:lnTo>
                  <a:pt x="1654788" y="756938"/>
                </a:lnTo>
                <a:moveTo>
                  <a:pt x="1809696" y="1029969"/>
                </a:moveTo>
                <a:lnTo>
                  <a:pt x="1775728" y="1113146"/>
                </a:lnTo>
                <a:moveTo>
                  <a:pt x="1806628" y="1004319"/>
                </a:moveTo>
                <a:lnTo>
                  <a:pt x="1727443" y="883767"/>
                </a:lnTo>
                <a:moveTo>
                  <a:pt x="562508" y="480071"/>
                </a:moveTo>
                <a:lnTo>
                  <a:pt x="545692" y="415941"/>
                </a:lnTo>
                <a:moveTo>
                  <a:pt x="1775728" y="1113146"/>
                </a:moveTo>
                <a:lnTo>
                  <a:pt x="1806628" y="1004319"/>
                </a:lnTo>
                <a:moveTo>
                  <a:pt x="1729596" y="448702"/>
                </a:moveTo>
                <a:lnTo>
                  <a:pt x="1641878" y="421192"/>
                </a:lnTo>
                <a:moveTo>
                  <a:pt x="1727443" y="883767"/>
                </a:moveTo>
                <a:lnTo>
                  <a:pt x="1682399" y="993490"/>
                </a:lnTo>
                <a:moveTo>
                  <a:pt x="1858197" y="673773"/>
                </a:moveTo>
                <a:lnTo>
                  <a:pt x="1752178" y="781645"/>
                </a:lnTo>
                <a:moveTo>
                  <a:pt x="1806628" y="1004319"/>
                </a:moveTo>
                <a:lnTo>
                  <a:pt x="1682399" y="993490"/>
                </a:lnTo>
                <a:moveTo>
                  <a:pt x="1752178" y="781645"/>
                </a:moveTo>
                <a:lnTo>
                  <a:pt x="1757298" y="885318"/>
                </a:lnTo>
                <a:moveTo>
                  <a:pt x="1757298" y="885318"/>
                </a:moveTo>
                <a:lnTo>
                  <a:pt x="1750549" y="781657"/>
                </a:lnTo>
                <a:moveTo>
                  <a:pt x="1775728" y="1113146"/>
                </a:moveTo>
                <a:lnTo>
                  <a:pt x="1682399" y="993490"/>
                </a:lnTo>
                <a:moveTo>
                  <a:pt x="1660513" y="1057650"/>
                </a:moveTo>
                <a:lnTo>
                  <a:pt x="1647462" y="1099706"/>
                </a:lnTo>
                <a:moveTo>
                  <a:pt x="1750549" y="781657"/>
                </a:moveTo>
                <a:lnTo>
                  <a:pt x="1727443" y="883767"/>
                </a:lnTo>
                <a:moveTo>
                  <a:pt x="703795" y="529923"/>
                </a:moveTo>
                <a:lnTo>
                  <a:pt x="647118" y="499671"/>
                </a:lnTo>
                <a:moveTo>
                  <a:pt x="647118" y="499671"/>
                </a:moveTo>
                <a:lnTo>
                  <a:pt x="701849" y="529927"/>
                </a:lnTo>
                <a:moveTo>
                  <a:pt x="1870202" y="576037"/>
                </a:moveTo>
                <a:lnTo>
                  <a:pt x="1858197" y="673773"/>
                </a:lnTo>
                <a:moveTo>
                  <a:pt x="1682399" y="993490"/>
                </a:moveTo>
                <a:lnTo>
                  <a:pt x="1660513" y="1057650"/>
                </a:lnTo>
                <a:moveTo>
                  <a:pt x="1775728" y="1113146"/>
                </a:moveTo>
                <a:lnTo>
                  <a:pt x="1688896" y="1108131"/>
                </a:lnTo>
                <a:moveTo>
                  <a:pt x="1695290" y="513397"/>
                </a:moveTo>
                <a:lnTo>
                  <a:pt x="1641878" y="421192"/>
                </a:lnTo>
                <a:moveTo>
                  <a:pt x="1688896" y="1108131"/>
                </a:moveTo>
                <a:lnTo>
                  <a:pt x="1647462" y="1099706"/>
                </a:lnTo>
                <a:moveTo>
                  <a:pt x="1688896" y="1108131"/>
                </a:moveTo>
                <a:lnTo>
                  <a:pt x="1660513" y="1057650"/>
                </a:lnTo>
                <a:moveTo>
                  <a:pt x="1682399" y="993490"/>
                </a:moveTo>
                <a:lnTo>
                  <a:pt x="1688896" y="1108131"/>
                </a:lnTo>
                <a:moveTo>
                  <a:pt x="1821952" y="457410"/>
                </a:moveTo>
                <a:lnTo>
                  <a:pt x="1772673" y="354555"/>
                </a:lnTo>
                <a:moveTo>
                  <a:pt x="1752178" y="781645"/>
                </a:moveTo>
                <a:lnTo>
                  <a:pt x="1750549" y="781657"/>
                </a:lnTo>
                <a:moveTo>
                  <a:pt x="1695290" y="513397"/>
                </a:moveTo>
                <a:lnTo>
                  <a:pt x="1612433" y="478527"/>
                </a:lnTo>
                <a:moveTo>
                  <a:pt x="1772673" y="354555"/>
                </a:moveTo>
                <a:lnTo>
                  <a:pt x="1729596" y="448702"/>
                </a:lnTo>
                <a:moveTo>
                  <a:pt x="1674864" y="561787"/>
                </a:moveTo>
                <a:lnTo>
                  <a:pt x="1557471" y="638666"/>
                </a:lnTo>
                <a:moveTo>
                  <a:pt x="1842749" y="500726"/>
                </a:moveTo>
                <a:lnTo>
                  <a:pt x="1821952" y="457410"/>
                </a:lnTo>
                <a:moveTo>
                  <a:pt x="1695290" y="513397"/>
                </a:moveTo>
                <a:lnTo>
                  <a:pt x="1584713" y="535121"/>
                </a:lnTo>
                <a:moveTo>
                  <a:pt x="1821952" y="457410"/>
                </a:moveTo>
                <a:lnTo>
                  <a:pt x="1729596" y="448702"/>
                </a:lnTo>
                <a:moveTo>
                  <a:pt x="1747376" y="688666"/>
                </a:moveTo>
                <a:lnTo>
                  <a:pt x="1654788" y="756938"/>
                </a:lnTo>
                <a:moveTo>
                  <a:pt x="562508" y="480071"/>
                </a:moveTo>
                <a:lnTo>
                  <a:pt x="544337" y="432542"/>
                </a:lnTo>
                <a:moveTo>
                  <a:pt x="1870202" y="576037"/>
                </a:moveTo>
                <a:lnTo>
                  <a:pt x="1842749" y="500726"/>
                </a:lnTo>
                <a:moveTo>
                  <a:pt x="1674864" y="561787"/>
                </a:moveTo>
                <a:lnTo>
                  <a:pt x="1584713" y="535121"/>
                </a:lnTo>
                <a:moveTo>
                  <a:pt x="1858197" y="673773"/>
                </a:moveTo>
                <a:lnTo>
                  <a:pt x="1779656" y="689274"/>
                </a:lnTo>
                <a:moveTo>
                  <a:pt x="544337" y="432542"/>
                </a:moveTo>
                <a:lnTo>
                  <a:pt x="545692" y="415941"/>
                </a:lnTo>
                <a:moveTo>
                  <a:pt x="647118" y="499671"/>
                </a:moveTo>
                <a:lnTo>
                  <a:pt x="562508" y="480071"/>
                </a:lnTo>
                <a:moveTo>
                  <a:pt x="1729596" y="448702"/>
                </a:moveTo>
                <a:lnTo>
                  <a:pt x="1695290" y="513397"/>
                </a:lnTo>
                <a:moveTo>
                  <a:pt x="1779656" y="689274"/>
                </a:moveTo>
                <a:lnTo>
                  <a:pt x="1752178" y="781645"/>
                </a:lnTo>
                <a:moveTo>
                  <a:pt x="1752178" y="781645"/>
                </a:moveTo>
                <a:lnTo>
                  <a:pt x="1747376" y="688666"/>
                </a:lnTo>
                <a:moveTo>
                  <a:pt x="1870202" y="576037"/>
                </a:moveTo>
                <a:lnTo>
                  <a:pt x="1779656" y="689274"/>
                </a:lnTo>
                <a:moveTo>
                  <a:pt x="1747376" y="688666"/>
                </a:moveTo>
                <a:lnTo>
                  <a:pt x="1750549" y="781657"/>
                </a:lnTo>
                <a:moveTo>
                  <a:pt x="1695290" y="513397"/>
                </a:moveTo>
                <a:lnTo>
                  <a:pt x="1674864" y="561787"/>
                </a:lnTo>
                <a:moveTo>
                  <a:pt x="1778769" y="583680"/>
                </a:moveTo>
                <a:lnTo>
                  <a:pt x="1821952" y="457410"/>
                </a:lnTo>
                <a:moveTo>
                  <a:pt x="1842749" y="500726"/>
                </a:moveTo>
                <a:lnTo>
                  <a:pt x="1778769" y="583680"/>
                </a:lnTo>
                <a:moveTo>
                  <a:pt x="1870202" y="576037"/>
                </a:moveTo>
                <a:lnTo>
                  <a:pt x="1778769" y="583680"/>
                </a:lnTo>
                <a:moveTo>
                  <a:pt x="1778769" y="583680"/>
                </a:moveTo>
                <a:lnTo>
                  <a:pt x="1729596" y="448702"/>
                </a:lnTo>
                <a:moveTo>
                  <a:pt x="1729596" y="448702"/>
                </a:moveTo>
                <a:lnTo>
                  <a:pt x="1766183" y="582704"/>
                </a:lnTo>
                <a:moveTo>
                  <a:pt x="1747376" y="688666"/>
                </a:moveTo>
                <a:lnTo>
                  <a:pt x="1674864" y="561787"/>
                </a:lnTo>
                <a:moveTo>
                  <a:pt x="1766183" y="582704"/>
                </a:moveTo>
                <a:lnTo>
                  <a:pt x="1695290" y="513397"/>
                </a:lnTo>
                <a:moveTo>
                  <a:pt x="1766183" y="582704"/>
                </a:moveTo>
                <a:lnTo>
                  <a:pt x="1674864" y="561787"/>
                </a:lnTo>
                <a:moveTo>
                  <a:pt x="1772314" y="599059"/>
                </a:moveTo>
                <a:lnTo>
                  <a:pt x="1674864" y="561787"/>
                </a:lnTo>
                <a:moveTo>
                  <a:pt x="1779656" y="689274"/>
                </a:moveTo>
                <a:lnTo>
                  <a:pt x="1747376" y="688666"/>
                </a:lnTo>
                <a:moveTo>
                  <a:pt x="1778769" y="583680"/>
                </a:moveTo>
                <a:lnTo>
                  <a:pt x="1779656" y="689274"/>
                </a:lnTo>
                <a:moveTo>
                  <a:pt x="1779656" y="689274"/>
                </a:moveTo>
                <a:lnTo>
                  <a:pt x="1772314" y="599059"/>
                </a:lnTo>
                <a:moveTo>
                  <a:pt x="1772314" y="599059"/>
                </a:moveTo>
                <a:lnTo>
                  <a:pt x="1747376" y="688666"/>
                </a:lnTo>
                <a:moveTo>
                  <a:pt x="1778769" y="583680"/>
                </a:moveTo>
                <a:lnTo>
                  <a:pt x="1766183" y="582704"/>
                </a:lnTo>
                <a:moveTo>
                  <a:pt x="1778769" y="583680"/>
                </a:moveTo>
                <a:lnTo>
                  <a:pt x="1772314" y="599059"/>
                </a:lnTo>
                <a:moveTo>
                  <a:pt x="1772314" y="599059"/>
                </a:moveTo>
                <a:lnTo>
                  <a:pt x="1766183" y="582704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543" name="9uvz_0_build_ReferenceLigand_0">
            <a:extLst>
              <a:ext uri="{FF2B5EF4-FFF2-40B4-BE49-F238E27FC236}">
                <a16:creationId xmlns:a16="http://schemas.microsoft.com/office/drawing/2014/main" id="{B615790B-5D08-4BEA-B279-D510E1A6D8A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209" y="332248"/>
                </a:moveTo>
                <a:lnTo>
                  <a:pt x="1764900" y="2534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4" name="9uvz_0_build_ReferenceLigand_1">
            <a:extLst>
              <a:ext uri="{FF2B5EF4-FFF2-40B4-BE49-F238E27FC236}">
                <a16:creationId xmlns:a16="http://schemas.microsoft.com/office/drawing/2014/main" id="{B2B6593A-30A5-4631-BE0C-B91DE9751A9F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510" y="930202"/>
                </a:moveTo>
                <a:lnTo>
                  <a:pt x="1527373" y="10633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5" name="9uvz_0_build_ReferenceLigand_2">
            <a:extLst>
              <a:ext uri="{FF2B5EF4-FFF2-40B4-BE49-F238E27FC236}">
                <a16:creationId xmlns:a16="http://schemas.microsoft.com/office/drawing/2014/main" id="{040D3060-2F8D-4313-A028-EA481F4AC296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4303" y="630705"/>
                </a:moveTo>
                <a:lnTo>
                  <a:pt x="1437001" y="5416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6" name="9uvz_0_build_ReferenceLigand_3">
            <a:extLst>
              <a:ext uri="{FF2B5EF4-FFF2-40B4-BE49-F238E27FC236}">
                <a16:creationId xmlns:a16="http://schemas.microsoft.com/office/drawing/2014/main" id="{7913CFF9-55FF-4697-8DC6-05CDF91674EF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034" y="851662"/>
                </a:moveTo>
                <a:lnTo>
                  <a:pt x="1557510" y="930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7" name="9uvz_0_build_ReferenceLigand_4">
            <a:extLst>
              <a:ext uri="{FF2B5EF4-FFF2-40B4-BE49-F238E27FC236}">
                <a16:creationId xmlns:a16="http://schemas.microsoft.com/office/drawing/2014/main" id="{08777351-45E6-456D-A12C-B48665BF22F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8045" y="414856"/>
                </a:moveTo>
                <a:lnTo>
                  <a:pt x="1641209" y="332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8" name="9uvz_0_build_ReferenceLigand_5">
            <a:extLst>
              <a:ext uri="{FF2B5EF4-FFF2-40B4-BE49-F238E27FC236}">
                <a16:creationId xmlns:a16="http://schemas.microsoft.com/office/drawing/2014/main" id="{33514F91-A89F-4D25-9034-74B30C290DA1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900" y="253465"/>
                </a:moveTo>
                <a:lnTo>
                  <a:pt x="1832560" y="2888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9" name="9uvz_0_build_ReferenceLigand_6">
            <a:extLst>
              <a:ext uri="{FF2B5EF4-FFF2-40B4-BE49-F238E27FC236}">
                <a16:creationId xmlns:a16="http://schemas.microsoft.com/office/drawing/2014/main" id="{CB78A39A-9364-4DDC-94CF-E98460CB3AA7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001" y="541619"/>
                </a:moveTo>
                <a:lnTo>
                  <a:pt x="1517908" y="5081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0" name="9uvz_0_build_ReferenceLigand_7">
            <a:extLst>
              <a:ext uri="{FF2B5EF4-FFF2-40B4-BE49-F238E27FC236}">
                <a16:creationId xmlns:a16="http://schemas.microsoft.com/office/drawing/2014/main" id="{9D23AD00-EA48-4EB9-8B45-B1F06CCAFBD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7373" y="1063399"/>
                </a:moveTo>
                <a:lnTo>
                  <a:pt x="1596027" y="11181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1" name="9uvz_0_build_ReferenceLigand_8">
            <a:extLst>
              <a:ext uri="{FF2B5EF4-FFF2-40B4-BE49-F238E27FC236}">
                <a16:creationId xmlns:a16="http://schemas.microsoft.com/office/drawing/2014/main" id="{537EEE33-5B0F-462D-ABF8-F2D16BD130F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7893" y="689924"/>
                </a:moveTo>
                <a:lnTo>
                  <a:pt x="1324303" y="6307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2" name="9uvz_0_build_ReferenceLigand_9">
            <a:extLst>
              <a:ext uri="{FF2B5EF4-FFF2-40B4-BE49-F238E27FC236}">
                <a16:creationId xmlns:a16="http://schemas.microsoft.com/office/drawing/2014/main" id="{01029DC3-7315-4D28-A39D-86DCA9E43FB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15" y="903772"/>
                </a:moveTo>
                <a:lnTo>
                  <a:pt x="1656034" y="851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3" name="9uvz_0_build_ReferenceLigand_10">
            <a:extLst>
              <a:ext uri="{FF2B5EF4-FFF2-40B4-BE49-F238E27FC236}">
                <a16:creationId xmlns:a16="http://schemas.microsoft.com/office/drawing/2014/main" id="{28D2C17D-D40E-4D0C-AE64-BC8DFD1B9EC1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908" y="508104"/>
                </a:moveTo>
                <a:lnTo>
                  <a:pt x="1638045" y="4148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4" name="9uvz_0_build_ReferenceLigand_11">
            <a:extLst>
              <a:ext uri="{FF2B5EF4-FFF2-40B4-BE49-F238E27FC236}">
                <a16:creationId xmlns:a16="http://schemas.microsoft.com/office/drawing/2014/main" id="{CF5761EE-59E9-49B0-8F6D-4C9D776E239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2560" y="288899"/>
                </a:moveTo>
                <a:lnTo>
                  <a:pt x="1968773" y="2205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5" name="9uvz_0_build_ReferenceLigand_12">
            <a:extLst>
              <a:ext uri="{FF2B5EF4-FFF2-40B4-BE49-F238E27FC236}">
                <a16:creationId xmlns:a16="http://schemas.microsoft.com/office/drawing/2014/main" id="{BF1E3046-D7A3-4631-B576-F6AE32A58FA9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862" y="542531"/>
                </a:moveTo>
                <a:lnTo>
                  <a:pt x="678504" y="5562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6" name="9uvz_0_build_ReferenceLigand_13">
            <a:extLst>
              <a:ext uri="{FF2B5EF4-FFF2-40B4-BE49-F238E27FC236}">
                <a16:creationId xmlns:a16="http://schemas.microsoft.com/office/drawing/2014/main" id="{708B3C41-C5F9-4DF4-8C5D-FC6B21E1422D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7098" y="391229"/>
                </a:moveTo>
                <a:lnTo>
                  <a:pt x="1638045" y="4148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7" name="9uvz_0_build_ReferenceLigand_14">
            <a:extLst>
              <a:ext uri="{FF2B5EF4-FFF2-40B4-BE49-F238E27FC236}">
                <a16:creationId xmlns:a16="http://schemas.microsoft.com/office/drawing/2014/main" id="{C09D6AD4-CE9B-42B8-B65B-CEB314A4438E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2560" y="288899"/>
                </a:moveTo>
                <a:lnTo>
                  <a:pt x="1757098" y="3912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8" name="9uvz_0_build_ReferenceLigand_15">
            <a:extLst>
              <a:ext uri="{FF2B5EF4-FFF2-40B4-BE49-F238E27FC236}">
                <a16:creationId xmlns:a16="http://schemas.microsoft.com/office/drawing/2014/main" id="{4D62D236-DBFB-4AF6-A46F-25780E26595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9211" y="792474"/>
                </a:moveTo>
                <a:lnTo>
                  <a:pt x="1287893" y="6899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9" name="9uvz_0_build_ReferenceLigand_16">
            <a:extLst>
              <a:ext uri="{FF2B5EF4-FFF2-40B4-BE49-F238E27FC236}">
                <a16:creationId xmlns:a16="http://schemas.microsoft.com/office/drawing/2014/main" id="{91B6AADE-9DB4-4C46-89D5-0E6178860906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6027" y="1118194"/>
                </a:moveTo>
                <a:lnTo>
                  <a:pt x="1694927" y="1039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0" name="9uvz_0_build_ReferenceLigand_17">
            <a:extLst>
              <a:ext uri="{FF2B5EF4-FFF2-40B4-BE49-F238E27FC236}">
                <a16:creationId xmlns:a16="http://schemas.microsoft.com/office/drawing/2014/main" id="{EC3642AA-301B-4AC9-9452-F61AA237D04E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4927" y="1039502"/>
                </a:moveTo>
                <a:lnTo>
                  <a:pt x="1727015" y="9037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1" name="9uvz_0_build_ReferenceLigand_18">
            <a:extLst>
              <a:ext uri="{FF2B5EF4-FFF2-40B4-BE49-F238E27FC236}">
                <a16:creationId xmlns:a16="http://schemas.microsoft.com/office/drawing/2014/main" id="{68D9A364-7417-4E45-8092-59E4AA7E269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908" y="508104"/>
                </a:moveTo>
                <a:lnTo>
                  <a:pt x="1482154" y="5681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2" name="9uvz_0_build_ReferenceLigand_19">
            <a:extLst>
              <a:ext uri="{FF2B5EF4-FFF2-40B4-BE49-F238E27FC236}">
                <a16:creationId xmlns:a16="http://schemas.microsoft.com/office/drawing/2014/main" id="{8F06B09C-9618-4F3F-A601-6C7510D6B56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3407" y="817029"/>
                </a:moveTo>
                <a:lnTo>
                  <a:pt x="1727015" y="9037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3" name="9uvz_0_build_ReferenceLigand_20">
            <a:extLst>
              <a:ext uri="{FF2B5EF4-FFF2-40B4-BE49-F238E27FC236}">
                <a16:creationId xmlns:a16="http://schemas.microsoft.com/office/drawing/2014/main" id="{5ADD5B31-6890-4227-979D-4FA209D6DDD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9283" y="657789"/>
                </a:moveTo>
                <a:lnTo>
                  <a:pt x="1287893" y="6899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4" name="9uvz_0_build_ReferenceLigand_21">
            <a:extLst>
              <a:ext uri="{FF2B5EF4-FFF2-40B4-BE49-F238E27FC236}">
                <a16:creationId xmlns:a16="http://schemas.microsoft.com/office/drawing/2014/main" id="{E0DDF834-7F13-4592-B2D1-92BF972B743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3407" y="817029"/>
                </a:moveTo>
                <a:lnTo>
                  <a:pt x="1978495" y="838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5" name="9uvz_0_build_ReferenceLigand_22">
            <a:extLst>
              <a:ext uri="{FF2B5EF4-FFF2-40B4-BE49-F238E27FC236}">
                <a16:creationId xmlns:a16="http://schemas.microsoft.com/office/drawing/2014/main" id="{9147DC50-A8B1-4430-B861-7E520C612CC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4717" y="760827"/>
                </a:moveTo>
                <a:lnTo>
                  <a:pt x="1169211" y="7924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6" name="9uvz_0_build_ReferenceLigand_23">
            <a:extLst>
              <a:ext uri="{FF2B5EF4-FFF2-40B4-BE49-F238E27FC236}">
                <a16:creationId xmlns:a16="http://schemas.microsoft.com/office/drawing/2014/main" id="{6BC6A80F-FAAD-4EA0-BCE9-7CBC0CF4F71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8504" y="556239"/>
                </a:moveTo>
                <a:lnTo>
                  <a:pt x="568812" y="5281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7" name="9uvz_0_build_ReferenceLigand_24">
            <a:extLst>
              <a:ext uri="{FF2B5EF4-FFF2-40B4-BE49-F238E27FC236}">
                <a16:creationId xmlns:a16="http://schemas.microsoft.com/office/drawing/2014/main" id="{313A4A71-D627-4ADB-9296-1D8BB3427EC6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4870" y="667343"/>
                </a:moveTo>
                <a:lnTo>
                  <a:pt x="1833407" y="8170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8" name="9uvz_0_build_ReferenceLigand_25">
            <a:extLst>
              <a:ext uri="{FF2B5EF4-FFF2-40B4-BE49-F238E27FC236}">
                <a16:creationId xmlns:a16="http://schemas.microsoft.com/office/drawing/2014/main" id="{88B53ABE-1491-4481-B05E-5A596B4794CE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9738" y="609514"/>
                </a:moveTo>
                <a:lnTo>
                  <a:pt x="918438" y="6598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9" name="9uvz_0_build_ReferenceLigand_26">
            <a:extLst>
              <a:ext uri="{FF2B5EF4-FFF2-40B4-BE49-F238E27FC236}">
                <a16:creationId xmlns:a16="http://schemas.microsoft.com/office/drawing/2014/main" id="{F5F2D028-D438-4FE3-A987-B674F64560C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8504" y="556239"/>
                </a:moveTo>
                <a:lnTo>
                  <a:pt x="799738" y="609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0" name="9uvz_0_build_ReferenceLigand_27">
            <a:extLst>
              <a:ext uri="{FF2B5EF4-FFF2-40B4-BE49-F238E27FC236}">
                <a16:creationId xmlns:a16="http://schemas.microsoft.com/office/drawing/2014/main" id="{B41C19FB-EDDF-45CA-A03F-25AE88D02BC3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8438" y="659871"/>
                </a:moveTo>
                <a:lnTo>
                  <a:pt x="1044717" y="7608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1" name="9uvz_0_build_ReferenceLigand_28">
            <a:extLst>
              <a:ext uri="{FF2B5EF4-FFF2-40B4-BE49-F238E27FC236}">
                <a16:creationId xmlns:a16="http://schemas.microsoft.com/office/drawing/2014/main" id="{3B388B78-7D32-471C-BBA4-743F2C384C07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7098" y="391229"/>
                </a:moveTo>
                <a:lnTo>
                  <a:pt x="1810184" y="4460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2" name="9uvz_0_build_ReferenceLigand_29">
            <a:extLst>
              <a:ext uri="{FF2B5EF4-FFF2-40B4-BE49-F238E27FC236}">
                <a16:creationId xmlns:a16="http://schemas.microsoft.com/office/drawing/2014/main" id="{CB04F2A2-E0E9-4F0F-BB53-D3A7AFE4D3FD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154" y="568144"/>
                </a:moveTo>
                <a:lnTo>
                  <a:pt x="1369283" y="6577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3" name="9uvz_0_build_ReferenceLigand_30">
            <a:extLst>
              <a:ext uri="{FF2B5EF4-FFF2-40B4-BE49-F238E27FC236}">
                <a16:creationId xmlns:a16="http://schemas.microsoft.com/office/drawing/2014/main" id="{D4902119-78B1-4042-99F3-D7C82129F81D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4927" y="1039502"/>
                </a:moveTo>
                <a:lnTo>
                  <a:pt x="1781590" y="1114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4" name="9uvz_0_build_ReferenceLigand_31">
            <a:extLst>
              <a:ext uri="{FF2B5EF4-FFF2-40B4-BE49-F238E27FC236}">
                <a16:creationId xmlns:a16="http://schemas.microsoft.com/office/drawing/2014/main" id="{8F81F55C-5328-41C6-A60F-7A23DC502427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1323" y="581484"/>
                </a:moveTo>
                <a:lnTo>
                  <a:pt x="1804870" y="6673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5" name="9uvz_0_build_ReferenceLigand_32">
            <a:extLst>
              <a:ext uri="{FF2B5EF4-FFF2-40B4-BE49-F238E27FC236}">
                <a16:creationId xmlns:a16="http://schemas.microsoft.com/office/drawing/2014/main" id="{3D9DF771-AAC4-4428-972F-152E177838DC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184" y="446042"/>
                </a:moveTo>
                <a:lnTo>
                  <a:pt x="1841323" y="5814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6" name="9uvz_0_build_ReferenceLigand_33">
            <a:extLst>
              <a:ext uri="{FF2B5EF4-FFF2-40B4-BE49-F238E27FC236}">
                <a16:creationId xmlns:a16="http://schemas.microsoft.com/office/drawing/2014/main" id="{F89A9A0D-88E0-4179-88B7-BDD63B48A707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1323" y="581484"/>
                </a:moveTo>
                <a:lnTo>
                  <a:pt x="1894288" y="6166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7" name="9uvz_0_build_PredictedLigand_0">
            <a:extLst>
              <a:ext uri="{FF2B5EF4-FFF2-40B4-BE49-F238E27FC236}">
                <a16:creationId xmlns:a16="http://schemas.microsoft.com/office/drawing/2014/main" id="{A7A8514B-1796-458C-87C1-4B13019279D9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888" y="799411"/>
                </a:moveTo>
                <a:lnTo>
                  <a:pt x="1414943" y="758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78" name="9uvz_0_build_PredictedLigand_1">
            <a:extLst>
              <a:ext uri="{FF2B5EF4-FFF2-40B4-BE49-F238E27FC236}">
                <a16:creationId xmlns:a16="http://schemas.microsoft.com/office/drawing/2014/main" id="{1068B05D-24DB-465E-B1E5-02E19DAF5879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2629" y="805067"/>
                </a:moveTo>
                <a:lnTo>
                  <a:pt x="1637279" y="10276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79" name="9uvz_0_build_PredictedLigand_2">
            <a:extLst>
              <a:ext uri="{FF2B5EF4-FFF2-40B4-BE49-F238E27FC236}">
                <a16:creationId xmlns:a16="http://schemas.microsoft.com/office/drawing/2014/main" id="{314D3273-FB59-49CA-825B-3DB0D8687AC3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4943" y="758685"/>
                </a:moveTo>
                <a:lnTo>
                  <a:pt x="1538434" y="8415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80" name="9uvz_0_build_PredictedLigand_3">
            <a:extLst>
              <a:ext uri="{FF2B5EF4-FFF2-40B4-BE49-F238E27FC236}">
                <a16:creationId xmlns:a16="http://schemas.microsoft.com/office/drawing/2014/main" id="{4CD67386-F1AF-4B5E-AD0C-7B1D7BF81F1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6436" y="273979"/>
                </a:moveTo>
                <a:lnTo>
                  <a:pt x="1626155" y="3541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81" name="9uvz_0_build_PredictedLigand_4">
            <a:extLst>
              <a:ext uri="{FF2B5EF4-FFF2-40B4-BE49-F238E27FC236}">
                <a16:creationId xmlns:a16="http://schemas.microsoft.com/office/drawing/2014/main" id="{296E0612-D296-41B4-8339-0F0336CDF967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8434" y="841557"/>
                </a:moveTo>
                <a:lnTo>
                  <a:pt x="1622629" y="8050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82" name="9uvz_0_build_PredictedLigand_5">
            <a:extLst>
              <a:ext uri="{FF2B5EF4-FFF2-40B4-BE49-F238E27FC236}">
                <a16:creationId xmlns:a16="http://schemas.microsoft.com/office/drawing/2014/main" id="{779C36BC-83E3-46BE-ABE6-E3CF4465091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0725" y="492740"/>
                </a:moveTo>
                <a:lnTo>
                  <a:pt x="1465573" y="540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83" name="9uvz_0_build_PredictedLigand_6">
            <a:extLst>
              <a:ext uri="{FF2B5EF4-FFF2-40B4-BE49-F238E27FC236}">
                <a16:creationId xmlns:a16="http://schemas.microsoft.com/office/drawing/2014/main" id="{00B75EA0-C2BA-4ED4-864F-6FF447030E3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6983" y="222107"/>
                </a:moveTo>
                <a:lnTo>
                  <a:pt x="1666436" y="2739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84" name="9uvz_0_build_PredictedLigand_7">
            <a:extLst>
              <a:ext uri="{FF2B5EF4-FFF2-40B4-BE49-F238E27FC236}">
                <a16:creationId xmlns:a16="http://schemas.microsoft.com/office/drawing/2014/main" id="{04FD9088-3E22-4714-B517-692B0D6BD83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6155" y="354130"/>
                </a:moveTo>
                <a:lnTo>
                  <a:pt x="1630725" y="4927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85" name="9uvz_0_build_PredictedLigand_8">
            <a:extLst>
              <a:ext uri="{FF2B5EF4-FFF2-40B4-BE49-F238E27FC236}">
                <a16:creationId xmlns:a16="http://schemas.microsoft.com/office/drawing/2014/main" id="{DB42702B-3336-4613-AA08-D81D7A920D0A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342" y="664584"/>
                </a:moveTo>
                <a:lnTo>
                  <a:pt x="1265888" y="7994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86" name="9uvz_0_build_PredictedLigand_9">
            <a:extLst>
              <a:ext uri="{FF2B5EF4-FFF2-40B4-BE49-F238E27FC236}">
                <a16:creationId xmlns:a16="http://schemas.microsoft.com/office/drawing/2014/main" id="{0EBACF2E-A822-447B-9EBB-02FACC994741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279" y="1027625"/>
                </a:moveTo>
                <a:lnTo>
                  <a:pt x="1716393" y="11348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87" name="9uvz_0_build_PredictedLigand_10">
            <a:extLst>
              <a:ext uri="{FF2B5EF4-FFF2-40B4-BE49-F238E27FC236}">
                <a16:creationId xmlns:a16="http://schemas.microsoft.com/office/drawing/2014/main" id="{72E44713-E088-4154-867D-69DF29061F6C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565" y="1153541"/>
                </a:moveTo>
                <a:lnTo>
                  <a:pt x="1537538" y="1268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88" name="9uvz_0_build_PredictedLigand_11">
            <a:extLst>
              <a:ext uri="{FF2B5EF4-FFF2-40B4-BE49-F238E27FC236}">
                <a16:creationId xmlns:a16="http://schemas.microsoft.com/office/drawing/2014/main" id="{6932B2F2-5317-49F8-8BEE-39A635181FE7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8434" y="841557"/>
                </a:moveTo>
                <a:lnTo>
                  <a:pt x="1482102" y="6680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89" name="9uvz_0_build_PredictedLigand_12">
            <a:extLst>
              <a:ext uri="{FF2B5EF4-FFF2-40B4-BE49-F238E27FC236}">
                <a16:creationId xmlns:a16="http://schemas.microsoft.com/office/drawing/2014/main" id="{67286F5E-CE3F-4B0A-B2F4-1F4F43F53643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2181" y="974962"/>
                </a:moveTo>
                <a:lnTo>
                  <a:pt x="1622629" y="8050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90" name="9uvz_0_build_PredictedLigand_13">
            <a:extLst>
              <a:ext uri="{FF2B5EF4-FFF2-40B4-BE49-F238E27FC236}">
                <a16:creationId xmlns:a16="http://schemas.microsoft.com/office/drawing/2014/main" id="{D5A2E6AA-AC8D-4D38-AA79-BC6A60786DCF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1622" y="583268"/>
                </a:moveTo>
                <a:lnTo>
                  <a:pt x="804335" y="612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91" name="9uvz_0_build_PredictedLigand_14">
            <a:extLst>
              <a:ext uri="{FF2B5EF4-FFF2-40B4-BE49-F238E27FC236}">
                <a16:creationId xmlns:a16="http://schemas.microsoft.com/office/drawing/2014/main" id="{C7EE8813-537C-4832-A4FF-0320A7561DE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6396" y="767765"/>
                </a:moveTo>
                <a:lnTo>
                  <a:pt x="1227342" y="664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92" name="9uvz_0_build_PredictedLigand_15">
            <a:extLst>
              <a:ext uri="{FF2B5EF4-FFF2-40B4-BE49-F238E27FC236}">
                <a16:creationId xmlns:a16="http://schemas.microsoft.com/office/drawing/2014/main" id="{0422BEC7-6428-4BB3-9D72-A8439E576CD1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1244" y="305559"/>
                </a:moveTo>
                <a:lnTo>
                  <a:pt x="1876983" y="2221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93" name="9uvz_0_build_PredictedLigand_16">
            <a:extLst>
              <a:ext uri="{FF2B5EF4-FFF2-40B4-BE49-F238E27FC236}">
                <a16:creationId xmlns:a16="http://schemas.microsoft.com/office/drawing/2014/main" id="{6017A34B-6A69-4EA8-8281-35AD5C2B9D1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1622" y="583268"/>
                </a:moveTo>
                <a:lnTo>
                  <a:pt x="614506" y="4598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94" name="9uvz_0_build_PredictedLigand_17">
            <a:extLst>
              <a:ext uri="{FF2B5EF4-FFF2-40B4-BE49-F238E27FC236}">
                <a16:creationId xmlns:a16="http://schemas.microsoft.com/office/drawing/2014/main" id="{5D369748-3666-4EA9-AB4E-8B1EF4AA7A3A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185" y="686247"/>
                </a:moveTo>
                <a:lnTo>
                  <a:pt x="661622" y="58326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95" name="9uvz_0_build_PredictedLigand_18">
            <a:extLst>
              <a:ext uri="{FF2B5EF4-FFF2-40B4-BE49-F238E27FC236}">
                <a16:creationId xmlns:a16="http://schemas.microsoft.com/office/drawing/2014/main" id="{270E5A31-9280-4990-BEEC-FD0B6B911C7E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0725" y="492740"/>
                </a:moveTo>
                <a:lnTo>
                  <a:pt x="1719435" y="4273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96" name="9uvz_0_build_PredictedLigand_19">
            <a:extLst>
              <a:ext uri="{FF2B5EF4-FFF2-40B4-BE49-F238E27FC236}">
                <a16:creationId xmlns:a16="http://schemas.microsoft.com/office/drawing/2014/main" id="{26635C2A-25E4-4841-8E8E-E0EA8AA4EA5F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4335" y="612236"/>
                </a:moveTo>
                <a:lnTo>
                  <a:pt x="897289" y="585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97" name="9uvz_0_build_PredictedLigand_20">
            <a:extLst>
              <a:ext uri="{FF2B5EF4-FFF2-40B4-BE49-F238E27FC236}">
                <a16:creationId xmlns:a16="http://schemas.microsoft.com/office/drawing/2014/main" id="{192FC076-1F32-4D52-AFC2-3BBE045E598D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565" y="1153541"/>
                </a:moveTo>
                <a:lnTo>
                  <a:pt x="1712181" y="9749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98" name="9uvz_0_build_PredictedLigand_21">
            <a:extLst>
              <a:ext uri="{FF2B5EF4-FFF2-40B4-BE49-F238E27FC236}">
                <a16:creationId xmlns:a16="http://schemas.microsoft.com/office/drawing/2014/main" id="{C8B6DC16-4789-4D0D-922C-5E301528C74C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6393" y="1134885"/>
                </a:moveTo>
                <a:lnTo>
                  <a:pt x="1605565" y="1153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99" name="9uvz_0_build_PredictedLigand_22">
            <a:extLst>
              <a:ext uri="{FF2B5EF4-FFF2-40B4-BE49-F238E27FC236}">
                <a16:creationId xmlns:a16="http://schemas.microsoft.com/office/drawing/2014/main" id="{C88B571E-5899-43D3-A1B2-263E54E1948E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4757" y="682845"/>
                </a:moveTo>
                <a:lnTo>
                  <a:pt x="1227342" y="664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600" name="9uvz_0_build_PredictedLigand_23">
            <a:extLst>
              <a:ext uri="{FF2B5EF4-FFF2-40B4-BE49-F238E27FC236}">
                <a16:creationId xmlns:a16="http://schemas.microsoft.com/office/drawing/2014/main" id="{55BE2A91-F9C3-49D4-95EA-EE519773DE4E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7702" y="753463"/>
                </a:moveTo>
                <a:lnTo>
                  <a:pt x="1901387" y="778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601" name="9uvz_0_build_PredictedLigand_24">
            <a:extLst>
              <a:ext uri="{FF2B5EF4-FFF2-40B4-BE49-F238E27FC236}">
                <a16:creationId xmlns:a16="http://schemas.microsoft.com/office/drawing/2014/main" id="{CD6DDD4B-E481-4CD0-AEBA-182171B6D68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102" y="668008"/>
                </a:moveTo>
                <a:lnTo>
                  <a:pt x="1334757" y="682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602" name="9uvz_0_build_PredictedLigand_25">
            <a:extLst>
              <a:ext uri="{FF2B5EF4-FFF2-40B4-BE49-F238E27FC236}">
                <a16:creationId xmlns:a16="http://schemas.microsoft.com/office/drawing/2014/main" id="{3F7AC61B-3065-4333-B80E-C571F7AFCF26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258" y="744918"/>
                </a:moveTo>
                <a:lnTo>
                  <a:pt x="1106396" y="7677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603" name="9uvz_0_build_PredictedLigand_26">
            <a:extLst>
              <a:ext uri="{FF2B5EF4-FFF2-40B4-BE49-F238E27FC236}">
                <a16:creationId xmlns:a16="http://schemas.microsoft.com/office/drawing/2014/main" id="{96CFB638-ED6B-4148-8363-8D8D0CC6DA43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9435" y="427396"/>
                </a:moveTo>
                <a:lnTo>
                  <a:pt x="1881244" y="305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604" name="9uvz_0_build_PredictedLigand_27">
            <a:extLst>
              <a:ext uri="{FF2B5EF4-FFF2-40B4-BE49-F238E27FC236}">
                <a16:creationId xmlns:a16="http://schemas.microsoft.com/office/drawing/2014/main" id="{4AA32C3D-292D-4806-BD08-9DAF8262906E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289" y="585001"/>
                </a:moveTo>
                <a:lnTo>
                  <a:pt x="974258" y="7449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605" name="9uvz_0_build_PredictedLigand_28">
            <a:extLst>
              <a:ext uri="{FF2B5EF4-FFF2-40B4-BE49-F238E27FC236}">
                <a16:creationId xmlns:a16="http://schemas.microsoft.com/office/drawing/2014/main" id="{47BBA075-612E-4221-8FB7-24EE31CC7F9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0330" y="840911"/>
                </a:moveTo>
                <a:lnTo>
                  <a:pt x="1807702" y="7534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606" name="9uvz_0_build_PredictedLigand_29">
            <a:extLst>
              <a:ext uri="{FF2B5EF4-FFF2-40B4-BE49-F238E27FC236}">
                <a16:creationId xmlns:a16="http://schemas.microsoft.com/office/drawing/2014/main" id="{41066A61-C0DB-407E-9263-C8D20D20E23A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2181" y="974962"/>
                </a:moveTo>
                <a:lnTo>
                  <a:pt x="1700330" y="84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607" name="9uvz_0_build_PredictedLigand_30">
            <a:extLst>
              <a:ext uri="{FF2B5EF4-FFF2-40B4-BE49-F238E27FC236}">
                <a16:creationId xmlns:a16="http://schemas.microsoft.com/office/drawing/2014/main" id="{D9B85A38-068F-4E0E-B0F5-5E948C703AF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7702" y="753463"/>
                </a:moveTo>
                <a:lnTo>
                  <a:pt x="1823589" y="6433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608" name="9uvz_0_build_PredictedLigand_31">
            <a:extLst>
              <a:ext uri="{FF2B5EF4-FFF2-40B4-BE49-F238E27FC236}">
                <a16:creationId xmlns:a16="http://schemas.microsoft.com/office/drawing/2014/main" id="{DE248F2E-B7AC-406F-9E6A-2CD35D1DF54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838" y="522397"/>
                </a:moveTo>
                <a:lnTo>
                  <a:pt x="1719435" y="4273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609" name="9uvz_0_build_PredictedLigand_32">
            <a:extLst>
              <a:ext uri="{FF2B5EF4-FFF2-40B4-BE49-F238E27FC236}">
                <a16:creationId xmlns:a16="http://schemas.microsoft.com/office/drawing/2014/main" id="{2C3A5E51-8BBC-4445-B672-09505BB45943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589" y="643322"/>
                </a:moveTo>
                <a:lnTo>
                  <a:pt x="1806838" y="5223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610" name="9uvz_0_build_PredictedLigand_33">
            <a:extLst>
              <a:ext uri="{FF2B5EF4-FFF2-40B4-BE49-F238E27FC236}">
                <a16:creationId xmlns:a16="http://schemas.microsoft.com/office/drawing/2014/main" id="{9B2FE3E9-EED5-42DC-AB0D-6D647805C4CF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838" y="522397"/>
                </a:moveTo>
                <a:lnTo>
                  <a:pt x="1955675" y="480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611" name="9uvz_0_build_PredictedAtoms_0">
            <a:extLst>
              <a:ext uri="{FF2B5EF4-FFF2-40B4-BE49-F238E27FC236}">
                <a16:creationId xmlns:a16="http://schemas.microsoft.com/office/drawing/2014/main" id="{06183F5D-9673-4FE0-B3D9-14202D0707D5}"/>
              </a:ext>
            </a:extLst>
          </p:cNvPr>
          <p:cNvSpPr>
            <a:spLocks/>
          </p:cNvSpPr>
          <p:nvPr/>
        </p:nvSpPr>
        <p:spPr>
          <a:xfrm>
            <a:off x="6738192" y="86234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12" name="9uvz_0_build_PredictedAtoms_1">
            <a:extLst>
              <a:ext uri="{FF2B5EF4-FFF2-40B4-BE49-F238E27FC236}">
                <a16:creationId xmlns:a16="http://schemas.microsoft.com/office/drawing/2014/main" id="{9C2FE75F-8F16-48DA-9393-5A98AF1F5641}"/>
              </a:ext>
            </a:extLst>
          </p:cNvPr>
          <p:cNvSpPr>
            <a:spLocks/>
          </p:cNvSpPr>
          <p:nvPr/>
        </p:nvSpPr>
        <p:spPr>
          <a:xfrm>
            <a:off x="6817630" y="85204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13" name="9uvz_0_build_PredictedAtoms_2">
            <a:extLst>
              <a:ext uri="{FF2B5EF4-FFF2-40B4-BE49-F238E27FC236}">
                <a16:creationId xmlns:a16="http://schemas.microsoft.com/office/drawing/2014/main" id="{11A1C4AE-6674-48A7-B417-FE86F09CE5A8}"/>
              </a:ext>
            </a:extLst>
          </p:cNvPr>
          <p:cNvSpPr>
            <a:spLocks/>
          </p:cNvSpPr>
          <p:nvPr/>
        </p:nvSpPr>
        <p:spPr>
          <a:xfrm>
            <a:off x="6770513" y="83970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14" name="9uvz_0_build_PredictedAtoms_3">
            <a:extLst>
              <a:ext uri="{FF2B5EF4-FFF2-40B4-BE49-F238E27FC236}">
                <a16:creationId xmlns:a16="http://schemas.microsoft.com/office/drawing/2014/main" id="{15A41B42-D585-4C85-9A01-77D28F0AC8DE}"/>
              </a:ext>
            </a:extLst>
          </p:cNvPr>
          <p:cNvSpPr>
            <a:spLocks/>
          </p:cNvSpPr>
          <p:nvPr/>
        </p:nvSpPr>
        <p:spPr>
          <a:xfrm>
            <a:off x="6960343" y="8549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15" name="9uvz_0_build_PredictedAtoms_4">
            <a:extLst>
              <a:ext uri="{FF2B5EF4-FFF2-40B4-BE49-F238E27FC236}">
                <a16:creationId xmlns:a16="http://schemas.microsoft.com/office/drawing/2014/main" id="{74E9141A-C2C4-4010-9DFF-F29C8A96D650}"/>
              </a:ext>
            </a:extLst>
          </p:cNvPr>
          <p:cNvSpPr>
            <a:spLocks/>
          </p:cNvSpPr>
          <p:nvPr/>
        </p:nvSpPr>
        <p:spPr>
          <a:xfrm>
            <a:off x="7053296" y="852218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16" name="9uvz_0_build_PredictedAtoms_5">
            <a:extLst>
              <a:ext uri="{FF2B5EF4-FFF2-40B4-BE49-F238E27FC236}">
                <a16:creationId xmlns:a16="http://schemas.microsoft.com/office/drawing/2014/main" id="{D485A144-8ADD-459A-BEE6-F547D79CC8D0}"/>
              </a:ext>
            </a:extLst>
          </p:cNvPr>
          <p:cNvSpPr>
            <a:spLocks/>
          </p:cNvSpPr>
          <p:nvPr/>
        </p:nvSpPr>
        <p:spPr>
          <a:xfrm>
            <a:off x="7130265" y="86821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17" name="9uvz_0_build_PredictedAtoms_6">
            <a:extLst>
              <a:ext uri="{FF2B5EF4-FFF2-40B4-BE49-F238E27FC236}">
                <a16:creationId xmlns:a16="http://schemas.microsoft.com/office/drawing/2014/main" id="{7ADDA0B0-D691-4060-8C5F-9A17594D3DA1}"/>
              </a:ext>
            </a:extLst>
          </p:cNvPr>
          <p:cNvSpPr>
            <a:spLocks/>
          </p:cNvSpPr>
          <p:nvPr/>
        </p:nvSpPr>
        <p:spPr>
          <a:xfrm>
            <a:off x="7262404" y="87049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18" name="9uvz_0_build_PredictedAtoms_7">
            <a:extLst>
              <a:ext uri="{FF2B5EF4-FFF2-40B4-BE49-F238E27FC236}">
                <a16:creationId xmlns:a16="http://schemas.microsoft.com/office/drawing/2014/main" id="{6CFAA030-58C4-4EC4-967A-C00C5068ECC2}"/>
              </a:ext>
            </a:extLst>
          </p:cNvPr>
          <p:cNvSpPr>
            <a:spLocks/>
          </p:cNvSpPr>
          <p:nvPr/>
        </p:nvSpPr>
        <p:spPr>
          <a:xfrm>
            <a:off x="7383350" y="86017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19" name="9uvz_0_build_PredictedAtoms_8">
            <a:extLst>
              <a:ext uri="{FF2B5EF4-FFF2-40B4-BE49-F238E27FC236}">
                <a16:creationId xmlns:a16="http://schemas.microsoft.com/office/drawing/2014/main" id="{28755F0E-0240-4BE9-87C3-0968B56E0011}"/>
              </a:ext>
            </a:extLst>
          </p:cNvPr>
          <p:cNvSpPr>
            <a:spLocks/>
          </p:cNvSpPr>
          <p:nvPr/>
        </p:nvSpPr>
        <p:spPr>
          <a:xfrm>
            <a:off x="7421895" y="87365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20" name="9uvz_0_build_PredictedAtoms_9">
            <a:extLst>
              <a:ext uri="{FF2B5EF4-FFF2-40B4-BE49-F238E27FC236}">
                <a16:creationId xmlns:a16="http://schemas.microsoft.com/office/drawing/2014/main" id="{B43F73C7-FB8D-49D8-B6D5-C1920494E6F9}"/>
              </a:ext>
            </a:extLst>
          </p:cNvPr>
          <p:cNvSpPr>
            <a:spLocks/>
          </p:cNvSpPr>
          <p:nvPr/>
        </p:nvSpPr>
        <p:spPr>
          <a:xfrm>
            <a:off x="7570951" y="86958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21" name="9uvz_0_build_PredictedAtoms_10">
            <a:extLst>
              <a:ext uri="{FF2B5EF4-FFF2-40B4-BE49-F238E27FC236}">
                <a16:creationId xmlns:a16="http://schemas.microsoft.com/office/drawing/2014/main" id="{9B053D32-696E-4F3E-A5CF-355233CB1503}"/>
              </a:ext>
            </a:extLst>
          </p:cNvPr>
          <p:cNvSpPr>
            <a:spLocks/>
          </p:cNvSpPr>
          <p:nvPr/>
        </p:nvSpPr>
        <p:spPr>
          <a:xfrm>
            <a:off x="7694441" y="87787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22" name="9uvz_0_build_PredictedAtoms_11">
            <a:extLst>
              <a:ext uri="{FF2B5EF4-FFF2-40B4-BE49-F238E27FC236}">
                <a16:creationId xmlns:a16="http://schemas.microsoft.com/office/drawing/2014/main" id="{ECF67DF3-ADE4-4F73-9B7B-C2B364285B8E}"/>
              </a:ext>
            </a:extLst>
          </p:cNvPr>
          <p:cNvSpPr>
            <a:spLocks/>
          </p:cNvSpPr>
          <p:nvPr/>
        </p:nvSpPr>
        <p:spPr>
          <a:xfrm>
            <a:off x="7778636" y="87422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23" name="9uvz_0_build_PredictedAtoms_12">
            <a:extLst>
              <a:ext uri="{FF2B5EF4-FFF2-40B4-BE49-F238E27FC236}">
                <a16:creationId xmlns:a16="http://schemas.microsoft.com/office/drawing/2014/main" id="{28C6CF4A-0400-4277-AE9B-A8903DC804E5}"/>
              </a:ext>
            </a:extLst>
          </p:cNvPr>
          <p:cNvSpPr>
            <a:spLocks/>
          </p:cNvSpPr>
          <p:nvPr/>
        </p:nvSpPr>
        <p:spPr>
          <a:xfrm>
            <a:off x="7793286" y="89648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24" name="9uvz_0_build_PredictedAtoms_13">
            <a:extLst>
              <a:ext uri="{FF2B5EF4-FFF2-40B4-BE49-F238E27FC236}">
                <a16:creationId xmlns:a16="http://schemas.microsoft.com/office/drawing/2014/main" id="{F90B48F4-1357-426C-9226-29552E2C717E}"/>
              </a:ext>
            </a:extLst>
          </p:cNvPr>
          <p:cNvSpPr>
            <a:spLocks/>
          </p:cNvSpPr>
          <p:nvPr/>
        </p:nvSpPr>
        <p:spPr>
          <a:xfrm>
            <a:off x="7872400" y="90720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25" name="9uvz_0_build_PredictedAtoms_14">
            <a:extLst>
              <a:ext uri="{FF2B5EF4-FFF2-40B4-BE49-F238E27FC236}">
                <a16:creationId xmlns:a16="http://schemas.microsoft.com/office/drawing/2014/main" id="{5E143091-F36A-4057-B8C0-79138CA60668}"/>
              </a:ext>
            </a:extLst>
          </p:cNvPr>
          <p:cNvSpPr>
            <a:spLocks/>
          </p:cNvSpPr>
          <p:nvPr/>
        </p:nvSpPr>
        <p:spPr>
          <a:xfrm>
            <a:off x="7761572" y="90907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26" name="9uvz_0_build_PredictedAtoms_15">
            <a:extLst>
              <a:ext uri="{FF2B5EF4-FFF2-40B4-BE49-F238E27FC236}">
                <a16:creationId xmlns:a16="http://schemas.microsoft.com/office/drawing/2014/main" id="{9DBA9AA6-C974-4358-906C-55A5F741A6D1}"/>
              </a:ext>
            </a:extLst>
          </p:cNvPr>
          <p:cNvSpPr>
            <a:spLocks/>
          </p:cNvSpPr>
          <p:nvPr/>
        </p:nvSpPr>
        <p:spPr>
          <a:xfrm>
            <a:off x="7693545" y="92053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27" name="9uvz_0_build_PredictedAtoms_16">
            <a:extLst>
              <a:ext uri="{FF2B5EF4-FFF2-40B4-BE49-F238E27FC236}">
                <a16:creationId xmlns:a16="http://schemas.microsoft.com/office/drawing/2014/main" id="{C629CA94-8254-4437-A342-59A6A4A1AF01}"/>
              </a:ext>
            </a:extLst>
          </p:cNvPr>
          <p:cNvSpPr>
            <a:spLocks/>
          </p:cNvSpPr>
          <p:nvPr/>
        </p:nvSpPr>
        <p:spPr>
          <a:xfrm>
            <a:off x="7868188" y="89121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28" name="9uvz_0_build_PredictedAtoms_17">
            <a:extLst>
              <a:ext uri="{FF2B5EF4-FFF2-40B4-BE49-F238E27FC236}">
                <a16:creationId xmlns:a16="http://schemas.microsoft.com/office/drawing/2014/main" id="{82C38B20-3F70-40B6-B044-604C3F61CA43}"/>
              </a:ext>
            </a:extLst>
          </p:cNvPr>
          <p:cNvSpPr>
            <a:spLocks/>
          </p:cNvSpPr>
          <p:nvPr/>
        </p:nvSpPr>
        <p:spPr>
          <a:xfrm>
            <a:off x="7856338" y="87780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29" name="9uvz_0_build_PredictedAtoms_18">
            <a:extLst>
              <a:ext uri="{FF2B5EF4-FFF2-40B4-BE49-F238E27FC236}">
                <a16:creationId xmlns:a16="http://schemas.microsoft.com/office/drawing/2014/main" id="{52A7D274-3944-4DFD-858A-C3EB28446799}"/>
              </a:ext>
            </a:extLst>
          </p:cNvPr>
          <p:cNvSpPr>
            <a:spLocks/>
          </p:cNvSpPr>
          <p:nvPr/>
        </p:nvSpPr>
        <p:spPr>
          <a:xfrm>
            <a:off x="7963709" y="8690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30" name="9uvz_0_build_PredictedAtoms_19">
            <a:extLst>
              <a:ext uri="{FF2B5EF4-FFF2-40B4-BE49-F238E27FC236}">
                <a16:creationId xmlns:a16="http://schemas.microsoft.com/office/drawing/2014/main" id="{1FDF0B6B-6737-43B5-ABE7-D153E3E370B2}"/>
              </a:ext>
            </a:extLst>
          </p:cNvPr>
          <p:cNvSpPr>
            <a:spLocks/>
          </p:cNvSpPr>
          <p:nvPr/>
        </p:nvSpPr>
        <p:spPr>
          <a:xfrm>
            <a:off x="8057394" y="87153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31" name="9uvz_0_build_PredictedAtoms_20">
            <a:extLst>
              <a:ext uri="{FF2B5EF4-FFF2-40B4-BE49-F238E27FC236}">
                <a16:creationId xmlns:a16="http://schemas.microsoft.com/office/drawing/2014/main" id="{7F0181B8-1F96-478D-8CAD-C7D523F51EB3}"/>
              </a:ext>
            </a:extLst>
          </p:cNvPr>
          <p:cNvSpPr>
            <a:spLocks/>
          </p:cNvSpPr>
          <p:nvPr/>
        </p:nvSpPr>
        <p:spPr>
          <a:xfrm>
            <a:off x="7979597" y="8580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32" name="9uvz_0_build_PredictedAtoms_21">
            <a:extLst>
              <a:ext uri="{FF2B5EF4-FFF2-40B4-BE49-F238E27FC236}">
                <a16:creationId xmlns:a16="http://schemas.microsoft.com/office/drawing/2014/main" id="{4F68219E-647B-4CA7-AC17-42E937B9047F}"/>
              </a:ext>
            </a:extLst>
          </p:cNvPr>
          <p:cNvSpPr>
            <a:spLocks/>
          </p:cNvSpPr>
          <p:nvPr/>
        </p:nvSpPr>
        <p:spPr>
          <a:xfrm>
            <a:off x="7962846" y="84595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33" name="9uvz_0_build_PredictedAtoms_22">
            <a:extLst>
              <a:ext uri="{FF2B5EF4-FFF2-40B4-BE49-F238E27FC236}">
                <a16:creationId xmlns:a16="http://schemas.microsoft.com/office/drawing/2014/main" id="{343562A2-5A35-4786-8065-729368863EBE}"/>
              </a:ext>
            </a:extLst>
          </p:cNvPr>
          <p:cNvSpPr>
            <a:spLocks/>
          </p:cNvSpPr>
          <p:nvPr/>
        </p:nvSpPr>
        <p:spPr>
          <a:xfrm>
            <a:off x="7875443" y="836457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34" name="9uvz_0_build_PredictedAtoms_23">
            <a:extLst>
              <a:ext uri="{FF2B5EF4-FFF2-40B4-BE49-F238E27FC236}">
                <a16:creationId xmlns:a16="http://schemas.microsoft.com/office/drawing/2014/main" id="{22E4455D-5D83-4595-84D1-F9B68EB7B799}"/>
              </a:ext>
            </a:extLst>
          </p:cNvPr>
          <p:cNvSpPr>
            <a:spLocks/>
          </p:cNvSpPr>
          <p:nvPr/>
        </p:nvSpPr>
        <p:spPr>
          <a:xfrm>
            <a:off x="8037251" y="82427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35" name="9uvz_0_build_PredictedAtoms_24">
            <a:extLst>
              <a:ext uri="{FF2B5EF4-FFF2-40B4-BE49-F238E27FC236}">
                <a16:creationId xmlns:a16="http://schemas.microsoft.com/office/drawing/2014/main" id="{EEFA860A-8A67-41D3-B283-591F8EB40238}"/>
              </a:ext>
            </a:extLst>
          </p:cNvPr>
          <p:cNvSpPr>
            <a:spLocks/>
          </p:cNvSpPr>
          <p:nvPr/>
        </p:nvSpPr>
        <p:spPr>
          <a:xfrm>
            <a:off x="8032990" y="8159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36" name="9uvz_0_build_PredictedAtoms_25">
            <a:extLst>
              <a:ext uri="{FF2B5EF4-FFF2-40B4-BE49-F238E27FC236}">
                <a16:creationId xmlns:a16="http://schemas.microsoft.com/office/drawing/2014/main" id="{E97ACB4C-FA51-438F-97EF-C677F203CE79}"/>
              </a:ext>
            </a:extLst>
          </p:cNvPr>
          <p:cNvSpPr>
            <a:spLocks/>
          </p:cNvSpPr>
          <p:nvPr/>
        </p:nvSpPr>
        <p:spPr>
          <a:xfrm>
            <a:off x="7822444" y="8211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37" name="9uvz_0_build_PredictedAtoms_26">
            <a:extLst>
              <a:ext uri="{FF2B5EF4-FFF2-40B4-BE49-F238E27FC236}">
                <a16:creationId xmlns:a16="http://schemas.microsoft.com/office/drawing/2014/main" id="{BFEA965E-4C0F-4E87-AAF5-8203209CFACE}"/>
              </a:ext>
            </a:extLst>
          </p:cNvPr>
          <p:cNvSpPr>
            <a:spLocks/>
          </p:cNvSpPr>
          <p:nvPr/>
        </p:nvSpPr>
        <p:spPr>
          <a:xfrm>
            <a:off x="7782162" y="82913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38" name="9uvz_0_build_PredictedAtoms_27">
            <a:extLst>
              <a:ext uri="{FF2B5EF4-FFF2-40B4-BE49-F238E27FC236}">
                <a16:creationId xmlns:a16="http://schemas.microsoft.com/office/drawing/2014/main" id="{CA1C5331-733E-4596-BB5B-CCE0F8725C72}"/>
              </a:ext>
            </a:extLst>
          </p:cNvPr>
          <p:cNvSpPr>
            <a:spLocks/>
          </p:cNvSpPr>
          <p:nvPr/>
        </p:nvSpPr>
        <p:spPr>
          <a:xfrm>
            <a:off x="7786732" y="84299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39" name="9uvz_0_build_PredictedAtoms_28">
            <a:extLst>
              <a:ext uri="{FF2B5EF4-FFF2-40B4-BE49-F238E27FC236}">
                <a16:creationId xmlns:a16="http://schemas.microsoft.com/office/drawing/2014/main" id="{7A22EA69-4F15-4860-9313-2F800690BB4F}"/>
              </a:ext>
            </a:extLst>
          </p:cNvPr>
          <p:cNvSpPr>
            <a:spLocks/>
          </p:cNvSpPr>
          <p:nvPr/>
        </p:nvSpPr>
        <p:spPr>
          <a:xfrm>
            <a:off x="7621581" y="84773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40" name="9uvz_0_build_PredictedAtoms_29">
            <a:extLst>
              <a:ext uri="{FF2B5EF4-FFF2-40B4-BE49-F238E27FC236}">
                <a16:creationId xmlns:a16="http://schemas.microsoft.com/office/drawing/2014/main" id="{C05CA312-7D76-418A-9874-BCAC5260FF92}"/>
              </a:ext>
            </a:extLst>
          </p:cNvPr>
          <p:cNvSpPr>
            <a:spLocks/>
          </p:cNvSpPr>
          <p:nvPr/>
        </p:nvSpPr>
        <p:spPr>
          <a:xfrm>
            <a:off x="8111683" y="84173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41" name="9uvz_0_build_PredictedAtoms_30">
            <a:extLst>
              <a:ext uri="{FF2B5EF4-FFF2-40B4-BE49-F238E27FC236}">
                <a16:creationId xmlns:a16="http://schemas.microsoft.com/office/drawing/2014/main" id="{DFB62E80-8A42-4FAF-B49C-B8D2607FB16C}"/>
              </a:ext>
            </a:extLst>
          </p:cNvPr>
          <p:cNvSpPr>
            <a:spLocks/>
          </p:cNvSpPr>
          <p:nvPr/>
        </p:nvSpPr>
        <p:spPr>
          <a:xfrm>
            <a:off x="7638110" y="86051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42" name="9uvz_0_build_PredictedAtoms_31">
            <a:extLst>
              <a:ext uri="{FF2B5EF4-FFF2-40B4-BE49-F238E27FC236}">
                <a16:creationId xmlns:a16="http://schemas.microsoft.com/office/drawing/2014/main" id="{1E52AF6F-07B5-49F3-AE08-F5D1228E206D}"/>
              </a:ext>
            </a:extLst>
          </p:cNvPr>
          <p:cNvSpPr>
            <a:spLocks/>
          </p:cNvSpPr>
          <p:nvPr/>
        </p:nvSpPr>
        <p:spPr>
          <a:xfrm>
            <a:off x="7490764" y="86200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643" name="9uvz_0_build_Clashes_0">
            <a:extLst>
              <a:ext uri="{FF2B5EF4-FFF2-40B4-BE49-F238E27FC236}">
                <a16:creationId xmlns:a16="http://schemas.microsoft.com/office/drawing/2014/main" id="{14992FD9-298F-4632-9FA5-81C286D2DB3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888" y="799411"/>
                </a:moveTo>
                <a:lnTo>
                  <a:pt x="1058287" y="79662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644" name="9uvz_0_build_Clashes_1">
            <a:extLst>
              <a:ext uri="{FF2B5EF4-FFF2-40B4-BE49-F238E27FC236}">
                <a16:creationId xmlns:a16="http://schemas.microsoft.com/office/drawing/2014/main" id="{376BAAAA-A4BD-4ECB-9A30-031C3CD8A6B3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538" y="1268162"/>
                </a:moveTo>
                <a:lnTo>
                  <a:pt x="153424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645" name="9uvz_0_build_Clashes_2">
            <a:extLst>
              <a:ext uri="{FF2B5EF4-FFF2-40B4-BE49-F238E27FC236}">
                <a16:creationId xmlns:a16="http://schemas.microsoft.com/office/drawing/2014/main" id="{DFD4C696-FB26-4B70-90E9-A54CF0A6CF7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538" y="1268162"/>
                </a:moveTo>
                <a:lnTo>
                  <a:pt x="1581801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646" name="9uvz_0_build_ClashingReceptorAtoms_0">
            <a:extLst>
              <a:ext uri="{FF2B5EF4-FFF2-40B4-BE49-F238E27FC236}">
                <a16:creationId xmlns:a16="http://schemas.microsoft.com/office/drawing/2014/main" id="{E4C72C4B-D87F-461B-82EF-EC20F272A0C8}"/>
              </a:ext>
            </a:extLst>
          </p:cNvPr>
          <p:cNvSpPr>
            <a:spLocks/>
          </p:cNvSpPr>
          <p:nvPr/>
        </p:nvSpPr>
        <p:spPr>
          <a:xfrm>
            <a:off x="7206674" y="872618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647" name="stage3-cases-density_47">
            <a:extLst>
              <a:ext uri="{FF2B5EF4-FFF2-40B4-BE49-F238E27FC236}">
                <a16:creationId xmlns:a16="http://schemas.microsoft.com/office/drawing/2014/main" id="{99A86C74-4813-47F7-A3EC-F709CF5C0A6C}"/>
              </a:ext>
            </a:extLst>
          </p:cNvPr>
          <p:cNvSpPr>
            <a:spLocks/>
          </p:cNvSpPr>
          <p:nvPr/>
        </p:nvSpPr>
        <p:spPr>
          <a:xfrm>
            <a:off x="61722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4.85 Å   D 59%   Clash 3</a:t>
            </a:r>
          </a:p>
        </p:txBody>
      </p:sp>
      <p:sp>
        <p:nvSpPr>
          <p:cNvPr id="1648" name="stage3-cases-density_48">
            <a:extLst>
              <a:ext uri="{FF2B5EF4-FFF2-40B4-BE49-F238E27FC236}">
                <a16:creationId xmlns:a16="http://schemas.microsoft.com/office/drawing/2014/main" id="{46B2A159-A5CD-4B55-8663-EEEBF257E186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9915525"/>
                </a:moveTo>
                <a:lnTo>
                  <a:pt x="419100" y="99155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649" name="stage3-cases-density_49">
            <a:extLst>
              <a:ext uri="{FF2B5EF4-FFF2-40B4-BE49-F238E27FC236}">
                <a16:creationId xmlns:a16="http://schemas.microsoft.com/office/drawing/2014/main" id="{003545AF-8D10-4756-8E6B-32A597328A73}"/>
              </a:ext>
            </a:extLst>
          </p:cNvPr>
          <p:cNvSpPr>
            <a:spLocks/>
          </p:cNvSpPr>
          <p:nvPr/>
        </p:nvSpPr>
        <p:spPr>
          <a:xfrm>
            <a:off x="485775" y="97917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650" name="stage3-cases-density_50">
            <a:extLst>
              <a:ext uri="{FF2B5EF4-FFF2-40B4-BE49-F238E27FC236}">
                <a16:creationId xmlns:a16="http://schemas.microsoft.com/office/drawing/2014/main" id="{8F147183-964D-43EA-A88C-81DE5FF07F40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9915525"/>
                </a:moveTo>
                <a:lnTo>
                  <a:pt x="2619375" y="99155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651" name="stage3-cases-density_51">
            <a:extLst>
              <a:ext uri="{FF2B5EF4-FFF2-40B4-BE49-F238E27FC236}">
                <a16:creationId xmlns:a16="http://schemas.microsoft.com/office/drawing/2014/main" id="{D4FB13D4-B9C8-4012-A2DC-B267F9E21200}"/>
              </a:ext>
            </a:extLst>
          </p:cNvPr>
          <p:cNvSpPr>
            <a:spLocks/>
          </p:cNvSpPr>
          <p:nvPr/>
        </p:nvSpPr>
        <p:spPr>
          <a:xfrm>
            <a:off x="2686050" y="97917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652" name="stage3-cases-density_52">
            <a:extLst>
              <a:ext uri="{FF2B5EF4-FFF2-40B4-BE49-F238E27FC236}">
                <a16:creationId xmlns:a16="http://schemas.microsoft.com/office/drawing/2014/main" id="{A76AA932-32D9-489A-B72D-87EE4AE2C9D2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9915525"/>
                </a:moveTo>
                <a:lnTo>
                  <a:pt x="5505450" y="99155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653" name="stage3-cases-density_53">
            <a:extLst>
              <a:ext uri="{FF2B5EF4-FFF2-40B4-BE49-F238E27FC236}">
                <a16:creationId xmlns:a16="http://schemas.microsoft.com/office/drawing/2014/main" id="{0BCC627C-4E87-4674-B846-A752714E33E5}"/>
              </a:ext>
            </a:extLst>
          </p:cNvPr>
          <p:cNvSpPr>
            <a:spLocks/>
          </p:cNvSpPr>
          <p:nvPr/>
        </p:nvSpPr>
        <p:spPr>
          <a:xfrm>
            <a:off x="5572125" y="97917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654" name="stage3-cases-density_54">
            <a:extLst>
              <a:ext uri="{FF2B5EF4-FFF2-40B4-BE49-F238E27FC236}">
                <a16:creationId xmlns:a16="http://schemas.microsoft.com/office/drawing/2014/main" id="{32D24962-C311-4951-9450-23C82BBF37FC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9915525"/>
                </a:moveTo>
                <a:lnTo>
                  <a:pt x="7239000" y="99155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655" name="stage3-cases-density_55">
            <a:extLst>
              <a:ext uri="{FF2B5EF4-FFF2-40B4-BE49-F238E27FC236}">
                <a16:creationId xmlns:a16="http://schemas.microsoft.com/office/drawing/2014/main" id="{EB3DB90E-5B8F-4039-8CAA-DC39977A89A0}"/>
              </a:ext>
            </a:extLst>
          </p:cNvPr>
          <p:cNvSpPr>
            <a:spLocks/>
          </p:cNvSpPr>
          <p:nvPr/>
        </p:nvSpPr>
        <p:spPr>
          <a:xfrm>
            <a:off x="7305675" y="97917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0425372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5" name="stage3-cases-clash_0">
            <a:extLst>
              <a:ext uri="{FF2B5EF4-FFF2-40B4-BE49-F238E27FC236}">
                <a16:creationId xmlns:a16="http://schemas.microsoft.com/office/drawing/2014/main" id="{A32D2A77-CB76-46C0-9798-1FCC94116707}"/>
              </a:ext>
            </a:extLst>
          </p:cNvPr>
          <p:cNvSpPr>
            <a:spLocks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clash_1">
            <a:extLst>
              <a:ext uri="{FF2B5EF4-FFF2-40B4-BE49-F238E27FC236}">
                <a16:creationId xmlns:a16="http://schemas.microsoft.com/office/drawing/2014/main" id="{73845BBF-8146-4CF8-AA80-D07F8A526EC5}"/>
              </a:ext>
            </a:extLst>
          </p:cNvPr>
          <p:cNvSpPr>
            <a:spLocks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DG-PocketXmol</a:t>
            </a:r>
          </a:p>
        </p:txBody>
      </p:sp>
      <p:sp>
        <p:nvSpPr>
          <p:cNvPr id="3" name="stage3-cases-clash_2">
            <a:extLst>
              <a:ext uri="{FF2B5EF4-FFF2-40B4-BE49-F238E27FC236}">
                <a16:creationId xmlns:a16="http://schemas.microsoft.com/office/drawing/2014/main" id="{CBD33A26-468C-4376-8E26-7155B49BC9B1}"/>
              </a:ext>
            </a:extLst>
          </p:cNvPr>
          <p:cNvSpPr>
            <a:spLocks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clash_3">
            <a:extLst>
              <a:ext uri="{FF2B5EF4-FFF2-40B4-BE49-F238E27FC236}">
                <a16:creationId xmlns:a16="http://schemas.microsoft.com/office/drawing/2014/main" id="{A285CF2B-8B8B-4A9A-862A-5B7F5C3CE0A9}"/>
              </a:ext>
            </a:extLst>
          </p:cNvPr>
          <p:cNvSpPr>
            <a:spLocks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9PXT · MGD (A:1004)</a:t>
            </a:r>
          </a:p>
        </p:txBody>
      </p:sp>
      <p:sp>
        <p:nvSpPr>
          <p:cNvPr id="5" name="stage3-cases-clash_4">
            <a:extLst>
              <a:ext uri="{FF2B5EF4-FFF2-40B4-BE49-F238E27FC236}">
                <a16:creationId xmlns:a16="http://schemas.microsoft.com/office/drawing/2014/main" id="{B024B08F-BB89-40FC-BCA3-E6B05F8B573B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72051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clash_5">
            <a:extLst>
              <a:ext uri="{FF2B5EF4-FFF2-40B4-BE49-F238E27FC236}">
                <a16:creationId xmlns:a16="http://schemas.microsoft.com/office/drawing/2014/main" id="{AE873E7D-6FDD-4F15-BF30-236A587074BA}"/>
              </a:ext>
            </a:extLst>
          </p:cNvPr>
          <p:cNvSpPr>
            <a:spLocks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pxt_3_official_Receptor">
            <a:extLst>
              <a:ext uri="{FF2B5EF4-FFF2-40B4-BE49-F238E27FC236}">
                <a16:creationId xmlns:a16="http://schemas.microsoft.com/office/drawing/2014/main" id="{8165D7A9-BCB6-4B56-AC38-BC11FBB1BA69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828" y="486422"/>
                </a:moveTo>
                <a:lnTo>
                  <a:pt x="1434321" y="505000"/>
                </a:lnTo>
                <a:moveTo>
                  <a:pt x="1270308" y="455987"/>
                </a:moveTo>
                <a:lnTo>
                  <a:pt x="1344828" y="486422"/>
                </a:lnTo>
                <a:moveTo>
                  <a:pt x="2556742" y="1052266"/>
                </a:moveTo>
                <a:lnTo>
                  <a:pt x="2625450" y="1117918"/>
                </a:lnTo>
                <a:moveTo>
                  <a:pt x="2462633" y="1105987"/>
                </a:moveTo>
                <a:lnTo>
                  <a:pt x="2477147" y="1199130"/>
                </a:lnTo>
                <a:moveTo>
                  <a:pt x="1232235" y="352216"/>
                </a:moveTo>
                <a:lnTo>
                  <a:pt x="1270308" y="455987"/>
                </a:lnTo>
                <a:moveTo>
                  <a:pt x="2462633" y="1105987"/>
                </a:moveTo>
                <a:lnTo>
                  <a:pt x="2556742" y="1052266"/>
                </a:lnTo>
                <a:moveTo>
                  <a:pt x="1270308" y="455987"/>
                </a:moveTo>
                <a:lnTo>
                  <a:pt x="1178553" y="528894"/>
                </a:lnTo>
                <a:moveTo>
                  <a:pt x="2556742" y="1052266"/>
                </a:moveTo>
                <a:lnTo>
                  <a:pt x="2589588" y="954799"/>
                </a:lnTo>
                <a:moveTo>
                  <a:pt x="1178553" y="528894"/>
                </a:moveTo>
                <a:lnTo>
                  <a:pt x="1205618" y="662195"/>
                </a:lnTo>
                <a:moveTo>
                  <a:pt x="1251354" y="1031764"/>
                </a:moveTo>
                <a:lnTo>
                  <a:pt x="1212129" y="1039034"/>
                </a:lnTo>
                <a:moveTo>
                  <a:pt x="2368126" y="1066761"/>
                </a:moveTo>
                <a:lnTo>
                  <a:pt x="2462633" y="1105987"/>
                </a:lnTo>
                <a:moveTo>
                  <a:pt x="1705977" y="853971"/>
                </a:moveTo>
                <a:lnTo>
                  <a:pt x="1663223" y="792336"/>
                </a:lnTo>
                <a:moveTo>
                  <a:pt x="1814327" y="1006179"/>
                </a:moveTo>
                <a:lnTo>
                  <a:pt x="1710946" y="965723"/>
                </a:lnTo>
                <a:moveTo>
                  <a:pt x="2471248" y="531508"/>
                </a:moveTo>
                <a:lnTo>
                  <a:pt x="2496553" y="451770"/>
                </a:lnTo>
                <a:moveTo>
                  <a:pt x="1710946" y="965723"/>
                </a:moveTo>
                <a:lnTo>
                  <a:pt x="1705977" y="853971"/>
                </a:lnTo>
                <a:moveTo>
                  <a:pt x="1212129" y="1039034"/>
                </a:moveTo>
                <a:lnTo>
                  <a:pt x="1097653" y="1030581"/>
                </a:lnTo>
                <a:moveTo>
                  <a:pt x="1710946" y="965723"/>
                </a:moveTo>
                <a:lnTo>
                  <a:pt x="1639612" y="1029513"/>
                </a:lnTo>
                <a:moveTo>
                  <a:pt x="2548547" y="616750"/>
                </a:moveTo>
                <a:lnTo>
                  <a:pt x="2471248" y="531508"/>
                </a:lnTo>
                <a:moveTo>
                  <a:pt x="2346344" y="1108042"/>
                </a:moveTo>
                <a:lnTo>
                  <a:pt x="2368126" y="1066761"/>
                </a:lnTo>
                <a:moveTo>
                  <a:pt x="2657689" y="577447"/>
                </a:moveTo>
                <a:lnTo>
                  <a:pt x="2548547" y="616750"/>
                </a:lnTo>
                <a:moveTo>
                  <a:pt x="2471248" y="531508"/>
                </a:moveTo>
                <a:lnTo>
                  <a:pt x="2384751" y="543803"/>
                </a:lnTo>
                <a:moveTo>
                  <a:pt x="1097653" y="1030581"/>
                </a:moveTo>
                <a:lnTo>
                  <a:pt x="1054894" y="1076372"/>
                </a:lnTo>
                <a:moveTo>
                  <a:pt x="1705977" y="853971"/>
                </a:moveTo>
                <a:lnTo>
                  <a:pt x="1748718" y="825743"/>
                </a:lnTo>
                <a:moveTo>
                  <a:pt x="1763171" y="402099"/>
                </a:moveTo>
                <a:lnTo>
                  <a:pt x="1752127" y="311285"/>
                </a:lnTo>
                <a:moveTo>
                  <a:pt x="1639612" y="1029513"/>
                </a:moveTo>
                <a:lnTo>
                  <a:pt x="1683821" y="1134429"/>
                </a:lnTo>
                <a:moveTo>
                  <a:pt x="2658898" y="484878"/>
                </a:moveTo>
                <a:lnTo>
                  <a:pt x="2657689" y="577447"/>
                </a:lnTo>
                <a:moveTo>
                  <a:pt x="2289514" y="1203449"/>
                </a:moveTo>
                <a:lnTo>
                  <a:pt x="2346344" y="1108042"/>
                </a:lnTo>
                <a:moveTo>
                  <a:pt x="1570788" y="587919"/>
                </a:moveTo>
                <a:lnTo>
                  <a:pt x="1442526" y="599989"/>
                </a:lnTo>
                <a:moveTo>
                  <a:pt x="1639612" y="1029513"/>
                </a:moveTo>
                <a:lnTo>
                  <a:pt x="1625545" y="980482"/>
                </a:lnTo>
                <a:moveTo>
                  <a:pt x="2068970" y="650803"/>
                </a:moveTo>
                <a:lnTo>
                  <a:pt x="2122492" y="575422"/>
                </a:lnTo>
                <a:moveTo>
                  <a:pt x="1752127" y="311285"/>
                </a:moveTo>
                <a:lnTo>
                  <a:pt x="1858608" y="270084"/>
                </a:lnTo>
                <a:moveTo>
                  <a:pt x="2346344" y="1108042"/>
                </a:moveTo>
                <a:lnTo>
                  <a:pt x="2289978" y="1028990"/>
                </a:lnTo>
                <a:moveTo>
                  <a:pt x="1748718" y="825743"/>
                </a:moveTo>
                <a:lnTo>
                  <a:pt x="1751300" y="720101"/>
                </a:lnTo>
                <a:moveTo>
                  <a:pt x="2417689" y="53007"/>
                </a:moveTo>
                <a:lnTo>
                  <a:pt x="2473225" y="22565"/>
                </a:lnTo>
                <a:moveTo>
                  <a:pt x="2289978" y="1028990"/>
                </a:moveTo>
                <a:lnTo>
                  <a:pt x="2278049" y="940961"/>
                </a:lnTo>
                <a:moveTo>
                  <a:pt x="2036758" y="721032"/>
                </a:moveTo>
                <a:lnTo>
                  <a:pt x="2068970" y="650803"/>
                </a:lnTo>
                <a:moveTo>
                  <a:pt x="1752127" y="311285"/>
                </a:moveTo>
                <a:lnTo>
                  <a:pt x="1694714" y="334406"/>
                </a:lnTo>
                <a:moveTo>
                  <a:pt x="1751300" y="720101"/>
                </a:moveTo>
                <a:lnTo>
                  <a:pt x="1857908" y="684627"/>
                </a:lnTo>
                <a:moveTo>
                  <a:pt x="1858608" y="270084"/>
                </a:moveTo>
                <a:lnTo>
                  <a:pt x="1907816" y="292548"/>
                </a:lnTo>
                <a:moveTo>
                  <a:pt x="1573646" y="687269"/>
                </a:moveTo>
                <a:lnTo>
                  <a:pt x="1570788" y="587919"/>
                </a:lnTo>
                <a:moveTo>
                  <a:pt x="1857908" y="684627"/>
                </a:moveTo>
                <a:lnTo>
                  <a:pt x="1931991" y="753760"/>
                </a:lnTo>
                <a:moveTo>
                  <a:pt x="2417689" y="53007"/>
                </a:moveTo>
                <a:lnTo>
                  <a:pt x="2324259" y="45859"/>
                </a:lnTo>
                <a:moveTo>
                  <a:pt x="1857908" y="684627"/>
                </a:moveTo>
                <a:lnTo>
                  <a:pt x="1873023" y="593307"/>
                </a:lnTo>
                <a:moveTo>
                  <a:pt x="1931991" y="753760"/>
                </a:moveTo>
                <a:lnTo>
                  <a:pt x="2036758" y="721032"/>
                </a:lnTo>
                <a:moveTo>
                  <a:pt x="2596562" y="234689"/>
                </a:moveTo>
                <a:lnTo>
                  <a:pt x="2636342" y="173365"/>
                </a:lnTo>
                <a:moveTo>
                  <a:pt x="1751300" y="720101"/>
                </a:moveTo>
                <a:lnTo>
                  <a:pt x="1682203" y="704385"/>
                </a:lnTo>
                <a:moveTo>
                  <a:pt x="1694714" y="334406"/>
                </a:moveTo>
                <a:lnTo>
                  <a:pt x="1581730" y="324575"/>
                </a:lnTo>
                <a:moveTo>
                  <a:pt x="2475010" y="97684"/>
                </a:moveTo>
                <a:lnTo>
                  <a:pt x="2417689" y="53007"/>
                </a:lnTo>
                <a:moveTo>
                  <a:pt x="1682203" y="704385"/>
                </a:moveTo>
                <a:lnTo>
                  <a:pt x="1573646" y="687269"/>
                </a:lnTo>
                <a:moveTo>
                  <a:pt x="1581730" y="324575"/>
                </a:moveTo>
                <a:lnTo>
                  <a:pt x="1526370" y="357592"/>
                </a:lnTo>
                <a:moveTo>
                  <a:pt x="2490890" y="213169"/>
                </a:moveTo>
                <a:lnTo>
                  <a:pt x="2596562" y="234689"/>
                </a:lnTo>
                <a:moveTo>
                  <a:pt x="2490890" y="213169"/>
                </a:moveTo>
                <a:lnTo>
                  <a:pt x="2475010" y="97684"/>
                </a:lnTo>
                <a:moveTo>
                  <a:pt x="1526370" y="357592"/>
                </a:moveTo>
                <a:lnTo>
                  <a:pt x="1425940" y="363118"/>
                </a:lnTo>
                <a:moveTo>
                  <a:pt x="1938568" y="1116174"/>
                </a:moveTo>
                <a:lnTo>
                  <a:pt x="1916807" y="1172528"/>
                </a:lnTo>
                <a:moveTo>
                  <a:pt x="2472103" y="265508"/>
                </a:moveTo>
                <a:lnTo>
                  <a:pt x="2490890" y="213169"/>
                </a:lnTo>
                <a:moveTo>
                  <a:pt x="817922" y="100105"/>
                </a:moveTo>
                <a:lnTo>
                  <a:pt x="803493" y="166346"/>
                </a:lnTo>
                <a:moveTo>
                  <a:pt x="1526370" y="357592"/>
                </a:moveTo>
                <a:lnTo>
                  <a:pt x="1573084" y="378007"/>
                </a:lnTo>
                <a:moveTo>
                  <a:pt x="2577376" y="614812"/>
                </a:moveTo>
                <a:lnTo>
                  <a:pt x="2507682" y="688797"/>
                </a:lnTo>
                <a:moveTo>
                  <a:pt x="894762" y="714750"/>
                </a:moveTo>
                <a:lnTo>
                  <a:pt x="983565" y="699469"/>
                </a:lnTo>
                <a:moveTo>
                  <a:pt x="817922" y="100105"/>
                </a:moveTo>
                <a:lnTo>
                  <a:pt x="801947" y="8654"/>
                </a:lnTo>
                <a:moveTo>
                  <a:pt x="2044693" y="1084626"/>
                </a:moveTo>
                <a:lnTo>
                  <a:pt x="1938568" y="1116174"/>
                </a:lnTo>
                <a:moveTo>
                  <a:pt x="821806" y="700918"/>
                </a:moveTo>
                <a:lnTo>
                  <a:pt x="894762" y="714750"/>
                </a:lnTo>
                <a:moveTo>
                  <a:pt x="2224927" y="155005"/>
                </a:moveTo>
                <a:lnTo>
                  <a:pt x="2140759" y="206988"/>
                </a:lnTo>
                <a:moveTo>
                  <a:pt x="2532140" y="763182"/>
                </a:moveTo>
                <a:lnTo>
                  <a:pt x="2507682" y="688797"/>
                </a:lnTo>
                <a:moveTo>
                  <a:pt x="2205242" y="41505"/>
                </a:moveTo>
                <a:lnTo>
                  <a:pt x="2224927" y="155005"/>
                </a:lnTo>
                <a:moveTo>
                  <a:pt x="1938568" y="1116174"/>
                </a:moveTo>
                <a:lnTo>
                  <a:pt x="1916052" y="1183635"/>
                </a:lnTo>
                <a:moveTo>
                  <a:pt x="854204" y="144626"/>
                </a:moveTo>
                <a:lnTo>
                  <a:pt x="817922" y="100105"/>
                </a:lnTo>
                <a:moveTo>
                  <a:pt x="454864" y="191817"/>
                </a:moveTo>
                <a:lnTo>
                  <a:pt x="452096" y="124686"/>
                </a:lnTo>
                <a:moveTo>
                  <a:pt x="967017" y="675382"/>
                </a:moveTo>
                <a:lnTo>
                  <a:pt x="983565" y="699469"/>
                </a:lnTo>
                <a:moveTo>
                  <a:pt x="1296488" y="641920"/>
                </a:moveTo>
                <a:lnTo>
                  <a:pt x="1360424" y="576618"/>
                </a:lnTo>
                <a:moveTo>
                  <a:pt x="1296488" y="641920"/>
                </a:moveTo>
                <a:lnTo>
                  <a:pt x="1200654" y="644845"/>
                </a:lnTo>
                <a:moveTo>
                  <a:pt x="864987" y="676271"/>
                </a:moveTo>
                <a:lnTo>
                  <a:pt x="821806" y="700918"/>
                </a:lnTo>
                <a:moveTo>
                  <a:pt x="2627086" y="763691"/>
                </a:moveTo>
                <a:lnTo>
                  <a:pt x="2532140" y="763182"/>
                </a:lnTo>
                <a:moveTo>
                  <a:pt x="2120238" y="19728"/>
                </a:moveTo>
                <a:lnTo>
                  <a:pt x="2205242" y="41505"/>
                </a:lnTo>
                <a:moveTo>
                  <a:pt x="452096" y="124686"/>
                </a:moveTo>
                <a:lnTo>
                  <a:pt x="534519" y="44364"/>
                </a:lnTo>
                <a:moveTo>
                  <a:pt x="1824322" y="477699"/>
                </a:moveTo>
                <a:lnTo>
                  <a:pt x="1748911" y="563717"/>
                </a:lnTo>
                <a:moveTo>
                  <a:pt x="1916052" y="1183635"/>
                </a:moveTo>
                <a:lnTo>
                  <a:pt x="1970250" y="1258420"/>
                </a:lnTo>
                <a:moveTo>
                  <a:pt x="534519" y="44364"/>
                </a:moveTo>
                <a:lnTo>
                  <a:pt x="616366" y="51038"/>
                </a:lnTo>
                <a:moveTo>
                  <a:pt x="1748911" y="563717"/>
                </a:moveTo>
                <a:lnTo>
                  <a:pt x="1645580" y="525713"/>
                </a:lnTo>
                <a:moveTo>
                  <a:pt x="1916052" y="1183635"/>
                </a:moveTo>
                <a:lnTo>
                  <a:pt x="1836728" y="1158500"/>
                </a:lnTo>
                <a:moveTo>
                  <a:pt x="864987" y="676271"/>
                </a:moveTo>
                <a:lnTo>
                  <a:pt x="967017" y="675382"/>
                </a:lnTo>
                <a:moveTo>
                  <a:pt x="1330450" y="702893"/>
                </a:moveTo>
                <a:lnTo>
                  <a:pt x="1296488" y="641920"/>
                </a:lnTo>
                <a:moveTo>
                  <a:pt x="899964" y="64855"/>
                </a:moveTo>
                <a:lnTo>
                  <a:pt x="854204" y="144626"/>
                </a:lnTo>
                <a:moveTo>
                  <a:pt x="1815582" y="410394"/>
                </a:moveTo>
                <a:lnTo>
                  <a:pt x="1824322" y="477699"/>
                </a:lnTo>
                <a:moveTo>
                  <a:pt x="452096" y="124686"/>
                </a:moveTo>
                <a:lnTo>
                  <a:pt x="468032" y="185588"/>
                </a:lnTo>
                <a:moveTo>
                  <a:pt x="803350" y="655931"/>
                </a:moveTo>
                <a:lnTo>
                  <a:pt x="864987" y="676271"/>
                </a:lnTo>
                <a:moveTo>
                  <a:pt x="2156105" y="33356"/>
                </a:moveTo>
                <a:lnTo>
                  <a:pt x="2120238" y="19728"/>
                </a:lnTo>
                <a:moveTo>
                  <a:pt x="1903895" y="337342"/>
                </a:moveTo>
                <a:lnTo>
                  <a:pt x="1815582" y="410394"/>
                </a:lnTo>
                <a:moveTo>
                  <a:pt x="1378134" y="1199757"/>
                </a:moveTo>
                <a:lnTo>
                  <a:pt x="1484727" y="1164007"/>
                </a:lnTo>
                <a:moveTo>
                  <a:pt x="1268969" y="780281"/>
                </a:moveTo>
                <a:lnTo>
                  <a:pt x="1330450" y="702893"/>
                </a:lnTo>
                <a:moveTo>
                  <a:pt x="1836728" y="1158500"/>
                </a:moveTo>
                <a:lnTo>
                  <a:pt x="1813550" y="1212298"/>
                </a:lnTo>
                <a:moveTo>
                  <a:pt x="819532" y="15579"/>
                </a:moveTo>
                <a:lnTo>
                  <a:pt x="899964" y="64855"/>
                </a:lnTo>
                <a:moveTo>
                  <a:pt x="2479071" y="1029647"/>
                </a:moveTo>
                <a:lnTo>
                  <a:pt x="2405272" y="969524"/>
                </a:lnTo>
                <a:moveTo>
                  <a:pt x="1363545" y="1314082"/>
                </a:moveTo>
                <a:lnTo>
                  <a:pt x="1378134" y="1199757"/>
                </a:lnTo>
                <a:moveTo>
                  <a:pt x="1484727" y="1164007"/>
                </a:moveTo>
                <a:lnTo>
                  <a:pt x="1489145" y="1040058"/>
                </a:lnTo>
                <a:moveTo>
                  <a:pt x="1878313" y="241130"/>
                </a:moveTo>
                <a:lnTo>
                  <a:pt x="1903895" y="337342"/>
                </a:lnTo>
                <a:moveTo>
                  <a:pt x="1811104" y="176311"/>
                </a:moveTo>
                <a:lnTo>
                  <a:pt x="1878313" y="241130"/>
                </a:lnTo>
                <a:moveTo>
                  <a:pt x="1813550" y="1212298"/>
                </a:moveTo>
                <a:lnTo>
                  <a:pt x="1738443" y="1299216"/>
                </a:lnTo>
                <a:moveTo>
                  <a:pt x="1738443" y="1299216"/>
                </a:moveTo>
                <a:lnTo>
                  <a:pt x="1654531" y="1303509"/>
                </a:lnTo>
                <a:moveTo>
                  <a:pt x="468032" y="185588"/>
                </a:moveTo>
                <a:lnTo>
                  <a:pt x="437971" y="127210"/>
                </a:lnTo>
                <a:moveTo>
                  <a:pt x="2405272" y="969524"/>
                </a:moveTo>
                <a:lnTo>
                  <a:pt x="2456349" y="874792"/>
                </a:lnTo>
                <a:moveTo>
                  <a:pt x="2368429" y="607368"/>
                </a:moveTo>
                <a:lnTo>
                  <a:pt x="2409848" y="557156"/>
                </a:lnTo>
                <a:moveTo>
                  <a:pt x="1320121" y="823344"/>
                </a:moveTo>
                <a:lnTo>
                  <a:pt x="1268969" y="780281"/>
                </a:lnTo>
                <a:moveTo>
                  <a:pt x="1878313" y="241130"/>
                </a:moveTo>
                <a:lnTo>
                  <a:pt x="1975916" y="188110"/>
                </a:lnTo>
                <a:moveTo>
                  <a:pt x="863201" y="665788"/>
                </a:moveTo>
                <a:lnTo>
                  <a:pt x="803350" y="655931"/>
                </a:lnTo>
                <a:moveTo>
                  <a:pt x="2070641" y="31095"/>
                </a:moveTo>
                <a:lnTo>
                  <a:pt x="2156105" y="33356"/>
                </a:lnTo>
                <a:moveTo>
                  <a:pt x="920412" y="1293279"/>
                </a:moveTo>
                <a:lnTo>
                  <a:pt x="846262" y="1213104"/>
                </a:lnTo>
                <a:moveTo>
                  <a:pt x="2456349" y="874792"/>
                </a:moveTo>
                <a:lnTo>
                  <a:pt x="2401298" y="789109"/>
                </a:lnTo>
                <a:moveTo>
                  <a:pt x="2405272" y="969524"/>
                </a:moveTo>
                <a:lnTo>
                  <a:pt x="2358639" y="1031845"/>
                </a:lnTo>
                <a:moveTo>
                  <a:pt x="1975916" y="188110"/>
                </a:moveTo>
                <a:lnTo>
                  <a:pt x="1981638" y="87403"/>
                </a:lnTo>
                <a:moveTo>
                  <a:pt x="1813550" y="1212298"/>
                </a:moveTo>
                <a:lnTo>
                  <a:pt x="1772552" y="1137572"/>
                </a:lnTo>
                <a:moveTo>
                  <a:pt x="2456349" y="874792"/>
                </a:moveTo>
                <a:lnTo>
                  <a:pt x="2543462" y="879497"/>
                </a:lnTo>
                <a:moveTo>
                  <a:pt x="437971" y="127210"/>
                </a:moveTo>
                <a:lnTo>
                  <a:pt x="437707" y="33755"/>
                </a:lnTo>
                <a:moveTo>
                  <a:pt x="1981638" y="87403"/>
                </a:moveTo>
                <a:lnTo>
                  <a:pt x="2070641" y="31095"/>
                </a:lnTo>
                <a:moveTo>
                  <a:pt x="2358639" y="1031845"/>
                </a:moveTo>
                <a:lnTo>
                  <a:pt x="2313546" y="1123097"/>
                </a:lnTo>
                <a:moveTo>
                  <a:pt x="2401298" y="789109"/>
                </a:moveTo>
                <a:lnTo>
                  <a:pt x="2434845" y="699202"/>
                </a:lnTo>
                <a:moveTo>
                  <a:pt x="1975916" y="188110"/>
                </a:moveTo>
                <a:lnTo>
                  <a:pt x="2046967" y="239381"/>
                </a:lnTo>
                <a:moveTo>
                  <a:pt x="1489145" y="1040058"/>
                </a:moveTo>
                <a:lnTo>
                  <a:pt x="1481422" y="1076095"/>
                </a:lnTo>
                <a:moveTo>
                  <a:pt x="2434845" y="699202"/>
                </a:moveTo>
                <a:lnTo>
                  <a:pt x="2368429" y="607368"/>
                </a:lnTo>
                <a:moveTo>
                  <a:pt x="437971" y="127210"/>
                </a:moveTo>
                <a:lnTo>
                  <a:pt x="412430" y="182497"/>
                </a:lnTo>
                <a:moveTo>
                  <a:pt x="870275" y="774173"/>
                </a:moveTo>
                <a:lnTo>
                  <a:pt x="863201" y="665788"/>
                </a:lnTo>
                <a:moveTo>
                  <a:pt x="908896" y="1320864"/>
                </a:moveTo>
                <a:lnTo>
                  <a:pt x="920412" y="1293279"/>
                </a:lnTo>
                <a:moveTo>
                  <a:pt x="2368429" y="607368"/>
                </a:moveTo>
                <a:lnTo>
                  <a:pt x="2363672" y="532599"/>
                </a:lnTo>
                <a:moveTo>
                  <a:pt x="1268054" y="785806"/>
                </a:moveTo>
                <a:lnTo>
                  <a:pt x="1320121" y="823344"/>
                </a:lnTo>
                <a:moveTo>
                  <a:pt x="863201" y="665788"/>
                </a:moveTo>
                <a:lnTo>
                  <a:pt x="820488" y="605291"/>
                </a:lnTo>
                <a:moveTo>
                  <a:pt x="1772552" y="1137572"/>
                </a:moveTo>
                <a:lnTo>
                  <a:pt x="1778670" y="1178488"/>
                </a:lnTo>
                <a:moveTo>
                  <a:pt x="2434845" y="699202"/>
                </a:moveTo>
                <a:lnTo>
                  <a:pt x="2432895" y="719374"/>
                </a:lnTo>
                <a:moveTo>
                  <a:pt x="1614598" y="398018"/>
                </a:moveTo>
                <a:lnTo>
                  <a:pt x="1634785" y="387466"/>
                </a:lnTo>
                <a:moveTo>
                  <a:pt x="1535831" y="562924"/>
                </a:moveTo>
                <a:lnTo>
                  <a:pt x="1437247" y="609833"/>
                </a:lnTo>
                <a:moveTo>
                  <a:pt x="2083805" y="1142322"/>
                </a:moveTo>
                <a:lnTo>
                  <a:pt x="2105701" y="1220605"/>
                </a:lnTo>
                <a:moveTo>
                  <a:pt x="1778670" y="1178488"/>
                </a:moveTo>
                <a:lnTo>
                  <a:pt x="1837549" y="1247890"/>
                </a:lnTo>
                <a:moveTo>
                  <a:pt x="2083805" y="1142322"/>
                </a:moveTo>
                <a:lnTo>
                  <a:pt x="2102168" y="1050378"/>
                </a:lnTo>
                <a:moveTo>
                  <a:pt x="1569016" y="480276"/>
                </a:moveTo>
                <a:lnTo>
                  <a:pt x="1535831" y="562924"/>
                </a:lnTo>
                <a:moveTo>
                  <a:pt x="1341722" y="761348"/>
                </a:moveTo>
                <a:lnTo>
                  <a:pt x="1268054" y="785806"/>
                </a:lnTo>
                <a:moveTo>
                  <a:pt x="1437247" y="609833"/>
                </a:moveTo>
                <a:lnTo>
                  <a:pt x="1433066" y="710944"/>
                </a:lnTo>
                <a:moveTo>
                  <a:pt x="820488" y="605291"/>
                </a:moveTo>
                <a:lnTo>
                  <a:pt x="850676" y="623966"/>
                </a:lnTo>
                <a:moveTo>
                  <a:pt x="1614598" y="398018"/>
                </a:moveTo>
                <a:lnTo>
                  <a:pt x="1569016" y="480276"/>
                </a:lnTo>
                <a:moveTo>
                  <a:pt x="1437247" y="609833"/>
                </a:moveTo>
                <a:lnTo>
                  <a:pt x="1364813" y="554596"/>
                </a:lnTo>
                <a:moveTo>
                  <a:pt x="2432895" y="719374"/>
                </a:moveTo>
                <a:lnTo>
                  <a:pt x="2356042" y="774566"/>
                </a:lnTo>
                <a:moveTo>
                  <a:pt x="1778670" y="1178488"/>
                </a:moveTo>
                <a:lnTo>
                  <a:pt x="1718149" y="1135305"/>
                </a:lnTo>
                <a:moveTo>
                  <a:pt x="2432895" y="719374"/>
                </a:moveTo>
                <a:lnTo>
                  <a:pt x="2500821" y="685576"/>
                </a:lnTo>
                <a:moveTo>
                  <a:pt x="1433066" y="710944"/>
                </a:moveTo>
                <a:lnTo>
                  <a:pt x="1341722" y="761348"/>
                </a:lnTo>
                <a:moveTo>
                  <a:pt x="1642492" y="314976"/>
                </a:moveTo>
                <a:lnTo>
                  <a:pt x="1614598" y="398018"/>
                </a:lnTo>
                <a:moveTo>
                  <a:pt x="2076962" y="618478"/>
                </a:moveTo>
                <a:lnTo>
                  <a:pt x="1999264" y="688518"/>
                </a:lnTo>
                <a:moveTo>
                  <a:pt x="2008551" y="780001"/>
                </a:moveTo>
                <a:lnTo>
                  <a:pt x="1999264" y="688518"/>
                </a:lnTo>
                <a:moveTo>
                  <a:pt x="1642492" y="314976"/>
                </a:moveTo>
                <a:lnTo>
                  <a:pt x="1578935" y="218860"/>
                </a:lnTo>
                <a:moveTo>
                  <a:pt x="2163836" y="639890"/>
                </a:moveTo>
                <a:lnTo>
                  <a:pt x="2076962" y="618478"/>
                </a:lnTo>
                <a:moveTo>
                  <a:pt x="2032684" y="1146831"/>
                </a:moveTo>
                <a:lnTo>
                  <a:pt x="2083805" y="1142322"/>
                </a:lnTo>
                <a:moveTo>
                  <a:pt x="1751098" y="293462"/>
                </a:moveTo>
                <a:lnTo>
                  <a:pt x="1642492" y="314976"/>
                </a:lnTo>
                <a:moveTo>
                  <a:pt x="1578935" y="218860"/>
                </a:moveTo>
                <a:lnTo>
                  <a:pt x="1629978" y="132556"/>
                </a:lnTo>
                <a:moveTo>
                  <a:pt x="1578935" y="218860"/>
                </a:moveTo>
                <a:lnTo>
                  <a:pt x="1475850" y="228787"/>
                </a:lnTo>
                <a:moveTo>
                  <a:pt x="1341722" y="761348"/>
                </a:moveTo>
                <a:lnTo>
                  <a:pt x="1371720" y="857737"/>
                </a:lnTo>
                <a:moveTo>
                  <a:pt x="894272" y="976048"/>
                </a:moveTo>
                <a:lnTo>
                  <a:pt x="979554" y="952048"/>
                </a:lnTo>
                <a:moveTo>
                  <a:pt x="2356042" y="774566"/>
                </a:moveTo>
                <a:lnTo>
                  <a:pt x="2351714" y="811223"/>
                </a:lnTo>
                <a:moveTo>
                  <a:pt x="1371720" y="857737"/>
                </a:moveTo>
                <a:lnTo>
                  <a:pt x="1452050" y="902596"/>
                </a:lnTo>
                <a:moveTo>
                  <a:pt x="2329603" y="924911"/>
                </a:moveTo>
                <a:lnTo>
                  <a:pt x="2260146" y="958364"/>
                </a:lnTo>
                <a:moveTo>
                  <a:pt x="2095466" y="801179"/>
                </a:moveTo>
                <a:lnTo>
                  <a:pt x="2008551" y="780001"/>
                </a:lnTo>
                <a:moveTo>
                  <a:pt x="2174499" y="731567"/>
                </a:moveTo>
                <a:lnTo>
                  <a:pt x="2163836" y="639890"/>
                </a:lnTo>
                <a:moveTo>
                  <a:pt x="2351714" y="811223"/>
                </a:moveTo>
                <a:lnTo>
                  <a:pt x="2329603" y="924911"/>
                </a:lnTo>
                <a:moveTo>
                  <a:pt x="2174499" y="731567"/>
                </a:moveTo>
                <a:lnTo>
                  <a:pt x="2095466" y="801179"/>
                </a:lnTo>
                <a:moveTo>
                  <a:pt x="1284826" y="1073430"/>
                </a:moveTo>
                <a:lnTo>
                  <a:pt x="1236459" y="1064216"/>
                </a:lnTo>
                <a:moveTo>
                  <a:pt x="1371720" y="857737"/>
                </a:moveTo>
                <a:lnTo>
                  <a:pt x="1306598" y="888178"/>
                </a:lnTo>
                <a:moveTo>
                  <a:pt x="878711" y="1008059"/>
                </a:moveTo>
                <a:lnTo>
                  <a:pt x="894272" y="976048"/>
                </a:lnTo>
                <a:moveTo>
                  <a:pt x="1152405" y="1262113"/>
                </a:moveTo>
                <a:lnTo>
                  <a:pt x="1099035" y="1294682"/>
                </a:lnTo>
                <a:moveTo>
                  <a:pt x="2100892" y="1194710"/>
                </a:moveTo>
                <a:lnTo>
                  <a:pt x="2032684" y="1146831"/>
                </a:lnTo>
                <a:moveTo>
                  <a:pt x="2351714" y="811223"/>
                </a:moveTo>
                <a:lnTo>
                  <a:pt x="2270091" y="754606"/>
                </a:lnTo>
                <a:moveTo>
                  <a:pt x="2270091" y="754606"/>
                </a:moveTo>
                <a:lnTo>
                  <a:pt x="2174499" y="731567"/>
                </a:lnTo>
                <a:moveTo>
                  <a:pt x="1267985" y="1257768"/>
                </a:moveTo>
                <a:lnTo>
                  <a:pt x="1152405" y="1262113"/>
                </a:lnTo>
                <a:moveTo>
                  <a:pt x="2207521" y="1173302"/>
                </a:moveTo>
                <a:lnTo>
                  <a:pt x="2100892" y="1194710"/>
                </a:lnTo>
                <a:moveTo>
                  <a:pt x="1309137" y="1164080"/>
                </a:moveTo>
                <a:lnTo>
                  <a:pt x="1267985" y="1257768"/>
                </a:lnTo>
                <a:moveTo>
                  <a:pt x="1284826" y="1073430"/>
                </a:moveTo>
                <a:lnTo>
                  <a:pt x="1309137" y="1164080"/>
                </a:lnTo>
                <a:moveTo>
                  <a:pt x="2100892" y="1194710"/>
                </a:moveTo>
                <a:lnTo>
                  <a:pt x="2085250" y="1309961"/>
                </a:lnTo>
                <a:moveTo>
                  <a:pt x="1306598" y="888178"/>
                </a:moveTo>
                <a:lnTo>
                  <a:pt x="1323360" y="980257"/>
                </a:lnTo>
                <a:moveTo>
                  <a:pt x="1323360" y="980257"/>
                </a:moveTo>
                <a:lnTo>
                  <a:pt x="1284826" y="1073430"/>
                </a:lnTo>
                <a:moveTo>
                  <a:pt x="954106" y="1083689"/>
                </a:moveTo>
                <a:lnTo>
                  <a:pt x="878711" y="1008059"/>
                </a:lnTo>
                <a:moveTo>
                  <a:pt x="878711" y="1008059"/>
                </a:moveTo>
                <a:lnTo>
                  <a:pt x="881223" y="914856"/>
                </a:lnTo>
                <a:moveTo>
                  <a:pt x="1323360" y="980257"/>
                </a:moveTo>
                <a:lnTo>
                  <a:pt x="1272648" y="972918"/>
                </a:lnTo>
                <a:moveTo>
                  <a:pt x="881223" y="914856"/>
                </a:moveTo>
                <a:lnTo>
                  <a:pt x="827630" y="931421"/>
                </a:lnTo>
                <a:moveTo>
                  <a:pt x="1272648" y="972918"/>
                </a:moveTo>
                <a:lnTo>
                  <a:pt x="1161736" y="944072"/>
                </a:lnTo>
                <a:moveTo>
                  <a:pt x="1272648" y="972918"/>
                </a:moveTo>
                <a:lnTo>
                  <a:pt x="1328920" y="896783"/>
                </a:lnTo>
                <a:moveTo>
                  <a:pt x="827630" y="931421"/>
                </a:moveTo>
                <a:lnTo>
                  <a:pt x="878956" y="950333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pxt_3_official_ExperimentalDensity">
            <a:extLst>
              <a:ext uri="{FF2B5EF4-FFF2-40B4-BE49-F238E27FC236}">
                <a16:creationId xmlns:a16="http://schemas.microsoft.com/office/drawing/2014/main" id="{2551BBD4-02D6-46B8-BE41-ED5D3FF9A309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3325" y="801817"/>
                </a:moveTo>
                <a:lnTo>
                  <a:pt x="1307967" y="787605"/>
                </a:lnTo>
                <a:moveTo>
                  <a:pt x="1397377" y="797002"/>
                </a:moveTo>
                <a:lnTo>
                  <a:pt x="1383325" y="801817"/>
                </a:lnTo>
                <a:moveTo>
                  <a:pt x="1294532" y="846994"/>
                </a:moveTo>
                <a:lnTo>
                  <a:pt x="1307967" y="787605"/>
                </a:lnTo>
                <a:moveTo>
                  <a:pt x="1369500" y="858817"/>
                </a:moveTo>
                <a:lnTo>
                  <a:pt x="1307967" y="787605"/>
                </a:lnTo>
                <a:moveTo>
                  <a:pt x="1369500" y="858817"/>
                </a:moveTo>
                <a:lnTo>
                  <a:pt x="1383325" y="801817"/>
                </a:lnTo>
                <a:moveTo>
                  <a:pt x="1121522" y="824467"/>
                </a:moveTo>
                <a:lnTo>
                  <a:pt x="1067972" y="807077"/>
                </a:lnTo>
                <a:moveTo>
                  <a:pt x="1397377" y="797002"/>
                </a:moveTo>
                <a:lnTo>
                  <a:pt x="1369500" y="858817"/>
                </a:lnTo>
                <a:moveTo>
                  <a:pt x="1369193" y="860075"/>
                </a:moveTo>
                <a:lnTo>
                  <a:pt x="1397377" y="797002"/>
                </a:lnTo>
                <a:moveTo>
                  <a:pt x="2341353" y="626220"/>
                </a:moveTo>
                <a:lnTo>
                  <a:pt x="2337924" y="627380"/>
                </a:lnTo>
                <a:moveTo>
                  <a:pt x="1456701" y="780454"/>
                </a:moveTo>
                <a:lnTo>
                  <a:pt x="1397377" y="797002"/>
                </a:lnTo>
                <a:moveTo>
                  <a:pt x="1294018" y="849181"/>
                </a:moveTo>
                <a:lnTo>
                  <a:pt x="1294532" y="846994"/>
                </a:lnTo>
                <a:moveTo>
                  <a:pt x="1121840" y="891817"/>
                </a:moveTo>
                <a:lnTo>
                  <a:pt x="1121522" y="824467"/>
                </a:lnTo>
                <a:moveTo>
                  <a:pt x="1294018" y="849181"/>
                </a:moveTo>
                <a:lnTo>
                  <a:pt x="1293713" y="850886"/>
                </a:lnTo>
                <a:moveTo>
                  <a:pt x="1369500" y="858817"/>
                </a:moveTo>
                <a:lnTo>
                  <a:pt x="1294532" y="846994"/>
                </a:lnTo>
                <a:moveTo>
                  <a:pt x="1369500" y="858817"/>
                </a:moveTo>
                <a:lnTo>
                  <a:pt x="1294018" y="849181"/>
                </a:lnTo>
                <a:moveTo>
                  <a:pt x="1369193" y="860075"/>
                </a:moveTo>
                <a:lnTo>
                  <a:pt x="1294018" y="849181"/>
                </a:lnTo>
                <a:moveTo>
                  <a:pt x="1121840" y="891817"/>
                </a:moveTo>
                <a:lnTo>
                  <a:pt x="1067972" y="807077"/>
                </a:lnTo>
                <a:moveTo>
                  <a:pt x="1369193" y="860075"/>
                </a:moveTo>
                <a:lnTo>
                  <a:pt x="1293713" y="850886"/>
                </a:lnTo>
                <a:moveTo>
                  <a:pt x="2324300" y="694773"/>
                </a:moveTo>
                <a:lnTo>
                  <a:pt x="2337924" y="627380"/>
                </a:lnTo>
                <a:moveTo>
                  <a:pt x="1366925" y="871059"/>
                </a:moveTo>
                <a:lnTo>
                  <a:pt x="1293713" y="850886"/>
                </a:lnTo>
                <a:moveTo>
                  <a:pt x="2341353" y="626220"/>
                </a:moveTo>
                <a:lnTo>
                  <a:pt x="2324300" y="694773"/>
                </a:lnTo>
                <a:moveTo>
                  <a:pt x="1369193" y="860075"/>
                </a:moveTo>
                <a:lnTo>
                  <a:pt x="1369500" y="858817"/>
                </a:lnTo>
                <a:moveTo>
                  <a:pt x="1366925" y="871059"/>
                </a:moveTo>
                <a:lnTo>
                  <a:pt x="1369193" y="860075"/>
                </a:lnTo>
                <a:moveTo>
                  <a:pt x="2329577" y="691824"/>
                </a:moveTo>
                <a:lnTo>
                  <a:pt x="2341353" y="626220"/>
                </a:lnTo>
                <a:moveTo>
                  <a:pt x="1067972" y="807077"/>
                </a:moveTo>
                <a:lnTo>
                  <a:pt x="1010238" y="770499"/>
                </a:lnTo>
                <a:moveTo>
                  <a:pt x="1293713" y="850886"/>
                </a:moveTo>
                <a:lnTo>
                  <a:pt x="1280566" y="919645"/>
                </a:lnTo>
                <a:moveTo>
                  <a:pt x="1456701" y="780454"/>
                </a:moveTo>
                <a:lnTo>
                  <a:pt x="1369193" y="860075"/>
                </a:lnTo>
                <a:moveTo>
                  <a:pt x="1053627" y="861543"/>
                </a:moveTo>
                <a:lnTo>
                  <a:pt x="1067972" y="807077"/>
                </a:lnTo>
                <a:moveTo>
                  <a:pt x="1355491" y="926071"/>
                </a:moveTo>
                <a:lnTo>
                  <a:pt x="1293713" y="850886"/>
                </a:lnTo>
                <a:moveTo>
                  <a:pt x="1280566" y="919645"/>
                </a:moveTo>
                <a:lnTo>
                  <a:pt x="1205394" y="908793"/>
                </a:lnTo>
                <a:moveTo>
                  <a:pt x="2350944" y="589709"/>
                </a:moveTo>
                <a:lnTo>
                  <a:pt x="2341353" y="626220"/>
                </a:lnTo>
                <a:moveTo>
                  <a:pt x="2329577" y="691824"/>
                </a:moveTo>
                <a:lnTo>
                  <a:pt x="2324300" y="694773"/>
                </a:lnTo>
                <a:moveTo>
                  <a:pt x="1366925" y="871059"/>
                </a:moveTo>
                <a:lnTo>
                  <a:pt x="1355491" y="926071"/>
                </a:lnTo>
                <a:moveTo>
                  <a:pt x="1357327" y="925827"/>
                </a:moveTo>
                <a:lnTo>
                  <a:pt x="1366925" y="871059"/>
                </a:lnTo>
                <a:moveTo>
                  <a:pt x="1067972" y="807077"/>
                </a:moveTo>
                <a:lnTo>
                  <a:pt x="1022846" y="839624"/>
                </a:lnTo>
                <a:moveTo>
                  <a:pt x="1121840" y="891817"/>
                </a:moveTo>
                <a:lnTo>
                  <a:pt x="1053627" y="861543"/>
                </a:lnTo>
                <a:moveTo>
                  <a:pt x="2317924" y="720354"/>
                </a:moveTo>
                <a:lnTo>
                  <a:pt x="2324300" y="694773"/>
                </a:lnTo>
                <a:moveTo>
                  <a:pt x="1267246" y="992494"/>
                </a:moveTo>
                <a:lnTo>
                  <a:pt x="1205394" y="908793"/>
                </a:lnTo>
                <a:moveTo>
                  <a:pt x="1355491" y="926071"/>
                </a:moveTo>
                <a:lnTo>
                  <a:pt x="1280566" y="919645"/>
                </a:lnTo>
                <a:moveTo>
                  <a:pt x="1488955" y="772332"/>
                </a:moveTo>
                <a:lnTo>
                  <a:pt x="1456701" y="780454"/>
                </a:lnTo>
                <a:moveTo>
                  <a:pt x="2329577" y="691824"/>
                </a:moveTo>
                <a:lnTo>
                  <a:pt x="2317924" y="720354"/>
                </a:lnTo>
                <a:moveTo>
                  <a:pt x="1267246" y="992494"/>
                </a:moveTo>
                <a:lnTo>
                  <a:pt x="1280566" y="919645"/>
                </a:lnTo>
                <a:moveTo>
                  <a:pt x="1442477" y="837075"/>
                </a:moveTo>
                <a:lnTo>
                  <a:pt x="1369193" y="860075"/>
                </a:lnTo>
                <a:moveTo>
                  <a:pt x="1357327" y="925827"/>
                </a:moveTo>
                <a:lnTo>
                  <a:pt x="1355491" y="926071"/>
                </a:lnTo>
                <a:moveTo>
                  <a:pt x="2345182" y="656182"/>
                </a:moveTo>
                <a:lnTo>
                  <a:pt x="2341353" y="626220"/>
                </a:lnTo>
                <a:moveTo>
                  <a:pt x="1442477" y="837075"/>
                </a:moveTo>
                <a:lnTo>
                  <a:pt x="1456701" y="780454"/>
                </a:lnTo>
                <a:moveTo>
                  <a:pt x="1429284" y="912198"/>
                </a:moveTo>
                <a:lnTo>
                  <a:pt x="1369193" y="860075"/>
                </a:lnTo>
                <a:moveTo>
                  <a:pt x="1022846" y="839624"/>
                </a:moveTo>
                <a:lnTo>
                  <a:pt x="1010238" y="770499"/>
                </a:lnTo>
                <a:moveTo>
                  <a:pt x="1341802" y="992295"/>
                </a:moveTo>
                <a:lnTo>
                  <a:pt x="1280566" y="919645"/>
                </a:lnTo>
                <a:moveTo>
                  <a:pt x="1429284" y="912198"/>
                </a:moveTo>
                <a:lnTo>
                  <a:pt x="1366925" y="871059"/>
                </a:lnTo>
                <a:moveTo>
                  <a:pt x="989707" y="740734"/>
                </a:moveTo>
                <a:lnTo>
                  <a:pt x="1010238" y="770499"/>
                </a:lnTo>
                <a:moveTo>
                  <a:pt x="2317924" y="720354"/>
                </a:moveTo>
                <a:lnTo>
                  <a:pt x="2300995" y="755001"/>
                </a:lnTo>
                <a:moveTo>
                  <a:pt x="1053627" y="861543"/>
                </a:moveTo>
                <a:lnTo>
                  <a:pt x="1022846" y="839624"/>
                </a:lnTo>
                <a:moveTo>
                  <a:pt x="1341802" y="992295"/>
                </a:moveTo>
                <a:lnTo>
                  <a:pt x="1355491" y="926071"/>
                </a:lnTo>
                <a:moveTo>
                  <a:pt x="1488955" y="772332"/>
                </a:moveTo>
                <a:lnTo>
                  <a:pt x="1442477" y="837075"/>
                </a:lnTo>
                <a:moveTo>
                  <a:pt x="1357327" y="925827"/>
                </a:moveTo>
                <a:lnTo>
                  <a:pt x="1341802" y="992295"/>
                </a:lnTo>
                <a:moveTo>
                  <a:pt x="2345182" y="656182"/>
                </a:moveTo>
                <a:lnTo>
                  <a:pt x="2329577" y="691824"/>
                </a:lnTo>
                <a:moveTo>
                  <a:pt x="1346737" y="991602"/>
                </a:moveTo>
                <a:lnTo>
                  <a:pt x="1357327" y="925827"/>
                </a:lnTo>
                <a:moveTo>
                  <a:pt x="1341802" y="992295"/>
                </a:moveTo>
                <a:lnTo>
                  <a:pt x="1267246" y="992494"/>
                </a:lnTo>
                <a:moveTo>
                  <a:pt x="1453490" y="834515"/>
                </a:moveTo>
                <a:lnTo>
                  <a:pt x="1488955" y="772332"/>
                </a:lnTo>
                <a:moveTo>
                  <a:pt x="1039525" y="920351"/>
                </a:moveTo>
                <a:lnTo>
                  <a:pt x="1053627" y="861543"/>
                </a:lnTo>
                <a:moveTo>
                  <a:pt x="1429284" y="912198"/>
                </a:moveTo>
                <a:lnTo>
                  <a:pt x="1357327" y="925827"/>
                </a:lnTo>
                <a:moveTo>
                  <a:pt x="2315278" y="684609"/>
                </a:moveTo>
                <a:lnTo>
                  <a:pt x="2329577" y="691824"/>
                </a:lnTo>
                <a:moveTo>
                  <a:pt x="2334873" y="572628"/>
                </a:moveTo>
                <a:lnTo>
                  <a:pt x="2350944" y="589709"/>
                </a:lnTo>
                <a:moveTo>
                  <a:pt x="2345182" y="656182"/>
                </a:moveTo>
                <a:lnTo>
                  <a:pt x="2350944" y="589709"/>
                </a:lnTo>
                <a:moveTo>
                  <a:pt x="1053627" y="861543"/>
                </a:moveTo>
                <a:lnTo>
                  <a:pt x="1026989" y="907527"/>
                </a:lnTo>
                <a:moveTo>
                  <a:pt x="2315278" y="684609"/>
                </a:moveTo>
                <a:lnTo>
                  <a:pt x="2317924" y="720354"/>
                </a:lnTo>
                <a:moveTo>
                  <a:pt x="1453490" y="834515"/>
                </a:moveTo>
                <a:lnTo>
                  <a:pt x="1442477" y="837075"/>
                </a:lnTo>
                <a:moveTo>
                  <a:pt x="1346737" y="991602"/>
                </a:moveTo>
                <a:lnTo>
                  <a:pt x="1341802" y="992295"/>
                </a:lnTo>
                <a:moveTo>
                  <a:pt x="2257595" y="816037"/>
                </a:moveTo>
                <a:lnTo>
                  <a:pt x="2300995" y="755001"/>
                </a:lnTo>
                <a:moveTo>
                  <a:pt x="997278" y="798036"/>
                </a:moveTo>
                <a:lnTo>
                  <a:pt x="1010238" y="770499"/>
                </a:lnTo>
                <a:moveTo>
                  <a:pt x="1338937" y="1004122"/>
                </a:moveTo>
                <a:lnTo>
                  <a:pt x="1341802" y="992295"/>
                </a:lnTo>
                <a:moveTo>
                  <a:pt x="1415792" y="981960"/>
                </a:moveTo>
                <a:lnTo>
                  <a:pt x="1357327" y="925827"/>
                </a:lnTo>
                <a:moveTo>
                  <a:pt x="1429284" y="912198"/>
                </a:moveTo>
                <a:lnTo>
                  <a:pt x="1442477" y="837075"/>
                </a:lnTo>
                <a:moveTo>
                  <a:pt x="1346737" y="991602"/>
                </a:moveTo>
                <a:lnTo>
                  <a:pt x="1338937" y="1004122"/>
                </a:lnTo>
                <a:moveTo>
                  <a:pt x="1368971" y="717108"/>
                </a:moveTo>
                <a:lnTo>
                  <a:pt x="1304173" y="719537"/>
                </a:lnTo>
                <a:moveTo>
                  <a:pt x="1290675" y="789203"/>
                </a:moveTo>
                <a:lnTo>
                  <a:pt x="1304173" y="719537"/>
                </a:lnTo>
                <a:moveTo>
                  <a:pt x="1441863" y="826058"/>
                </a:moveTo>
                <a:lnTo>
                  <a:pt x="1453490" y="834515"/>
                </a:lnTo>
                <a:moveTo>
                  <a:pt x="2315278" y="684609"/>
                </a:moveTo>
                <a:lnTo>
                  <a:pt x="2300995" y="755001"/>
                </a:lnTo>
                <a:moveTo>
                  <a:pt x="1453490" y="834515"/>
                </a:moveTo>
                <a:lnTo>
                  <a:pt x="1429284" y="912198"/>
                </a:lnTo>
                <a:moveTo>
                  <a:pt x="2345182" y="656182"/>
                </a:moveTo>
                <a:lnTo>
                  <a:pt x="2334873" y="572628"/>
                </a:lnTo>
                <a:moveTo>
                  <a:pt x="1026989" y="907527"/>
                </a:moveTo>
                <a:lnTo>
                  <a:pt x="1022846" y="839624"/>
                </a:lnTo>
                <a:moveTo>
                  <a:pt x="984128" y="753106"/>
                </a:moveTo>
                <a:lnTo>
                  <a:pt x="989707" y="740734"/>
                </a:lnTo>
                <a:moveTo>
                  <a:pt x="2192717" y="634162"/>
                </a:moveTo>
                <a:lnTo>
                  <a:pt x="2170607" y="612957"/>
                </a:lnTo>
                <a:moveTo>
                  <a:pt x="2223470" y="533403"/>
                </a:moveTo>
                <a:lnTo>
                  <a:pt x="2192717" y="634162"/>
                </a:lnTo>
                <a:moveTo>
                  <a:pt x="1365631" y="796169"/>
                </a:moveTo>
                <a:lnTo>
                  <a:pt x="1304173" y="719537"/>
                </a:lnTo>
                <a:moveTo>
                  <a:pt x="2285096" y="714809"/>
                </a:moveTo>
                <a:lnTo>
                  <a:pt x="2300995" y="755001"/>
                </a:lnTo>
                <a:moveTo>
                  <a:pt x="2196749" y="702049"/>
                </a:moveTo>
                <a:lnTo>
                  <a:pt x="2192717" y="634162"/>
                </a:lnTo>
                <a:moveTo>
                  <a:pt x="1441863" y="826058"/>
                </a:moveTo>
                <a:lnTo>
                  <a:pt x="1376854" y="727201"/>
                </a:lnTo>
                <a:moveTo>
                  <a:pt x="2334873" y="572628"/>
                </a:moveTo>
                <a:lnTo>
                  <a:pt x="2315125" y="546640"/>
                </a:lnTo>
                <a:moveTo>
                  <a:pt x="1449993" y="747723"/>
                </a:moveTo>
                <a:lnTo>
                  <a:pt x="1453490" y="834515"/>
                </a:lnTo>
                <a:moveTo>
                  <a:pt x="1338937" y="1004122"/>
                </a:moveTo>
                <a:lnTo>
                  <a:pt x="1301678" y="1052399"/>
                </a:lnTo>
                <a:moveTo>
                  <a:pt x="1039525" y="920351"/>
                </a:moveTo>
                <a:lnTo>
                  <a:pt x="1026989" y="907527"/>
                </a:lnTo>
                <a:moveTo>
                  <a:pt x="1378583" y="716737"/>
                </a:moveTo>
                <a:lnTo>
                  <a:pt x="1368971" y="717108"/>
                </a:lnTo>
                <a:moveTo>
                  <a:pt x="2175565" y="564027"/>
                </a:moveTo>
                <a:lnTo>
                  <a:pt x="2192717" y="634162"/>
                </a:lnTo>
                <a:moveTo>
                  <a:pt x="1415792" y="981960"/>
                </a:moveTo>
                <a:lnTo>
                  <a:pt x="1346737" y="991602"/>
                </a:lnTo>
                <a:moveTo>
                  <a:pt x="997278" y="798036"/>
                </a:moveTo>
                <a:lnTo>
                  <a:pt x="1022846" y="839624"/>
                </a:lnTo>
                <a:moveTo>
                  <a:pt x="1376854" y="727201"/>
                </a:moveTo>
                <a:lnTo>
                  <a:pt x="1368971" y="717108"/>
                </a:lnTo>
                <a:moveTo>
                  <a:pt x="2345182" y="656182"/>
                </a:moveTo>
                <a:lnTo>
                  <a:pt x="2315278" y="684609"/>
                </a:lnTo>
                <a:moveTo>
                  <a:pt x="1498225" y="908280"/>
                </a:moveTo>
                <a:lnTo>
                  <a:pt x="1453490" y="834515"/>
                </a:lnTo>
                <a:moveTo>
                  <a:pt x="1441863" y="826058"/>
                </a:moveTo>
                <a:lnTo>
                  <a:pt x="1365631" y="796169"/>
                </a:lnTo>
                <a:moveTo>
                  <a:pt x="1376854" y="727201"/>
                </a:moveTo>
                <a:lnTo>
                  <a:pt x="1378583" y="716737"/>
                </a:lnTo>
                <a:moveTo>
                  <a:pt x="997278" y="798036"/>
                </a:moveTo>
                <a:lnTo>
                  <a:pt x="989707" y="740734"/>
                </a:lnTo>
                <a:moveTo>
                  <a:pt x="2320798" y="631937"/>
                </a:moveTo>
                <a:lnTo>
                  <a:pt x="2334873" y="572628"/>
                </a:lnTo>
                <a:moveTo>
                  <a:pt x="1290675" y="789203"/>
                </a:moveTo>
                <a:lnTo>
                  <a:pt x="1214922" y="767909"/>
                </a:lnTo>
                <a:moveTo>
                  <a:pt x="1449993" y="747723"/>
                </a:moveTo>
                <a:lnTo>
                  <a:pt x="1441863" y="826058"/>
                </a:lnTo>
                <a:moveTo>
                  <a:pt x="1035711" y="924441"/>
                </a:moveTo>
                <a:lnTo>
                  <a:pt x="1039525" y="920351"/>
                </a:lnTo>
                <a:moveTo>
                  <a:pt x="2265266" y="505807"/>
                </a:moveTo>
                <a:lnTo>
                  <a:pt x="2270757" y="448313"/>
                </a:lnTo>
                <a:moveTo>
                  <a:pt x="2220650" y="796621"/>
                </a:moveTo>
                <a:lnTo>
                  <a:pt x="2257595" y="816037"/>
                </a:lnTo>
                <a:moveTo>
                  <a:pt x="2315125" y="546640"/>
                </a:moveTo>
                <a:lnTo>
                  <a:pt x="2265266" y="505807"/>
                </a:lnTo>
                <a:moveTo>
                  <a:pt x="1365631" y="796169"/>
                </a:moveTo>
                <a:lnTo>
                  <a:pt x="1368971" y="717108"/>
                </a:lnTo>
                <a:moveTo>
                  <a:pt x="1415792" y="981960"/>
                </a:moveTo>
                <a:lnTo>
                  <a:pt x="1429284" y="912198"/>
                </a:lnTo>
                <a:moveTo>
                  <a:pt x="1327362" y="1045041"/>
                </a:moveTo>
                <a:lnTo>
                  <a:pt x="1346737" y="991602"/>
                </a:lnTo>
                <a:moveTo>
                  <a:pt x="1365631" y="796169"/>
                </a:moveTo>
                <a:lnTo>
                  <a:pt x="1290675" y="789203"/>
                </a:lnTo>
                <a:moveTo>
                  <a:pt x="1498225" y="908280"/>
                </a:moveTo>
                <a:lnTo>
                  <a:pt x="1429284" y="912198"/>
                </a:lnTo>
                <a:moveTo>
                  <a:pt x="1503313" y="902555"/>
                </a:moveTo>
                <a:lnTo>
                  <a:pt x="1453490" y="834515"/>
                </a:lnTo>
                <a:moveTo>
                  <a:pt x="1376854" y="727201"/>
                </a:moveTo>
                <a:lnTo>
                  <a:pt x="1365631" y="796169"/>
                </a:lnTo>
                <a:moveTo>
                  <a:pt x="1327362" y="1045041"/>
                </a:moveTo>
                <a:lnTo>
                  <a:pt x="1338937" y="1004122"/>
                </a:lnTo>
                <a:moveTo>
                  <a:pt x="2285096" y="714809"/>
                </a:moveTo>
                <a:lnTo>
                  <a:pt x="2257595" y="816037"/>
                </a:lnTo>
                <a:moveTo>
                  <a:pt x="2196749" y="702049"/>
                </a:moveTo>
                <a:lnTo>
                  <a:pt x="2170607" y="612957"/>
                </a:lnTo>
                <a:moveTo>
                  <a:pt x="2345182" y="656182"/>
                </a:moveTo>
                <a:lnTo>
                  <a:pt x="2320798" y="631937"/>
                </a:lnTo>
                <a:moveTo>
                  <a:pt x="1449993" y="747723"/>
                </a:moveTo>
                <a:lnTo>
                  <a:pt x="1376854" y="727201"/>
                </a:lnTo>
                <a:moveTo>
                  <a:pt x="1214922" y="767909"/>
                </a:moveTo>
                <a:lnTo>
                  <a:pt x="1202238" y="760332"/>
                </a:lnTo>
                <a:moveTo>
                  <a:pt x="1035711" y="924441"/>
                </a:moveTo>
                <a:lnTo>
                  <a:pt x="1026989" y="907527"/>
                </a:lnTo>
                <a:moveTo>
                  <a:pt x="2175565" y="564027"/>
                </a:moveTo>
                <a:lnTo>
                  <a:pt x="2170607" y="612957"/>
                </a:lnTo>
                <a:moveTo>
                  <a:pt x="2223470" y="533403"/>
                </a:moveTo>
                <a:lnTo>
                  <a:pt x="2182597" y="516250"/>
                </a:lnTo>
                <a:moveTo>
                  <a:pt x="2227259" y="734828"/>
                </a:moveTo>
                <a:lnTo>
                  <a:pt x="2257595" y="816037"/>
                </a:lnTo>
                <a:moveTo>
                  <a:pt x="2223470" y="533403"/>
                </a:moveTo>
                <a:lnTo>
                  <a:pt x="2175565" y="564027"/>
                </a:lnTo>
                <a:moveTo>
                  <a:pt x="2220650" y="796621"/>
                </a:moveTo>
                <a:lnTo>
                  <a:pt x="2196749" y="702049"/>
                </a:lnTo>
                <a:moveTo>
                  <a:pt x="1490601" y="986299"/>
                </a:moveTo>
                <a:lnTo>
                  <a:pt x="1429284" y="912198"/>
                </a:lnTo>
                <a:moveTo>
                  <a:pt x="2315278" y="684609"/>
                </a:moveTo>
                <a:lnTo>
                  <a:pt x="2285096" y="714809"/>
                </a:lnTo>
                <a:moveTo>
                  <a:pt x="2334873" y="572628"/>
                </a:moveTo>
                <a:lnTo>
                  <a:pt x="2307640" y="612864"/>
                </a:lnTo>
                <a:moveTo>
                  <a:pt x="2298230" y="439000"/>
                </a:moveTo>
                <a:lnTo>
                  <a:pt x="2265266" y="505807"/>
                </a:lnTo>
                <a:moveTo>
                  <a:pt x="2315278" y="684609"/>
                </a:moveTo>
                <a:lnTo>
                  <a:pt x="2320798" y="631937"/>
                </a:lnTo>
                <a:moveTo>
                  <a:pt x="997278" y="798036"/>
                </a:moveTo>
                <a:lnTo>
                  <a:pt x="984128" y="753106"/>
                </a:lnTo>
                <a:moveTo>
                  <a:pt x="1055198" y="978906"/>
                </a:moveTo>
                <a:lnTo>
                  <a:pt x="1039525" y="920351"/>
                </a:lnTo>
                <a:moveTo>
                  <a:pt x="1009527" y="867109"/>
                </a:moveTo>
                <a:lnTo>
                  <a:pt x="1022846" y="839624"/>
                </a:lnTo>
                <a:moveTo>
                  <a:pt x="2170607" y="612957"/>
                </a:moveTo>
                <a:lnTo>
                  <a:pt x="2150239" y="590132"/>
                </a:lnTo>
                <a:moveTo>
                  <a:pt x="1207786" y="794510"/>
                </a:moveTo>
                <a:lnTo>
                  <a:pt x="1214922" y="767909"/>
                </a:lnTo>
                <a:moveTo>
                  <a:pt x="2182597" y="516250"/>
                </a:moveTo>
                <a:lnTo>
                  <a:pt x="2175565" y="564027"/>
                </a:lnTo>
                <a:moveTo>
                  <a:pt x="1327362" y="1045041"/>
                </a:moveTo>
                <a:lnTo>
                  <a:pt x="1301678" y="1052399"/>
                </a:lnTo>
                <a:moveTo>
                  <a:pt x="1301678" y="1052399"/>
                </a:moveTo>
                <a:lnTo>
                  <a:pt x="1241565" y="1098811"/>
                </a:lnTo>
                <a:moveTo>
                  <a:pt x="2227259" y="734828"/>
                </a:moveTo>
                <a:lnTo>
                  <a:pt x="2220650" y="796621"/>
                </a:lnTo>
                <a:moveTo>
                  <a:pt x="2272429" y="423429"/>
                </a:moveTo>
                <a:lnTo>
                  <a:pt x="2270757" y="448313"/>
                </a:lnTo>
                <a:moveTo>
                  <a:pt x="2227259" y="734828"/>
                </a:moveTo>
                <a:lnTo>
                  <a:pt x="2196749" y="702049"/>
                </a:lnTo>
                <a:moveTo>
                  <a:pt x="1502648" y="913959"/>
                </a:moveTo>
                <a:lnTo>
                  <a:pt x="1498225" y="908280"/>
                </a:lnTo>
                <a:moveTo>
                  <a:pt x="2454463" y="739269"/>
                </a:moveTo>
                <a:lnTo>
                  <a:pt x="2454377" y="671952"/>
                </a:lnTo>
                <a:moveTo>
                  <a:pt x="1511034" y="910130"/>
                </a:moveTo>
                <a:lnTo>
                  <a:pt x="1502648" y="913959"/>
                </a:lnTo>
                <a:moveTo>
                  <a:pt x="2320798" y="631937"/>
                </a:moveTo>
                <a:lnTo>
                  <a:pt x="2285096" y="714809"/>
                </a:lnTo>
                <a:moveTo>
                  <a:pt x="1694543" y="936633"/>
                </a:moveTo>
                <a:lnTo>
                  <a:pt x="1685856" y="868074"/>
                </a:lnTo>
                <a:moveTo>
                  <a:pt x="1207786" y="794510"/>
                </a:moveTo>
                <a:lnTo>
                  <a:pt x="1202238" y="760332"/>
                </a:lnTo>
                <a:moveTo>
                  <a:pt x="1415792" y="981960"/>
                </a:moveTo>
                <a:lnTo>
                  <a:pt x="1327362" y="1045041"/>
                </a:lnTo>
                <a:moveTo>
                  <a:pt x="1276277" y="842702"/>
                </a:moveTo>
                <a:lnTo>
                  <a:pt x="1290675" y="789203"/>
                </a:lnTo>
                <a:moveTo>
                  <a:pt x="1503313" y="902555"/>
                </a:moveTo>
                <a:lnTo>
                  <a:pt x="1498225" y="908280"/>
                </a:lnTo>
                <a:moveTo>
                  <a:pt x="2298230" y="439000"/>
                </a:moveTo>
                <a:lnTo>
                  <a:pt x="2270757" y="448313"/>
                </a:lnTo>
                <a:moveTo>
                  <a:pt x="1505109" y="853932"/>
                </a:moveTo>
                <a:lnTo>
                  <a:pt x="1453490" y="834515"/>
                </a:lnTo>
                <a:moveTo>
                  <a:pt x="1511034" y="910130"/>
                </a:moveTo>
                <a:lnTo>
                  <a:pt x="1503313" y="902555"/>
                </a:lnTo>
                <a:moveTo>
                  <a:pt x="2285096" y="714809"/>
                </a:moveTo>
                <a:lnTo>
                  <a:pt x="2227259" y="734828"/>
                </a:lnTo>
                <a:moveTo>
                  <a:pt x="2175565" y="564027"/>
                </a:moveTo>
                <a:lnTo>
                  <a:pt x="2150239" y="590132"/>
                </a:lnTo>
                <a:moveTo>
                  <a:pt x="2298230" y="439000"/>
                </a:moveTo>
                <a:lnTo>
                  <a:pt x="2315125" y="546640"/>
                </a:lnTo>
                <a:moveTo>
                  <a:pt x="1490601" y="986299"/>
                </a:moveTo>
                <a:lnTo>
                  <a:pt x="1415792" y="981960"/>
                </a:lnTo>
                <a:moveTo>
                  <a:pt x="1503313" y="902555"/>
                </a:moveTo>
                <a:lnTo>
                  <a:pt x="1502648" y="913959"/>
                </a:lnTo>
                <a:moveTo>
                  <a:pt x="2156368" y="669314"/>
                </a:moveTo>
                <a:lnTo>
                  <a:pt x="2170607" y="612957"/>
                </a:lnTo>
                <a:moveTo>
                  <a:pt x="1490601" y="986299"/>
                </a:moveTo>
                <a:lnTo>
                  <a:pt x="1498225" y="908280"/>
                </a:lnTo>
                <a:moveTo>
                  <a:pt x="1276277" y="842702"/>
                </a:moveTo>
                <a:lnTo>
                  <a:pt x="1214922" y="767909"/>
                </a:lnTo>
                <a:moveTo>
                  <a:pt x="1502648" y="913959"/>
                </a:moveTo>
                <a:lnTo>
                  <a:pt x="1490601" y="986299"/>
                </a:lnTo>
                <a:moveTo>
                  <a:pt x="1055198" y="978906"/>
                </a:moveTo>
                <a:lnTo>
                  <a:pt x="1035711" y="924441"/>
                </a:lnTo>
                <a:moveTo>
                  <a:pt x="1243266" y="833562"/>
                </a:moveTo>
                <a:lnTo>
                  <a:pt x="1214922" y="767909"/>
                </a:lnTo>
                <a:moveTo>
                  <a:pt x="1138063" y="726786"/>
                </a:moveTo>
                <a:lnTo>
                  <a:pt x="1202238" y="760332"/>
                </a:lnTo>
                <a:moveTo>
                  <a:pt x="1032560" y="697931"/>
                </a:moveTo>
                <a:lnTo>
                  <a:pt x="984128" y="753106"/>
                </a:lnTo>
                <a:moveTo>
                  <a:pt x="1351264" y="850243"/>
                </a:moveTo>
                <a:lnTo>
                  <a:pt x="1290675" y="789203"/>
                </a:lnTo>
                <a:moveTo>
                  <a:pt x="1426422" y="860845"/>
                </a:moveTo>
                <a:lnTo>
                  <a:pt x="1441863" y="826058"/>
                </a:lnTo>
                <a:moveTo>
                  <a:pt x="1163862" y="1099113"/>
                </a:moveTo>
                <a:lnTo>
                  <a:pt x="1164220" y="1098285"/>
                </a:lnTo>
                <a:moveTo>
                  <a:pt x="1505109" y="853932"/>
                </a:moveTo>
                <a:lnTo>
                  <a:pt x="1441863" y="826058"/>
                </a:lnTo>
                <a:moveTo>
                  <a:pt x="1241565" y="1098811"/>
                </a:moveTo>
                <a:lnTo>
                  <a:pt x="1164220" y="1098285"/>
                </a:lnTo>
                <a:moveTo>
                  <a:pt x="1430559" y="860612"/>
                </a:moveTo>
                <a:lnTo>
                  <a:pt x="1441863" y="826058"/>
                </a:lnTo>
                <a:moveTo>
                  <a:pt x="2156368" y="669314"/>
                </a:moveTo>
                <a:lnTo>
                  <a:pt x="2196749" y="702049"/>
                </a:lnTo>
                <a:moveTo>
                  <a:pt x="1241565" y="1098811"/>
                </a:moveTo>
                <a:lnTo>
                  <a:pt x="1163862" y="1099113"/>
                </a:lnTo>
                <a:moveTo>
                  <a:pt x="2307640" y="612864"/>
                </a:moveTo>
                <a:lnTo>
                  <a:pt x="2315125" y="546640"/>
                </a:lnTo>
                <a:moveTo>
                  <a:pt x="2408519" y="627433"/>
                </a:moveTo>
                <a:lnTo>
                  <a:pt x="2454377" y="671952"/>
                </a:lnTo>
                <a:moveTo>
                  <a:pt x="2298230" y="439000"/>
                </a:moveTo>
                <a:lnTo>
                  <a:pt x="2272429" y="423429"/>
                </a:lnTo>
                <a:moveTo>
                  <a:pt x="1674338" y="828515"/>
                </a:moveTo>
                <a:lnTo>
                  <a:pt x="1685856" y="868074"/>
                </a:lnTo>
                <a:moveTo>
                  <a:pt x="1009527" y="867109"/>
                </a:moveTo>
                <a:lnTo>
                  <a:pt x="1026989" y="907527"/>
                </a:lnTo>
                <a:moveTo>
                  <a:pt x="2170607" y="612957"/>
                </a:moveTo>
                <a:lnTo>
                  <a:pt x="2143098" y="656405"/>
                </a:lnTo>
                <a:moveTo>
                  <a:pt x="2307640" y="612864"/>
                </a:moveTo>
                <a:lnTo>
                  <a:pt x="2285096" y="714809"/>
                </a:lnTo>
                <a:moveTo>
                  <a:pt x="2320798" y="631937"/>
                </a:moveTo>
                <a:lnTo>
                  <a:pt x="2307640" y="612864"/>
                </a:lnTo>
                <a:moveTo>
                  <a:pt x="1238202" y="1095055"/>
                </a:moveTo>
                <a:lnTo>
                  <a:pt x="1301678" y="1052399"/>
                </a:lnTo>
                <a:moveTo>
                  <a:pt x="1351264" y="850243"/>
                </a:moveTo>
                <a:lnTo>
                  <a:pt x="1365631" y="796169"/>
                </a:lnTo>
                <a:moveTo>
                  <a:pt x="2458667" y="741662"/>
                </a:moveTo>
                <a:lnTo>
                  <a:pt x="2454463" y="739269"/>
                </a:lnTo>
                <a:moveTo>
                  <a:pt x="1207786" y="794510"/>
                </a:moveTo>
                <a:lnTo>
                  <a:pt x="1138063" y="726786"/>
                </a:lnTo>
                <a:moveTo>
                  <a:pt x="1035711" y="924441"/>
                </a:moveTo>
                <a:lnTo>
                  <a:pt x="1009527" y="867109"/>
                </a:lnTo>
                <a:moveTo>
                  <a:pt x="2457344" y="745678"/>
                </a:moveTo>
                <a:lnTo>
                  <a:pt x="2458667" y="741662"/>
                </a:lnTo>
                <a:moveTo>
                  <a:pt x="2227259" y="734828"/>
                </a:moveTo>
                <a:lnTo>
                  <a:pt x="2156368" y="669314"/>
                </a:lnTo>
                <a:moveTo>
                  <a:pt x="2457344" y="745678"/>
                </a:moveTo>
                <a:lnTo>
                  <a:pt x="2454463" y="739269"/>
                </a:lnTo>
                <a:moveTo>
                  <a:pt x="1426422" y="860845"/>
                </a:moveTo>
                <a:lnTo>
                  <a:pt x="1365631" y="796169"/>
                </a:lnTo>
                <a:moveTo>
                  <a:pt x="1032560" y="697931"/>
                </a:moveTo>
                <a:lnTo>
                  <a:pt x="997278" y="798036"/>
                </a:lnTo>
                <a:moveTo>
                  <a:pt x="1243266" y="833562"/>
                </a:moveTo>
                <a:lnTo>
                  <a:pt x="1207786" y="794510"/>
                </a:lnTo>
                <a:moveTo>
                  <a:pt x="1401385" y="1035301"/>
                </a:moveTo>
                <a:lnTo>
                  <a:pt x="1415792" y="981960"/>
                </a:lnTo>
                <a:moveTo>
                  <a:pt x="1200535" y="821604"/>
                </a:moveTo>
                <a:lnTo>
                  <a:pt x="1207786" y="794510"/>
                </a:lnTo>
                <a:moveTo>
                  <a:pt x="2325663" y="510266"/>
                </a:moveTo>
                <a:lnTo>
                  <a:pt x="2315125" y="546640"/>
                </a:lnTo>
                <a:moveTo>
                  <a:pt x="1476702" y="1048753"/>
                </a:moveTo>
                <a:lnTo>
                  <a:pt x="1415792" y="981960"/>
                </a:lnTo>
                <a:moveTo>
                  <a:pt x="1552780" y="1075875"/>
                </a:moveTo>
                <a:lnTo>
                  <a:pt x="1490601" y="986299"/>
                </a:lnTo>
                <a:moveTo>
                  <a:pt x="1009527" y="867109"/>
                </a:moveTo>
                <a:lnTo>
                  <a:pt x="997278" y="798036"/>
                </a:lnTo>
                <a:moveTo>
                  <a:pt x="1327362" y="1045041"/>
                </a:moveTo>
                <a:lnTo>
                  <a:pt x="1238202" y="1095055"/>
                </a:lnTo>
                <a:moveTo>
                  <a:pt x="1505109" y="853932"/>
                </a:moveTo>
                <a:lnTo>
                  <a:pt x="1511034" y="910130"/>
                </a:lnTo>
                <a:moveTo>
                  <a:pt x="2272429" y="423429"/>
                </a:moveTo>
                <a:lnTo>
                  <a:pt x="2201654" y="343341"/>
                </a:lnTo>
                <a:moveTo>
                  <a:pt x="1238202" y="1095055"/>
                </a:moveTo>
                <a:lnTo>
                  <a:pt x="1163862" y="1099113"/>
                </a:lnTo>
                <a:moveTo>
                  <a:pt x="1238202" y="1095055"/>
                </a:moveTo>
                <a:lnTo>
                  <a:pt x="1241565" y="1098811"/>
                </a:lnTo>
                <a:moveTo>
                  <a:pt x="2404255" y="694122"/>
                </a:moveTo>
                <a:lnTo>
                  <a:pt x="2454377" y="671952"/>
                </a:lnTo>
                <a:moveTo>
                  <a:pt x="2143098" y="656405"/>
                </a:moveTo>
                <a:lnTo>
                  <a:pt x="2150239" y="590132"/>
                </a:lnTo>
                <a:moveTo>
                  <a:pt x="1401385" y="1035301"/>
                </a:moveTo>
                <a:lnTo>
                  <a:pt x="1327362" y="1045041"/>
                </a:lnTo>
                <a:moveTo>
                  <a:pt x="2251968" y="672128"/>
                </a:moveTo>
                <a:lnTo>
                  <a:pt x="2285096" y="714809"/>
                </a:lnTo>
                <a:moveTo>
                  <a:pt x="1505109" y="853932"/>
                </a:moveTo>
                <a:lnTo>
                  <a:pt x="1503313" y="902555"/>
                </a:lnTo>
                <a:moveTo>
                  <a:pt x="1276277" y="842702"/>
                </a:moveTo>
                <a:lnTo>
                  <a:pt x="1243266" y="833562"/>
                </a:lnTo>
                <a:moveTo>
                  <a:pt x="2227259" y="734828"/>
                </a:moveTo>
                <a:lnTo>
                  <a:pt x="2153810" y="667458"/>
                </a:lnTo>
                <a:moveTo>
                  <a:pt x="1200535" y="821604"/>
                </a:moveTo>
                <a:lnTo>
                  <a:pt x="1138063" y="726786"/>
                </a:lnTo>
                <a:moveTo>
                  <a:pt x="2228252" y="681782"/>
                </a:moveTo>
                <a:lnTo>
                  <a:pt x="2285096" y="714809"/>
                </a:lnTo>
                <a:moveTo>
                  <a:pt x="1027374" y="915747"/>
                </a:moveTo>
                <a:lnTo>
                  <a:pt x="1035711" y="924441"/>
                </a:lnTo>
                <a:moveTo>
                  <a:pt x="1696711" y="899050"/>
                </a:moveTo>
                <a:lnTo>
                  <a:pt x="1685856" y="868074"/>
                </a:lnTo>
                <a:moveTo>
                  <a:pt x="1138063" y="726786"/>
                </a:moveTo>
                <a:lnTo>
                  <a:pt x="1068995" y="703193"/>
                </a:lnTo>
                <a:moveTo>
                  <a:pt x="2273876" y="368219"/>
                </a:moveTo>
                <a:lnTo>
                  <a:pt x="2272429" y="423429"/>
                </a:lnTo>
                <a:moveTo>
                  <a:pt x="1476702" y="1048753"/>
                </a:moveTo>
                <a:lnTo>
                  <a:pt x="1490601" y="986299"/>
                </a:lnTo>
                <a:moveTo>
                  <a:pt x="1164220" y="1098285"/>
                </a:moveTo>
                <a:lnTo>
                  <a:pt x="1087030" y="1048698"/>
                </a:lnTo>
                <a:moveTo>
                  <a:pt x="1200535" y="821604"/>
                </a:moveTo>
                <a:lnTo>
                  <a:pt x="1243266" y="833562"/>
                </a:lnTo>
                <a:moveTo>
                  <a:pt x="1164220" y="1098285"/>
                </a:moveTo>
                <a:lnTo>
                  <a:pt x="1089250" y="1051128"/>
                </a:lnTo>
                <a:moveTo>
                  <a:pt x="1351264" y="850243"/>
                </a:moveTo>
                <a:lnTo>
                  <a:pt x="1276277" y="842702"/>
                </a:lnTo>
                <a:moveTo>
                  <a:pt x="2228252" y="681782"/>
                </a:moveTo>
                <a:lnTo>
                  <a:pt x="2227259" y="734828"/>
                </a:lnTo>
                <a:moveTo>
                  <a:pt x="2325663" y="510266"/>
                </a:moveTo>
                <a:lnTo>
                  <a:pt x="2298230" y="439000"/>
                </a:lnTo>
                <a:moveTo>
                  <a:pt x="1163862" y="1099113"/>
                </a:moveTo>
                <a:lnTo>
                  <a:pt x="1089250" y="1051128"/>
                </a:lnTo>
                <a:moveTo>
                  <a:pt x="1272458" y="855284"/>
                </a:moveTo>
                <a:lnTo>
                  <a:pt x="1276277" y="842702"/>
                </a:lnTo>
                <a:moveTo>
                  <a:pt x="1320052" y="1045578"/>
                </a:moveTo>
                <a:lnTo>
                  <a:pt x="1327362" y="1045041"/>
                </a:lnTo>
                <a:moveTo>
                  <a:pt x="1034146" y="937970"/>
                </a:moveTo>
                <a:lnTo>
                  <a:pt x="1035711" y="924441"/>
                </a:lnTo>
                <a:moveTo>
                  <a:pt x="1350256" y="853656"/>
                </a:moveTo>
                <a:lnTo>
                  <a:pt x="1276277" y="842702"/>
                </a:lnTo>
                <a:moveTo>
                  <a:pt x="1397922" y="1043606"/>
                </a:moveTo>
                <a:lnTo>
                  <a:pt x="1327362" y="1045041"/>
                </a:lnTo>
                <a:moveTo>
                  <a:pt x="1708888" y="1006010"/>
                </a:moveTo>
                <a:lnTo>
                  <a:pt x="1694543" y="936633"/>
                </a:lnTo>
                <a:moveTo>
                  <a:pt x="2156368" y="669314"/>
                </a:moveTo>
                <a:lnTo>
                  <a:pt x="2143098" y="656405"/>
                </a:lnTo>
                <a:moveTo>
                  <a:pt x="1272458" y="855284"/>
                </a:moveTo>
                <a:lnTo>
                  <a:pt x="1243266" y="833562"/>
                </a:lnTo>
                <a:moveTo>
                  <a:pt x="1030991" y="765009"/>
                </a:moveTo>
                <a:lnTo>
                  <a:pt x="997278" y="798036"/>
                </a:lnTo>
                <a:moveTo>
                  <a:pt x="1061898" y="698106"/>
                </a:moveTo>
                <a:lnTo>
                  <a:pt x="1032560" y="697931"/>
                </a:lnTo>
                <a:moveTo>
                  <a:pt x="2297208" y="573462"/>
                </a:moveTo>
                <a:lnTo>
                  <a:pt x="2315125" y="546640"/>
                </a:lnTo>
                <a:moveTo>
                  <a:pt x="1272458" y="855284"/>
                </a:moveTo>
                <a:lnTo>
                  <a:pt x="1200535" y="821604"/>
                </a:lnTo>
                <a:moveTo>
                  <a:pt x="2153810" y="667458"/>
                </a:moveTo>
                <a:lnTo>
                  <a:pt x="2156368" y="669314"/>
                </a:lnTo>
                <a:moveTo>
                  <a:pt x="1087030" y="1048698"/>
                </a:moveTo>
                <a:lnTo>
                  <a:pt x="1055198" y="978906"/>
                </a:lnTo>
                <a:moveTo>
                  <a:pt x="1061898" y="698106"/>
                </a:moveTo>
                <a:lnTo>
                  <a:pt x="1068995" y="703193"/>
                </a:lnTo>
                <a:moveTo>
                  <a:pt x="1665417" y="823434"/>
                </a:moveTo>
                <a:lnTo>
                  <a:pt x="1623926" y="821234"/>
                </a:lnTo>
                <a:moveTo>
                  <a:pt x="2251968" y="672128"/>
                </a:moveTo>
                <a:lnTo>
                  <a:pt x="2307640" y="612864"/>
                </a:lnTo>
                <a:moveTo>
                  <a:pt x="1327362" y="1045041"/>
                </a:moveTo>
                <a:lnTo>
                  <a:pt x="1248397" y="1074113"/>
                </a:lnTo>
                <a:moveTo>
                  <a:pt x="2325664" y="405066"/>
                </a:moveTo>
                <a:lnTo>
                  <a:pt x="2272429" y="423429"/>
                </a:lnTo>
                <a:moveTo>
                  <a:pt x="1552780" y="1075875"/>
                </a:moveTo>
                <a:lnTo>
                  <a:pt x="1476702" y="1048753"/>
                </a:lnTo>
                <a:moveTo>
                  <a:pt x="1350256" y="853656"/>
                </a:moveTo>
                <a:lnTo>
                  <a:pt x="1351264" y="850243"/>
                </a:lnTo>
                <a:moveTo>
                  <a:pt x="1665417" y="823434"/>
                </a:moveTo>
                <a:lnTo>
                  <a:pt x="1674338" y="828515"/>
                </a:lnTo>
                <a:moveTo>
                  <a:pt x="1124092" y="787950"/>
                </a:moveTo>
                <a:lnTo>
                  <a:pt x="1138063" y="726786"/>
                </a:lnTo>
                <a:moveTo>
                  <a:pt x="1350256" y="853656"/>
                </a:moveTo>
                <a:lnTo>
                  <a:pt x="1272458" y="855284"/>
                </a:lnTo>
                <a:moveTo>
                  <a:pt x="2404255" y="694122"/>
                </a:moveTo>
                <a:lnTo>
                  <a:pt x="2454463" y="739269"/>
                </a:lnTo>
                <a:moveTo>
                  <a:pt x="1426422" y="860845"/>
                </a:moveTo>
                <a:lnTo>
                  <a:pt x="1351264" y="850243"/>
                </a:lnTo>
                <a:moveTo>
                  <a:pt x="1426174" y="860966"/>
                </a:moveTo>
                <a:lnTo>
                  <a:pt x="1351264" y="850243"/>
                </a:lnTo>
                <a:moveTo>
                  <a:pt x="2325664" y="405066"/>
                </a:moveTo>
                <a:lnTo>
                  <a:pt x="2298230" y="439000"/>
                </a:lnTo>
                <a:moveTo>
                  <a:pt x="2153810" y="667458"/>
                </a:moveTo>
                <a:lnTo>
                  <a:pt x="2143098" y="656405"/>
                </a:lnTo>
                <a:moveTo>
                  <a:pt x="1426174" y="860966"/>
                </a:moveTo>
                <a:lnTo>
                  <a:pt x="1350256" y="853656"/>
                </a:lnTo>
                <a:moveTo>
                  <a:pt x="1138063" y="726786"/>
                </a:moveTo>
                <a:lnTo>
                  <a:pt x="1065617" y="770010"/>
                </a:lnTo>
                <a:moveTo>
                  <a:pt x="1696711" y="899050"/>
                </a:moveTo>
                <a:lnTo>
                  <a:pt x="1694543" y="936633"/>
                </a:lnTo>
                <a:moveTo>
                  <a:pt x="1148522" y="1135718"/>
                </a:moveTo>
                <a:lnTo>
                  <a:pt x="1163862" y="1099113"/>
                </a:lnTo>
                <a:moveTo>
                  <a:pt x="1476702" y="1048753"/>
                </a:moveTo>
                <a:lnTo>
                  <a:pt x="1401385" y="1035301"/>
                </a:lnTo>
                <a:moveTo>
                  <a:pt x="1200535" y="821604"/>
                </a:moveTo>
                <a:lnTo>
                  <a:pt x="1124092" y="787950"/>
                </a:lnTo>
                <a:moveTo>
                  <a:pt x="1430559" y="860612"/>
                </a:moveTo>
                <a:lnTo>
                  <a:pt x="1426422" y="860845"/>
                </a:lnTo>
                <a:moveTo>
                  <a:pt x="1426174" y="860966"/>
                </a:moveTo>
                <a:lnTo>
                  <a:pt x="1426422" y="860845"/>
                </a:lnTo>
                <a:moveTo>
                  <a:pt x="1505109" y="853932"/>
                </a:moveTo>
                <a:lnTo>
                  <a:pt x="1430559" y="860612"/>
                </a:lnTo>
                <a:moveTo>
                  <a:pt x="2273876" y="368219"/>
                </a:moveTo>
                <a:lnTo>
                  <a:pt x="2201654" y="343341"/>
                </a:lnTo>
                <a:moveTo>
                  <a:pt x="1034146" y="937970"/>
                </a:moveTo>
                <a:lnTo>
                  <a:pt x="1055198" y="978906"/>
                </a:lnTo>
                <a:moveTo>
                  <a:pt x="1430559" y="860612"/>
                </a:moveTo>
                <a:lnTo>
                  <a:pt x="1426174" y="860966"/>
                </a:lnTo>
                <a:moveTo>
                  <a:pt x="1030991" y="765009"/>
                </a:moveTo>
                <a:lnTo>
                  <a:pt x="1032560" y="697931"/>
                </a:lnTo>
                <a:moveTo>
                  <a:pt x="1027130" y="831756"/>
                </a:moveTo>
                <a:lnTo>
                  <a:pt x="997278" y="798036"/>
                </a:lnTo>
                <a:moveTo>
                  <a:pt x="2404255" y="694122"/>
                </a:moveTo>
                <a:lnTo>
                  <a:pt x="2408519" y="627433"/>
                </a:lnTo>
                <a:moveTo>
                  <a:pt x="1163862" y="1099113"/>
                </a:moveTo>
                <a:lnTo>
                  <a:pt x="1133982" y="1124893"/>
                </a:lnTo>
                <a:moveTo>
                  <a:pt x="1027374" y="915747"/>
                </a:moveTo>
                <a:lnTo>
                  <a:pt x="1009527" y="867109"/>
                </a:lnTo>
                <a:moveTo>
                  <a:pt x="1065617" y="770010"/>
                </a:moveTo>
                <a:lnTo>
                  <a:pt x="1068995" y="703193"/>
                </a:lnTo>
                <a:moveTo>
                  <a:pt x="2228252" y="681782"/>
                </a:moveTo>
                <a:lnTo>
                  <a:pt x="2153810" y="667458"/>
                </a:lnTo>
                <a:moveTo>
                  <a:pt x="2297208" y="573462"/>
                </a:moveTo>
                <a:lnTo>
                  <a:pt x="2307640" y="612864"/>
                </a:lnTo>
                <a:moveTo>
                  <a:pt x="1397922" y="1043606"/>
                </a:moveTo>
                <a:lnTo>
                  <a:pt x="1401385" y="1035301"/>
                </a:lnTo>
                <a:moveTo>
                  <a:pt x="1065617" y="770010"/>
                </a:moveTo>
                <a:lnTo>
                  <a:pt x="1061898" y="698106"/>
                </a:lnTo>
                <a:moveTo>
                  <a:pt x="2251968" y="672128"/>
                </a:moveTo>
                <a:lnTo>
                  <a:pt x="2228252" y="681782"/>
                </a:lnTo>
                <a:moveTo>
                  <a:pt x="1248397" y="1074113"/>
                </a:moveTo>
                <a:lnTo>
                  <a:pt x="1238202" y="1095055"/>
                </a:lnTo>
                <a:moveTo>
                  <a:pt x="1089250" y="1051128"/>
                </a:moveTo>
                <a:lnTo>
                  <a:pt x="1087030" y="1048698"/>
                </a:lnTo>
                <a:moveTo>
                  <a:pt x="1696711" y="899050"/>
                </a:moveTo>
                <a:lnTo>
                  <a:pt x="1674338" y="828515"/>
                </a:lnTo>
                <a:moveTo>
                  <a:pt x="1086534" y="1049587"/>
                </a:moveTo>
                <a:lnTo>
                  <a:pt x="1087030" y="1048698"/>
                </a:lnTo>
                <a:moveTo>
                  <a:pt x="1089250" y="1051128"/>
                </a:moveTo>
                <a:lnTo>
                  <a:pt x="1086534" y="1049587"/>
                </a:lnTo>
                <a:moveTo>
                  <a:pt x="1234244" y="1085290"/>
                </a:moveTo>
                <a:lnTo>
                  <a:pt x="1238202" y="1095055"/>
                </a:lnTo>
                <a:moveTo>
                  <a:pt x="1500992" y="860910"/>
                </a:moveTo>
                <a:lnTo>
                  <a:pt x="1505109" y="853932"/>
                </a:lnTo>
                <a:moveTo>
                  <a:pt x="1261576" y="890764"/>
                </a:moveTo>
                <a:lnTo>
                  <a:pt x="1200535" y="821604"/>
                </a:lnTo>
                <a:moveTo>
                  <a:pt x="1500992" y="860910"/>
                </a:moveTo>
                <a:lnTo>
                  <a:pt x="1430559" y="860612"/>
                </a:lnTo>
                <a:moveTo>
                  <a:pt x="1709285" y="1036283"/>
                </a:moveTo>
                <a:lnTo>
                  <a:pt x="1708888" y="1006010"/>
                </a:lnTo>
                <a:moveTo>
                  <a:pt x="1238202" y="1095055"/>
                </a:moveTo>
                <a:lnTo>
                  <a:pt x="1148522" y="1135718"/>
                </a:lnTo>
                <a:moveTo>
                  <a:pt x="1047532" y="752189"/>
                </a:moveTo>
                <a:lnTo>
                  <a:pt x="1032560" y="697931"/>
                </a:lnTo>
                <a:moveTo>
                  <a:pt x="2323111" y="472002"/>
                </a:moveTo>
                <a:lnTo>
                  <a:pt x="2298230" y="439000"/>
                </a:lnTo>
                <a:moveTo>
                  <a:pt x="1397922" y="1043606"/>
                </a:moveTo>
                <a:lnTo>
                  <a:pt x="1320052" y="1045578"/>
                </a:lnTo>
                <a:moveTo>
                  <a:pt x="1691061" y="965539"/>
                </a:moveTo>
                <a:lnTo>
                  <a:pt x="1694543" y="936633"/>
                </a:lnTo>
                <a:moveTo>
                  <a:pt x="1261576" y="890764"/>
                </a:moveTo>
                <a:lnTo>
                  <a:pt x="1272458" y="855284"/>
                </a:lnTo>
                <a:moveTo>
                  <a:pt x="1540993" y="1099899"/>
                </a:moveTo>
                <a:lnTo>
                  <a:pt x="1552780" y="1075875"/>
                </a:lnTo>
                <a:moveTo>
                  <a:pt x="1350256" y="853656"/>
                </a:moveTo>
                <a:lnTo>
                  <a:pt x="1261576" y="890764"/>
                </a:lnTo>
                <a:moveTo>
                  <a:pt x="1185776" y="868645"/>
                </a:moveTo>
                <a:lnTo>
                  <a:pt x="1200535" y="821604"/>
                </a:lnTo>
                <a:moveTo>
                  <a:pt x="2325664" y="405066"/>
                </a:moveTo>
                <a:lnTo>
                  <a:pt x="2273876" y="368219"/>
                </a:lnTo>
                <a:moveTo>
                  <a:pt x="1124092" y="787950"/>
                </a:moveTo>
                <a:lnTo>
                  <a:pt x="1065617" y="770010"/>
                </a:lnTo>
                <a:moveTo>
                  <a:pt x="1034011" y="1005255"/>
                </a:moveTo>
                <a:lnTo>
                  <a:pt x="1055198" y="978906"/>
                </a:lnTo>
                <a:moveTo>
                  <a:pt x="1047532" y="752189"/>
                </a:moveTo>
                <a:lnTo>
                  <a:pt x="1061898" y="698106"/>
                </a:lnTo>
                <a:moveTo>
                  <a:pt x="2297208" y="573462"/>
                </a:moveTo>
                <a:lnTo>
                  <a:pt x="2325663" y="510266"/>
                </a:lnTo>
                <a:moveTo>
                  <a:pt x="1465077" y="1092578"/>
                </a:moveTo>
                <a:lnTo>
                  <a:pt x="1401385" y="1035301"/>
                </a:lnTo>
                <a:moveTo>
                  <a:pt x="1320052" y="1045578"/>
                </a:moveTo>
                <a:lnTo>
                  <a:pt x="1248397" y="1074113"/>
                </a:lnTo>
                <a:moveTo>
                  <a:pt x="2254827" y="634645"/>
                </a:moveTo>
                <a:lnTo>
                  <a:pt x="2307640" y="612864"/>
                </a:lnTo>
                <a:moveTo>
                  <a:pt x="1336655" y="899964"/>
                </a:moveTo>
                <a:lnTo>
                  <a:pt x="1350256" y="853656"/>
                </a:lnTo>
                <a:moveTo>
                  <a:pt x="1465077" y="1092578"/>
                </a:moveTo>
                <a:lnTo>
                  <a:pt x="1476702" y="1048753"/>
                </a:lnTo>
                <a:moveTo>
                  <a:pt x="1027130" y="831756"/>
                </a:moveTo>
                <a:lnTo>
                  <a:pt x="1009527" y="867109"/>
                </a:lnTo>
                <a:moveTo>
                  <a:pt x="1034146" y="937970"/>
                </a:moveTo>
                <a:lnTo>
                  <a:pt x="1027374" y="915747"/>
                </a:lnTo>
                <a:moveTo>
                  <a:pt x="1426174" y="860966"/>
                </a:moveTo>
                <a:lnTo>
                  <a:pt x="1336655" y="899964"/>
                </a:lnTo>
                <a:moveTo>
                  <a:pt x="1540993" y="1099899"/>
                </a:moveTo>
                <a:lnTo>
                  <a:pt x="1476702" y="1048753"/>
                </a:lnTo>
                <a:moveTo>
                  <a:pt x="2191043" y="355968"/>
                </a:moveTo>
                <a:lnTo>
                  <a:pt x="2201654" y="343341"/>
                </a:lnTo>
                <a:moveTo>
                  <a:pt x="1465077" y="1092578"/>
                </a:moveTo>
                <a:lnTo>
                  <a:pt x="1397922" y="1043606"/>
                </a:lnTo>
                <a:moveTo>
                  <a:pt x="2141010" y="705594"/>
                </a:moveTo>
                <a:lnTo>
                  <a:pt x="2153810" y="667458"/>
                </a:lnTo>
                <a:moveTo>
                  <a:pt x="1248397" y="1074113"/>
                </a:moveTo>
                <a:lnTo>
                  <a:pt x="1234244" y="1085290"/>
                </a:lnTo>
                <a:moveTo>
                  <a:pt x="1133982" y="1124893"/>
                </a:moveTo>
                <a:lnTo>
                  <a:pt x="1089250" y="1051128"/>
                </a:lnTo>
                <a:moveTo>
                  <a:pt x="1185776" y="868645"/>
                </a:moveTo>
                <a:lnTo>
                  <a:pt x="1124092" y="787950"/>
                </a:lnTo>
                <a:moveTo>
                  <a:pt x="1133982" y="1124893"/>
                </a:moveTo>
                <a:lnTo>
                  <a:pt x="1086534" y="1049587"/>
                </a:lnTo>
                <a:moveTo>
                  <a:pt x="1047532" y="752189"/>
                </a:moveTo>
                <a:lnTo>
                  <a:pt x="1030991" y="765009"/>
                </a:lnTo>
                <a:moveTo>
                  <a:pt x="1320052" y="1045578"/>
                </a:moveTo>
                <a:lnTo>
                  <a:pt x="1324077" y="986116"/>
                </a:lnTo>
                <a:moveTo>
                  <a:pt x="1651439" y="846401"/>
                </a:moveTo>
                <a:lnTo>
                  <a:pt x="1623926" y="821234"/>
                </a:lnTo>
                <a:moveTo>
                  <a:pt x="1114003" y="823807"/>
                </a:moveTo>
                <a:lnTo>
                  <a:pt x="1124092" y="787950"/>
                </a:lnTo>
                <a:moveTo>
                  <a:pt x="2323111" y="472002"/>
                </a:moveTo>
                <a:lnTo>
                  <a:pt x="2325663" y="510266"/>
                </a:lnTo>
                <a:moveTo>
                  <a:pt x="1577957" y="827509"/>
                </a:moveTo>
                <a:lnTo>
                  <a:pt x="1505109" y="853932"/>
                </a:lnTo>
                <a:moveTo>
                  <a:pt x="1248397" y="1074113"/>
                </a:moveTo>
                <a:lnTo>
                  <a:pt x="1236422" y="1063112"/>
                </a:lnTo>
                <a:moveTo>
                  <a:pt x="1047532" y="752189"/>
                </a:moveTo>
                <a:lnTo>
                  <a:pt x="1065617" y="770010"/>
                </a:lnTo>
                <a:moveTo>
                  <a:pt x="1691061" y="965539"/>
                </a:moveTo>
                <a:lnTo>
                  <a:pt x="1708888" y="1006010"/>
                </a:lnTo>
                <a:moveTo>
                  <a:pt x="2273876" y="368219"/>
                </a:moveTo>
                <a:lnTo>
                  <a:pt x="2191043" y="355968"/>
                </a:lnTo>
                <a:moveTo>
                  <a:pt x="1234244" y="1085290"/>
                </a:moveTo>
                <a:lnTo>
                  <a:pt x="1148522" y="1135718"/>
                </a:lnTo>
                <a:moveTo>
                  <a:pt x="1320052" y="1045578"/>
                </a:moveTo>
                <a:lnTo>
                  <a:pt x="1305874" y="977214"/>
                </a:lnTo>
                <a:moveTo>
                  <a:pt x="2254827" y="634645"/>
                </a:moveTo>
                <a:lnTo>
                  <a:pt x="2251968" y="672128"/>
                </a:lnTo>
                <a:moveTo>
                  <a:pt x="1027130" y="831756"/>
                </a:moveTo>
                <a:lnTo>
                  <a:pt x="1030991" y="765009"/>
                </a:lnTo>
                <a:moveTo>
                  <a:pt x="1234244" y="1085290"/>
                </a:moveTo>
                <a:lnTo>
                  <a:pt x="1236422" y="1063112"/>
                </a:lnTo>
                <a:moveTo>
                  <a:pt x="1087030" y="1048698"/>
                </a:moveTo>
                <a:lnTo>
                  <a:pt x="1034011" y="1005255"/>
                </a:lnTo>
                <a:moveTo>
                  <a:pt x="1114003" y="823807"/>
                </a:moveTo>
                <a:lnTo>
                  <a:pt x="1065617" y="770010"/>
                </a:lnTo>
                <a:moveTo>
                  <a:pt x="1658272" y="855603"/>
                </a:moveTo>
                <a:lnTo>
                  <a:pt x="1674338" y="828515"/>
                </a:lnTo>
                <a:moveTo>
                  <a:pt x="1651439" y="846401"/>
                </a:moveTo>
                <a:lnTo>
                  <a:pt x="1665417" y="823434"/>
                </a:lnTo>
                <a:moveTo>
                  <a:pt x="1340626" y="982233"/>
                </a:moveTo>
                <a:lnTo>
                  <a:pt x="1320052" y="1045578"/>
                </a:lnTo>
                <a:moveTo>
                  <a:pt x="2266239" y="367256"/>
                </a:moveTo>
                <a:lnTo>
                  <a:pt x="2273876" y="368219"/>
                </a:lnTo>
                <a:moveTo>
                  <a:pt x="1086534" y="1049587"/>
                </a:moveTo>
                <a:lnTo>
                  <a:pt x="1034011" y="1005255"/>
                </a:lnTo>
                <a:moveTo>
                  <a:pt x="1126884" y="846163"/>
                </a:moveTo>
                <a:lnTo>
                  <a:pt x="1124092" y="787950"/>
                </a:lnTo>
                <a:moveTo>
                  <a:pt x="1017200" y="897626"/>
                </a:moveTo>
                <a:lnTo>
                  <a:pt x="1009527" y="867109"/>
                </a:lnTo>
                <a:moveTo>
                  <a:pt x="1658272" y="855603"/>
                </a:moveTo>
                <a:lnTo>
                  <a:pt x="1665417" y="823434"/>
                </a:lnTo>
                <a:moveTo>
                  <a:pt x="1071892" y="1098705"/>
                </a:moveTo>
                <a:lnTo>
                  <a:pt x="1086534" y="1049587"/>
                </a:lnTo>
                <a:moveTo>
                  <a:pt x="2221080" y="667555"/>
                </a:moveTo>
                <a:lnTo>
                  <a:pt x="2153810" y="667458"/>
                </a:lnTo>
                <a:moveTo>
                  <a:pt x="1709285" y="1036283"/>
                </a:moveTo>
                <a:lnTo>
                  <a:pt x="1691061" y="965539"/>
                </a:lnTo>
                <a:moveTo>
                  <a:pt x="1305874" y="977214"/>
                </a:moveTo>
                <a:lnTo>
                  <a:pt x="1248397" y="1074113"/>
                </a:lnTo>
                <a:moveTo>
                  <a:pt x="1234244" y="1085290"/>
                </a:moveTo>
                <a:lnTo>
                  <a:pt x="1163264" y="1129122"/>
                </a:lnTo>
                <a:moveTo>
                  <a:pt x="1709285" y="1036283"/>
                </a:moveTo>
                <a:lnTo>
                  <a:pt x="1625340" y="1039863"/>
                </a:lnTo>
                <a:moveTo>
                  <a:pt x="1410792" y="892253"/>
                </a:moveTo>
                <a:lnTo>
                  <a:pt x="1430559" y="860612"/>
                </a:lnTo>
                <a:moveTo>
                  <a:pt x="1410792" y="892253"/>
                </a:moveTo>
                <a:lnTo>
                  <a:pt x="1426174" y="860966"/>
                </a:lnTo>
                <a:moveTo>
                  <a:pt x="1261576" y="890764"/>
                </a:moveTo>
                <a:lnTo>
                  <a:pt x="1185776" y="868645"/>
                </a:lnTo>
                <a:moveTo>
                  <a:pt x="1336655" y="899964"/>
                </a:moveTo>
                <a:lnTo>
                  <a:pt x="1261576" y="890764"/>
                </a:lnTo>
                <a:moveTo>
                  <a:pt x="1148522" y="1135718"/>
                </a:moveTo>
                <a:lnTo>
                  <a:pt x="1133982" y="1124893"/>
                </a:lnTo>
                <a:moveTo>
                  <a:pt x="2221080" y="667555"/>
                </a:moveTo>
                <a:lnTo>
                  <a:pt x="2251968" y="672128"/>
                </a:lnTo>
                <a:moveTo>
                  <a:pt x="1163264" y="1129122"/>
                </a:moveTo>
                <a:lnTo>
                  <a:pt x="1148522" y="1135718"/>
                </a:lnTo>
                <a:moveTo>
                  <a:pt x="1577957" y="827509"/>
                </a:moveTo>
                <a:lnTo>
                  <a:pt x="1500992" y="860910"/>
                </a:lnTo>
                <a:moveTo>
                  <a:pt x="1621986" y="1083078"/>
                </a:moveTo>
                <a:lnTo>
                  <a:pt x="1540993" y="1099899"/>
                </a:lnTo>
                <a:moveTo>
                  <a:pt x="1691061" y="965539"/>
                </a:moveTo>
                <a:lnTo>
                  <a:pt x="1696711" y="899050"/>
                </a:lnTo>
                <a:moveTo>
                  <a:pt x="2323111" y="472002"/>
                </a:moveTo>
                <a:lnTo>
                  <a:pt x="2325664" y="405066"/>
                </a:lnTo>
                <a:moveTo>
                  <a:pt x="1540993" y="1099899"/>
                </a:moveTo>
                <a:lnTo>
                  <a:pt x="1465077" y="1092578"/>
                </a:lnTo>
                <a:moveTo>
                  <a:pt x="2221080" y="667555"/>
                </a:moveTo>
                <a:lnTo>
                  <a:pt x="2228252" y="681782"/>
                </a:lnTo>
                <a:moveTo>
                  <a:pt x="1021351" y="906106"/>
                </a:moveTo>
                <a:lnTo>
                  <a:pt x="1027374" y="915747"/>
                </a:lnTo>
                <a:moveTo>
                  <a:pt x="1236422" y="1063112"/>
                </a:moveTo>
                <a:lnTo>
                  <a:pt x="1163264" y="1129122"/>
                </a:lnTo>
                <a:moveTo>
                  <a:pt x="1034011" y="1005255"/>
                </a:moveTo>
                <a:lnTo>
                  <a:pt x="1034146" y="937970"/>
                </a:lnTo>
                <a:moveTo>
                  <a:pt x="1393849" y="1014646"/>
                </a:moveTo>
                <a:lnTo>
                  <a:pt x="1320052" y="1045578"/>
                </a:lnTo>
                <a:moveTo>
                  <a:pt x="1242285" y="998736"/>
                </a:moveTo>
                <a:lnTo>
                  <a:pt x="1248397" y="1074113"/>
                </a:lnTo>
                <a:moveTo>
                  <a:pt x="1393849" y="1014646"/>
                </a:moveTo>
                <a:lnTo>
                  <a:pt x="1397922" y="1043606"/>
                </a:lnTo>
                <a:moveTo>
                  <a:pt x="1114003" y="823807"/>
                </a:moveTo>
                <a:lnTo>
                  <a:pt x="1047532" y="752189"/>
                </a:lnTo>
                <a:moveTo>
                  <a:pt x="2266239" y="367256"/>
                </a:moveTo>
                <a:lnTo>
                  <a:pt x="2325664" y="405066"/>
                </a:lnTo>
                <a:moveTo>
                  <a:pt x="1552392" y="840312"/>
                </a:moveTo>
                <a:lnTo>
                  <a:pt x="1500992" y="860910"/>
                </a:lnTo>
                <a:moveTo>
                  <a:pt x="2286782" y="534060"/>
                </a:moveTo>
                <a:lnTo>
                  <a:pt x="2325663" y="510266"/>
                </a:lnTo>
                <a:moveTo>
                  <a:pt x="1143983" y="1146169"/>
                </a:moveTo>
                <a:lnTo>
                  <a:pt x="1148522" y="1135718"/>
                </a:lnTo>
                <a:moveTo>
                  <a:pt x="2254827" y="634645"/>
                </a:moveTo>
                <a:lnTo>
                  <a:pt x="2297208" y="573462"/>
                </a:lnTo>
                <a:moveTo>
                  <a:pt x="1336655" y="899964"/>
                </a:moveTo>
                <a:lnTo>
                  <a:pt x="1326125" y="968379"/>
                </a:lnTo>
                <a:moveTo>
                  <a:pt x="1462074" y="1098124"/>
                </a:moveTo>
                <a:lnTo>
                  <a:pt x="1465077" y="1092578"/>
                </a:lnTo>
                <a:moveTo>
                  <a:pt x="1326125" y="968379"/>
                </a:moveTo>
                <a:lnTo>
                  <a:pt x="1324077" y="986116"/>
                </a:lnTo>
                <a:moveTo>
                  <a:pt x="1034146" y="937970"/>
                </a:moveTo>
                <a:lnTo>
                  <a:pt x="1021351" y="906106"/>
                </a:lnTo>
                <a:moveTo>
                  <a:pt x="1493773" y="859499"/>
                </a:moveTo>
                <a:lnTo>
                  <a:pt x="1500992" y="860910"/>
                </a:lnTo>
                <a:moveTo>
                  <a:pt x="1027374" y="915747"/>
                </a:moveTo>
                <a:lnTo>
                  <a:pt x="1017200" y="897626"/>
                </a:lnTo>
                <a:moveTo>
                  <a:pt x="1336655" y="899964"/>
                </a:moveTo>
                <a:lnTo>
                  <a:pt x="1305874" y="977214"/>
                </a:lnTo>
                <a:moveTo>
                  <a:pt x="1247954" y="958199"/>
                </a:moveTo>
                <a:lnTo>
                  <a:pt x="1261576" y="890764"/>
                </a:lnTo>
                <a:moveTo>
                  <a:pt x="1621986" y="1083078"/>
                </a:moveTo>
                <a:lnTo>
                  <a:pt x="1625340" y="1039863"/>
                </a:lnTo>
                <a:moveTo>
                  <a:pt x="1242285" y="998736"/>
                </a:moveTo>
                <a:lnTo>
                  <a:pt x="1236422" y="1063112"/>
                </a:lnTo>
                <a:moveTo>
                  <a:pt x="1324077" y="986116"/>
                </a:moveTo>
                <a:lnTo>
                  <a:pt x="1305874" y="977214"/>
                </a:lnTo>
                <a:moveTo>
                  <a:pt x="1500992" y="860910"/>
                </a:moveTo>
                <a:lnTo>
                  <a:pt x="1410792" y="892253"/>
                </a:lnTo>
                <a:moveTo>
                  <a:pt x="1340626" y="982233"/>
                </a:moveTo>
                <a:lnTo>
                  <a:pt x="1336655" y="899964"/>
                </a:lnTo>
                <a:moveTo>
                  <a:pt x="1340626" y="982233"/>
                </a:moveTo>
                <a:lnTo>
                  <a:pt x="1324077" y="986116"/>
                </a:lnTo>
                <a:moveTo>
                  <a:pt x="1143983" y="1146169"/>
                </a:moveTo>
                <a:lnTo>
                  <a:pt x="1133982" y="1124893"/>
                </a:lnTo>
                <a:moveTo>
                  <a:pt x="1326125" y="968379"/>
                </a:moveTo>
                <a:lnTo>
                  <a:pt x="1305874" y="977214"/>
                </a:lnTo>
                <a:moveTo>
                  <a:pt x="1185776" y="868645"/>
                </a:moveTo>
                <a:lnTo>
                  <a:pt x="1126884" y="846163"/>
                </a:lnTo>
                <a:moveTo>
                  <a:pt x="1658272" y="855603"/>
                </a:moveTo>
                <a:lnTo>
                  <a:pt x="1696711" y="899050"/>
                </a:lnTo>
                <a:moveTo>
                  <a:pt x="1163264" y="1129122"/>
                </a:moveTo>
                <a:lnTo>
                  <a:pt x="1143983" y="1146169"/>
                </a:lnTo>
                <a:moveTo>
                  <a:pt x="2141010" y="705594"/>
                </a:moveTo>
                <a:lnTo>
                  <a:pt x="2065570" y="689923"/>
                </a:lnTo>
                <a:moveTo>
                  <a:pt x="1340626" y="982233"/>
                </a:moveTo>
                <a:lnTo>
                  <a:pt x="1326125" y="968379"/>
                </a:lnTo>
                <a:moveTo>
                  <a:pt x="1126884" y="846163"/>
                </a:moveTo>
                <a:lnTo>
                  <a:pt x="1114003" y="823807"/>
                </a:lnTo>
                <a:moveTo>
                  <a:pt x="1247954" y="958199"/>
                </a:moveTo>
                <a:lnTo>
                  <a:pt x="1185776" y="868645"/>
                </a:lnTo>
                <a:moveTo>
                  <a:pt x="1336655" y="899964"/>
                </a:moveTo>
                <a:lnTo>
                  <a:pt x="1247954" y="958199"/>
                </a:lnTo>
                <a:moveTo>
                  <a:pt x="1459167" y="1120677"/>
                </a:moveTo>
                <a:lnTo>
                  <a:pt x="1462074" y="1098124"/>
                </a:lnTo>
                <a:moveTo>
                  <a:pt x="1500992" y="860910"/>
                </a:moveTo>
                <a:lnTo>
                  <a:pt x="1420355" y="888547"/>
                </a:lnTo>
                <a:moveTo>
                  <a:pt x="1133982" y="1124893"/>
                </a:moveTo>
                <a:lnTo>
                  <a:pt x="1071892" y="1098705"/>
                </a:lnTo>
                <a:moveTo>
                  <a:pt x="1465077" y="1092578"/>
                </a:moveTo>
                <a:lnTo>
                  <a:pt x="1393849" y="1014646"/>
                </a:lnTo>
                <a:moveTo>
                  <a:pt x="1236422" y="1063112"/>
                </a:moveTo>
                <a:lnTo>
                  <a:pt x="1214196" y="1031278"/>
                </a:lnTo>
                <a:moveTo>
                  <a:pt x="1305874" y="977214"/>
                </a:moveTo>
                <a:lnTo>
                  <a:pt x="1242285" y="998736"/>
                </a:lnTo>
                <a:moveTo>
                  <a:pt x="1305874" y="977214"/>
                </a:moveTo>
                <a:lnTo>
                  <a:pt x="1247954" y="958199"/>
                </a:lnTo>
                <a:moveTo>
                  <a:pt x="1691061" y="965539"/>
                </a:moveTo>
                <a:lnTo>
                  <a:pt x="1625340" y="1039863"/>
                </a:lnTo>
                <a:moveTo>
                  <a:pt x="2266239" y="367256"/>
                </a:moveTo>
                <a:lnTo>
                  <a:pt x="2191043" y="355968"/>
                </a:lnTo>
                <a:moveTo>
                  <a:pt x="2286782" y="534060"/>
                </a:moveTo>
                <a:lnTo>
                  <a:pt x="2297208" y="573462"/>
                </a:lnTo>
                <a:moveTo>
                  <a:pt x="1143983" y="1146169"/>
                </a:moveTo>
                <a:lnTo>
                  <a:pt x="1071892" y="1098705"/>
                </a:lnTo>
                <a:moveTo>
                  <a:pt x="1410792" y="892253"/>
                </a:moveTo>
                <a:lnTo>
                  <a:pt x="1336655" y="899964"/>
                </a:lnTo>
                <a:moveTo>
                  <a:pt x="1242285" y="998736"/>
                </a:moveTo>
                <a:lnTo>
                  <a:pt x="1247954" y="958199"/>
                </a:lnTo>
                <a:moveTo>
                  <a:pt x="1214196" y="1031278"/>
                </a:moveTo>
                <a:lnTo>
                  <a:pt x="1163264" y="1129122"/>
                </a:lnTo>
                <a:moveTo>
                  <a:pt x="1034011" y="1005255"/>
                </a:moveTo>
                <a:lnTo>
                  <a:pt x="1021351" y="906106"/>
                </a:lnTo>
                <a:moveTo>
                  <a:pt x="2221080" y="667555"/>
                </a:moveTo>
                <a:lnTo>
                  <a:pt x="2141010" y="705594"/>
                </a:lnTo>
                <a:moveTo>
                  <a:pt x="1577957" y="827509"/>
                </a:moveTo>
                <a:lnTo>
                  <a:pt x="1552392" y="840312"/>
                </a:lnTo>
                <a:moveTo>
                  <a:pt x="1017200" y="897626"/>
                </a:moveTo>
                <a:lnTo>
                  <a:pt x="1027130" y="831756"/>
                </a:lnTo>
                <a:moveTo>
                  <a:pt x="1393849" y="1014646"/>
                </a:moveTo>
                <a:lnTo>
                  <a:pt x="1340626" y="982233"/>
                </a:lnTo>
                <a:moveTo>
                  <a:pt x="1174772" y="903141"/>
                </a:moveTo>
                <a:lnTo>
                  <a:pt x="1185776" y="868645"/>
                </a:lnTo>
                <a:moveTo>
                  <a:pt x="1691061" y="965539"/>
                </a:moveTo>
                <a:lnTo>
                  <a:pt x="1627575" y="1008180"/>
                </a:lnTo>
                <a:moveTo>
                  <a:pt x="1651439" y="846401"/>
                </a:moveTo>
                <a:lnTo>
                  <a:pt x="1577957" y="827509"/>
                </a:lnTo>
                <a:moveTo>
                  <a:pt x="1627575" y="1008180"/>
                </a:moveTo>
                <a:lnTo>
                  <a:pt x="1625340" y="1039863"/>
                </a:lnTo>
                <a:moveTo>
                  <a:pt x="1663166" y="923615"/>
                </a:moveTo>
                <a:lnTo>
                  <a:pt x="1696711" y="899050"/>
                </a:lnTo>
                <a:moveTo>
                  <a:pt x="2254827" y="634645"/>
                </a:moveTo>
                <a:lnTo>
                  <a:pt x="2221080" y="667555"/>
                </a:lnTo>
                <a:moveTo>
                  <a:pt x="2299523" y="430699"/>
                </a:moveTo>
                <a:lnTo>
                  <a:pt x="2325664" y="405066"/>
                </a:lnTo>
                <a:moveTo>
                  <a:pt x="1465077" y="1092578"/>
                </a:moveTo>
                <a:lnTo>
                  <a:pt x="1436083" y="1063323"/>
                </a:lnTo>
                <a:moveTo>
                  <a:pt x="1621986" y="1083078"/>
                </a:moveTo>
                <a:lnTo>
                  <a:pt x="1539327" y="1059489"/>
                </a:lnTo>
                <a:moveTo>
                  <a:pt x="2184713" y="375554"/>
                </a:moveTo>
                <a:lnTo>
                  <a:pt x="2191043" y="355968"/>
                </a:lnTo>
                <a:moveTo>
                  <a:pt x="1539327" y="1059489"/>
                </a:moveTo>
                <a:lnTo>
                  <a:pt x="1465077" y="1092578"/>
                </a:lnTo>
                <a:moveTo>
                  <a:pt x="1242285" y="998736"/>
                </a:moveTo>
                <a:lnTo>
                  <a:pt x="1214196" y="1031278"/>
                </a:lnTo>
                <a:moveTo>
                  <a:pt x="1108258" y="815696"/>
                </a:moveTo>
                <a:lnTo>
                  <a:pt x="1047532" y="752189"/>
                </a:lnTo>
                <a:moveTo>
                  <a:pt x="1247954" y="958199"/>
                </a:moveTo>
                <a:lnTo>
                  <a:pt x="1214196" y="1031278"/>
                </a:lnTo>
                <a:moveTo>
                  <a:pt x="2194311" y="693210"/>
                </a:moveTo>
                <a:lnTo>
                  <a:pt x="2141010" y="705594"/>
                </a:lnTo>
                <a:moveTo>
                  <a:pt x="1185169" y="921885"/>
                </a:moveTo>
                <a:lnTo>
                  <a:pt x="1185776" y="868645"/>
                </a:lnTo>
                <a:moveTo>
                  <a:pt x="2261561" y="378442"/>
                </a:moveTo>
                <a:lnTo>
                  <a:pt x="2191043" y="355968"/>
                </a:lnTo>
                <a:moveTo>
                  <a:pt x="1625340" y="1039863"/>
                </a:moveTo>
                <a:lnTo>
                  <a:pt x="1606995" y="1020703"/>
                </a:lnTo>
                <a:moveTo>
                  <a:pt x="1552392" y="840312"/>
                </a:moveTo>
                <a:lnTo>
                  <a:pt x="1493773" y="859499"/>
                </a:lnTo>
                <a:moveTo>
                  <a:pt x="1405272" y="912009"/>
                </a:moveTo>
                <a:lnTo>
                  <a:pt x="1336655" y="899964"/>
                </a:lnTo>
                <a:moveTo>
                  <a:pt x="1539327" y="1059489"/>
                </a:moveTo>
                <a:lnTo>
                  <a:pt x="1540993" y="1099899"/>
                </a:lnTo>
                <a:moveTo>
                  <a:pt x="2286782" y="534060"/>
                </a:moveTo>
                <a:lnTo>
                  <a:pt x="2323111" y="472002"/>
                </a:lnTo>
                <a:moveTo>
                  <a:pt x="1108258" y="815696"/>
                </a:moveTo>
                <a:lnTo>
                  <a:pt x="1114003" y="823807"/>
                </a:lnTo>
                <a:moveTo>
                  <a:pt x="1034011" y="1005255"/>
                </a:moveTo>
                <a:lnTo>
                  <a:pt x="1008145" y="981004"/>
                </a:lnTo>
                <a:moveTo>
                  <a:pt x="1174772" y="903141"/>
                </a:moveTo>
                <a:lnTo>
                  <a:pt x="1126884" y="846163"/>
                </a:lnTo>
                <a:moveTo>
                  <a:pt x="2239841" y="594585"/>
                </a:moveTo>
                <a:lnTo>
                  <a:pt x="2297208" y="573462"/>
                </a:lnTo>
                <a:moveTo>
                  <a:pt x="2261561" y="378442"/>
                </a:moveTo>
                <a:lnTo>
                  <a:pt x="2266239" y="367256"/>
                </a:lnTo>
                <a:moveTo>
                  <a:pt x="2051372" y="747016"/>
                </a:moveTo>
                <a:lnTo>
                  <a:pt x="2065570" y="689923"/>
                </a:lnTo>
                <a:moveTo>
                  <a:pt x="1021351" y="906106"/>
                </a:moveTo>
                <a:lnTo>
                  <a:pt x="1017200" y="897626"/>
                </a:lnTo>
                <a:moveTo>
                  <a:pt x="1658272" y="855603"/>
                </a:moveTo>
                <a:lnTo>
                  <a:pt x="1651439" y="846401"/>
                </a:lnTo>
                <a:moveTo>
                  <a:pt x="1133374" y="1175765"/>
                </a:moveTo>
                <a:lnTo>
                  <a:pt x="1163264" y="1129122"/>
                </a:lnTo>
                <a:moveTo>
                  <a:pt x="1462074" y="1098124"/>
                </a:moveTo>
                <a:lnTo>
                  <a:pt x="1436083" y="1063323"/>
                </a:lnTo>
                <a:moveTo>
                  <a:pt x="1539327" y="1059489"/>
                </a:moveTo>
                <a:lnTo>
                  <a:pt x="1462074" y="1098124"/>
                </a:lnTo>
                <a:moveTo>
                  <a:pt x="1405272" y="912009"/>
                </a:moveTo>
                <a:lnTo>
                  <a:pt x="1340626" y="982233"/>
                </a:lnTo>
                <a:moveTo>
                  <a:pt x="1187289" y="1094696"/>
                </a:moveTo>
                <a:lnTo>
                  <a:pt x="1163264" y="1129122"/>
                </a:lnTo>
                <a:moveTo>
                  <a:pt x="1008145" y="981004"/>
                </a:moveTo>
                <a:lnTo>
                  <a:pt x="1021351" y="906106"/>
                </a:lnTo>
                <a:moveTo>
                  <a:pt x="1108258" y="815696"/>
                </a:moveTo>
                <a:lnTo>
                  <a:pt x="1126884" y="846163"/>
                </a:lnTo>
                <a:moveTo>
                  <a:pt x="1500915" y="1072687"/>
                </a:moveTo>
                <a:lnTo>
                  <a:pt x="1459167" y="1120677"/>
                </a:lnTo>
                <a:moveTo>
                  <a:pt x="1133374" y="1175765"/>
                </a:moveTo>
                <a:lnTo>
                  <a:pt x="1143983" y="1146169"/>
                </a:lnTo>
                <a:moveTo>
                  <a:pt x="1625340" y="1039863"/>
                </a:moveTo>
                <a:lnTo>
                  <a:pt x="1539327" y="1059489"/>
                </a:lnTo>
                <a:moveTo>
                  <a:pt x="1627575" y="1008180"/>
                </a:moveTo>
                <a:lnTo>
                  <a:pt x="1606995" y="1020703"/>
                </a:lnTo>
                <a:moveTo>
                  <a:pt x="1500915" y="1072687"/>
                </a:moveTo>
                <a:lnTo>
                  <a:pt x="1462074" y="1098124"/>
                </a:lnTo>
                <a:moveTo>
                  <a:pt x="1247954" y="958199"/>
                </a:moveTo>
                <a:lnTo>
                  <a:pt x="1185169" y="921885"/>
                </a:lnTo>
                <a:moveTo>
                  <a:pt x="1583894" y="750957"/>
                </a:moveTo>
                <a:lnTo>
                  <a:pt x="1577957" y="827509"/>
                </a:lnTo>
                <a:moveTo>
                  <a:pt x="2126314" y="753749"/>
                </a:moveTo>
                <a:lnTo>
                  <a:pt x="2065570" y="689923"/>
                </a:lnTo>
                <a:moveTo>
                  <a:pt x="2126314" y="753749"/>
                </a:moveTo>
                <a:lnTo>
                  <a:pt x="2141010" y="705594"/>
                </a:lnTo>
                <a:moveTo>
                  <a:pt x="1493773" y="859499"/>
                </a:moveTo>
                <a:lnTo>
                  <a:pt x="1420355" y="888547"/>
                </a:lnTo>
                <a:moveTo>
                  <a:pt x="2221080" y="667555"/>
                </a:moveTo>
                <a:lnTo>
                  <a:pt x="2194311" y="693210"/>
                </a:lnTo>
                <a:moveTo>
                  <a:pt x="1420355" y="888547"/>
                </a:moveTo>
                <a:lnTo>
                  <a:pt x="1410792" y="892253"/>
                </a:lnTo>
                <a:moveTo>
                  <a:pt x="1583894" y="750957"/>
                </a:moveTo>
                <a:lnTo>
                  <a:pt x="1552392" y="840312"/>
                </a:lnTo>
                <a:moveTo>
                  <a:pt x="2261561" y="378442"/>
                </a:moveTo>
                <a:lnTo>
                  <a:pt x="2184713" y="375554"/>
                </a:lnTo>
                <a:moveTo>
                  <a:pt x="1133374" y="1175765"/>
                </a:moveTo>
                <a:lnTo>
                  <a:pt x="1071892" y="1098705"/>
                </a:lnTo>
                <a:moveTo>
                  <a:pt x="1663166" y="923615"/>
                </a:moveTo>
                <a:lnTo>
                  <a:pt x="1691061" y="965539"/>
                </a:lnTo>
                <a:moveTo>
                  <a:pt x="2299523" y="430699"/>
                </a:moveTo>
                <a:lnTo>
                  <a:pt x="2323111" y="472002"/>
                </a:lnTo>
                <a:moveTo>
                  <a:pt x="1436083" y="1063323"/>
                </a:moveTo>
                <a:lnTo>
                  <a:pt x="1393849" y="1014646"/>
                </a:lnTo>
                <a:moveTo>
                  <a:pt x="1651439" y="846401"/>
                </a:moveTo>
                <a:lnTo>
                  <a:pt x="1583894" y="750957"/>
                </a:lnTo>
                <a:moveTo>
                  <a:pt x="1384470" y="950669"/>
                </a:moveTo>
                <a:lnTo>
                  <a:pt x="1340626" y="982233"/>
                </a:lnTo>
                <a:moveTo>
                  <a:pt x="1185169" y="921885"/>
                </a:moveTo>
                <a:lnTo>
                  <a:pt x="1214196" y="1031278"/>
                </a:lnTo>
                <a:moveTo>
                  <a:pt x="2299523" y="430699"/>
                </a:moveTo>
                <a:lnTo>
                  <a:pt x="2266239" y="367256"/>
                </a:lnTo>
                <a:moveTo>
                  <a:pt x="2239841" y="594585"/>
                </a:moveTo>
                <a:lnTo>
                  <a:pt x="2254827" y="634645"/>
                </a:lnTo>
                <a:moveTo>
                  <a:pt x="1405272" y="912009"/>
                </a:moveTo>
                <a:lnTo>
                  <a:pt x="1410792" y="892253"/>
                </a:lnTo>
                <a:moveTo>
                  <a:pt x="2184713" y="375554"/>
                </a:moveTo>
                <a:lnTo>
                  <a:pt x="2161496" y="410765"/>
                </a:lnTo>
                <a:moveTo>
                  <a:pt x="1629887" y="948864"/>
                </a:moveTo>
                <a:lnTo>
                  <a:pt x="1691061" y="965539"/>
                </a:lnTo>
                <a:moveTo>
                  <a:pt x="1606995" y="1020703"/>
                </a:moveTo>
                <a:lnTo>
                  <a:pt x="1539327" y="1059489"/>
                </a:lnTo>
                <a:moveTo>
                  <a:pt x="1658004" y="766858"/>
                </a:moveTo>
                <a:lnTo>
                  <a:pt x="1651439" y="846401"/>
                </a:lnTo>
                <a:moveTo>
                  <a:pt x="1187289" y="1094696"/>
                </a:moveTo>
                <a:lnTo>
                  <a:pt x="1214196" y="1031278"/>
                </a:lnTo>
                <a:moveTo>
                  <a:pt x="1185169" y="921885"/>
                </a:moveTo>
                <a:lnTo>
                  <a:pt x="1174772" y="903141"/>
                </a:lnTo>
                <a:moveTo>
                  <a:pt x="1160297" y="1158103"/>
                </a:moveTo>
                <a:lnTo>
                  <a:pt x="1163264" y="1129122"/>
                </a:lnTo>
                <a:moveTo>
                  <a:pt x="1015159" y="859436"/>
                </a:moveTo>
                <a:lnTo>
                  <a:pt x="1027130" y="831756"/>
                </a:lnTo>
                <a:moveTo>
                  <a:pt x="1405272" y="912009"/>
                </a:moveTo>
                <a:lnTo>
                  <a:pt x="1420355" y="888547"/>
                </a:lnTo>
                <a:moveTo>
                  <a:pt x="1174772" y="903141"/>
                </a:moveTo>
                <a:lnTo>
                  <a:pt x="1108258" y="815696"/>
                </a:lnTo>
                <a:moveTo>
                  <a:pt x="1057202" y="1146969"/>
                </a:moveTo>
                <a:lnTo>
                  <a:pt x="1071892" y="1098705"/>
                </a:lnTo>
                <a:moveTo>
                  <a:pt x="2220859" y="620276"/>
                </a:moveTo>
                <a:lnTo>
                  <a:pt x="2254827" y="634645"/>
                </a:lnTo>
                <a:moveTo>
                  <a:pt x="1529517" y="799112"/>
                </a:moveTo>
                <a:lnTo>
                  <a:pt x="1552392" y="840312"/>
                </a:lnTo>
                <a:moveTo>
                  <a:pt x="1663166" y="923615"/>
                </a:moveTo>
                <a:lnTo>
                  <a:pt x="1658272" y="855603"/>
                </a:lnTo>
                <a:moveTo>
                  <a:pt x="1393849" y="1014646"/>
                </a:moveTo>
                <a:lnTo>
                  <a:pt x="1384470" y="950669"/>
                </a:lnTo>
                <a:moveTo>
                  <a:pt x="2176501" y="406888"/>
                </a:moveTo>
                <a:lnTo>
                  <a:pt x="2184713" y="375554"/>
                </a:lnTo>
                <a:moveTo>
                  <a:pt x="1071892" y="1098705"/>
                </a:moveTo>
                <a:lnTo>
                  <a:pt x="1049445" y="1142093"/>
                </a:lnTo>
                <a:moveTo>
                  <a:pt x="2353322" y="279993"/>
                </a:moveTo>
                <a:lnTo>
                  <a:pt x="2343822" y="264592"/>
                </a:lnTo>
                <a:moveTo>
                  <a:pt x="1980227" y="729596"/>
                </a:moveTo>
                <a:lnTo>
                  <a:pt x="1978103" y="718002"/>
                </a:lnTo>
                <a:moveTo>
                  <a:pt x="2261561" y="378442"/>
                </a:moveTo>
                <a:lnTo>
                  <a:pt x="2176501" y="406888"/>
                </a:lnTo>
                <a:moveTo>
                  <a:pt x="1975758" y="728229"/>
                </a:moveTo>
                <a:lnTo>
                  <a:pt x="1978103" y="718002"/>
                </a:lnTo>
                <a:moveTo>
                  <a:pt x="2051372" y="747016"/>
                </a:moveTo>
                <a:lnTo>
                  <a:pt x="1980227" y="729596"/>
                </a:lnTo>
                <a:moveTo>
                  <a:pt x="2299523" y="430699"/>
                </a:moveTo>
                <a:lnTo>
                  <a:pt x="2261561" y="378442"/>
                </a:lnTo>
                <a:moveTo>
                  <a:pt x="2194311" y="693210"/>
                </a:moveTo>
                <a:lnTo>
                  <a:pt x="2126314" y="753749"/>
                </a:lnTo>
                <a:moveTo>
                  <a:pt x="2259612" y="492240"/>
                </a:moveTo>
                <a:lnTo>
                  <a:pt x="2323111" y="472002"/>
                </a:lnTo>
                <a:moveTo>
                  <a:pt x="1629887" y="948864"/>
                </a:moveTo>
                <a:lnTo>
                  <a:pt x="1627575" y="1008180"/>
                </a:lnTo>
                <a:moveTo>
                  <a:pt x="2051372" y="747016"/>
                </a:moveTo>
                <a:lnTo>
                  <a:pt x="1973973" y="737635"/>
                </a:lnTo>
                <a:moveTo>
                  <a:pt x="1980227" y="729596"/>
                </a:moveTo>
                <a:lnTo>
                  <a:pt x="1975758" y="728229"/>
                </a:lnTo>
                <a:moveTo>
                  <a:pt x="1490479" y="826829"/>
                </a:moveTo>
                <a:lnTo>
                  <a:pt x="1552392" y="840312"/>
                </a:lnTo>
                <a:moveTo>
                  <a:pt x="1392043" y="974903"/>
                </a:moveTo>
                <a:lnTo>
                  <a:pt x="1393849" y="1014646"/>
                </a:lnTo>
                <a:moveTo>
                  <a:pt x="2135526" y="752025"/>
                </a:moveTo>
                <a:lnTo>
                  <a:pt x="2194311" y="693210"/>
                </a:lnTo>
                <a:moveTo>
                  <a:pt x="2239841" y="594585"/>
                </a:moveTo>
                <a:lnTo>
                  <a:pt x="2286782" y="534060"/>
                </a:lnTo>
                <a:moveTo>
                  <a:pt x="1980227" y="729596"/>
                </a:moveTo>
                <a:lnTo>
                  <a:pt x="1973973" y="737635"/>
                </a:lnTo>
                <a:moveTo>
                  <a:pt x="2220859" y="620276"/>
                </a:moveTo>
                <a:lnTo>
                  <a:pt x="2221080" y="667555"/>
                </a:lnTo>
                <a:moveTo>
                  <a:pt x="1975758" y="728229"/>
                </a:moveTo>
                <a:lnTo>
                  <a:pt x="1973973" y="737635"/>
                </a:lnTo>
                <a:moveTo>
                  <a:pt x="1539327" y="1059489"/>
                </a:moveTo>
                <a:lnTo>
                  <a:pt x="1500915" y="1072687"/>
                </a:lnTo>
                <a:moveTo>
                  <a:pt x="1629887" y="948864"/>
                </a:moveTo>
                <a:lnTo>
                  <a:pt x="1606995" y="1020703"/>
                </a:lnTo>
                <a:moveTo>
                  <a:pt x="2126314" y="753749"/>
                </a:moveTo>
                <a:lnTo>
                  <a:pt x="2051372" y="747016"/>
                </a:lnTo>
                <a:moveTo>
                  <a:pt x="2176501" y="406888"/>
                </a:moveTo>
                <a:lnTo>
                  <a:pt x="2161496" y="410765"/>
                </a:lnTo>
                <a:moveTo>
                  <a:pt x="1199200" y="991216"/>
                </a:moveTo>
                <a:lnTo>
                  <a:pt x="1214196" y="1031278"/>
                </a:lnTo>
                <a:moveTo>
                  <a:pt x="1658004" y="766858"/>
                </a:moveTo>
                <a:lnTo>
                  <a:pt x="1583894" y="750957"/>
                </a:lnTo>
                <a:moveTo>
                  <a:pt x="1490479" y="826829"/>
                </a:moveTo>
                <a:lnTo>
                  <a:pt x="1493773" y="859499"/>
                </a:lnTo>
                <a:moveTo>
                  <a:pt x="1704817" y="824429"/>
                </a:moveTo>
                <a:lnTo>
                  <a:pt x="1651439" y="846401"/>
                </a:lnTo>
                <a:moveTo>
                  <a:pt x="1170177" y="900592"/>
                </a:moveTo>
                <a:lnTo>
                  <a:pt x="1174772" y="903141"/>
                </a:lnTo>
                <a:moveTo>
                  <a:pt x="2251185" y="408985"/>
                </a:moveTo>
                <a:lnTo>
                  <a:pt x="2261561" y="378442"/>
                </a:lnTo>
                <a:moveTo>
                  <a:pt x="1106242" y="812377"/>
                </a:moveTo>
                <a:lnTo>
                  <a:pt x="1108258" y="815696"/>
                </a:lnTo>
                <a:moveTo>
                  <a:pt x="1978103" y="718002"/>
                </a:moveTo>
                <a:lnTo>
                  <a:pt x="1899536" y="698528"/>
                </a:lnTo>
                <a:moveTo>
                  <a:pt x="1405272" y="912009"/>
                </a:moveTo>
                <a:lnTo>
                  <a:pt x="1384470" y="950669"/>
                </a:lnTo>
                <a:moveTo>
                  <a:pt x="2220859" y="620276"/>
                </a:moveTo>
                <a:lnTo>
                  <a:pt x="2194311" y="693210"/>
                </a:lnTo>
                <a:moveTo>
                  <a:pt x="2343124" y="310585"/>
                </a:moveTo>
                <a:lnTo>
                  <a:pt x="2353322" y="279993"/>
                </a:lnTo>
                <a:moveTo>
                  <a:pt x="1704817" y="824429"/>
                </a:moveTo>
                <a:lnTo>
                  <a:pt x="1658272" y="855603"/>
                </a:lnTo>
                <a:moveTo>
                  <a:pt x="1015159" y="859436"/>
                </a:moveTo>
                <a:lnTo>
                  <a:pt x="1017200" y="897626"/>
                </a:lnTo>
                <a:moveTo>
                  <a:pt x="2161496" y="410765"/>
                </a:moveTo>
                <a:lnTo>
                  <a:pt x="2088096" y="470433"/>
                </a:lnTo>
                <a:moveTo>
                  <a:pt x="2037793" y="815224"/>
                </a:moveTo>
                <a:lnTo>
                  <a:pt x="2051372" y="747016"/>
                </a:lnTo>
                <a:moveTo>
                  <a:pt x="1595354" y="981125"/>
                </a:moveTo>
                <a:lnTo>
                  <a:pt x="1606995" y="1020703"/>
                </a:lnTo>
                <a:moveTo>
                  <a:pt x="1583894" y="750957"/>
                </a:moveTo>
                <a:lnTo>
                  <a:pt x="1529517" y="799112"/>
                </a:lnTo>
                <a:moveTo>
                  <a:pt x="1975758" y="728229"/>
                </a:moveTo>
                <a:lnTo>
                  <a:pt x="1899536" y="698528"/>
                </a:lnTo>
                <a:moveTo>
                  <a:pt x="1490479" y="826829"/>
                </a:moveTo>
                <a:lnTo>
                  <a:pt x="1420355" y="888547"/>
                </a:lnTo>
                <a:moveTo>
                  <a:pt x="1170177" y="900592"/>
                </a:moveTo>
                <a:lnTo>
                  <a:pt x="1185169" y="921885"/>
                </a:lnTo>
                <a:moveTo>
                  <a:pt x="2051372" y="747016"/>
                </a:moveTo>
                <a:lnTo>
                  <a:pt x="1962263" y="797940"/>
                </a:lnTo>
                <a:moveTo>
                  <a:pt x="1170177" y="900592"/>
                </a:moveTo>
                <a:lnTo>
                  <a:pt x="1108258" y="815696"/>
                </a:lnTo>
                <a:moveTo>
                  <a:pt x="2098008" y="468901"/>
                </a:moveTo>
                <a:lnTo>
                  <a:pt x="2161496" y="410765"/>
                </a:lnTo>
                <a:moveTo>
                  <a:pt x="1133374" y="1175765"/>
                </a:moveTo>
                <a:lnTo>
                  <a:pt x="1057202" y="1146969"/>
                </a:lnTo>
                <a:moveTo>
                  <a:pt x="2135526" y="752025"/>
                </a:moveTo>
                <a:lnTo>
                  <a:pt x="2126314" y="753749"/>
                </a:lnTo>
                <a:moveTo>
                  <a:pt x="1406081" y="1021095"/>
                </a:moveTo>
                <a:lnTo>
                  <a:pt x="1393849" y="1014646"/>
                </a:lnTo>
                <a:moveTo>
                  <a:pt x="2259612" y="492240"/>
                </a:moveTo>
                <a:lnTo>
                  <a:pt x="2286782" y="534060"/>
                </a:lnTo>
                <a:moveTo>
                  <a:pt x="1975758" y="728229"/>
                </a:moveTo>
                <a:lnTo>
                  <a:pt x="1932594" y="790021"/>
                </a:lnTo>
                <a:moveTo>
                  <a:pt x="1199200" y="991216"/>
                </a:moveTo>
                <a:lnTo>
                  <a:pt x="1185169" y="921885"/>
                </a:lnTo>
                <a:moveTo>
                  <a:pt x="1973973" y="737635"/>
                </a:moveTo>
                <a:lnTo>
                  <a:pt x="1962263" y="797940"/>
                </a:lnTo>
                <a:moveTo>
                  <a:pt x="1973973" y="737635"/>
                </a:moveTo>
                <a:lnTo>
                  <a:pt x="1932594" y="790021"/>
                </a:lnTo>
                <a:moveTo>
                  <a:pt x="2201589" y="656365"/>
                </a:moveTo>
                <a:lnTo>
                  <a:pt x="2194311" y="693210"/>
                </a:lnTo>
                <a:moveTo>
                  <a:pt x="1445248" y="854246"/>
                </a:moveTo>
                <a:lnTo>
                  <a:pt x="1420355" y="888547"/>
                </a:lnTo>
                <a:moveTo>
                  <a:pt x="1663166" y="923615"/>
                </a:moveTo>
                <a:lnTo>
                  <a:pt x="1629887" y="948864"/>
                </a:lnTo>
                <a:moveTo>
                  <a:pt x="1771281" y="1061454"/>
                </a:moveTo>
                <a:lnTo>
                  <a:pt x="1739681" y="1107170"/>
                </a:lnTo>
                <a:moveTo>
                  <a:pt x="2343124" y="310585"/>
                </a:moveTo>
                <a:lnTo>
                  <a:pt x="2343822" y="264592"/>
                </a:lnTo>
                <a:moveTo>
                  <a:pt x="1975758" y="728229"/>
                </a:moveTo>
                <a:lnTo>
                  <a:pt x="1886383" y="774375"/>
                </a:lnTo>
                <a:moveTo>
                  <a:pt x="2251185" y="408985"/>
                </a:moveTo>
                <a:lnTo>
                  <a:pt x="2176501" y="406888"/>
                </a:lnTo>
                <a:moveTo>
                  <a:pt x="1160297" y="1158103"/>
                </a:moveTo>
                <a:lnTo>
                  <a:pt x="1133374" y="1175765"/>
                </a:lnTo>
                <a:moveTo>
                  <a:pt x="1170177" y="900592"/>
                </a:moveTo>
                <a:lnTo>
                  <a:pt x="1106242" y="812377"/>
                </a:lnTo>
                <a:moveTo>
                  <a:pt x="2299523" y="430699"/>
                </a:moveTo>
                <a:lnTo>
                  <a:pt x="2251185" y="408985"/>
                </a:lnTo>
                <a:moveTo>
                  <a:pt x="2112424" y="816377"/>
                </a:moveTo>
                <a:lnTo>
                  <a:pt x="2051372" y="747016"/>
                </a:lnTo>
                <a:moveTo>
                  <a:pt x="1202159" y="1058948"/>
                </a:moveTo>
                <a:lnTo>
                  <a:pt x="1214196" y="1031278"/>
                </a:lnTo>
                <a:moveTo>
                  <a:pt x="2239841" y="594585"/>
                </a:moveTo>
                <a:lnTo>
                  <a:pt x="2220859" y="620276"/>
                </a:lnTo>
                <a:moveTo>
                  <a:pt x="1160297" y="1158103"/>
                </a:moveTo>
                <a:lnTo>
                  <a:pt x="1187289" y="1094696"/>
                </a:lnTo>
                <a:moveTo>
                  <a:pt x="2098008" y="468901"/>
                </a:moveTo>
                <a:lnTo>
                  <a:pt x="2088096" y="470433"/>
                </a:lnTo>
                <a:moveTo>
                  <a:pt x="1534065" y="1036180"/>
                </a:moveTo>
                <a:lnTo>
                  <a:pt x="1606995" y="1020703"/>
                </a:lnTo>
                <a:moveTo>
                  <a:pt x="1392043" y="974903"/>
                </a:moveTo>
                <a:lnTo>
                  <a:pt x="1384470" y="950669"/>
                </a:lnTo>
                <a:moveTo>
                  <a:pt x="2086710" y="473245"/>
                </a:moveTo>
                <a:lnTo>
                  <a:pt x="2088096" y="470433"/>
                </a:lnTo>
                <a:moveTo>
                  <a:pt x="1682086" y="888451"/>
                </a:moveTo>
                <a:lnTo>
                  <a:pt x="1658272" y="855603"/>
                </a:lnTo>
                <a:moveTo>
                  <a:pt x="1704817" y="824429"/>
                </a:moveTo>
                <a:lnTo>
                  <a:pt x="1658004" y="766858"/>
                </a:lnTo>
                <a:moveTo>
                  <a:pt x="1057202" y="1146969"/>
                </a:moveTo>
                <a:lnTo>
                  <a:pt x="1049445" y="1142093"/>
                </a:lnTo>
                <a:moveTo>
                  <a:pt x="2037793" y="815224"/>
                </a:moveTo>
                <a:lnTo>
                  <a:pt x="1962263" y="797940"/>
                </a:lnTo>
                <a:moveTo>
                  <a:pt x="2239841" y="594585"/>
                </a:moveTo>
                <a:lnTo>
                  <a:pt x="2225934" y="579589"/>
                </a:lnTo>
                <a:moveTo>
                  <a:pt x="1406081" y="1021095"/>
                </a:moveTo>
                <a:lnTo>
                  <a:pt x="1436083" y="1063323"/>
                </a:lnTo>
                <a:moveTo>
                  <a:pt x="2098008" y="468901"/>
                </a:moveTo>
                <a:lnTo>
                  <a:pt x="2086710" y="473245"/>
                </a:lnTo>
                <a:moveTo>
                  <a:pt x="2259612" y="492240"/>
                </a:moveTo>
                <a:lnTo>
                  <a:pt x="2299523" y="430699"/>
                </a:lnTo>
                <a:moveTo>
                  <a:pt x="1962263" y="797940"/>
                </a:moveTo>
                <a:lnTo>
                  <a:pt x="1932594" y="790021"/>
                </a:lnTo>
                <a:moveTo>
                  <a:pt x="1054574" y="1154673"/>
                </a:moveTo>
                <a:lnTo>
                  <a:pt x="1057202" y="1146969"/>
                </a:lnTo>
                <a:moveTo>
                  <a:pt x="2112424" y="816377"/>
                </a:moveTo>
                <a:lnTo>
                  <a:pt x="2126314" y="753749"/>
                </a:lnTo>
                <a:moveTo>
                  <a:pt x="1394891" y="918786"/>
                </a:moveTo>
                <a:lnTo>
                  <a:pt x="1420355" y="888547"/>
                </a:lnTo>
                <a:moveTo>
                  <a:pt x="1490479" y="826829"/>
                </a:moveTo>
                <a:lnTo>
                  <a:pt x="1529517" y="799112"/>
                </a:lnTo>
                <a:moveTo>
                  <a:pt x="2259612" y="492240"/>
                </a:moveTo>
                <a:lnTo>
                  <a:pt x="2239841" y="594585"/>
                </a:lnTo>
                <a:moveTo>
                  <a:pt x="1886383" y="774375"/>
                </a:moveTo>
                <a:lnTo>
                  <a:pt x="1899536" y="698528"/>
                </a:lnTo>
                <a:moveTo>
                  <a:pt x="1722474" y="821098"/>
                </a:moveTo>
                <a:lnTo>
                  <a:pt x="1658004" y="766858"/>
                </a:lnTo>
                <a:moveTo>
                  <a:pt x="1054574" y="1154673"/>
                </a:moveTo>
                <a:lnTo>
                  <a:pt x="1049445" y="1142093"/>
                </a:lnTo>
                <a:moveTo>
                  <a:pt x="2135526" y="752025"/>
                </a:moveTo>
                <a:lnTo>
                  <a:pt x="2112424" y="816377"/>
                </a:lnTo>
                <a:moveTo>
                  <a:pt x="1629887" y="948864"/>
                </a:moveTo>
                <a:lnTo>
                  <a:pt x="1595354" y="981125"/>
                </a:lnTo>
                <a:moveTo>
                  <a:pt x="1122135" y="1201716"/>
                </a:moveTo>
                <a:lnTo>
                  <a:pt x="1133374" y="1175765"/>
                </a:lnTo>
                <a:moveTo>
                  <a:pt x="2113302" y="816120"/>
                </a:moveTo>
                <a:lnTo>
                  <a:pt x="2135526" y="752025"/>
                </a:lnTo>
                <a:moveTo>
                  <a:pt x="2161926" y="457217"/>
                </a:moveTo>
                <a:lnTo>
                  <a:pt x="2161496" y="410765"/>
                </a:lnTo>
                <a:moveTo>
                  <a:pt x="2235381" y="502906"/>
                </a:moveTo>
                <a:lnTo>
                  <a:pt x="2239841" y="594585"/>
                </a:lnTo>
                <a:moveTo>
                  <a:pt x="2220859" y="620276"/>
                </a:moveTo>
                <a:lnTo>
                  <a:pt x="2225934" y="579589"/>
                </a:lnTo>
                <a:moveTo>
                  <a:pt x="1534065" y="1036180"/>
                </a:moveTo>
                <a:lnTo>
                  <a:pt x="1539327" y="1059489"/>
                </a:lnTo>
                <a:moveTo>
                  <a:pt x="2178755" y="720372"/>
                </a:moveTo>
                <a:lnTo>
                  <a:pt x="2194311" y="693210"/>
                </a:lnTo>
                <a:moveTo>
                  <a:pt x="1181805" y="797388"/>
                </a:moveTo>
                <a:lnTo>
                  <a:pt x="1106242" y="812377"/>
                </a:lnTo>
                <a:moveTo>
                  <a:pt x="1932594" y="790021"/>
                </a:moveTo>
                <a:lnTo>
                  <a:pt x="1886383" y="774375"/>
                </a:lnTo>
                <a:moveTo>
                  <a:pt x="1394891" y="918786"/>
                </a:moveTo>
                <a:lnTo>
                  <a:pt x="1405272" y="912009"/>
                </a:lnTo>
                <a:moveTo>
                  <a:pt x="1148738" y="878728"/>
                </a:moveTo>
                <a:lnTo>
                  <a:pt x="1106242" y="812377"/>
                </a:lnTo>
                <a:moveTo>
                  <a:pt x="2237541" y="476028"/>
                </a:moveTo>
                <a:lnTo>
                  <a:pt x="2176501" y="406888"/>
                </a:lnTo>
                <a:moveTo>
                  <a:pt x="1534065" y="1036180"/>
                </a:moveTo>
                <a:lnTo>
                  <a:pt x="1500915" y="1072687"/>
                </a:lnTo>
                <a:moveTo>
                  <a:pt x="1899536" y="698528"/>
                </a:moveTo>
                <a:lnTo>
                  <a:pt x="1810528" y="751263"/>
                </a:lnTo>
                <a:moveTo>
                  <a:pt x="2112424" y="816377"/>
                </a:moveTo>
                <a:lnTo>
                  <a:pt x="2037793" y="815224"/>
                </a:lnTo>
                <a:moveTo>
                  <a:pt x="1529582" y="1038931"/>
                </a:moveTo>
                <a:lnTo>
                  <a:pt x="1500915" y="1072687"/>
                </a:lnTo>
                <a:moveTo>
                  <a:pt x="2349946" y="332781"/>
                </a:moveTo>
                <a:lnTo>
                  <a:pt x="2343124" y="310585"/>
                </a:lnTo>
                <a:moveTo>
                  <a:pt x="2237541" y="476028"/>
                </a:moveTo>
                <a:lnTo>
                  <a:pt x="2299523" y="430699"/>
                </a:lnTo>
                <a:moveTo>
                  <a:pt x="2088096" y="470433"/>
                </a:moveTo>
                <a:lnTo>
                  <a:pt x="2021310" y="525128"/>
                </a:lnTo>
                <a:moveTo>
                  <a:pt x="2161926" y="457217"/>
                </a:moveTo>
                <a:lnTo>
                  <a:pt x="2176501" y="406888"/>
                </a:lnTo>
                <a:moveTo>
                  <a:pt x="1202159" y="1058948"/>
                </a:moveTo>
                <a:lnTo>
                  <a:pt x="1187289" y="1094696"/>
                </a:lnTo>
                <a:moveTo>
                  <a:pt x="2220859" y="620276"/>
                </a:moveTo>
                <a:lnTo>
                  <a:pt x="2201589" y="656365"/>
                </a:lnTo>
                <a:moveTo>
                  <a:pt x="2338574" y="327222"/>
                </a:moveTo>
                <a:lnTo>
                  <a:pt x="2343124" y="310585"/>
                </a:lnTo>
                <a:moveTo>
                  <a:pt x="1170177" y="900592"/>
                </a:moveTo>
                <a:lnTo>
                  <a:pt x="1148738" y="878728"/>
                </a:lnTo>
                <a:moveTo>
                  <a:pt x="2086710" y="473245"/>
                </a:moveTo>
                <a:lnTo>
                  <a:pt x="2021310" y="525128"/>
                </a:lnTo>
                <a:moveTo>
                  <a:pt x="1948687" y="866192"/>
                </a:moveTo>
                <a:lnTo>
                  <a:pt x="1962263" y="797940"/>
                </a:lnTo>
                <a:moveTo>
                  <a:pt x="2225934" y="579589"/>
                </a:moveTo>
                <a:lnTo>
                  <a:pt x="2201589" y="656365"/>
                </a:lnTo>
                <a:moveTo>
                  <a:pt x="2235381" y="502906"/>
                </a:moveTo>
                <a:lnTo>
                  <a:pt x="2225934" y="579589"/>
                </a:lnTo>
                <a:moveTo>
                  <a:pt x="1122135" y="1201716"/>
                </a:moveTo>
                <a:lnTo>
                  <a:pt x="1057202" y="1146969"/>
                </a:lnTo>
                <a:moveTo>
                  <a:pt x="1490479" y="826829"/>
                </a:moveTo>
                <a:lnTo>
                  <a:pt x="1445248" y="854246"/>
                </a:lnTo>
                <a:moveTo>
                  <a:pt x="1682086" y="888451"/>
                </a:moveTo>
                <a:lnTo>
                  <a:pt x="1663166" y="923615"/>
                </a:lnTo>
                <a:moveTo>
                  <a:pt x="1406081" y="1021095"/>
                </a:moveTo>
                <a:lnTo>
                  <a:pt x="1392043" y="974903"/>
                </a:lnTo>
                <a:moveTo>
                  <a:pt x="2099349" y="893616"/>
                </a:moveTo>
                <a:lnTo>
                  <a:pt x="2037793" y="815224"/>
                </a:lnTo>
                <a:moveTo>
                  <a:pt x="1018461" y="854259"/>
                </a:moveTo>
                <a:lnTo>
                  <a:pt x="1015159" y="859436"/>
                </a:lnTo>
                <a:moveTo>
                  <a:pt x="1763098" y="1052029"/>
                </a:moveTo>
                <a:lnTo>
                  <a:pt x="1771281" y="1061454"/>
                </a:lnTo>
                <a:moveTo>
                  <a:pt x="1165979" y="896613"/>
                </a:moveTo>
                <a:lnTo>
                  <a:pt x="1170177" y="900592"/>
                </a:lnTo>
                <a:moveTo>
                  <a:pt x="1184586" y="951209"/>
                </a:moveTo>
                <a:lnTo>
                  <a:pt x="1185169" y="921885"/>
                </a:lnTo>
                <a:moveTo>
                  <a:pt x="1394891" y="918786"/>
                </a:moveTo>
                <a:lnTo>
                  <a:pt x="1384470" y="950669"/>
                </a:lnTo>
                <a:moveTo>
                  <a:pt x="1886383" y="774375"/>
                </a:moveTo>
                <a:lnTo>
                  <a:pt x="1810528" y="751263"/>
                </a:lnTo>
                <a:moveTo>
                  <a:pt x="1962263" y="797940"/>
                </a:moveTo>
                <a:lnTo>
                  <a:pt x="1917388" y="855130"/>
                </a:lnTo>
                <a:moveTo>
                  <a:pt x="1810528" y="751263"/>
                </a:moveTo>
                <a:lnTo>
                  <a:pt x="1735450" y="742091"/>
                </a:lnTo>
                <a:moveTo>
                  <a:pt x="2349946" y="332781"/>
                </a:moveTo>
                <a:lnTo>
                  <a:pt x="2338574" y="327222"/>
                </a:lnTo>
                <a:moveTo>
                  <a:pt x="2235381" y="502906"/>
                </a:moveTo>
                <a:lnTo>
                  <a:pt x="2259612" y="492240"/>
                </a:lnTo>
                <a:moveTo>
                  <a:pt x="1722474" y="821098"/>
                </a:moveTo>
                <a:lnTo>
                  <a:pt x="1735450" y="742091"/>
                </a:lnTo>
                <a:moveTo>
                  <a:pt x="2237541" y="476028"/>
                </a:moveTo>
                <a:lnTo>
                  <a:pt x="2251185" y="408985"/>
                </a:lnTo>
                <a:moveTo>
                  <a:pt x="1917388" y="855130"/>
                </a:moveTo>
                <a:lnTo>
                  <a:pt x="1932594" y="790021"/>
                </a:lnTo>
                <a:moveTo>
                  <a:pt x="2161926" y="457217"/>
                </a:moveTo>
                <a:lnTo>
                  <a:pt x="2098008" y="468901"/>
                </a:lnTo>
                <a:moveTo>
                  <a:pt x="1722474" y="821098"/>
                </a:moveTo>
                <a:lnTo>
                  <a:pt x="1704817" y="824429"/>
                </a:lnTo>
                <a:moveTo>
                  <a:pt x="1727986" y="1172786"/>
                </a:moveTo>
                <a:lnTo>
                  <a:pt x="1739681" y="1107170"/>
                </a:lnTo>
                <a:moveTo>
                  <a:pt x="1122135" y="1201716"/>
                </a:moveTo>
                <a:lnTo>
                  <a:pt x="1054574" y="1154673"/>
                </a:lnTo>
                <a:moveTo>
                  <a:pt x="2178755" y="720372"/>
                </a:moveTo>
                <a:lnTo>
                  <a:pt x="2135526" y="752025"/>
                </a:lnTo>
                <a:moveTo>
                  <a:pt x="2113302" y="816120"/>
                </a:moveTo>
                <a:lnTo>
                  <a:pt x="2112424" y="816377"/>
                </a:lnTo>
                <a:moveTo>
                  <a:pt x="1160297" y="1158103"/>
                </a:moveTo>
                <a:lnTo>
                  <a:pt x="1122135" y="1201716"/>
                </a:lnTo>
                <a:moveTo>
                  <a:pt x="1497920" y="756653"/>
                </a:moveTo>
                <a:lnTo>
                  <a:pt x="1529517" y="799112"/>
                </a:lnTo>
                <a:moveTo>
                  <a:pt x="1917388" y="855130"/>
                </a:moveTo>
                <a:lnTo>
                  <a:pt x="1886383" y="774375"/>
                </a:lnTo>
                <a:moveTo>
                  <a:pt x="1392043" y="974903"/>
                </a:moveTo>
                <a:lnTo>
                  <a:pt x="1394891" y="918786"/>
                </a:lnTo>
                <a:moveTo>
                  <a:pt x="1202159" y="1058948"/>
                </a:moveTo>
                <a:lnTo>
                  <a:pt x="1199200" y="991216"/>
                </a:lnTo>
                <a:moveTo>
                  <a:pt x="1181805" y="797388"/>
                </a:moveTo>
                <a:lnTo>
                  <a:pt x="1148738" y="878728"/>
                </a:lnTo>
                <a:moveTo>
                  <a:pt x="2237541" y="476028"/>
                </a:moveTo>
                <a:lnTo>
                  <a:pt x="2259612" y="492240"/>
                </a:lnTo>
                <a:moveTo>
                  <a:pt x="1623750" y="929712"/>
                </a:moveTo>
                <a:lnTo>
                  <a:pt x="1663166" y="923615"/>
                </a:lnTo>
                <a:moveTo>
                  <a:pt x="1595354" y="981125"/>
                </a:moveTo>
                <a:lnTo>
                  <a:pt x="1534065" y="1036180"/>
                </a:lnTo>
                <a:moveTo>
                  <a:pt x="2225934" y="579589"/>
                </a:moveTo>
                <a:lnTo>
                  <a:pt x="2196463" y="550424"/>
                </a:lnTo>
                <a:moveTo>
                  <a:pt x="2235381" y="502906"/>
                </a:moveTo>
                <a:lnTo>
                  <a:pt x="2237541" y="476028"/>
                </a:lnTo>
                <a:moveTo>
                  <a:pt x="2099349" y="893616"/>
                </a:moveTo>
                <a:lnTo>
                  <a:pt x="2112424" y="816377"/>
                </a:lnTo>
                <a:moveTo>
                  <a:pt x="2087336" y="983489"/>
                </a:moveTo>
                <a:lnTo>
                  <a:pt x="2082233" y="984138"/>
                </a:lnTo>
                <a:moveTo>
                  <a:pt x="1196843" y="1125485"/>
                </a:moveTo>
                <a:lnTo>
                  <a:pt x="1187289" y="1094696"/>
                </a:lnTo>
                <a:moveTo>
                  <a:pt x="2113302" y="816120"/>
                </a:moveTo>
                <a:lnTo>
                  <a:pt x="2099349" y="893616"/>
                </a:lnTo>
                <a:moveTo>
                  <a:pt x="2089069" y="985125"/>
                </a:moveTo>
                <a:lnTo>
                  <a:pt x="2087336" y="983489"/>
                </a:lnTo>
                <a:moveTo>
                  <a:pt x="1763098" y="1052029"/>
                </a:moveTo>
                <a:lnTo>
                  <a:pt x="1739681" y="1107170"/>
                </a:lnTo>
                <a:moveTo>
                  <a:pt x="1682086" y="888451"/>
                </a:moveTo>
                <a:lnTo>
                  <a:pt x="1704817" y="824429"/>
                </a:lnTo>
                <a:moveTo>
                  <a:pt x="2085531" y="992073"/>
                </a:moveTo>
                <a:lnTo>
                  <a:pt x="2082233" y="984138"/>
                </a:lnTo>
                <a:moveTo>
                  <a:pt x="1533105" y="1034703"/>
                </a:moveTo>
                <a:lnTo>
                  <a:pt x="1595354" y="981125"/>
                </a:lnTo>
                <a:moveTo>
                  <a:pt x="2089069" y="985125"/>
                </a:moveTo>
                <a:lnTo>
                  <a:pt x="2085531" y="992073"/>
                </a:lnTo>
                <a:moveTo>
                  <a:pt x="1165979" y="896613"/>
                </a:moveTo>
                <a:lnTo>
                  <a:pt x="1148738" y="878728"/>
                </a:lnTo>
                <a:moveTo>
                  <a:pt x="1872467" y="836524"/>
                </a:moveTo>
                <a:lnTo>
                  <a:pt x="1886383" y="774375"/>
                </a:lnTo>
                <a:moveTo>
                  <a:pt x="1623750" y="929712"/>
                </a:moveTo>
                <a:lnTo>
                  <a:pt x="1629887" y="948864"/>
                </a:lnTo>
                <a:moveTo>
                  <a:pt x="1184586" y="951209"/>
                </a:moveTo>
                <a:lnTo>
                  <a:pt x="1170177" y="900592"/>
                </a:lnTo>
                <a:moveTo>
                  <a:pt x="2087336" y="983489"/>
                </a:moveTo>
                <a:lnTo>
                  <a:pt x="2099349" y="893616"/>
                </a:lnTo>
                <a:moveTo>
                  <a:pt x="2099349" y="893616"/>
                </a:moveTo>
                <a:lnTo>
                  <a:pt x="2082233" y="984138"/>
                </a:lnTo>
                <a:moveTo>
                  <a:pt x="2082233" y="984138"/>
                </a:moveTo>
                <a:lnTo>
                  <a:pt x="2011344" y="964331"/>
                </a:lnTo>
                <a:moveTo>
                  <a:pt x="1948687" y="866192"/>
                </a:moveTo>
                <a:lnTo>
                  <a:pt x="1917388" y="855130"/>
                </a:lnTo>
                <a:moveTo>
                  <a:pt x="2011344" y="964331"/>
                </a:moveTo>
                <a:lnTo>
                  <a:pt x="1948687" y="866192"/>
                </a:lnTo>
                <a:moveTo>
                  <a:pt x="2196463" y="550424"/>
                </a:moveTo>
                <a:lnTo>
                  <a:pt x="2201589" y="656365"/>
                </a:lnTo>
                <a:moveTo>
                  <a:pt x="1796926" y="819053"/>
                </a:moveTo>
                <a:lnTo>
                  <a:pt x="1735450" y="742091"/>
                </a:lnTo>
                <a:moveTo>
                  <a:pt x="2235381" y="502906"/>
                </a:moveTo>
                <a:lnTo>
                  <a:pt x="2196463" y="550424"/>
                </a:lnTo>
                <a:moveTo>
                  <a:pt x="1747334" y="1070380"/>
                </a:moveTo>
                <a:lnTo>
                  <a:pt x="1739681" y="1107170"/>
                </a:lnTo>
                <a:moveTo>
                  <a:pt x="2085531" y="992073"/>
                </a:moveTo>
                <a:lnTo>
                  <a:pt x="2011344" y="964331"/>
                </a:lnTo>
                <a:moveTo>
                  <a:pt x="2021310" y="525128"/>
                </a:moveTo>
                <a:lnTo>
                  <a:pt x="1991614" y="557110"/>
                </a:lnTo>
                <a:moveTo>
                  <a:pt x="1481783" y="828095"/>
                </a:moveTo>
                <a:lnTo>
                  <a:pt x="1529517" y="799112"/>
                </a:lnTo>
                <a:moveTo>
                  <a:pt x="1184586" y="951209"/>
                </a:moveTo>
                <a:lnTo>
                  <a:pt x="1199200" y="991216"/>
                </a:lnTo>
                <a:moveTo>
                  <a:pt x="1117869" y="1209406"/>
                </a:moveTo>
                <a:lnTo>
                  <a:pt x="1160297" y="1158103"/>
                </a:lnTo>
                <a:moveTo>
                  <a:pt x="2099349" y="893616"/>
                </a:moveTo>
                <a:lnTo>
                  <a:pt x="2011344" y="964331"/>
                </a:lnTo>
                <a:moveTo>
                  <a:pt x="2178755" y="720372"/>
                </a:moveTo>
                <a:lnTo>
                  <a:pt x="2201589" y="656365"/>
                </a:lnTo>
                <a:moveTo>
                  <a:pt x="1872467" y="836524"/>
                </a:moveTo>
                <a:lnTo>
                  <a:pt x="1810528" y="751263"/>
                </a:lnTo>
                <a:moveTo>
                  <a:pt x="2237541" y="476028"/>
                </a:moveTo>
                <a:lnTo>
                  <a:pt x="2161926" y="457217"/>
                </a:lnTo>
                <a:moveTo>
                  <a:pt x="2163726" y="785506"/>
                </a:moveTo>
                <a:lnTo>
                  <a:pt x="2135526" y="752025"/>
                </a:lnTo>
                <a:moveTo>
                  <a:pt x="1796926" y="819053"/>
                </a:moveTo>
                <a:lnTo>
                  <a:pt x="1810528" y="751263"/>
                </a:lnTo>
                <a:moveTo>
                  <a:pt x="2113621" y="883470"/>
                </a:moveTo>
                <a:lnTo>
                  <a:pt x="2113302" y="816120"/>
                </a:lnTo>
                <a:moveTo>
                  <a:pt x="1796926" y="819053"/>
                </a:moveTo>
                <a:lnTo>
                  <a:pt x="1722474" y="821098"/>
                </a:lnTo>
                <a:moveTo>
                  <a:pt x="1623750" y="929712"/>
                </a:moveTo>
                <a:lnTo>
                  <a:pt x="1595354" y="981125"/>
                </a:lnTo>
                <a:moveTo>
                  <a:pt x="2237541" y="476028"/>
                </a:moveTo>
                <a:lnTo>
                  <a:pt x="2196463" y="550424"/>
                </a:lnTo>
                <a:moveTo>
                  <a:pt x="1534065" y="1036180"/>
                </a:moveTo>
                <a:lnTo>
                  <a:pt x="1529582" y="1038931"/>
                </a:lnTo>
                <a:moveTo>
                  <a:pt x="2072440" y="501362"/>
                </a:moveTo>
                <a:lnTo>
                  <a:pt x="2098008" y="468901"/>
                </a:lnTo>
                <a:moveTo>
                  <a:pt x="1487243" y="822415"/>
                </a:moveTo>
                <a:lnTo>
                  <a:pt x="1529517" y="799112"/>
                </a:lnTo>
                <a:moveTo>
                  <a:pt x="2072440" y="501362"/>
                </a:moveTo>
                <a:lnTo>
                  <a:pt x="2086710" y="473245"/>
                </a:lnTo>
                <a:moveTo>
                  <a:pt x="1481783" y="828095"/>
                </a:moveTo>
                <a:lnTo>
                  <a:pt x="1490479" y="826829"/>
                </a:lnTo>
                <a:moveTo>
                  <a:pt x="2113621" y="883470"/>
                </a:moveTo>
                <a:lnTo>
                  <a:pt x="2087336" y="983489"/>
                </a:lnTo>
                <a:moveTo>
                  <a:pt x="2113621" y="883470"/>
                </a:moveTo>
                <a:lnTo>
                  <a:pt x="2089069" y="985125"/>
                </a:lnTo>
                <a:moveTo>
                  <a:pt x="1605556" y="944703"/>
                </a:moveTo>
                <a:lnTo>
                  <a:pt x="1595354" y="981125"/>
                </a:lnTo>
                <a:moveTo>
                  <a:pt x="1917388" y="855130"/>
                </a:moveTo>
                <a:lnTo>
                  <a:pt x="1872467" y="836524"/>
                </a:lnTo>
                <a:moveTo>
                  <a:pt x="1533105" y="1034703"/>
                </a:moveTo>
                <a:lnTo>
                  <a:pt x="1534065" y="1036180"/>
                </a:lnTo>
                <a:moveTo>
                  <a:pt x="1196843" y="1125485"/>
                </a:moveTo>
                <a:lnTo>
                  <a:pt x="1160297" y="1158103"/>
                </a:lnTo>
                <a:moveTo>
                  <a:pt x="1939657" y="900779"/>
                </a:moveTo>
                <a:lnTo>
                  <a:pt x="1948687" y="866192"/>
                </a:lnTo>
                <a:moveTo>
                  <a:pt x="1533105" y="1034703"/>
                </a:moveTo>
                <a:lnTo>
                  <a:pt x="1529582" y="1038931"/>
                </a:lnTo>
                <a:moveTo>
                  <a:pt x="1041524" y="1177514"/>
                </a:moveTo>
                <a:lnTo>
                  <a:pt x="1054574" y="1154673"/>
                </a:lnTo>
                <a:moveTo>
                  <a:pt x="1708054" y="874223"/>
                </a:moveTo>
                <a:lnTo>
                  <a:pt x="1704817" y="824429"/>
                </a:lnTo>
                <a:moveTo>
                  <a:pt x="2113621" y="883470"/>
                </a:moveTo>
                <a:lnTo>
                  <a:pt x="2099349" y="893616"/>
                </a:lnTo>
                <a:moveTo>
                  <a:pt x="1003805" y="903129"/>
                </a:moveTo>
                <a:lnTo>
                  <a:pt x="1015159" y="859436"/>
                </a:lnTo>
                <a:moveTo>
                  <a:pt x="1117869" y="1209406"/>
                </a:moveTo>
                <a:lnTo>
                  <a:pt x="1122135" y="1201716"/>
                </a:lnTo>
                <a:moveTo>
                  <a:pt x="1030927" y="1168827"/>
                </a:moveTo>
                <a:lnTo>
                  <a:pt x="1049445" y="1142093"/>
                </a:lnTo>
                <a:moveTo>
                  <a:pt x="1939657" y="900779"/>
                </a:moveTo>
                <a:lnTo>
                  <a:pt x="1917388" y="855130"/>
                </a:lnTo>
                <a:moveTo>
                  <a:pt x="2162895" y="612881"/>
                </a:moveTo>
                <a:lnTo>
                  <a:pt x="2201589" y="656365"/>
                </a:lnTo>
                <a:moveTo>
                  <a:pt x="1091981" y="835481"/>
                </a:moveTo>
                <a:lnTo>
                  <a:pt x="1018461" y="854259"/>
                </a:lnTo>
                <a:moveTo>
                  <a:pt x="1481783" y="828095"/>
                </a:moveTo>
                <a:lnTo>
                  <a:pt x="1445248" y="854246"/>
                </a:lnTo>
                <a:moveTo>
                  <a:pt x="1991614" y="557110"/>
                </a:moveTo>
                <a:lnTo>
                  <a:pt x="1963243" y="584046"/>
                </a:lnTo>
                <a:moveTo>
                  <a:pt x="1172719" y="816247"/>
                </a:moveTo>
                <a:lnTo>
                  <a:pt x="1181805" y="797388"/>
                </a:lnTo>
                <a:moveTo>
                  <a:pt x="1717573" y="1133386"/>
                </a:moveTo>
                <a:lnTo>
                  <a:pt x="1739681" y="1107170"/>
                </a:lnTo>
                <a:moveTo>
                  <a:pt x="1172719" y="816247"/>
                </a:moveTo>
                <a:lnTo>
                  <a:pt x="1148738" y="878728"/>
                </a:lnTo>
                <a:moveTo>
                  <a:pt x="1184586" y="951209"/>
                </a:moveTo>
                <a:lnTo>
                  <a:pt x="1165979" y="896613"/>
                </a:lnTo>
                <a:moveTo>
                  <a:pt x="1091981" y="835481"/>
                </a:moveTo>
                <a:lnTo>
                  <a:pt x="1148738" y="878728"/>
                </a:lnTo>
                <a:moveTo>
                  <a:pt x="1054574" y="1154673"/>
                </a:moveTo>
                <a:lnTo>
                  <a:pt x="1030927" y="1168827"/>
                </a:lnTo>
                <a:moveTo>
                  <a:pt x="1003805" y="903129"/>
                </a:moveTo>
                <a:lnTo>
                  <a:pt x="1018461" y="854259"/>
                </a:lnTo>
                <a:moveTo>
                  <a:pt x="1708054" y="874223"/>
                </a:moveTo>
                <a:lnTo>
                  <a:pt x="1722474" y="821098"/>
                </a:lnTo>
                <a:moveTo>
                  <a:pt x="1872467" y="836524"/>
                </a:moveTo>
                <a:lnTo>
                  <a:pt x="1796926" y="819053"/>
                </a:lnTo>
                <a:moveTo>
                  <a:pt x="1953357" y="927629"/>
                </a:moveTo>
                <a:lnTo>
                  <a:pt x="1948687" y="866192"/>
                </a:lnTo>
                <a:moveTo>
                  <a:pt x="1984489" y="573063"/>
                </a:moveTo>
                <a:lnTo>
                  <a:pt x="2021310" y="525128"/>
                </a:lnTo>
                <a:moveTo>
                  <a:pt x="2072440" y="501362"/>
                </a:moveTo>
                <a:lnTo>
                  <a:pt x="2021310" y="525128"/>
                </a:lnTo>
                <a:moveTo>
                  <a:pt x="2163726" y="785506"/>
                </a:moveTo>
                <a:lnTo>
                  <a:pt x="2113302" y="816120"/>
                </a:lnTo>
                <a:moveTo>
                  <a:pt x="1204459" y="1021384"/>
                </a:moveTo>
                <a:lnTo>
                  <a:pt x="1199200" y="991216"/>
                </a:lnTo>
                <a:moveTo>
                  <a:pt x="2323987" y="401570"/>
                </a:moveTo>
                <a:lnTo>
                  <a:pt x="2312166" y="477067"/>
                </a:lnTo>
                <a:moveTo>
                  <a:pt x="2324645" y="389134"/>
                </a:moveTo>
                <a:lnTo>
                  <a:pt x="2323987" y="401570"/>
                </a:lnTo>
                <a:moveTo>
                  <a:pt x="1595405" y="593324"/>
                </a:moveTo>
                <a:lnTo>
                  <a:pt x="1577577" y="595652"/>
                </a:lnTo>
                <a:moveTo>
                  <a:pt x="2011344" y="964331"/>
                </a:moveTo>
                <a:lnTo>
                  <a:pt x="1953357" y="927629"/>
                </a:lnTo>
                <a:moveTo>
                  <a:pt x="1939657" y="900779"/>
                </a:moveTo>
                <a:lnTo>
                  <a:pt x="1872467" y="836524"/>
                </a:lnTo>
                <a:moveTo>
                  <a:pt x="1165979" y="896613"/>
                </a:moveTo>
                <a:lnTo>
                  <a:pt x="1091981" y="835481"/>
                </a:lnTo>
                <a:moveTo>
                  <a:pt x="1682086" y="888451"/>
                </a:moveTo>
                <a:lnTo>
                  <a:pt x="1623750" y="929712"/>
                </a:lnTo>
                <a:moveTo>
                  <a:pt x="1546602" y="1003493"/>
                </a:moveTo>
                <a:lnTo>
                  <a:pt x="1595354" y="981125"/>
                </a:lnTo>
                <a:moveTo>
                  <a:pt x="1122135" y="1201716"/>
                </a:moveTo>
                <a:lnTo>
                  <a:pt x="1041524" y="1177514"/>
                </a:lnTo>
                <a:moveTo>
                  <a:pt x="1763098" y="1052029"/>
                </a:moveTo>
                <a:lnTo>
                  <a:pt x="1747334" y="1070380"/>
                </a:lnTo>
                <a:moveTo>
                  <a:pt x="1196843" y="1125485"/>
                </a:moveTo>
                <a:lnTo>
                  <a:pt x="1202159" y="1058948"/>
                </a:lnTo>
                <a:moveTo>
                  <a:pt x="2072369" y="1033197"/>
                </a:moveTo>
                <a:lnTo>
                  <a:pt x="2089069" y="985125"/>
                </a:lnTo>
                <a:moveTo>
                  <a:pt x="2237541" y="476028"/>
                </a:moveTo>
                <a:lnTo>
                  <a:pt x="2147787" y="515357"/>
                </a:lnTo>
                <a:moveTo>
                  <a:pt x="2105296" y="949573"/>
                </a:moveTo>
                <a:lnTo>
                  <a:pt x="2089069" y="985125"/>
                </a:lnTo>
                <a:moveTo>
                  <a:pt x="2161926" y="457217"/>
                </a:moveTo>
                <a:lnTo>
                  <a:pt x="2072440" y="501362"/>
                </a:lnTo>
                <a:moveTo>
                  <a:pt x="1165076" y="1188202"/>
                </a:moveTo>
                <a:lnTo>
                  <a:pt x="1160297" y="1158103"/>
                </a:lnTo>
                <a:moveTo>
                  <a:pt x="2162895" y="612881"/>
                </a:moveTo>
                <a:lnTo>
                  <a:pt x="2196463" y="550424"/>
                </a:lnTo>
                <a:moveTo>
                  <a:pt x="2072369" y="1033197"/>
                </a:moveTo>
                <a:lnTo>
                  <a:pt x="2085531" y="992073"/>
                </a:lnTo>
                <a:moveTo>
                  <a:pt x="1984489" y="573063"/>
                </a:moveTo>
                <a:lnTo>
                  <a:pt x="1991614" y="557110"/>
                </a:lnTo>
                <a:moveTo>
                  <a:pt x="2147787" y="515357"/>
                </a:moveTo>
                <a:lnTo>
                  <a:pt x="2161926" y="457217"/>
                </a:lnTo>
                <a:moveTo>
                  <a:pt x="1708054" y="874223"/>
                </a:moveTo>
                <a:lnTo>
                  <a:pt x="1682086" y="888451"/>
                </a:lnTo>
                <a:moveTo>
                  <a:pt x="2072369" y="1033197"/>
                </a:moveTo>
                <a:lnTo>
                  <a:pt x="2011344" y="964331"/>
                </a:lnTo>
                <a:moveTo>
                  <a:pt x="2323987" y="401570"/>
                </a:moveTo>
                <a:lnTo>
                  <a:pt x="2276164" y="456735"/>
                </a:lnTo>
                <a:moveTo>
                  <a:pt x="2147787" y="515357"/>
                </a:moveTo>
                <a:lnTo>
                  <a:pt x="2196463" y="550424"/>
                </a:lnTo>
                <a:moveTo>
                  <a:pt x="2137001" y="676446"/>
                </a:moveTo>
                <a:lnTo>
                  <a:pt x="2201589" y="656365"/>
                </a:lnTo>
                <a:moveTo>
                  <a:pt x="1796926" y="819053"/>
                </a:moveTo>
                <a:lnTo>
                  <a:pt x="1708054" y="874223"/>
                </a:lnTo>
                <a:moveTo>
                  <a:pt x="1717573" y="1133386"/>
                </a:moveTo>
                <a:lnTo>
                  <a:pt x="1727986" y="1172786"/>
                </a:lnTo>
                <a:moveTo>
                  <a:pt x="1546898" y="658526"/>
                </a:moveTo>
                <a:lnTo>
                  <a:pt x="1577577" y="595652"/>
                </a:lnTo>
                <a:moveTo>
                  <a:pt x="1953357" y="927629"/>
                </a:moveTo>
                <a:lnTo>
                  <a:pt x="1939657" y="900779"/>
                </a:lnTo>
                <a:moveTo>
                  <a:pt x="1984489" y="573063"/>
                </a:moveTo>
                <a:lnTo>
                  <a:pt x="1963243" y="584046"/>
                </a:lnTo>
                <a:moveTo>
                  <a:pt x="2312166" y="477067"/>
                </a:moveTo>
                <a:lnTo>
                  <a:pt x="2276164" y="456735"/>
                </a:lnTo>
                <a:moveTo>
                  <a:pt x="2324645" y="389134"/>
                </a:moveTo>
                <a:lnTo>
                  <a:pt x="2276164" y="456735"/>
                </a:lnTo>
                <a:moveTo>
                  <a:pt x="1153929" y="920909"/>
                </a:moveTo>
                <a:lnTo>
                  <a:pt x="1165979" y="896613"/>
                </a:lnTo>
                <a:moveTo>
                  <a:pt x="1487243" y="822415"/>
                </a:moveTo>
                <a:lnTo>
                  <a:pt x="1497920" y="756653"/>
                </a:lnTo>
                <a:moveTo>
                  <a:pt x="2163726" y="785506"/>
                </a:moveTo>
                <a:lnTo>
                  <a:pt x="2178755" y="720372"/>
                </a:lnTo>
                <a:moveTo>
                  <a:pt x="1623750" y="929712"/>
                </a:moveTo>
                <a:lnTo>
                  <a:pt x="1605556" y="944703"/>
                </a:lnTo>
                <a:moveTo>
                  <a:pt x="1467702" y="887278"/>
                </a:moveTo>
                <a:lnTo>
                  <a:pt x="1445248" y="854246"/>
                </a:lnTo>
                <a:moveTo>
                  <a:pt x="2146133" y="850270"/>
                </a:moveTo>
                <a:lnTo>
                  <a:pt x="2113302" y="816120"/>
                </a:lnTo>
                <a:moveTo>
                  <a:pt x="1919205" y="644991"/>
                </a:moveTo>
                <a:lnTo>
                  <a:pt x="1963243" y="584046"/>
                </a:lnTo>
                <a:moveTo>
                  <a:pt x="1117869" y="1209406"/>
                </a:moveTo>
                <a:lnTo>
                  <a:pt x="1041524" y="1177514"/>
                </a:lnTo>
                <a:moveTo>
                  <a:pt x="1919205" y="644991"/>
                </a:moveTo>
                <a:lnTo>
                  <a:pt x="1897305" y="658507"/>
                </a:lnTo>
                <a:moveTo>
                  <a:pt x="1204459" y="1021384"/>
                </a:moveTo>
                <a:lnTo>
                  <a:pt x="1202159" y="1058948"/>
                </a:lnTo>
                <a:moveTo>
                  <a:pt x="1997795" y="992622"/>
                </a:moveTo>
                <a:lnTo>
                  <a:pt x="2011344" y="964331"/>
                </a:lnTo>
                <a:moveTo>
                  <a:pt x="2105296" y="949573"/>
                </a:moveTo>
                <a:lnTo>
                  <a:pt x="2113621" y="883470"/>
                </a:lnTo>
                <a:moveTo>
                  <a:pt x="1933697" y="909080"/>
                </a:moveTo>
                <a:lnTo>
                  <a:pt x="1872467" y="836524"/>
                </a:lnTo>
                <a:moveTo>
                  <a:pt x="1172719" y="816247"/>
                </a:moveTo>
                <a:lnTo>
                  <a:pt x="1091981" y="835481"/>
                </a:lnTo>
                <a:moveTo>
                  <a:pt x="1546602" y="1003493"/>
                </a:moveTo>
                <a:lnTo>
                  <a:pt x="1533105" y="1034703"/>
                </a:lnTo>
                <a:moveTo>
                  <a:pt x="1581356" y="653085"/>
                </a:moveTo>
                <a:lnTo>
                  <a:pt x="1577577" y="595652"/>
                </a:lnTo>
                <a:moveTo>
                  <a:pt x="2086032" y="1014095"/>
                </a:moveTo>
                <a:lnTo>
                  <a:pt x="2089069" y="985125"/>
                </a:lnTo>
                <a:moveTo>
                  <a:pt x="1891117" y="666658"/>
                </a:moveTo>
                <a:lnTo>
                  <a:pt x="1897305" y="658507"/>
                </a:lnTo>
                <a:moveTo>
                  <a:pt x="2298196" y="538245"/>
                </a:moveTo>
                <a:lnTo>
                  <a:pt x="2312166" y="477067"/>
                </a:lnTo>
                <a:moveTo>
                  <a:pt x="1091981" y="835481"/>
                </a:moveTo>
                <a:lnTo>
                  <a:pt x="1003805" y="903129"/>
                </a:lnTo>
                <a:moveTo>
                  <a:pt x="1933697" y="909080"/>
                </a:moveTo>
                <a:lnTo>
                  <a:pt x="1939657" y="900779"/>
                </a:lnTo>
                <a:moveTo>
                  <a:pt x="1090470" y="839033"/>
                </a:moveTo>
                <a:lnTo>
                  <a:pt x="1091981" y="835481"/>
                </a:lnTo>
                <a:moveTo>
                  <a:pt x="1717573" y="1133386"/>
                </a:moveTo>
                <a:lnTo>
                  <a:pt x="1747334" y="1070380"/>
                </a:lnTo>
                <a:moveTo>
                  <a:pt x="2162895" y="612881"/>
                </a:moveTo>
                <a:lnTo>
                  <a:pt x="2147787" y="515357"/>
                </a:lnTo>
                <a:moveTo>
                  <a:pt x="2072440" y="501362"/>
                </a:moveTo>
                <a:lnTo>
                  <a:pt x="1984489" y="573063"/>
                </a:lnTo>
                <a:moveTo>
                  <a:pt x="1487243" y="822415"/>
                </a:moveTo>
                <a:lnTo>
                  <a:pt x="1481783" y="828095"/>
                </a:lnTo>
                <a:moveTo>
                  <a:pt x="2137001" y="676446"/>
                </a:moveTo>
                <a:lnTo>
                  <a:pt x="2178755" y="720372"/>
                </a:lnTo>
                <a:moveTo>
                  <a:pt x="1581356" y="653085"/>
                </a:moveTo>
                <a:lnTo>
                  <a:pt x="1595405" y="593324"/>
                </a:lnTo>
                <a:moveTo>
                  <a:pt x="1090470" y="839033"/>
                </a:moveTo>
                <a:lnTo>
                  <a:pt x="1003805" y="903129"/>
                </a:lnTo>
                <a:moveTo>
                  <a:pt x="1784325" y="854456"/>
                </a:moveTo>
                <a:lnTo>
                  <a:pt x="1796926" y="819053"/>
                </a:lnTo>
                <a:moveTo>
                  <a:pt x="2147787" y="515357"/>
                </a:moveTo>
                <a:lnTo>
                  <a:pt x="2072440" y="501362"/>
                </a:lnTo>
                <a:moveTo>
                  <a:pt x="1204459" y="1021384"/>
                </a:moveTo>
                <a:lnTo>
                  <a:pt x="1184586" y="951209"/>
                </a:lnTo>
                <a:moveTo>
                  <a:pt x="1165076" y="1188202"/>
                </a:moveTo>
                <a:lnTo>
                  <a:pt x="1117869" y="1209406"/>
                </a:lnTo>
                <a:moveTo>
                  <a:pt x="1153929" y="920909"/>
                </a:moveTo>
                <a:lnTo>
                  <a:pt x="1184586" y="951209"/>
                </a:lnTo>
                <a:moveTo>
                  <a:pt x="1527847" y="723079"/>
                </a:moveTo>
                <a:lnTo>
                  <a:pt x="1497920" y="756653"/>
                </a:lnTo>
                <a:moveTo>
                  <a:pt x="1701574" y="879633"/>
                </a:moveTo>
                <a:lnTo>
                  <a:pt x="1682086" y="888451"/>
                </a:lnTo>
                <a:moveTo>
                  <a:pt x="2312166" y="477067"/>
                </a:moveTo>
                <a:lnTo>
                  <a:pt x="2268504" y="522933"/>
                </a:lnTo>
                <a:moveTo>
                  <a:pt x="1859213" y="866664"/>
                </a:moveTo>
                <a:lnTo>
                  <a:pt x="1872467" y="836524"/>
                </a:lnTo>
                <a:moveTo>
                  <a:pt x="1933697" y="909080"/>
                </a:moveTo>
                <a:lnTo>
                  <a:pt x="1953357" y="927629"/>
                </a:lnTo>
                <a:moveTo>
                  <a:pt x="1859213" y="866664"/>
                </a:moveTo>
                <a:lnTo>
                  <a:pt x="1796926" y="819053"/>
                </a:lnTo>
                <a:moveTo>
                  <a:pt x="1758653" y="1024834"/>
                </a:moveTo>
                <a:lnTo>
                  <a:pt x="1763098" y="1052029"/>
                </a:lnTo>
                <a:moveTo>
                  <a:pt x="1656358" y="660900"/>
                </a:moveTo>
                <a:lnTo>
                  <a:pt x="1595405" y="593324"/>
                </a:lnTo>
                <a:moveTo>
                  <a:pt x="1204417" y="1112545"/>
                </a:moveTo>
                <a:lnTo>
                  <a:pt x="1196843" y="1125485"/>
                </a:lnTo>
                <a:moveTo>
                  <a:pt x="1546602" y="1003493"/>
                </a:moveTo>
                <a:lnTo>
                  <a:pt x="1605556" y="944703"/>
                </a:lnTo>
                <a:moveTo>
                  <a:pt x="2146133" y="850270"/>
                </a:moveTo>
                <a:lnTo>
                  <a:pt x="2113621" y="883470"/>
                </a:lnTo>
                <a:moveTo>
                  <a:pt x="1041524" y="1177514"/>
                </a:moveTo>
                <a:lnTo>
                  <a:pt x="1030927" y="1168827"/>
                </a:lnTo>
                <a:moveTo>
                  <a:pt x="1970438" y="632795"/>
                </a:moveTo>
                <a:lnTo>
                  <a:pt x="1963243" y="584046"/>
                </a:lnTo>
                <a:moveTo>
                  <a:pt x="1153929" y="920909"/>
                </a:moveTo>
                <a:lnTo>
                  <a:pt x="1091981" y="835481"/>
                </a:lnTo>
                <a:moveTo>
                  <a:pt x="1204459" y="1021384"/>
                </a:moveTo>
                <a:lnTo>
                  <a:pt x="1196843" y="1125485"/>
                </a:lnTo>
                <a:moveTo>
                  <a:pt x="982598" y="1031967"/>
                </a:moveTo>
                <a:lnTo>
                  <a:pt x="969390" y="987435"/>
                </a:lnTo>
                <a:moveTo>
                  <a:pt x="2134592" y="590450"/>
                </a:moveTo>
                <a:lnTo>
                  <a:pt x="2162895" y="612881"/>
                </a:lnTo>
                <a:moveTo>
                  <a:pt x="1919205" y="644991"/>
                </a:moveTo>
                <a:lnTo>
                  <a:pt x="1891117" y="666658"/>
                </a:lnTo>
                <a:moveTo>
                  <a:pt x="1758653" y="1024834"/>
                </a:moveTo>
                <a:lnTo>
                  <a:pt x="1747334" y="1070380"/>
                </a:lnTo>
                <a:moveTo>
                  <a:pt x="2134592" y="590450"/>
                </a:moveTo>
                <a:lnTo>
                  <a:pt x="2072440" y="501362"/>
                </a:lnTo>
                <a:moveTo>
                  <a:pt x="1165076" y="1188202"/>
                </a:moveTo>
                <a:lnTo>
                  <a:pt x="1196843" y="1125485"/>
                </a:lnTo>
                <a:moveTo>
                  <a:pt x="1581356" y="653085"/>
                </a:moveTo>
                <a:lnTo>
                  <a:pt x="1546898" y="658526"/>
                </a:lnTo>
                <a:moveTo>
                  <a:pt x="1997795" y="992622"/>
                </a:moveTo>
                <a:lnTo>
                  <a:pt x="1953357" y="927629"/>
                </a:lnTo>
                <a:moveTo>
                  <a:pt x="2137001" y="676446"/>
                </a:moveTo>
                <a:lnTo>
                  <a:pt x="2162895" y="612881"/>
                </a:lnTo>
                <a:moveTo>
                  <a:pt x="1106519" y="1227630"/>
                </a:moveTo>
                <a:lnTo>
                  <a:pt x="1117869" y="1209406"/>
                </a:lnTo>
                <a:moveTo>
                  <a:pt x="1153929" y="920909"/>
                </a:moveTo>
                <a:lnTo>
                  <a:pt x="1090470" y="839033"/>
                </a:lnTo>
                <a:moveTo>
                  <a:pt x="2134592" y="590450"/>
                </a:moveTo>
                <a:lnTo>
                  <a:pt x="2147787" y="515357"/>
                </a:lnTo>
                <a:moveTo>
                  <a:pt x="1810951" y="679542"/>
                </a:moveTo>
                <a:lnTo>
                  <a:pt x="1738622" y="655171"/>
                </a:lnTo>
                <a:moveTo>
                  <a:pt x="1750846" y="1032991"/>
                </a:moveTo>
                <a:lnTo>
                  <a:pt x="1747334" y="1070380"/>
                </a:lnTo>
                <a:moveTo>
                  <a:pt x="1701574" y="879633"/>
                </a:moveTo>
                <a:lnTo>
                  <a:pt x="1623750" y="929712"/>
                </a:lnTo>
                <a:moveTo>
                  <a:pt x="1784325" y="854456"/>
                </a:moveTo>
                <a:lnTo>
                  <a:pt x="1708054" y="874223"/>
                </a:lnTo>
                <a:moveTo>
                  <a:pt x="1036804" y="1190830"/>
                </a:moveTo>
                <a:lnTo>
                  <a:pt x="1041524" y="1177514"/>
                </a:lnTo>
                <a:moveTo>
                  <a:pt x="1033861" y="891545"/>
                </a:moveTo>
                <a:lnTo>
                  <a:pt x="1003805" y="903129"/>
                </a:lnTo>
                <a:moveTo>
                  <a:pt x="2268504" y="522933"/>
                </a:moveTo>
                <a:lnTo>
                  <a:pt x="2276164" y="456735"/>
                </a:lnTo>
                <a:moveTo>
                  <a:pt x="1090470" y="839033"/>
                </a:moveTo>
                <a:lnTo>
                  <a:pt x="1033861" y="891545"/>
                </a:lnTo>
                <a:moveTo>
                  <a:pt x="1765693" y="862630"/>
                </a:moveTo>
                <a:lnTo>
                  <a:pt x="1708054" y="874223"/>
                </a:lnTo>
                <a:moveTo>
                  <a:pt x="990007" y="967400"/>
                </a:moveTo>
                <a:lnTo>
                  <a:pt x="969390" y="987435"/>
                </a:lnTo>
                <a:moveTo>
                  <a:pt x="1467702" y="887278"/>
                </a:moveTo>
                <a:lnTo>
                  <a:pt x="1481783" y="828095"/>
                </a:lnTo>
                <a:moveTo>
                  <a:pt x="2118863" y="741131"/>
                </a:moveTo>
                <a:lnTo>
                  <a:pt x="2178755" y="720372"/>
                </a:lnTo>
                <a:moveTo>
                  <a:pt x="990007" y="967400"/>
                </a:moveTo>
                <a:lnTo>
                  <a:pt x="1003805" y="903129"/>
                </a:lnTo>
                <a:moveTo>
                  <a:pt x="1891117" y="666658"/>
                </a:moveTo>
                <a:lnTo>
                  <a:pt x="1810951" y="679542"/>
                </a:lnTo>
                <a:moveTo>
                  <a:pt x="1527847" y="723079"/>
                </a:moveTo>
                <a:lnTo>
                  <a:pt x="1546898" y="658526"/>
                </a:lnTo>
                <a:moveTo>
                  <a:pt x="2072369" y="1033197"/>
                </a:moveTo>
                <a:lnTo>
                  <a:pt x="1997795" y="992622"/>
                </a:lnTo>
                <a:moveTo>
                  <a:pt x="1036804" y="1190830"/>
                </a:moveTo>
                <a:lnTo>
                  <a:pt x="1030927" y="1168827"/>
                </a:lnTo>
                <a:moveTo>
                  <a:pt x="1701574" y="879633"/>
                </a:moveTo>
                <a:lnTo>
                  <a:pt x="1708054" y="874223"/>
                </a:lnTo>
                <a:moveTo>
                  <a:pt x="1731830" y="677142"/>
                </a:moveTo>
                <a:lnTo>
                  <a:pt x="1738622" y="655171"/>
                </a:lnTo>
                <a:moveTo>
                  <a:pt x="1618317" y="907216"/>
                </a:moveTo>
                <a:lnTo>
                  <a:pt x="1623750" y="929712"/>
                </a:lnTo>
                <a:moveTo>
                  <a:pt x="1204417" y="1112545"/>
                </a:moveTo>
                <a:lnTo>
                  <a:pt x="1204459" y="1021384"/>
                </a:lnTo>
                <a:moveTo>
                  <a:pt x="1120252" y="904022"/>
                </a:moveTo>
                <a:lnTo>
                  <a:pt x="1090470" y="839033"/>
                </a:lnTo>
                <a:moveTo>
                  <a:pt x="2058433" y="561877"/>
                </a:moveTo>
                <a:lnTo>
                  <a:pt x="1984489" y="573063"/>
                </a:lnTo>
                <a:moveTo>
                  <a:pt x="1970438" y="632795"/>
                </a:moveTo>
                <a:lnTo>
                  <a:pt x="1984489" y="573063"/>
                </a:lnTo>
                <a:moveTo>
                  <a:pt x="1529509" y="790624"/>
                </a:moveTo>
                <a:lnTo>
                  <a:pt x="1497920" y="756653"/>
                </a:lnTo>
                <a:moveTo>
                  <a:pt x="2058433" y="561877"/>
                </a:moveTo>
                <a:lnTo>
                  <a:pt x="2072440" y="501362"/>
                </a:lnTo>
                <a:moveTo>
                  <a:pt x="1487243" y="822415"/>
                </a:moveTo>
                <a:lnTo>
                  <a:pt x="1467702" y="887278"/>
                </a:lnTo>
                <a:moveTo>
                  <a:pt x="1469379" y="887140"/>
                </a:moveTo>
                <a:lnTo>
                  <a:pt x="1487243" y="822415"/>
                </a:lnTo>
                <a:moveTo>
                  <a:pt x="2072369" y="1033197"/>
                </a:moveTo>
                <a:lnTo>
                  <a:pt x="2025364" y="1005333"/>
                </a:lnTo>
                <a:moveTo>
                  <a:pt x="2146133" y="850270"/>
                </a:moveTo>
                <a:lnTo>
                  <a:pt x="2163726" y="785506"/>
                </a:lnTo>
                <a:moveTo>
                  <a:pt x="1997795" y="992622"/>
                </a:moveTo>
                <a:lnTo>
                  <a:pt x="1933697" y="909080"/>
                </a:lnTo>
                <a:moveTo>
                  <a:pt x="1618317" y="907216"/>
                </a:moveTo>
                <a:lnTo>
                  <a:pt x="1605556" y="944703"/>
                </a:lnTo>
                <a:moveTo>
                  <a:pt x="1613916" y="908014"/>
                </a:moveTo>
                <a:lnTo>
                  <a:pt x="1605556" y="944703"/>
                </a:lnTo>
                <a:moveTo>
                  <a:pt x="1970438" y="632795"/>
                </a:moveTo>
                <a:lnTo>
                  <a:pt x="1919205" y="644991"/>
                </a:lnTo>
                <a:moveTo>
                  <a:pt x="2119831" y="913776"/>
                </a:moveTo>
                <a:lnTo>
                  <a:pt x="2113621" y="883470"/>
                </a:lnTo>
                <a:moveTo>
                  <a:pt x="2298196" y="538245"/>
                </a:moveTo>
                <a:lnTo>
                  <a:pt x="2268504" y="522933"/>
                </a:lnTo>
                <a:moveTo>
                  <a:pt x="1106519" y="1227630"/>
                </a:moveTo>
                <a:lnTo>
                  <a:pt x="1041524" y="1177514"/>
                </a:lnTo>
                <a:moveTo>
                  <a:pt x="2137001" y="676446"/>
                </a:moveTo>
                <a:lnTo>
                  <a:pt x="2134592" y="590450"/>
                </a:lnTo>
                <a:moveTo>
                  <a:pt x="2086032" y="1014095"/>
                </a:moveTo>
                <a:lnTo>
                  <a:pt x="2072369" y="1033197"/>
                </a:lnTo>
                <a:moveTo>
                  <a:pt x="2086032" y="1014095"/>
                </a:moveTo>
                <a:lnTo>
                  <a:pt x="2105296" y="949573"/>
                </a:lnTo>
                <a:moveTo>
                  <a:pt x="1810951" y="679542"/>
                </a:moveTo>
                <a:lnTo>
                  <a:pt x="1731830" y="677142"/>
                </a:lnTo>
                <a:moveTo>
                  <a:pt x="988495" y="1057498"/>
                </a:moveTo>
                <a:lnTo>
                  <a:pt x="982598" y="1031967"/>
                </a:lnTo>
                <a:moveTo>
                  <a:pt x="982598" y="1031967"/>
                </a:moveTo>
                <a:lnTo>
                  <a:pt x="990007" y="967400"/>
                </a:lnTo>
                <a:moveTo>
                  <a:pt x="1656358" y="660900"/>
                </a:moveTo>
                <a:lnTo>
                  <a:pt x="1581356" y="653085"/>
                </a:lnTo>
                <a:moveTo>
                  <a:pt x="1703998" y="1093530"/>
                </a:moveTo>
                <a:lnTo>
                  <a:pt x="1747334" y="1070380"/>
                </a:lnTo>
                <a:moveTo>
                  <a:pt x="1933697" y="909080"/>
                </a:moveTo>
                <a:lnTo>
                  <a:pt x="1859213" y="866664"/>
                </a:lnTo>
                <a:moveTo>
                  <a:pt x="1891117" y="666658"/>
                </a:moveTo>
                <a:lnTo>
                  <a:pt x="1807033" y="688562"/>
                </a:lnTo>
                <a:moveTo>
                  <a:pt x="1190312" y="1171316"/>
                </a:moveTo>
                <a:lnTo>
                  <a:pt x="1196843" y="1125485"/>
                </a:lnTo>
                <a:moveTo>
                  <a:pt x="1209647" y="1057250"/>
                </a:moveTo>
                <a:lnTo>
                  <a:pt x="1204417" y="1112545"/>
                </a:lnTo>
                <a:moveTo>
                  <a:pt x="1153929" y="920909"/>
                </a:moveTo>
                <a:lnTo>
                  <a:pt x="1120252" y="904022"/>
                </a:lnTo>
                <a:moveTo>
                  <a:pt x="1077238" y="882792"/>
                </a:moveTo>
                <a:lnTo>
                  <a:pt x="1090470" y="839033"/>
                </a:lnTo>
                <a:moveTo>
                  <a:pt x="2121438" y="666267"/>
                </a:moveTo>
                <a:lnTo>
                  <a:pt x="2134592" y="590450"/>
                </a:lnTo>
                <a:moveTo>
                  <a:pt x="1807033" y="688562"/>
                </a:moveTo>
                <a:lnTo>
                  <a:pt x="1810951" y="679542"/>
                </a:lnTo>
                <a:moveTo>
                  <a:pt x="2045176" y="635851"/>
                </a:moveTo>
                <a:lnTo>
                  <a:pt x="1984489" y="573063"/>
                </a:lnTo>
                <a:moveTo>
                  <a:pt x="1164465" y="977712"/>
                </a:moveTo>
                <a:lnTo>
                  <a:pt x="1184586" y="951209"/>
                </a:lnTo>
                <a:moveTo>
                  <a:pt x="1209647" y="1057250"/>
                </a:moveTo>
                <a:lnTo>
                  <a:pt x="1204459" y="1021384"/>
                </a:lnTo>
                <a:moveTo>
                  <a:pt x="2134592" y="590450"/>
                </a:moveTo>
                <a:lnTo>
                  <a:pt x="2058433" y="561877"/>
                </a:lnTo>
                <a:moveTo>
                  <a:pt x="1033861" y="891545"/>
                </a:moveTo>
                <a:lnTo>
                  <a:pt x="990007" y="967400"/>
                </a:lnTo>
                <a:moveTo>
                  <a:pt x="1933697" y="909080"/>
                </a:moveTo>
                <a:lnTo>
                  <a:pt x="1885528" y="879937"/>
                </a:lnTo>
                <a:moveTo>
                  <a:pt x="1784325" y="854456"/>
                </a:moveTo>
                <a:lnTo>
                  <a:pt x="1765693" y="862630"/>
                </a:lnTo>
                <a:moveTo>
                  <a:pt x="2025364" y="1005333"/>
                </a:moveTo>
                <a:lnTo>
                  <a:pt x="1997795" y="992622"/>
                </a:lnTo>
                <a:moveTo>
                  <a:pt x="2121438" y="666267"/>
                </a:moveTo>
                <a:lnTo>
                  <a:pt x="2137001" y="676446"/>
                </a:lnTo>
                <a:moveTo>
                  <a:pt x="2118863" y="741131"/>
                </a:moveTo>
                <a:lnTo>
                  <a:pt x="2163726" y="785506"/>
                </a:lnTo>
                <a:moveTo>
                  <a:pt x="1731830" y="677142"/>
                </a:moveTo>
                <a:lnTo>
                  <a:pt x="1656358" y="660900"/>
                </a:lnTo>
                <a:moveTo>
                  <a:pt x="1881680" y="690003"/>
                </a:moveTo>
                <a:lnTo>
                  <a:pt x="1919205" y="644991"/>
                </a:lnTo>
                <a:moveTo>
                  <a:pt x="1859213" y="866664"/>
                </a:moveTo>
                <a:lnTo>
                  <a:pt x="1784325" y="854456"/>
                </a:lnTo>
                <a:moveTo>
                  <a:pt x="1106519" y="1227630"/>
                </a:moveTo>
                <a:lnTo>
                  <a:pt x="1036804" y="1190830"/>
                </a:lnTo>
                <a:moveTo>
                  <a:pt x="1567029" y="707874"/>
                </a:moveTo>
                <a:lnTo>
                  <a:pt x="1546898" y="658526"/>
                </a:lnTo>
                <a:moveTo>
                  <a:pt x="1165076" y="1188202"/>
                </a:moveTo>
                <a:lnTo>
                  <a:pt x="1106519" y="1227630"/>
                </a:lnTo>
                <a:moveTo>
                  <a:pt x="1807033" y="688562"/>
                </a:moveTo>
                <a:lnTo>
                  <a:pt x="1731830" y="677142"/>
                </a:lnTo>
                <a:moveTo>
                  <a:pt x="1529509" y="790624"/>
                </a:moveTo>
                <a:lnTo>
                  <a:pt x="1487243" y="822415"/>
                </a:lnTo>
                <a:moveTo>
                  <a:pt x="1613916" y="908014"/>
                </a:moveTo>
                <a:lnTo>
                  <a:pt x="1546602" y="1003493"/>
                </a:lnTo>
                <a:moveTo>
                  <a:pt x="1765693" y="862630"/>
                </a:moveTo>
                <a:lnTo>
                  <a:pt x="1701574" y="879633"/>
                </a:lnTo>
                <a:moveTo>
                  <a:pt x="1469379" y="887140"/>
                </a:moveTo>
                <a:lnTo>
                  <a:pt x="1467702" y="887278"/>
                </a:lnTo>
                <a:moveTo>
                  <a:pt x="1929205" y="902146"/>
                </a:moveTo>
                <a:lnTo>
                  <a:pt x="1933697" y="909080"/>
                </a:lnTo>
                <a:moveTo>
                  <a:pt x="1225361" y="1091708"/>
                </a:moveTo>
                <a:lnTo>
                  <a:pt x="1204417" y="1112545"/>
                </a:lnTo>
                <a:moveTo>
                  <a:pt x="1147299" y="937098"/>
                </a:moveTo>
                <a:lnTo>
                  <a:pt x="1153929" y="920909"/>
                </a:lnTo>
                <a:moveTo>
                  <a:pt x="1466972" y="890260"/>
                </a:moveTo>
                <a:lnTo>
                  <a:pt x="1467702" y="887278"/>
                </a:lnTo>
                <a:moveTo>
                  <a:pt x="1881680" y="690003"/>
                </a:moveTo>
                <a:lnTo>
                  <a:pt x="1891117" y="666658"/>
                </a:lnTo>
                <a:moveTo>
                  <a:pt x="1466972" y="890260"/>
                </a:moveTo>
                <a:lnTo>
                  <a:pt x="1469379" y="887140"/>
                </a:lnTo>
                <a:moveTo>
                  <a:pt x="2121438" y="666267"/>
                </a:moveTo>
                <a:lnTo>
                  <a:pt x="2058433" y="561877"/>
                </a:lnTo>
                <a:moveTo>
                  <a:pt x="1190312" y="1171316"/>
                </a:moveTo>
                <a:lnTo>
                  <a:pt x="1204417" y="1112545"/>
                </a:lnTo>
                <a:moveTo>
                  <a:pt x="1007959" y="955109"/>
                </a:moveTo>
                <a:lnTo>
                  <a:pt x="982598" y="1031967"/>
                </a:lnTo>
                <a:moveTo>
                  <a:pt x="2119831" y="913776"/>
                </a:moveTo>
                <a:lnTo>
                  <a:pt x="2105296" y="949573"/>
                </a:lnTo>
                <a:moveTo>
                  <a:pt x="2057499" y="1078241"/>
                </a:moveTo>
                <a:lnTo>
                  <a:pt x="2072369" y="1033197"/>
                </a:lnTo>
                <a:moveTo>
                  <a:pt x="1758653" y="1024834"/>
                </a:moveTo>
                <a:lnTo>
                  <a:pt x="1750846" y="1032991"/>
                </a:lnTo>
                <a:moveTo>
                  <a:pt x="2072369" y="1033197"/>
                </a:moveTo>
                <a:lnTo>
                  <a:pt x="2055242" y="1076953"/>
                </a:lnTo>
                <a:moveTo>
                  <a:pt x="2229288" y="479373"/>
                </a:moveTo>
                <a:lnTo>
                  <a:pt x="2276164" y="456735"/>
                </a:lnTo>
                <a:moveTo>
                  <a:pt x="1077238" y="882792"/>
                </a:moveTo>
                <a:lnTo>
                  <a:pt x="1033861" y="891545"/>
                </a:lnTo>
                <a:moveTo>
                  <a:pt x="1022007" y="1129643"/>
                </a:moveTo>
                <a:lnTo>
                  <a:pt x="1030927" y="1168827"/>
                </a:lnTo>
                <a:moveTo>
                  <a:pt x="1885528" y="879937"/>
                </a:moveTo>
                <a:lnTo>
                  <a:pt x="1859213" y="866664"/>
                </a:lnTo>
                <a:moveTo>
                  <a:pt x="1703998" y="1093530"/>
                </a:moveTo>
                <a:lnTo>
                  <a:pt x="1717573" y="1133386"/>
                </a:lnTo>
                <a:moveTo>
                  <a:pt x="1007959" y="955109"/>
                </a:moveTo>
                <a:lnTo>
                  <a:pt x="1033861" y="891545"/>
                </a:lnTo>
                <a:moveTo>
                  <a:pt x="1997795" y="992622"/>
                </a:moveTo>
                <a:lnTo>
                  <a:pt x="1929205" y="902146"/>
                </a:lnTo>
                <a:moveTo>
                  <a:pt x="2118863" y="741131"/>
                </a:moveTo>
                <a:lnTo>
                  <a:pt x="2137001" y="676446"/>
                </a:lnTo>
                <a:moveTo>
                  <a:pt x="1190312" y="1171316"/>
                </a:moveTo>
                <a:lnTo>
                  <a:pt x="1165076" y="1188202"/>
                </a:lnTo>
                <a:moveTo>
                  <a:pt x="1147299" y="937098"/>
                </a:moveTo>
                <a:lnTo>
                  <a:pt x="1120252" y="904022"/>
                </a:lnTo>
                <a:moveTo>
                  <a:pt x="1567029" y="707874"/>
                </a:moveTo>
                <a:lnTo>
                  <a:pt x="1581356" y="653085"/>
                </a:lnTo>
                <a:moveTo>
                  <a:pt x="1077238" y="882792"/>
                </a:moveTo>
                <a:lnTo>
                  <a:pt x="1120252" y="904022"/>
                </a:lnTo>
                <a:moveTo>
                  <a:pt x="1007959" y="955109"/>
                </a:moveTo>
                <a:lnTo>
                  <a:pt x="988495" y="1057498"/>
                </a:lnTo>
                <a:moveTo>
                  <a:pt x="1756328" y="1026131"/>
                </a:moveTo>
                <a:lnTo>
                  <a:pt x="1758653" y="1024834"/>
                </a:lnTo>
                <a:moveTo>
                  <a:pt x="1701574" y="879633"/>
                </a:moveTo>
                <a:lnTo>
                  <a:pt x="1618317" y="907216"/>
                </a:lnTo>
                <a:moveTo>
                  <a:pt x="1007959" y="955109"/>
                </a:moveTo>
                <a:lnTo>
                  <a:pt x="990007" y="967400"/>
                </a:lnTo>
                <a:moveTo>
                  <a:pt x="1531259" y="952866"/>
                </a:moveTo>
                <a:lnTo>
                  <a:pt x="1546602" y="1003493"/>
                </a:lnTo>
                <a:moveTo>
                  <a:pt x="1036804" y="1190830"/>
                </a:moveTo>
                <a:lnTo>
                  <a:pt x="1022007" y="1129643"/>
                </a:lnTo>
                <a:moveTo>
                  <a:pt x="1164465" y="977712"/>
                </a:moveTo>
                <a:lnTo>
                  <a:pt x="1204459" y="1021384"/>
                </a:lnTo>
                <a:moveTo>
                  <a:pt x="1225361" y="1091708"/>
                </a:moveTo>
                <a:lnTo>
                  <a:pt x="1209647" y="1057250"/>
                </a:lnTo>
                <a:moveTo>
                  <a:pt x="1164465" y="977712"/>
                </a:moveTo>
                <a:lnTo>
                  <a:pt x="1153929" y="920909"/>
                </a:lnTo>
                <a:moveTo>
                  <a:pt x="1756328" y="1026131"/>
                </a:moveTo>
                <a:lnTo>
                  <a:pt x="1750846" y="1032991"/>
                </a:lnTo>
                <a:moveTo>
                  <a:pt x="2118863" y="741131"/>
                </a:moveTo>
                <a:lnTo>
                  <a:pt x="2121438" y="666267"/>
                </a:lnTo>
                <a:moveTo>
                  <a:pt x="2118863" y="741131"/>
                </a:moveTo>
                <a:lnTo>
                  <a:pt x="2146133" y="850270"/>
                </a:lnTo>
                <a:moveTo>
                  <a:pt x="2121438" y="666267"/>
                </a:moveTo>
                <a:lnTo>
                  <a:pt x="2045176" y="635851"/>
                </a:lnTo>
                <a:moveTo>
                  <a:pt x="2074344" y="435379"/>
                </a:moveTo>
                <a:lnTo>
                  <a:pt x="2070988" y="475312"/>
                </a:lnTo>
                <a:moveTo>
                  <a:pt x="2045176" y="635851"/>
                </a:moveTo>
                <a:lnTo>
                  <a:pt x="2058433" y="561877"/>
                </a:lnTo>
                <a:moveTo>
                  <a:pt x="2045176" y="635851"/>
                </a:moveTo>
                <a:lnTo>
                  <a:pt x="1970438" y="632795"/>
                </a:lnTo>
                <a:moveTo>
                  <a:pt x="1881680" y="690003"/>
                </a:moveTo>
                <a:lnTo>
                  <a:pt x="1807033" y="688562"/>
                </a:lnTo>
                <a:moveTo>
                  <a:pt x="1529509" y="790624"/>
                </a:moveTo>
                <a:lnTo>
                  <a:pt x="1527847" y="723079"/>
                </a:lnTo>
                <a:moveTo>
                  <a:pt x="1970438" y="632795"/>
                </a:moveTo>
                <a:lnTo>
                  <a:pt x="1881680" y="690003"/>
                </a:lnTo>
                <a:moveTo>
                  <a:pt x="1022007" y="1129643"/>
                </a:moveTo>
                <a:lnTo>
                  <a:pt x="988495" y="1057498"/>
                </a:lnTo>
                <a:moveTo>
                  <a:pt x="1567029" y="707874"/>
                </a:moveTo>
                <a:lnTo>
                  <a:pt x="1527847" y="723079"/>
                </a:lnTo>
                <a:moveTo>
                  <a:pt x="2107878" y="734809"/>
                </a:moveTo>
                <a:lnTo>
                  <a:pt x="2121438" y="666267"/>
                </a:lnTo>
                <a:moveTo>
                  <a:pt x="1929205" y="902146"/>
                </a:moveTo>
                <a:lnTo>
                  <a:pt x="1885528" y="879937"/>
                </a:lnTo>
                <a:moveTo>
                  <a:pt x="1618317" y="907216"/>
                </a:moveTo>
                <a:lnTo>
                  <a:pt x="1613916" y="908014"/>
                </a:lnTo>
                <a:moveTo>
                  <a:pt x="2070988" y="475312"/>
                </a:moveTo>
                <a:lnTo>
                  <a:pt x="2033065" y="451034"/>
                </a:lnTo>
                <a:moveTo>
                  <a:pt x="1529509" y="790624"/>
                </a:moveTo>
                <a:lnTo>
                  <a:pt x="1469379" y="887140"/>
                </a:lnTo>
                <a:moveTo>
                  <a:pt x="2119831" y="913776"/>
                </a:moveTo>
                <a:lnTo>
                  <a:pt x="2146133" y="850270"/>
                </a:lnTo>
                <a:moveTo>
                  <a:pt x="1034209" y="1154841"/>
                </a:moveTo>
                <a:lnTo>
                  <a:pt x="1036804" y="1190830"/>
                </a:lnTo>
                <a:moveTo>
                  <a:pt x="1780523" y="836582"/>
                </a:moveTo>
                <a:lnTo>
                  <a:pt x="1784325" y="854456"/>
                </a:lnTo>
                <a:moveTo>
                  <a:pt x="2055242" y="1076953"/>
                </a:moveTo>
                <a:lnTo>
                  <a:pt x="2025364" y="1005333"/>
                </a:lnTo>
                <a:moveTo>
                  <a:pt x="1147299" y="937098"/>
                </a:moveTo>
                <a:lnTo>
                  <a:pt x="1077238" y="882792"/>
                </a:lnTo>
                <a:moveTo>
                  <a:pt x="1641721" y="710111"/>
                </a:moveTo>
                <a:lnTo>
                  <a:pt x="1581356" y="653085"/>
                </a:lnTo>
                <a:moveTo>
                  <a:pt x="1780523" y="836582"/>
                </a:moveTo>
                <a:lnTo>
                  <a:pt x="1765693" y="862630"/>
                </a:lnTo>
                <a:moveTo>
                  <a:pt x="2110491" y="979732"/>
                </a:moveTo>
                <a:lnTo>
                  <a:pt x="2105296" y="949573"/>
                </a:lnTo>
                <a:moveTo>
                  <a:pt x="1996602" y="949966"/>
                </a:moveTo>
                <a:lnTo>
                  <a:pt x="1997795" y="992622"/>
                </a:lnTo>
                <a:moveTo>
                  <a:pt x="2145226" y="469412"/>
                </a:moveTo>
                <a:lnTo>
                  <a:pt x="2070988" y="475312"/>
                </a:lnTo>
                <a:moveTo>
                  <a:pt x="1703998" y="1093530"/>
                </a:moveTo>
                <a:lnTo>
                  <a:pt x="1750846" y="1032991"/>
                </a:lnTo>
                <a:moveTo>
                  <a:pt x="2086032" y="1014095"/>
                </a:moveTo>
                <a:lnTo>
                  <a:pt x="2057499" y="1078241"/>
                </a:lnTo>
                <a:moveTo>
                  <a:pt x="1209647" y="1057250"/>
                </a:moveTo>
                <a:lnTo>
                  <a:pt x="1164465" y="977712"/>
                </a:lnTo>
                <a:moveTo>
                  <a:pt x="2060740" y="1077747"/>
                </a:moveTo>
                <a:lnTo>
                  <a:pt x="2086032" y="1014095"/>
                </a:lnTo>
                <a:moveTo>
                  <a:pt x="2229288" y="479373"/>
                </a:moveTo>
                <a:lnTo>
                  <a:pt x="2268504" y="522933"/>
                </a:lnTo>
                <a:moveTo>
                  <a:pt x="1225361" y="1091708"/>
                </a:moveTo>
                <a:lnTo>
                  <a:pt x="1190312" y="1171316"/>
                </a:lnTo>
                <a:moveTo>
                  <a:pt x="1931379" y="867476"/>
                </a:moveTo>
                <a:lnTo>
                  <a:pt x="1859213" y="866664"/>
                </a:lnTo>
                <a:moveTo>
                  <a:pt x="1541476" y="873059"/>
                </a:moveTo>
                <a:lnTo>
                  <a:pt x="1469379" y="887140"/>
                </a:lnTo>
                <a:moveTo>
                  <a:pt x="2023830" y="967216"/>
                </a:moveTo>
                <a:lnTo>
                  <a:pt x="1997795" y="992622"/>
                </a:lnTo>
                <a:moveTo>
                  <a:pt x="1858579" y="821351"/>
                </a:moveTo>
                <a:lnTo>
                  <a:pt x="1784325" y="854456"/>
                </a:lnTo>
                <a:moveTo>
                  <a:pt x="2074344" y="435379"/>
                </a:moveTo>
                <a:lnTo>
                  <a:pt x="2033065" y="451034"/>
                </a:lnTo>
                <a:moveTo>
                  <a:pt x="1641721" y="710111"/>
                </a:moveTo>
                <a:lnTo>
                  <a:pt x="1656358" y="660900"/>
                </a:lnTo>
                <a:moveTo>
                  <a:pt x="1956326" y="691412"/>
                </a:moveTo>
                <a:lnTo>
                  <a:pt x="1970438" y="632795"/>
                </a:lnTo>
                <a:moveTo>
                  <a:pt x="2056821" y="532968"/>
                </a:moveTo>
                <a:lnTo>
                  <a:pt x="2070988" y="475312"/>
                </a:lnTo>
                <a:moveTo>
                  <a:pt x="1613916" y="908014"/>
                </a:moveTo>
                <a:lnTo>
                  <a:pt x="1531259" y="952866"/>
                </a:lnTo>
                <a:moveTo>
                  <a:pt x="2118863" y="741131"/>
                </a:moveTo>
                <a:lnTo>
                  <a:pt x="2107878" y="734809"/>
                </a:lnTo>
                <a:moveTo>
                  <a:pt x="1717097" y="724640"/>
                </a:moveTo>
                <a:lnTo>
                  <a:pt x="1731830" y="677142"/>
                </a:lnTo>
                <a:moveTo>
                  <a:pt x="1931379" y="867476"/>
                </a:moveTo>
                <a:lnTo>
                  <a:pt x="1885528" y="879937"/>
                </a:lnTo>
                <a:moveTo>
                  <a:pt x="2107878" y="734809"/>
                </a:moveTo>
                <a:lnTo>
                  <a:pt x="2045176" y="635851"/>
                </a:lnTo>
                <a:moveTo>
                  <a:pt x="1717097" y="724640"/>
                </a:moveTo>
                <a:lnTo>
                  <a:pt x="1656358" y="660900"/>
                </a:lnTo>
                <a:moveTo>
                  <a:pt x="1014726" y="1023391"/>
                </a:moveTo>
                <a:lnTo>
                  <a:pt x="988495" y="1057498"/>
                </a:lnTo>
                <a:moveTo>
                  <a:pt x="1106519" y="1227630"/>
                </a:moveTo>
                <a:lnTo>
                  <a:pt x="1034209" y="1154841"/>
                </a:lnTo>
                <a:moveTo>
                  <a:pt x="1792430" y="738381"/>
                </a:moveTo>
                <a:lnTo>
                  <a:pt x="1731830" y="677142"/>
                </a:lnTo>
                <a:moveTo>
                  <a:pt x="1779209" y="830454"/>
                </a:moveTo>
                <a:lnTo>
                  <a:pt x="1765693" y="862630"/>
                </a:lnTo>
                <a:moveTo>
                  <a:pt x="1164465" y="977712"/>
                </a:moveTo>
                <a:lnTo>
                  <a:pt x="1147299" y="937098"/>
                </a:lnTo>
                <a:moveTo>
                  <a:pt x="2094561" y="804160"/>
                </a:moveTo>
                <a:lnTo>
                  <a:pt x="2146133" y="850270"/>
                </a:lnTo>
                <a:moveTo>
                  <a:pt x="2094409" y="804990"/>
                </a:moveTo>
                <a:lnTo>
                  <a:pt x="2146133" y="850270"/>
                </a:lnTo>
                <a:moveTo>
                  <a:pt x="2023830" y="967216"/>
                </a:moveTo>
                <a:lnTo>
                  <a:pt x="2025364" y="1005333"/>
                </a:lnTo>
                <a:moveTo>
                  <a:pt x="2031562" y="703433"/>
                </a:moveTo>
                <a:lnTo>
                  <a:pt x="1970438" y="632795"/>
                </a:lnTo>
                <a:moveTo>
                  <a:pt x="1858579" y="821351"/>
                </a:moveTo>
                <a:lnTo>
                  <a:pt x="1859213" y="866664"/>
                </a:lnTo>
                <a:moveTo>
                  <a:pt x="1182077" y="1188322"/>
                </a:moveTo>
                <a:lnTo>
                  <a:pt x="1165076" y="1188202"/>
                </a:lnTo>
                <a:moveTo>
                  <a:pt x="1062918" y="937699"/>
                </a:moveTo>
                <a:lnTo>
                  <a:pt x="1033861" y="891545"/>
                </a:lnTo>
                <a:moveTo>
                  <a:pt x="2145226" y="469412"/>
                </a:moveTo>
                <a:lnTo>
                  <a:pt x="2074344" y="435379"/>
                </a:lnTo>
                <a:moveTo>
                  <a:pt x="2145894" y="463455"/>
                </a:moveTo>
                <a:lnTo>
                  <a:pt x="2074344" y="435379"/>
                </a:lnTo>
                <a:moveTo>
                  <a:pt x="1613916" y="908014"/>
                </a:moveTo>
                <a:lnTo>
                  <a:pt x="1541476" y="873059"/>
                </a:lnTo>
                <a:moveTo>
                  <a:pt x="1792430" y="738381"/>
                </a:moveTo>
                <a:lnTo>
                  <a:pt x="1807033" y="688562"/>
                </a:lnTo>
                <a:moveTo>
                  <a:pt x="1779209" y="830454"/>
                </a:moveTo>
                <a:lnTo>
                  <a:pt x="1701574" y="879633"/>
                </a:lnTo>
                <a:moveTo>
                  <a:pt x="1929205" y="902146"/>
                </a:moveTo>
                <a:lnTo>
                  <a:pt x="1931379" y="867476"/>
                </a:lnTo>
                <a:moveTo>
                  <a:pt x="1933390" y="833920"/>
                </a:moveTo>
                <a:lnTo>
                  <a:pt x="1859213" y="866664"/>
                </a:lnTo>
                <a:moveTo>
                  <a:pt x="2070988" y="475312"/>
                </a:moveTo>
                <a:lnTo>
                  <a:pt x="2049390" y="520696"/>
                </a:lnTo>
                <a:moveTo>
                  <a:pt x="2290329" y="938400"/>
                </a:moveTo>
                <a:lnTo>
                  <a:pt x="2313631" y="874461"/>
                </a:lnTo>
                <a:moveTo>
                  <a:pt x="1553073" y="769302"/>
                </a:moveTo>
                <a:lnTo>
                  <a:pt x="1527847" y="723079"/>
                </a:lnTo>
                <a:moveTo>
                  <a:pt x="1996602" y="949966"/>
                </a:moveTo>
                <a:lnTo>
                  <a:pt x="1929205" y="902146"/>
                </a:lnTo>
                <a:moveTo>
                  <a:pt x="1618317" y="907216"/>
                </a:moveTo>
                <a:lnTo>
                  <a:pt x="1545516" y="836759"/>
                </a:lnTo>
                <a:moveTo>
                  <a:pt x="1138867" y="962499"/>
                </a:moveTo>
                <a:lnTo>
                  <a:pt x="1147299" y="937098"/>
                </a:lnTo>
                <a:moveTo>
                  <a:pt x="1545516" y="836759"/>
                </a:moveTo>
                <a:lnTo>
                  <a:pt x="1613916" y="908014"/>
                </a:lnTo>
                <a:moveTo>
                  <a:pt x="2057499" y="1078241"/>
                </a:moveTo>
                <a:lnTo>
                  <a:pt x="2055242" y="1076953"/>
                </a:lnTo>
                <a:moveTo>
                  <a:pt x="2110491" y="979732"/>
                </a:moveTo>
                <a:lnTo>
                  <a:pt x="2086032" y="1014095"/>
                </a:lnTo>
                <a:moveTo>
                  <a:pt x="1956326" y="691412"/>
                </a:moveTo>
                <a:lnTo>
                  <a:pt x="1881680" y="690003"/>
                </a:lnTo>
                <a:moveTo>
                  <a:pt x="2060740" y="1077747"/>
                </a:moveTo>
                <a:lnTo>
                  <a:pt x="2057499" y="1078241"/>
                </a:lnTo>
                <a:moveTo>
                  <a:pt x="1138867" y="962499"/>
                </a:moveTo>
                <a:lnTo>
                  <a:pt x="1077238" y="882792"/>
                </a:lnTo>
                <a:moveTo>
                  <a:pt x="1696764" y="854173"/>
                </a:moveTo>
                <a:lnTo>
                  <a:pt x="1701574" y="879633"/>
                </a:lnTo>
                <a:moveTo>
                  <a:pt x="1213244" y="1157262"/>
                </a:moveTo>
                <a:lnTo>
                  <a:pt x="1225361" y="1091708"/>
                </a:lnTo>
                <a:moveTo>
                  <a:pt x="2145894" y="463455"/>
                </a:moveTo>
                <a:lnTo>
                  <a:pt x="2145226" y="469412"/>
                </a:lnTo>
                <a:moveTo>
                  <a:pt x="1867420" y="745982"/>
                </a:moveTo>
                <a:lnTo>
                  <a:pt x="1807033" y="688562"/>
                </a:lnTo>
                <a:moveTo>
                  <a:pt x="2056119" y="1083574"/>
                </a:moveTo>
                <a:lnTo>
                  <a:pt x="2057499" y="1078241"/>
                </a:lnTo>
                <a:moveTo>
                  <a:pt x="1202506" y="1042874"/>
                </a:moveTo>
                <a:lnTo>
                  <a:pt x="1209647" y="1057250"/>
                </a:lnTo>
                <a:moveTo>
                  <a:pt x="2056119" y="1083574"/>
                </a:moveTo>
                <a:lnTo>
                  <a:pt x="2055242" y="1076953"/>
                </a:lnTo>
                <a:moveTo>
                  <a:pt x="2031562" y="703433"/>
                </a:moveTo>
                <a:lnTo>
                  <a:pt x="2045176" y="635851"/>
                </a:lnTo>
                <a:moveTo>
                  <a:pt x="1182077" y="1188322"/>
                </a:moveTo>
                <a:lnTo>
                  <a:pt x="1106519" y="1227630"/>
                </a:lnTo>
                <a:moveTo>
                  <a:pt x="2060740" y="1077747"/>
                </a:moveTo>
                <a:lnTo>
                  <a:pt x="2056119" y="1083574"/>
                </a:lnTo>
                <a:moveTo>
                  <a:pt x="1701574" y="879633"/>
                </a:moveTo>
                <a:lnTo>
                  <a:pt x="1616515" y="867454"/>
                </a:lnTo>
                <a:moveTo>
                  <a:pt x="2118863" y="741131"/>
                </a:moveTo>
                <a:lnTo>
                  <a:pt x="2094561" y="804160"/>
                </a:lnTo>
                <a:moveTo>
                  <a:pt x="1213244" y="1157262"/>
                </a:moveTo>
                <a:lnTo>
                  <a:pt x="1190312" y="1171316"/>
                </a:lnTo>
                <a:moveTo>
                  <a:pt x="1541476" y="873059"/>
                </a:moveTo>
                <a:lnTo>
                  <a:pt x="1529509" y="790624"/>
                </a:lnTo>
                <a:moveTo>
                  <a:pt x="1103246" y="1194862"/>
                </a:moveTo>
                <a:lnTo>
                  <a:pt x="1106519" y="1227630"/>
                </a:lnTo>
                <a:moveTo>
                  <a:pt x="2157215" y="468964"/>
                </a:moveTo>
                <a:lnTo>
                  <a:pt x="2145226" y="469412"/>
                </a:lnTo>
                <a:moveTo>
                  <a:pt x="2144394" y="470585"/>
                </a:moveTo>
                <a:lnTo>
                  <a:pt x="2145226" y="469412"/>
                </a:lnTo>
                <a:moveTo>
                  <a:pt x="2157215" y="468964"/>
                </a:moveTo>
                <a:lnTo>
                  <a:pt x="2145894" y="463455"/>
                </a:lnTo>
                <a:moveTo>
                  <a:pt x="1014726" y="1023391"/>
                </a:moveTo>
                <a:lnTo>
                  <a:pt x="1007959" y="955109"/>
                </a:lnTo>
                <a:moveTo>
                  <a:pt x="1214169" y="1052195"/>
                </a:moveTo>
                <a:lnTo>
                  <a:pt x="1209647" y="1057250"/>
                </a:lnTo>
                <a:moveTo>
                  <a:pt x="1034209" y="1154841"/>
                </a:moveTo>
                <a:lnTo>
                  <a:pt x="1022007" y="1129643"/>
                </a:lnTo>
                <a:moveTo>
                  <a:pt x="2107878" y="734809"/>
                </a:moveTo>
                <a:lnTo>
                  <a:pt x="2031562" y="703433"/>
                </a:lnTo>
                <a:moveTo>
                  <a:pt x="1531259" y="952866"/>
                </a:moveTo>
                <a:lnTo>
                  <a:pt x="1541476" y="873059"/>
                </a:lnTo>
                <a:moveTo>
                  <a:pt x="2157215" y="468964"/>
                </a:moveTo>
                <a:lnTo>
                  <a:pt x="2144394" y="470585"/>
                </a:lnTo>
                <a:moveTo>
                  <a:pt x="2094561" y="804160"/>
                </a:moveTo>
                <a:lnTo>
                  <a:pt x="2107878" y="734809"/>
                </a:lnTo>
                <a:moveTo>
                  <a:pt x="2107878" y="734809"/>
                </a:moveTo>
                <a:lnTo>
                  <a:pt x="2094180" y="804871"/>
                </a:lnTo>
                <a:moveTo>
                  <a:pt x="2145226" y="469412"/>
                </a:moveTo>
                <a:lnTo>
                  <a:pt x="2056821" y="532968"/>
                </a:lnTo>
                <a:moveTo>
                  <a:pt x="1062918" y="937699"/>
                </a:moveTo>
                <a:lnTo>
                  <a:pt x="1077238" y="882792"/>
                </a:lnTo>
                <a:moveTo>
                  <a:pt x="1545516" y="836759"/>
                </a:moveTo>
                <a:lnTo>
                  <a:pt x="1529509" y="790624"/>
                </a:lnTo>
                <a:moveTo>
                  <a:pt x="1641721" y="710111"/>
                </a:moveTo>
                <a:lnTo>
                  <a:pt x="1567029" y="707874"/>
                </a:lnTo>
                <a:moveTo>
                  <a:pt x="2119831" y="913776"/>
                </a:moveTo>
                <a:lnTo>
                  <a:pt x="2094409" y="804990"/>
                </a:lnTo>
                <a:moveTo>
                  <a:pt x="1616515" y="867454"/>
                </a:moveTo>
                <a:lnTo>
                  <a:pt x="1618317" y="907216"/>
                </a:lnTo>
                <a:moveTo>
                  <a:pt x="2007430" y="1032152"/>
                </a:moveTo>
                <a:lnTo>
                  <a:pt x="2025364" y="1005333"/>
                </a:lnTo>
                <a:moveTo>
                  <a:pt x="2144394" y="470585"/>
                </a:moveTo>
                <a:lnTo>
                  <a:pt x="2056821" y="532968"/>
                </a:lnTo>
                <a:moveTo>
                  <a:pt x="1062918" y="937699"/>
                </a:moveTo>
                <a:lnTo>
                  <a:pt x="1007959" y="955109"/>
                </a:lnTo>
                <a:moveTo>
                  <a:pt x="1014726" y="1023391"/>
                </a:moveTo>
                <a:lnTo>
                  <a:pt x="1022007" y="1129643"/>
                </a:lnTo>
                <a:moveTo>
                  <a:pt x="1138867" y="962499"/>
                </a:moveTo>
                <a:lnTo>
                  <a:pt x="1164465" y="977712"/>
                </a:lnTo>
                <a:moveTo>
                  <a:pt x="1182077" y="1188322"/>
                </a:moveTo>
                <a:lnTo>
                  <a:pt x="1190312" y="1171316"/>
                </a:lnTo>
                <a:moveTo>
                  <a:pt x="2049390" y="520696"/>
                </a:moveTo>
                <a:lnTo>
                  <a:pt x="2033065" y="451034"/>
                </a:lnTo>
                <a:moveTo>
                  <a:pt x="2312608" y="836417"/>
                </a:moveTo>
                <a:lnTo>
                  <a:pt x="2313631" y="874461"/>
                </a:lnTo>
                <a:moveTo>
                  <a:pt x="2005706" y="863179"/>
                </a:moveTo>
                <a:lnTo>
                  <a:pt x="1929205" y="902146"/>
                </a:lnTo>
                <a:moveTo>
                  <a:pt x="1867420" y="745982"/>
                </a:moveTo>
                <a:lnTo>
                  <a:pt x="1881680" y="690003"/>
                </a:lnTo>
                <a:moveTo>
                  <a:pt x="2081510" y="885385"/>
                </a:moveTo>
                <a:lnTo>
                  <a:pt x="2119831" y="913776"/>
                </a:lnTo>
                <a:moveTo>
                  <a:pt x="1214169" y="1052195"/>
                </a:moveTo>
                <a:lnTo>
                  <a:pt x="1225361" y="1091708"/>
                </a:lnTo>
                <a:moveTo>
                  <a:pt x="1858579" y="821351"/>
                </a:moveTo>
                <a:lnTo>
                  <a:pt x="1780523" y="836582"/>
                </a:lnTo>
                <a:moveTo>
                  <a:pt x="2110491" y="979732"/>
                </a:moveTo>
                <a:lnTo>
                  <a:pt x="2119831" y="913776"/>
                </a:lnTo>
                <a:moveTo>
                  <a:pt x="2031562" y="703433"/>
                </a:moveTo>
                <a:lnTo>
                  <a:pt x="1956326" y="691412"/>
                </a:lnTo>
                <a:moveTo>
                  <a:pt x="1792542" y="828612"/>
                </a:moveTo>
                <a:lnTo>
                  <a:pt x="1780523" y="836582"/>
                </a:lnTo>
                <a:moveTo>
                  <a:pt x="1779209" y="830454"/>
                </a:moveTo>
                <a:lnTo>
                  <a:pt x="1780523" y="836582"/>
                </a:lnTo>
                <a:moveTo>
                  <a:pt x="1545516" y="836759"/>
                </a:moveTo>
                <a:lnTo>
                  <a:pt x="1541476" y="873059"/>
                </a:lnTo>
                <a:moveTo>
                  <a:pt x="2110491" y="979732"/>
                </a:moveTo>
                <a:lnTo>
                  <a:pt x="2060740" y="1077747"/>
                </a:lnTo>
                <a:moveTo>
                  <a:pt x="1553073" y="769302"/>
                </a:moveTo>
                <a:lnTo>
                  <a:pt x="1529509" y="790624"/>
                </a:lnTo>
                <a:moveTo>
                  <a:pt x="1553073" y="769302"/>
                </a:moveTo>
                <a:lnTo>
                  <a:pt x="1567029" y="707874"/>
                </a:lnTo>
                <a:moveTo>
                  <a:pt x="2023830" y="967216"/>
                </a:moveTo>
                <a:lnTo>
                  <a:pt x="1996602" y="949966"/>
                </a:lnTo>
                <a:moveTo>
                  <a:pt x="2144394" y="470585"/>
                </a:moveTo>
                <a:lnTo>
                  <a:pt x="2063173" y="522687"/>
                </a:lnTo>
                <a:moveTo>
                  <a:pt x="1933390" y="833920"/>
                </a:moveTo>
                <a:lnTo>
                  <a:pt x="1931379" y="867476"/>
                </a:lnTo>
                <a:moveTo>
                  <a:pt x="2094561" y="804160"/>
                </a:moveTo>
                <a:lnTo>
                  <a:pt x="2094409" y="804990"/>
                </a:lnTo>
                <a:moveTo>
                  <a:pt x="2094561" y="804160"/>
                </a:moveTo>
                <a:lnTo>
                  <a:pt x="2094180" y="804871"/>
                </a:lnTo>
                <a:moveTo>
                  <a:pt x="2094409" y="804990"/>
                </a:moveTo>
                <a:lnTo>
                  <a:pt x="2094180" y="804871"/>
                </a:lnTo>
                <a:moveTo>
                  <a:pt x="1717097" y="724640"/>
                </a:moveTo>
                <a:lnTo>
                  <a:pt x="1641721" y="710111"/>
                </a:lnTo>
                <a:moveTo>
                  <a:pt x="1202506" y="1042874"/>
                </a:moveTo>
                <a:lnTo>
                  <a:pt x="1164465" y="977712"/>
                </a:lnTo>
                <a:moveTo>
                  <a:pt x="2131511" y="1068277"/>
                </a:moveTo>
                <a:lnTo>
                  <a:pt x="2060740" y="1077747"/>
                </a:lnTo>
                <a:moveTo>
                  <a:pt x="1942306" y="751701"/>
                </a:moveTo>
                <a:lnTo>
                  <a:pt x="1881680" y="690003"/>
                </a:lnTo>
                <a:moveTo>
                  <a:pt x="2056821" y="532968"/>
                </a:moveTo>
                <a:lnTo>
                  <a:pt x="2049390" y="520696"/>
                </a:lnTo>
                <a:moveTo>
                  <a:pt x="2063173" y="522687"/>
                </a:moveTo>
                <a:lnTo>
                  <a:pt x="2056821" y="532968"/>
                </a:lnTo>
                <a:moveTo>
                  <a:pt x="1858579" y="821351"/>
                </a:moveTo>
                <a:lnTo>
                  <a:pt x="1792542" y="828612"/>
                </a:lnTo>
                <a:moveTo>
                  <a:pt x="2055370" y="525585"/>
                </a:moveTo>
                <a:lnTo>
                  <a:pt x="2056821" y="532968"/>
                </a:lnTo>
                <a:moveTo>
                  <a:pt x="1792430" y="738381"/>
                </a:moveTo>
                <a:lnTo>
                  <a:pt x="1717097" y="724640"/>
                </a:lnTo>
                <a:moveTo>
                  <a:pt x="2107878" y="734809"/>
                </a:moveTo>
                <a:lnTo>
                  <a:pt x="2017780" y="767986"/>
                </a:lnTo>
                <a:moveTo>
                  <a:pt x="1037285" y="1101453"/>
                </a:moveTo>
                <a:lnTo>
                  <a:pt x="1022007" y="1129643"/>
                </a:lnTo>
                <a:moveTo>
                  <a:pt x="1103246" y="1194862"/>
                </a:moveTo>
                <a:lnTo>
                  <a:pt x="1034209" y="1154841"/>
                </a:lnTo>
                <a:moveTo>
                  <a:pt x="1792542" y="828612"/>
                </a:moveTo>
                <a:lnTo>
                  <a:pt x="1779209" y="830454"/>
                </a:lnTo>
                <a:moveTo>
                  <a:pt x="1779821" y="823981"/>
                </a:moveTo>
                <a:lnTo>
                  <a:pt x="1717097" y="724640"/>
                </a:lnTo>
                <a:moveTo>
                  <a:pt x="2005706" y="863179"/>
                </a:moveTo>
                <a:lnTo>
                  <a:pt x="1931379" y="867476"/>
                </a:lnTo>
                <a:moveTo>
                  <a:pt x="2081510" y="885385"/>
                </a:moveTo>
                <a:lnTo>
                  <a:pt x="2094409" y="804990"/>
                </a:lnTo>
                <a:moveTo>
                  <a:pt x="1792542" y="828612"/>
                </a:moveTo>
                <a:lnTo>
                  <a:pt x="1779821" y="823981"/>
                </a:lnTo>
                <a:moveTo>
                  <a:pt x="1779209" y="830454"/>
                </a:moveTo>
                <a:lnTo>
                  <a:pt x="1779821" y="823981"/>
                </a:lnTo>
                <a:moveTo>
                  <a:pt x="1779821" y="823981"/>
                </a:moveTo>
                <a:lnTo>
                  <a:pt x="1792430" y="738381"/>
                </a:lnTo>
                <a:moveTo>
                  <a:pt x="1138867" y="962499"/>
                </a:moveTo>
                <a:lnTo>
                  <a:pt x="1062918" y="937699"/>
                </a:lnTo>
                <a:moveTo>
                  <a:pt x="1933390" y="833920"/>
                </a:moveTo>
                <a:lnTo>
                  <a:pt x="1858579" y="821351"/>
                </a:lnTo>
                <a:moveTo>
                  <a:pt x="1213244" y="1157262"/>
                </a:moveTo>
                <a:lnTo>
                  <a:pt x="1182077" y="1188322"/>
                </a:lnTo>
                <a:moveTo>
                  <a:pt x="1996602" y="949966"/>
                </a:moveTo>
                <a:lnTo>
                  <a:pt x="2005706" y="863179"/>
                </a:lnTo>
                <a:moveTo>
                  <a:pt x="1049130" y="1002154"/>
                </a:moveTo>
                <a:lnTo>
                  <a:pt x="1007959" y="955109"/>
                </a:lnTo>
                <a:moveTo>
                  <a:pt x="1641721" y="710111"/>
                </a:moveTo>
                <a:lnTo>
                  <a:pt x="1553073" y="769302"/>
                </a:lnTo>
                <a:moveTo>
                  <a:pt x="1202506" y="1042874"/>
                </a:moveTo>
                <a:lnTo>
                  <a:pt x="1138867" y="962499"/>
                </a:lnTo>
                <a:moveTo>
                  <a:pt x="2007430" y="1032152"/>
                </a:moveTo>
                <a:lnTo>
                  <a:pt x="2055242" y="1076953"/>
                </a:lnTo>
                <a:moveTo>
                  <a:pt x="1779209" y="830454"/>
                </a:moveTo>
                <a:lnTo>
                  <a:pt x="1696764" y="854173"/>
                </a:lnTo>
                <a:moveTo>
                  <a:pt x="1545516" y="836759"/>
                </a:moveTo>
                <a:lnTo>
                  <a:pt x="1553073" y="769302"/>
                </a:lnTo>
                <a:moveTo>
                  <a:pt x="1616515" y="867454"/>
                </a:moveTo>
                <a:lnTo>
                  <a:pt x="1545516" y="836759"/>
                </a:lnTo>
                <a:moveTo>
                  <a:pt x="2299880" y="901883"/>
                </a:moveTo>
                <a:lnTo>
                  <a:pt x="2313631" y="874461"/>
                </a:lnTo>
                <a:moveTo>
                  <a:pt x="1858579" y="821351"/>
                </a:moveTo>
                <a:lnTo>
                  <a:pt x="1867420" y="745982"/>
                </a:lnTo>
                <a:moveTo>
                  <a:pt x="2094409" y="804990"/>
                </a:moveTo>
                <a:lnTo>
                  <a:pt x="2005706" y="863179"/>
                </a:lnTo>
                <a:moveTo>
                  <a:pt x="1034209" y="1154841"/>
                </a:moveTo>
                <a:lnTo>
                  <a:pt x="1037285" y="1101453"/>
                </a:lnTo>
                <a:moveTo>
                  <a:pt x="1779821" y="823981"/>
                </a:moveTo>
                <a:lnTo>
                  <a:pt x="1696764" y="854173"/>
                </a:lnTo>
                <a:moveTo>
                  <a:pt x="1867420" y="745982"/>
                </a:moveTo>
                <a:lnTo>
                  <a:pt x="1792542" y="828612"/>
                </a:lnTo>
                <a:moveTo>
                  <a:pt x="2110491" y="979732"/>
                </a:moveTo>
                <a:lnTo>
                  <a:pt x="2081510" y="885385"/>
                </a:lnTo>
                <a:moveTo>
                  <a:pt x="1867420" y="745982"/>
                </a:moveTo>
                <a:lnTo>
                  <a:pt x="1792430" y="738381"/>
                </a:lnTo>
                <a:moveTo>
                  <a:pt x="2094409" y="804990"/>
                </a:moveTo>
                <a:lnTo>
                  <a:pt x="2006767" y="853311"/>
                </a:lnTo>
                <a:moveTo>
                  <a:pt x="2094180" y="804871"/>
                </a:moveTo>
                <a:lnTo>
                  <a:pt x="2006767" y="853311"/>
                </a:lnTo>
                <a:moveTo>
                  <a:pt x="2055370" y="525585"/>
                </a:moveTo>
                <a:lnTo>
                  <a:pt x="2049390" y="520696"/>
                </a:lnTo>
                <a:moveTo>
                  <a:pt x="2063173" y="522687"/>
                </a:moveTo>
                <a:lnTo>
                  <a:pt x="2055370" y="525585"/>
                </a:lnTo>
                <a:moveTo>
                  <a:pt x="1867420" y="745982"/>
                </a:moveTo>
                <a:lnTo>
                  <a:pt x="1779821" y="823981"/>
                </a:lnTo>
                <a:moveTo>
                  <a:pt x="2017780" y="767986"/>
                </a:moveTo>
                <a:lnTo>
                  <a:pt x="1956326" y="691412"/>
                </a:lnTo>
                <a:moveTo>
                  <a:pt x="1942306" y="751701"/>
                </a:moveTo>
                <a:lnTo>
                  <a:pt x="1956326" y="691412"/>
                </a:lnTo>
                <a:moveTo>
                  <a:pt x="1240185" y="1123257"/>
                </a:moveTo>
                <a:lnTo>
                  <a:pt x="1225361" y="1091708"/>
                </a:lnTo>
                <a:moveTo>
                  <a:pt x="1182077" y="1188322"/>
                </a:moveTo>
                <a:lnTo>
                  <a:pt x="1103246" y="1194862"/>
                </a:lnTo>
                <a:moveTo>
                  <a:pt x="2081510" y="885385"/>
                </a:moveTo>
                <a:lnTo>
                  <a:pt x="2005706" y="863179"/>
                </a:lnTo>
                <a:moveTo>
                  <a:pt x="2005706" y="863179"/>
                </a:moveTo>
                <a:lnTo>
                  <a:pt x="1933390" y="833920"/>
                </a:lnTo>
                <a:moveTo>
                  <a:pt x="2017780" y="767986"/>
                </a:moveTo>
                <a:lnTo>
                  <a:pt x="2031562" y="703433"/>
                </a:lnTo>
                <a:moveTo>
                  <a:pt x="1037285" y="1101453"/>
                </a:moveTo>
                <a:lnTo>
                  <a:pt x="1014726" y="1023391"/>
                </a:lnTo>
                <a:moveTo>
                  <a:pt x="1200572" y="1043572"/>
                </a:moveTo>
                <a:lnTo>
                  <a:pt x="1138867" y="962499"/>
                </a:lnTo>
                <a:moveTo>
                  <a:pt x="2131511" y="1068277"/>
                </a:moveTo>
                <a:lnTo>
                  <a:pt x="2110491" y="979732"/>
                </a:lnTo>
                <a:moveTo>
                  <a:pt x="1696764" y="854173"/>
                </a:moveTo>
                <a:lnTo>
                  <a:pt x="1616515" y="867454"/>
                </a:lnTo>
                <a:moveTo>
                  <a:pt x="2094180" y="804871"/>
                </a:moveTo>
                <a:lnTo>
                  <a:pt x="2017780" y="767986"/>
                </a:lnTo>
                <a:moveTo>
                  <a:pt x="1043323" y="1094826"/>
                </a:moveTo>
                <a:lnTo>
                  <a:pt x="1034209" y="1154841"/>
                </a:lnTo>
                <a:moveTo>
                  <a:pt x="2006767" y="853311"/>
                </a:moveTo>
                <a:lnTo>
                  <a:pt x="1933390" y="833920"/>
                </a:lnTo>
                <a:moveTo>
                  <a:pt x="2067848" y="952088"/>
                </a:moveTo>
                <a:lnTo>
                  <a:pt x="1996602" y="949966"/>
                </a:lnTo>
                <a:moveTo>
                  <a:pt x="1942306" y="751701"/>
                </a:moveTo>
                <a:lnTo>
                  <a:pt x="1858579" y="821351"/>
                </a:lnTo>
                <a:moveTo>
                  <a:pt x="1703234" y="787734"/>
                </a:moveTo>
                <a:lnTo>
                  <a:pt x="1641721" y="710111"/>
                </a:lnTo>
                <a:moveTo>
                  <a:pt x="2007430" y="1032152"/>
                </a:moveTo>
                <a:lnTo>
                  <a:pt x="2023830" y="967216"/>
                </a:lnTo>
                <a:moveTo>
                  <a:pt x="1629914" y="755424"/>
                </a:moveTo>
                <a:lnTo>
                  <a:pt x="1641721" y="710111"/>
                </a:lnTo>
                <a:moveTo>
                  <a:pt x="1703234" y="787734"/>
                </a:moveTo>
                <a:lnTo>
                  <a:pt x="1717097" y="724640"/>
                </a:lnTo>
                <a:moveTo>
                  <a:pt x="1037996" y="1088510"/>
                </a:moveTo>
                <a:lnTo>
                  <a:pt x="1014726" y="1023391"/>
                </a:lnTo>
                <a:moveTo>
                  <a:pt x="2138222" y="1013152"/>
                </a:moveTo>
                <a:lnTo>
                  <a:pt x="2110491" y="979732"/>
                </a:lnTo>
                <a:moveTo>
                  <a:pt x="1214169" y="1052195"/>
                </a:moveTo>
                <a:lnTo>
                  <a:pt x="1202506" y="1042874"/>
                </a:lnTo>
                <a:moveTo>
                  <a:pt x="2006767" y="853311"/>
                </a:moveTo>
                <a:lnTo>
                  <a:pt x="2005706" y="863179"/>
                </a:lnTo>
                <a:moveTo>
                  <a:pt x="2017780" y="767986"/>
                </a:moveTo>
                <a:lnTo>
                  <a:pt x="1933390" y="833920"/>
                </a:lnTo>
                <a:moveTo>
                  <a:pt x="1933390" y="833920"/>
                </a:moveTo>
                <a:lnTo>
                  <a:pt x="1942306" y="751701"/>
                </a:lnTo>
                <a:moveTo>
                  <a:pt x="2067848" y="952088"/>
                </a:moveTo>
                <a:lnTo>
                  <a:pt x="2023830" y="967216"/>
                </a:lnTo>
                <a:moveTo>
                  <a:pt x="1608651" y="764158"/>
                </a:moveTo>
                <a:lnTo>
                  <a:pt x="1545516" y="836759"/>
                </a:lnTo>
                <a:moveTo>
                  <a:pt x="1779821" y="823981"/>
                </a:moveTo>
                <a:lnTo>
                  <a:pt x="1703234" y="787734"/>
                </a:lnTo>
                <a:moveTo>
                  <a:pt x="1650555" y="770210"/>
                </a:moveTo>
                <a:lnTo>
                  <a:pt x="1641721" y="710111"/>
                </a:lnTo>
                <a:moveTo>
                  <a:pt x="2138222" y="1013152"/>
                </a:moveTo>
                <a:lnTo>
                  <a:pt x="2131511" y="1068277"/>
                </a:lnTo>
                <a:moveTo>
                  <a:pt x="1049130" y="1002154"/>
                </a:moveTo>
                <a:lnTo>
                  <a:pt x="1014726" y="1023391"/>
                </a:lnTo>
                <a:moveTo>
                  <a:pt x="1200572" y="1043572"/>
                </a:moveTo>
                <a:lnTo>
                  <a:pt x="1202506" y="1042874"/>
                </a:lnTo>
                <a:moveTo>
                  <a:pt x="1942306" y="751701"/>
                </a:moveTo>
                <a:lnTo>
                  <a:pt x="1867420" y="745982"/>
                </a:lnTo>
                <a:moveTo>
                  <a:pt x="2067848" y="952088"/>
                </a:moveTo>
                <a:lnTo>
                  <a:pt x="2081510" y="885385"/>
                </a:lnTo>
                <a:moveTo>
                  <a:pt x="2299880" y="901883"/>
                </a:moveTo>
                <a:lnTo>
                  <a:pt x="2290329" y="938400"/>
                </a:lnTo>
                <a:moveTo>
                  <a:pt x="1696764" y="854173"/>
                </a:moveTo>
                <a:lnTo>
                  <a:pt x="1703234" y="787734"/>
                </a:lnTo>
                <a:moveTo>
                  <a:pt x="2067848" y="952088"/>
                </a:moveTo>
                <a:lnTo>
                  <a:pt x="2110491" y="979732"/>
                </a:lnTo>
                <a:moveTo>
                  <a:pt x="1124317" y="1013268"/>
                </a:moveTo>
                <a:lnTo>
                  <a:pt x="1138867" y="962499"/>
                </a:lnTo>
                <a:moveTo>
                  <a:pt x="2006767" y="853311"/>
                </a:moveTo>
                <a:lnTo>
                  <a:pt x="2017780" y="767986"/>
                </a:lnTo>
                <a:moveTo>
                  <a:pt x="1200572" y="1043572"/>
                </a:moveTo>
                <a:lnTo>
                  <a:pt x="1214169" y="1052195"/>
                </a:lnTo>
                <a:moveTo>
                  <a:pt x="911215" y="891608"/>
                </a:moveTo>
                <a:lnTo>
                  <a:pt x="924229" y="813261"/>
                </a:lnTo>
                <a:moveTo>
                  <a:pt x="1629914" y="755424"/>
                </a:moveTo>
                <a:lnTo>
                  <a:pt x="1553073" y="769302"/>
                </a:lnTo>
                <a:moveTo>
                  <a:pt x="1240185" y="1123257"/>
                </a:moveTo>
                <a:lnTo>
                  <a:pt x="1213244" y="1157262"/>
                </a:lnTo>
                <a:moveTo>
                  <a:pt x="1049130" y="1002154"/>
                </a:moveTo>
                <a:lnTo>
                  <a:pt x="1062918" y="937699"/>
                </a:lnTo>
                <a:moveTo>
                  <a:pt x="1174434" y="1198256"/>
                </a:moveTo>
                <a:lnTo>
                  <a:pt x="1213244" y="1157262"/>
                </a:lnTo>
                <a:moveTo>
                  <a:pt x="2067848" y="952088"/>
                </a:moveTo>
                <a:lnTo>
                  <a:pt x="2005706" y="863179"/>
                </a:lnTo>
                <a:moveTo>
                  <a:pt x="1608651" y="764158"/>
                </a:moveTo>
                <a:lnTo>
                  <a:pt x="1553073" y="769302"/>
                </a:lnTo>
                <a:moveTo>
                  <a:pt x="1037996" y="1088510"/>
                </a:moveTo>
                <a:lnTo>
                  <a:pt x="1037285" y="1101453"/>
                </a:lnTo>
                <a:moveTo>
                  <a:pt x="2017780" y="767986"/>
                </a:moveTo>
                <a:lnTo>
                  <a:pt x="1942306" y="751701"/>
                </a:lnTo>
                <a:moveTo>
                  <a:pt x="1100767" y="1158320"/>
                </a:moveTo>
                <a:lnTo>
                  <a:pt x="1034209" y="1154841"/>
                </a:lnTo>
                <a:moveTo>
                  <a:pt x="1124317" y="1013268"/>
                </a:moveTo>
                <a:lnTo>
                  <a:pt x="1062918" y="937699"/>
                </a:lnTo>
                <a:moveTo>
                  <a:pt x="1043323" y="1094826"/>
                </a:moveTo>
                <a:lnTo>
                  <a:pt x="1037285" y="1101453"/>
                </a:lnTo>
                <a:moveTo>
                  <a:pt x="971124" y="806693"/>
                </a:moveTo>
                <a:lnTo>
                  <a:pt x="924229" y="813261"/>
                </a:lnTo>
                <a:moveTo>
                  <a:pt x="2138222" y="1013152"/>
                </a:moveTo>
                <a:lnTo>
                  <a:pt x="2067848" y="952088"/>
                </a:lnTo>
                <a:moveTo>
                  <a:pt x="1174434" y="1198256"/>
                </a:moveTo>
                <a:lnTo>
                  <a:pt x="1182077" y="1188322"/>
                </a:lnTo>
                <a:moveTo>
                  <a:pt x="1043323" y="1094826"/>
                </a:moveTo>
                <a:lnTo>
                  <a:pt x="1037996" y="1088510"/>
                </a:lnTo>
                <a:moveTo>
                  <a:pt x="2299880" y="901883"/>
                </a:moveTo>
                <a:lnTo>
                  <a:pt x="2312608" y="836417"/>
                </a:lnTo>
                <a:moveTo>
                  <a:pt x="1614267" y="829816"/>
                </a:moveTo>
                <a:lnTo>
                  <a:pt x="1545516" y="836759"/>
                </a:lnTo>
                <a:moveTo>
                  <a:pt x="2062665" y="955802"/>
                </a:moveTo>
                <a:lnTo>
                  <a:pt x="2023830" y="967216"/>
                </a:lnTo>
                <a:moveTo>
                  <a:pt x="985785" y="891661"/>
                </a:moveTo>
                <a:lnTo>
                  <a:pt x="924229" y="813261"/>
                </a:lnTo>
                <a:moveTo>
                  <a:pt x="1629914" y="755424"/>
                </a:moveTo>
                <a:lnTo>
                  <a:pt x="1608651" y="764158"/>
                </a:lnTo>
                <a:moveTo>
                  <a:pt x="1240185" y="1123257"/>
                </a:moveTo>
                <a:lnTo>
                  <a:pt x="1214169" y="1052195"/>
                </a:lnTo>
                <a:moveTo>
                  <a:pt x="1037996" y="1088510"/>
                </a:moveTo>
                <a:lnTo>
                  <a:pt x="1049130" y="1002154"/>
                </a:lnTo>
                <a:moveTo>
                  <a:pt x="1703234" y="787734"/>
                </a:moveTo>
                <a:lnTo>
                  <a:pt x="1650555" y="770210"/>
                </a:lnTo>
                <a:moveTo>
                  <a:pt x="1200572" y="1043572"/>
                </a:moveTo>
                <a:lnTo>
                  <a:pt x="1124317" y="1013268"/>
                </a:lnTo>
                <a:moveTo>
                  <a:pt x="1650555" y="770210"/>
                </a:moveTo>
                <a:lnTo>
                  <a:pt x="1629914" y="755424"/>
                </a:lnTo>
                <a:moveTo>
                  <a:pt x="1182077" y="1188322"/>
                </a:moveTo>
                <a:lnTo>
                  <a:pt x="1100767" y="1158320"/>
                </a:lnTo>
                <a:moveTo>
                  <a:pt x="1100767" y="1158320"/>
                </a:moveTo>
                <a:lnTo>
                  <a:pt x="1103246" y="1194862"/>
                </a:lnTo>
                <a:moveTo>
                  <a:pt x="1696764" y="854173"/>
                </a:moveTo>
                <a:lnTo>
                  <a:pt x="1614267" y="829816"/>
                </a:lnTo>
                <a:moveTo>
                  <a:pt x="1240185" y="1123257"/>
                </a:moveTo>
                <a:lnTo>
                  <a:pt x="1200572" y="1043572"/>
                </a:lnTo>
                <a:moveTo>
                  <a:pt x="1235503" y="1189886"/>
                </a:moveTo>
                <a:lnTo>
                  <a:pt x="1213244" y="1157262"/>
                </a:lnTo>
                <a:moveTo>
                  <a:pt x="1627210" y="761599"/>
                </a:moveTo>
                <a:lnTo>
                  <a:pt x="1629914" y="755424"/>
                </a:lnTo>
                <a:moveTo>
                  <a:pt x="985785" y="891661"/>
                </a:moveTo>
                <a:lnTo>
                  <a:pt x="911215" y="891608"/>
                </a:lnTo>
                <a:moveTo>
                  <a:pt x="1614267" y="829816"/>
                </a:moveTo>
                <a:lnTo>
                  <a:pt x="1616515" y="867454"/>
                </a:lnTo>
                <a:moveTo>
                  <a:pt x="1627210" y="761599"/>
                </a:moveTo>
                <a:lnTo>
                  <a:pt x="1608651" y="764158"/>
                </a:lnTo>
                <a:moveTo>
                  <a:pt x="1182077" y="1188322"/>
                </a:moveTo>
                <a:lnTo>
                  <a:pt x="1133993" y="1175225"/>
                </a:lnTo>
                <a:moveTo>
                  <a:pt x="2024182" y="996675"/>
                </a:moveTo>
                <a:lnTo>
                  <a:pt x="2023830" y="967216"/>
                </a:lnTo>
                <a:moveTo>
                  <a:pt x="1124317" y="1013268"/>
                </a:moveTo>
                <a:lnTo>
                  <a:pt x="1049130" y="1002154"/>
                </a:lnTo>
                <a:moveTo>
                  <a:pt x="2290661" y="795351"/>
                </a:moveTo>
                <a:lnTo>
                  <a:pt x="2312608" y="836417"/>
                </a:lnTo>
                <a:moveTo>
                  <a:pt x="1627210" y="761599"/>
                </a:moveTo>
                <a:lnTo>
                  <a:pt x="1650555" y="770210"/>
                </a:lnTo>
                <a:moveTo>
                  <a:pt x="2138222" y="1013152"/>
                </a:moveTo>
                <a:lnTo>
                  <a:pt x="2062665" y="955802"/>
                </a:lnTo>
                <a:moveTo>
                  <a:pt x="985785" y="891661"/>
                </a:moveTo>
                <a:lnTo>
                  <a:pt x="971124" y="806693"/>
                </a:lnTo>
                <a:moveTo>
                  <a:pt x="991961" y="842476"/>
                </a:moveTo>
                <a:lnTo>
                  <a:pt x="971124" y="806693"/>
                </a:lnTo>
                <a:moveTo>
                  <a:pt x="1100767" y="1158320"/>
                </a:moveTo>
                <a:lnTo>
                  <a:pt x="1043323" y="1094826"/>
                </a:lnTo>
                <a:moveTo>
                  <a:pt x="1703234" y="787734"/>
                </a:moveTo>
                <a:lnTo>
                  <a:pt x="1614267" y="829816"/>
                </a:lnTo>
                <a:moveTo>
                  <a:pt x="972424" y="963762"/>
                </a:moveTo>
                <a:lnTo>
                  <a:pt x="911215" y="891608"/>
                </a:lnTo>
                <a:moveTo>
                  <a:pt x="2062665" y="955802"/>
                </a:moveTo>
                <a:lnTo>
                  <a:pt x="2067848" y="952088"/>
                </a:lnTo>
                <a:moveTo>
                  <a:pt x="1614267" y="829816"/>
                </a:moveTo>
                <a:lnTo>
                  <a:pt x="1608651" y="764158"/>
                </a:lnTo>
                <a:moveTo>
                  <a:pt x="991961" y="842476"/>
                </a:moveTo>
                <a:lnTo>
                  <a:pt x="985785" y="891661"/>
                </a:lnTo>
                <a:moveTo>
                  <a:pt x="1650555" y="770210"/>
                </a:moveTo>
                <a:lnTo>
                  <a:pt x="1614267" y="829816"/>
                </a:lnTo>
                <a:moveTo>
                  <a:pt x="1627210" y="761599"/>
                </a:moveTo>
                <a:lnTo>
                  <a:pt x="1614267" y="829816"/>
                </a:lnTo>
                <a:moveTo>
                  <a:pt x="2024182" y="996675"/>
                </a:moveTo>
                <a:lnTo>
                  <a:pt x="2007430" y="1032152"/>
                </a:lnTo>
                <a:moveTo>
                  <a:pt x="1200572" y="1043572"/>
                </a:moveTo>
                <a:lnTo>
                  <a:pt x="1110060" y="1069316"/>
                </a:lnTo>
                <a:moveTo>
                  <a:pt x="2278780" y="860940"/>
                </a:moveTo>
                <a:lnTo>
                  <a:pt x="2312608" y="836417"/>
                </a:lnTo>
                <a:moveTo>
                  <a:pt x="1188872" y="1059362"/>
                </a:moveTo>
                <a:lnTo>
                  <a:pt x="1200572" y="1043572"/>
                </a:lnTo>
                <a:moveTo>
                  <a:pt x="1110060" y="1069316"/>
                </a:moveTo>
                <a:lnTo>
                  <a:pt x="1037996" y="1088510"/>
                </a:lnTo>
                <a:moveTo>
                  <a:pt x="972424" y="963762"/>
                </a:moveTo>
                <a:lnTo>
                  <a:pt x="985785" y="891661"/>
                </a:lnTo>
                <a:moveTo>
                  <a:pt x="1110060" y="1069316"/>
                </a:moveTo>
                <a:lnTo>
                  <a:pt x="1043323" y="1094826"/>
                </a:lnTo>
                <a:moveTo>
                  <a:pt x="1003646" y="878694"/>
                </a:moveTo>
                <a:lnTo>
                  <a:pt x="985785" y="891661"/>
                </a:lnTo>
                <a:moveTo>
                  <a:pt x="1174434" y="1198256"/>
                </a:moveTo>
                <a:lnTo>
                  <a:pt x="1133993" y="1175225"/>
                </a:lnTo>
                <a:moveTo>
                  <a:pt x="1110060" y="1069316"/>
                </a:moveTo>
                <a:lnTo>
                  <a:pt x="1049130" y="1002154"/>
                </a:lnTo>
                <a:moveTo>
                  <a:pt x="1003646" y="878694"/>
                </a:moveTo>
                <a:lnTo>
                  <a:pt x="991961" y="842476"/>
                </a:lnTo>
                <a:moveTo>
                  <a:pt x="1235503" y="1189886"/>
                </a:moveTo>
                <a:lnTo>
                  <a:pt x="1240185" y="1123257"/>
                </a:lnTo>
                <a:moveTo>
                  <a:pt x="1235503" y="1189886"/>
                </a:moveTo>
                <a:lnTo>
                  <a:pt x="1174434" y="1198256"/>
                </a:lnTo>
                <a:moveTo>
                  <a:pt x="1110060" y="1069316"/>
                </a:moveTo>
                <a:lnTo>
                  <a:pt x="1124317" y="1013268"/>
                </a:lnTo>
                <a:moveTo>
                  <a:pt x="1133993" y="1175225"/>
                </a:moveTo>
                <a:lnTo>
                  <a:pt x="1100767" y="1158320"/>
                </a:lnTo>
                <a:moveTo>
                  <a:pt x="1167028" y="1211541"/>
                </a:moveTo>
                <a:lnTo>
                  <a:pt x="1174434" y="1198256"/>
                </a:lnTo>
                <a:moveTo>
                  <a:pt x="1003646" y="878694"/>
                </a:moveTo>
                <a:lnTo>
                  <a:pt x="972424" y="963762"/>
                </a:lnTo>
                <a:moveTo>
                  <a:pt x="2278780" y="860940"/>
                </a:moveTo>
                <a:lnTo>
                  <a:pt x="2299880" y="901883"/>
                </a:lnTo>
                <a:moveTo>
                  <a:pt x="2062665" y="955802"/>
                </a:moveTo>
                <a:lnTo>
                  <a:pt x="2024182" y="996675"/>
                </a:lnTo>
                <a:moveTo>
                  <a:pt x="1100767" y="1158320"/>
                </a:moveTo>
                <a:lnTo>
                  <a:pt x="1110060" y="1069316"/>
                </a:lnTo>
                <a:moveTo>
                  <a:pt x="1125888" y="1068854"/>
                </a:moveTo>
                <a:lnTo>
                  <a:pt x="1100767" y="1158320"/>
                </a:lnTo>
                <a:moveTo>
                  <a:pt x="1167028" y="1211541"/>
                </a:moveTo>
                <a:lnTo>
                  <a:pt x="1133993" y="1175225"/>
                </a:lnTo>
                <a:moveTo>
                  <a:pt x="2278780" y="860940"/>
                </a:moveTo>
                <a:lnTo>
                  <a:pt x="2290661" y="795351"/>
                </a:lnTo>
                <a:moveTo>
                  <a:pt x="1125888" y="1068854"/>
                </a:moveTo>
                <a:lnTo>
                  <a:pt x="1133993" y="1175225"/>
                </a:lnTo>
                <a:moveTo>
                  <a:pt x="958601" y="1027592"/>
                </a:moveTo>
                <a:lnTo>
                  <a:pt x="972424" y="963762"/>
                </a:lnTo>
                <a:moveTo>
                  <a:pt x="1004296" y="946093"/>
                </a:moveTo>
                <a:lnTo>
                  <a:pt x="972424" y="963762"/>
                </a:lnTo>
                <a:moveTo>
                  <a:pt x="1004296" y="946093"/>
                </a:moveTo>
                <a:lnTo>
                  <a:pt x="1003646" y="878694"/>
                </a:lnTo>
                <a:moveTo>
                  <a:pt x="1188872" y="1059362"/>
                </a:moveTo>
                <a:lnTo>
                  <a:pt x="1110060" y="1069316"/>
                </a:lnTo>
                <a:moveTo>
                  <a:pt x="1125888" y="1068854"/>
                </a:moveTo>
                <a:lnTo>
                  <a:pt x="1110060" y="1069316"/>
                </a:lnTo>
                <a:moveTo>
                  <a:pt x="1188872" y="1059362"/>
                </a:moveTo>
                <a:lnTo>
                  <a:pt x="1125888" y="1068854"/>
                </a:lnTo>
                <a:moveTo>
                  <a:pt x="1109373" y="1133774"/>
                </a:moveTo>
                <a:lnTo>
                  <a:pt x="1133993" y="1175225"/>
                </a:lnTo>
                <a:moveTo>
                  <a:pt x="1187612" y="1250274"/>
                </a:moveTo>
                <a:lnTo>
                  <a:pt x="1167028" y="1211541"/>
                </a:lnTo>
                <a:moveTo>
                  <a:pt x="1184421" y="1065621"/>
                </a:moveTo>
                <a:lnTo>
                  <a:pt x="1188872" y="1059362"/>
                </a:lnTo>
                <a:moveTo>
                  <a:pt x="1611786" y="793284"/>
                </a:moveTo>
                <a:lnTo>
                  <a:pt x="1613009" y="818641"/>
                </a:lnTo>
                <a:moveTo>
                  <a:pt x="1004296" y="946093"/>
                </a:moveTo>
                <a:lnTo>
                  <a:pt x="958601" y="1027592"/>
                </a:lnTo>
                <a:moveTo>
                  <a:pt x="1613196" y="794223"/>
                </a:moveTo>
                <a:lnTo>
                  <a:pt x="1613009" y="818641"/>
                </a:lnTo>
                <a:moveTo>
                  <a:pt x="1184421" y="1065621"/>
                </a:moveTo>
                <a:lnTo>
                  <a:pt x="1125888" y="1068854"/>
                </a:lnTo>
                <a:moveTo>
                  <a:pt x="1109373" y="1133774"/>
                </a:moveTo>
                <a:lnTo>
                  <a:pt x="1125888" y="1068854"/>
                </a:lnTo>
                <a:moveTo>
                  <a:pt x="1158772" y="1229093"/>
                </a:moveTo>
                <a:lnTo>
                  <a:pt x="1167028" y="1211541"/>
                </a:lnTo>
                <a:moveTo>
                  <a:pt x="1598392" y="868210"/>
                </a:moveTo>
                <a:lnTo>
                  <a:pt x="1613009" y="818641"/>
                </a:lnTo>
                <a:moveTo>
                  <a:pt x="1129395" y="1203970"/>
                </a:moveTo>
                <a:lnTo>
                  <a:pt x="1133993" y="1175225"/>
                </a:lnTo>
                <a:moveTo>
                  <a:pt x="1673595" y="879625"/>
                </a:moveTo>
                <a:lnTo>
                  <a:pt x="1613009" y="818641"/>
                </a:lnTo>
                <a:moveTo>
                  <a:pt x="1003199" y="1013239"/>
                </a:moveTo>
                <a:lnTo>
                  <a:pt x="958601" y="1027592"/>
                </a:lnTo>
                <a:moveTo>
                  <a:pt x="1158772" y="1229093"/>
                </a:moveTo>
                <a:lnTo>
                  <a:pt x="1187612" y="1250274"/>
                </a:lnTo>
                <a:moveTo>
                  <a:pt x="1003199" y="1013239"/>
                </a:moveTo>
                <a:lnTo>
                  <a:pt x="1004296" y="946093"/>
                </a:lnTo>
                <a:moveTo>
                  <a:pt x="1613196" y="794223"/>
                </a:moveTo>
                <a:lnTo>
                  <a:pt x="1611786" y="793284"/>
                </a:lnTo>
                <a:moveTo>
                  <a:pt x="1611544" y="792350"/>
                </a:moveTo>
                <a:lnTo>
                  <a:pt x="1611786" y="793284"/>
                </a:lnTo>
                <a:moveTo>
                  <a:pt x="1611544" y="792350"/>
                </a:moveTo>
                <a:lnTo>
                  <a:pt x="1613196" y="794223"/>
                </a:lnTo>
                <a:moveTo>
                  <a:pt x="1167028" y="1211541"/>
                </a:moveTo>
                <a:lnTo>
                  <a:pt x="1129395" y="1203970"/>
                </a:lnTo>
                <a:moveTo>
                  <a:pt x="1673595" y="879625"/>
                </a:moveTo>
                <a:lnTo>
                  <a:pt x="1613196" y="794223"/>
                </a:lnTo>
                <a:moveTo>
                  <a:pt x="1677111" y="850957"/>
                </a:moveTo>
                <a:lnTo>
                  <a:pt x="1613196" y="794223"/>
                </a:lnTo>
                <a:moveTo>
                  <a:pt x="1677111" y="850957"/>
                </a:moveTo>
                <a:lnTo>
                  <a:pt x="1611544" y="792350"/>
                </a:lnTo>
                <a:moveTo>
                  <a:pt x="1169354" y="1107115"/>
                </a:moveTo>
                <a:lnTo>
                  <a:pt x="1125888" y="1068854"/>
                </a:lnTo>
                <a:moveTo>
                  <a:pt x="1129395" y="1203970"/>
                </a:moveTo>
                <a:lnTo>
                  <a:pt x="1109373" y="1133774"/>
                </a:lnTo>
                <a:moveTo>
                  <a:pt x="1673595" y="879625"/>
                </a:moveTo>
                <a:lnTo>
                  <a:pt x="1598392" y="868210"/>
                </a:lnTo>
                <a:moveTo>
                  <a:pt x="1158772" y="1229093"/>
                </a:moveTo>
                <a:lnTo>
                  <a:pt x="1129395" y="1203970"/>
                </a:lnTo>
                <a:moveTo>
                  <a:pt x="1598392" y="868210"/>
                </a:moveTo>
                <a:lnTo>
                  <a:pt x="1569734" y="855250"/>
                </a:lnTo>
                <a:moveTo>
                  <a:pt x="1677111" y="850957"/>
                </a:moveTo>
                <a:lnTo>
                  <a:pt x="1673595" y="879625"/>
                </a:lnTo>
                <a:moveTo>
                  <a:pt x="1169354" y="1107115"/>
                </a:moveTo>
                <a:lnTo>
                  <a:pt x="1184421" y="1065621"/>
                </a:lnTo>
                <a:moveTo>
                  <a:pt x="1593795" y="878819"/>
                </a:moveTo>
                <a:lnTo>
                  <a:pt x="1598392" y="868210"/>
                </a:lnTo>
                <a:moveTo>
                  <a:pt x="1169354" y="1107115"/>
                </a:moveTo>
                <a:lnTo>
                  <a:pt x="1109373" y="1133774"/>
                </a:lnTo>
                <a:moveTo>
                  <a:pt x="1593795" y="878819"/>
                </a:moveTo>
                <a:lnTo>
                  <a:pt x="1569734" y="855250"/>
                </a:lnTo>
                <a:moveTo>
                  <a:pt x="1146863" y="1259085"/>
                </a:moveTo>
                <a:lnTo>
                  <a:pt x="1158772" y="1229093"/>
                </a:lnTo>
                <a:moveTo>
                  <a:pt x="1169354" y="1107115"/>
                </a:moveTo>
                <a:lnTo>
                  <a:pt x="1129395" y="1203970"/>
                </a:lnTo>
                <a:moveTo>
                  <a:pt x="1146863" y="1259085"/>
                </a:moveTo>
                <a:lnTo>
                  <a:pt x="1129395" y="1203970"/>
                </a:lnTo>
                <a:moveTo>
                  <a:pt x="1014949" y="1101427"/>
                </a:moveTo>
                <a:lnTo>
                  <a:pt x="1009113" y="1081398"/>
                </a:lnTo>
                <a:moveTo>
                  <a:pt x="1129395" y="1203970"/>
                </a:moveTo>
                <a:lnTo>
                  <a:pt x="1080797" y="1167928"/>
                </a:lnTo>
                <a:moveTo>
                  <a:pt x="1005567" y="1156041"/>
                </a:moveTo>
                <a:lnTo>
                  <a:pt x="1009113" y="1081398"/>
                </a:lnTo>
                <a:moveTo>
                  <a:pt x="1083326" y="1144587"/>
                </a:moveTo>
                <a:lnTo>
                  <a:pt x="1129395" y="1203970"/>
                </a:lnTo>
                <a:moveTo>
                  <a:pt x="1174930" y="1105346"/>
                </a:moveTo>
                <a:lnTo>
                  <a:pt x="1169354" y="1107115"/>
                </a:lnTo>
                <a:moveTo>
                  <a:pt x="1167873" y="1110870"/>
                </a:moveTo>
                <a:lnTo>
                  <a:pt x="1169354" y="1107115"/>
                </a:lnTo>
                <a:moveTo>
                  <a:pt x="1014949" y="1101427"/>
                </a:moveTo>
                <a:lnTo>
                  <a:pt x="1005567" y="1156041"/>
                </a:lnTo>
                <a:moveTo>
                  <a:pt x="1174930" y="1105346"/>
                </a:moveTo>
                <a:lnTo>
                  <a:pt x="1167873" y="1110870"/>
                </a:lnTo>
                <a:moveTo>
                  <a:pt x="1080797" y="1167928"/>
                </a:moveTo>
                <a:lnTo>
                  <a:pt x="1014949" y="1101427"/>
                </a:lnTo>
                <a:moveTo>
                  <a:pt x="1146863" y="1259085"/>
                </a:moveTo>
                <a:lnTo>
                  <a:pt x="1080797" y="1167928"/>
                </a:lnTo>
                <a:moveTo>
                  <a:pt x="1083326" y="1144587"/>
                </a:moveTo>
                <a:lnTo>
                  <a:pt x="1014949" y="1101427"/>
                </a:lnTo>
                <a:moveTo>
                  <a:pt x="1169354" y="1107115"/>
                </a:moveTo>
                <a:lnTo>
                  <a:pt x="1083326" y="1144587"/>
                </a:lnTo>
                <a:moveTo>
                  <a:pt x="1080797" y="1167928"/>
                </a:moveTo>
                <a:lnTo>
                  <a:pt x="1005567" y="1156041"/>
                </a:lnTo>
                <a:moveTo>
                  <a:pt x="1167873" y="1110870"/>
                </a:moveTo>
                <a:lnTo>
                  <a:pt x="1083326" y="1144587"/>
                </a:lnTo>
                <a:moveTo>
                  <a:pt x="1083326" y="1144587"/>
                </a:moveTo>
                <a:lnTo>
                  <a:pt x="1080797" y="1167928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pxt_3_official_ReferenceLigand_0">
            <a:extLst>
              <a:ext uri="{FF2B5EF4-FFF2-40B4-BE49-F238E27FC236}">
                <a16:creationId xmlns:a16="http://schemas.microsoft.com/office/drawing/2014/main" id="{BC9B786E-E5F4-46C5-8030-82FCC2DCDD02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431" y="911041"/>
                </a:moveTo>
                <a:lnTo>
                  <a:pt x="1354754" y="825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pxt_3_official_ReferenceLigand_1">
            <a:extLst>
              <a:ext uri="{FF2B5EF4-FFF2-40B4-BE49-F238E27FC236}">
                <a16:creationId xmlns:a16="http://schemas.microsoft.com/office/drawing/2014/main" id="{2D239EDB-AFF7-4E3A-BE95-7AEC2FD6D9D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635" y="913103"/>
                </a:moveTo>
                <a:lnTo>
                  <a:pt x="1115353" y="8101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pxt_3_official_ReferenceLigand_2">
            <a:extLst>
              <a:ext uri="{FF2B5EF4-FFF2-40B4-BE49-F238E27FC236}">
                <a16:creationId xmlns:a16="http://schemas.microsoft.com/office/drawing/2014/main" id="{2720B8C0-9408-450C-9D6E-80F9BD57178B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635" y="913103"/>
                </a:moveTo>
                <a:lnTo>
                  <a:pt x="1292431" y="9110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pxt_3_official_ReferenceLigand_3">
            <a:extLst>
              <a:ext uri="{FF2B5EF4-FFF2-40B4-BE49-F238E27FC236}">
                <a16:creationId xmlns:a16="http://schemas.microsoft.com/office/drawing/2014/main" id="{EAC0BFD1-EEC5-4143-87EA-AE4830506B42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4849" y="651144"/>
                </a:moveTo>
                <a:lnTo>
                  <a:pt x="2317510" y="704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pxt_3_official_ReferenceLigand_4">
            <a:extLst>
              <a:ext uri="{FF2B5EF4-FFF2-40B4-BE49-F238E27FC236}">
                <a16:creationId xmlns:a16="http://schemas.microsoft.com/office/drawing/2014/main" id="{2BD5B1C6-4282-4D0A-B149-EB6B862F0058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431" y="911041"/>
                </a:moveTo>
                <a:lnTo>
                  <a:pt x="1365211" y="9826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pxt_3_official_ReferenceLigand_5">
            <a:extLst>
              <a:ext uri="{FF2B5EF4-FFF2-40B4-BE49-F238E27FC236}">
                <a16:creationId xmlns:a16="http://schemas.microsoft.com/office/drawing/2014/main" id="{D1039389-8FFE-41E0-83A2-C2B482FA8A0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8095" y="549976"/>
                </a:moveTo>
                <a:lnTo>
                  <a:pt x="2274849" y="6511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pxt_3_official_ReferenceLigand_6">
            <a:extLst>
              <a:ext uri="{FF2B5EF4-FFF2-40B4-BE49-F238E27FC236}">
                <a16:creationId xmlns:a16="http://schemas.microsoft.com/office/drawing/2014/main" id="{D084BA44-08B0-478D-BAD5-B018AF6F533C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53" y="983473"/>
                </a:moveTo>
                <a:lnTo>
                  <a:pt x="1192635" y="9131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pxt_3_official_ReferenceLigand_7">
            <a:extLst>
              <a:ext uri="{FF2B5EF4-FFF2-40B4-BE49-F238E27FC236}">
                <a16:creationId xmlns:a16="http://schemas.microsoft.com/office/drawing/2014/main" id="{A159B06E-1B7C-46B0-B00E-A11400BE6F1C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3574" y="925811"/>
                </a:moveTo>
                <a:lnTo>
                  <a:pt x="1365211" y="9826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pxt_3_official_ReferenceLigand_8">
            <a:extLst>
              <a:ext uri="{FF2B5EF4-FFF2-40B4-BE49-F238E27FC236}">
                <a16:creationId xmlns:a16="http://schemas.microsoft.com/office/drawing/2014/main" id="{63F2E5A4-E0BC-49CB-A7C3-8EA8CB91310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4849" y="651144"/>
                </a:moveTo>
                <a:lnTo>
                  <a:pt x="2214601" y="696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pxt_3_official_ReferenceLigand_9">
            <a:extLst>
              <a:ext uri="{FF2B5EF4-FFF2-40B4-BE49-F238E27FC236}">
                <a16:creationId xmlns:a16="http://schemas.microsoft.com/office/drawing/2014/main" id="{D50EDF71-76A6-4A1F-B1AE-4CDD76D2E839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491" y="481382"/>
                </a:moveTo>
                <a:lnTo>
                  <a:pt x="2298095" y="5499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pxt_3_official_ReferenceLigand_10">
            <a:extLst>
              <a:ext uri="{FF2B5EF4-FFF2-40B4-BE49-F238E27FC236}">
                <a16:creationId xmlns:a16="http://schemas.microsoft.com/office/drawing/2014/main" id="{0594C199-FDB8-40CA-80C2-E63B0EDBDF50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5211" y="982602"/>
                </a:moveTo>
                <a:lnTo>
                  <a:pt x="1315645" y="10361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pxt_3_official_ReferenceLigand_11">
            <a:extLst>
              <a:ext uri="{FF2B5EF4-FFF2-40B4-BE49-F238E27FC236}">
                <a16:creationId xmlns:a16="http://schemas.microsoft.com/office/drawing/2014/main" id="{74E0A771-B6C9-45F1-B51D-85E4C63AF9AF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53" y="983473"/>
                </a:moveTo>
                <a:lnTo>
                  <a:pt x="1217015" y="1073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pxt_3_official_ReferenceLigand_12">
            <a:extLst>
              <a:ext uri="{FF2B5EF4-FFF2-40B4-BE49-F238E27FC236}">
                <a16:creationId xmlns:a16="http://schemas.microsoft.com/office/drawing/2014/main" id="{5B407FF5-C2F9-4085-80F0-28B3AA93F117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9601" y="995768"/>
                </a:moveTo>
                <a:lnTo>
                  <a:pt x="1453574" y="925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pxt_3_official_ReferenceLigand_13">
            <a:extLst>
              <a:ext uri="{FF2B5EF4-FFF2-40B4-BE49-F238E27FC236}">
                <a16:creationId xmlns:a16="http://schemas.microsoft.com/office/drawing/2014/main" id="{F8C1C066-2A96-448D-A98D-23ABCE23807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5645" y="1036147"/>
                </a:moveTo>
                <a:lnTo>
                  <a:pt x="1217015" y="1073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pxt_3_official_ReferenceLigand_14">
            <a:extLst>
              <a:ext uri="{FF2B5EF4-FFF2-40B4-BE49-F238E27FC236}">
                <a16:creationId xmlns:a16="http://schemas.microsoft.com/office/drawing/2014/main" id="{A15C91A9-71E5-4C16-BF46-1B44BC724DE3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491" y="481382"/>
                </a:moveTo>
                <a:lnTo>
                  <a:pt x="2286917" y="3923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pxt_3_official_ReferenceLigand_15">
            <a:extLst>
              <a:ext uri="{FF2B5EF4-FFF2-40B4-BE49-F238E27FC236}">
                <a16:creationId xmlns:a16="http://schemas.microsoft.com/office/drawing/2014/main" id="{EA7B9838-963C-46F8-82E4-3863BD8ACC4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533" y="953795"/>
                </a:moveTo>
                <a:lnTo>
                  <a:pt x="1705549" y="9126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pxt_3_official_ReferenceLigand_16">
            <a:extLst>
              <a:ext uri="{FF2B5EF4-FFF2-40B4-BE49-F238E27FC236}">
                <a16:creationId xmlns:a16="http://schemas.microsoft.com/office/drawing/2014/main" id="{640E8A98-E34E-4979-90C4-1536D26C5A81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922" y="927654"/>
                </a:moveTo>
                <a:lnTo>
                  <a:pt x="1145753" y="98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pxt_3_official_ReferenceLigand_17">
            <a:extLst>
              <a:ext uri="{FF2B5EF4-FFF2-40B4-BE49-F238E27FC236}">
                <a16:creationId xmlns:a16="http://schemas.microsoft.com/office/drawing/2014/main" id="{59E87EF2-C539-4758-BBD6-4E6281BB48B3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4601" y="696453"/>
                </a:moveTo>
                <a:lnTo>
                  <a:pt x="2177239" y="6337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pxt_3_official_ReferenceLigand_18">
            <a:extLst>
              <a:ext uri="{FF2B5EF4-FFF2-40B4-BE49-F238E27FC236}">
                <a16:creationId xmlns:a16="http://schemas.microsoft.com/office/drawing/2014/main" id="{BA40A272-EE7B-4185-9F95-7376DC0E47A4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7015" y="1073458"/>
                </a:moveTo>
                <a:lnTo>
                  <a:pt x="1197679" y="1127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pxt_3_official_ReferenceLigand_19">
            <a:extLst>
              <a:ext uri="{FF2B5EF4-FFF2-40B4-BE49-F238E27FC236}">
                <a16:creationId xmlns:a16="http://schemas.microsoft.com/office/drawing/2014/main" id="{B0524DB1-3268-44E1-B97A-9DB9719D1212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533" y="953795"/>
                </a:moveTo>
                <a:lnTo>
                  <a:pt x="1529601" y="9957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pxt_3_official_ReferenceLigand_20">
            <a:extLst>
              <a:ext uri="{FF2B5EF4-FFF2-40B4-BE49-F238E27FC236}">
                <a16:creationId xmlns:a16="http://schemas.microsoft.com/office/drawing/2014/main" id="{5ADB1A6C-71A4-4610-99BB-7B6AD213199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5395" y="531349"/>
                </a:moveTo>
                <a:lnTo>
                  <a:pt x="2261491" y="4813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pxt_3_official_ReferenceLigand_21">
            <a:extLst>
              <a:ext uri="{FF2B5EF4-FFF2-40B4-BE49-F238E27FC236}">
                <a16:creationId xmlns:a16="http://schemas.microsoft.com/office/drawing/2014/main" id="{10C8FF6C-0278-49A5-8A8B-44D284B0DFC4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7239" y="633776"/>
                </a:moveTo>
                <a:lnTo>
                  <a:pt x="2195395" y="5313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pxt_3_official_ReferenceLigand_22">
            <a:extLst>
              <a:ext uri="{FF2B5EF4-FFF2-40B4-BE49-F238E27FC236}">
                <a16:creationId xmlns:a16="http://schemas.microsoft.com/office/drawing/2014/main" id="{A2AC1D73-B4CB-4DEB-9308-A925D0F154E0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4205" y="861734"/>
                </a:moveTo>
                <a:lnTo>
                  <a:pt x="1637533" y="95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pxt_3_official_ReferenceLigand_23">
            <a:extLst>
              <a:ext uri="{FF2B5EF4-FFF2-40B4-BE49-F238E27FC236}">
                <a16:creationId xmlns:a16="http://schemas.microsoft.com/office/drawing/2014/main" id="{56FDF08E-4CD1-4F6D-99B0-5F3A0CD6B353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533" y="953795"/>
                </a:moveTo>
                <a:lnTo>
                  <a:pt x="1679468" y="10319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pxt_3_official_ReferenceLigand_24">
            <a:extLst>
              <a:ext uri="{FF2B5EF4-FFF2-40B4-BE49-F238E27FC236}">
                <a16:creationId xmlns:a16="http://schemas.microsoft.com/office/drawing/2014/main" id="{562980DF-EA16-4CA5-BCEF-0EAE49A0EB0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7239" y="633776"/>
                </a:moveTo>
                <a:lnTo>
                  <a:pt x="2113003" y="658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pxt_3_official_ReferenceLigand_25">
            <a:extLst>
              <a:ext uri="{FF2B5EF4-FFF2-40B4-BE49-F238E27FC236}">
                <a16:creationId xmlns:a16="http://schemas.microsoft.com/office/drawing/2014/main" id="{A9BE0768-2583-49C7-80B2-C83E8817E3B3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2369" y="986355"/>
                </a:moveTo>
                <a:lnTo>
                  <a:pt x="1134922" y="9276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pxt_3_official_ReferenceLigand_26">
            <a:extLst>
              <a:ext uri="{FF2B5EF4-FFF2-40B4-BE49-F238E27FC236}">
                <a16:creationId xmlns:a16="http://schemas.microsoft.com/office/drawing/2014/main" id="{4AF193FD-0634-49B5-8178-61F13347B25E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3284" y="494735"/>
                </a:moveTo>
                <a:lnTo>
                  <a:pt x="2195395" y="5313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pxt_3_official_ReferenceLigand_27">
            <a:extLst>
              <a:ext uri="{FF2B5EF4-FFF2-40B4-BE49-F238E27FC236}">
                <a16:creationId xmlns:a16="http://schemas.microsoft.com/office/drawing/2014/main" id="{5D0C66CF-804F-41B8-9208-D6E68F598A27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7679" y="1127108"/>
                </a:moveTo>
                <a:lnTo>
                  <a:pt x="1154570" y="1084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pxt_3_official_ReferenceLigand_28">
            <a:extLst>
              <a:ext uri="{FF2B5EF4-FFF2-40B4-BE49-F238E27FC236}">
                <a16:creationId xmlns:a16="http://schemas.microsoft.com/office/drawing/2014/main" id="{C81F6C2F-93B7-45E4-9D0B-6E440752A091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878" y="758549"/>
                </a:moveTo>
                <a:lnTo>
                  <a:pt x="2113003" y="658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pxt_3_official_ReferenceLigand_29">
            <a:extLst>
              <a:ext uri="{FF2B5EF4-FFF2-40B4-BE49-F238E27FC236}">
                <a16:creationId xmlns:a16="http://schemas.microsoft.com/office/drawing/2014/main" id="{47E2831A-9D21-4AF7-B639-B1CA31A795D1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878" y="758549"/>
                </a:moveTo>
                <a:lnTo>
                  <a:pt x="1966639" y="7533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pxt_3_official_ReferenceLigand_30">
            <a:extLst>
              <a:ext uri="{FF2B5EF4-FFF2-40B4-BE49-F238E27FC236}">
                <a16:creationId xmlns:a16="http://schemas.microsoft.com/office/drawing/2014/main" id="{680894ED-871B-430A-8392-65BBE903C20B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2369" y="986355"/>
                </a:moveTo>
                <a:lnTo>
                  <a:pt x="1154570" y="1084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pxt_3_official_ReferenceLigand_31">
            <a:extLst>
              <a:ext uri="{FF2B5EF4-FFF2-40B4-BE49-F238E27FC236}">
                <a16:creationId xmlns:a16="http://schemas.microsoft.com/office/drawing/2014/main" id="{F7DF9BBC-FC8F-4AAD-8776-2B6E57ADC4DE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3003" y="658987"/>
                </a:moveTo>
                <a:lnTo>
                  <a:pt x="2094417" y="5722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pxt_3_official_ReferenceLigand_32">
            <a:extLst>
              <a:ext uri="{FF2B5EF4-FFF2-40B4-BE49-F238E27FC236}">
                <a16:creationId xmlns:a16="http://schemas.microsoft.com/office/drawing/2014/main" id="{63B890D2-C902-4653-AF99-B79FE83E06C3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6639" y="753336"/>
                </a:moveTo>
                <a:lnTo>
                  <a:pt x="1920419" y="8347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pxt_3_official_ReferenceLigand_33">
            <a:extLst>
              <a:ext uri="{FF2B5EF4-FFF2-40B4-BE49-F238E27FC236}">
                <a16:creationId xmlns:a16="http://schemas.microsoft.com/office/drawing/2014/main" id="{9A4A4376-98F9-41F2-8EB5-E403F68BF023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4417" y="572266"/>
                </a:moveTo>
                <a:lnTo>
                  <a:pt x="2143284" y="494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" name="9pxt_3_official_ReferenceLigand_34">
            <a:extLst>
              <a:ext uri="{FF2B5EF4-FFF2-40B4-BE49-F238E27FC236}">
                <a16:creationId xmlns:a16="http://schemas.microsoft.com/office/drawing/2014/main" id="{63528751-083E-4CB8-A548-60C6A1A11CA1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836" y="804082"/>
                </a:moveTo>
                <a:lnTo>
                  <a:pt x="1584205" y="8617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" name="9pxt_3_official_ReferenceLigand_35">
            <a:extLst>
              <a:ext uri="{FF2B5EF4-FFF2-40B4-BE49-F238E27FC236}">
                <a16:creationId xmlns:a16="http://schemas.microsoft.com/office/drawing/2014/main" id="{420EA6E9-13C5-4027-BA07-88C723E6855B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5975" y="942105"/>
                </a:moveTo>
                <a:lnTo>
                  <a:pt x="1122369" y="9863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" name="9pxt_3_official_ReferenceLigand_36">
            <a:extLst>
              <a:ext uri="{FF2B5EF4-FFF2-40B4-BE49-F238E27FC236}">
                <a16:creationId xmlns:a16="http://schemas.microsoft.com/office/drawing/2014/main" id="{BE4835CD-EBA4-4BF5-98E9-377A3FC1E1B2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4570" y="1084668"/>
                </a:moveTo>
                <a:lnTo>
                  <a:pt x="1145027" y="1143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" name="9pxt_3_official_ReferenceLigand_37">
            <a:extLst>
              <a:ext uri="{FF2B5EF4-FFF2-40B4-BE49-F238E27FC236}">
                <a16:creationId xmlns:a16="http://schemas.microsoft.com/office/drawing/2014/main" id="{A4991CE5-22DC-404F-AE3F-74635720D459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555" y="790349"/>
                </a:moveTo>
                <a:lnTo>
                  <a:pt x="1629836" y="8040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7" name="9pxt_3_official_ReferenceLigand_38">
            <a:extLst>
              <a:ext uri="{FF2B5EF4-FFF2-40B4-BE49-F238E27FC236}">
                <a16:creationId xmlns:a16="http://schemas.microsoft.com/office/drawing/2014/main" id="{DBB99E27-B929-40CF-9C83-2952A4FB2B8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536" y="798897"/>
                </a:moveTo>
                <a:lnTo>
                  <a:pt x="2071878" y="7585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8" name="9pxt_3_official_ReferenceLigand_39">
            <a:extLst>
              <a:ext uri="{FF2B5EF4-FFF2-40B4-BE49-F238E27FC236}">
                <a16:creationId xmlns:a16="http://schemas.microsoft.com/office/drawing/2014/main" id="{B1B68D0A-F1D3-4E16-8C8D-B5E7D03586BC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760" y="796904"/>
                </a:moveTo>
                <a:lnTo>
                  <a:pt x="1747555" y="7903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9" name="9pxt_3_official_ReferenceLigand_40">
            <a:extLst>
              <a:ext uri="{FF2B5EF4-FFF2-40B4-BE49-F238E27FC236}">
                <a16:creationId xmlns:a16="http://schemas.microsoft.com/office/drawing/2014/main" id="{D1ABDE7E-6F52-44BE-8C8F-533791EDBB0C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836" y="804082"/>
                </a:moveTo>
                <a:lnTo>
                  <a:pt x="1582119" y="701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" name="9pxt_3_official_ReferenceLigand_41">
            <a:extLst>
              <a:ext uri="{FF2B5EF4-FFF2-40B4-BE49-F238E27FC236}">
                <a16:creationId xmlns:a16="http://schemas.microsoft.com/office/drawing/2014/main" id="{FBF8A6EB-2491-446E-AB0A-0328A109DFE4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9" y="834730"/>
                </a:moveTo>
                <a:lnTo>
                  <a:pt x="1826760" y="796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" name="9pxt_3_official_ReferenceLigand_42">
            <a:extLst>
              <a:ext uri="{FF2B5EF4-FFF2-40B4-BE49-F238E27FC236}">
                <a16:creationId xmlns:a16="http://schemas.microsoft.com/office/drawing/2014/main" id="{0ECF74A0-AF41-4BE0-BA30-13FA5413B54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9" y="834730"/>
                </a:moveTo>
                <a:lnTo>
                  <a:pt x="2003405" y="8791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" name="9pxt_3_official_ReferenceLigand_43">
            <a:extLst>
              <a:ext uri="{FF2B5EF4-FFF2-40B4-BE49-F238E27FC236}">
                <a16:creationId xmlns:a16="http://schemas.microsoft.com/office/drawing/2014/main" id="{4CBBB09B-913F-4120-8780-A02C3F06ECF1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5975" y="942105"/>
                </a:moveTo>
                <a:lnTo>
                  <a:pt x="1043414" y="8545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" name="9pxt_3_official_ReferenceLigand_44">
            <a:extLst>
              <a:ext uri="{FF2B5EF4-FFF2-40B4-BE49-F238E27FC236}">
                <a16:creationId xmlns:a16="http://schemas.microsoft.com/office/drawing/2014/main" id="{DC7D74E3-D50E-4159-9789-51C816414F82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3405" y="879164"/>
                </a:moveTo>
                <a:lnTo>
                  <a:pt x="2038463" y="96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" name="9pxt_3_official_ReferenceLigand_45">
            <a:extLst>
              <a:ext uri="{FF2B5EF4-FFF2-40B4-BE49-F238E27FC236}">
                <a16:creationId xmlns:a16="http://schemas.microsoft.com/office/drawing/2014/main" id="{5815BF43-F452-4872-B414-20E29B47587F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3405" y="879164"/>
                </a:moveTo>
                <a:lnTo>
                  <a:pt x="2087536" y="7988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" name="9pxt_3_official_ReferenceLigand_46">
            <a:extLst>
              <a:ext uri="{FF2B5EF4-FFF2-40B4-BE49-F238E27FC236}">
                <a16:creationId xmlns:a16="http://schemas.microsoft.com/office/drawing/2014/main" id="{3A3A7A83-3E83-4A65-B26B-6390AD1CF1A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5099" y="839458"/>
                </a:moveTo>
                <a:lnTo>
                  <a:pt x="2087536" y="7988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" name="9pxt_3_official_ReferenceLigand_47">
            <a:extLst>
              <a:ext uri="{FF2B5EF4-FFF2-40B4-BE49-F238E27FC236}">
                <a16:creationId xmlns:a16="http://schemas.microsoft.com/office/drawing/2014/main" id="{81BF8827-DA6C-4129-9D5A-92DBF554A307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836" y="804082"/>
                </a:moveTo>
                <a:lnTo>
                  <a:pt x="1632124" y="8707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" name="9pxt_3_official_ReferenceLigand_48">
            <a:extLst>
              <a:ext uri="{FF2B5EF4-FFF2-40B4-BE49-F238E27FC236}">
                <a16:creationId xmlns:a16="http://schemas.microsoft.com/office/drawing/2014/main" id="{D30D3335-40BE-4C38-89D8-A02E3967AFFE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83" y="1006581"/>
                </a:moveTo>
                <a:lnTo>
                  <a:pt x="1075975" y="9421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" name="9pxt_3_official_ReferenceLigand_49">
            <a:extLst>
              <a:ext uri="{FF2B5EF4-FFF2-40B4-BE49-F238E27FC236}">
                <a16:creationId xmlns:a16="http://schemas.microsoft.com/office/drawing/2014/main" id="{06A4700F-D068-468B-8440-3B2864F6A3B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027" y="1143859"/>
                </a:moveTo>
                <a:lnTo>
                  <a:pt x="1102532" y="11034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" name="9pxt_3_official_ReferenceLigand_50">
            <a:extLst>
              <a:ext uri="{FF2B5EF4-FFF2-40B4-BE49-F238E27FC236}">
                <a16:creationId xmlns:a16="http://schemas.microsoft.com/office/drawing/2014/main" id="{2BE2A597-E98E-40ED-8379-3F696B89FA1F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2532" y="1103487"/>
                </a:moveTo>
                <a:lnTo>
                  <a:pt x="1068283" y="10065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" name="9pxt_3_official_ReferenceLigand_51">
            <a:extLst>
              <a:ext uri="{FF2B5EF4-FFF2-40B4-BE49-F238E27FC236}">
                <a16:creationId xmlns:a16="http://schemas.microsoft.com/office/drawing/2014/main" id="{D0E5CDCD-1869-4058-B88C-ACB7F53CCB73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2532" y="1103487"/>
                </a:moveTo>
                <a:lnTo>
                  <a:pt x="1091481" y="1159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" name="9pxt_3_official_PredictedLigand_0">
            <a:extLst>
              <a:ext uri="{FF2B5EF4-FFF2-40B4-BE49-F238E27FC236}">
                <a16:creationId xmlns:a16="http://schemas.microsoft.com/office/drawing/2014/main" id="{5F389CA5-54A9-4BF3-9AB7-B9DAA2E0910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542" y="909046"/>
                </a:moveTo>
                <a:lnTo>
                  <a:pt x="1389864" y="851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pxt_3_official_PredictedLigand_1">
            <a:extLst>
              <a:ext uri="{FF2B5EF4-FFF2-40B4-BE49-F238E27FC236}">
                <a16:creationId xmlns:a16="http://schemas.microsoft.com/office/drawing/2014/main" id="{AA983784-40BE-4602-8E0C-114B93603298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9788" y="891788"/>
                </a:moveTo>
                <a:lnTo>
                  <a:pt x="1182361" y="7908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pxt_3_official_PredictedLigand_2">
            <a:extLst>
              <a:ext uri="{FF2B5EF4-FFF2-40B4-BE49-F238E27FC236}">
                <a16:creationId xmlns:a16="http://schemas.microsoft.com/office/drawing/2014/main" id="{3FBF2B23-EFDA-464A-8ED1-B91F0AB8B59E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9788" y="891788"/>
                </a:moveTo>
                <a:lnTo>
                  <a:pt x="1343542" y="9090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pxt_3_official_PredictedLigand_3">
            <a:extLst>
              <a:ext uri="{FF2B5EF4-FFF2-40B4-BE49-F238E27FC236}">
                <a16:creationId xmlns:a16="http://schemas.microsoft.com/office/drawing/2014/main" id="{EACBA4BB-7332-4FC1-A537-A2A8BFFBEE67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542" y="909046"/>
                </a:moveTo>
                <a:lnTo>
                  <a:pt x="1404398" y="983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pxt_3_official_PredictedLigand_4">
            <a:extLst>
              <a:ext uri="{FF2B5EF4-FFF2-40B4-BE49-F238E27FC236}">
                <a16:creationId xmlns:a16="http://schemas.microsoft.com/office/drawing/2014/main" id="{E82BF4A4-2879-4563-A7DD-21FE36AEBA4C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652" y="693173"/>
                </a:moveTo>
                <a:lnTo>
                  <a:pt x="2301748" y="7428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pxt_3_official_PredictedLigand_5">
            <a:extLst>
              <a:ext uri="{FF2B5EF4-FFF2-40B4-BE49-F238E27FC236}">
                <a16:creationId xmlns:a16="http://schemas.microsoft.com/office/drawing/2014/main" id="{6F2C8C11-5BB0-4172-8E9B-31E6B6F927A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4398" y="983200"/>
                </a:moveTo>
                <a:lnTo>
                  <a:pt x="1346466" y="1065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pxt_3_official_PredictedLigand_6">
            <a:extLst>
              <a:ext uri="{FF2B5EF4-FFF2-40B4-BE49-F238E27FC236}">
                <a16:creationId xmlns:a16="http://schemas.microsoft.com/office/drawing/2014/main" id="{36B09EC0-D57D-443B-A427-5EEBD03033F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964" y="955789"/>
                </a:moveTo>
                <a:lnTo>
                  <a:pt x="1249788" y="89178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pxt_3_official_PredictedLigand_7">
            <a:extLst>
              <a:ext uri="{FF2B5EF4-FFF2-40B4-BE49-F238E27FC236}">
                <a16:creationId xmlns:a16="http://schemas.microsoft.com/office/drawing/2014/main" id="{E862BBBC-54B7-4839-AC70-75194C0E557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153" y="591275"/>
                </a:moveTo>
                <a:lnTo>
                  <a:pt x="2238652" y="6931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pxt_3_official_PredictedLigand_8">
            <a:extLst>
              <a:ext uri="{FF2B5EF4-FFF2-40B4-BE49-F238E27FC236}">
                <a16:creationId xmlns:a16="http://schemas.microsoft.com/office/drawing/2014/main" id="{B61DE6C0-8C2A-4EE0-A36B-A4B8692BA82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5829" y="950493"/>
                </a:moveTo>
                <a:lnTo>
                  <a:pt x="1404398" y="983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pxt_3_official_PredictedLigand_9">
            <a:extLst>
              <a:ext uri="{FF2B5EF4-FFF2-40B4-BE49-F238E27FC236}">
                <a16:creationId xmlns:a16="http://schemas.microsoft.com/office/drawing/2014/main" id="{2156DC6D-9632-4237-9A90-DA7EE36DD602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6466" y="1065741"/>
                </a:moveTo>
                <a:lnTo>
                  <a:pt x="1244342" y="10577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pxt_3_official_PredictedLigand_10">
            <a:extLst>
              <a:ext uri="{FF2B5EF4-FFF2-40B4-BE49-F238E27FC236}">
                <a16:creationId xmlns:a16="http://schemas.microsoft.com/office/drawing/2014/main" id="{5B4542D6-69D8-4511-83EC-9B46C9D410C9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964" y="955789"/>
                </a:moveTo>
                <a:lnTo>
                  <a:pt x="1244342" y="10577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pxt_3_official_PredictedLigand_11">
            <a:extLst>
              <a:ext uri="{FF2B5EF4-FFF2-40B4-BE49-F238E27FC236}">
                <a16:creationId xmlns:a16="http://schemas.microsoft.com/office/drawing/2014/main" id="{A96D3AC8-2B56-4B22-A91E-6D8AEEB6862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652" y="693173"/>
                </a:moveTo>
                <a:lnTo>
                  <a:pt x="2171421" y="7446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pxt_3_official_PredictedLigand_12">
            <a:extLst>
              <a:ext uri="{FF2B5EF4-FFF2-40B4-BE49-F238E27FC236}">
                <a16:creationId xmlns:a16="http://schemas.microsoft.com/office/drawing/2014/main" id="{BB00D391-D57C-472B-9723-B9AB5603C348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72" y="532664"/>
                </a:moveTo>
                <a:lnTo>
                  <a:pt x="2244153" y="5912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pxt_3_official_PredictedLigand_13">
            <a:extLst>
              <a:ext uri="{FF2B5EF4-FFF2-40B4-BE49-F238E27FC236}">
                <a16:creationId xmlns:a16="http://schemas.microsoft.com/office/drawing/2014/main" id="{1C22AB65-A115-4BF9-BB47-920FDD49E3EE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9083" y="931634"/>
                </a:moveTo>
                <a:lnTo>
                  <a:pt x="1475829" y="950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pxt_3_official_PredictedLigand_14">
            <a:extLst>
              <a:ext uri="{FF2B5EF4-FFF2-40B4-BE49-F238E27FC236}">
                <a16:creationId xmlns:a16="http://schemas.microsoft.com/office/drawing/2014/main" id="{751F3038-A314-4C3B-8186-82DF8E026988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751" y="922715"/>
                </a:moveTo>
                <a:lnTo>
                  <a:pt x="1579083" y="931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6" name="9pxt_3_official_PredictedLigand_15">
            <a:extLst>
              <a:ext uri="{FF2B5EF4-FFF2-40B4-BE49-F238E27FC236}">
                <a16:creationId xmlns:a16="http://schemas.microsoft.com/office/drawing/2014/main" id="{387E1B7F-52FA-4DBC-881C-B46BA50EFAA0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751" y="922715"/>
                </a:moveTo>
                <a:lnTo>
                  <a:pt x="1766078" y="9104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7" name="9pxt_3_official_PredictedLigand_16">
            <a:extLst>
              <a:ext uri="{FF2B5EF4-FFF2-40B4-BE49-F238E27FC236}">
                <a16:creationId xmlns:a16="http://schemas.microsoft.com/office/drawing/2014/main" id="{75B6BC59-BA3E-4F15-99EB-9CE30621719F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5415" y="932160"/>
                </a:moveTo>
                <a:lnTo>
                  <a:pt x="1201964" y="9557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8" name="9pxt_3_official_PredictedLigand_17">
            <a:extLst>
              <a:ext uri="{FF2B5EF4-FFF2-40B4-BE49-F238E27FC236}">
                <a16:creationId xmlns:a16="http://schemas.microsoft.com/office/drawing/2014/main" id="{2B2B2B32-E811-42D8-8F56-3EE920E6DCFE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4342" y="1057769"/>
                </a:moveTo>
                <a:lnTo>
                  <a:pt x="1208516" y="11139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9" name="9pxt_3_official_PredictedLigand_18">
            <a:extLst>
              <a:ext uri="{FF2B5EF4-FFF2-40B4-BE49-F238E27FC236}">
                <a16:creationId xmlns:a16="http://schemas.microsoft.com/office/drawing/2014/main" id="{6ADEDFBC-4D02-4EA6-B7CC-A9963D396854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72" y="532664"/>
                </a:moveTo>
                <a:lnTo>
                  <a:pt x="2186443" y="4390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0" name="9pxt_3_official_PredictedLigand_19">
            <a:extLst>
              <a:ext uri="{FF2B5EF4-FFF2-40B4-BE49-F238E27FC236}">
                <a16:creationId xmlns:a16="http://schemas.microsoft.com/office/drawing/2014/main" id="{725C847F-A49B-4B0A-BCDB-1A17B799466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1421" y="744602"/>
                </a:moveTo>
                <a:lnTo>
                  <a:pt x="2109029" y="6921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1" name="9pxt_3_official_PredictedLigand_20">
            <a:extLst>
              <a:ext uri="{FF2B5EF4-FFF2-40B4-BE49-F238E27FC236}">
                <a16:creationId xmlns:a16="http://schemas.microsoft.com/office/drawing/2014/main" id="{0792E204-EE8A-4A7B-A429-136E9B2CD418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7754" y="588572"/>
                </a:moveTo>
                <a:lnTo>
                  <a:pt x="2182772" y="5326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2" name="9pxt_3_official_PredictedLigand_21">
            <a:extLst>
              <a:ext uri="{FF2B5EF4-FFF2-40B4-BE49-F238E27FC236}">
                <a16:creationId xmlns:a16="http://schemas.microsoft.com/office/drawing/2014/main" id="{D3D717C3-9101-4402-B4D5-1329F57D6DA2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417" y="822895"/>
                </a:moveTo>
                <a:lnTo>
                  <a:pt x="1674751" y="9227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3" name="9pxt_3_official_PredictedLigand_22">
            <a:extLst>
              <a:ext uri="{FF2B5EF4-FFF2-40B4-BE49-F238E27FC236}">
                <a16:creationId xmlns:a16="http://schemas.microsoft.com/office/drawing/2014/main" id="{3E8BD05C-6A7E-464C-98AB-08128EF304AB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751" y="922715"/>
                </a:moveTo>
                <a:lnTo>
                  <a:pt x="1688769" y="10118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4" name="9pxt_3_official_PredictedLigand_23">
            <a:extLst>
              <a:ext uri="{FF2B5EF4-FFF2-40B4-BE49-F238E27FC236}">
                <a16:creationId xmlns:a16="http://schemas.microsoft.com/office/drawing/2014/main" id="{5969C405-E24F-47CA-A7C7-802E2AC7D87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29" y="692117"/>
                </a:moveTo>
                <a:lnTo>
                  <a:pt x="2117754" y="588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5" name="9pxt_3_official_PredictedLigand_24">
            <a:extLst>
              <a:ext uri="{FF2B5EF4-FFF2-40B4-BE49-F238E27FC236}">
                <a16:creationId xmlns:a16="http://schemas.microsoft.com/office/drawing/2014/main" id="{02E7436D-9D4D-4F59-B32E-37E39F700E7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8063" y="990379"/>
                </a:moveTo>
                <a:lnTo>
                  <a:pt x="1135415" y="932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6" name="9pxt_3_official_PredictedLigand_25">
            <a:extLst>
              <a:ext uri="{FF2B5EF4-FFF2-40B4-BE49-F238E27FC236}">
                <a16:creationId xmlns:a16="http://schemas.microsoft.com/office/drawing/2014/main" id="{FD73A77B-B5EF-41FB-B1CB-6A53643270FE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516" y="1113997"/>
                </a:moveTo>
                <a:lnTo>
                  <a:pt x="1157552" y="10862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7" name="9pxt_3_official_PredictedLigand_26">
            <a:extLst>
              <a:ext uri="{FF2B5EF4-FFF2-40B4-BE49-F238E27FC236}">
                <a16:creationId xmlns:a16="http://schemas.microsoft.com/office/drawing/2014/main" id="{922EAD5E-6157-45A9-BD18-C90022895A82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29" y="692117"/>
                </a:moveTo>
                <a:lnTo>
                  <a:pt x="2030241" y="718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8" name="9pxt_3_official_PredictedLigand_27">
            <a:extLst>
              <a:ext uri="{FF2B5EF4-FFF2-40B4-BE49-F238E27FC236}">
                <a16:creationId xmlns:a16="http://schemas.microsoft.com/office/drawing/2014/main" id="{597AAB51-C81F-46AF-8FB1-223D8B9E56A1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4470" y="557539"/>
                </a:moveTo>
                <a:lnTo>
                  <a:pt x="2117754" y="588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9" name="9pxt_3_official_PredictedLigand_28">
            <a:extLst>
              <a:ext uri="{FF2B5EF4-FFF2-40B4-BE49-F238E27FC236}">
                <a16:creationId xmlns:a16="http://schemas.microsoft.com/office/drawing/2014/main" id="{36D3F1C7-8A79-4B5E-9023-1B59D553F8A7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9456" y="814200"/>
                </a:moveTo>
                <a:lnTo>
                  <a:pt x="2030241" y="718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0" name="9pxt_3_official_PredictedLigand_29">
            <a:extLst>
              <a:ext uri="{FF2B5EF4-FFF2-40B4-BE49-F238E27FC236}">
                <a16:creationId xmlns:a16="http://schemas.microsoft.com/office/drawing/2014/main" id="{71E53AD6-A2E7-4007-9CBF-2734BC1DE92C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8063" y="990379"/>
                </a:moveTo>
                <a:lnTo>
                  <a:pt x="1157552" y="10862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1" name="9pxt_3_official_PredictedLigand_30">
            <a:extLst>
              <a:ext uri="{FF2B5EF4-FFF2-40B4-BE49-F238E27FC236}">
                <a16:creationId xmlns:a16="http://schemas.microsoft.com/office/drawing/2014/main" id="{2E5852E0-E640-4650-BCCA-42638392F729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9456" y="814200"/>
                </a:moveTo>
                <a:lnTo>
                  <a:pt x="1870444" y="80548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2" name="9pxt_3_official_PredictedLigand_31">
            <a:extLst>
              <a:ext uri="{FF2B5EF4-FFF2-40B4-BE49-F238E27FC236}">
                <a16:creationId xmlns:a16="http://schemas.microsoft.com/office/drawing/2014/main" id="{E3C4CFFC-7774-42B2-95C2-196793F02710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0638" y="772554"/>
                </a:moveTo>
                <a:lnTo>
                  <a:pt x="1656417" y="822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3" name="9pxt_3_official_PredictedLigand_32">
            <a:extLst>
              <a:ext uri="{FF2B5EF4-FFF2-40B4-BE49-F238E27FC236}">
                <a16:creationId xmlns:a16="http://schemas.microsoft.com/office/drawing/2014/main" id="{6A4DF573-A51F-4D2C-8E36-FB90EF366D69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0241" y="718623"/>
                </a:moveTo>
                <a:lnTo>
                  <a:pt x="2002705" y="6412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4" name="9pxt_3_official_PredictedLigand_33">
            <a:extLst>
              <a:ext uri="{FF2B5EF4-FFF2-40B4-BE49-F238E27FC236}">
                <a16:creationId xmlns:a16="http://schemas.microsoft.com/office/drawing/2014/main" id="{9D3923A5-4660-4B5D-A495-6C8F7A15541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2705" y="641272"/>
                </a:moveTo>
                <a:lnTo>
                  <a:pt x="2054470" y="557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5" name="9pxt_3_official_PredictedLigand_34">
            <a:extLst>
              <a:ext uri="{FF2B5EF4-FFF2-40B4-BE49-F238E27FC236}">
                <a16:creationId xmlns:a16="http://schemas.microsoft.com/office/drawing/2014/main" id="{4A46B6F5-8E2C-47A0-947C-5F422A7E5FC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0638" y="772554"/>
                </a:moveTo>
                <a:lnTo>
                  <a:pt x="1533150" y="6924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" name="9pxt_3_official_PredictedLigand_35">
            <a:extLst>
              <a:ext uri="{FF2B5EF4-FFF2-40B4-BE49-F238E27FC236}">
                <a16:creationId xmlns:a16="http://schemas.microsoft.com/office/drawing/2014/main" id="{C1FD0A2F-1E34-4CB8-9BCC-874903BE88FB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552" y="1086253"/>
                </a:moveTo>
                <a:lnTo>
                  <a:pt x="1146787" y="11438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" name="9pxt_3_official_PredictedLigand_36">
            <a:extLst>
              <a:ext uri="{FF2B5EF4-FFF2-40B4-BE49-F238E27FC236}">
                <a16:creationId xmlns:a16="http://schemas.microsoft.com/office/drawing/2014/main" id="{2C12DB0D-727B-4C42-A99D-805BD1C1C47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389" y="957173"/>
                </a:moveTo>
                <a:lnTo>
                  <a:pt x="1118063" y="9903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" name="9pxt_3_official_PredictedLigand_37">
            <a:extLst>
              <a:ext uri="{FF2B5EF4-FFF2-40B4-BE49-F238E27FC236}">
                <a16:creationId xmlns:a16="http://schemas.microsoft.com/office/drawing/2014/main" id="{269C2E92-3F87-4F65-819E-E9049A637027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5129" y="867811"/>
                </a:moveTo>
                <a:lnTo>
                  <a:pt x="1979456" y="814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" name="9pxt_3_official_PredictedLigand_38">
            <a:extLst>
              <a:ext uri="{FF2B5EF4-FFF2-40B4-BE49-F238E27FC236}">
                <a16:creationId xmlns:a16="http://schemas.microsoft.com/office/drawing/2014/main" id="{64E3CB91-B22F-4CC5-9F48-B3C23C09F636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0444" y="805483"/>
                </a:moveTo>
                <a:lnTo>
                  <a:pt x="1835992" y="8486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" name="9pxt_3_official_PredictedLigand_39">
            <a:extLst>
              <a:ext uri="{FF2B5EF4-FFF2-40B4-BE49-F238E27FC236}">
                <a16:creationId xmlns:a16="http://schemas.microsoft.com/office/drawing/2014/main" id="{2077A630-962D-4A97-9ACB-CBC15715EC4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389" y="957173"/>
                </a:moveTo>
                <a:lnTo>
                  <a:pt x="1020535" y="8761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" name="9pxt_3_official_PredictedLigand_40">
            <a:extLst>
              <a:ext uri="{FF2B5EF4-FFF2-40B4-BE49-F238E27FC236}">
                <a16:creationId xmlns:a16="http://schemas.microsoft.com/office/drawing/2014/main" id="{9F98B25E-4CC6-4852-944E-4FD07B8B5DEE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081" y="962699"/>
                </a:moveTo>
                <a:lnTo>
                  <a:pt x="2015129" y="8678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2" name="9pxt_3_official_PredictedLigand_41">
            <a:extLst>
              <a:ext uri="{FF2B5EF4-FFF2-40B4-BE49-F238E27FC236}">
                <a16:creationId xmlns:a16="http://schemas.microsoft.com/office/drawing/2014/main" id="{FAB64A0C-BFCD-4FBF-BB8B-3D7633387FFE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776" y="736356"/>
                </a:moveTo>
                <a:lnTo>
                  <a:pt x="1600638" y="77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" name="9pxt_3_official_PredictedLigand_42">
            <a:extLst>
              <a:ext uri="{FF2B5EF4-FFF2-40B4-BE49-F238E27FC236}">
                <a16:creationId xmlns:a16="http://schemas.microsoft.com/office/drawing/2014/main" id="{4022A1F8-DB2B-4B3F-AA3D-ABA3DC3D458C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0638" y="772554"/>
                </a:moveTo>
                <a:lnTo>
                  <a:pt x="1539234" y="8329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" name="9pxt_3_official_PredictedLigand_43">
            <a:extLst>
              <a:ext uri="{FF2B5EF4-FFF2-40B4-BE49-F238E27FC236}">
                <a16:creationId xmlns:a16="http://schemas.microsoft.com/office/drawing/2014/main" id="{DB9EDAD6-156F-4335-A26F-864D7318148A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6787" y="1143867"/>
                </a:moveTo>
                <a:lnTo>
                  <a:pt x="1105775" y="11106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" name="9pxt_3_official_PredictedLigand_44">
            <a:extLst>
              <a:ext uri="{FF2B5EF4-FFF2-40B4-BE49-F238E27FC236}">
                <a16:creationId xmlns:a16="http://schemas.microsoft.com/office/drawing/2014/main" id="{02795093-301A-4FF7-9FD8-E96287121BD7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374" y="1020602"/>
                </a:moveTo>
                <a:lnTo>
                  <a:pt x="1064389" y="9571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" name="9pxt_3_official_PredictedLigand_45">
            <a:extLst>
              <a:ext uri="{FF2B5EF4-FFF2-40B4-BE49-F238E27FC236}">
                <a16:creationId xmlns:a16="http://schemas.microsoft.com/office/drawing/2014/main" id="{607E5908-63B8-459E-8A68-C4051F6BC423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708" y="867304"/>
                </a:moveTo>
                <a:lnTo>
                  <a:pt x="2015129" y="8678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" name="9pxt_3_official_PredictedLigand_46">
            <a:extLst>
              <a:ext uri="{FF2B5EF4-FFF2-40B4-BE49-F238E27FC236}">
                <a16:creationId xmlns:a16="http://schemas.microsoft.com/office/drawing/2014/main" id="{5E857CA4-A1B3-486F-8291-F5FEDDB3EC6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5992" y="848635"/>
                </a:moveTo>
                <a:lnTo>
                  <a:pt x="1928708" y="8673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" name="9pxt_3_official_PredictedLigand_47">
            <a:extLst>
              <a:ext uri="{FF2B5EF4-FFF2-40B4-BE49-F238E27FC236}">
                <a16:creationId xmlns:a16="http://schemas.microsoft.com/office/drawing/2014/main" id="{562C3E77-8E5E-4529-9183-C2900B2FD434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5992" y="848635"/>
                </a:moveTo>
                <a:lnTo>
                  <a:pt x="1747399" y="814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" name="9pxt_3_official_PredictedLigand_48">
            <a:extLst>
              <a:ext uri="{FF2B5EF4-FFF2-40B4-BE49-F238E27FC236}">
                <a16:creationId xmlns:a16="http://schemas.microsoft.com/office/drawing/2014/main" id="{9E1E60EA-D3D7-485E-BF06-2D1B5216C7B9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399" y="814149"/>
                </a:moveTo>
                <a:lnTo>
                  <a:pt x="1688776" y="7363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" name="9pxt_3_official_PredictedLigand_49">
            <a:extLst>
              <a:ext uri="{FF2B5EF4-FFF2-40B4-BE49-F238E27FC236}">
                <a16:creationId xmlns:a16="http://schemas.microsoft.com/office/drawing/2014/main" id="{9FDB7AD5-7536-4A9B-BEE1-39F6048B2DC5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5775" y="1110608"/>
                </a:moveTo>
                <a:lnTo>
                  <a:pt x="1063374" y="10206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" name="9pxt_3_official_PredictedLigand_50">
            <a:extLst>
              <a:ext uri="{FF2B5EF4-FFF2-40B4-BE49-F238E27FC236}">
                <a16:creationId xmlns:a16="http://schemas.microsoft.com/office/drawing/2014/main" id="{3F77F5D1-ED8B-497B-85AC-8D747360E90B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708" y="867304"/>
                </a:moveTo>
                <a:lnTo>
                  <a:pt x="1933216" y="9483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" name="9pxt_3_official_PredictedLigand_51">
            <a:extLst>
              <a:ext uri="{FF2B5EF4-FFF2-40B4-BE49-F238E27FC236}">
                <a16:creationId xmlns:a16="http://schemas.microsoft.com/office/drawing/2014/main" id="{D20C2EF6-FC16-4C04-B06F-72EA78218E68}"/>
              </a:ext>
            </a:extLst>
          </p:cNvPr>
          <p:cNvSpPr>
            <a:spLocks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5775" y="1110608"/>
                </a:moveTo>
                <a:lnTo>
                  <a:pt x="1106981" y="1166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" name="9pxt_3_official_PredictedAtoms_0">
            <a:extLst>
              <a:ext uri="{FF2B5EF4-FFF2-40B4-BE49-F238E27FC236}">
                <a16:creationId xmlns:a16="http://schemas.microsoft.com/office/drawing/2014/main" id="{97724B36-522F-4EE4-BC38-149F0BB3FF12}"/>
              </a:ext>
            </a:extLst>
          </p:cNvPr>
          <p:cNvSpPr>
            <a:spLocks/>
          </p:cNvSpPr>
          <p:nvPr/>
        </p:nvSpPr>
        <p:spPr>
          <a:xfrm>
            <a:off x="2274488" y="17370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" name="9pxt_3_official_PredictedAtoms_1">
            <a:extLst>
              <a:ext uri="{FF2B5EF4-FFF2-40B4-BE49-F238E27FC236}">
                <a16:creationId xmlns:a16="http://schemas.microsoft.com/office/drawing/2014/main" id="{1E6105CC-65DC-4F3C-9960-8CF98C680223}"/>
              </a:ext>
            </a:extLst>
          </p:cNvPr>
          <p:cNvSpPr>
            <a:spLocks/>
          </p:cNvSpPr>
          <p:nvPr/>
        </p:nvSpPr>
        <p:spPr>
          <a:xfrm>
            <a:off x="2227537" y="16421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" name="9pxt_3_official_PredictedAtoms_2">
            <a:extLst>
              <a:ext uri="{FF2B5EF4-FFF2-40B4-BE49-F238E27FC236}">
                <a16:creationId xmlns:a16="http://schemas.microsoft.com/office/drawing/2014/main" id="{34AB9362-F7C2-42BF-A86D-8A0944BFDEDC}"/>
              </a:ext>
            </a:extLst>
          </p:cNvPr>
          <p:cNvSpPr>
            <a:spLocks/>
          </p:cNvSpPr>
          <p:nvPr/>
        </p:nvSpPr>
        <p:spPr>
          <a:xfrm>
            <a:off x="2191863" y="15885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" name="9pxt_3_official_PredictedAtoms_3">
            <a:extLst>
              <a:ext uri="{FF2B5EF4-FFF2-40B4-BE49-F238E27FC236}">
                <a16:creationId xmlns:a16="http://schemas.microsoft.com/office/drawing/2014/main" id="{BE4531BE-1BC1-499A-999D-5B59D6C37300}"/>
              </a:ext>
            </a:extLst>
          </p:cNvPr>
          <p:cNvSpPr>
            <a:spLocks/>
          </p:cNvSpPr>
          <p:nvPr/>
        </p:nvSpPr>
        <p:spPr>
          <a:xfrm>
            <a:off x="2242649" y="14930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" name="9pxt_3_official_PredictedAtoms_4">
            <a:extLst>
              <a:ext uri="{FF2B5EF4-FFF2-40B4-BE49-F238E27FC236}">
                <a16:creationId xmlns:a16="http://schemas.microsoft.com/office/drawing/2014/main" id="{5F9F58EF-63C5-4899-8AE3-D44982989AD8}"/>
              </a:ext>
            </a:extLst>
          </p:cNvPr>
          <p:cNvSpPr>
            <a:spLocks/>
          </p:cNvSpPr>
          <p:nvPr/>
        </p:nvSpPr>
        <p:spPr>
          <a:xfrm>
            <a:off x="2215112" y="14156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" name="9pxt_3_official_PredictedAtoms_5">
            <a:extLst>
              <a:ext uri="{FF2B5EF4-FFF2-40B4-BE49-F238E27FC236}">
                <a16:creationId xmlns:a16="http://schemas.microsoft.com/office/drawing/2014/main" id="{8F64DF1F-6A4C-41DB-A014-38486180B506}"/>
              </a:ext>
            </a:extLst>
          </p:cNvPr>
          <p:cNvSpPr>
            <a:spLocks/>
          </p:cNvSpPr>
          <p:nvPr/>
        </p:nvSpPr>
        <p:spPr>
          <a:xfrm>
            <a:off x="2266878" y="13319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" name="9pxt_3_official_PredictedAtoms_6">
            <a:extLst>
              <a:ext uri="{FF2B5EF4-FFF2-40B4-BE49-F238E27FC236}">
                <a16:creationId xmlns:a16="http://schemas.microsoft.com/office/drawing/2014/main" id="{11F3FEC1-4195-498D-8DE8-0E54121942AE}"/>
              </a:ext>
            </a:extLst>
          </p:cNvPr>
          <p:cNvSpPr>
            <a:spLocks/>
          </p:cNvSpPr>
          <p:nvPr/>
        </p:nvSpPr>
        <p:spPr>
          <a:xfrm>
            <a:off x="2330162" y="1362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" name="9pxt_3_official_PredictedAtoms_7">
            <a:extLst>
              <a:ext uri="{FF2B5EF4-FFF2-40B4-BE49-F238E27FC236}">
                <a16:creationId xmlns:a16="http://schemas.microsoft.com/office/drawing/2014/main" id="{BCA2AE0C-D8B9-49C1-8DE3-2155D61AA123}"/>
              </a:ext>
            </a:extLst>
          </p:cNvPr>
          <p:cNvSpPr>
            <a:spLocks/>
          </p:cNvSpPr>
          <p:nvPr/>
        </p:nvSpPr>
        <p:spPr>
          <a:xfrm>
            <a:off x="2395179" y="130704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1" name="9pxt_3_official_PredictedAtoms_8">
            <a:extLst>
              <a:ext uri="{FF2B5EF4-FFF2-40B4-BE49-F238E27FC236}">
                <a16:creationId xmlns:a16="http://schemas.microsoft.com/office/drawing/2014/main" id="{6604AAD6-92DF-475E-A6D3-31A61772952C}"/>
              </a:ext>
            </a:extLst>
          </p:cNvPr>
          <p:cNvSpPr>
            <a:spLocks/>
          </p:cNvSpPr>
          <p:nvPr/>
        </p:nvSpPr>
        <p:spPr>
          <a:xfrm>
            <a:off x="2398851" y="12134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2" name="9pxt_3_official_PredictedAtoms_9">
            <a:extLst>
              <a:ext uri="{FF2B5EF4-FFF2-40B4-BE49-F238E27FC236}">
                <a16:creationId xmlns:a16="http://schemas.microsoft.com/office/drawing/2014/main" id="{92F87955-D51F-4B9A-8902-D4D9C51EB37F}"/>
              </a:ext>
            </a:extLst>
          </p:cNvPr>
          <p:cNvSpPr>
            <a:spLocks/>
          </p:cNvSpPr>
          <p:nvPr/>
        </p:nvSpPr>
        <p:spPr>
          <a:xfrm>
            <a:off x="2456561" y="13656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3" name="9pxt_3_official_PredictedAtoms_10">
            <a:extLst>
              <a:ext uri="{FF2B5EF4-FFF2-40B4-BE49-F238E27FC236}">
                <a16:creationId xmlns:a16="http://schemas.microsoft.com/office/drawing/2014/main" id="{FA66ADB0-A2E5-4F4D-9A7E-583C9E23B89E}"/>
              </a:ext>
            </a:extLst>
          </p:cNvPr>
          <p:cNvSpPr>
            <a:spLocks/>
          </p:cNvSpPr>
          <p:nvPr/>
        </p:nvSpPr>
        <p:spPr>
          <a:xfrm>
            <a:off x="2451059" y="14675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4" name="9pxt_3_official_PredictedAtoms_11">
            <a:extLst>
              <a:ext uri="{FF2B5EF4-FFF2-40B4-BE49-F238E27FC236}">
                <a16:creationId xmlns:a16="http://schemas.microsoft.com/office/drawing/2014/main" id="{25496162-63D0-4CB4-8C76-B471A2507888}"/>
              </a:ext>
            </a:extLst>
          </p:cNvPr>
          <p:cNvSpPr>
            <a:spLocks/>
          </p:cNvSpPr>
          <p:nvPr/>
        </p:nvSpPr>
        <p:spPr>
          <a:xfrm>
            <a:off x="2514156" y="15172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5" name="9pxt_3_official_PredictedAtoms_12">
            <a:extLst>
              <a:ext uri="{FF2B5EF4-FFF2-40B4-BE49-F238E27FC236}">
                <a16:creationId xmlns:a16="http://schemas.microsoft.com/office/drawing/2014/main" id="{01BEB17D-65DE-4BE3-9F90-05B8829161C4}"/>
              </a:ext>
            </a:extLst>
          </p:cNvPr>
          <p:cNvSpPr>
            <a:spLocks/>
          </p:cNvSpPr>
          <p:nvPr/>
        </p:nvSpPr>
        <p:spPr>
          <a:xfrm>
            <a:off x="2383828" y="1518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6" name="9pxt_3_official_PredictedAtoms_13">
            <a:extLst>
              <a:ext uri="{FF2B5EF4-FFF2-40B4-BE49-F238E27FC236}">
                <a16:creationId xmlns:a16="http://schemas.microsoft.com/office/drawing/2014/main" id="{A204FD76-589F-4C40-95B3-8AA2B67463D2}"/>
              </a:ext>
            </a:extLst>
          </p:cNvPr>
          <p:cNvSpPr>
            <a:spLocks/>
          </p:cNvSpPr>
          <p:nvPr/>
        </p:nvSpPr>
        <p:spPr>
          <a:xfrm>
            <a:off x="2321436" y="14664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7" name="9pxt_3_official_PredictedAtoms_14">
            <a:extLst>
              <a:ext uri="{FF2B5EF4-FFF2-40B4-BE49-F238E27FC236}">
                <a16:creationId xmlns:a16="http://schemas.microsoft.com/office/drawing/2014/main" id="{A99315C4-9A07-4EFD-B5E4-DF95A0CDB41F}"/>
              </a:ext>
            </a:extLst>
          </p:cNvPr>
          <p:cNvSpPr>
            <a:spLocks/>
          </p:cNvSpPr>
          <p:nvPr/>
        </p:nvSpPr>
        <p:spPr>
          <a:xfrm>
            <a:off x="2082852" y="15798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8" name="9pxt_3_official_PredictedAtoms_15">
            <a:extLst>
              <a:ext uri="{FF2B5EF4-FFF2-40B4-BE49-F238E27FC236}">
                <a16:creationId xmlns:a16="http://schemas.microsoft.com/office/drawing/2014/main" id="{59A11137-A5E7-4E4B-BDA9-63DAA00ABB6A}"/>
              </a:ext>
            </a:extLst>
          </p:cNvPr>
          <p:cNvSpPr>
            <a:spLocks/>
          </p:cNvSpPr>
          <p:nvPr/>
        </p:nvSpPr>
        <p:spPr>
          <a:xfrm>
            <a:off x="2048400" y="16230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9" name="9pxt_3_official_PredictedAtoms_16">
            <a:extLst>
              <a:ext uri="{FF2B5EF4-FFF2-40B4-BE49-F238E27FC236}">
                <a16:creationId xmlns:a16="http://schemas.microsoft.com/office/drawing/2014/main" id="{A10EB420-CFB9-4316-BA11-42F85932E7E9}"/>
              </a:ext>
            </a:extLst>
          </p:cNvPr>
          <p:cNvSpPr>
            <a:spLocks/>
          </p:cNvSpPr>
          <p:nvPr/>
        </p:nvSpPr>
        <p:spPr>
          <a:xfrm>
            <a:off x="1959806" y="15885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0" name="9pxt_3_official_PredictedAtoms_17">
            <a:extLst>
              <a:ext uri="{FF2B5EF4-FFF2-40B4-BE49-F238E27FC236}">
                <a16:creationId xmlns:a16="http://schemas.microsoft.com/office/drawing/2014/main" id="{485C92DA-8A3C-44CF-A85F-DD2FE591F246}"/>
              </a:ext>
            </a:extLst>
          </p:cNvPr>
          <p:cNvSpPr>
            <a:spLocks/>
          </p:cNvSpPr>
          <p:nvPr/>
        </p:nvSpPr>
        <p:spPr>
          <a:xfrm>
            <a:off x="1901184" y="15107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1" name="9pxt_3_official_PredictedAtoms_18">
            <a:extLst>
              <a:ext uri="{FF2B5EF4-FFF2-40B4-BE49-F238E27FC236}">
                <a16:creationId xmlns:a16="http://schemas.microsoft.com/office/drawing/2014/main" id="{6BA415F8-499B-4EFD-B10B-252B71BE5AC7}"/>
              </a:ext>
            </a:extLst>
          </p:cNvPr>
          <p:cNvSpPr>
            <a:spLocks/>
          </p:cNvSpPr>
          <p:nvPr/>
        </p:nvSpPr>
        <p:spPr>
          <a:xfrm>
            <a:off x="1813046" y="15469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2" name="9pxt_3_official_PredictedAtoms_19">
            <a:extLst>
              <a:ext uri="{FF2B5EF4-FFF2-40B4-BE49-F238E27FC236}">
                <a16:creationId xmlns:a16="http://schemas.microsoft.com/office/drawing/2014/main" id="{985A4A1C-7C58-41FC-976B-573C00520AE5}"/>
              </a:ext>
            </a:extLst>
          </p:cNvPr>
          <p:cNvSpPr>
            <a:spLocks/>
          </p:cNvSpPr>
          <p:nvPr/>
        </p:nvSpPr>
        <p:spPr>
          <a:xfrm>
            <a:off x="1751641" y="1607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3" name="9pxt_3_official_PredictedAtoms_20">
            <a:extLst>
              <a:ext uri="{FF2B5EF4-FFF2-40B4-BE49-F238E27FC236}">
                <a16:creationId xmlns:a16="http://schemas.microsoft.com/office/drawing/2014/main" id="{79682AFE-0A5D-4F3E-A2F2-074BA23DA5DE}"/>
              </a:ext>
            </a:extLst>
          </p:cNvPr>
          <p:cNvSpPr>
            <a:spLocks/>
          </p:cNvSpPr>
          <p:nvPr/>
        </p:nvSpPr>
        <p:spPr>
          <a:xfrm>
            <a:off x="1745557" y="14667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4" name="9pxt_3_official_PredictedAtoms_21">
            <a:extLst>
              <a:ext uri="{FF2B5EF4-FFF2-40B4-BE49-F238E27FC236}">
                <a16:creationId xmlns:a16="http://schemas.microsoft.com/office/drawing/2014/main" id="{673AA87E-64EE-41A8-BABC-5934B7869554}"/>
              </a:ext>
            </a:extLst>
          </p:cNvPr>
          <p:cNvSpPr>
            <a:spLocks/>
          </p:cNvSpPr>
          <p:nvPr/>
        </p:nvSpPr>
        <p:spPr>
          <a:xfrm>
            <a:off x="1868825" y="159727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5" name="9pxt_3_official_PredictedAtoms_22">
            <a:extLst>
              <a:ext uri="{FF2B5EF4-FFF2-40B4-BE49-F238E27FC236}">
                <a16:creationId xmlns:a16="http://schemas.microsoft.com/office/drawing/2014/main" id="{6F89A5D5-3E06-477C-93D6-F54B7919C7AB}"/>
              </a:ext>
            </a:extLst>
          </p:cNvPr>
          <p:cNvSpPr>
            <a:spLocks/>
          </p:cNvSpPr>
          <p:nvPr/>
        </p:nvSpPr>
        <p:spPr>
          <a:xfrm>
            <a:off x="1887158" y="16970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6" name="9pxt_3_official_PredictedAtoms_23">
            <a:extLst>
              <a:ext uri="{FF2B5EF4-FFF2-40B4-BE49-F238E27FC236}">
                <a16:creationId xmlns:a16="http://schemas.microsoft.com/office/drawing/2014/main" id="{5EA41F12-644A-444E-9CCC-58BE3845D8D1}"/>
              </a:ext>
            </a:extLst>
          </p:cNvPr>
          <p:cNvSpPr>
            <a:spLocks/>
          </p:cNvSpPr>
          <p:nvPr/>
        </p:nvSpPr>
        <p:spPr>
          <a:xfrm>
            <a:off x="1901177" y="17862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7" name="9pxt_3_official_PredictedAtoms_24">
            <a:extLst>
              <a:ext uri="{FF2B5EF4-FFF2-40B4-BE49-F238E27FC236}">
                <a16:creationId xmlns:a16="http://schemas.microsoft.com/office/drawing/2014/main" id="{F40CCAA8-854B-4E6B-B25D-ADB7AD02B147}"/>
              </a:ext>
            </a:extLst>
          </p:cNvPr>
          <p:cNvSpPr>
            <a:spLocks/>
          </p:cNvSpPr>
          <p:nvPr/>
        </p:nvSpPr>
        <p:spPr>
          <a:xfrm>
            <a:off x="1978486" y="16848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8" name="9pxt_3_official_PredictedAtoms_25">
            <a:extLst>
              <a:ext uri="{FF2B5EF4-FFF2-40B4-BE49-F238E27FC236}">
                <a16:creationId xmlns:a16="http://schemas.microsoft.com/office/drawing/2014/main" id="{783A29F2-A196-4606-A851-81F7E5E6F045}"/>
              </a:ext>
            </a:extLst>
          </p:cNvPr>
          <p:cNvSpPr>
            <a:spLocks/>
          </p:cNvSpPr>
          <p:nvPr/>
        </p:nvSpPr>
        <p:spPr>
          <a:xfrm>
            <a:off x="1791491" y="17060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9" name="9pxt_3_official_PredictedAtoms_26">
            <a:extLst>
              <a:ext uri="{FF2B5EF4-FFF2-40B4-BE49-F238E27FC236}">
                <a16:creationId xmlns:a16="http://schemas.microsoft.com/office/drawing/2014/main" id="{DA100C99-FC0E-4F95-9F71-D651227E3585}"/>
              </a:ext>
            </a:extLst>
          </p:cNvPr>
          <p:cNvSpPr>
            <a:spLocks/>
          </p:cNvSpPr>
          <p:nvPr/>
        </p:nvSpPr>
        <p:spPr>
          <a:xfrm>
            <a:off x="1688237" y="17248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0" name="9pxt_3_official_PredictedAtoms_27">
            <a:extLst>
              <a:ext uri="{FF2B5EF4-FFF2-40B4-BE49-F238E27FC236}">
                <a16:creationId xmlns:a16="http://schemas.microsoft.com/office/drawing/2014/main" id="{2C412193-6659-445B-BC68-A0D1900AA703}"/>
              </a:ext>
            </a:extLst>
          </p:cNvPr>
          <p:cNvSpPr>
            <a:spLocks/>
          </p:cNvSpPr>
          <p:nvPr/>
        </p:nvSpPr>
        <p:spPr>
          <a:xfrm>
            <a:off x="1616806" y="17575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1" name="9pxt_3_official_PredictedAtoms_28">
            <a:extLst>
              <a:ext uri="{FF2B5EF4-FFF2-40B4-BE49-F238E27FC236}">
                <a16:creationId xmlns:a16="http://schemas.microsoft.com/office/drawing/2014/main" id="{7A478964-2B9D-4655-AF30-69BC633E0998}"/>
              </a:ext>
            </a:extLst>
          </p:cNvPr>
          <p:cNvSpPr>
            <a:spLocks/>
          </p:cNvSpPr>
          <p:nvPr/>
        </p:nvSpPr>
        <p:spPr>
          <a:xfrm>
            <a:off x="1558874" y="1840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2" name="9pxt_3_official_PredictedAtoms_29">
            <a:extLst>
              <a:ext uri="{FF2B5EF4-FFF2-40B4-BE49-F238E27FC236}">
                <a16:creationId xmlns:a16="http://schemas.microsoft.com/office/drawing/2014/main" id="{87F19B36-471C-4AF1-9F58-9C3D407980FC}"/>
              </a:ext>
            </a:extLst>
          </p:cNvPr>
          <p:cNvSpPr>
            <a:spLocks/>
          </p:cNvSpPr>
          <p:nvPr/>
        </p:nvSpPr>
        <p:spPr>
          <a:xfrm>
            <a:off x="1456750" y="18321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3" name="9pxt_3_official_PredictedAtoms_30">
            <a:extLst>
              <a:ext uri="{FF2B5EF4-FFF2-40B4-BE49-F238E27FC236}">
                <a16:creationId xmlns:a16="http://schemas.microsoft.com/office/drawing/2014/main" id="{634F7503-265D-4433-8580-F2E713F6E003}"/>
              </a:ext>
            </a:extLst>
          </p:cNvPr>
          <p:cNvSpPr>
            <a:spLocks/>
          </p:cNvSpPr>
          <p:nvPr/>
        </p:nvSpPr>
        <p:spPr>
          <a:xfrm>
            <a:off x="1420924" y="18883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4" name="9pxt_3_official_PredictedAtoms_31">
            <a:extLst>
              <a:ext uri="{FF2B5EF4-FFF2-40B4-BE49-F238E27FC236}">
                <a16:creationId xmlns:a16="http://schemas.microsoft.com/office/drawing/2014/main" id="{9D7ADE5B-746D-4E38-95AA-3537BDDCCDEE}"/>
              </a:ext>
            </a:extLst>
          </p:cNvPr>
          <p:cNvSpPr>
            <a:spLocks/>
          </p:cNvSpPr>
          <p:nvPr/>
        </p:nvSpPr>
        <p:spPr>
          <a:xfrm>
            <a:off x="1369959" y="18606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5" name="9pxt_3_official_PredictedAtoms_32">
            <a:extLst>
              <a:ext uri="{FF2B5EF4-FFF2-40B4-BE49-F238E27FC236}">
                <a16:creationId xmlns:a16="http://schemas.microsoft.com/office/drawing/2014/main" id="{E83965D2-61CA-4DBE-BB11-1937C7B1E71D}"/>
              </a:ext>
            </a:extLst>
          </p:cNvPr>
          <p:cNvSpPr>
            <a:spLocks/>
          </p:cNvSpPr>
          <p:nvPr/>
        </p:nvSpPr>
        <p:spPr>
          <a:xfrm>
            <a:off x="1359194" y="19182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6" name="9pxt_3_official_PredictedAtoms_33">
            <a:extLst>
              <a:ext uri="{FF2B5EF4-FFF2-40B4-BE49-F238E27FC236}">
                <a16:creationId xmlns:a16="http://schemas.microsoft.com/office/drawing/2014/main" id="{069C69C3-8187-41C9-9A63-1DDDCD8D165C}"/>
              </a:ext>
            </a:extLst>
          </p:cNvPr>
          <p:cNvSpPr>
            <a:spLocks/>
          </p:cNvSpPr>
          <p:nvPr/>
        </p:nvSpPr>
        <p:spPr>
          <a:xfrm>
            <a:off x="1318183" y="18849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" name="9pxt_3_official_PredictedAtoms_34">
            <a:extLst>
              <a:ext uri="{FF2B5EF4-FFF2-40B4-BE49-F238E27FC236}">
                <a16:creationId xmlns:a16="http://schemas.microsoft.com/office/drawing/2014/main" id="{CDB7ECC8-D044-4EAA-A2BC-5C33A43AE81D}"/>
              </a:ext>
            </a:extLst>
          </p:cNvPr>
          <p:cNvSpPr>
            <a:spLocks/>
          </p:cNvSpPr>
          <p:nvPr/>
        </p:nvSpPr>
        <p:spPr>
          <a:xfrm>
            <a:off x="1319388" y="19405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" name="9pxt_3_official_PredictedAtoms_35">
            <a:extLst>
              <a:ext uri="{FF2B5EF4-FFF2-40B4-BE49-F238E27FC236}">
                <a16:creationId xmlns:a16="http://schemas.microsoft.com/office/drawing/2014/main" id="{B99BF871-38F2-43D6-9EA0-434BD45C8D62}"/>
              </a:ext>
            </a:extLst>
          </p:cNvPr>
          <p:cNvSpPr>
            <a:spLocks/>
          </p:cNvSpPr>
          <p:nvPr/>
        </p:nvSpPr>
        <p:spPr>
          <a:xfrm>
            <a:off x="1275782" y="17949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" name="9pxt_3_official_PredictedAtoms_36">
            <a:extLst>
              <a:ext uri="{FF2B5EF4-FFF2-40B4-BE49-F238E27FC236}">
                <a16:creationId xmlns:a16="http://schemas.microsoft.com/office/drawing/2014/main" id="{B3E0356A-D95F-47A0-AF7E-4C02936D3846}"/>
              </a:ext>
            </a:extLst>
          </p:cNvPr>
          <p:cNvSpPr>
            <a:spLocks/>
          </p:cNvSpPr>
          <p:nvPr/>
        </p:nvSpPr>
        <p:spPr>
          <a:xfrm>
            <a:off x="1276797" y="17315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" name="9pxt_3_official_PredictedAtoms_37">
            <a:extLst>
              <a:ext uri="{FF2B5EF4-FFF2-40B4-BE49-F238E27FC236}">
                <a16:creationId xmlns:a16="http://schemas.microsoft.com/office/drawing/2014/main" id="{394F8842-8E07-44B2-84C9-ABFF341642E7}"/>
              </a:ext>
            </a:extLst>
          </p:cNvPr>
          <p:cNvSpPr>
            <a:spLocks/>
          </p:cNvSpPr>
          <p:nvPr/>
        </p:nvSpPr>
        <p:spPr>
          <a:xfrm>
            <a:off x="1232942" y="16504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" name="9pxt_3_official_PredictedAtoms_38">
            <a:extLst>
              <a:ext uri="{FF2B5EF4-FFF2-40B4-BE49-F238E27FC236}">
                <a16:creationId xmlns:a16="http://schemas.microsoft.com/office/drawing/2014/main" id="{9B83B8D0-CA50-49D7-BD00-ADAB86AC1B59}"/>
              </a:ext>
            </a:extLst>
          </p:cNvPr>
          <p:cNvSpPr>
            <a:spLocks/>
          </p:cNvSpPr>
          <p:nvPr/>
        </p:nvSpPr>
        <p:spPr>
          <a:xfrm>
            <a:off x="1330470" y="17647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" name="9pxt_3_official_PredictedAtoms_39">
            <a:extLst>
              <a:ext uri="{FF2B5EF4-FFF2-40B4-BE49-F238E27FC236}">
                <a16:creationId xmlns:a16="http://schemas.microsoft.com/office/drawing/2014/main" id="{7ACDD8E1-166C-483B-AE79-C98593B23EA3}"/>
              </a:ext>
            </a:extLst>
          </p:cNvPr>
          <p:cNvSpPr>
            <a:spLocks/>
          </p:cNvSpPr>
          <p:nvPr/>
        </p:nvSpPr>
        <p:spPr>
          <a:xfrm>
            <a:off x="1347823" y="17065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3" name="9pxt_3_official_PredictedAtoms_40">
            <a:extLst>
              <a:ext uri="{FF2B5EF4-FFF2-40B4-BE49-F238E27FC236}">
                <a16:creationId xmlns:a16="http://schemas.microsoft.com/office/drawing/2014/main" id="{21F531F4-F2FA-48A3-A198-2B656BF2F36D}"/>
              </a:ext>
            </a:extLst>
          </p:cNvPr>
          <p:cNvSpPr>
            <a:spLocks/>
          </p:cNvSpPr>
          <p:nvPr/>
        </p:nvSpPr>
        <p:spPr>
          <a:xfrm>
            <a:off x="1414372" y="17301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4" name="9pxt_3_official_PredictedAtoms_41">
            <a:extLst>
              <a:ext uri="{FF2B5EF4-FFF2-40B4-BE49-F238E27FC236}">
                <a16:creationId xmlns:a16="http://schemas.microsoft.com/office/drawing/2014/main" id="{88E1256D-4F43-4800-96FB-1E51BF657942}"/>
              </a:ext>
            </a:extLst>
          </p:cNvPr>
          <p:cNvSpPr>
            <a:spLocks/>
          </p:cNvSpPr>
          <p:nvPr/>
        </p:nvSpPr>
        <p:spPr>
          <a:xfrm>
            <a:off x="1462195" y="16661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5" name="9pxt_3_official_PredictedAtoms_42">
            <a:extLst>
              <a:ext uri="{FF2B5EF4-FFF2-40B4-BE49-F238E27FC236}">
                <a16:creationId xmlns:a16="http://schemas.microsoft.com/office/drawing/2014/main" id="{2B4DB9EB-0282-46DD-A2BD-20200DE2B978}"/>
              </a:ext>
            </a:extLst>
          </p:cNvPr>
          <p:cNvSpPr>
            <a:spLocks/>
          </p:cNvSpPr>
          <p:nvPr/>
        </p:nvSpPr>
        <p:spPr>
          <a:xfrm>
            <a:off x="1394769" y="15652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6" name="9pxt_3_official_PredictedAtoms_43">
            <a:extLst>
              <a:ext uri="{FF2B5EF4-FFF2-40B4-BE49-F238E27FC236}">
                <a16:creationId xmlns:a16="http://schemas.microsoft.com/office/drawing/2014/main" id="{C95C2D34-DAF0-4014-8DF5-9107A52C27C8}"/>
              </a:ext>
            </a:extLst>
          </p:cNvPr>
          <p:cNvSpPr>
            <a:spLocks/>
          </p:cNvSpPr>
          <p:nvPr/>
        </p:nvSpPr>
        <p:spPr>
          <a:xfrm>
            <a:off x="1555949" y="16834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7" name="9pxt_3_official_PredictedAtoms_44">
            <a:extLst>
              <a:ext uri="{FF2B5EF4-FFF2-40B4-BE49-F238E27FC236}">
                <a16:creationId xmlns:a16="http://schemas.microsoft.com/office/drawing/2014/main" id="{B9DFD547-405A-4AF5-BD92-50EFF4EFA94A}"/>
              </a:ext>
            </a:extLst>
          </p:cNvPr>
          <p:cNvSpPr>
            <a:spLocks/>
          </p:cNvSpPr>
          <p:nvPr/>
        </p:nvSpPr>
        <p:spPr>
          <a:xfrm>
            <a:off x="1602272" y="16254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8" name="9pxt_3_official_PredictedAtoms_45">
            <a:extLst>
              <a:ext uri="{FF2B5EF4-FFF2-40B4-BE49-F238E27FC236}">
                <a16:creationId xmlns:a16="http://schemas.microsoft.com/office/drawing/2014/main" id="{499C4217-2461-4B9E-9942-CC07B54FEA19}"/>
              </a:ext>
            </a:extLst>
          </p:cNvPr>
          <p:cNvSpPr>
            <a:spLocks/>
          </p:cNvSpPr>
          <p:nvPr/>
        </p:nvSpPr>
        <p:spPr>
          <a:xfrm>
            <a:off x="2141116" y="16416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9" name="9pxt_3_official_PredictedAtoms_46">
            <a:extLst>
              <a:ext uri="{FF2B5EF4-FFF2-40B4-BE49-F238E27FC236}">
                <a16:creationId xmlns:a16="http://schemas.microsoft.com/office/drawing/2014/main" id="{BDD9371A-F1D2-4EF6-88F5-84321F41C773}"/>
              </a:ext>
            </a:extLst>
          </p:cNvPr>
          <p:cNvSpPr>
            <a:spLocks/>
          </p:cNvSpPr>
          <p:nvPr/>
        </p:nvSpPr>
        <p:spPr>
          <a:xfrm>
            <a:off x="2145624" y="17226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0" name="stage3-cases-clash_7">
            <a:extLst>
              <a:ext uri="{FF2B5EF4-FFF2-40B4-BE49-F238E27FC236}">
                <a16:creationId xmlns:a16="http://schemas.microsoft.com/office/drawing/2014/main" id="{AD1CB523-47A3-4925-87BB-1A72A545A80E}"/>
              </a:ext>
            </a:extLst>
          </p:cNvPr>
          <p:cNvSpPr>
            <a:spLocks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1.07 Å   D 64%   Clash 0</a:t>
            </a:r>
          </a:p>
        </p:txBody>
      </p:sp>
      <p:sp>
        <p:nvSpPr>
          <p:cNvPr id="161" name="9pxt_3_tuned_Receptor">
            <a:extLst>
              <a:ext uri="{FF2B5EF4-FFF2-40B4-BE49-F238E27FC236}">
                <a16:creationId xmlns:a16="http://schemas.microsoft.com/office/drawing/2014/main" id="{4619E616-7020-4DED-88BE-68BD101D8FB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828" y="486422"/>
                </a:moveTo>
                <a:lnTo>
                  <a:pt x="1434321" y="505000"/>
                </a:lnTo>
                <a:moveTo>
                  <a:pt x="1270308" y="455987"/>
                </a:moveTo>
                <a:lnTo>
                  <a:pt x="1344828" y="486422"/>
                </a:lnTo>
                <a:moveTo>
                  <a:pt x="2556742" y="1052266"/>
                </a:moveTo>
                <a:lnTo>
                  <a:pt x="2625450" y="1117918"/>
                </a:lnTo>
                <a:moveTo>
                  <a:pt x="2462633" y="1105987"/>
                </a:moveTo>
                <a:lnTo>
                  <a:pt x="2477147" y="1199130"/>
                </a:lnTo>
                <a:moveTo>
                  <a:pt x="1232235" y="352216"/>
                </a:moveTo>
                <a:lnTo>
                  <a:pt x="1270308" y="455987"/>
                </a:lnTo>
                <a:moveTo>
                  <a:pt x="2462633" y="1105987"/>
                </a:moveTo>
                <a:lnTo>
                  <a:pt x="2556742" y="1052266"/>
                </a:lnTo>
                <a:moveTo>
                  <a:pt x="1270308" y="455987"/>
                </a:moveTo>
                <a:lnTo>
                  <a:pt x="1178553" y="528894"/>
                </a:lnTo>
                <a:moveTo>
                  <a:pt x="2556742" y="1052266"/>
                </a:moveTo>
                <a:lnTo>
                  <a:pt x="2589588" y="954799"/>
                </a:lnTo>
                <a:moveTo>
                  <a:pt x="1178553" y="528894"/>
                </a:moveTo>
                <a:lnTo>
                  <a:pt x="1205618" y="662195"/>
                </a:lnTo>
                <a:moveTo>
                  <a:pt x="1251354" y="1031764"/>
                </a:moveTo>
                <a:lnTo>
                  <a:pt x="1212129" y="1039034"/>
                </a:lnTo>
                <a:moveTo>
                  <a:pt x="2368126" y="1066761"/>
                </a:moveTo>
                <a:lnTo>
                  <a:pt x="2462633" y="1105987"/>
                </a:lnTo>
                <a:moveTo>
                  <a:pt x="1705977" y="853971"/>
                </a:moveTo>
                <a:lnTo>
                  <a:pt x="1663223" y="792336"/>
                </a:lnTo>
                <a:moveTo>
                  <a:pt x="1814327" y="1006179"/>
                </a:moveTo>
                <a:lnTo>
                  <a:pt x="1710946" y="965723"/>
                </a:lnTo>
                <a:moveTo>
                  <a:pt x="2471248" y="531508"/>
                </a:moveTo>
                <a:lnTo>
                  <a:pt x="2496553" y="451770"/>
                </a:lnTo>
                <a:moveTo>
                  <a:pt x="1710946" y="965723"/>
                </a:moveTo>
                <a:lnTo>
                  <a:pt x="1705977" y="853971"/>
                </a:lnTo>
                <a:moveTo>
                  <a:pt x="1212129" y="1039034"/>
                </a:moveTo>
                <a:lnTo>
                  <a:pt x="1097653" y="1030581"/>
                </a:lnTo>
                <a:moveTo>
                  <a:pt x="1710946" y="965723"/>
                </a:moveTo>
                <a:lnTo>
                  <a:pt x="1639612" y="1029513"/>
                </a:lnTo>
                <a:moveTo>
                  <a:pt x="2548547" y="616750"/>
                </a:moveTo>
                <a:lnTo>
                  <a:pt x="2471248" y="531508"/>
                </a:lnTo>
                <a:moveTo>
                  <a:pt x="2346344" y="1108042"/>
                </a:moveTo>
                <a:lnTo>
                  <a:pt x="2368126" y="1066761"/>
                </a:lnTo>
                <a:moveTo>
                  <a:pt x="2657689" y="577447"/>
                </a:moveTo>
                <a:lnTo>
                  <a:pt x="2548547" y="616750"/>
                </a:lnTo>
                <a:moveTo>
                  <a:pt x="2471248" y="531508"/>
                </a:moveTo>
                <a:lnTo>
                  <a:pt x="2384751" y="543803"/>
                </a:lnTo>
                <a:moveTo>
                  <a:pt x="1097653" y="1030581"/>
                </a:moveTo>
                <a:lnTo>
                  <a:pt x="1054894" y="1076372"/>
                </a:lnTo>
                <a:moveTo>
                  <a:pt x="1705977" y="853971"/>
                </a:moveTo>
                <a:lnTo>
                  <a:pt x="1748718" y="825743"/>
                </a:lnTo>
                <a:moveTo>
                  <a:pt x="1763171" y="402099"/>
                </a:moveTo>
                <a:lnTo>
                  <a:pt x="1752127" y="311285"/>
                </a:lnTo>
                <a:moveTo>
                  <a:pt x="1639612" y="1029513"/>
                </a:moveTo>
                <a:lnTo>
                  <a:pt x="1683821" y="1134429"/>
                </a:lnTo>
                <a:moveTo>
                  <a:pt x="2658898" y="484878"/>
                </a:moveTo>
                <a:lnTo>
                  <a:pt x="2657689" y="577447"/>
                </a:lnTo>
                <a:moveTo>
                  <a:pt x="2289514" y="1203449"/>
                </a:moveTo>
                <a:lnTo>
                  <a:pt x="2346344" y="1108042"/>
                </a:lnTo>
                <a:moveTo>
                  <a:pt x="1570788" y="587919"/>
                </a:moveTo>
                <a:lnTo>
                  <a:pt x="1442526" y="599989"/>
                </a:lnTo>
                <a:moveTo>
                  <a:pt x="1639612" y="1029513"/>
                </a:moveTo>
                <a:lnTo>
                  <a:pt x="1625545" y="980482"/>
                </a:lnTo>
                <a:moveTo>
                  <a:pt x="2068970" y="650803"/>
                </a:moveTo>
                <a:lnTo>
                  <a:pt x="2122492" y="575422"/>
                </a:lnTo>
                <a:moveTo>
                  <a:pt x="1752127" y="311285"/>
                </a:moveTo>
                <a:lnTo>
                  <a:pt x="1858608" y="270084"/>
                </a:lnTo>
                <a:moveTo>
                  <a:pt x="2346344" y="1108042"/>
                </a:moveTo>
                <a:lnTo>
                  <a:pt x="2289978" y="1028990"/>
                </a:lnTo>
                <a:moveTo>
                  <a:pt x="1748718" y="825743"/>
                </a:moveTo>
                <a:lnTo>
                  <a:pt x="1751300" y="720101"/>
                </a:lnTo>
                <a:moveTo>
                  <a:pt x="2417689" y="53007"/>
                </a:moveTo>
                <a:lnTo>
                  <a:pt x="2473225" y="22565"/>
                </a:lnTo>
                <a:moveTo>
                  <a:pt x="2289978" y="1028990"/>
                </a:moveTo>
                <a:lnTo>
                  <a:pt x="2278049" y="940961"/>
                </a:lnTo>
                <a:moveTo>
                  <a:pt x="2036758" y="721032"/>
                </a:moveTo>
                <a:lnTo>
                  <a:pt x="2068970" y="650803"/>
                </a:lnTo>
                <a:moveTo>
                  <a:pt x="1752127" y="311285"/>
                </a:moveTo>
                <a:lnTo>
                  <a:pt x="1694714" y="334406"/>
                </a:lnTo>
                <a:moveTo>
                  <a:pt x="1751300" y="720101"/>
                </a:moveTo>
                <a:lnTo>
                  <a:pt x="1857908" y="684627"/>
                </a:lnTo>
                <a:moveTo>
                  <a:pt x="1858608" y="270084"/>
                </a:moveTo>
                <a:lnTo>
                  <a:pt x="1907816" y="292548"/>
                </a:lnTo>
                <a:moveTo>
                  <a:pt x="1573646" y="687269"/>
                </a:moveTo>
                <a:lnTo>
                  <a:pt x="1570788" y="587919"/>
                </a:lnTo>
                <a:moveTo>
                  <a:pt x="1857908" y="684627"/>
                </a:moveTo>
                <a:lnTo>
                  <a:pt x="1931991" y="753760"/>
                </a:lnTo>
                <a:moveTo>
                  <a:pt x="2417689" y="53007"/>
                </a:moveTo>
                <a:lnTo>
                  <a:pt x="2324259" y="45859"/>
                </a:lnTo>
                <a:moveTo>
                  <a:pt x="1857908" y="684627"/>
                </a:moveTo>
                <a:lnTo>
                  <a:pt x="1873023" y="593307"/>
                </a:lnTo>
                <a:moveTo>
                  <a:pt x="1931991" y="753760"/>
                </a:moveTo>
                <a:lnTo>
                  <a:pt x="2036758" y="721032"/>
                </a:lnTo>
                <a:moveTo>
                  <a:pt x="2596562" y="234689"/>
                </a:moveTo>
                <a:lnTo>
                  <a:pt x="2636342" y="173365"/>
                </a:lnTo>
                <a:moveTo>
                  <a:pt x="1751300" y="720101"/>
                </a:moveTo>
                <a:lnTo>
                  <a:pt x="1682203" y="704385"/>
                </a:lnTo>
                <a:moveTo>
                  <a:pt x="1694714" y="334406"/>
                </a:moveTo>
                <a:lnTo>
                  <a:pt x="1581730" y="324575"/>
                </a:lnTo>
                <a:moveTo>
                  <a:pt x="2475010" y="97684"/>
                </a:moveTo>
                <a:lnTo>
                  <a:pt x="2417689" y="53007"/>
                </a:lnTo>
                <a:moveTo>
                  <a:pt x="1682203" y="704385"/>
                </a:moveTo>
                <a:lnTo>
                  <a:pt x="1573646" y="687269"/>
                </a:lnTo>
                <a:moveTo>
                  <a:pt x="1581730" y="324575"/>
                </a:moveTo>
                <a:lnTo>
                  <a:pt x="1526370" y="357592"/>
                </a:lnTo>
                <a:moveTo>
                  <a:pt x="2490890" y="213169"/>
                </a:moveTo>
                <a:lnTo>
                  <a:pt x="2596562" y="234689"/>
                </a:lnTo>
                <a:moveTo>
                  <a:pt x="2490890" y="213169"/>
                </a:moveTo>
                <a:lnTo>
                  <a:pt x="2475010" y="97684"/>
                </a:lnTo>
                <a:moveTo>
                  <a:pt x="1526370" y="357592"/>
                </a:moveTo>
                <a:lnTo>
                  <a:pt x="1425940" y="363118"/>
                </a:lnTo>
                <a:moveTo>
                  <a:pt x="1938568" y="1116174"/>
                </a:moveTo>
                <a:lnTo>
                  <a:pt x="1916807" y="1172528"/>
                </a:lnTo>
                <a:moveTo>
                  <a:pt x="2472103" y="265508"/>
                </a:moveTo>
                <a:lnTo>
                  <a:pt x="2490890" y="213169"/>
                </a:lnTo>
                <a:moveTo>
                  <a:pt x="817922" y="100105"/>
                </a:moveTo>
                <a:lnTo>
                  <a:pt x="803493" y="166346"/>
                </a:lnTo>
                <a:moveTo>
                  <a:pt x="1526370" y="357592"/>
                </a:moveTo>
                <a:lnTo>
                  <a:pt x="1573084" y="378007"/>
                </a:lnTo>
                <a:moveTo>
                  <a:pt x="2577376" y="614812"/>
                </a:moveTo>
                <a:lnTo>
                  <a:pt x="2507682" y="688797"/>
                </a:lnTo>
                <a:moveTo>
                  <a:pt x="894762" y="714750"/>
                </a:moveTo>
                <a:lnTo>
                  <a:pt x="983565" y="699469"/>
                </a:lnTo>
                <a:moveTo>
                  <a:pt x="817922" y="100105"/>
                </a:moveTo>
                <a:lnTo>
                  <a:pt x="801947" y="8654"/>
                </a:lnTo>
                <a:moveTo>
                  <a:pt x="2044693" y="1084626"/>
                </a:moveTo>
                <a:lnTo>
                  <a:pt x="1938568" y="1116174"/>
                </a:lnTo>
                <a:moveTo>
                  <a:pt x="821806" y="700918"/>
                </a:moveTo>
                <a:lnTo>
                  <a:pt x="894762" y="714750"/>
                </a:lnTo>
                <a:moveTo>
                  <a:pt x="2224927" y="155005"/>
                </a:moveTo>
                <a:lnTo>
                  <a:pt x="2140759" y="206988"/>
                </a:lnTo>
                <a:moveTo>
                  <a:pt x="2532140" y="763182"/>
                </a:moveTo>
                <a:lnTo>
                  <a:pt x="2507682" y="688797"/>
                </a:lnTo>
                <a:moveTo>
                  <a:pt x="2205242" y="41505"/>
                </a:moveTo>
                <a:lnTo>
                  <a:pt x="2224927" y="155005"/>
                </a:lnTo>
                <a:moveTo>
                  <a:pt x="1938568" y="1116174"/>
                </a:moveTo>
                <a:lnTo>
                  <a:pt x="1916052" y="1183635"/>
                </a:lnTo>
                <a:moveTo>
                  <a:pt x="854204" y="144626"/>
                </a:moveTo>
                <a:lnTo>
                  <a:pt x="817922" y="100105"/>
                </a:lnTo>
                <a:moveTo>
                  <a:pt x="454864" y="191817"/>
                </a:moveTo>
                <a:lnTo>
                  <a:pt x="452096" y="124686"/>
                </a:lnTo>
                <a:moveTo>
                  <a:pt x="967017" y="675382"/>
                </a:moveTo>
                <a:lnTo>
                  <a:pt x="983565" y="699469"/>
                </a:lnTo>
                <a:moveTo>
                  <a:pt x="1296488" y="641920"/>
                </a:moveTo>
                <a:lnTo>
                  <a:pt x="1360424" y="576618"/>
                </a:lnTo>
                <a:moveTo>
                  <a:pt x="1296488" y="641920"/>
                </a:moveTo>
                <a:lnTo>
                  <a:pt x="1200654" y="644845"/>
                </a:lnTo>
                <a:moveTo>
                  <a:pt x="864987" y="676271"/>
                </a:moveTo>
                <a:lnTo>
                  <a:pt x="821806" y="700918"/>
                </a:lnTo>
                <a:moveTo>
                  <a:pt x="2627086" y="763691"/>
                </a:moveTo>
                <a:lnTo>
                  <a:pt x="2532140" y="763182"/>
                </a:lnTo>
                <a:moveTo>
                  <a:pt x="2120238" y="19728"/>
                </a:moveTo>
                <a:lnTo>
                  <a:pt x="2205242" y="41505"/>
                </a:lnTo>
                <a:moveTo>
                  <a:pt x="452096" y="124686"/>
                </a:moveTo>
                <a:lnTo>
                  <a:pt x="534519" y="44364"/>
                </a:lnTo>
                <a:moveTo>
                  <a:pt x="1824322" y="477699"/>
                </a:moveTo>
                <a:lnTo>
                  <a:pt x="1748911" y="563717"/>
                </a:lnTo>
                <a:moveTo>
                  <a:pt x="1916052" y="1183635"/>
                </a:moveTo>
                <a:lnTo>
                  <a:pt x="1970250" y="1258420"/>
                </a:lnTo>
                <a:moveTo>
                  <a:pt x="534519" y="44364"/>
                </a:moveTo>
                <a:lnTo>
                  <a:pt x="616366" y="51038"/>
                </a:lnTo>
                <a:moveTo>
                  <a:pt x="1748911" y="563717"/>
                </a:moveTo>
                <a:lnTo>
                  <a:pt x="1645580" y="525713"/>
                </a:lnTo>
                <a:moveTo>
                  <a:pt x="1916052" y="1183635"/>
                </a:moveTo>
                <a:lnTo>
                  <a:pt x="1836728" y="1158500"/>
                </a:lnTo>
                <a:moveTo>
                  <a:pt x="864987" y="676271"/>
                </a:moveTo>
                <a:lnTo>
                  <a:pt x="967017" y="675382"/>
                </a:lnTo>
                <a:moveTo>
                  <a:pt x="1330450" y="702893"/>
                </a:moveTo>
                <a:lnTo>
                  <a:pt x="1296488" y="641920"/>
                </a:lnTo>
                <a:moveTo>
                  <a:pt x="899964" y="64855"/>
                </a:moveTo>
                <a:lnTo>
                  <a:pt x="854204" y="144626"/>
                </a:lnTo>
                <a:moveTo>
                  <a:pt x="1815582" y="410394"/>
                </a:moveTo>
                <a:lnTo>
                  <a:pt x="1824322" y="477699"/>
                </a:lnTo>
                <a:moveTo>
                  <a:pt x="452096" y="124686"/>
                </a:moveTo>
                <a:lnTo>
                  <a:pt x="468032" y="185588"/>
                </a:lnTo>
                <a:moveTo>
                  <a:pt x="803350" y="655931"/>
                </a:moveTo>
                <a:lnTo>
                  <a:pt x="864987" y="676271"/>
                </a:lnTo>
                <a:moveTo>
                  <a:pt x="2156105" y="33356"/>
                </a:moveTo>
                <a:lnTo>
                  <a:pt x="2120238" y="19728"/>
                </a:lnTo>
                <a:moveTo>
                  <a:pt x="1903895" y="337342"/>
                </a:moveTo>
                <a:lnTo>
                  <a:pt x="1815582" y="410394"/>
                </a:lnTo>
                <a:moveTo>
                  <a:pt x="1378134" y="1199757"/>
                </a:moveTo>
                <a:lnTo>
                  <a:pt x="1484727" y="1164007"/>
                </a:lnTo>
                <a:moveTo>
                  <a:pt x="1268969" y="780281"/>
                </a:moveTo>
                <a:lnTo>
                  <a:pt x="1330450" y="702893"/>
                </a:lnTo>
                <a:moveTo>
                  <a:pt x="1836728" y="1158500"/>
                </a:moveTo>
                <a:lnTo>
                  <a:pt x="1813550" y="1212298"/>
                </a:lnTo>
                <a:moveTo>
                  <a:pt x="819532" y="15579"/>
                </a:moveTo>
                <a:lnTo>
                  <a:pt x="899964" y="64855"/>
                </a:lnTo>
                <a:moveTo>
                  <a:pt x="2479071" y="1029647"/>
                </a:moveTo>
                <a:lnTo>
                  <a:pt x="2405272" y="969524"/>
                </a:lnTo>
                <a:moveTo>
                  <a:pt x="1363545" y="1314082"/>
                </a:moveTo>
                <a:lnTo>
                  <a:pt x="1378134" y="1199757"/>
                </a:lnTo>
                <a:moveTo>
                  <a:pt x="1484727" y="1164007"/>
                </a:moveTo>
                <a:lnTo>
                  <a:pt x="1489145" y="1040058"/>
                </a:lnTo>
                <a:moveTo>
                  <a:pt x="1878313" y="241130"/>
                </a:moveTo>
                <a:lnTo>
                  <a:pt x="1903895" y="337342"/>
                </a:lnTo>
                <a:moveTo>
                  <a:pt x="1811104" y="176311"/>
                </a:moveTo>
                <a:lnTo>
                  <a:pt x="1878313" y="241130"/>
                </a:lnTo>
                <a:moveTo>
                  <a:pt x="1813550" y="1212298"/>
                </a:moveTo>
                <a:lnTo>
                  <a:pt x="1738443" y="1299216"/>
                </a:lnTo>
                <a:moveTo>
                  <a:pt x="1738443" y="1299216"/>
                </a:moveTo>
                <a:lnTo>
                  <a:pt x="1654531" y="1303509"/>
                </a:lnTo>
                <a:moveTo>
                  <a:pt x="468032" y="185588"/>
                </a:moveTo>
                <a:lnTo>
                  <a:pt x="437971" y="127210"/>
                </a:lnTo>
                <a:moveTo>
                  <a:pt x="2405272" y="969524"/>
                </a:moveTo>
                <a:lnTo>
                  <a:pt x="2456349" y="874792"/>
                </a:lnTo>
                <a:moveTo>
                  <a:pt x="2368429" y="607368"/>
                </a:moveTo>
                <a:lnTo>
                  <a:pt x="2409848" y="557156"/>
                </a:lnTo>
                <a:moveTo>
                  <a:pt x="1320121" y="823344"/>
                </a:moveTo>
                <a:lnTo>
                  <a:pt x="1268969" y="780281"/>
                </a:lnTo>
                <a:moveTo>
                  <a:pt x="1878313" y="241130"/>
                </a:moveTo>
                <a:lnTo>
                  <a:pt x="1975916" y="188110"/>
                </a:lnTo>
                <a:moveTo>
                  <a:pt x="863201" y="665788"/>
                </a:moveTo>
                <a:lnTo>
                  <a:pt x="803350" y="655931"/>
                </a:lnTo>
                <a:moveTo>
                  <a:pt x="2070641" y="31095"/>
                </a:moveTo>
                <a:lnTo>
                  <a:pt x="2156105" y="33356"/>
                </a:lnTo>
                <a:moveTo>
                  <a:pt x="920412" y="1293279"/>
                </a:moveTo>
                <a:lnTo>
                  <a:pt x="846262" y="1213104"/>
                </a:lnTo>
                <a:moveTo>
                  <a:pt x="2456349" y="874792"/>
                </a:moveTo>
                <a:lnTo>
                  <a:pt x="2401298" y="789109"/>
                </a:lnTo>
                <a:moveTo>
                  <a:pt x="2405272" y="969524"/>
                </a:moveTo>
                <a:lnTo>
                  <a:pt x="2358639" y="1031845"/>
                </a:lnTo>
                <a:moveTo>
                  <a:pt x="1975916" y="188110"/>
                </a:moveTo>
                <a:lnTo>
                  <a:pt x="1981638" y="87403"/>
                </a:lnTo>
                <a:moveTo>
                  <a:pt x="1813550" y="1212298"/>
                </a:moveTo>
                <a:lnTo>
                  <a:pt x="1772552" y="1137572"/>
                </a:lnTo>
                <a:moveTo>
                  <a:pt x="2456349" y="874792"/>
                </a:moveTo>
                <a:lnTo>
                  <a:pt x="2543462" y="879497"/>
                </a:lnTo>
                <a:moveTo>
                  <a:pt x="437971" y="127210"/>
                </a:moveTo>
                <a:lnTo>
                  <a:pt x="437707" y="33755"/>
                </a:lnTo>
                <a:moveTo>
                  <a:pt x="1981638" y="87403"/>
                </a:moveTo>
                <a:lnTo>
                  <a:pt x="2070641" y="31095"/>
                </a:lnTo>
                <a:moveTo>
                  <a:pt x="2358639" y="1031845"/>
                </a:moveTo>
                <a:lnTo>
                  <a:pt x="2313546" y="1123097"/>
                </a:lnTo>
                <a:moveTo>
                  <a:pt x="2401298" y="789109"/>
                </a:moveTo>
                <a:lnTo>
                  <a:pt x="2434845" y="699202"/>
                </a:lnTo>
                <a:moveTo>
                  <a:pt x="1975916" y="188110"/>
                </a:moveTo>
                <a:lnTo>
                  <a:pt x="2046967" y="239381"/>
                </a:lnTo>
                <a:moveTo>
                  <a:pt x="1489145" y="1040058"/>
                </a:moveTo>
                <a:lnTo>
                  <a:pt x="1481422" y="1076095"/>
                </a:lnTo>
                <a:moveTo>
                  <a:pt x="2434845" y="699202"/>
                </a:moveTo>
                <a:lnTo>
                  <a:pt x="2368429" y="607368"/>
                </a:lnTo>
                <a:moveTo>
                  <a:pt x="437971" y="127210"/>
                </a:moveTo>
                <a:lnTo>
                  <a:pt x="412430" y="182497"/>
                </a:lnTo>
                <a:moveTo>
                  <a:pt x="870275" y="774173"/>
                </a:moveTo>
                <a:lnTo>
                  <a:pt x="863201" y="665788"/>
                </a:lnTo>
                <a:moveTo>
                  <a:pt x="908896" y="1320864"/>
                </a:moveTo>
                <a:lnTo>
                  <a:pt x="920412" y="1293279"/>
                </a:lnTo>
                <a:moveTo>
                  <a:pt x="2368429" y="607368"/>
                </a:moveTo>
                <a:lnTo>
                  <a:pt x="2363672" y="532599"/>
                </a:lnTo>
                <a:moveTo>
                  <a:pt x="1268054" y="785806"/>
                </a:moveTo>
                <a:lnTo>
                  <a:pt x="1320121" y="823344"/>
                </a:lnTo>
                <a:moveTo>
                  <a:pt x="863201" y="665788"/>
                </a:moveTo>
                <a:lnTo>
                  <a:pt x="820488" y="605291"/>
                </a:lnTo>
                <a:moveTo>
                  <a:pt x="1772552" y="1137572"/>
                </a:moveTo>
                <a:lnTo>
                  <a:pt x="1778670" y="1178488"/>
                </a:lnTo>
                <a:moveTo>
                  <a:pt x="2434845" y="699202"/>
                </a:moveTo>
                <a:lnTo>
                  <a:pt x="2432895" y="719374"/>
                </a:lnTo>
                <a:moveTo>
                  <a:pt x="1614598" y="398018"/>
                </a:moveTo>
                <a:lnTo>
                  <a:pt x="1634785" y="387466"/>
                </a:lnTo>
                <a:moveTo>
                  <a:pt x="1535831" y="562924"/>
                </a:moveTo>
                <a:lnTo>
                  <a:pt x="1437247" y="609833"/>
                </a:lnTo>
                <a:moveTo>
                  <a:pt x="2083805" y="1142322"/>
                </a:moveTo>
                <a:lnTo>
                  <a:pt x="2105701" y="1220605"/>
                </a:lnTo>
                <a:moveTo>
                  <a:pt x="1778670" y="1178488"/>
                </a:moveTo>
                <a:lnTo>
                  <a:pt x="1837549" y="1247890"/>
                </a:lnTo>
                <a:moveTo>
                  <a:pt x="2083805" y="1142322"/>
                </a:moveTo>
                <a:lnTo>
                  <a:pt x="2102168" y="1050378"/>
                </a:lnTo>
                <a:moveTo>
                  <a:pt x="1569016" y="480276"/>
                </a:moveTo>
                <a:lnTo>
                  <a:pt x="1535831" y="562924"/>
                </a:lnTo>
                <a:moveTo>
                  <a:pt x="1341722" y="761348"/>
                </a:moveTo>
                <a:lnTo>
                  <a:pt x="1268054" y="785806"/>
                </a:lnTo>
                <a:moveTo>
                  <a:pt x="1437247" y="609833"/>
                </a:moveTo>
                <a:lnTo>
                  <a:pt x="1433066" y="710944"/>
                </a:lnTo>
                <a:moveTo>
                  <a:pt x="820488" y="605291"/>
                </a:moveTo>
                <a:lnTo>
                  <a:pt x="850676" y="623966"/>
                </a:lnTo>
                <a:moveTo>
                  <a:pt x="1614598" y="398018"/>
                </a:moveTo>
                <a:lnTo>
                  <a:pt x="1569016" y="480276"/>
                </a:lnTo>
                <a:moveTo>
                  <a:pt x="1437247" y="609833"/>
                </a:moveTo>
                <a:lnTo>
                  <a:pt x="1364813" y="554596"/>
                </a:lnTo>
                <a:moveTo>
                  <a:pt x="2432895" y="719374"/>
                </a:moveTo>
                <a:lnTo>
                  <a:pt x="2356042" y="774566"/>
                </a:lnTo>
                <a:moveTo>
                  <a:pt x="1778670" y="1178488"/>
                </a:moveTo>
                <a:lnTo>
                  <a:pt x="1718149" y="1135305"/>
                </a:lnTo>
                <a:moveTo>
                  <a:pt x="2432895" y="719374"/>
                </a:moveTo>
                <a:lnTo>
                  <a:pt x="2500821" y="685576"/>
                </a:lnTo>
                <a:moveTo>
                  <a:pt x="1433066" y="710944"/>
                </a:moveTo>
                <a:lnTo>
                  <a:pt x="1341722" y="761348"/>
                </a:lnTo>
                <a:moveTo>
                  <a:pt x="1642492" y="314976"/>
                </a:moveTo>
                <a:lnTo>
                  <a:pt x="1614598" y="398018"/>
                </a:lnTo>
                <a:moveTo>
                  <a:pt x="2076962" y="618478"/>
                </a:moveTo>
                <a:lnTo>
                  <a:pt x="1999264" y="688518"/>
                </a:lnTo>
                <a:moveTo>
                  <a:pt x="2008551" y="780001"/>
                </a:moveTo>
                <a:lnTo>
                  <a:pt x="1999264" y="688518"/>
                </a:lnTo>
                <a:moveTo>
                  <a:pt x="1642492" y="314976"/>
                </a:moveTo>
                <a:lnTo>
                  <a:pt x="1578935" y="218860"/>
                </a:lnTo>
                <a:moveTo>
                  <a:pt x="2163836" y="639890"/>
                </a:moveTo>
                <a:lnTo>
                  <a:pt x="2076962" y="618478"/>
                </a:lnTo>
                <a:moveTo>
                  <a:pt x="2032684" y="1146831"/>
                </a:moveTo>
                <a:lnTo>
                  <a:pt x="2083805" y="1142322"/>
                </a:lnTo>
                <a:moveTo>
                  <a:pt x="1751098" y="293462"/>
                </a:moveTo>
                <a:lnTo>
                  <a:pt x="1642492" y="314976"/>
                </a:lnTo>
                <a:moveTo>
                  <a:pt x="1578935" y="218860"/>
                </a:moveTo>
                <a:lnTo>
                  <a:pt x="1629978" y="132556"/>
                </a:lnTo>
                <a:moveTo>
                  <a:pt x="1578935" y="218860"/>
                </a:moveTo>
                <a:lnTo>
                  <a:pt x="1475850" y="228787"/>
                </a:lnTo>
                <a:moveTo>
                  <a:pt x="1341722" y="761348"/>
                </a:moveTo>
                <a:lnTo>
                  <a:pt x="1371720" y="857737"/>
                </a:lnTo>
                <a:moveTo>
                  <a:pt x="894272" y="976048"/>
                </a:moveTo>
                <a:lnTo>
                  <a:pt x="979554" y="952048"/>
                </a:lnTo>
                <a:moveTo>
                  <a:pt x="2356042" y="774566"/>
                </a:moveTo>
                <a:lnTo>
                  <a:pt x="2351714" y="811223"/>
                </a:lnTo>
                <a:moveTo>
                  <a:pt x="1371720" y="857737"/>
                </a:moveTo>
                <a:lnTo>
                  <a:pt x="1452050" y="902596"/>
                </a:lnTo>
                <a:moveTo>
                  <a:pt x="2329603" y="924911"/>
                </a:moveTo>
                <a:lnTo>
                  <a:pt x="2260146" y="958364"/>
                </a:lnTo>
                <a:moveTo>
                  <a:pt x="2095466" y="801179"/>
                </a:moveTo>
                <a:lnTo>
                  <a:pt x="2008551" y="780001"/>
                </a:lnTo>
                <a:moveTo>
                  <a:pt x="2174499" y="731567"/>
                </a:moveTo>
                <a:lnTo>
                  <a:pt x="2163836" y="639890"/>
                </a:lnTo>
                <a:moveTo>
                  <a:pt x="2351714" y="811223"/>
                </a:moveTo>
                <a:lnTo>
                  <a:pt x="2329603" y="924911"/>
                </a:lnTo>
                <a:moveTo>
                  <a:pt x="2174499" y="731567"/>
                </a:moveTo>
                <a:lnTo>
                  <a:pt x="2095466" y="801179"/>
                </a:lnTo>
                <a:moveTo>
                  <a:pt x="1284826" y="1073430"/>
                </a:moveTo>
                <a:lnTo>
                  <a:pt x="1236459" y="1064216"/>
                </a:lnTo>
                <a:moveTo>
                  <a:pt x="1371720" y="857737"/>
                </a:moveTo>
                <a:lnTo>
                  <a:pt x="1306598" y="888178"/>
                </a:lnTo>
                <a:moveTo>
                  <a:pt x="878711" y="1008059"/>
                </a:moveTo>
                <a:lnTo>
                  <a:pt x="894272" y="976048"/>
                </a:lnTo>
                <a:moveTo>
                  <a:pt x="1152405" y="1262113"/>
                </a:moveTo>
                <a:lnTo>
                  <a:pt x="1099035" y="1294682"/>
                </a:lnTo>
                <a:moveTo>
                  <a:pt x="2100892" y="1194710"/>
                </a:moveTo>
                <a:lnTo>
                  <a:pt x="2032684" y="1146831"/>
                </a:lnTo>
                <a:moveTo>
                  <a:pt x="2351714" y="811223"/>
                </a:moveTo>
                <a:lnTo>
                  <a:pt x="2270091" y="754606"/>
                </a:lnTo>
                <a:moveTo>
                  <a:pt x="2270091" y="754606"/>
                </a:moveTo>
                <a:lnTo>
                  <a:pt x="2174499" y="731567"/>
                </a:lnTo>
                <a:moveTo>
                  <a:pt x="1267985" y="1257768"/>
                </a:moveTo>
                <a:lnTo>
                  <a:pt x="1152405" y="1262113"/>
                </a:lnTo>
                <a:moveTo>
                  <a:pt x="2207521" y="1173302"/>
                </a:moveTo>
                <a:lnTo>
                  <a:pt x="2100892" y="1194710"/>
                </a:lnTo>
                <a:moveTo>
                  <a:pt x="1309137" y="1164080"/>
                </a:moveTo>
                <a:lnTo>
                  <a:pt x="1267985" y="1257768"/>
                </a:lnTo>
                <a:moveTo>
                  <a:pt x="1284826" y="1073430"/>
                </a:moveTo>
                <a:lnTo>
                  <a:pt x="1309137" y="1164080"/>
                </a:lnTo>
                <a:moveTo>
                  <a:pt x="2100892" y="1194710"/>
                </a:moveTo>
                <a:lnTo>
                  <a:pt x="2085250" y="1309961"/>
                </a:lnTo>
                <a:moveTo>
                  <a:pt x="1306598" y="888178"/>
                </a:moveTo>
                <a:lnTo>
                  <a:pt x="1323360" y="980257"/>
                </a:lnTo>
                <a:moveTo>
                  <a:pt x="1323360" y="980257"/>
                </a:moveTo>
                <a:lnTo>
                  <a:pt x="1284826" y="1073430"/>
                </a:lnTo>
                <a:moveTo>
                  <a:pt x="954106" y="1083689"/>
                </a:moveTo>
                <a:lnTo>
                  <a:pt x="878711" y="1008059"/>
                </a:lnTo>
                <a:moveTo>
                  <a:pt x="878711" y="1008059"/>
                </a:moveTo>
                <a:lnTo>
                  <a:pt x="881223" y="914856"/>
                </a:lnTo>
                <a:moveTo>
                  <a:pt x="1323360" y="980257"/>
                </a:moveTo>
                <a:lnTo>
                  <a:pt x="1272648" y="972918"/>
                </a:lnTo>
                <a:moveTo>
                  <a:pt x="881223" y="914856"/>
                </a:moveTo>
                <a:lnTo>
                  <a:pt x="827630" y="931421"/>
                </a:lnTo>
                <a:moveTo>
                  <a:pt x="1272648" y="972918"/>
                </a:moveTo>
                <a:lnTo>
                  <a:pt x="1161736" y="944072"/>
                </a:lnTo>
                <a:moveTo>
                  <a:pt x="1272648" y="972918"/>
                </a:moveTo>
                <a:lnTo>
                  <a:pt x="1328920" y="896783"/>
                </a:lnTo>
                <a:moveTo>
                  <a:pt x="827630" y="931421"/>
                </a:moveTo>
                <a:lnTo>
                  <a:pt x="878956" y="950333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62" name="9pxt_3_tuned_ExperimentalDensity">
            <a:extLst>
              <a:ext uri="{FF2B5EF4-FFF2-40B4-BE49-F238E27FC236}">
                <a16:creationId xmlns:a16="http://schemas.microsoft.com/office/drawing/2014/main" id="{10D55CEC-AD6B-4FCA-A8BF-C98DE76D04EC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3325" y="801817"/>
                </a:moveTo>
                <a:lnTo>
                  <a:pt x="1307967" y="787605"/>
                </a:lnTo>
                <a:moveTo>
                  <a:pt x="1397377" y="797002"/>
                </a:moveTo>
                <a:lnTo>
                  <a:pt x="1383325" y="801817"/>
                </a:lnTo>
                <a:moveTo>
                  <a:pt x="1294532" y="846994"/>
                </a:moveTo>
                <a:lnTo>
                  <a:pt x="1307967" y="787605"/>
                </a:lnTo>
                <a:moveTo>
                  <a:pt x="1369500" y="858817"/>
                </a:moveTo>
                <a:lnTo>
                  <a:pt x="1307967" y="787605"/>
                </a:lnTo>
                <a:moveTo>
                  <a:pt x="1369500" y="858817"/>
                </a:moveTo>
                <a:lnTo>
                  <a:pt x="1383325" y="801817"/>
                </a:lnTo>
                <a:moveTo>
                  <a:pt x="1121522" y="824467"/>
                </a:moveTo>
                <a:lnTo>
                  <a:pt x="1067972" y="807077"/>
                </a:lnTo>
                <a:moveTo>
                  <a:pt x="1397377" y="797002"/>
                </a:moveTo>
                <a:lnTo>
                  <a:pt x="1369500" y="858817"/>
                </a:lnTo>
                <a:moveTo>
                  <a:pt x="1369193" y="860075"/>
                </a:moveTo>
                <a:lnTo>
                  <a:pt x="1397377" y="797002"/>
                </a:lnTo>
                <a:moveTo>
                  <a:pt x="2341353" y="626220"/>
                </a:moveTo>
                <a:lnTo>
                  <a:pt x="2337924" y="627380"/>
                </a:lnTo>
                <a:moveTo>
                  <a:pt x="1456701" y="780454"/>
                </a:moveTo>
                <a:lnTo>
                  <a:pt x="1397377" y="797002"/>
                </a:lnTo>
                <a:moveTo>
                  <a:pt x="1294018" y="849181"/>
                </a:moveTo>
                <a:lnTo>
                  <a:pt x="1294532" y="846994"/>
                </a:lnTo>
                <a:moveTo>
                  <a:pt x="1121840" y="891817"/>
                </a:moveTo>
                <a:lnTo>
                  <a:pt x="1121522" y="824467"/>
                </a:lnTo>
                <a:moveTo>
                  <a:pt x="1294018" y="849181"/>
                </a:moveTo>
                <a:lnTo>
                  <a:pt x="1293713" y="850886"/>
                </a:lnTo>
                <a:moveTo>
                  <a:pt x="1369500" y="858817"/>
                </a:moveTo>
                <a:lnTo>
                  <a:pt x="1294532" y="846994"/>
                </a:lnTo>
                <a:moveTo>
                  <a:pt x="1369500" y="858817"/>
                </a:moveTo>
                <a:lnTo>
                  <a:pt x="1294018" y="849181"/>
                </a:lnTo>
                <a:moveTo>
                  <a:pt x="1369193" y="860075"/>
                </a:moveTo>
                <a:lnTo>
                  <a:pt x="1294018" y="849181"/>
                </a:lnTo>
                <a:moveTo>
                  <a:pt x="1121840" y="891817"/>
                </a:moveTo>
                <a:lnTo>
                  <a:pt x="1067972" y="807077"/>
                </a:lnTo>
                <a:moveTo>
                  <a:pt x="1369193" y="860075"/>
                </a:moveTo>
                <a:lnTo>
                  <a:pt x="1293713" y="850886"/>
                </a:lnTo>
                <a:moveTo>
                  <a:pt x="2324300" y="694773"/>
                </a:moveTo>
                <a:lnTo>
                  <a:pt x="2337924" y="627380"/>
                </a:lnTo>
                <a:moveTo>
                  <a:pt x="1366925" y="871059"/>
                </a:moveTo>
                <a:lnTo>
                  <a:pt x="1293713" y="850886"/>
                </a:lnTo>
                <a:moveTo>
                  <a:pt x="2341353" y="626220"/>
                </a:moveTo>
                <a:lnTo>
                  <a:pt x="2324300" y="694773"/>
                </a:lnTo>
                <a:moveTo>
                  <a:pt x="1369193" y="860075"/>
                </a:moveTo>
                <a:lnTo>
                  <a:pt x="1369500" y="858817"/>
                </a:lnTo>
                <a:moveTo>
                  <a:pt x="1366925" y="871059"/>
                </a:moveTo>
                <a:lnTo>
                  <a:pt x="1369193" y="860075"/>
                </a:lnTo>
                <a:moveTo>
                  <a:pt x="2329577" y="691824"/>
                </a:moveTo>
                <a:lnTo>
                  <a:pt x="2341353" y="626220"/>
                </a:lnTo>
                <a:moveTo>
                  <a:pt x="1067972" y="807077"/>
                </a:moveTo>
                <a:lnTo>
                  <a:pt x="1010238" y="770499"/>
                </a:lnTo>
                <a:moveTo>
                  <a:pt x="1293713" y="850886"/>
                </a:moveTo>
                <a:lnTo>
                  <a:pt x="1280566" y="919645"/>
                </a:lnTo>
                <a:moveTo>
                  <a:pt x="1456701" y="780454"/>
                </a:moveTo>
                <a:lnTo>
                  <a:pt x="1369193" y="860075"/>
                </a:lnTo>
                <a:moveTo>
                  <a:pt x="1053627" y="861543"/>
                </a:moveTo>
                <a:lnTo>
                  <a:pt x="1067972" y="807077"/>
                </a:lnTo>
                <a:moveTo>
                  <a:pt x="1355491" y="926071"/>
                </a:moveTo>
                <a:lnTo>
                  <a:pt x="1293713" y="850886"/>
                </a:lnTo>
                <a:moveTo>
                  <a:pt x="1280566" y="919645"/>
                </a:moveTo>
                <a:lnTo>
                  <a:pt x="1205394" y="908793"/>
                </a:lnTo>
                <a:moveTo>
                  <a:pt x="2350944" y="589709"/>
                </a:moveTo>
                <a:lnTo>
                  <a:pt x="2341353" y="626220"/>
                </a:lnTo>
                <a:moveTo>
                  <a:pt x="2329577" y="691824"/>
                </a:moveTo>
                <a:lnTo>
                  <a:pt x="2324300" y="694773"/>
                </a:lnTo>
                <a:moveTo>
                  <a:pt x="1366925" y="871059"/>
                </a:moveTo>
                <a:lnTo>
                  <a:pt x="1355491" y="926071"/>
                </a:lnTo>
                <a:moveTo>
                  <a:pt x="1357327" y="925827"/>
                </a:moveTo>
                <a:lnTo>
                  <a:pt x="1366925" y="871059"/>
                </a:lnTo>
                <a:moveTo>
                  <a:pt x="1067972" y="807077"/>
                </a:moveTo>
                <a:lnTo>
                  <a:pt x="1022846" y="839624"/>
                </a:lnTo>
                <a:moveTo>
                  <a:pt x="1121840" y="891817"/>
                </a:moveTo>
                <a:lnTo>
                  <a:pt x="1053627" y="861543"/>
                </a:lnTo>
                <a:moveTo>
                  <a:pt x="2317924" y="720354"/>
                </a:moveTo>
                <a:lnTo>
                  <a:pt x="2324300" y="694773"/>
                </a:lnTo>
                <a:moveTo>
                  <a:pt x="1267246" y="992494"/>
                </a:moveTo>
                <a:lnTo>
                  <a:pt x="1205394" y="908793"/>
                </a:lnTo>
                <a:moveTo>
                  <a:pt x="1355491" y="926071"/>
                </a:moveTo>
                <a:lnTo>
                  <a:pt x="1280566" y="919645"/>
                </a:lnTo>
                <a:moveTo>
                  <a:pt x="1488955" y="772332"/>
                </a:moveTo>
                <a:lnTo>
                  <a:pt x="1456701" y="780454"/>
                </a:lnTo>
                <a:moveTo>
                  <a:pt x="2329577" y="691824"/>
                </a:moveTo>
                <a:lnTo>
                  <a:pt x="2317924" y="720354"/>
                </a:lnTo>
                <a:moveTo>
                  <a:pt x="1267246" y="992494"/>
                </a:moveTo>
                <a:lnTo>
                  <a:pt x="1280566" y="919645"/>
                </a:lnTo>
                <a:moveTo>
                  <a:pt x="1442477" y="837075"/>
                </a:moveTo>
                <a:lnTo>
                  <a:pt x="1369193" y="860075"/>
                </a:lnTo>
                <a:moveTo>
                  <a:pt x="1357327" y="925827"/>
                </a:moveTo>
                <a:lnTo>
                  <a:pt x="1355491" y="926071"/>
                </a:lnTo>
                <a:moveTo>
                  <a:pt x="2345182" y="656182"/>
                </a:moveTo>
                <a:lnTo>
                  <a:pt x="2341353" y="626220"/>
                </a:lnTo>
                <a:moveTo>
                  <a:pt x="1442477" y="837075"/>
                </a:moveTo>
                <a:lnTo>
                  <a:pt x="1456701" y="780454"/>
                </a:lnTo>
                <a:moveTo>
                  <a:pt x="1429284" y="912198"/>
                </a:moveTo>
                <a:lnTo>
                  <a:pt x="1369193" y="860075"/>
                </a:lnTo>
                <a:moveTo>
                  <a:pt x="1022846" y="839624"/>
                </a:moveTo>
                <a:lnTo>
                  <a:pt x="1010238" y="770499"/>
                </a:lnTo>
                <a:moveTo>
                  <a:pt x="1341802" y="992295"/>
                </a:moveTo>
                <a:lnTo>
                  <a:pt x="1280566" y="919645"/>
                </a:lnTo>
                <a:moveTo>
                  <a:pt x="1429284" y="912198"/>
                </a:moveTo>
                <a:lnTo>
                  <a:pt x="1366925" y="871059"/>
                </a:lnTo>
                <a:moveTo>
                  <a:pt x="989707" y="740734"/>
                </a:moveTo>
                <a:lnTo>
                  <a:pt x="1010238" y="770499"/>
                </a:lnTo>
                <a:moveTo>
                  <a:pt x="2317924" y="720354"/>
                </a:moveTo>
                <a:lnTo>
                  <a:pt x="2300995" y="755001"/>
                </a:lnTo>
                <a:moveTo>
                  <a:pt x="1053627" y="861543"/>
                </a:moveTo>
                <a:lnTo>
                  <a:pt x="1022846" y="839624"/>
                </a:lnTo>
                <a:moveTo>
                  <a:pt x="1341802" y="992295"/>
                </a:moveTo>
                <a:lnTo>
                  <a:pt x="1355491" y="926071"/>
                </a:lnTo>
                <a:moveTo>
                  <a:pt x="1488955" y="772332"/>
                </a:moveTo>
                <a:lnTo>
                  <a:pt x="1442477" y="837075"/>
                </a:lnTo>
                <a:moveTo>
                  <a:pt x="1357327" y="925827"/>
                </a:moveTo>
                <a:lnTo>
                  <a:pt x="1341802" y="992295"/>
                </a:lnTo>
                <a:moveTo>
                  <a:pt x="2345182" y="656182"/>
                </a:moveTo>
                <a:lnTo>
                  <a:pt x="2329577" y="691824"/>
                </a:lnTo>
                <a:moveTo>
                  <a:pt x="1346737" y="991602"/>
                </a:moveTo>
                <a:lnTo>
                  <a:pt x="1357327" y="925827"/>
                </a:lnTo>
                <a:moveTo>
                  <a:pt x="1341802" y="992295"/>
                </a:moveTo>
                <a:lnTo>
                  <a:pt x="1267246" y="992494"/>
                </a:lnTo>
                <a:moveTo>
                  <a:pt x="1453490" y="834515"/>
                </a:moveTo>
                <a:lnTo>
                  <a:pt x="1488955" y="772332"/>
                </a:lnTo>
                <a:moveTo>
                  <a:pt x="1039525" y="920351"/>
                </a:moveTo>
                <a:lnTo>
                  <a:pt x="1053627" y="861543"/>
                </a:lnTo>
                <a:moveTo>
                  <a:pt x="1429284" y="912198"/>
                </a:moveTo>
                <a:lnTo>
                  <a:pt x="1357327" y="925827"/>
                </a:lnTo>
                <a:moveTo>
                  <a:pt x="2315278" y="684609"/>
                </a:moveTo>
                <a:lnTo>
                  <a:pt x="2329577" y="691824"/>
                </a:lnTo>
                <a:moveTo>
                  <a:pt x="2334873" y="572628"/>
                </a:moveTo>
                <a:lnTo>
                  <a:pt x="2350944" y="589709"/>
                </a:lnTo>
                <a:moveTo>
                  <a:pt x="2345182" y="656182"/>
                </a:moveTo>
                <a:lnTo>
                  <a:pt x="2350944" y="589709"/>
                </a:lnTo>
                <a:moveTo>
                  <a:pt x="1053627" y="861543"/>
                </a:moveTo>
                <a:lnTo>
                  <a:pt x="1026989" y="907527"/>
                </a:lnTo>
                <a:moveTo>
                  <a:pt x="2315278" y="684609"/>
                </a:moveTo>
                <a:lnTo>
                  <a:pt x="2317924" y="720354"/>
                </a:lnTo>
                <a:moveTo>
                  <a:pt x="1453490" y="834515"/>
                </a:moveTo>
                <a:lnTo>
                  <a:pt x="1442477" y="837075"/>
                </a:lnTo>
                <a:moveTo>
                  <a:pt x="1346737" y="991602"/>
                </a:moveTo>
                <a:lnTo>
                  <a:pt x="1341802" y="992295"/>
                </a:lnTo>
                <a:moveTo>
                  <a:pt x="2257595" y="816037"/>
                </a:moveTo>
                <a:lnTo>
                  <a:pt x="2300995" y="755001"/>
                </a:lnTo>
                <a:moveTo>
                  <a:pt x="997278" y="798036"/>
                </a:moveTo>
                <a:lnTo>
                  <a:pt x="1010238" y="770499"/>
                </a:lnTo>
                <a:moveTo>
                  <a:pt x="1338937" y="1004122"/>
                </a:moveTo>
                <a:lnTo>
                  <a:pt x="1341802" y="992295"/>
                </a:lnTo>
                <a:moveTo>
                  <a:pt x="1415792" y="981960"/>
                </a:moveTo>
                <a:lnTo>
                  <a:pt x="1357327" y="925827"/>
                </a:lnTo>
                <a:moveTo>
                  <a:pt x="1429284" y="912198"/>
                </a:moveTo>
                <a:lnTo>
                  <a:pt x="1442477" y="837075"/>
                </a:lnTo>
                <a:moveTo>
                  <a:pt x="1346737" y="991602"/>
                </a:moveTo>
                <a:lnTo>
                  <a:pt x="1338937" y="1004122"/>
                </a:lnTo>
                <a:moveTo>
                  <a:pt x="1368971" y="717108"/>
                </a:moveTo>
                <a:lnTo>
                  <a:pt x="1304173" y="719537"/>
                </a:lnTo>
                <a:moveTo>
                  <a:pt x="1290675" y="789203"/>
                </a:moveTo>
                <a:lnTo>
                  <a:pt x="1304173" y="719537"/>
                </a:lnTo>
                <a:moveTo>
                  <a:pt x="1441863" y="826058"/>
                </a:moveTo>
                <a:lnTo>
                  <a:pt x="1453490" y="834515"/>
                </a:lnTo>
                <a:moveTo>
                  <a:pt x="2315278" y="684609"/>
                </a:moveTo>
                <a:lnTo>
                  <a:pt x="2300995" y="755001"/>
                </a:lnTo>
                <a:moveTo>
                  <a:pt x="1453490" y="834515"/>
                </a:moveTo>
                <a:lnTo>
                  <a:pt x="1429284" y="912198"/>
                </a:lnTo>
                <a:moveTo>
                  <a:pt x="2345182" y="656182"/>
                </a:moveTo>
                <a:lnTo>
                  <a:pt x="2334873" y="572628"/>
                </a:lnTo>
                <a:moveTo>
                  <a:pt x="1026989" y="907527"/>
                </a:moveTo>
                <a:lnTo>
                  <a:pt x="1022846" y="839624"/>
                </a:lnTo>
                <a:moveTo>
                  <a:pt x="984128" y="753106"/>
                </a:moveTo>
                <a:lnTo>
                  <a:pt x="989707" y="740734"/>
                </a:lnTo>
                <a:moveTo>
                  <a:pt x="2192717" y="634162"/>
                </a:moveTo>
                <a:lnTo>
                  <a:pt x="2170607" y="612957"/>
                </a:lnTo>
                <a:moveTo>
                  <a:pt x="2223470" y="533403"/>
                </a:moveTo>
                <a:lnTo>
                  <a:pt x="2192717" y="634162"/>
                </a:lnTo>
                <a:moveTo>
                  <a:pt x="1365631" y="796169"/>
                </a:moveTo>
                <a:lnTo>
                  <a:pt x="1304173" y="719537"/>
                </a:lnTo>
                <a:moveTo>
                  <a:pt x="2285096" y="714809"/>
                </a:moveTo>
                <a:lnTo>
                  <a:pt x="2300995" y="755001"/>
                </a:lnTo>
                <a:moveTo>
                  <a:pt x="2196749" y="702049"/>
                </a:moveTo>
                <a:lnTo>
                  <a:pt x="2192717" y="634162"/>
                </a:lnTo>
                <a:moveTo>
                  <a:pt x="1441863" y="826058"/>
                </a:moveTo>
                <a:lnTo>
                  <a:pt x="1376854" y="727201"/>
                </a:lnTo>
                <a:moveTo>
                  <a:pt x="2334873" y="572628"/>
                </a:moveTo>
                <a:lnTo>
                  <a:pt x="2315125" y="546640"/>
                </a:lnTo>
                <a:moveTo>
                  <a:pt x="1449993" y="747723"/>
                </a:moveTo>
                <a:lnTo>
                  <a:pt x="1453490" y="834515"/>
                </a:lnTo>
                <a:moveTo>
                  <a:pt x="1338937" y="1004122"/>
                </a:moveTo>
                <a:lnTo>
                  <a:pt x="1301678" y="1052399"/>
                </a:lnTo>
                <a:moveTo>
                  <a:pt x="1039525" y="920351"/>
                </a:moveTo>
                <a:lnTo>
                  <a:pt x="1026989" y="907527"/>
                </a:lnTo>
                <a:moveTo>
                  <a:pt x="1378583" y="716737"/>
                </a:moveTo>
                <a:lnTo>
                  <a:pt x="1368971" y="717108"/>
                </a:lnTo>
                <a:moveTo>
                  <a:pt x="2175565" y="564027"/>
                </a:moveTo>
                <a:lnTo>
                  <a:pt x="2192717" y="634162"/>
                </a:lnTo>
                <a:moveTo>
                  <a:pt x="1415792" y="981960"/>
                </a:moveTo>
                <a:lnTo>
                  <a:pt x="1346737" y="991602"/>
                </a:lnTo>
                <a:moveTo>
                  <a:pt x="997278" y="798036"/>
                </a:moveTo>
                <a:lnTo>
                  <a:pt x="1022846" y="839624"/>
                </a:lnTo>
                <a:moveTo>
                  <a:pt x="1376854" y="727201"/>
                </a:moveTo>
                <a:lnTo>
                  <a:pt x="1368971" y="717108"/>
                </a:lnTo>
                <a:moveTo>
                  <a:pt x="2345182" y="656182"/>
                </a:moveTo>
                <a:lnTo>
                  <a:pt x="2315278" y="684609"/>
                </a:lnTo>
                <a:moveTo>
                  <a:pt x="1498225" y="908280"/>
                </a:moveTo>
                <a:lnTo>
                  <a:pt x="1453490" y="834515"/>
                </a:lnTo>
                <a:moveTo>
                  <a:pt x="1441863" y="826058"/>
                </a:moveTo>
                <a:lnTo>
                  <a:pt x="1365631" y="796169"/>
                </a:lnTo>
                <a:moveTo>
                  <a:pt x="1376854" y="727201"/>
                </a:moveTo>
                <a:lnTo>
                  <a:pt x="1378583" y="716737"/>
                </a:lnTo>
                <a:moveTo>
                  <a:pt x="997278" y="798036"/>
                </a:moveTo>
                <a:lnTo>
                  <a:pt x="989707" y="740734"/>
                </a:lnTo>
                <a:moveTo>
                  <a:pt x="2320798" y="631937"/>
                </a:moveTo>
                <a:lnTo>
                  <a:pt x="2334873" y="572628"/>
                </a:lnTo>
                <a:moveTo>
                  <a:pt x="1290675" y="789203"/>
                </a:moveTo>
                <a:lnTo>
                  <a:pt x="1214922" y="767909"/>
                </a:lnTo>
                <a:moveTo>
                  <a:pt x="1449993" y="747723"/>
                </a:moveTo>
                <a:lnTo>
                  <a:pt x="1441863" y="826058"/>
                </a:lnTo>
                <a:moveTo>
                  <a:pt x="1035711" y="924441"/>
                </a:moveTo>
                <a:lnTo>
                  <a:pt x="1039525" y="920351"/>
                </a:lnTo>
                <a:moveTo>
                  <a:pt x="2265266" y="505807"/>
                </a:moveTo>
                <a:lnTo>
                  <a:pt x="2270757" y="448313"/>
                </a:lnTo>
                <a:moveTo>
                  <a:pt x="2220650" y="796621"/>
                </a:moveTo>
                <a:lnTo>
                  <a:pt x="2257595" y="816037"/>
                </a:lnTo>
                <a:moveTo>
                  <a:pt x="2315125" y="546640"/>
                </a:moveTo>
                <a:lnTo>
                  <a:pt x="2265266" y="505807"/>
                </a:lnTo>
                <a:moveTo>
                  <a:pt x="1365631" y="796169"/>
                </a:moveTo>
                <a:lnTo>
                  <a:pt x="1368971" y="717108"/>
                </a:lnTo>
                <a:moveTo>
                  <a:pt x="1415792" y="981960"/>
                </a:moveTo>
                <a:lnTo>
                  <a:pt x="1429284" y="912198"/>
                </a:lnTo>
                <a:moveTo>
                  <a:pt x="1327362" y="1045041"/>
                </a:moveTo>
                <a:lnTo>
                  <a:pt x="1346737" y="991602"/>
                </a:lnTo>
                <a:moveTo>
                  <a:pt x="1365631" y="796169"/>
                </a:moveTo>
                <a:lnTo>
                  <a:pt x="1290675" y="789203"/>
                </a:lnTo>
                <a:moveTo>
                  <a:pt x="1498225" y="908280"/>
                </a:moveTo>
                <a:lnTo>
                  <a:pt x="1429284" y="912198"/>
                </a:lnTo>
                <a:moveTo>
                  <a:pt x="1503313" y="902555"/>
                </a:moveTo>
                <a:lnTo>
                  <a:pt x="1453490" y="834515"/>
                </a:lnTo>
                <a:moveTo>
                  <a:pt x="1376854" y="727201"/>
                </a:moveTo>
                <a:lnTo>
                  <a:pt x="1365631" y="796169"/>
                </a:lnTo>
                <a:moveTo>
                  <a:pt x="1327362" y="1045041"/>
                </a:moveTo>
                <a:lnTo>
                  <a:pt x="1338937" y="1004122"/>
                </a:lnTo>
                <a:moveTo>
                  <a:pt x="2285096" y="714809"/>
                </a:moveTo>
                <a:lnTo>
                  <a:pt x="2257595" y="816037"/>
                </a:lnTo>
                <a:moveTo>
                  <a:pt x="2196749" y="702049"/>
                </a:moveTo>
                <a:lnTo>
                  <a:pt x="2170607" y="612957"/>
                </a:lnTo>
                <a:moveTo>
                  <a:pt x="2345182" y="656182"/>
                </a:moveTo>
                <a:lnTo>
                  <a:pt x="2320798" y="631937"/>
                </a:lnTo>
                <a:moveTo>
                  <a:pt x="1449993" y="747723"/>
                </a:moveTo>
                <a:lnTo>
                  <a:pt x="1376854" y="727201"/>
                </a:lnTo>
                <a:moveTo>
                  <a:pt x="1214922" y="767909"/>
                </a:moveTo>
                <a:lnTo>
                  <a:pt x="1202238" y="760332"/>
                </a:lnTo>
                <a:moveTo>
                  <a:pt x="1035711" y="924441"/>
                </a:moveTo>
                <a:lnTo>
                  <a:pt x="1026989" y="907527"/>
                </a:lnTo>
                <a:moveTo>
                  <a:pt x="2175565" y="564027"/>
                </a:moveTo>
                <a:lnTo>
                  <a:pt x="2170607" y="612957"/>
                </a:lnTo>
                <a:moveTo>
                  <a:pt x="2223470" y="533403"/>
                </a:moveTo>
                <a:lnTo>
                  <a:pt x="2182597" y="516250"/>
                </a:lnTo>
                <a:moveTo>
                  <a:pt x="2227259" y="734828"/>
                </a:moveTo>
                <a:lnTo>
                  <a:pt x="2257595" y="816037"/>
                </a:lnTo>
                <a:moveTo>
                  <a:pt x="2223470" y="533403"/>
                </a:moveTo>
                <a:lnTo>
                  <a:pt x="2175565" y="564027"/>
                </a:lnTo>
                <a:moveTo>
                  <a:pt x="2220650" y="796621"/>
                </a:moveTo>
                <a:lnTo>
                  <a:pt x="2196749" y="702049"/>
                </a:lnTo>
                <a:moveTo>
                  <a:pt x="1490601" y="986299"/>
                </a:moveTo>
                <a:lnTo>
                  <a:pt x="1429284" y="912198"/>
                </a:lnTo>
                <a:moveTo>
                  <a:pt x="2315278" y="684609"/>
                </a:moveTo>
                <a:lnTo>
                  <a:pt x="2285096" y="714809"/>
                </a:lnTo>
                <a:moveTo>
                  <a:pt x="2334873" y="572628"/>
                </a:moveTo>
                <a:lnTo>
                  <a:pt x="2307640" y="612864"/>
                </a:lnTo>
                <a:moveTo>
                  <a:pt x="2298230" y="439000"/>
                </a:moveTo>
                <a:lnTo>
                  <a:pt x="2265266" y="505807"/>
                </a:lnTo>
                <a:moveTo>
                  <a:pt x="2315278" y="684609"/>
                </a:moveTo>
                <a:lnTo>
                  <a:pt x="2320798" y="631937"/>
                </a:lnTo>
                <a:moveTo>
                  <a:pt x="997278" y="798036"/>
                </a:moveTo>
                <a:lnTo>
                  <a:pt x="984128" y="753106"/>
                </a:lnTo>
                <a:moveTo>
                  <a:pt x="1055198" y="978906"/>
                </a:moveTo>
                <a:lnTo>
                  <a:pt x="1039525" y="920351"/>
                </a:lnTo>
                <a:moveTo>
                  <a:pt x="1009527" y="867109"/>
                </a:moveTo>
                <a:lnTo>
                  <a:pt x="1022846" y="839624"/>
                </a:lnTo>
                <a:moveTo>
                  <a:pt x="2170607" y="612957"/>
                </a:moveTo>
                <a:lnTo>
                  <a:pt x="2150239" y="590132"/>
                </a:lnTo>
                <a:moveTo>
                  <a:pt x="1207786" y="794510"/>
                </a:moveTo>
                <a:lnTo>
                  <a:pt x="1214922" y="767909"/>
                </a:lnTo>
                <a:moveTo>
                  <a:pt x="2182597" y="516250"/>
                </a:moveTo>
                <a:lnTo>
                  <a:pt x="2175565" y="564027"/>
                </a:lnTo>
                <a:moveTo>
                  <a:pt x="1327362" y="1045041"/>
                </a:moveTo>
                <a:lnTo>
                  <a:pt x="1301678" y="1052399"/>
                </a:lnTo>
                <a:moveTo>
                  <a:pt x="1301678" y="1052399"/>
                </a:moveTo>
                <a:lnTo>
                  <a:pt x="1241565" y="1098811"/>
                </a:lnTo>
                <a:moveTo>
                  <a:pt x="2227259" y="734828"/>
                </a:moveTo>
                <a:lnTo>
                  <a:pt x="2220650" y="796621"/>
                </a:lnTo>
                <a:moveTo>
                  <a:pt x="2272429" y="423429"/>
                </a:moveTo>
                <a:lnTo>
                  <a:pt x="2270757" y="448313"/>
                </a:lnTo>
                <a:moveTo>
                  <a:pt x="2227259" y="734828"/>
                </a:moveTo>
                <a:lnTo>
                  <a:pt x="2196749" y="702049"/>
                </a:lnTo>
                <a:moveTo>
                  <a:pt x="1502648" y="913959"/>
                </a:moveTo>
                <a:lnTo>
                  <a:pt x="1498225" y="908280"/>
                </a:lnTo>
                <a:moveTo>
                  <a:pt x="2454463" y="739269"/>
                </a:moveTo>
                <a:lnTo>
                  <a:pt x="2454377" y="671952"/>
                </a:lnTo>
                <a:moveTo>
                  <a:pt x="1511034" y="910130"/>
                </a:moveTo>
                <a:lnTo>
                  <a:pt x="1502648" y="913959"/>
                </a:lnTo>
                <a:moveTo>
                  <a:pt x="2320798" y="631937"/>
                </a:moveTo>
                <a:lnTo>
                  <a:pt x="2285096" y="714809"/>
                </a:lnTo>
                <a:moveTo>
                  <a:pt x="1694543" y="936633"/>
                </a:moveTo>
                <a:lnTo>
                  <a:pt x="1685856" y="868074"/>
                </a:lnTo>
                <a:moveTo>
                  <a:pt x="1207786" y="794510"/>
                </a:moveTo>
                <a:lnTo>
                  <a:pt x="1202238" y="760332"/>
                </a:lnTo>
                <a:moveTo>
                  <a:pt x="1415792" y="981960"/>
                </a:moveTo>
                <a:lnTo>
                  <a:pt x="1327362" y="1045041"/>
                </a:lnTo>
                <a:moveTo>
                  <a:pt x="1276277" y="842702"/>
                </a:moveTo>
                <a:lnTo>
                  <a:pt x="1290675" y="789203"/>
                </a:lnTo>
                <a:moveTo>
                  <a:pt x="1503313" y="902555"/>
                </a:moveTo>
                <a:lnTo>
                  <a:pt x="1498225" y="908280"/>
                </a:lnTo>
                <a:moveTo>
                  <a:pt x="2298230" y="439000"/>
                </a:moveTo>
                <a:lnTo>
                  <a:pt x="2270757" y="448313"/>
                </a:lnTo>
                <a:moveTo>
                  <a:pt x="1505109" y="853932"/>
                </a:moveTo>
                <a:lnTo>
                  <a:pt x="1453490" y="834515"/>
                </a:lnTo>
                <a:moveTo>
                  <a:pt x="1511034" y="910130"/>
                </a:moveTo>
                <a:lnTo>
                  <a:pt x="1503313" y="902555"/>
                </a:lnTo>
                <a:moveTo>
                  <a:pt x="2285096" y="714809"/>
                </a:moveTo>
                <a:lnTo>
                  <a:pt x="2227259" y="734828"/>
                </a:lnTo>
                <a:moveTo>
                  <a:pt x="2175565" y="564027"/>
                </a:moveTo>
                <a:lnTo>
                  <a:pt x="2150239" y="590132"/>
                </a:lnTo>
                <a:moveTo>
                  <a:pt x="2298230" y="439000"/>
                </a:moveTo>
                <a:lnTo>
                  <a:pt x="2315125" y="546640"/>
                </a:lnTo>
                <a:moveTo>
                  <a:pt x="1490601" y="986299"/>
                </a:moveTo>
                <a:lnTo>
                  <a:pt x="1415792" y="981960"/>
                </a:lnTo>
                <a:moveTo>
                  <a:pt x="1503313" y="902555"/>
                </a:moveTo>
                <a:lnTo>
                  <a:pt x="1502648" y="913959"/>
                </a:lnTo>
                <a:moveTo>
                  <a:pt x="2156368" y="669314"/>
                </a:moveTo>
                <a:lnTo>
                  <a:pt x="2170607" y="612957"/>
                </a:lnTo>
                <a:moveTo>
                  <a:pt x="1490601" y="986299"/>
                </a:moveTo>
                <a:lnTo>
                  <a:pt x="1498225" y="908280"/>
                </a:lnTo>
                <a:moveTo>
                  <a:pt x="1276277" y="842702"/>
                </a:moveTo>
                <a:lnTo>
                  <a:pt x="1214922" y="767909"/>
                </a:lnTo>
                <a:moveTo>
                  <a:pt x="1502648" y="913959"/>
                </a:moveTo>
                <a:lnTo>
                  <a:pt x="1490601" y="986299"/>
                </a:lnTo>
                <a:moveTo>
                  <a:pt x="1055198" y="978906"/>
                </a:moveTo>
                <a:lnTo>
                  <a:pt x="1035711" y="924441"/>
                </a:lnTo>
                <a:moveTo>
                  <a:pt x="1243266" y="833562"/>
                </a:moveTo>
                <a:lnTo>
                  <a:pt x="1214922" y="767909"/>
                </a:lnTo>
                <a:moveTo>
                  <a:pt x="1138063" y="726786"/>
                </a:moveTo>
                <a:lnTo>
                  <a:pt x="1202238" y="760332"/>
                </a:lnTo>
                <a:moveTo>
                  <a:pt x="1032560" y="697931"/>
                </a:moveTo>
                <a:lnTo>
                  <a:pt x="984128" y="753106"/>
                </a:lnTo>
                <a:moveTo>
                  <a:pt x="1351264" y="850243"/>
                </a:moveTo>
                <a:lnTo>
                  <a:pt x="1290675" y="789203"/>
                </a:lnTo>
                <a:moveTo>
                  <a:pt x="1426422" y="860845"/>
                </a:moveTo>
                <a:lnTo>
                  <a:pt x="1441863" y="826058"/>
                </a:lnTo>
                <a:moveTo>
                  <a:pt x="1163862" y="1099113"/>
                </a:moveTo>
                <a:lnTo>
                  <a:pt x="1164220" y="1098285"/>
                </a:lnTo>
                <a:moveTo>
                  <a:pt x="1505109" y="853932"/>
                </a:moveTo>
                <a:lnTo>
                  <a:pt x="1441863" y="826058"/>
                </a:lnTo>
                <a:moveTo>
                  <a:pt x="1241565" y="1098811"/>
                </a:moveTo>
                <a:lnTo>
                  <a:pt x="1164220" y="1098285"/>
                </a:lnTo>
                <a:moveTo>
                  <a:pt x="1430559" y="860612"/>
                </a:moveTo>
                <a:lnTo>
                  <a:pt x="1441863" y="826058"/>
                </a:lnTo>
                <a:moveTo>
                  <a:pt x="2156368" y="669314"/>
                </a:moveTo>
                <a:lnTo>
                  <a:pt x="2196749" y="702049"/>
                </a:lnTo>
                <a:moveTo>
                  <a:pt x="1241565" y="1098811"/>
                </a:moveTo>
                <a:lnTo>
                  <a:pt x="1163862" y="1099113"/>
                </a:lnTo>
                <a:moveTo>
                  <a:pt x="2307640" y="612864"/>
                </a:moveTo>
                <a:lnTo>
                  <a:pt x="2315125" y="546640"/>
                </a:lnTo>
                <a:moveTo>
                  <a:pt x="2408519" y="627433"/>
                </a:moveTo>
                <a:lnTo>
                  <a:pt x="2454377" y="671952"/>
                </a:lnTo>
                <a:moveTo>
                  <a:pt x="2298230" y="439000"/>
                </a:moveTo>
                <a:lnTo>
                  <a:pt x="2272429" y="423429"/>
                </a:lnTo>
                <a:moveTo>
                  <a:pt x="1674338" y="828515"/>
                </a:moveTo>
                <a:lnTo>
                  <a:pt x="1685856" y="868074"/>
                </a:lnTo>
                <a:moveTo>
                  <a:pt x="1009527" y="867109"/>
                </a:moveTo>
                <a:lnTo>
                  <a:pt x="1026989" y="907527"/>
                </a:lnTo>
                <a:moveTo>
                  <a:pt x="2170607" y="612957"/>
                </a:moveTo>
                <a:lnTo>
                  <a:pt x="2143098" y="656405"/>
                </a:lnTo>
                <a:moveTo>
                  <a:pt x="2307640" y="612864"/>
                </a:moveTo>
                <a:lnTo>
                  <a:pt x="2285096" y="714809"/>
                </a:lnTo>
                <a:moveTo>
                  <a:pt x="2320798" y="631937"/>
                </a:moveTo>
                <a:lnTo>
                  <a:pt x="2307640" y="612864"/>
                </a:lnTo>
                <a:moveTo>
                  <a:pt x="1238202" y="1095055"/>
                </a:moveTo>
                <a:lnTo>
                  <a:pt x="1301678" y="1052399"/>
                </a:lnTo>
                <a:moveTo>
                  <a:pt x="1351264" y="850243"/>
                </a:moveTo>
                <a:lnTo>
                  <a:pt x="1365631" y="796169"/>
                </a:lnTo>
                <a:moveTo>
                  <a:pt x="2458667" y="741662"/>
                </a:moveTo>
                <a:lnTo>
                  <a:pt x="2454463" y="739269"/>
                </a:lnTo>
                <a:moveTo>
                  <a:pt x="1207786" y="794510"/>
                </a:moveTo>
                <a:lnTo>
                  <a:pt x="1138063" y="726786"/>
                </a:lnTo>
                <a:moveTo>
                  <a:pt x="1035711" y="924441"/>
                </a:moveTo>
                <a:lnTo>
                  <a:pt x="1009527" y="867109"/>
                </a:lnTo>
                <a:moveTo>
                  <a:pt x="2457344" y="745678"/>
                </a:moveTo>
                <a:lnTo>
                  <a:pt x="2458667" y="741662"/>
                </a:lnTo>
                <a:moveTo>
                  <a:pt x="2227259" y="734828"/>
                </a:moveTo>
                <a:lnTo>
                  <a:pt x="2156368" y="669314"/>
                </a:lnTo>
                <a:moveTo>
                  <a:pt x="2457344" y="745678"/>
                </a:moveTo>
                <a:lnTo>
                  <a:pt x="2454463" y="739269"/>
                </a:lnTo>
                <a:moveTo>
                  <a:pt x="1426422" y="860845"/>
                </a:moveTo>
                <a:lnTo>
                  <a:pt x="1365631" y="796169"/>
                </a:lnTo>
                <a:moveTo>
                  <a:pt x="1032560" y="697931"/>
                </a:moveTo>
                <a:lnTo>
                  <a:pt x="997278" y="798036"/>
                </a:lnTo>
                <a:moveTo>
                  <a:pt x="1243266" y="833562"/>
                </a:moveTo>
                <a:lnTo>
                  <a:pt x="1207786" y="794510"/>
                </a:lnTo>
                <a:moveTo>
                  <a:pt x="1401385" y="1035301"/>
                </a:moveTo>
                <a:lnTo>
                  <a:pt x="1415792" y="981960"/>
                </a:lnTo>
                <a:moveTo>
                  <a:pt x="1200535" y="821604"/>
                </a:moveTo>
                <a:lnTo>
                  <a:pt x="1207786" y="794510"/>
                </a:lnTo>
                <a:moveTo>
                  <a:pt x="2325663" y="510266"/>
                </a:moveTo>
                <a:lnTo>
                  <a:pt x="2315125" y="546640"/>
                </a:lnTo>
                <a:moveTo>
                  <a:pt x="1476702" y="1048753"/>
                </a:moveTo>
                <a:lnTo>
                  <a:pt x="1415792" y="981960"/>
                </a:lnTo>
                <a:moveTo>
                  <a:pt x="1552780" y="1075875"/>
                </a:moveTo>
                <a:lnTo>
                  <a:pt x="1490601" y="986299"/>
                </a:lnTo>
                <a:moveTo>
                  <a:pt x="1009527" y="867109"/>
                </a:moveTo>
                <a:lnTo>
                  <a:pt x="997278" y="798036"/>
                </a:lnTo>
                <a:moveTo>
                  <a:pt x="1327362" y="1045041"/>
                </a:moveTo>
                <a:lnTo>
                  <a:pt x="1238202" y="1095055"/>
                </a:lnTo>
                <a:moveTo>
                  <a:pt x="1505109" y="853932"/>
                </a:moveTo>
                <a:lnTo>
                  <a:pt x="1511034" y="910130"/>
                </a:lnTo>
                <a:moveTo>
                  <a:pt x="2272429" y="423429"/>
                </a:moveTo>
                <a:lnTo>
                  <a:pt x="2201654" y="343341"/>
                </a:lnTo>
                <a:moveTo>
                  <a:pt x="1238202" y="1095055"/>
                </a:moveTo>
                <a:lnTo>
                  <a:pt x="1163862" y="1099113"/>
                </a:lnTo>
                <a:moveTo>
                  <a:pt x="1238202" y="1095055"/>
                </a:moveTo>
                <a:lnTo>
                  <a:pt x="1241565" y="1098811"/>
                </a:lnTo>
                <a:moveTo>
                  <a:pt x="2404255" y="694122"/>
                </a:moveTo>
                <a:lnTo>
                  <a:pt x="2454377" y="671952"/>
                </a:lnTo>
                <a:moveTo>
                  <a:pt x="2143098" y="656405"/>
                </a:moveTo>
                <a:lnTo>
                  <a:pt x="2150239" y="590132"/>
                </a:lnTo>
                <a:moveTo>
                  <a:pt x="1401385" y="1035301"/>
                </a:moveTo>
                <a:lnTo>
                  <a:pt x="1327362" y="1045041"/>
                </a:lnTo>
                <a:moveTo>
                  <a:pt x="2251968" y="672128"/>
                </a:moveTo>
                <a:lnTo>
                  <a:pt x="2285096" y="714809"/>
                </a:lnTo>
                <a:moveTo>
                  <a:pt x="1505109" y="853932"/>
                </a:moveTo>
                <a:lnTo>
                  <a:pt x="1503313" y="902555"/>
                </a:lnTo>
                <a:moveTo>
                  <a:pt x="1276277" y="842702"/>
                </a:moveTo>
                <a:lnTo>
                  <a:pt x="1243266" y="833562"/>
                </a:lnTo>
                <a:moveTo>
                  <a:pt x="2227259" y="734828"/>
                </a:moveTo>
                <a:lnTo>
                  <a:pt x="2153810" y="667458"/>
                </a:lnTo>
                <a:moveTo>
                  <a:pt x="1200535" y="821604"/>
                </a:moveTo>
                <a:lnTo>
                  <a:pt x="1138063" y="726786"/>
                </a:lnTo>
                <a:moveTo>
                  <a:pt x="2228252" y="681782"/>
                </a:moveTo>
                <a:lnTo>
                  <a:pt x="2285096" y="714809"/>
                </a:lnTo>
                <a:moveTo>
                  <a:pt x="1027374" y="915747"/>
                </a:moveTo>
                <a:lnTo>
                  <a:pt x="1035711" y="924441"/>
                </a:lnTo>
                <a:moveTo>
                  <a:pt x="1696711" y="899050"/>
                </a:moveTo>
                <a:lnTo>
                  <a:pt x="1685856" y="868074"/>
                </a:lnTo>
                <a:moveTo>
                  <a:pt x="1138063" y="726786"/>
                </a:moveTo>
                <a:lnTo>
                  <a:pt x="1068995" y="703193"/>
                </a:lnTo>
                <a:moveTo>
                  <a:pt x="2273876" y="368219"/>
                </a:moveTo>
                <a:lnTo>
                  <a:pt x="2272429" y="423429"/>
                </a:lnTo>
                <a:moveTo>
                  <a:pt x="1476702" y="1048753"/>
                </a:moveTo>
                <a:lnTo>
                  <a:pt x="1490601" y="986299"/>
                </a:lnTo>
                <a:moveTo>
                  <a:pt x="1164220" y="1098285"/>
                </a:moveTo>
                <a:lnTo>
                  <a:pt x="1087030" y="1048698"/>
                </a:lnTo>
                <a:moveTo>
                  <a:pt x="1200535" y="821604"/>
                </a:moveTo>
                <a:lnTo>
                  <a:pt x="1243266" y="833562"/>
                </a:lnTo>
                <a:moveTo>
                  <a:pt x="1164220" y="1098285"/>
                </a:moveTo>
                <a:lnTo>
                  <a:pt x="1089250" y="1051128"/>
                </a:lnTo>
                <a:moveTo>
                  <a:pt x="1351264" y="850243"/>
                </a:moveTo>
                <a:lnTo>
                  <a:pt x="1276277" y="842702"/>
                </a:lnTo>
                <a:moveTo>
                  <a:pt x="2228252" y="681782"/>
                </a:moveTo>
                <a:lnTo>
                  <a:pt x="2227259" y="734828"/>
                </a:lnTo>
                <a:moveTo>
                  <a:pt x="2325663" y="510266"/>
                </a:moveTo>
                <a:lnTo>
                  <a:pt x="2298230" y="439000"/>
                </a:lnTo>
                <a:moveTo>
                  <a:pt x="1163862" y="1099113"/>
                </a:moveTo>
                <a:lnTo>
                  <a:pt x="1089250" y="1051128"/>
                </a:lnTo>
                <a:moveTo>
                  <a:pt x="1272458" y="855284"/>
                </a:moveTo>
                <a:lnTo>
                  <a:pt x="1276277" y="842702"/>
                </a:lnTo>
                <a:moveTo>
                  <a:pt x="1320052" y="1045578"/>
                </a:moveTo>
                <a:lnTo>
                  <a:pt x="1327362" y="1045041"/>
                </a:lnTo>
                <a:moveTo>
                  <a:pt x="1034146" y="937970"/>
                </a:moveTo>
                <a:lnTo>
                  <a:pt x="1035711" y="924441"/>
                </a:lnTo>
                <a:moveTo>
                  <a:pt x="1350256" y="853656"/>
                </a:moveTo>
                <a:lnTo>
                  <a:pt x="1276277" y="842702"/>
                </a:lnTo>
                <a:moveTo>
                  <a:pt x="1397922" y="1043606"/>
                </a:moveTo>
                <a:lnTo>
                  <a:pt x="1327362" y="1045041"/>
                </a:lnTo>
                <a:moveTo>
                  <a:pt x="1708888" y="1006010"/>
                </a:moveTo>
                <a:lnTo>
                  <a:pt x="1694543" y="936633"/>
                </a:lnTo>
                <a:moveTo>
                  <a:pt x="2156368" y="669314"/>
                </a:moveTo>
                <a:lnTo>
                  <a:pt x="2143098" y="656405"/>
                </a:lnTo>
                <a:moveTo>
                  <a:pt x="1272458" y="855284"/>
                </a:moveTo>
                <a:lnTo>
                  <a:pt x="1243266" y="833562"/>
                </a:lnTo>
                <a:moveTo>
                  <a:pt x="1030991" y="765009"/>
                </a:moveTo>
                <a:lnTo>
                  <a:pt x="997278" y="798036"/>
                </a:lnTo>
                <a:moveTo>
                  <a:pt x="1061898" y="698106"/>
                </a:moveTo>
                <a:lnTo>
                  <a:pt x="1032560" y="697931"/>
                </a:lnTo>
                <a:moveTo>
                  <a:pt x="2297208" y="573462"/>
                </a:moveTo>
                <a:lnTo>
                  <a:pt x="2315125" y="546640"/>
                </a:lnTo>
                <a:moveTo>
                  <a:pt x="1272458" y="855284"/>
                </a:moveTo>
                <a:lnTo>
                  <a:pt x="1200535" y="821604"/>
                </a:lnTo>
                <a:moveTo>
                  <a:pt x="2153810" y="667458"/>
                </a:moveTo>
                <a:lnTo>
                  <a:pt x="2156368" y="669314"/>
                </a:lnTo>
                <a:moveTo>
                  <a:pt x="1087030" y="1048698"/>
                </a:moveTo>
                <a:lnTo>
                  <a:pt x="1055198" y="978906"/>
                </a:lnTo>
                <a:moveTo>
                  <a:pt x="1061898" y="698106"/>
                </a:moveTo>
                <a:lnTo>
                  <a:pt x="1068995" y="703193"/>
                </a:lnTo>
                <a:moveTo>
                  <a:pt x="1665417" y="823434"/>
                </a:moveTo>
                <a:lnTo>
                  <a:pt x="1623926" y="821234"/>
                </a:lnTo>
                <a:moveTo>
                  <a:pt x="2251968" y="672128"/>
                </a:moveTo>
                <a:lnTo>
                  <a:pt x="2307640" y="612864"/>
                </a:lnTo>
                <a:moveTo>
                  <a:pt x="1327362" y="1045041"/>
                </a:moveTo>
                <a:lnTo>
                  <a:pt x="1248397" y="1074113"/>
                </a:lnTo>
                <a:moveTo>
                  <a:pt x="2325664" y="405066"/>
                </a:moveTo>
                <a:lnTo>
                  <a:pt x="2272429" y="423429"/>
                </a:lnTo>
                <a:moveTo>
                  <a:pt x="1552780" y="1075875"/>
                </a:moveTo>
                <a:lnTo>
                  <a:pt x="1476702" y="1048753"/>
                </a:lnTo>
                <a:moveTo>
                  <a:pt x="1350256" y="853656"/>
                </a:moveTo>
                <a:lnTo>
                  <a:pt x="1351264" y="850243"/>
                </a:lnTo>
                <a:moveTo>
                  <a:pt x="1665417" y="823434"/>
                </a:moveTo>
                <a:lnTo>
                  <a:pt x="1674338" y="828515"/>
                </a:lnTo>
                <a:moveTo>
                  <a:pt x="1124092" y="787950"/>
                </a:moveTo>
                <a:lnTo>
                  <a:pt x="1138063" y="726786"/>
                </a:lnTo>
                <a:moveTo>
                  <a:pt x="1350256" y="853656"/>
                </a:moveTo>
                <a:lnTo>
                  <a:pt x="1272458" y="855284"/>
                </a:lnTo>
                <a:moveTo>
                  <a:pt x="2404255" y="694122"/>
                </a:moveTo>
                <a:lnTo>
                  <a:pt x="2454463" y="739269"/>
                </a:lnTo>
                <a:moveTo>
                  <a:pt x="1426422" y="860845"/>
                </a:moveTo>
                <a:lnTo>
                  <a:pt x="1351264" y="850243"/>
                </a:lnTo>
                <a:moveTo>
                  <a:pt x="1426174" y="860966"/>
                </a:moveTo>
                <a:lnTo>
                  <a:pt x="1351264" y="850243"/>
                </a:lnTo>
                <a:moveTo>
                  <a:pt x="2325664" y="405066"/>
                </a:moveTo>
                <a:lnTo>
                  <a:pt x="2298230" y="439000"/>
                </a:lnTo>
                <a:moveTo>
                  <a:pt x="2153810" y="667458"/>
                </a:moveTo>
                <a:lnTo>
                  <a:pt x="2143098" y="656405"/>
                </a:lnTo>
                <a:moveTo>
                  <a:pt x="1426174" y="860966"/>
                </a:moveTo>
                <a:lnTo>
                  <a:pt x="1350256" y="853656"/>
                </a:lnTo>
                <a:moveTo>
                  <a:pt x="1138063" y="726786"/>
                </a:moveTo>
                <a:lnTo>
                  <a:pt x="1065617" y="770010"/>
                </a:lnTo>
                <a:moveTo>
                  <a:pt x="1696711" y="899050"/>
                </a:moveTo>
                <a:lnTo>
                  <a:pt x="1694543" y="936633"/>
                </a:lnTo>
                <a:moveTo>
                  <a:pt x="1148522" y="1135718"/>
                </a:moveTo>
                <a:lnTo>
                  <a:pt x="1163862" y="1099113"/>
                </a:lnTo>
                <a:moveTo>
                  <a:pt x="1476702" y="1048753"/>
                </a:moveTo>
                <a:lnTo>
                  <a:pt x="1401385" y="1035301"/>
                </a:lnTo>
                <a:moveTo>
                  <a:pt x="1200535" y="821604"/>
                </a:moveTo>
                <a:lnTo>
                  <a:pt x="1124092" y="787950"/>
                </a:lnTo>
                <a:moveTo>
                  <a:pt x="1430559" y="860612"/>
                </a:moveTo>
                <a:lnTo>
                  <a:pt x="1426422" y="860845"/>
                </a:lnTo>
                <a:moveTo>
                  <a:pt x="1426174" y="860966"/>
                </a:moveTo>
                <a:lnTo>
                  <a:pt x="1426422" y="860845"/>
                </a:lnTo>
                <a:moveTo>
                  <a:pt x="1505109" y="853932"/>
                </a:moveTo>
                <a:lnTo>
                  <a:pt x="1430559" y="860612"/>
                </a:lnTo>
                <a:moveTo>
                  <a:pt x="2273876" y="368219"/>
                </a:moveTo>
                <a:lnTo>
                  <a:pt x="2201654" y="343341"/>
                </a:lnTo>
                <a:moveTo>
                  <a:pt x="1034146" y="937970"/>
                </a:moveTo>
                <a:lnTo>
                  <a:pt x="1055198" y="978906"/>
                </a:lnTo>
                <a:moveTo>
                  <a:pt x="1430559" y="860612"/>
                </a:moveTo>
                <a:lnTo>
                  <a:pt x="1426174" y="860966"/>
                </a:lnTo>
                <a:moveTo>
                  <a:pt x="1030991" y="765009"/>
                </a:moveTo>
                <a:lnTo>
                  <a:pt x="1032560" y="697931"/>
                </a:lnTo>
                <a:moveTo>
                  <a:pt x="1027130" y="831756"/>
                </a:moveTo>
                <a:lnTo>
                  <a:pt x="997278" y="798036"/>
                </a:lnTo>
                <a:moveTo>
                  <a:pt x="2404255" y="694122"/>
                </a:moveTo>
                <a:lnTo>
                  <a:pt x="2408519" y="627433"/>
                </a:lnTo>
                <a:moveTo>
                  <a:pt x="1163862" y="1099113"/>
                </a:moveTo>
                <a:lnTo>
                  <a:pt x="1133982" y="1124893"/>
                </a:lnTo>
                <a:moveTo>
                  <a:pt x="1027374" y="915747"/>
                </a:moveTo>
                <a:lnTo>
                  <a:pt x="1009527" y="867109"/>
                </a:lnTo>
                <a:moveTo>
                  <a:pt x="1065617" y="770010"/>
                </a:moveTo>
                <a:lnTo>
                  <a:pt x="1068995" y="703193"/>
                </a:lnTo>
                <a:moveTo>
                  <a:pt x="2228252" y="681782"/>
                </a:moveTo>
                <a:lnTo>
                  <a:pt x="2153810" y="667458"/>
                </a:lnTo>
                <a:moveTo>
                  <a:pt x="2297208" y="573462"/>
                </a:moveTo>
                <a:lnTo>
                  <a:pt x="2307640" y="612864"/>
                </a:lnTo>
                <a:moveTo>
                  <a:pt x="1397922" y="1043606"/>
                </a:moveTo>
                <a:lnTo>
                  <a:pt x="1401385" y="1035301"/>
                </a:lnTo>
                <a:moveTo>
                  <a:pt x="1065617" y="770010"/>
                </a:moveTo>
                <a:lnTo>
                  <a:pt x="1061898" y="698106"/>
                </a:lnTo>
                <a:moveTo>
                  <a:pt x="2251968" y="672128"/>
                </a:moveTo>
                <a:lnTo>
                  <a:pt x="2228252" y="681782"/>
                </a:lnTo>
                <a:moveTo>
                  <a:pt x="1248397" y="1074113"/>
                </a:moveTo>
                <a:lnTo>
                  <a:pt x="1238202" y="1095055"/>
                </a:lnTo>
                <a:moveTo>
                  <a:pt x="1089250" y="1051128"/>
                </a:moveTo>
                <a:lnTo>
                  <a:pt x="1087030" y="1048698"/>
                </a:lnTo>
                <a:moveTo>
                  <a:pt x="1696711" y="899050"/>
                </a:moveTo>
                <a:lnTo>
                  <a:pt x="1674338" y="828515"/>
                </a:lnTo>
                <a:moveTo>
                  <a:pt x="1086534" y="1049587"/>
                </a:moveTo>
                <a:lnTo>
                  <a:pt x="1087030" y="1048698"/>
                </a:lnTo>
                <a:moveTo>
                  <a:pt x="1089250" y="1051128"/>
                </a:moveTo>
                <a:lnTo>
                  <a:pt x="1086534" y="1049587"/>
                </a:lnTo>
                <a:moveTo>
                  <a:pt x="1234244" y="1085290"/>
                </a:moveTo>
                <a:lnTo>
                  <a:pt x="1238202" y="1095055"/>
                </a:lnTo>
                <a:moveTo>
                  <a:pt x="1500992" y="860910"/>
                </a:moveTo>
                <a:lnTo>
                  <a:pt x="1505109" y="853932"/>
                </a:lnTo>
                <a:moveTo>
                  <a:pt x="1261576" y="890764"/>
                </a:moveTo>
                <a:lnTo>
                  <a:pt x="1200535" y="821604"/>
                </a:lnTo>
                <a:moveTo>
                  <a:pt x="1500992" y="860910"/>
                </a:moveTo>
                <a:lnTo>
                  <a:pt x="1430559" y="860612"/>
                </a:lnTo>
                <a:moveTo>
                  <a:pt x="1709285" y="1036283"/>
                </a:moveTo>
                <a:lnTo>
                  <a:pt x="1708888" y="1006010"/>
                </a:lnTo>
                <a:moveTo>
                  <a:pt x="1238202" y="1095055"/>
                </a:moveTo>
                <a:lnTo>
                  <a:pt x="1148522" y="1135718"/>
                </a:lnTo>
                <a:moveTo>
                  <a:pt x="1047532" y="752189"/>
                </a:moveTo>
                <a:lnTo>
                  <a:pt x="1032560" y="697931"/>
                </a:lnTo>
                <a:moveTo>
                  <a:pt x="2323111" y="472002"/>
                </a:moveTo>
                <a:lnTo>
                  <a:pt x="2298230" y="439000"/>
                </a:lnTo>
                <a:moveTo>
                  <a:pt x="1397922" y="1043606"/>
                </a:moveTo>
                <a:lnTo>
                  <a:pt x="1320052" y="1045578"/>
                </a:lnTo>
                <a:moveTo>
                  <a:pt x="1691061" y="965539"/>
                </a:moveTo>
                <a:lnTo>
                  <a:pt x="1694543" y="936633"/>
                </a:lnTo>
                <a:moveTo>
                  <a:pt x="1261576" y="890764"/>
                </a:moveTo>
                <a:lnTo>
                  <a:pt x="1272458" y="855284"/>
                </a:lnTo>
                <a:moveTo>
                  <a:pt x="1540993" y="1099899"/>
                </a:moveTo>
                <a:lnTo>
                  <a:pt x="1552780" y="1075875"/>
                </a:lnTo>
                <a:moveTo>
                  <a:pt x="1350256" y="853656"/>
                </a:moveTo>
                <a:lnTo>
                  <a:pt x="1261576" y="890764"/>
                </a:lnTo>
                <a:moveTo>
                  <a:pt x="1185776" y="868645"/>
                </a:moveTo>
                <a:lnTo>
                  <a:pt x="1200535" y="821604"/>
                </a:lnTo>
                <a:moveTo>
                  <a:pt x="2325664" y="405066"/>
                </a:moveTo>
                <a:lnTo>
                  <a:pt x="2273876" y="368219"/>
                </a:lnTo>
                <a:moveTo>
                  <a:pt x="1124092" y="787950"/>
                </a:moveTo>
                <a:lnTo>
                  <a:pt x="1065617" y="770010"/>
                </a:lnTo>
                <a:moveTo>
                  <a:pt x="1034011" y="1005255"/>
                </a:moveTo>
                <a:lnTo>
                  <a:pt x="1055198" y="978906"/>
                </a:lnTo>
                <a:moveTo>
                  <a:pt x="1047532" y="752189"/>
                </a:moveTo>
                <a:lnTo>
                  <a:pt x="1061898" y="698106"/>
                </a:lnTo>
                <a:moveTo>
                  <a:pt x="2297208" y="573462"/>
                </a:moveTo>
                <a:lnTo>
                  <a:pt x="2325663" y="510266"/>
                </a:lnTo>
                <a:moveTo>
                  <a:pt x="1465077" y="1092578"/>
                </a:moveTo>
                <a:lnTo>
                  <a:pt x="1401385" y="1035301"/>
                </a:lnTo>
                <a:moveTo>
                  <a:pt x="1320052" y="1045578"/>
                </a:moveTo>
                <a:lnTo>
                  <a:pt x="1248397" y="1074113"/>
                </a:lnTo>
                <a:moveTo>
                  <a:pt x="2254827" y="634645"/>
                </a:moveTo>
                <a:lnTo>
                  <a:pt x="2307640" y="612864"/>
                </a:lnTo>
                <a:moveTo>
                  <a:pt x="1336655" y="899964"/>
                </a:moveTo>
                <a:lnTo>
                  <a:pt x="1350256" y="853656"/>
                </a:lnTo>
                <a:moveTo>
                  <a:pt x="1465077" y="1092578"/>
                </a:moveTo>
                <a:lnTo>
                  <a:pt x="1476702" y="1048753"/>
                </a:lnTo>
                <a:moveTo>
                  <a:pt x="1027130" y="831756"/>
                </a:moveTo>
                <a:lnTo>
                  <a:pt x="1009527" y="867109"/>
                </a:lnTo>
                <a:moveTo>
                  <a:pt x="1034146" y="937970"/>
                </a:moveTo>
                <a:lnTo>
                  <a:pt x="1027374" y="915747"/>
                </a:lnTo>
                <a:moveTo>
                  <a:pt x="1426174" y="860966"/>
                </a:moveTo>
                <a:lnTo>
                  <a:pt x="1336655" y="899964"/>
                </a:lnTo>
                <a:moveTo>
                  <a:pt x="1540993" y="1099899"/>
                </a:moveTo>
                <a:lnTo>
                  <a:pt x="1476702" y="1048753"/>
                </a:lnTo>
                <a:moveTo>
                  <a:pt x="2191043" y="355968"/>
                </a:moveTo>
                <a:lnTo>
                  <a:pt x="2201654" y="343341"/>
                </a:lnTo>
                <a:moveTo>
                  <a:pt x="1465077" y="1092578"/>
                </a:moveTo>
                <a:lnTo>
                  <a:pt x="1397922" y="1043606"/>
                </a:lnTo>
                <a:moveTo>
                  <a:pt x="2141010" y="705594"/>
                </a:moveTo>
                <a:lnTo>
                  <a:pt x="2153810" y="667458"/>
                </a:lnTo>
                <a:moveTo>
                  <a:pt x="1248397" y="1074113"/>
                </a:moveTo>
                <a:lnTo>
                  <a:pt x="1234244" y="1085290"/>
                </a:lnTo>
                <a:moveTo>
                  <a:pt x="1133982" y="1124893"/>
                </a:moveTo>
                <a:lnTo>
                  <a:pt x="1089250" y="1051128"/>
                </a:lnTo>
                <a:moveTo>
                  <a:pt x="1185776" y="868645"/>
                </a:moveTo>
                <a:lnTo>
                  <a:pt x="1124092" y="787950"/>
                </a:lnTo>
                <a:moveTo>
                  <a:pt x="1133982" y="1124893"/>
                </a:moveTo>
                <a:lnTo>
                  <a:pt x="1086534" y="1049587"/>
                </a:lnTo>
                <a:moveTo>
                  <a:pt x="1047532" y="752189"/>
                </a:moveTo>
                <a:lnTo>
                  <a:pt x="1030991" y="765009"/>
                </a:lnTo>
                <a:moveTo>
                  <a:pt x="1320052" y="1045578"/>
                </a:moveTo>
                <a:lnTo>
                  <a:pt x="1324077" y="986116"/>
                </a:lnTo>
                <a:moveTo>
                  <a:pt x="1651439" y="846401"/>
                </a:moveTo>
                <a:lnTo>
                  <a:pt x="1623926" y="821234"/>
                </a:lnTo>
                <a:moveTo>
                  <a:pt x="1114003" y="823807"/>
                </a:moveTo>
                <a:lnTo>
                  <a:pt x="1124092" y="787950"/>
                </a:lnTo>
                <a:moveTo>
                  <a:pt x="2323111" y="472002"/>
                </a:moveTo>
                <a:lnTo>
                  <a:pt x="2325663" y="510266"/>
                </a:lnTo>
                <a:moveTo>
                  <a:pt x="1577957" y="827509"/>
                </a:moveTo>
                <a:lnTo>
                  <a:pt x="1505109" y="853932"/>
                </a:lnTo>
                <a:moveTo>
                  <a:pt x="1248397" y="1074113"/>
                </a:moveTo>
                <a:lnTo>
                  <a:pt x="1236422" y="1063112"/>
                </a:lnTo>
                <a:moveTo>
                  <a:pt x="1047532" y="752189"/>
                </a:moveTo>
                <a:lnTo>
                  <a:pt x="1065617" y="770010"/>
                </a:lnTo>
                <a:moveTo>
                  <a:pt x="1691061" y="965539"/>
                </a:moveTo>
                <a:lnTo>
                  <a:pt x="1708888" y="1006010"/>
                </a:lnTo>
                <a:moveTo>
                  <a:pt x="2273876" y="368219"/>
                </a:moveTo>
                <a:lnTo>
                  <a:pt x="2191043" y="355968"/>
                </a:lnTo>
                <a:moveTo>
                  <a:pt x="1234244" y="1085290"/>
                </a:moveTo>
                <a:lnTo>
                  <a:pt x="1148522" y="1135718"/>
                </a:lnTo>
                <a:moveTo>
                  <a:pt x="1320052" y="1045578"/>
                </a:moveTo>
                <a:lnTo>
                  <a:pt x="1305874" y="977214"/>
                </a:lnTo>
                <a:moveTo>
                  <a:pt x="2254827" y="634645"/>
                </a:moveTo>
                <a:lnTo>
                  <a:pt x="2251968" y="672128"/>
                </a:lnTo>
                <a:moveTo>
                  <a:pt x="1027130" y="831756"/>
                </a:moveTo>
                <a:lnTo>
                  <a:pt x="1030991" y="765009"/>
                </a:lnTo>
                <a:moveTo>
                  <a:pt x="1234244" y="1085290"/>
                </a:moveTo>
                <a:lnTo>
                  <a:pt x="1236422" y="1063112"/>
                </a:lnTo>
                <a:moveTo>
                  <a:pt x="1087030" y="1048698"/>
                </a:moveTo>
                <a:lnTo>
                  <a:pt x="1034011" y="1005255"/>
                </a:lnTo>
                <a:moveTo>
                  <a:pt x="1114003" y="823807"/>
                </a:moveTo>
                <a:lnTo>
                  <a:pt x="1065617" y="770010"/>
                </a:lnTo>
                <a:moveTo>
                  <a:pt x="1658272" y="855603"/>
                </a:moveTo>
                <a:lnTo>
                  <a:pt x="1674338" y="828515"/>
                </a:lnTo>
                <a:moveTo>
                  <a:pt x="1651439" y="846401"/>
                </a:moveTo>
                <a:lnTo>
                  <a:pt x="1665417" y="823434"/>
                </a:lnTo>
                <a:moveTo>
                  <a:pt x="1340626" y="982233"/>
                </a:moveTo>
                <a:lnTo>
                  <a:pt x="1320052" y="1045578"/>
                </a:lnTo>
                <a:moveTo>
                  <a:pt x="2266239" y="367256"/>
                </a:moveTo>
                <a:lnTo>
                  <a:pt x="2273876" y="368219"/>
                </a:lnTo>
                <a:moveTo>
                  <a:pt x="1086534" y="1049587"/>
                </a:moveTo>
                <a:lnTo>
                  <a:pt x="1034011" y="1005255"/>
                </a:lnTo>
                <a:moveTo>
                  <a:pt x="1126884" y="846163"/>
                </a:moveTo>
                <a:lnTo>
                  <a:pt x="1124092" y="787950"/>
                </a:lnTo>
                <a:moveTo>
                  <a:pt x="1017200" y="897626"/>
                </a:moveTo>
                <a:lnTo>
                  <a:pt x="1009527" y="867109"/>
                </a:lnTo>
                <a:moveTo>
                  <a:pt x="1658272" y="855603"/>
                </a:moveTo>
                <a:lnTo>
                  <a:pt x="1665417" y="823434"/>
                </a:lnTo>
                <a:moveTo>
                  <a:pt x="1071892" y="1098705"/>
                </a:moveTo>
                <a:lnTo>
                  <a:pt x="1086534" y="1049587"/>
                </a:lnTo>
                <a:moveTo>
                  <a:pt x="2221080" y="667555"/>
                </a:moveTo>
                <a:lnTo>
                  <a:pt x="2153810" y="667458"/>
                </a:lnTo>
                <a:moveTo>
                  <a:pt x="1709285" y="1036283"/>
                </a:moveTo>
                <a:lnTo>
                  <a:pt x="1691061" y="965539"/>
                </a:lnTo>
                <a:moveTo>
                  <a:pt x="1305874" y="977214"/>
                </a:moveTo>
                <a:lnTo>
                  <a:pt x="1248397" y="1074113"/>
                </a:lnTo>
                <a:moveTo>
                  <a:pt x="1234244" y="1085290"/>
                </a:moveTo>
                <a:lnTo>
                  <a:pt x="1163264" y="1129122"/>
                </a:lnTo>
                <a:moveTo>
                  <a:pt x="1709285" y="1036283"/>
                </a:moveTo>
                <a:lnTo>
                  <a:pt x="1625340" y="1039863"/>
                </a:lnTo>
                <a:moveTo>
                  <a:pt x="1410792" y="892253"/>
                </a:moveTo>
                <a:lnTo>
                  <a:pt x="1430559" y="860612"/>
                </a:lnTo>
                <a:moveTo>
                  <a:pt x="1410792" y="892253"/>
                </a:moveTo>
                <a:lnTo>
                  <a:pt x="1426174" y="860966"/>
                </a:lnTo>
                <a:moveTo>
                  <a:pt x="1261576" y="890764"/>
                </a:moveTo>
                <a:lnTo>
                  <a:pt x="1185776" y="868645"/>
                </a:lnTo>
                <a:moveTo>
                  <a:pt x="1336655" y="899964"/>
                </a:moveTo>
                <a:lnTo>
                  <a:pt x="1261576" y="890764"/>
                </a:lnTo>
                <a:moveTo>
                  <a:pt x="1148522" y="1135718"/>
                </a:moveTo>
                <a:lnTo>
                  <a:pt x="1133982" y="1124893"/>
                </a:lnTo>
                <a:moveTo>
                  <a:pt x="2221080" y="667555"/>
                </a:moveTo>
                <a:lnTo>
                  <a:pt x="2251968" y="672128"/>
                </a:lnTo>
                <a:moveTo>
                  <a:pt x="1163264" y="1129122"/>
                </a:moveTo>
                <a:lnTo>
                  <a:pt x="1148522" y="1135718"/>
                </a:lnTo>
                <a:moveTo>
                  <a:pt x="1577957" y="827509"/>
                </a:moveTo>
                <a:lnTo>
                  <a:pt x="1500992" y="860910"/>
                </a:lnTo>
                <a:moveTo>
                  <a:pt x="1621986" y="1083078"/>
                </a:moveTo>
                <a:lnTo>
                  <a:pt x="1540993" y="1099899"/>
                </a:lnTo>
                <a:moveTo>
                  <a:pt x="1691061" y="965539"/>
                </a:moveTo>
                <a:lnTo>
                  <a:pt x="1696711" y="899050"/>
                </a:lnTo>
                <a:moveTo>
                  <a:pt x="2323111" y="472002"/>
                </a:moveTo>
                <a:lnTo>
                  <a:pt x="2325664" y="405066"/>
                </a:lnTo>
                <a:moveTo>
                  <a:pt x="1540993" y="1099899"/>
                </a:moveTo>
                <a:lnTo>
                  <a:pt x="1465077" y="1092578"/>
                </a:lnTo>
                <a:moveTo>
                  <a:pt x="2221080" y="667555"/>
                </a:moveTo>
                <a:lnTo>
                  <a:pt x="2228252" y="681782"/>
                </a:lnTo>
                <a:moveTo>
                  <a:pt x="1021351" y="906106"/>
                </a:moveTo>
                <a:lnTo>
                  <a:pt x="1027374" y="915747"/>
                </a:lnTo>
                <a:moveTo>
                  <a:pt x="1236422" y="1063112"/>
                </a:moveTo>
                <a:lnTo>
                  <a:pt x="1163264" y="1129122"/>
                </a:lnTo>
                <a:moveTo>
                  <a:pt x="1034011" y="1005255"/>
                </a:moveTo>
                <a:lnTo>
                  <a:pt x="1034146" y="937970"/>
                </a:lnTo>
                <a:moveTo>
                  <a:pt x="1393849" y="1014646"/>
                </a:moveTo>
                <a:lnTo>
                  <a:pt x="1320052" y="1045578"/>
                </a:lnTo>
                <a:moveTo>
                  <a:pt x="1242285" y="998736"/>
                </a:moveTo>
                <a:lnTo>
                  <a:pt x="1248397" y="1074113"/>
                </a:lnTo>
                <a:moveTo>
                  <a:pt x="1393849" y="1014646"/>
                </a:moveTo>
                <a:lnTo>
                  <a:pt x="1397922" y="1043606"/>
                </a:lnTo>
                <a:moveTo>
                  <a:pt x="1114003" y="823807"/>
                </a:moveTo>
                <a:lnTo>
                  <a:pt x="1047532" y="752189"/>
                </a:lnTo>
                <a:moveTo>
                  <a:pt x="2266239" y="367256"/>
                </a:moveTo>
                <a:lnTo>
                  <a:pt x="2325664" y="405066"/>
                </a:lnTo>
                <a:moveTo>
                  <a:pt x="1552392" y="840312"/>
                </a:moveTo>
                <a:lnTo>
                  <a:pt x="1500992" y="860910"/>
                </a:lnTo>
                <a:moveTo>
                  <a:pt x="2286782" y="534060"/>
                </a:moveTo>
                <a:lnTo>
                  <a:pt x="2325663" y="510266"/>
                </a:lnTo>
                <a:moveTo>
                  <a:pt x="1143983" y="1146169"/>
                </a:moveTo>
                <a:lnTo>
                  <a:pt x="1148522" y="1135718"/>
                </a:lnTo>
                <a:moveTo>
                  <a:pt x="2254827" y="634645"/>
                </a:moveTo>
                <a:lnTo>
                  <a:pt x="2297208" y="573462"/>
                </a:lnTo>
                <a:moveTo>
                  <a:pt x="1336655" y="899964"/>
                </a:moveTo>
                <a:lnTo>
                  <a:pt x="1326125" y="968379"/>
                </a:lnTo>
                <a:moveTo>
                  <a:pt x="1462074" y="1098124"/>
                </a:moveTo>
                <a:lnTo>
                  <a:pt x="1465077" y="1092578"/>
                </a:lnTo>
                <a:moveTo>
                  <a:pt x="1326125" y="968379"/>
                </a:moveTo>
                <a:lnTo>
                  <a:pt x="1324077" y="986116"/>
                </a:lnTo>
                <a:moveTo>
                  <a:pt x="1034146" y="937970"/>
                </a:moveTo>
                <a:lnTo>
                  <a:pt x="1021351" y="906106"/>
                </a:lnTo>
                <a:moveTo>
                  <a:pt x="1493773" y="859499"/>
                </a:moveTo>
                <a:lnTo>
                  <a:pt x="1500992" y="860910"/>
                </a:lnTo>
                <a:moveTo>
                  <a:pt x="1027374" y="915747"/>
                </a:moveTo>
                <a:lnTo>
                  <a:pt x="1017200" y="897626"/>
                </a:lnTo>
                <a:moveTo>
                  <a:pt x="1336655" y="899964"/>
                </a:moveTo>
                <a:lnTo>
                  <a:pt x="1305874" y="977214"/>
                </a:lnTo>
                <a:moveTo>
                  <a:pt x="1247954" y="958199"/>
                </a:moveTo>
                <a:lnTo>
                  <a:pt x="1261576" y="890764"/>
                </a:lnTo>
                <a:moveTo>
                  <a:pt x="1621986" y="1083078"/>
                </a:moveTo>
                <a:lnTo>
                  <a:pt x="1625340" y="1039863"/>
                </a:lnTo>
                <a:moveTo>
                  <a:pt x="1242285" y="998736"/>
                </a:moveTo>
                <a:lnTo>
                  <a:pt x="1236422" y="1063112"/>
                </a:lnTo>
                <a:moveTo>
                  <a:pt x="1324077" y="986116"/>
                </a:moveTo>
                <a:lnTo>
                  <a:pt x="1305874" y="977214"/>
                </a:lnTo>
                <a:moveTo>
                  <a:pt x="1500992" y="860910"/>
                </a:moveTo>
                <a:lnTo>
                  <a:pt x="1410792" y="892253"/>
                </a:lnTo>
                <a:moveTo>
                  <a:pt x="1340626" y="982233"/>
                </a:moveTo>
                <a:lnTo>
                  <a:pt x="1336655" y="899964"/>
                </a:lnTo>
                <a:moveTo>
                  <a:pt x="1340626" y="982233"/>
                </a:moveTo>
                <a:lnTo>
                  <a:pt x="1324077" y="986116"/>
                </a:lnTo>
                <a:moveTo>
                  <a:pt x="1143983" y="1146169"/>
                </a:moveTo>
                <a:lnTo>
                  <a:pt x="1133982" y="1124893"/>
                </a:lnTo>
                <a:moveTo>
                  <a:pt x="1326125" y="968379"/>
                </a:moveTo>
                <a:lnTo>
                  <a:pt x="1305874" y="977214"/>
                </a:lnTo>
                <a:moveTo>
                  <a:pt x="1185776" y="868645"/>
                </a:moveTo>
                <a:lnTo>
                  <a:pt x="1126884" y="846163"/>
                </a:lnTo>
                <a:moveTo>
                  <a:pt x="1658272" y="855603"/>
                </a:moveTo>
                <a:lnTo>
                  <a:pt x="1696711" y="899050"/>
                </a:lnTo>
                <a:moveTo>
                  <a:pt x="1163264" y="1129122"/>
                </a:moveTo>
                <a:lnTo>
                  <a:pt x="1143983" y="1146169"/>
                </a:lnTo>
                <a:moveTo>
                  <a:pt x="2141010" y="705594"/>
                </a:moveTo>
                <a:lnTo>
                  <a:pt x="2065570" y="689923"/>
                </a:lnTo>
                <a:moveTo>
                  <a:pt x="1340626" y="982233"/>
                </a:moveTo>
                <a:lnTo>
                  <a:pt x="1326125" y="968379"/>
                </a:lnTo>
                <a:moveTo>
                  <a:pt x="1126884" y="846163"/>
                </a:moveTo>
                <a:lnTo>
                  <a:pt x="1114003" y="823807"/>
                </a:lnTo>
                <a:moveTo>
                  <a:pt x="1247954" y="958199"/>
                </a:moveTo>
                <a:lnTo>
                  <a:pt x="1185776" y="868645"/>
                </a:lnTo>
                <a:moveTo>
                  <a:pt x="1336655" y="899964"/>
                </a:moveTo>
                <a:lnTo>
                  <a:pt x="1247954" y="958199"/>
                </a:lnTo>
                <a:moveTo>
                  <a:pt x="1459167" y="1120677"/>
                </a:moveTo>
                <a:lnTo>
                  <a:pt x="1462074" y="1098124"/>
                </a:lnTo>
                <a:moveTo>
                  <a:pt x="1500992" y="860910"/>
                </a:moveTo>
                <a:lnTo>
                  <a:pt x="1420355" y="888547"/>
                </a:lnTo>
                <a:moveTo>
                  <a:pt x="1133982" y="1124893"/>
                </a:moveTo>
                <a:lnTo>
                  <a:pt x="1071892" y="1098705"/>
                </a:lnTo>
                <a:moveTo>
                  <a:pt x="1465077" y="1092578"/>
                </a:moveTo>
                <a:lnTo>
                  <a:pt x="1393849" y="1014646"/>
                </a:lnTo>
                <a:moveTo>
                  <a:pt x="1236422" y="1063112"/>
                </a:moveTo>
                <a:lnTo>
                  <a:pt x="1214196" y="1031278"/>
                </a:lnTo>
                <a:moveTo>
                  <a:pt x="1305874" y="977214"/>
                </a:moveTo>
                <a:lnTo>
                  <a:pt x="1242285" y="998736"/>
                </a:lnTo>
                <a:moveTo>
                  <a:pt x="1305874" y="977214"/>
                </a:moveTo>
                <a:lnTo>
                  <a:pt x="1247954" y="958199"/>
                </a:lnTo>
                <a:moveTo>
                  <a:pt x="1691061" y="965539"/>
                </a:moveTo>
                <a:lnTo>
                  <a:pt x="1625340" y="1039863"/>
                </a:lnTo>
                <a:moveTo>
                  <a:pt x="2266239" y="367256"/>
                </a:moveTo>
                <a:lnTo>
                  <a:pt x="2191043" y="355968"/>
                </a:lnTo>
                <a:moveTo>
                  <a:pt x="2286782" y="534060"/>
                </a:moveTo>
                <a:lnTo>
                  <a:pt x="2297208" y="573462"/>
                </a:lnTo>
                <a:moveTo>
                  <a:pt x="1143983" y="1146169"/>
                </a:moveTo>
                <a:lnTo>
                  <a:pt x="1071892" y="1098705"/>
                </a:lnTo>
                <a:moveTo>
                  <a:pt x="1410792" y="892253"/>
                </a:moveTo>
                <a:lnTo>
                  <a:pt x="1336655" y="899964"/>
                </a:lnTo>
                <a:moveTo>
                  <a:pt x="1242285" y="998736"/>
                </a:moveTo>
                <a:lnTo>
                  <a:pt x="1247954" y="958199"/>
                </a:lnTo>
                <a:moveTo>
                  <a:pt x="1214196" y="1031278"/>
                </a:moveTo>
                <a:lnTo>
                  <a:pt x="1163264" y="1129122"/>
                </a:lnTo>
                <a:moveTo>
                  <a:pt x="1034011" y="1005255"/>
                </a:moveTo>
                <a:lnTo>
                  <a:pt x="1021351" y="906106"/>
                </a:lnTo>
                <a:moveTo>
                  <a:pt x="2221080" y="667555"/>
                </a:moveTo>
                <a:lnTo>
                  <a:pt x="2141010" y="705594"/>
                </a:lnTo>
                <a:moveTo>
                  <a:pt x="1577957" y="827509"/>
                </a:moveTo>
                <a:lnTo>
                  <a:pt x="1552392" y="840312"/>
                </a:lnTo>
                <a:moveTo>
                  <a:pt x="1017200" y="897626"/>
                </a:moveTo>
                <a:lnTo>
                  <a:pt x="1027130" y="831756"/>
                </a:lnTo>
                <a:moveTo>
                  <a:pt x="1393849" y="1014646"/>
                </a:moveTo>
                <a:lnTo>
                  <a:pt x="1340626" y="982233"/>
                </a:lnTo>
                <a:moveTo>
                  <a:pt x="1174772" y="903141"/>
                </a:moveTo>
                <a:lnTo>
                  <a:pt x="1185776" y="868645"/>
                </a:lnTo>
                <a:moveTo>
                  <a:pt x="1691061" y="965539"/>
                </a:moveTo>
                <a:lnTo>
                  <a:pt x="1627575" y="1008180"/>
                </a:lnTo>
                <a:moveTo>
                  <a:pt x="1651439" y="846401"/>
                </a:moveTo>
                <a:lnTo>
                  <a:pt x="1577957" y="827509"/>
                </a:lnTo>
                <a:moveTo>
                  <a:pt x="1627575" y="1008180"/>
                </a:moveTo>
                <a:lnTo>
                  <a:pt x="1625340" y="1039863"/>
                </a:lnTo>
                <a:moveTo>
                  <a:pt x="1663166" y="923615"/>
                </a:moveTo>
                <a:lnTo>
                  <a:pt x="1696711" y="899050"/>
                </a:lnTo>
                <a:moveTo>
                  <a:pt x="2254827" y="634645"/>
                </a:moveTo>
                <a:lnTo>
                  <a:pt x="2221080" y="667555"/>
                </a:lnTo>
                <a:moveTo>
                  <a:pt x="2299523" y="430699"/>
                </a:moveTo>
                <a:lnTo>
                  <a:pt x="2325664" y="405066"/>
                </a:lnTo>
                <a:moveTo>
                  <a:pt x="1465077" y="1092578"/>
                </a:moveTo>
                <a:lnTo>
                  <a:pt x="1436083" y="1063323"/>
                </a:lnTo>
                <a:moveTo>
                  <a:pt x="1621986" y="1083078"/>
                </a:moveTo>
                <a:lnTo>
                  <a:pt x="1539327" y="1059489"/>
                </a:lnTo>
                <a:moveTo>
                  <a:pt x="2184713" y="375554"/>
                </a:moveTo>
                <a:lnTo>
                  <a:pt x="2191043" y="355968"/>
                </a:lnTo>
                <a:moveTo>
                  <a:pt x="1539327" y="1059489"/>
                </a:moveTo>
                <a:lnTo>
                  <a:pt x="1465077" y="1092578"/>
                </a:lnTo>
                <a:moveTo>
                  <a:pt x="1242285" y="998736"/>
                </a:moveTo>
                <a:lnTo>
                  <a:pt x="1214196" y="1031278"/>
                </a:lnTo>
                <a:moveTo>
                  <a:pt x="1108258" y="815696"/>
                </a:moveTo>
                <a:lnTo>
                  <a:pt x="1047532" y="752189"/>
                </a:lnTo>
                <a:moveTo>
                  <a:pt x="1247954" y="958199"/>
                </a:moveTo>
                <a:lnTo>
                  <a:pt x="1214196" y="1031278"/>
                </a:lnTo>
                <a:moveTo>
                  <a:pt x="2194311" y="693210"/>
                </a:moveTo>
                <a:lnTo>
                  <a:pt x="2141010" y="705594"/>
                </a:lnTo>
                <a:moveTo>
                  <a:pt x="1185169" y="921885"/>
                </a:moveTo>
                <a:lnTo>
                  <a:pt x="1185776" y="868645"/>
                </a:lnTo>
                <a:moveTo>
                  <a:pt x="2261561" y="378442"/>
                </a:moveTo>
                <a:lnTo>
                  <a:pt x="2191043" y="355968"/>
                </a:lnTo>
                <a:moveTo>
                  <a:pt x="1625340" y="1039863"/>
                </a:moveTo>
                <a:lnTo>
                  <a:pt x="1606995" y="1020703"/>
                </a:lnTo>
                <a:moveTo>
                  <a:pt x="1552392" y="840312"/>
                </a:moveTo>
                <a:lnTo>
                  <a:pt x="1493773" y="859499"/>
                </a:lnTo>
                <a:moveTo>
                  <a:pt x="1405272" y="912009"/>
                </a:moveTo>
                <a:lnTo>
                  <a:pt x="1336655" y="899964"/>
                </a:lnTo>
                <a:moveTo>
                  <a:pt x="1539327" y="1059489"/>
                </a:moveTo>
                <a:lnTo>
                  <a:pt x="1540993" y="1099899"/>
                </a:lnTo>
                <a:moveTo>
                  <a:pt x="2286782" y="534060"/>
                </a:moveTo>
                <a:lnTo>
                  <a:pt x="2323111" y="472002"/>
                </a:lnTo>
                <a:moveTo>
                  <a:pt x="1108258" y="815696"/>
                </a:moveTo>
                <a:lnTo>
                  <a:pt x="1114003" y="823807"/>
                </a:lnTo>
                <a:moveTo>
                  <a:pt x="1034011" y="1005255"/>
                </a:moveTo>
                <a:lnTo>
                  <a:pt x="1008145" y="981004"/>
                </a:lnTo>
                <a:moveTo>
                  <a:pt x="1174772" y="903141"/>
                </a:moveTo>
                <a:lnTo>
                  <a:pt x="1126884" y="846163"/>
                </a:lnTo>
                <a:moveTo>
                  <a:pt x="2239841" y="594585"/>
                </a:moveTo>
                <a:lnTo>
                  <a:pt x="2297208" y="573462"/>
                </a:lnTo>
                <a:moveTo>
                  <a:pt x="2261561" y="378442"/>
                </a:moveTo>
                <a:lnTo>
                  <a:pt x="2266239" y="367256"/>
                </a:lnTo>
                <a:moveTo>
                  <a:pt x="2051372" y="747016"/>
                </a:moveTo>
                <a:lnTo>
                  <a:pt x="2065570" y="689923"/>
                </a:lnTo>
                <a:moveTo>
                  <a:pt x="1021351" y="906106"/>
                </a:moveTo>
                <a:lnTo>
                  <a:pt x="1017200" y="897626"/>
                </a:lnTo>
                <a:moveTo>
                  <a:pt x="1658272" y="855603"/>
                </a:moveTo>
                <a:lnTo>
                  <a:pt x="1651439" y="846401"/>
                </a:lnTo>
                <a:moveTo>
                  <a:pt x="1133374" y="1175765"/>
                </a:moveTo>
                <a:lnTo>
                  <a:pt x="1163264" y="1129122"/>
                </a:lnTo>
                <a:moveTo>
                  <a:pt x="1462074" y="1098124"/>
                </a:moveTo>
                <a:lnTo>
                  <a:pt x="1436083" y="1063323"/>
                </a:lnTo>
                <a:moveTo>
                  <a:pt x="1539327" y="1059489"/>
                </a:moveTo>
                <a:lnTo>
                  <a:pt x="1462074" y="1098124"/>
                </a:lnTo>
                <a:moveTo>
                  <a:pt x="1405272" y="912009"/>
                </a:moveTo>
                <a:lnTo>
                  <a:pt x="1340626" y="982233"/>
                </a:lnTo>
                <a:moveTo>
                  <a:pt x="1187289" y="1094696"/>
                </a:moveTo>
                <a:lnTo>
                  <a:pt x="1163264" y="1129122"/>
                </a:lnTo>
                <a:moveTo>
                  <a:pt x="1008145" y="981004"/>
                </a:moveTo>
                <a:lnTo>
                  <a:pt x="1021351" y="906106"/>
                </a:lnTo>
                <a:moveTo>
                  <a:pt x="1108258" y="815696"/>
                </a:moveTo>
                <a:lnTo>
                  <a:pt x="1126884" y="846163"/>
                </a:lnTo>
                <a:moveTo>
                  <a:pt x="1500915" y="1072687"/>
                </a:moveTo>
                <a:lnTo>
                  <a:pt x="1459167" y="1120677"/>
                </a:lnTo>
                <a:moveTo>
                  <a:pt x="1133374" y="1175765"/>
                </a:moveTo>
                <a:lnTo>
                  <a:pt x="1143983" y="1146169"/>
                </a:lnTo>
                <a:moveTo>
                  <a:pt x="1625340" y="1039863"/>
                </a:moveTo>
                <a:lnTo>
                  <a:pt x="1539327" y="1059489"/>
                </a:lnTo>
                <a:moveTo>
                  <a:pt x="1627575" y="1008180"/>
                </a:moveTo>
                <a:lnTo>
                  <a:pt x="1606995" y="1020703"/>
                </a:lnTo>
                <a:moveTo>
                  <a:pt x="1500915" y="1072687"/>
                </a:moveTo>
                <a:lnTo>
                  <a:pt x="1462074" y="1098124"/>
                </a:lnTo>
                <a:moveTo>
                  <a:pt x="1247954" y="958199"/>
                </a:moveTo>
                <a:lnTo>
                  <a:pt x="1185169" y="921885"/>
                </a:lnTo>
                <a:moveTo>
                  <a:pt x="1583894" y="750957"/>
                </a:moveTo>
                <a:lnTo>
                  <a:pt x="1577957" y="827509"/>
                </a:lnTo>
                <a:moveTo>
                  <a:pt x="2126314" y="753749"/>
                </a:moveTo>
                <a:lnTo>
                  <a:pt x="2065570" y="689923"/>
                </a:lnTo>
                <a:moveTo>
                  <a:pt x="2126314" y="753749"/>
                </a:moveTo>
                <a:lnTo>
                  <a:pt x="2141010" y="705594"/>
                </a:lnTo>
                <a:moveTo>
                  <a:pt x="1493773" y="859499"/>
                </a:moveTo>
                <a:lnTo>
                  <a:pt x="1420355" y="888547"/>
                </a:lnTo>
                <a:moveTo>
                  <a:pt x="2221080" y="667555"/>
                </a:moveTo>
                <a:lnTo>
                  <a:pt x="2194311" y="693210"/>
                </a:lnTo>
                <a:moveTo>
                  <a:pt x="1420355" y="888547"/>
                </a:moveTo>
                <a:lnTo>
                  <a:pt x="1410792" y="892253"/>
                </a:lnTo>
                <a:moveTo>
                  <a:pt x="1583894" y="750957"/>
                </a:moveTo>
                <a:lnTo>
                  <a:pt x="1552392" y="840312"/>
                </a:lnTo>
                <a:moveTo>
                  <a:pt x="2261561" y="378442"/>
                </a:moveTo>
                <a:lnTo>
                  <a:pt x="2184713" y="375554"/>
                </a:lnTo>
                <a:moveTo>
                  <a:pt x="1133374" y="1175765"/>
                </a:moveTo>
                <a:lnTo>
                  <a:pt x="1071892" y="1098705"/>
                </a:lnTo>
                <a:moveTo>
                  <a:pt x="1663166" y="923615"/>
                </a:moveTo>
                <a:lnTo>
                  <a:pt x="1691061" y="965539"/>
                </a:lnTo>
                <a:moveTo>
                  <a:pt x="2299523" y="430699"/>
                </a:moveTo>
                <a:lnTo>
                  <a:pt x="2323111" y="472002"/>
                </a:lnTo>
                <a:moveTo>
                  <a:pt x="1436083" y="1063323"/>
                </a:moveTo>
                <a:lnTo>
                  <a:pt x="1393849" y="1014646"/>
                </a:lnTo>
                <a:moveTo>
                  <a:pt x="1651439" y="846401"/>
                </a:moveTo>
                <a:lnTo>
                  <a:pt x="1583894" y="750957"/>
                </a:lnTo>
                <a:moveTo>
                  <a:pt x="1384470" y="950669"/>
                </a:moveTo>
                <a:lnTo>
                  <a:pt x="1340626" y="982233"/>
                </a:lnTo>
                <a:moveTo>
                  <a:pt x="1185169" y="921885"/>
                </a:moveTo>
                <a:lnTo>
                  <a:pt x="1214196" y="1031278"/>
                </a:lnTo>
                <a:moveTo>
                  <a:pt x="2299523" y="430699"/>
                </a:moveTo>
                <a:lnTo>
                  <a:pt x="2266239" y="367256"/>
                </a:lnTo>
                <a:moveTo>
                  <a:pt x="2239841" y="594585"/>
                </a:moveTo>
                <a:lnTo>
                  <a:pt x="2254827" y="634645"/>
                </a:lnTo>
                <a:moveTo>
                  <a:pt x="1405272" y="912009"/>
                </a:moveTo>
                <a:lnTo>
                  <a:pt x="1410792" y="892253"/>
                </a:lnTo>
                <a:moveTo>
                  <a:pt x="2184713" y="375554"/>
                </a:moveTo>
                <a:lnTo>
                  <a:pt x="2161496" y="410765"/>
                </a:lnTo>
                <a:moveTo>
                  <a:pt x="1629887" y="948864"/>
                </a:moveTo>
                <a:lnTo>
                  <a:pt x="1691061" y="965539"/>
                </a:lnTo>
                <a:moveTo>
                  <a:pt x="1606995" y="1020703"/>
                </a:moveTo>
                <a:lnTo>
                  <a:pt x="1539327" y="1059489"/>
                </a:lnTo>
                <a:moveTo>
                  <a:pt x="1658004" y="766858"/>
                </a:moveTo>
                <a:lnTo>
                  <a:pt x="1651439" y="846401"/>
                </a:lnTo>
                <a:moveTo>
                  <a:pt x="1187289" y="1094696"/>
                </a:moveTo>
                <a:lnTo>
                  <a:pt x="1214196" y="1031278"/>
                </a:lnTo>
                <a:moveTo>
                  <a:pt x="1185169" y="921885"/>
                </a:moveTo>
                <a:lnTo>
                  <a:pt x="1174772" y="903141"/>
                </a:lnTo>
                <a:moveTo>
                  <a:pt x="1160297" y="1158103"/>
                </a:moveTo>
                <a:lnTo>
                  <a:pt x="1163264" y="1129122"/>
                </a:lnTo>
                <a:moveTo>
                  <a:pt x="1015159" y="859436"/>
                </a:moveTo>
                <a:lnTo>
                  <a:pt x="1027130" y="831756"/>
                </a:lnTo>
                <a:moveTo>
                  <a:pt x="1405272" y="912009"/>
                </a:moveTo>
                <a:lnTo>
                  <a:pt x="1420355" y="888547"/>
                </a:lnTo>
                <a:moveTo>
                  <a:pt x="1174772" y="903141"/>
                </a:moveTo>
                <a:lnTo>
                  <a:pt x="1108258" y="815696"/>
                </a:lnTo>
                <a:moveTo>
                  <a:pt x="1057202" y="1146969"/>
                </a:moveTo>
                <a:lnTo>
                  <a:pt x="1071892" y="1098705"/>
                </a:lnTo>
                <a:moveTo>
                  <a:pt x="2220859" y="620276"/>
                </a:moveTo>
                <a:lnTo>
                  <a:pt x="2254827" y="634645"/>
                </a:lnTo>
                <a:moveTo>
                  <a:pt x="1529517" y="799112"/>
                </a:moveTo>
                <a:lnTo>
                  <a:pt x="1552392" y="840312"/>
                </a:lnTo>
                <a:moveTo>
                  <a:pt x="1663166" y="923615"/>
                </a:moveTo>
                <a:lnTo>
                  <a:pt x="1658272" y="855603"/>
                </a:lnTo>
                <a:moveTo>
                  <a:pt x="1393849" y="1014646"/>
                </a:moveTo>
                <a:lnTo>
                  <a:pt x="1384470" y="950669"/>
                </a:lnTo>
                <a:moveTo>
                  <a:pt x="2176501" y="406888"/>
                </a:moveTo>
                <a:lnTo>
                  <a:pt x="2184713" y="375554"/>
                </a:lnTo>
                <a:moveTo>
                  <a:pt x="1071892" y="1098705"/>
                </a:moveTo>
                <a:lnTo>
                  <a:pt x="1049445" y="1142093"/>
                </a:lnTo>
                <a:moveTo>
                  <a:pt x="2353322" y="279993"/>
                </a:moveTo>
                <a:lnTo>
                  <a:pt x="2343822" y="264592"/>
                </a:lnTo>
                <a:moveTo>
                  <a:pt x="1980227" y="729596"/>
                </a:moveTo>
                <a:lnTo>
                  <a:pt x="1978103" y="718002"/>
                </a:lnTo>
                <a:moveTo>
                  <a:pt x="2261561" y="378442"/>
                </a:moveTo>
                <a:lnTo>
                  <a:pt x="2176501" y="406888"/>
                </a:lnTo>
                <a:moveTo>
                  <a:pt x="1975758" y="728229"/>
                </a:moveTo>
                <a:lnTo>
                  <a:pt x="1978103" y="718002"/>
                </a:lnTo>
                <a:moveTo>
                  <a:pt x="2051372" y="747016"/>
                </a:moveTo>
                <a:lnTo>
                  <a:pt x="1980227" y="729596"/>
                </a:lnTo>
                <a:moveTo>
                  <a:pt x="2299523" y="430699"/>
                </a:moveTo>
                <a:lnTo>
                  <a:pt x="2261561" y="378442"/>
                </a:lnTo>
                <a:moveTo>
                  <a:pt x="2194311" y="693210"/>
                </a:moveTo>
                <a:lnTo>
                  <a:pt x="2126314" y="753749"/>
                </a:lnTo>
                <a:moveTo>
                  <a:pt x="2259612" y="492240"/>
                </a:moveTo>
                <a:lnTo>
                  <a:pt x="2323111" y="472002"/>
                </a:lnTo>
                <a:moveTo>
                  <a:pt x="1629887" y="948864"/>
                </a:moveTo>
                <a:lnTo>
                  <a:pt x="1627575" y="1008180"/>
                </a:lnTo>
                <a:moveTo>
                  <a:pt x="2051372" y="747016"/>
                </a:moveTo>
                <a:lnTo>
                  <a:pt x="1973973" y="737635"/>
                </a:lnTo>
                <a:moveTo>
                  <a:pt x="1980227" y="729596"/>
                </a:moveTo>
                <a:lnTo>
                  <a:pt x="1975758" y="728229"/>
                </a:lnTo>
                <a:moveTo>
                  <a:pt x="1490479" y="826829"/>
                </a:moveTo>
                <a:lnTo>
                  <a:pt x="1552392" y="840312"/>
                </a:lnTo>
                <a:moveTo>
                  <a:pt x="1392043" y="974903"/>
                </a:moveTo>
                <a:lnTo>
                  <a:pt x="1393849" y="1014646"/>
                </a:lnTo>
                <a:moveTo>
                  <a:pt x="2135526" y="752025"/>
                </a:moveTo>
                <a:lnTo>
                  <a:pt x="2194311" y="693210"/>
                </a:lnTo>
                <a:moveTo>
                  <a:pt x="2239841" y="594585"/>
                </a:moveTo>
                <a:lnTo>
                  <a:pt x="2286782" y="534060"/>
                </a:lnTo>
                <a:moveTo>
                  <a:pt x="1980227" y="729596"/>
                </a:moveTo>
                <a:lnTo>
                  <a:pt x="1973973" y="737635"/>
                </a:lnTo>
                <a:moveTo>
                  <a:pt x="2220859" y="620276"/>
                </a:moveTo>
                <a:lnTo>
                  <a:pt x="2221080" y="667555"/>
                </a:lnTo>
                <a:moveTo>
                  <a:pt x="1975758" y="728229"/>
                </a:moveTo>
                <a:lnTo>
                  <a:pt x="1973973" y="737635"/>
                </a:lnTo>
                <a:moveTo>
                  <a:pt x="1539327" y="1059489"/>
                </a:moveTo>
                <a:lnTo>
                  <a:pt x="1500915" y="1072687"/>
                </a:lnTo>
                <a:moveTo>
                  <a:pt x="1629887" y="948864"/>
                </a:moveTo>
                <a:lnTo>
                  <a:pt x="1606995" y="1020703"/>
                </a:lnTo>
                <a:moveTo>
                  <a:pt x="2126314" y="753749"/>
                </a:moveTo>
                <a:lnTo>
                  <a:pt x="2051372" y="747016"/>
                </a:lnTo>
                <a:moveTo>
                  <a:pt x="2176501" y="406888"/>
                </a:moveTo>
                <a:lnTo>
                  <a:pt x="2161496" y="410765"/>
                </a:lnTo>
                <a:moveTo>
                  <a:pt x="1199200" y="991216"/>
                </a:moveTo>
                <a:lnTo>
                  <a:pt x="1214196" y="1031278"/>
                </a:lnTo>
                <a:moveTo>
                  <a:pt x="1658004" y="766858"/>
                </a:moveTo>
                <a:lnTo>
                  <a:pt x="1583894" y="750957"/>
                </a:lnTo>
                <a:moveTo>
                  <a:pt x="1490479" y="826829"/>
                </a:moveTo>
                <a:lnTo>
                  <a:pt x="1493773" y="859499"/>
                </a:lnTo>
                <a:moveTo>
                  <a:pt x="1704817" y="824429"/>
                </a:moveTo>
                <a:lnTo>
                  <a:pt x="1651439" y="846401"/>
                </a:lnTo>
                <a:moveTo>
                  <a:pt x="1170177" y="900592"/>
                </a:moveTo>
                <a:lnTo>
                  <a:pt x="1174772" y="903141"/>
                </a:lnTo>
                <a:moveTo>
                  <a:pt x="2251185" y="408985"/>
                </a:moveTo>
                <a:lnTo>
                  <a:pt x="2261561" y="378442"/>
                </a:lnTo>
                <a:moveTo>
                  <a:pt x="1106242" y="812377"/>
                </a:moveTo>
                <a:lnTo>
                  <a:pt x="1108258" y="815696"/>
                </a:lnTo>
                <a:moveTo>
                  <a:pt x="1978103" y="718002"/>
                </a:moveTo>
                <a:lnTo>
                  <a:pt x="1899536" y="698528"/>
                </a:lnTo>
                <a:moveTo>
                  <a:pt x="1405272" y="912009"/>
                </a:moveTo>
                <a:lnTo>
                  <a:pt x="1384470" y="950669"/>
                </a:lnTo>
                <a:moveTo>
                  <a:pt x="2220859" y="620276"/>
                </a:moveTo>
                <a:lnTo>
                  <a:pt x="2194311" y="693210"/>
                </a:lnTo>
                <a:moveTo>
                  <a:pt x="2343124" y="310585"/>
                </a:moveTo>
                <a:lnTo>
                  <a:pt x="2353322" y="279993"/>
                </a:lnTo>
                <a:moveTo>
                  <a:pt x="1704817" y="824429"/>
                </a:moveTo>
                <a:lnTo>
                  <a:pt x="1658272" y="855603"/>
                </a:lnTo>
                <a:moveTo>
                  <a:pt x="1015159" y="859436"/>
                </a:moveTo>
                <a:lnTo>
                  <a:pt x="1017200" y="897626"/>
                </a:lnTo>
                <a:moveTo>
                  <a:pt x="2161496" y="410765"/>
                </a:moveTo>
                <a:lnTo>
                  <a:pt x="2088096" y="470433"/>
                </a:lnTo>
                <a:moveTo>
                  <a:pt x="2037793" y="815224"/>
                </a:moveTo>
                <a:lnTo>
                  <a:pt x="2051372" y="747016"/>
                </a:lnTo>
                <a:moveTo>
                  <a:pt x="1595354" y="981125"/>
                </a:moveTo>
                <a:lnTo>
                  <a:pt x="1606995" y="1020703"/>
                </a:lnTo>
                <a:moveTo>
                  <a:pt x="1583894" y="750957"/>
                </a:moveTo>
                <a:lnTo>
                  <a:pt x="1529517" y="799112"/>
                </a:lnTo>
                <a:moveTo>
                  <a:pt x="1975758" y="728229"/>
                </a:moveTo>
                <a:lnTo>
                  <a:pt x="1899536" y="698528"/>
                </a:lnTo>
                <a:moveTo>
                  <a:pt x="1490479" y="826829"/>
                </a:moveTo>
                <a:lnTo>
                  <a:pt x="1420355" y="888547"/>
                </a:lnTo>
                <a:moveTo>
                  <a:pt x="1170177" y="900592"/>
                </a:moveTo>
                <a:lnTo>
                  <a:pt x="1185169" y="921885"/>
                </a:lnTo>
                <a:moveTo>
                  <a:pt x="2051372" y="747016"/>
                </a:moveTo>
                <a:lnTo>
                  <a:pt x="1962263" y="797940"/>
                </a:lnTo>
                <a:moveTo>
                  <a:pt x="1170177" y="900592"/>
                </a:moveTo>
                <a:lnTo>
                  <a:pt x="1108258" y="815696"/>
                </a:lnTo>
                <a:moveTo>
                  <a:pt x="2098008" y="468901"/>
                </a:moveTo>
                <a:lnTo>
                  <a:pt x="2161496" y="410765"/>
                </a:lnTo>
                <a:moveTo>
                  <a:pt x="1133374" y="1175765"/>
                </a:moveTo>
                <a:lnTo>
                  <a:pt x="1057202" y="1146969"/>
                </a:lnTo>
                <a:moveTo>
                  <a:pt x="2135526" y="752025"/>
                </a:moveTo>
                <a:lnTo>
                  <a:pt x="2126314" y="753749"/>
                </a:lnTo>
                <a:moveTo>
                  <a:pt x="1406081" y="1021095"/>
                </a:moveTo>
                <a:lnTo>
                  <a:pt x="1393849" y="1014646"/>
                </a:lnTo>
                <a:moveTo>
                  <a:pt x="2259612" y="492240"/>
                </a:moveTo>
                <a:lnTo>
                  <a:pt x="2286782" y="534060"/>
                </a:lnTo>
                <a:moveTo>
                  <a:pt x="1975758" y="728229"/>
                </a:moveTo>
                <a:lnTo>
                  <a:pt x="1932594" y="790021"/>
                </a:lnTo>
                <a:moveTo>
                  <a:pt x="1199200" y="991216"/>
                </a:moveTo>
                <a:lnTo>
                  <a:pt x="1185169" y="921885"/>
                </a:lnTo>
                <a:moveTo>
                  <a:pt x="1973973" y="737635"/>
                </a:moveTo>
                <a:lnTo>
                  <a:pt x="1962263" y="797940"/>
                </a:lnTo>
                <a:moveTo>
                  <a:pt x="1973973" y="737635"/>
                </a:moveTo>
                <a:lnTo>
                  <a:pt x="1932594" y="790021"/>
                </a:lnTo>
                <a:moveTo>
                  <a:pt x="2201589" y="656365"/>
                </a:moveTo>
                <a:lnTo>
                  <a:pt x="2194311" y="693210"/>
                </a:lnTo>
                <a:moveTo>
                  <a:pt x="1445248" y="854246"/>
                </a:moveTo>
                <a:lnTo>
                  <a:pt x="1420355" y="888547"/>
                </a:lnTo>
                <a:moveTo>
                  <a:pt x="1663166" y="923615"/>
                </a:moveTo>
                <a:lnTo>
                  <a:pt x="1629887" y="948864"/>
                </a:lnTo>
                <a:moveTo>
                  <a:pt x="1771281" y="1061454"/>
                </a:moveTo>
                <a:lnTo>
                  <a:pt x="1739681" y="1107170"/>
                </a:lnTo>
                <a:moveTo>
                  <a:pt x="2343124" y="310585"/>
                </a:moveTo>
                <a:lnTo>
                  <a:pt x="2343822" y="264592"/>
                </a:lnTo>
                <a:moveTo>
                  <a:pt x="1975758" y="728229"/>
                </a:moveTo>
                <a:lnTo>
                  <a:pt x="1886383" y="774375"/>
                </a:lnTo>
                <a:moveTo>
                  <a:pt x="2251185" y="408985"/>
                </a:moveTo>
                <a:lnTo>
                  <a:pt x="2176501" y="406888"/>
                </a:lnTo>
                <a:moveTo>
                  <a:pt x="1160297" y="1158103"/>
                </a:moveTo>
                <a:lnTo>
                  <a:pt x="1133374" y="1175765"/>
                </a:lnTo>
                <a:moveTo>
                  <a:pt x="1170177" y="900592"/>
                </a:moveTo>
                <a:lnTo>
                  <a:pt x="1106242" y="812377"/>
                </a:lnTo>
                <a:moveTo>
                  <a:pt x="2299523" y="430699"/>
                </a:moveTo>
                <a:lnTo>
                  <a:pt x="2251185" y="408985"/>
                </a:lnTo>
                <a:moveTo>
                  <a:pt x="2112424" y="816377"/>
                </a:moveTo>
                <a:lnTo>
                  <a:pt x="2051372" y="747016"/>
                </a:lnTo>
                <a:moveTo>
                  <a:pt x="1202159" y="1058948"/>
                </a:moveTo>
                <a:lnTo>
                  <a:pt x="1214196" y="1031278"/>
                </a:lnTo>
                <a:moveTo>
                  <a:pt x="2239841" y="594585"/>
                </a:moveTo>
                <a:lnTo>
                  <a:pt x="2220859" y="620276"/>
                </a:lnTo>
                <a:moveTo>
                  <a:pt x="1160297" y="1158103"/>
                </a:moveTo>
                <a:lnTo>
                  <a:pt x="1187289" y="1094696"/>
                </a:lnTo>
                <a:moveTo>
                  <a:pt x="2098008" y="468901"/>
                </a:moveTo>
                <a:lnTo>
                  <a:pt x="2088096" y="470433"/>
                </a:lnTo>
                <a:moveTo>
                  <a:pt x="1534065" y="1036180"/>
                </a:moveTo>
                <a:lnTo>
                  <a:pt x="1606995" y="1020703"/>
                </a:lnTo>
                <a:moveTo>
                  <a:pt x="1392043" y="974903"/>
                </a:moveTo>
                <a:lnTo>
                  <a:pt x="1384470" y="950669"/>
                </a:lnTo>
                <a:moveTo>
                  <a:pt x="2086710" y="473245"/>
                </a:moveTo>
                <a:lnTo>
                  <a:pt x="2088096" y="470433"/>
                </a:lnTo>
                <a:moveTo>
                  <a:pt x="1682086" y="888451"/>
                </a:moveTo>
                <a:lnTo>
                  <a:pt x="1658272" y="855603"/>
                </a:lnTo>
                <a:moveTo>
                  <a:pt x="1704817" y="824429"/>
                </a:moveTo>
                <a:lnTo>
                  <a:pt x="1658004" y="766858"/>
                </a:lnTo>
                <a:moveTo>
                  <a:pt x="1057202" y="1146969"/>
                </a:moveTo>
                <a:lnTo>
                  <a:pt x="1049445" y="1142093"/>
                </a:lnTo>
                <a:moveTo>
                  <a:pt x="2037793" y="815224"/>
                </a:moveTo>
                <a:lnTo>
                  <a:pt x="1962263" y="797940"/>
                </a:lnTo>
                <a:moveTo>
                  <a:pt x="2239841" y="594585"/>
                </a:moveTo>
                <a:lnTo>
                  <a:pt x="2225934" y="579589"/>
                </a:lnTo>
                <a:moveTo>
                  <a:pt x="1406081" y="1021095"/>
                </a:moveTo>
                <a:lnTo>
                  <a:pt x="1436083" y="1063323"/>
                </a:lnTo>
                <a:moveTo>
                  <a:pt x="2098008" y="468901"/>
                </a:moveTo>
                <a:lnTo>
                  <a:pt x="2086710" y="473245"/>
                </a:lnTo>
                <a:moveTo>
                  <a:pt x="2259612" y="492240"/>
                </a:moveTo>
                <a:lnTo>
                  <a:pt x="2299523" y="430699"/>
                </a:lnTo>
                <a:moveTo>
                  <a:pt x="1962263" y="797940"/>
                </a:moveTo>
                <a:lnTo>
                  <a:pt x="1932594" y="790021"/>
                </a:lnTo>
                <a:moveTo>
                  <a:pt x="1054574" y="1154673"/>
                </a:moveTo>
                <a:lnTo>
                  <a:pt x="1057202" y="1146969"/>
                </a:lnTo>
                <a:moveTo>
                  <a:pt x="2112424" y="816377"/>
                </a:moveTo>
                <a:lnTo>
                  <a:pt x="2126314" y="753749"/>
                </a:lnTo>
                <a:moveTo>
                  <a:pt x="1394891" y="918786"/>
                </a:moveTo>
                <a:lnTo>
                  <a:pt x="1420355" y="888547"/>
                </a:lnTo>
                <a:moveTo>
                  <a:pt x="1490479" y="826829"/>
                </a:moveTo>
                <a:lnTo>
                  <a:pt x="1529517" y="799112"/>
                </a:lnTo>
                <a:moveTo>
                  <a:pt x="2259612" y="492240"/>
                </a:moveTo>
                <a:lnTo>
                  <a:pt x="2239841" y="594585"/>
                </a:lnTo>
                <a:moveTo>
                  <a:pt x="1886383" y="774375"/>
                </a:moveTo>
                <a:lnTo>
                  <a:pt x="1899536" y="698528"/>
                </a:lnTo>
                <a:moveTo>
                  <a:pt x="1722474" y="821098"/>
                </a:moveTo>
                <a:lnTo>
                  <a:pt x="1658004" y="766858"/>
                </a:lnTo>
                <a:moveTo>
                  <a:pt x="1054574" y="1154673"/>
                </a:moveTo>
                <a:lnTo>
                  <a:pt x="1049445" y="1142093"/>
                </a:lnTo>
                <a:moveTo>
                  <a:pt x="2135526" y="752025"/>
                </a:moveTo>
                <a:lnTo>
                  <a:pt x="2112424" y="816377"/>
                </a:lnTo>
                <a:moveTo>
                  <a:pt x="1629887" y="948864"/>
                </a:moveTo>
                <a:lnTo>
                  <a:pt x="1595354" y="981125"/>
                </a:lnTo>
                <a:moveTo>
                  <a:pt x="1122135" y="1201716"/>
                </a:moveTo>
                <a:lnTo>
                  <a:pt x="1133374" y="1175765"/>
                </a:lnTo>
                <a:moveTo>
                  <a:pt x="2113302" y="816120"/>
                </a:moveTo>
                <a:lnTo>
                  <a:pt x="2135526" y="752025"/>
                </a:lnTo>
                <a:moveTo>
                  <a:pt x="2161926" y="457217"/>
                </a:moveTo>
                <a:lnTo>
                  <a:pt x="2161496" y="410765"/>
                </a:lnTo>
                <a:moveTo>
                  <a:pt x="2235381" y="502906"/>
                </a:moveTo>
                <a:lnTo>
                  <a:pt x="2239841" y="594585"/>
                </a:lnTo>
                <a:moveTo>
                  <a:pt x="2220859" y="620276"/>
                </a:moveTo>
                <a:lnTo>
                  <a:pt x="2225934" y="579589"/>
                </a:lnTo>
                <a:moveTo>
                  <a:pt x="1534065" y="1036180"/>
                </a:moveTo>
                <a:lnTo>
                  <a:pt x="1539327" y="1059489"/>
                </a:lnTo>
                <a:moveTo>
                  <a:pt x="2178755" y="720372"/>
                </a:moveTo>
                <a:lnTo>
                  <a:pt x="2194311" y="693210"/>
                </a:lnTo>
                <a:moveTo>
                  <a:pt x="1181805" y="797388"/>
                </a:moveTo>
                <a:lnTo>
                  <a:pt x="1106242" y="812377"/>
                </a:lnTo>
                <a:moveTo>
                  <a:pt x="1932594" y="790021"/>
                </a:moveTo>
                <a:lnTo>
                  <a:pt x="1886383" y="774375"/>
                </a:lnTo>
                <a:moveTo>
                  <a:pt x="1394891" y="918786"/>
                </a:moveTo>
                <a:lnTo>
                  <a:pt x="1405272" y="912009"/>
                </a:lnTo>
                <a:moveTo>
                  <a:pt x="1148738" y="878728"/>
                </a:moveTo>
                <a:lnTo>
                  <a:pt x="1106242" y="812377"/>
                </a:lnTo>
                <a:moveTo>
                  <a:pt x="2237541" y="476028"/>
                </a:moveTo>
                <a:lnTo>
                  <a:pt x="2176501" y="406888"/>
                </a:lnTo>
                <a:moveTo>
                  <a:pt x="1534065" y="1036180"/>
                </a:moveTo>
                <a:lnTo>
                  <a:pt x="1500915" y="1072687"/>
                </a:lnTo>
                <a:moveTo>
                  <a:pt x="1899536" y="698528"/>
                </a:moveTo>
                <a:lnTo>
                  <a:pt x="1810528" y="751263"/>
                </a:lnTo>
                <a:moveTo>
                  <a:pt x="2112424" y="816377"/>
                </a:moveTo>
                <a:lnTo>
                  <a:pt x="2037793" y="815224"/>
                </a:lnTo>
                <a:moveTo>
                  <a:pt x="1529582" y="1038931"/>
                </a:moveTo>
                <a:lnTo>
                  <a:pt x="1500915" y="1072687"/>
                </a:lnTo>
                <a:moveTo>
                  <a:pt x="2349946" y="332781"/>
                </a:moveTo>
                <a:lnTo>
                  <a:pt x="2343124" y="310585"/>
                </a:lnTo>
                <a:moveTo>
                  <a:pt x="2237541" y="476028"/>
                </a:moveTo>
                <a:lnTo>
                  <a:pt x="2299523" y="430699"/>
                </a:lnTo>
                <a:moveTo>
                  <a:pt x="2088096" y="470433"/>
                </a:moveTo>
                <a:lnTo>
                  <a:pt x="2021310" y="525128"/>
                </a:lnTo>
                <a:moveTo>
                  <a:pt x="2161926" y="457217"/>
                </a:moveTo>
                <a:lnTo>
                  <a:pt x="2176501" y="406888"/>
                </a:lnTo>
                <a:moveTo>
                  <a:pt x="1202159" y="1058948"/>
                </a:moveTo>
                <a:lnTo>
                  <a:pt x="1187289" y="1094696"/>
                </a:lnTo>
                <a:moveTo>
                  <a:pt x="2220859" y="620276"/>
                </a:moveTo>
                <a:lnTo>
                  <a:pt x="2201589" y="656365"/>
                </a:lnTo>
                <a:moveTo>
                  <a:pt x="2338574" y="327222"/>
                </a:moveTo>
                <a:lnTo>
                  <a:pt x="2343124" y="310585"/>
                </a:lnTo>
                <a:moveTo>
                  <a:pt x="1170177" y="900592"/>
                </a:moveTo>
                <a:lnTo>
                  <a:pt x="1148738" y="878728"/>
                </a:lnTo>
                <a:moveTo>
                  <a:pt x="2086710" y="473245"/>
                </a:moveTo>
                <a:lnTo>
                  <a:pt x="2021310" y="525128"/>
                </a:lnTo>
                <a:moveTo>
                  <a:pt x="1948687" y="866192"/>
                </a:moveTo>
                <a:lnTo>
                  <a:pt x="1962263" y="797940"/>
                </a:lnTo>
                <a:moveTo>
                  <a:pt x="2225934" y="579589"/>
                </a:moveTo>
                <a:lnTo>
                  <a:pt x="2201589" y="656365"/>
                </a:lnTo>
                <a:moveTo>
                  <a:pt x="2235381" y="502906"/>
                </a:moveTo>
                <a:lnTo>
                  <a:pt x="2225934" y="579589"/>
                </a:lnTo>
                <a:moveTo>
                  <a:pt x="1122135" y="1201716"/>
                </a:moveTo>
                <a:lnTo>
                  <a:pt x="1057202" y="1146969"/>
                </a:lnTo>
                <a:moveTo>
                  <a:pt x="1490479" y="826829"/>
                </a:moveTo>
                <a:lnTo>
                  <a:pt x="1445248" y="854246"/>
                </a:lnTo>
                <a:moveTo>
                  <a:pt x="1682086" y="888451"/>
                </a:moveTo>
                <a:lnTo>
                  <a:pt x="1663166" y="923615"/>
                </a:lnTo>
                <a:moveTo>
                  <a:pt x="1406081" y="1021095"/>
                </a:moveTo>
                <a:lnTo>
                  <a:pt x="1392043" y="974903"/>
                </a:lnTo>
                <a:moveTo>
                  <a:pt x="2099349" y="893616"/>
                </a:moveTo>
                <a:lnTo>
                  <a:pt x="2037793" y="815224"/>
                </a:lnTo>
                <a:moveTo>
                  <a:pt x="1018461" y="854259"/>
                </a:moveTo>
                <a:lnTo>
                  <a:pt x="1015159" y="859436"/>
                </a:lnTo>
                <a:moveTo>
                  <a:pt x="1763098" y="1052029"/>
                </a:moveTo>
                <a:lnTo>
                  <a:pt x="1771281" y="1061454"/>
                </a:lnTo>
                <a:moveTo>
                  <a:pt x="1165979" y="896613"/>
                </a:moveTo>
                <a:lnTo>
                  <a:pt x="1170177" y="900592"/>
                </a:lnTo>
                <a:moveTo>
                  <a:pt x="1184586" y="951209"/>
                </a:moveTo>
                <a:lnTo>
                  <a:pt x="1185169" y="921885"/>
                </a:lnTo>
                <a:moveTo>
                  <a:pt x="1394891" y="918786"/>
                </a:moveTo>
                <a:lnTo>
                  <a:pt x="1384470" y="950669"/>
                </a:lnTo>
                <a:moveTo>
                  <a:pt x="1886383" y="774375"/>
                </a:moveTo>
                <a:lnTo>
                  <a:pt x="1810528" y="751263"/>
                </a:lnTo>
                <a:moveTo>
                  <a:pt x="1962263" y="797940"/>
                </a:moveTo>
                <a:lnTo>
                  <a:pt x="1917388" y="855130"/>
                </a:lnTo>
                <a:moveTo>
                  <a:pt x="1810528" y="751263"/>
                </a:moveTo>
                <a:lnTo>
                  <a:pt x="1735450" y="742091"/>
                </a:lnTo>
                <a:moveTo>
                  <a:pt x="2349946" y="332781"/>
                </a:moveTo>
                <a:lnTo>
                  <a:pt x="2338574" y="327222"/>
                </a:lnTo>
                <a:moveTo>
                  <a:pt x="2235381" y="502906"/>
                </a:moveTo>
                <a:lnTo>
                  <a:pt x="2259612" y="492240"/>
                </a:lnTo>
                <a:moveTo>
                  <a:pt x="1722474" y="821098"/>
                </a:moveTo>
                <a:lnTo>
                  <a:pt x="1735450" y="742091"/>
                </a:lnTo>
                <a:moveTo>
                  <a:pt x="2237541" y="476028"/>
                </a:moveTo>
                <a:lnTo>
                  <a:pt x="2251185" y="408985"/>
                </a:lnTo>
                <a:moveTo>
                  <a:pt x="1917388" y="855130"/>
                </a:moveTo>
                <a:lnTo>
                  <a:pt x="1932594" y="790021"/>
                </a:lnTo>
                <a:moveTo>
                  <a:pt x="2161926" y="457217"/>
                </a:moveTo>
                <a:lnTo>
                  <a:pt x="2098008" y="468901"/>
                </a:lnTo>
                <a:moveTo>
                  <a:pt x="1722474" y="821098"/>
                </a:moveTo>
                <a:lnTo>
                  <a:pt x="1704817" y="824429"/>
                </a:lnTo>
                <a:moveTo>
                  <a:pt x="1727986" y="1172786"/>
                </a:moveTo>
                <a:lnTo>
                  <a:pt x="1739681" y="1107170"/>
                </a:lnTo>
                <a:moveTo>
                  <a:pt x="1122135" y="1201716"/>
                </a:moveTo>
                <a:lnTo>
                  <a:pt x="1054574" y="1154673"/>
                </a:lnTo>
                <a:moveTo>
                  <a:pt x="2178755" y="720372"/>
                </a:moveTo>
                <a:lnTo>
                  <a:pt x="2135526" y="752025"/>
                </a:lnTo>
                <a:moveTo>
                  <a:pt x="2113302" y="816120"/>
                </a:moveTo>
                <a:lnTo>
                  <a:pt x="2112424" y="816377"/>
                </a:lnTo>
                <a:moveTo>
                  <a:pt x="1160297" y="1158103"/>
                </a:moveTo>
                <a:lnTo>
                  <a:pt x="1122135" y="1201716"/>
                </a:lnTo>
                <a:moveTo>
                  <a:pt x="1497920" y="756653"/>
                </a:moveTo>
                <a:lnTo>
                  <a:pt x="1529517" y="799112"/>
                </a:lnTo>
                <a:moveTo>
                  <a:pt x="1917388" y="855130"/>
                </a:moveTo>
                <a:lnTo>
                  <a:pt x="1886383" y="774375"/>
                </a:lnTo>
                <a:moveTo>
                  <a:pt x="1392043" y="974903"/>
                </a:moveTo>
                <a:lnTo>
                  <a:pt x="1394891" y="918786"/>
                </a:lnTo>
                <a:moveTo>
                  <a:pt x="1202159" y="1058948"/>
                </a:moveTo>
                <a:lnTo>
                  <a:pt x="1199200" y="991216"/>
                </a:lnTo>
                <a:moveTo>
                  <a:pt x="1181805" y="797388"/>
                </a:moveTo>
                <a:lnTo>
                  <a:pt x="1148738" y="878728"/>
                </a:lnTo>
                <a:moveTo>
                  <a:pt x="2237541" y="476028"/>
                </a:moveTo>
                <a:lnTo>
                  <a:pt x="2259612" y="492240"/>
                </a:lnTo>
                <a:moveTo>
                  <a:pt x="1623750" y="929712"/>
                </a:moveTo>
                <a:lnTo>
                  <a:pt x="1663166" y="923615"/>
                </a:lnTo>
                <a:moveTo>
                  <a:pt x="1595354" y="981125"/>
                </a:moveTo>
                <a:lnTo>
                  <a:pt x="1534065" y="1036180"/>
                </a:lnTo>
                <a:moveTo>
                  <a:pt x="2225934" y="579589"/>
                </a:moveTo>
                <a:lnTo>
                  <a:pt x="2196463" y="550424"/>
                </a:lnTo>
                <a:moveTo>
                  <a:pt x="2235381" y="502906"/>
                </a:moveTo>
                <a:lnTo>
                  <a:pt x="2237541" y="476028"/>
                </a:lnTo>
                <a:moveTo>
                  <a:pt x="2099349" y="893616"/>
                </a:moveTo>
                <a:lnTo>
                  <a:pt x="2112424" y="816377"/>
                </a:lnTo>
                <a:moveTo>
                  <a:pt x="2087336" y="983489"/>
                </a:moveTo>
                <a:lnTo>
                  <a:pt x="2082233" y="984138"/>
                </a:lnTo>
                <a:moveTo>
                  <a:pt x="1196843" y="1125485"/>
                </a:moveTo>
                <a:lnTo>
                  <a:pt x="1187289" y="1094696"/>
                </a:lnTo>
                <a:moveTo>
                  <a:pt x="2113302" y="816120"/>
                </a:moveTo>
                <a:lnTo>
                  <a:pt x="2099349" y="893616"/>
                </a:lnTo>
                <a:moveTo>
                  <a:pt x="2089069" y="985125"/>
                </a:moveTo>
                <a:lnTo>
                  <a:pt x="2087336" y="983489"/>
                </a:lnTo>
                <a:moveTo>
                  <a:pt x="1763098" y="1052029"/>
                </a:moveTo>
                <a:lnTo>
                  <a:pt x="1739681" y="1107170"/>
                </a:lnTo>
                <a:moveTo>
                  <a:pt x="1682086" y="888451"/>
                </a:moveTo>
                <a:lnTo>
                  <a:pt x="1704817" y="824429"/>
                </a:lnTo>
                <a:moveTo>
                  <a:pt x="2085531" y="992073"/>
                </a:moveTo>
                <a:lnTo>
                  <a:pt x="2082233" y="984138"/>
                </a:lnTo>
                <a:moveTo>
                  <a:pt x="1533105" y="1034703"/>
                </a:moveTo>
                <a:lnTo>
                  <a:pt x="1595354" y="981125"/>
                </a:lnTo>
                <a:moveTo>
                  <a:pt x="2089069" y="985125"/>
                </a:moveTo>
                <a:lnTo>
                  <a:pt x="2085531" y="992073"/>
                </a:lnTo>
                <a:moveTo>
                  <a:pt x="1165979" y="896613"/>
                </a:moveTo>
                <a:lnTo>
                  <a:pt x="1148738" y="878728"/>
                </a:lnTo>
                <a:moveTo>
                  <a:pt x="1872467" y="836524"/>
                </a:moveTo>
                <a:lnTo>
                  <a:pt x="1886383" y="774375"/>
                </a:lnTo>
                <a:moveTo>
                  <a:pt x="1623750" y="929712"/>
                </a:moveTo>
                <a:lnTo>
                  <a:pt x="1629887" y="948864"/>
                </a:lnTo>
                <a:moveTo>
                  <a:pt x="1184586" y="951209"/>
                </a:moveTo>
                <a:lnTo>
                  <a:pt x="1170177" y="900592"/>
                </a:lnTo>
                <a:moveTo>
                  <a:pt x="2087336" y="983489"/>
                </a:moveTo>
                <a:lnTo>
                  <a:pt x="2099349" y="893616"/>
                </a:lnTo>
                <a:moveTo>
                  <a:pt x="2099349" y="893616"/>
                </a:moveTo>
                <a:lnTo>
                  <a:pt x="2082233" y="984138"/>
                </a:lnTo>
                <a:moveTo>
                  <a:pt x="2082233" y="984138"/>
                </a:moveTo>
                <a:lnTo>
                  <a:pt x="2011344" y="964331"/>
                </a:lnTo>
                <a:moveTo>
                  <a:pt x="1948687" y="866192"/>
                </a:moveTo>
                <a:lnTo>
                  <a:pt x="1917388" y="855130"/>
                </a:lnTo>
                <a:moveTo>
                  <a:pt x="2011344" y="964331"/>
                </a:moveTo>
                <a:lnTo>
                  <a:pt x="1948687" y="866192"/>
                </a:lnTo>
                <a:moveTo>
                  <a:pt x="2196463" y="550424"/>
                </a:moveTo>
                <a:lnTo>
                  <a:pt x="2201589" y="656365"/>
                </a:lnTo>
                <a:moveTo>
                  <a:pt x="1796926" y="819053"/>
                </a:moveTo>
                <a:lnTo>
                  <a:pt x="1735450" y="742091"/>
                </a:lnTo>
                <a:moveTo>
                  <a:pt x="2235381" y="502906"/>
                </a:moveTo>
                <a:lnTo>
                  <a:pt x="2196463" y="550424"/>
                </a:lnTo>
                <a:moveTo>
                  <a:pt x="1747334" y="1070380"/>
                </a:moveTo>
                <a:lnTo>
                  <a:pt x="1739681" y="1107170"/>
                </a:lnTo>
                <a:moveTo>
                  <a:pt x="2085531" y="992073"/>
                </a:moveTo>
                <a:lnTo>
                  <a:pt x="2011344" y="964331"/>
                </a:lnTo>
                <a:moveTo>
                  <a:pt x="2021310" y="525128"/>
                </a:moveTo>
                <a:lnTo>
                  <a:pt x="1991614" y="557110"/>
                </a:lnTo>
                <a:moveTo>
                  <a:pt x="1481783" y="828095"/>
                </a:moveTo>
                <a:lnTo>
                  <a:pt x="1529517" y="799112"/>
                </a:lnTo>
                <a:moveTo>
                  <a:pt x="1184586" y="951209"/>
                </a:moveTo>
                <a:lnTo>
                  <a:pt x="1199200" y="991216"/>
                </a:lnTo>
                <a:moveTo>
                  <a:pt x="1117869" y="1209406"/>
                </a:moveTo>
                <a:lnTo>
                  <a:pt x="1160297" y="1158103"/>
                </a:lnTo>
                <a:moveTo>
                  <a:pt x="2099349" y="893616"/>
                </a:moveTo>
                <a:lnTo>
                  <a:pt x="2011344" y="964331"/>
                </a:lnTo>
                <a:moveTo>
                  <a:pt x="2178755" y="720372"/>
                </a:moveTo>
                <a:lnTo>
                  <a:pt x="2201589" y="656365"/>
                </a:lnTo>
                <a:moveTo>
                  <a:pt x="1872467" y="836524"/>
                </a:moveTo>
                <a:lnTo>
                  <a:pt x="1810528" y="751263"/>
                </a:lnTo>
                <a:moveTo>
                  <a:pt x="2237541" y="476028"/>
                </a:moveTo>
                <a:lnTo>
                  <a:pt x="2161926" y="457217"/>
                </a:lnTo>
                <a:moveTo>
                  <a:pt x="2163726" y="785506"/>
                </a:moveTo>
                <a:lnTo>
                  <a:pt x="2135526" y="752025"/>
                </a:lnTo>
                <a:moveTo>
                  <a:pt x="1796926" y="819053"/>
                </a:moveTo>
                <a:lnTo>
                  <a:pt x="1810528" y="751263"/>
                </a:lnTo>
                <a:moveTo>
                  <a:pt x="2113621" y="883470"/>
                </a:moveTo>
                <a:lnTo>
                  <a:pt x="2113302" y="816120"/>
                </a:lnTo>
                <a:moveTo>
                  <a:pt x="1796926" y="819053"/>
                </a:moveTo>
                <a:lnTo>
                  <a:pt x="1722474" y="821098"/>
                </a:lnTo>
                <a:moveTo>
                  <a:pt x="1623750" y="929712"/>
                </a:moveTo>
                <a:lnTo>
                  <a:pt x="1595354" y="981125"/>
                </a:lnTo>
                <a:moveTo>
                  <a:pt x="2237541" y="476028"/>
                </a:moveTo>
                <a:lnTo>
                  <a:pt x="2196463" y="550424"/>
                </a:lnTo>
                <a:moveTo>
                  <a:pt x="1534065" y="1036180"/>
                </a:moveTo>
                <a:lnTo>
                  <a:pt x="1529582" y="1038931"/>
                </a:lnTo>
                <a:moveTo>
                  <a:pt x="2072440" y="501362"/>
                </a:moveTo>
                <a:lnTo>
                  <a:pt x="2098008" y="468901"/>
                </a:lnTo>
                <a:moveTo>
                  <a:pt x="1487243" y="822415"/>
                </a:moveTo>
                <a:lnTo>
                  <a:pt x="1529517" y="799112"/>
                </a:lnTo>
                <a:moveTo>
                  <a:pt x="2072440" y="501362"/>
                </a:moveTo>
                <a:lnTo>
                  <a:pt x="2086710" y="473245"/>
                </a:lnTo>
                <a:moveTo>
                  <a:pt x="1481783" y="828095"/>
                </a:moveTo>
                <a:lnTo>
                  <a:pt x="1490479" y="826829"/>
                </a:lnTo>
                <a:moveTo>
                  <a:pt x="2113621" y="883470"/>
                </a:moveTo>
                <a:lnTo>
                  <a:pt x="2087336" y="983489"/>
                </a:lnTo>
                <a:moveTo>
                  <a:pt x="2113621" y="883470"/>
                </a:moveTo>
                <a:lnTo>
                  <a:pt x="2089069" y="985125"/>
                </a:lnTo>
                <a:moveTo>
                  <a:pt x="1605556" y="944703"/>
                </a:moveTo>
                <a:lnTo>
                  <a:pt x="1595354" y="981125"/>
                </a:lnTo>
                <a:moveTo>
                  <a:pt x="1917388" y="855130"/>
                </a:moveTo>
                <a:lnTo>
                  <a:pt x="1872467" y="836524"/>
                </a:lnTo>
                <a:moveTo>
                  <a:pt x="1533105" y="1034703"/>
                </a:moveTo>
                <a:lnTo>
                  <a:pt x="1534065" y="1036180"/>
                </a:lnTo>
                <a:moveTo>
                  <a:pt x="1196843" y="1125485"/>
                </a:moveTo>
                <a:lnTo>
                  <a:pt x="1160297" y="1158103"/>
                </a:lnTo>
                <a:moveTo>
                  <a:pt x="1939657" y="900779"/>
                </a:moveTo>
                <a:lnTo>
                  <a:pt x="1948687" y="866192"/>
                </a:lnTo>
                <a:moveTo>
                  <a:pt x="1533105" y="1034703"/>
                </a:moveTo>
                <a:lnTo>
                  <a:pt x="1529582" y="1038931"/>
                </a:lnTo>
                <a:moveTo>
                  <a:pt x="1041524" y="1177514"/>
                </a:moveTo>
                <a:lnTo>
                  <a:pt x="1054574" y="1154673"/>
                </a:lnTo>
                <a:moveTo>
                  <a:pt x="1708054" y="874223"/>
                </a:moveTo>
                <a:lnTo>
                  <a:pt x="1704817" y="824429"/>
                </a:lnTo>
                <a:moveTo>
                  <a:pt x="2113621" y="883470"/>
                </a:moveTo>
                <a:lnTo>
                  <a:pt x="2099349" y="893616"/>
                </a:lnTo>
                <a:moveTo>
                  <a:pt x="1003805" y="903129"/>
                </a:moveTo>
                <a:lnTo>
                  <a:pt x="1015159" y="859436"/>
                </a:lnTo>
                <a:moveTo>
                  <a:pt x="1117869" y="1209406"/>
                </a:moveTo>
                <a:lnTo>
                  <a:pt x="1122135" y="1201716"/>
                </a:lnTo>
                <a:moveTo>
                  <a:pt x="1030927" y="1168827"/>
                </a:moveTo>
                <a:lnTo>
                  <a:pt x="1049445" y="1142093"/>
                </a:lnTo>
                <a:moveTo>
                  <a:pt x="1939657" y="900779"/>
                </a:moveTo>
                <a:lnTo>
                  <a:pt x="1917388" y="855130"/>
                </a:lnTo>
                <a:moveTo>
                  <a:pt x="2162895" y="612881"/>
                </a:moveTo>
                <a:lnTo>
                  <a:pt x="2201589" y="656365"/>
                </a:lnTo>
                <a:moveTo>
                  <a:pt x="1091981" y="835481"/>
                </a:moveTo>
                <a:lnTo>
                  <a:pt x="1018461" y="854259"/>
                </a:lnTo>
                <a:moveTo>
                  <a:pt x="1481783" y="828095"/>
                </a:moveTo>
                <a:lnTo>
                  <a:pt x="1445248" y="854246"/>
                </a:lnTo>
                <a:moveTo>
                  <a:pt x="1991614" y="557110"/>
                </a:moveTo>
                <a:lnTo>
                  <a:pt x="1963243" y="584046"/>
                </a:lnTo>
                <a:moveTo>
                  <a:pt x="1172719" y="816247"/>
                </a:moveTo>
                <a:lnTo>
                  <a:pt x="1181805" y="797388"/>
                </a:lnTo>
                <a:moveTo>
                  <a:pt x="1717573" y="1133386"/>
                </a:moveTo>
                <a:lnTo>
                  <a:pt x="1739681" y="1107170"/>
                </a:lnTo>
                <a:moveTo>
                  <a:pt x="1172719" y="816247"/>
                </a:moveTo>
                <a:lnTo>
                  <a:pt x="1148738" y="878728"/>
                </a:lnTo>
                <a:moveTo>
                  <a:pt x="1184586" y="951209"/>
                </a:moveTo>
                <a:lnTo>
                  <a:pt x="1165979" y="896613"/>
                </a:lnTo>
                <a:moveTo>
                  <a:pt x="1091981" y="835481"/>
                </a:moveTo>
                <a:lnTo>
                  <a:pt x="1148738" y="878728"/>
                </a:lnTo>
                <a:moveTo>
                  <a:pt x="1054574" y="1154673"/>
                </a:moveTo>
                <a:lnTo>
                  <a:pt x="1030927" y="1168827"/>
                </a:lnTo>
                <a:moveTo>
                  <a:pt x="1003805" y="903129"/>
                </a:moveTo>
                <a:lnTo>
                  <a:pt x="1018461" y="854259"/>
                </a:lnTo>
                <a:moveTo>
                  <a:pt x="1708054" y="874223"/>
                </a:moveTo>
                <a:lnTo>
                  <a:pt x="1722474" y="821098"/>
                </a:lnTo>
                <a:moveTo>
                  <a:pt x="1872467" y="836524"/>
                </a:moveTo>
                <a:lnTo>
                  <a:pt x="1796926" y="819053"/>
                </a:lnTo>
                <a:moveTo>
                  <a:pt x="1953357" y="927629"/>
                </a:moveTo>
                <a:lnTo>
                  <a:pt x="1948687" y="866192"/>
                </a:lnTo>
                <a:moveTo>
                  <a:pt x="1984489" y="573063"/>
                </a:moveTo>
                <a:lnTo>
                  <a:pt x="2021310" y="525128"/>
                </a:lnTo>
                <a:moveTo>
                  <a:pt x="2072440" y="501362"/>
                </a:moveTo>
                <a:lnTo>
                  <a:pt x="2021310" y="525128"/>
                </a:lnTo>
                <a:moveTo>
                  <a:pt x="2163726" y="785506"/>
                </a:moveTo>
                <a:lnTo>
                  <a:pt x="2113302" y="816120"/>
                </a:lnTo>
                <a:moveTo>
                  <a:pt x="1204459" y="1021384"/>
                </a:moveTo>
                <a:lnTo>
                  <a:pt x="1199200" y="991216"/>
                </a:lnTo>
                <a:moveTo>
                  <a:pt x="2323987" y="401570"/>
                </a:moveTo>
                <a:lnTo>
                  <a:pt x="2312166" y="477067"/>
                </a:lnTo>
                <a:moveTo>
                  <a:pt x="2324645" y="389134"/>
                </a:moveTo>
                <a:lnTo>
                  <a:pt x="2323987" y="401570"/>
                </a:lnTo>
                <a:moveTo>
                  <a:pt x="1595405" y="593324"/>
                </a:moveTo>
                <a:lnTo>
                  <a:pt x="1577577" y="595652"/>
                </a:lnTo>
                <a:moveTo>
                  <a:pt x="2011344" y="964331"/>
                </a:moveTo>
                <a:lnTo>
                  <a:pt x="1953357" y="927629"/>
                </a:lnTo>
                <a:moveTo>
                  <a:pt x="1939657" y="900779"/>
                </a:moveTo>
                <a:lnTo>
                  <a:pt x="1872467" y="836524"/>
                </a:lnTo>
                <a:moveTo>
                  <a:pt x="1165979" y="896613"/>
                </a:moveTo>
                <a:lnTo>
                  <a:pt x="1091981" y="835481"/>
                </a:lnTo>
                <a:moveTo>
                  <a:pt x="1682086" y="888451"/>
                </a:moveTo>
                <a:lnTo>
                  <a:pt x="1623750" y="929712"/>
                </a:lnTo>
                <a:moveTo>
                  <a:pt x="1546602" y="1003493"/>
                </a:moveTo>
                <a:lnTo>
                  <a:pt x="1595354" y="981125"/>
                </a:lnTo>
                <a:moveTo>
                  <a:pt x="1122135" y="1201716"/>
                </a:moveTo>
                <a:lnTo>
                  <a:pt x="1041524" y="1177514"/>
                </a:lnTo>
                <a:moveTo>
                  <a:pt x="1763098" y="1052029"/>
                </a:moveTo>
                <a:lnTo>
                  <a:pt x="1747334" y="1070380"/>
                </a:lnTo>
                <a:moveTo>
                  <a:pt x="1196843" y="1125485"/>
                </a:moveTo>
                <a:lnTo>
                  <a:pt x="1202159" y="1058948"/>
                </a:lnTo>
                <a:moveTo>
                  <a:pt x="2072369" y="1033197"/>
                </a:moveTo>
                <a:lnTo>
                  <a:pt x="2089069" y="985125"/>
                </a:lnTo>
                <a:moveTo>
                  <a:pt x="2237541" y="476028"/>
                </a:moveTo>
                <a:lnTo>
                  <a:pt x="2147787" y="515357"/>
                </a:lnTo>
                <a:moveTo>
                  <a:pt x="2105296" y="949573"/>
                </a:moveTo>
                <a:lnTo>
                  <a:pt x="2089069" y="985125"/>
                </a:lnTo>
                <a:moveTo>
                  <a:pt x="2161926" y="457217"/>
                </a:moveTo>
                <a:lnTo>
                  <a:pt x="2072440" y="501362"/>
                </a:lnTo>
                <a:moveTo>
                  <a:pt x="1165076" y="1188202"/>
                </a:moveTo>
                <a:lnTo>
                  <a:pt x="1160297" y="1158103"/>
                </a:lnTo>
                <a:moveTo>
                  <a:pt x="2162895" y="612881"/>
                </a:moveTo>
                <a:lnTo>
                  <a:pt x="2196463" y="550424"/>
                </a:lnTo>
                <a:moveTo>
                  <a:pt x="2072369" y="1033197"/>
                </a:moveTo>
                <a:lnTo>
                  <a:pt x="2085531" y="992073"/>
                </a:lnTo>
                <a:moveTo>
                  <a:pt x="1984489" y="573063"/>
                </a:moveTo>
                <a:lnTo>
                  <a:pt x="1991614" y="557110"/>
                </a:lnTo>
                <a:moveTo>
                  <a:pt x="2147787" y="515357"/>
                </a:moveTo>
                <a:lnTo>
                  <a:pt x="2161926" y="457217"/>
                </a:lnTo>
                <a:moveTo>
                  <a:pt x="1708054" y="874223"/>
                </a:moveTo>
                <a:lnTo>
                  <a:pt x="1682086" y="888451"/>
                </a:lnTo>
                <a:moveTo>
                  <a:pt x="2072369" y="1033197"/>
                </a:moveTo>
                <a:lnTo>
                  <a:pt x="2011344" y="964331"/>
                </a:lnTo>
                <a:moveTo>
                  <a:pt x="2323987" y="401570"/>
                </a:moveTo>
                <a:lnTo>
                  <a:pt x="2276164" y="456735"/>
                </a:lnTo>
                <a:moveTo>
                  <a:pt x="2147787" y="515357"/>
                </a:moveTo>
                <a:lnTo>
                  <a:pt x="2196463" y="550424"/>
                </a:lnTo>
                <a:moveTo>
                  <a:pt x="2137001" y="676446"/>
                </a:moveTo>
                <a:lnTo>
                  <a:pt x="2201589" y="656365"/>
                </a:lnTo>
                <a:moveTo>
                  <a:pt x="1796926" y="819053"/>
                </a:moveTo>
                <a:lnTo>
                  <a:pt x="1708054" y="874223"/>
                </a:lnTo>
                <a:moveTo>
                  <a:pt x="1717573" y="1133386"/>
                </a:moveTo>
                <a:lnTo>
                  <a:pt x="1727986" y="1172786"/>
                </a:lnTo>
                <a:moveTo>
                  <a:pt x="1546898" y="658526"/>
                </a:moveTo>
                <a:lnTo>
                  <a:pt x="1577577" y="595652"/>
                </a:lnTo>
                <a:moveTo>
                  <a:pt x="1953357" y="927629"/>
                </a:moveTo>
                <a:lnTo>
                  <a:pt x="1939657" y="900779"/>
                </a:lnTo>
                <a:moveTo>
                  <a:pt x="1984489" y="573063"/>
                </a:moveTo>
                <a:lnTo>
                  <a:pt x="1963243" y="584046"/>
                </a:lnTo>
                <a:moveTo>
                  <a:pt x="2312166" y="477067"/>
                </a:moveTo>
                <a:lnTo>
                  <a:pt x="2276164" y="456735"/>
                </a:lnTo>
                <a:moveTo>
                  <a:pt x="2324645" y="389134"/>
                </a:moveTo>
                <a:lnTo>
                  <a:pt x="2276164" y="456735"/>
                </a:lnTo>
                <a:moveTo>
                  <a:pt x="1153929" y="920909"/>
                </a:moveTo>
                <a:lnTo>
                  <a:pt x="1165979" y="896613"/>
                </a:lnTo>
                <a:moveTo>
                  <a:pt x="1487243" y="822415"/>
                </a:moveTo>
                <a:lnTo>
                  <a:pt x="1497920" y="756653"/>
                </a:lnTo>
                <a:moveTo>
                  <a:pt x="2163726" y="785506"/>
                </a:moveTo>
                <a:lnTo>
                  <a:pt x="2178755" y="720372"/>
                </a:lnTo>
                <a:moveTo>
                  <a:pt x="1623750" y="929712"/>
                </a:moveTo>
                <a:lnTo>
                  <a:pt x="1605556" y="944703"/>
                </a:lnTo>
                <a:moveTo>
                  <a:pt x="1467702" y="887278"/>
                </a:moveTo>
                <a:lnTo>
                  <a:pt x="1445248" y="854246"/>
                </a:lnTo>
                <a:moveTo>
                  <a:pt x="2146133" y="850270"/>
                </a:moveTo>
                <a:lnTo>
                  <a:pt x="2113302" y="816120"/>
                </a:lnTo>
                <a:moveTo>
                  <a:pt x="1919205" y="644991"/>
                </a:moveTo>
                <a:lnTo>
                  <a:pt x="1963243" y="584046"/>
                </a:lnTo>
                <a:moveTo>
                  <a:pt x="1117869" y="1209406"/>
                </a:moveTo>
                <a:lnTo>
                  <a:pt x="1041524" y="1177514"/>
                </a:lnTo>
                <a:moveTo>
                  <a:pt x="1919205" y="644991"/>
                </a:moveTo>
                <a:lnTo>
                  <a:pt x="1897305" y="658507"/>
                </a:lnTo>
                <a:moveTo>
                  <a:pt x="1204459" y="1021384"/>
                </a:moveTo>
                <a:lnTo>
                  <a:pt x="1202159" y="1058948"/>
                </a:lnTo>
                <a:moveTo>
                  <a:pt x="1997795" y="992622"/>
                </a:moveTo>
                <a:lnTo>
                  <a:pt x="2011344" y="964331"/>
                </a:lnTo>
                <a:moveTo>
                  <a:pt x="2105296" y="949573"/>
                </a:moveTo>
                <a:lnTo>
                  <a:pt x="2113621" y="883470"/>
                </a:lnTo>
                <a:moveTo>
                  <a:pt x="1933697" y="909080"/>
                </a:moveTo>
                <a:lnTo>
                  <a:pt x="1872467" y="836524"/>
                </a:lnTo>
                <a:moveTo>
                  <a:pt x="1172719" y="816247"/>
                </a:moveTo>
                <a:lnTo>
                  <a:pt x="1091981" y="835481"/>
                </a:lnTo>
                <a:moveTo>
                  <a:pt x="1546602" y="1003493"/>
                </a:moveTo>
                <a:lnTo>
                  <a:pt x="1533105" y="1034703"/>
                </a:lnTo>
                <a:moveTo>
                  <a:pt x="1581356" y="653085"/>
                </a:moveTo>
                <a:lnTo>
                  <a:pt x="1577577" y="595652"/>
                </a:lnTo>
                <a:moveTo>
                  <a:pt x="2086032" y="1014095"/>
                </a:moveTo>
                <a:lnTo>
                  <a:pt x="2089069" y="985125"/>
                </a:lnTo>
                <a:moveTo>
                  <a:pt x="1891117" y="666658"/>
                </a:moveTo>
                <a:lnTo>
                  <a:pt x="1897305" y="658507"/>
                </a:lnTo>
                <a:moveTo>
                  <a:pt x="2298196" y="538245"/>
                </a:moveTo>
                <a:lnTo>
                  <a:pt x="2312166" y="477067"/>
                </a:lnTo>
                <a:moveTo>
                  <a:pt x="1091981" y="835481"/>
                </a:moveTo>
                <a:lnTo>
                  <a:pt x="1003805" y="903129"/>
                </a:lnTo>
                <a:moveTo>
                  <a:pt x="1933697" y="909080"/>
                </a:moveTo>
                <a:lnTo>
                  <a:pt x="1939657" y="900779"/>
                </a:lnTo>
                <a:moveTo>
                  <a:pt x="1090470" y="839033"/>
                </a:moveTo>
                <a:lnTo>
                  <a:pt x="1091981" y="835481"/>
                </a:lnTo>
                <a:moveTo>
                  <a:pt x="1717573" y="1133386"/>
                </a:moveTo>
                <a:lnTo>
                  <a:pt x="1747334" y="1070380"/>
                </a:lnTo>
                <a:moveTo>
                  <a:pt x="2162895" y="612881"/>
                </a:moveTo>
                <a:lnTo>
                  <a:pt x="2147787" y="515357"/>
                </a:lnTo>
                <a:moveTo>
                  <a:pt x="2072440" y="501362"/>
                </a:moveTo>
                <a:lnTo>
                  <a:pt x="1984489" y="573063"/>
                </a:lnTo>
                <a:moveTo>
                  <a:pt x="1487243" y="822415"/>
                </a:moveTo>
                <a:lnTo>
                  <a:pt x="1481783" y="828095"/>
                </a:lnTo>
                <a:moveTo>
                  <a:pt x="2137001" y="676446"/>
                </a:moveTo>
                <a:lnTo>
                  <a:pt x="2178755" y="720372"/>
                </a:lnTo>
                <a:moveTo>
                  <a:pt x="1581356" y="653085"/>
                </a:moveTo>
                <a:lnTo>
                  <a:pt x="1595405" y="593324"/>
                </a:lnTo>
                <a:moveTo>
                  <a:pt x="1090470" y="839033"/>
                </a:moveTo>
                <a:lnTo>
                  <a:pt x="1003805" y="903129"/>
                </a:lnTo>
                <a:moveTo>
                  <a:pt x="1784325" y="854456"/>
                </a:moveTo>
                <a:lnTo>
                  <a:pt x="1796926" y="819053"/>
                </a:lnTo>
                <a:moveTo>
                  <a:pt x="2147787" y="515357"/>
                </a:moveTo>
                <a:lnTo>
                  <a:pt x="2072440" y="501362"/>
                </a:lnTo>
                <a:moveTo>
                  <a:pt x="1204459" y="1021384"/>
                </a:moveTo>
                <a:lnTo>
                  <a:pt x="1184586" y="951209"/>
                </a:lnTo>
                <a:moveTo>
                  <a:pt x="1165076" y="1188202"/>
                </a:moveTo>
                <a:lnTo>
                  <a:pt x="1117869" y="1209406"/>
                </a:lnTo>
                <a:moveTo>
                  <a:pt x="1153929" y="920909"/>
                </a:moveTo>
                <a:lnTo>
                  <a:pt x="1184586" y="951209"/>
                </a:lnTo>
                <a:moveTo>
                  <a:pt x="1527847" y="723079"/>
                </a:moveTo>
                <a:lnTo>
                  <a:pt x="1497920" y="756653"/>
                </a:lnTo>
                <a:moveTo>
                  <a:pt x="1701574" y="879633"/>
                </a:moveTo>
                <a:lnTo>
                  <a:pt x="1682086" y="888451"/>
                </a:lnTo>
                <a:moveTo>
                  <a:pt x="2312166" y="477067"/>
                </a:moveTo>
                <a:lnTo>
                  <a:pt x="2268504" y="522933"/>
                </a:lnTo>
                <a:moveTo>
                  <a:pt x="1859213" y="866664"/>
                </a:moveTo>
                <a:lnTo>
                  <a:pt x="1872467" y="836524"/>
                </a:lnTo>
                <a:moveTo>
                  <a:pt x="1933697" y="909080"/>
                </a:moveTo>
                <a:lnTo>
                  <a:pt x="1953357" y="927629"/>
                </a:lnTo>
                <a:moveTo>
                  <a:pt x="1859213" y="866664"/>
                </a:moveTo>
                <a:lnTo>
                  <a:pt x="1796926" y="819053"/>
                </a:lnTo>
                <a:moveTo>
                  <a:pt x="1758653" y="1024834"/>
                </a:moveTo>
                <a:lnTo>
                  <a:pt x="1763098" y="1052029"/>
                </a:lnTo>
                <a:moveTo>
                  <a:pt x="1656358" y="660900"/>
                </a:moveTo>
                <a:lnTo>
                  <a:pt x="1595405" y="593324"/>
                </a:lnTo>
                <a:moveTo>
                  <a:pt x="1204417" y="1112545"/>
                </a:moveTo>
                <a:lnTo>
                  <a:pt x="1196843" y="1125485"/>
                </a:lnTo>
                <a:moveTo>
                  <a:pt x="1546602" y="1003493"/>
                </a:moveTo>
                <a:lnTo>
                  <a:pt x="1605556" y="944703"/>
                </a:lnTo>
                <a:moveTo>
                  <a:pt x="2146133" y="850270"/>
                </a:moveTo>
                <a:lnTo>
                  <a:pt x="2113621" y="883470"/>
                </a:lnTo>
                <a:moveTo>
                  <a:pt x="1041524" y="1177514"/>
                </a:moveTo>
                <a:lnTo>
                  <a:pt x="1030927" y="1168827"/>
                </a:lnTo>
                <a:moveTo>
                  <a:pt x="1970438" y="632795"/>
                </a:moveTo>
                <a:lnTo>
                  <a:pt x="1963243" y="584046"/>
                </a:lnTo>
                <a:moveTo>
                  <a:pt x="1153929" y="920909"/>
                </a:moveTo>
                <a:lnTo>
                  <a:pt x="1091981" y="835481"/>
                </a:lnTo>
                <a:moveTo>
                  <a:pt x="1204459" y="1021384"/>
                </a:moveTo>
                <a:lnTo>
                  <a:pt x="1196843" y="1125485"/>
                </a:lnTo>
                <a:moveTo>
                  <a:pt x="982598" y="1031967"/>
                </a:moveTo>
                <a:lnTo>
                  <a:pt x="969390" y="987435"/>
                </a:lnTo>
                <a:moveTo>
                  <a:pt x="2134592" y="590450"/>
                </a:moveTo>
                <a:lnTo>
                  <a:pt x="2162895" y="612881"/>
                </a:lnTo>
                <a:moveTo>
                  <a:pt x="1919205" y="644991"/>
                </a:moveTo>
                <a:lnTo>
                  <a:pt x="1891117" y="666658"/>
                </a:lnTo>
                <a:moveTo>
                  <a:pt x="1758653" y="1024834"/>
                </a:moveTo>
                <a:lnTo>
                  <a:pt x="1747334" y="1070380"/>
                </a:lnTo>
                <a:moveTo>
                  <a:pt x="2134592" y="590450"/>
                </a:moveTo>
                <a:lnTo>
                  <a:pt x="2072440" y="501362"/>
                </a:lnTo>
                <a:moveTo>
                  <a:pt x="1165076" y="1188202"/>
                </a:moveTo>
                <a:lnTo>
                  <a:pt x="1196843" y="1125485"/>
                </a:lnTo>
                <a:moveTo>
                  <a:pt x="1581356" y="653085"/>
                </a:moveTo>
                <a:lnTo>
                  <a:pt x="1546898" y="658526"/>
                </a:lnTo>
                <a:moveTo>
                  <a:pt x="1997795" y="992622"/>
                </a:moveTo>
                <a:lnTo>
                  <a:pt x="1953357" y="927629"/>
                </a:lnTo>
                <a:moveTo>
                  <a:pt x="2137001" y="676446"/>
                </a:moveTo>
                <a:lnTo>
                  <a:pt x="2162895" y="612881"/>
                </a:lnTo>
                <a:moveTo>
                  <a:pt x="1106519" y="1227630"/>
                </a:moveTo>
                <a:lnTo>
                  <a:pt x="1117869" y="1209406"/>
                </a:lnTo>
                <a:moveTo>
                  <a:pt x="1153929" y="920909"/>
                </a:moveTo>
                <a:lnTo>
                  <a:pt x="1090470" y="839033"/>
                </a:lnTo>
                <a:moveTo>
                  <a:pt x="2134592" y="590450"/>
                </a:moveTo>
                <a:lnTo>
                  <a:pt x="2147787" y="515357"/>
                </a:lnTo>
                <a:moveTo>
                  <a:pt x="1810951" y="679542"/>
                </a:moveTo>
                <a:lnTo>
                  <a:pt x="1738622" y="655171"/>
                </a:lnTo>
                <a:moveTo>
                  <a:pt x="1750846" y="1032991"/>
                </a:moveTo>
                <a:lnTo>
                  <a:pt x="1747334" y="1070380"/>
                </a:lnTo>
                <a:moveTo>
                  <a:pt x="1701574" y="879633"/>
                </a:moveTo>
                <a:lnTo>
                  <a:pt x="1623750" y="929712"/>
                </a:lnTo>
                <a:moveTo>
                  <a:pt x="1784325" y="854456"/>
                </a:moveTo>
                <a:lnTo>
                  <a:pt x="1708054" y="874223"/>
                </a:lnTo>
                <a:moveTo>
                  <a:pt x="1036804" y="1190830"/>
                </a:moveTo>
                <a:lnTo>
                  <a:pt x="1041524" y="1177514"/>
                </a:lnTo>
                <a:moveTo>
                  <a:pt x="1033861" y="891545"/>
                </a:moveTo>
                <a:lnTo>
                  <a:pt x="1003805" y="903129"/>
                </a:lnTo>
                <a:moveTo>
                  <a:pt x="2268504" y="522933"/>
                </a:moveTo>
                <a:lnTo>
                  <a:pt x="2276164" y="456735"/>
                </a:lnTo>
                <a:moveTo>
                  <a:pt x="1090470" y="839033"/>
                </a:moveTo>
                <a:lnTo>
                  <a:pt x="1033861" y="891545"/>
                </a:lnTo>
                <a:moveTo>
                  <a:pt x="1765693" y="862630"/>
                </a:moveTo>
                <a:lnTo>
                  <a:pt x="1708054" y="874223"/>
                </a:lnTo>
                <a:moveTo>
                  <a:pt x="990007" y="967400"/>
                </a:moveTo>
                <a:lnTo>
                  <a:pt x="969390" y="987435"/>
                </a:lnTo>
                <a:moveTo>
                  <a:pt x="1467702" y="887278"/>
                </a:moveTo>
                <a:lnTo>
                  <a:pt x="1481783" y="828095"/>
                </a:lnTo>
                <a:moveTo>
                  <a:pt x="2118863" y="741131"/>
                </a:moveTo>
                <a:lnTo>
                  <a:pt x="2178755" y="720372"/>
                </a:lnTo>
                <a:moveTo>
                  <a:pt x="990007" y="967400"/>
                </a:moveTo>
                <a:lnTo>
                  <a:pt x="1003805" y="903129"/>
                </a:lnTo>
                <a:moveTo>
                  <a:pt x="1891117" y="666658"/>
                </a:moveTo>
                <a:lnTo>
                  <a:pt x="1810951" y="679542"/>
                </a:lnTo>
                <a:moveTo>
                  <a:pt x="1527847" y="723079"/>
                </a:moveTo>
                <a:lnTo>
                  <a:pt x="1546898" y="658526"/>
                </a:lnTo>
                <a:moveTo>
                  <a:pt x="2072369" y="1033197"/>
                </a:moveTo>
                <a:lnTo>
                  <a:pt x="1997795" y="992622"/>
                </a:lnTo>
                <a:moveTo>
                  <a:pt x="1036804" y="1190830"/>
                </a:moveTo>
                <a:lnTo>
                  <a:pt x="1030927" y="1168827"/>
                </a:lnTo>
                <a:moveTo>
                  <a:pt x="1701574" y="879633"/>
                </a:moveTo>
                <a:lnTo>
                  <a:pt x="1708054" y="874223"/>
                </a:lnTo>
                <a:moveTo>
                  <a:pt x="1731830" y="677142"/>
                </a:moveTo>
                <a:lnTo>
                  <a:pt x="1738622" y="655171"/>
                </a:lnTo>
                <a:moveTo>
                  <a:pt x="1618317" y="907216"/>
                </a:moveTo>
                <a:lnTo>
                  <a:pt x="1623750" y="929712"/>
                </a:lnTo>
                <a:moveTo>
                  <a:pt x="1204417" y="1112545"/>
                </a:moveTo>
                <a:lnTo>
                  <a:pt x="1204459" y="1021384"/>
                </a:lnTo>
                <a:moveTo>
                  <a:pt x="1120252" y="904022"/>
                </a:moveTo>
                <a:lnTo>
                  <a:pt x="1090470" y="839033"/>
                </a:lnTo>
                <a:moveTo>
                  <a:pt x="2058433" y="561877"/>
                </a:moveTo>
                <a:lnTo>
                  <a:pt x="1984489" y="573063"/>
                </a:lnTo>
                <a:moveTo>
                  <a:pt x="1970438" y="632795"/>
                </a:moveTo>
                <a:lnTo>
                  <a:pt x="1984489" y="573063"/>
                </a:lnTo>
                <a:moveTo>
                  <a:pt x="1529509" y="790624"/>
                </a:moveTo>
                <a:lnTo>
                  <a:pt x="1497920" y="756653"/>
                </a:lnTo>
                <a:moveTo>
                  <a:pt x="2058433" y="561877"/>
                </a:moveTo>
                <a:lnTo>
                  <a:pt x="2072440" y="501362"/>
                </a:lnTo>
                <a:moveTo>
                  <a:pt x="1487243" y="822415"/>
                </a:moveTo>
                <a:lnTo>
                  <a:pt x="1467702" y="887278"/>
                </a:lnTo>
                <a:moveTo>
                  <a:pt x="1469379" y="887140"/>
                </a:moveTo>
                <a:lnTo>
                  <a:pt x="1487243" y="822415"/>
                </a:lnTo>
                <a:moveTo>
                  <a:pt x="2072369" y="1033197"/>
                </a:moveTo>
                <a:lnTo>
                  <a:pt x="2025364" y="1005333"/>
                </a:lnTo>
                <a:moveTo>
                  <a:pt x="2146133" y="850270"/>
                </a:moveTo>
                <a:lnTo>
                  <a:pt x="2163726" y="785506"/>
                </a:lnTo>
                <a:moveTo>
                  <a:pt x="1997795" y="992622"/>
                </a:moveTo>
                <a:lnTo>
                  <a:pt x="1933697" y="909080"/>
                </a:lnTo>
                <a:moveTo>
                  <a:pt x="1618317" y="907216"/>
                </a:moveTo>
                <a:lnTo>
                  <a:pt x="1605556" y="944703"/>
                </a:lnTo>
                <a:moveTo>
                  <a:pt x="1613916" y="908014"/>
                </a:moveTo>
                <a:lnTo>
                  <a:pt x="1605556" y="944703"/>
                </a:lnTo>
                <a:moveTo>
                  <a:pt x="1970438" y="632795"/>
                </a:moveTo>
                <a:lnTo>
                  <a:pt x="1919205" y="644991"/>
                </a:lnTo>
                <a:moveTo>
                  <a:pt x="2119831" y="913776"/>
                </a:moveTo>
                <a:lnTo>
                  <a:pt x="2113621" y="883470"/>
                </a:lnTo>
                <a:moveTo>
                  <a:pt x="2298196" y="538245"/>
                </a:moveTo>
                <a:lnTo>
                  <a:pt x="2268504" y="522933"/>
                </a:lnTo>
                <a:moveTo>
                  <a:pt x="1106519" y="1227630"/>
                </a:moveTo>
                <a:lnTo>
                  <a:pt x="1041524" y="1177514"/>
                </a:lnTo>
                <a:moveTo>
                  <a:pt x="2137001" y="676446"/>
                </a:moveTo>
                <a:lnTo>
                  <a:pt x="2134592" y="590450"/>
                </a:lnTo>
                <a:moveTo>
                  <a:pt x="2086032" y="1014095"/>
                </a:moveTo>
                <a:lnTo>
                  <a:pt x="2072369" y="1033197"/>
                </a:lnTo>
                <a:moveTo>
                  <a:pt x="2086032" y="1014095"/>
                </a:moveTo>
                <a:lnTo>
                  <a:pt x="2105296" y="949573"/>
                </a:lnTo>
                <a:moveTo>
                  <a:pt x="1810951" y="679542"/>
                </a:moveTo>
                <a:lnTo>
                  <a:pt x="1731830" y="677142"/>
                </a:lnTo>
                <a:moveTo>
                  <a:pt x="988495" y="1057498"/>
                </a:moveTo>
                <a:lnTo>
                  <a:pt x="982598" y="1031967"/>
                </a:lnTo>
                <a:moveTo>
                  <a:pt x="982598" y="1031967"/>
                </a:moveTo>
                <a:lnTo>
                  <a:pt x="990007" y="967400"/>
                </a:lnTo>
                <a:moveTo>
                  <a:pt x="1656358" y="660900"/>
                </a:moveTo>
                <a:lnTo>
                  <a:pt x="1581356" y="653085"/>
                </a:lnTo>
                <a:moveTo>
                  <a:pt x="1703998" y="1093530"/>
                </a:moveTo>
                <a:lnTo>
                  <a:pt x="1747334" y="1070380"/>
                </a:lnTo>
                <a:moveTo>
                  <a:pt x="1933697" y="909080"/>
                </a:moveTo>
                <a:lnTo>
                  <a:pt x="1859213" y="866664"/>
                </a:lnTo>
                <a:moveTo>
                  <a:pt x="1891117" y="666658"/>
                </a:moveTo>
                <a:lnTo>
                  <a:pt x="1807033" y="688562"/>
                </a:lnTo>
                <a:moveTo>
                  <a:pt x="1190312" y="1171316"/>
                </a:moveTo>
                <a:lnTo>
                  <a:pt x="1196843" y="1125485"/>
                </a:lnTo>
                <a:moveTo>
                  <a:pt x="1209647" y="1057250"/>
                </a:moveTo>
                <a:lnTo>
                  <a:pt x="1204417" y="1112545"/>
                </a:lnTo>
                <a:moveTo>
                  <a:pt x="1153929" y="920909"/>
                </a:moveTo>
                <a:lnTo>
                  <a:pt x="1120252" y="904022"/>
                </a:lnTo>
                <a:moveTo>
                  <a:pt x="1077238" y="882792"/>
                </a:moveTo>
                <a:lnTo>
                  <a:pt x="1090470" y="839033"/>
                </a:lnTo>
                <a:moveTo>
                  <a:pt x="2121438" y="666267"/>
                </a:moveTo>
                <a:lnTo>
                  <a:pt x="2134592" y="590450"/>
                </a:lnTo>
                <a:moveTo>
                  <a:pt x="1807033" y="688562"/>
                </a:moveTo>
                <a:lnTo>
                  <a:pt x="1810951" y="679542"/>
                </a:lnTo>
                <a:moveTo>
                  <a:pt x="2045176" y="635851"/>
                </a:moveTo>
                <a:lnTo>
                  <a:pt x="1984489" y="573063"/>
                </a:lnTo>
                <a:moveTo>
                  <a:pt x="1164465" y="977712"/>
                </a:moveTo>
                <a:lnTo>
                  <a:pt x="1184586" y="951209"/>
                </a:lnTo>
                <a:moveTo>
                  <a:pt x="1209647" y="1057250"/>
                </a:moveTo>
                <a:lnTo>
                  <a:pt x="1204459" y="1021384"/>
                </a:lnTo>
                <a:moveTo>
                  <a:pt x="2134592" y="590450"/>
                </a:moveTo>
                <a:lnTo>
                  <a:pt x="2058433" y="561877"/>
                </a:lnTo>
                <a:moveTo>
                  <a:pt x="1033861" y="891545"/>
                </a:moveTo>
                <a:lnTo>
                  <a:pt x="990007" y="967400"/>
                </a:lnTo>
                <a:moveTo>
                  <a:pt x="1933697" y="909080"/>
                </a:moveTo>
                <a:lnTo>
                  <a:pt x="1885528" y="879937"/>
                </a:lnTo>
                <a:moveTo>
                  <a:pt x="1784325" y="854456"/>
                </a:moveTo>
                <a:lnTo>
                  <a:pt x="1765693" y="862630"/>
                </a:lnTo>
                <a:moveTo>
                  <a:pt x="2025364" y="1005333"/>
                </a:moveTo>
                <a:lnTo>
                  <a:pt x="1997795" y="992622"/>
                </a:lnTo>
                <a:moveTo>
                  <a:pt x="2121438" y="666267"/>
                </a:moveTo>
                <a:lnTo>
                  <a:pt x="2137001" y="676446"/>
                </a:lnTo>
                <a:moveTo>
                  <a:pt x="2118863" y="741131"/>
                </a:moveTo>
                <a:lnTo>
                  <a:pt x="2163726" y="785506"/>
                </a:lnTo>
                <a:moveTo>
                  <a:pt x="1731830" y="677142"/>
                </a:moveTo>
                <a:lnTo>
                  <a:pt x="1656358" y="660900"/>
                </a:lnTo>
                <a:moveTo>
                  <a:pt x="1881680" y="690003"/>
                </a:moveTo>
                <a:lnTo>
                  <a:pt x="1919205" y="644991"/>
                </a:lnTo>
                <a:moveTo>
                  <a:pt x="1859213" y="866664"/>
                </a:moveTo>
                <a:lnTo>
                  <a:pt x="1784325" y="854456"/>
                </a:lnTo>
                <a:moveTo>
                  <a:pt x="1106519" y="1227630"/>
                </a:moveTo>
                <a:lnTo>
                  <a:pt x="1036804" y="1190830"/>
                </a:lnTo>
                <a:moveTo>
                  <a:pt x="1567029" y="707874"/>
                </a:moveTo>
                <a:lnTo>
                  <a:pt x="1546898" y="658526"/>
                </a:lnTo>
                <a:moveTo>
                  <a:pt x="1165076" y="1188202"/>
                </a:moveTo>
                <a:lnTo>
                  <a:pt x="1106519" y="1227630"/>
                </a:lnTo>
                <a:moveTo>
                  <a:pt x="1807033" y="688562"/>
                </a:moveTo>
                <a:lnTo>
                  <a:pt x="1731830" y="677142"/>
                </a:lnTo>
                <a:moveTo>
                  <a:pt x="1529509" y="790624"/>
                </a:moveTo>
                <a:lnTo>
                  <a:pt x="1487243" y="822415"/>
                </a:lnTo>
                <a:moveTo>
                  <a:pt x="1613916" y="908014"/>
                </a:moveTo>
                <a:lnTo>
                  <a:pt x="1546602" y="1003493"/>
                </a:lnTo>
                <a:moveTo>
                  <a:pt x="1765693" y="862630"/>
                </a:moveTo>
                <a:lnTo>
                  <a:pt x="1701574" y="879633"/>
                </a:lnTo>
                <a:moveTo>
                  <a:pt x="1469379" y="887140"/>
                </a:moveTo>
                <a:lnTo>
                  <a:pt x="1467702" y="887278"/>
                </a:lnTo>
                <a:moveTo>
                  <a:pt x="1929205" y="902146"/>
                </a:moveTo>
                <a:lnTo>
                  <a:pt x="1933697" y="909080"/>
                </a:lnTo>
                <a:moveTo>
                  <a:pt x="1225361" y="1091708"/>
                </a:moveTo>
                <a:lnTo>
                  <a:pt x="1204417" y="1112545"/>
                </a:lnTo>
                <a:moveTo>
                  <a:pt x="1147299" y="937098"/>
                </a:moveTo>
                <a:lnTo>
                  <a:pt x="1153929" y="920909"/>
                </a:lnTo>
                <a:moveTo>
                  <a:pt x="1466972" y="890260"/>
                </a:moveTo>
                <a:lnTo>
                  <a:pt x="1467702" y="887278"/>
                </a:lnTo>
                <a:moveTo>
                  <a:pt x="1881680" y="690003"/>
                </a:moveTo>
                <a:lnTo>
                  <a:pt x="1891117" y="666658"/>
                </a:lnTo>
                <a:moveTo>
                  <a:pt x="1466972" y="890260"/>
                </a:moveTo>
                <a:lnTo>
                  <a:pt x="1469379" y="887140"/>
                </a:lnTo>
                <a:moveTo>
                  <a:pt x="2121438" y="666267"/>
                </a:moveTo>
                <a:lnTo>
                  <a:pt x="2058433" y="561877"/>
                </a:lnTo>
                <a:moveTo>
                  <a:pt x="1190312" y="1171316"/>
                </a:moveTo>
                <a:lnTo>
                  <a:pt x="1204417" y="1112545"/>
                </a:lnTo>
                <a:moveTo>
                  <a:pt x="1007959" y="955109"/>
                </a:moveTo>
                <a:lnTo>
                  <a:pt x="982598" y="1031967"/>
                </a:lnTo>
                <a:moveTo>
                  <a:pt x="2119831" y="913776"/>
                </a:moveTo>
                <a:lnTo>
                  <a:pt x="2105296" y="949573"/>
                </a:lnTo>
                <a:moveTo>
                  <a:pt x="2057499" y="1078241"/>
                </a:moveTo>
                <a:lnTo>
                  <a:pt x="2072369" y="1033197"/>
                </a:lnTo>
                <a:moveTo>
                  <a:pt x="1758653" y="1024834"/>
                </a:moveTo>
                <a:lnTo>
                  <a:pt x="1750846" y="1032991"/>
                </a:lnTo>
                <a:moveTo>
                  <a:pt x="2072369" y="1033197"/>
                </a:moveTo>
                <a:lnTo>
                  <a:pt x="2055242" y="1076953"/>
                </a:lnTo>
                <a:moveTo>
                  <a:pt x="2229288" y="479373"/>
                </a:moveTo>
                <a:lnTo>
                  <a:pt x="2276164" y="456735"/>
                </a:lnTo>
                <a:moveTo>
                  <a:pt x="1077238" y="882792"/>
                </a:moveTo>
                <a:lnTo>
                  <a:pt x="1033861" y="891545"/>
                </a:lnTo>
                <a:moveTo>
                  <a:pt x="1022007" y="1129643"/>
                </a:moveTo>
                <a:lnTo>
                  <a:pt x="1030927" y="1168827"/>
                </a:lnTo>
                <a:moveTo>
                  <a:pt x="1885528" y="879937"/>
                </a:moveTo>
                <a:lnTo>
                  <a:pt x="1859213" y="866664"/>
                </a:lnTo>
                <a:moveTo>
                  <a:pt x="1703998" y="1093530"/>
                </a:moveTo>
                <a:lnTo>
                  <a:pt x="1717573" y="1133386"/>
                </a:lnTo>
                <a:moveTo>
                  <a:pt x="1007959" y="955109"/>
                </a:moveTo>
                <a:lnTo>
                  <a:pt x="1033861" y="891545"/>
                </a:lnTo>
                <a:moveTo>
                  <a:pt x="1997795" y="992622"/>
                </a:moveTo>
                <a:lnTo>
                  <a:pt x="1929205" y="902146"/>
                </a:lnTo>
                <a:moveTo>
                  <a:pt x="2118863" y="741131"/>
                </a:moveTo>
                <a:lnTo>
                  <a:pt x="2137001" y="676446"/>
                </a:lnTo>
                <a:moveTo>
                  <a:pt x="1190312" y="1171316"/>
                </a:moveTo>
                <a:lnTo>
                  <a:pt x="1165076" y="1188202"/>
                </a:lnTo>
                <a:moveTo>
                  <a:pt x="1147299" y="937098"/>
                </a:moveTo>
                <a:lnTo>
                  <a:pt x="1120252" y="904022"/>
                </a:lnTo>
                <a:moveTo>
                  <a:pt x="1567029" y="707874"/>
                </a:moveTo>
                <a:lnTo>
                  <a:pt x="1581356" y="653085"/>
                </a:lnTo>
                <a:moveTo>
                  <a:pt x="1077238" y="882792"/>
                </a:moveTo>
                <a:lnTo>
                  <a:pt x="1120252" y="904022"/>
                </a:lnTo>
                <a:moveTo>
                  <a:pt x="1007959" y="955109"/>
                </a:moveTo>
                <a:lnTo>
                  <a:pt x="988495" y="1057498"/>
                </a:lnTo>
                <a:moveTo>
                  <a:pt x="1756328" y="1026131"/>
                </a:moveTo>
                <a:lnTo>
                  <a:pt x="1758653" y="1024834"/>
                </a:lnTo>
                <a:moveTo>
                  <a:pt x="1701574" y="879633"/>
                </a:moveTo>
                <a:lnTo>
                  <a:pt x="1618317" y="907216"/>
                </a:lnTo>
                <a:moveTo>
                  <a:pt x="1007959" y="955109"/>
                </a:moveTo>
                <a:lnTo>
                  <a:pt x="990007" y="967400"/>
                </a:lnTo>
                <a:moveTo>
                  <a:pt x="1531259" y="952866"/>
                </a:moveTo>
                <a:lnTo>
                  <a:pt x="1546602" y="1003493"/>
                </a:lnTo>
                <a:moveTo>
                  <a:pt x="1036804" y="1190830"/>
                </a:moveTo>
                <a:lnTo>
                  <a:pt x="1022007" y="1129643"/>
                </a:lnTo>
                <a:moveTo>
                  <a:pt x="1164465" y="977712"/>
                </a:moveTo>
                <a:lnTo>
                  <a:pt x="1204459" y="1021384"/>
                </a:lnTo>
                <a:moveTo>
                  <a:pt x="1225361" y="1091708"/>
                </a:moveTo>
                <a:lnTo>
                  <a:pt x="1209647" y="1057250"/>
                </a:lnTo>
                <a:moveTo>
                  <a:pt x="1164465" y="977712"/>
                </a:moveTo>
                <a:lnTo>
                  <a:pt x="1153929" y="920909"/>
                </a:lnTo>
                <a:moveTo>
                  <a:pt x="1756328" y="1026131"/>
                </a:moveTo>
                <a:lnTo>
                  <a:pt x="1750846" y="1032991"/>
                </a:lnTo>
                <a:moveTo>
                  <a:pt x="2118863" y="741131"/>
                </a:moveTo>
                <a:lnTo>
                  <a:pt x="2121438" y="666267"/>
                </a:lnTo>
                <a:moveTo>
                  <a:pt x="2118863" y="741131"/>
                </a:moveTo>
                <a:lnTo>
                  <a:pt x="2146133" y="850270"/>
                </a:lnTo>
                <a:moveTo>
                  <a:pt x="2121438" y="666267"/>
                </a:moveTo>
                <a:lnTo>
                  <a:pt x="2045176" y="635851"/>
                </a:lnTo>
                <a:moveTo>
                  <a:pt x="2074344" y="435379"/>
                </a:moveTo>
                <a:lnTo>
                  <a:pt x="2070988" y="475312"/>
                </a:lnTo>
                <a:moveTo>
                  <a:pt x="2045176" y="635851"/>
                </a:moveTo>
                <a:lnTo>
                  <a:pt x="2058433" y="561877"/>
                </a:lnTo>
                <a:moveTo>
                  <a:pt x="2045176" y="635851"/>
                </a:moveTo>
                <a:lnTo>
                  <a:pt x="1970438" y="632795"/>
                </a:lnTo>
                <a:moveTo>
                  <a:pt x="1881680" y="690003"/>
                </a:moveTo>
                <a:lnTo>
                  <a:pt x="1807033" y="688562"/>
                </a:lnTo>
                <a:moveTo>
                  <a:pt x="1529509" y="790624"/>
                </a:moveTo>
                <a:lnTo>
                  <a:pt x="1527847" y="723079"/>
                </a:lnTo>
                <a:moveTo>
                  <a:pt x="1970438" y="632795"/>
                </a:moveTo>
                <a:lnTo>
                  <a:pt x="1881680" y="690003"/>
                </a:lnTo>
                <a:moveTo>
                  <a:pt x="1022007" y="1129643"/>
                </a:moveTo>
                <a:lnTo>
                  <a:pt x="988495" y="1057498"/>
                </a:lnTo>
                <a:moveTo>
                  <a:pt x="1567029" y="707874"/>
                </a:moveTo>
                <a:lnTo>
                  <a:pt x="1527847" y="723079"/>
                </a:lnTo>
                <a:moveTo>
                  <a:pt x="2107878" y="734809"/>
                </a:moveTo>
                <a:lnTo>
                  <a:pt x="2121438" y="666267"/>
                </a:lnTo>
                <a:moveTo>
                  <a:pt x="1929205" y="902146"/>
                </a:moveTo>
                <a:lnTo>
                  <a:pt x="1885528" y="879937"/>
                </a:lnTo>
                <a:moveTo>
                  <a:pt x="1618317" y="907216"/>
                </a:moveTo>
                <a:lnTo>
                  <a:pt x="1613916" y="908014"/>
                </a:lnTo>
                <a:moveTo>
                  <a:pt x="2070988" y="475312"/>
                </a:moveTo>
                <a:lnTo>
                  <a:pt x="2033065" y="451034"/>
                </a:lnTo>
                <a:moveTo>
                  <a:pt x="1529509" y="790624"/>
                </a:moveTo>
                <a:lnTo>
                  <a:pt x="1469379" y="887140"/>
                </a:lnTo>
                <a:moveTo>
                  <a:pt x="2119831" y="913776"/>
                </a:moveTo>
                <a:lnTo>
                  <a:pt x="2146133" y="850270"/>
                </a:lnTo>
                <a:moveTo>
                  <a:pt x="1034209" y="1154841"/>
                </a:moveTo>
                <a:lnTo>
                  <a:pt x="1036804" y="1190830"/>
                </a:lnTo>
                <a:moveTo>
                  <a:pt x="1780523" y="836582"/>
                </a:moveTo>
                <a:lnTo>
                  <a:pt x="1784325" y="854456"/>
                </a:lnTo>
                <a:moveTo>
                  <a:pt x="2055242" y="1076953"/>
                </a:moveTo>
                <a:lnTo>
                  <a:pt x="2025364" y="1005333"/>
                </a:lnTo>
                <a:moveTo>
                  <a:pt x="1147299" y="937098"/>
                </a:moveTo>
                <a:lnTo>
                  <a:pt x="1077238" y="882792"/>
                </a:lnTo>
                <a:moveTo>
                  <a:pt x="1641721" y="710111"/>
                </a:moveTo>
                <a:lnTo>
                  <a:pt x="1581356" y="653085"/>
                </a:lnTo>
                <a:moveTo>
                  <a:pt x="1780523" y="836582"/>
                </a:moveTo>
                <a:lnTo>
                  <a:pt x="1765693" y="862630"/>
                </a:lnTo>
                <a:moveTo>
                  <a:pt x="2110491" y="979732"/>
                </a:moveTo>
                <a:lnTo>
                  <a:pt x="2105296" y="949573"/>
                </a:lnTo>
                <a:moveTo>
                  <a:pt x="1996602" y="949966"/>
                </a:moveTo>
                <a:lnTo>
                  <a:pt x="1997795" y="992622"/>
                </a:lnTo>
                <a:moveTo>
                  <a:pt x="2145226" y="469412"/>
                </a:moveTo>
                <a:lnTo>
                  <a:pt x="2070988" y="475312"/>
                </a:lnTo>
                <a:moveTo>
                  <a:pt x="1703998" y="1093530"/>
                </a:moveTo>
                <a:lnTo>
                  <a:pt x="1750846" y="1032991"/>
                </a:lnTo>
                <a:moveTo>
                  <a:pt x="2086032" y="1014095"/>
                </a:moveTo>
                <a:lnTo>
                  <a:pt x="2057499" y="1078241"/>
                </a:lnTo>
                <a:moveTo>
                  <a:pt x="1209647" y="1057250"/>
                </a:moveTo>
                <a:lnTo>
                  <a:pt x="1164465" y="977712"/>
                </a:lnTo>
                <a:moveTo>
                  <a:pt x="2060740" y="1077747"/>
                </a:moveTo>
                <a:lnTo>
                  <a:pt x="2086032" y="1014095"/>
                </a:lnTo>
                <a:moveTo>
                  <a:pt x="2229288" y="479373"/>
                </a:moveTo>
                <a:lnTo>
                  <a:pt x="2268504" y="522933"/>
                </a:lnTo>
                <a:moveTo>
                  <a:pt x="1225361" y="1091708"/>
                </a:moveTo>
                <a:lnTo>
                  <a:pt x="1190312" y="1171316"/>
                </a:lnTo>
                <a:moveTo>
                  <a:pt x="1931379" y="867476"/>
                </a:moveTo>
                <a:lnTo>
                  <a:pt x="1859213" y="866664"/>
                </a:lnTo>
                <a:moveTo>
                  <a:pt x="1541476" y="873059"/>
                </a:moveTo>
                <a:lnTo>
                  <a:pt x="1469379" y="887140"/>
                </a:lnTo>
                <a:moveTo>
                  <a:pt x="2023830" y="967216"/>
                </a:moveTo>
                <a:lnTo>
                  <a:pt x="1997795" y="992622"/>
                </a:lnTo>
                <a:moveTo>
                  <a:pt x="1858579" y="821351"/>
                </a:moveTo>
                <a:lnTo>
                  <a:pt x="1784325" y="854456"/>
                </a:lnTo>
                <a:moveTo>
                  <a:pt x="2074344" y="435379"/>
                </a:moveTo>
                <a:lnTo>
                  <a:pt x="2033065" y="451034"/>
                </a:lnTo>
                <a:moveTo>
                  <a:pt x="1641721" y="710111"/>
                </a:moveTo>
                <a:lnTo>
                  <a:pt x="1656358" y="660900"/>
                </a:lnTo>
                <a:moveTo>
                  <a:pt x="1956326" y="691412"/>
                </a:moveTo>
                <a:lnTo>
                  <a:pt x="1970438" y="632795"/>
                </a:lnTo>
                <a:moveTo>
                  <a:pt x="2056821" y="532968"/>
                </a:moveTo>
                <a:lnTo>
                  <a:pt x="2070988" y="475312"/>
                </a:lnTo>
                <a:moveTo>
                  <a:pt x="1613916" y="908014"/>
                </a:moveTo>
                <a:lnTo>
                  <a:pt x="1531259" y="952866"/>
                </a:lnTo>
                <a:moveTo>
                  <a:pt x="2118863" y="741131"/>
                </a:moveTo>
                <a:lnTo>
                  <a:pt x="2107878" y="734809"/>
                </a:lnTo>
                <a:moveTo>
                  <a:pt x="1717097" y="724640"/>
                </a:moveTo>
                <a:lnTo>
                  <a:pt x="1731830" y="677142"/>
                </a:lnTo>
                <a:moveTo>
                  <a:pt x="1931379" y="867476"/>
                </a:moveTo>
                <a:lnTo>
                  <a:pt x="1885528" y="879937"/>
                </a:lnTo>
                <a:moveTo>
                  <a:pt x="2107878" y="734809"/>
                </a:moveTo>
                <a:lnTo>
                  <a:pt x="2045176" y="635851"/>
                </a:lnTo>
                <a:moveTo>
                  <a:pt x="1717097" y="724640"/>
                </a:moveTo>
                <a:lnTo>
                  <a:pt x="1656358" y="660900"/>
                </a:lnTo>
                <a:moveTo>
                  <a:pt x="1014726" y="1023391"/>
                </a:moveTo>
                <a:lnTo>
                  <a:pt x="988495" y="1057498"/>
                </a:lnTo>
                <a:moveTo>
                  <a:pt x="1106519" y="1227630"/>
                </a:moveTo>
                <a:lnTo>
                  <a:pt x="1034209" y="1154841"/>
                </a:lnTo>
                <a:moveTo>
                  <a:pt x="1792430" y="738381"/>
                </a:moveTo>
                <a:lnTo>
                  <a:pt x="1731830" y="677142"/>
                </a:lnTo>
                <a:moveTo>
                  <a:pt x="1779209" y="830454"/>
                </a:moveTo>
                <a:lnTo>
                  <a:pt x="1765693" y="862630"/>
                </a:lnTo>
                <a:moveTo>
                  <a:pt x="1164465" y="977712"/>
                </a:moveTo>
                <a:lnTo>
                  <a:pt x="1147299" y="937098"/>
                </a:lnTo>
                <a:moveTo>
                  <a:pt x="2094561" y="804160"/>
                </a:moveTo>
                <a:lnTo>
                  <a:pt x="2146133" y="850270"/>
                </a:lnTo>
                <a:moveTo>
                  <a:pt x="2094409" y="804990"/>
                </a:moveTo>
                <a:lnTo>
                  <a:pt x="2146133" y="850270"/>
                </a:lnTo>
                <a:moveTo>
                  <a:pt x="2023830" y="967216"/>
                </a:moveTo>
                <a:lnTo>
                  <a:pt x="2025364" y="1005333"/>
                </a:lnTo>
                <a:moveTo>
                  <a:pt x="2031562" y="703433"/>
                </a:moveTo>
                <a:lnTo>
                  <a:pt x="1970438" y="632795"/>
                </a:lnTo>
                <a:moveTo>
                  <a:pt x="1858579" y="821351"/>
                </a:moveTo>
                <a:lnTo>
                  <a:pt x="1859213" y="866664"/>
                </a:lnTo>
                <a:moveTo>
                  <a:pt x="1182077" y="1188322"/>
                </a:moveTo>
                <a:lnTo>
                  <a:pt x="1165076" y="1188202"/>
                </a:lnTo>
                <a:moveTo>
                  <a:pt x="1062918" y="937699"/>
                </a:moveTo>
                <a:lnTo>
                  <a:pt x="1033861" y="891545"/>
                </a:lnTo>
                <a:moveTo>
                  <a:pt x="2145226" y="469412"/>
                </a:moveTo>
                <a:lnTo>
                  <a:pt x="2074344" y="435379"/>
                </a:lnTo>
                <a:moveTo>
                  <a:pt x="2145894" y="463455"/>
                </a:moveTo>
                <a:lnTo>
                  <a:pt x="2074344" y="435379"/>
                </a:lnTo>
                <a:moveTo>
                  <a:pt x="1613916" y="908014"/>
                </a:moveTo>
                <a:lnTo>
                  <a:pt x="1541476" y="873059"/>
                </a:lnTo>
                <a:moveTo>
                  <a:pt x="1792430" y="738381"/>
                </a:moveTo>
                <a:lnTo>
                  <a:pt x="1807033" y="688562"/>
                </a:lnTo>
                <a:moveTo>
                  <a:pt x="1779209" y="830454"/>
                </a:moveTo>
                <a:lnTo>
                  <a:pt x="1701574" y="879633"/>
                </a:lnTo>
                <a:moveTo>
                  <a:pt x="1929205" y="902146"/>
                </a:moveTo>
                <a:lnTo>
                  <a:pt x="1931379" y="867476"/>
                </a:lnTo>
                <a:moveTo>
                  <a:pt x="1933390" y="833920"/>
                </a:moveTo>
                <a:lnTo>
                  <a:pt x="1859213" y="866664"/>
                </a:lnTo>
                <a:moveTo>
                  <a:pt x="2070988" y="475312"/>
                </a:moveTo>
                <a:lnTo>
                  <a:pt x="2049390" y="520696"/>
                </a:lnTo>
                <a:moveTo>
                  <a:pt x="2290329" y="938400"/>
                </a:moveTo>
                <a:lnTo>
                  <a:pt x="2313631" y="874461"/>
                </a:lnTo>
                <a:moveTo>
                  <a:pt x="1553073" y="769302"/>
                </a:moveTo>
                <a:lnTo>
                  <a:pt x="1527847" y="723079"/>
                </a:lnTo>
                <a:moveTo>
                  <a:pt x="1996602" y="949966"/>
                </a:moveTo>
                <a:lnTo>
                  <a:pt x="1929205" y="902146"/>
                </a:lnTo>
                <a:moveTo>
                  <a:pt x="1618317" y="907216"/>
                </a:moveTo>
                <a:lnTo>
                  <a:pt x="1545516" y="836759"/>
                </a:lnTo>
                <a:moveTo>
                  <a:pt x="1138867" y="962499"/>
                </a:moveTo>
                <a:lnTo>
                  <a:pt x="1147299" y="937098"/>
                </a:lnTo>
                <a:moveTo>
                  <a:pt x="1545516" y="836759"/>
                </a:moveTo>
                <a:lnTo>
                  <a:pt x="1613916" y="908014"/>
                </a:lnTo>
                <a:moveTo>
                  <a:pt x="2057499" y="1078241"/>
                </a:moveTo>
                <a:lnTo>
                  <a:pt x="2055242" y="1076953"/>
                </a:lnTo>
                <a:moveTo>
                  <a:pt x="2110491" y="979732"/>
                </a:moveTo>
                <a:lnTo>
                  <a:pt x="2086032" y="1014095"/>
                </a:lnTo>
                <a:moveTo>
                  <a:pt x="1956326" y="691412"/>
                </a:moveTo>
                <a:lnTo>
                  <a:pt x="1881680" y="690003"/>
                </a:lnTo>
                <a:moveTo>
                  <a:pt x="2060740" y="1077747"/>
                </a:moveTo>
                <a:lnTo>
                  <a:pt x="2057499" y="1078241"/>
                </a:lnTo>
                <a:moveTo>
                  <a:pt x="1138867" y="962499"/>
                </a:moveTo>
                <a:lnTo>
                  <a:pt x="1077238" y="882792"/>
                </a:lnTo>
                <a:moveTo>
                  <a:pt x="1696764" y="854173"/>
                </a:moveTo>
                <a:lnTo>
                  <a:pt x="1701574" y="879633"/>
                </a:lnTo>
                <a:moveTo>
                  <a:pt x="1213244" y="1157262"/>
                </a:moveTo>
                <a:lnTo>
                  <a:pt x="1225361" y="1091708"/>
                </a:lnTo>
                <a:moveTo>
                  <a:pt x="2145894" y="463455"/>
                </a:moveTo>
                <a:lnTo>
                  <a:pt x="2145226" y="469412"/>
                </a:lnTo>
                <a:moveTo>
                  <a:pt x="1867420" y="745982"/>
                </a:moveTo>
                <a:lnTo>
                  <a:pt x="1807033" y="688562"/>
                </a:lnTo>
                <a:moveTo>
                  <a:pt x="2056119" y="1083574"/>
                </a:moveTo>
                <a:lnTo>
                  <a:pt x="2057499" y="1078241"/>
                </a:lnTo>
                <a:moveTo>
                  <a:pt x="1202506" y="1042874"/>
                </a:moveTo>
                <a:lnTo>
                  <a:pt x="1209647" y="1057250"/>
                </a:lnTo>
                <a:moveTo>
                  <a:pt x="2056119" y="1083574"/>
                </a:moveTo>
                <a:lnTo>
                  <a:pt x="2055242" y="1076953"/>
                </a:lnTo>
                <a:moveTo>
                  <a:pt x="2031562" y="703433"/>
                </a:moveTo>
                <a:lnTo>
                  <a:pt x="2045176" y="635851"/>
                </a:lnTo>
                <a:moveTo>
                  <a:pt x="1182077" y="1188322"/>
                </a:moveTo>
                <a:lnTo>
                  <a:pt x="1106519" y="1227630"/>
                </a:lnTo>
                <a:moveTo>
                  <a:pt x="2060740" y="1077747"/>
                </a:moveTo>
                <a:lnTo>
                  <a:pt x="2056119" y="1083574"/>
                </a:lnTo>
                <a:moveTo>
                  <a:pt x="1701574" y="879633"/>
                </a:moveTo>
                <a:lnTo>
                  <a:pt x="1616515" y="867454"/>
                </a:lnTo>
                <a:moveTo>
                  <a:pt x="2118863" y="741131"/>
                </a:moveTo>
                <a:lnTo>
                  <a:pt x="2094561" y="804160"/>
                </a:lnTo>
                <a:moveTo>
                  <a:pt x="1213244" y="1157262"/>
                </a:moveTo>
                <a:lnTo>
                  <a:pt x="1190312" y="1171316"/>
                </a:lnTo>
                <a:moveTo>
                  <a:pt x="1541476" y="873059"/>
                </a:moveTo>
                <a:lnTo>
                  <a:pt x="1529509" y="790624"/>
                </a:lnTo>
                <a:moveTo>
                  <a:pt x="1103246" y="1194862"/>
                </a:moveTo>
                <a:lnTo>
                  <a:pt x="1106519" y="1227630"/>
                </a:lnTo>
                <a:moveTo>
                  <a:pt x="2157215" y="468964"/>
                </a:moveTo>
                <a:lnTo>
                  <a:pt x="2145226" y="469412"/>
                </a:lnTo>
                <a:moveTo>
                  <a:pt x="2144394" y="470585"/>
                </a:moveTo>
                <a:lnTo>
                  <a:pt x="2145226" y="469412"/>
                </a:lnTo>
                <a:moveTo>
                  <a:pt x="2157215" y="468964"/>
                </a:moveTo>
                <a:lnTo>
                  <a:pt x="2145894" y="463455"/>
                </a:lnTo>
                <a:moveTo>
                  <a:pt x="1014726" y="1023391"/>
                </a:moveTo>
                <a:lnTo>
                  <a:pt x="1007959" y="955109"/>
                </a:lnTo>
                <a:moveTo>
                  <a:pt x="1214169" y="1052195"/>
                </a:moveTo>
                <a:lnTo>
                  <a:pt x="1209647" y="1057250"/>
                </a:lnTo>
                <a:moveTo>
                  <a:pt x="1034209" y="1154841"/>
                </a:moveTo>
                <a:lnTo>
                  <a:pt x="1022007" y="1129643"/>
                </a:lnTo>
                <a:moveTo>
                  <a:pt x="2107878" y="734809"/>
                </a:moveTo>
                <a:lnTo>
                  <a:pt x="2031562" y="703433"/>
                </a:lnTo>
                <a:moveTo>
                  <a:pt x="1531259" y="952866"/>
                </a:moveTo>
                <a:lnTo>
                  <a:pt x="1541476" y="873059"/>
                </a:lnTo>
                <a:moveTo>
                  <a:pt x="2157215" y="468964"/>
                </a:moveTo>
                <a:lnTo>
                  <a:pt x="2144394" y="470585"/>
                </a:lnTo>
                <a:moveTo>
                  <a:pt x="2094561" y="804160"/>
                </a:moveTo>
                <a:lnTo>
                  <a:pt x="2107878" y="734809"/>
                </a:lnTo>
                <a:moveTo>
                  <a:pt x="2107878" y="734809"/>
                </a:moveTo>
                <a:lnTo>
                  <a:pt x="2094180" y="804871"/>
                </a:lnTo>
                <a:moveTo>
                  <a:pt x="2145226" y="469412"/>
                </a:moveTo>
                <a:lnTo>
                  <a:pt x="2056821" y="532968"/>
                </a:lnTo>
                <a:moveTo>
                  <a:pt x="1062918" y="937699"/>
                </a:moveTo>
                <a:lnTo>
                  <a:pt x="1077238" y="882792"/>
                </a:lnTo>
                <a:moveTo>
                  <a:pt x="1545516" y="836759"/>
                </a:moveTo>
                <a:lnTo>
                  <a:pt x="1529509" y="790624"/>
                </a:lnTo>
                <a:moveTo>
                  <a:pt x="1641721" y="710111"/>
                </a:moveTo>
                <a:lnTo>
                  <a:pt x="1567029" y="707874"/>
                </a:lnTo>
                <a:moveTo>
                  <a:pt x="2119831" y="913776"/>
                </a:moveTo>
                <a:lnTo>
                  <a:pt x="2094409" y="804990"/>
                </a:lnTo>
                <a:moveTo>
                  <a:pt x="1616515" y="867454"/>
                </a:moveTo>
                <a:lnTo>
                  <a:pt x="1618317" y="907216"/>
                </a:lnTo>
                <a:moveTo>
                  <a:pt x="2007430" y="1032152"/>
                </a:moveTo>
                <a:lnTo>
                  <a:pt x="2025364" y="1005333"/>
                </a:lnTo>
                <a:moveTo>
                  <a:pt x="2144394" y="470585"/>
                </a:moveTo>
                <a:lnTo>
                  <a:pt x="2056821" y="532968"/>
                </a:lnTo>
                <a:moveTo>
                  <a:pt x="1062918" y="937699"/>
                </a:moveTo>
                <a:lnTo>
                  <a:pt x="1007959" y="955109"/>
                </a:lnTo>
                <a:moveTo>
                  <a:pt x="1014726" y="1023391"/>
                </a:moveTo>
                <a:lnTo>
                  <a:pt x="1022007" y="1129643"/>
                </a:lnTo>
                <a:moveTo>
                  <a:pt x="1138867" y="962499"/>
                </a:moveTo>
                <a:lnTo>
                  <a:pt x="1164465" y="977712"/>
                </a:lnTo>
                <a:moveTo>
                  <a:pt x="1182077" y="1188322"/>
                </a:moveTo>
                <a:lnTo>
                  <a:pt x="1190312" y="1171316"/>
                </a:lnTo>
                <a:moveTo>
                  <a:pt x="2049390" y="520696"/>
                </a:moveTo>
                <a:lnTo>
                  <a:pt x="2033065" y="451034"/>
                </a:lnTo>
                <a:moveTo>
                  <a:pt x="2312608" y="836417"/>
                </a:moveTo>
                <a:lnTo>
                  <a:pt x="2313631" y="874461"/>
                </a:lnTo>
                <a:moveTo>
                  <a:pt x="2005706" y="863179"/>
                </a:moveTo>
                <a:lnTo>
                  <a:pt x="1929205" y="902146"/>
                </a:lnTo>
                <a:moveTo>
                  <a:pt x="1867420" y="745982"/>
                </a:moveTo>
                <a:lnTo>
                  <a:pt x="1881680" y="690003"/>
                </a:lnTo>
                <a:moveTo>
                  <a:pt x="2081510" y="885385"/>
                </a:moveTo>
                <a:lnTo>
                  <a:pt x="2119831" y="913776"/>
                </a:lnTo>
                <a:moveTo>
                  <a:pt x="1214169" y="1052195"/>
                </a:moveTo>
                <a:lnTo>
                  <a:pt x="1225361" y="1091708"/>
                </a:lnTo>
                <a:moveTo>
                  <a:pt x="1858579" y="821351"/>
                </a:moveTo>
                <a:lnTo>
                  <a:pt x="1780523" y="836582"/>
                </a:lnTo>
                <a:moveTo>
                  <a:pt x="2110491" y="979732"/>
                </a:moveTo>
                <a:lnTo>
                  <a:pt x="2119831" y="913776"/>
                </a:lnTo>
                <a:moveTo>
                  <a:pt x="2031562" y="703433"/>
                </a:moveTo>
                <a:lnTo>
                  <a:pt x="1956326" y="691412"/>
                </a:lnTo>
                <a:moveTo>
                  <a:pt x="1792542" y="828612"/>
                </a:moveTo>
                <a:lnTo>
                  <a:pt x="1780523" y="836582"/>
                </a:lnTo>
                <a:moveTo>
                  <a:pt x="1779209" y="830454"/>
                </a:moveTo>
                <a:lnTo>
                  <a:pt x="1780523" y="836582"/>
                </a:lnTo>
                <a:moveTo>
                  <a:pt x="1545516" y="836759"/>
                </a:moveTo>
                <a:lnTo>
                  <a:pt x="1541476" y="873059"/>
                </a:lnTo>
                <a:moveTo>
                  <a:pt x="2110491" y="979732"/>
                </a:moveTo>
                <a:lnTo>
                  <a:pt x="2060740" y="1077747"/>
                </a:lnTo>
                <a:moveTo>
                  <a:pt x="1553073" y="769302"/>
                </a:moveTo>
                <a:lnTo>
                  <a:pt x="1529509" y="790624"/>
                </a:lnTo>
                <a:moveTo>
                  <a:pt x="1553073" y="769302"/>
                </a:moveTo>
                <a:lnTo>
                  <a:pt x="1567029" y="707874"/>
                </a:lnTo>
                <a:moveTo>
                  <a:pt x="2023830" y="967216"/>
                </a:moveTo>
                <a:lnTo>
                  <a:pt x="1996602" y="949966"/>
                </a:lnTo>
                <a:moveTo>
                  <a:pt x="2144394" y="470585"/>
                </a:moveTo>
                <a:lnTo>
                  <a:pt x="2063173" y="522687"/>
                </a:lnTo>
                <a:moveTo>
                  <a:pt x="1933390" y="833920"/>
                </a:moveTo>
                <a:lnTo>
                  <a:pt x="1931379" y="867476"/>
                </a:lnTo>
                <a:moveTo>
                  <a:pt x="2094561" y="804160"/>
                </a:moveTo>
                <a:lnTo>
                  <a:pt x="2094409" y="804990"/>
                </a:lnTo>
                <a:moveTo>
                  <a:pt x="2094561" y="804160"/>
                </a:moveTo>
                <a:lnTo>
                  <a:pt x="2094180" y="804871"/>
                </a:lnTo>
                <a:moveTo>
                  <a:pt x="2094409" y="804990"/>
                </a:moveTo>
                <a:lnTo>
                  <a:pt x="2094180" y="804871"/>
                </a:lnTo>
                <a:moveTo>
                  <a:pt x="1717097" y="724640"/>
                </a:moveTo>
                <a:lnTo>
                  <a:pt x="1641721" y="710111"/>
                </a:lnTo>
                <a:moveTo>
                  <a:pt x="1202506" y="1042874"/>
                </a:moveTo>
                <a:lnTo>
                  <a:pt x="1164465" y="977712"/>
                </a:lnTo>
                <a:moveTo>
                  <a:pt x="2131511" y="1068277"/>
                </a:moveTo>
                <a:lnTo>
                  <a:pt x="2060740" y="1077747"/>
                </a:lnTo>
                <a:moveTo>
                  <a:pt x="1942306" y="751701"/>
                </a:moveTo>
                <a:lnTo>
                  <a:pt x="1881680" y="690003"/>
                </a:lnTo>
                <a:moveTo>
                  <a:pt x="2056821" y="532968"/>
                </a:moveTo>
                <a:lnTo>
                  <a:pt x="2049390" y="520696"/>
                </a:lnTo>
                <a:moveTo>
                  <a:pt x="2063173" y="522687"/>
                </a:moveTo>
                <a:lnTo>
                  <a:pt x="2056821" y="532968"/>
                </a:lnTo>
                <a:moveTo>
                  <a:pt x="1858579" y="821351"/>
                </a:moveTo>
                <a:lnTo>
                  <a:pt x="1792542" y="828612"/>
                </a:lnTo>
                <a:moveTo>
                  <a:pt x="2055370" y="525585"/>
                </a:moveTo>
                <a:lnTo>
                  <a:pt x="2056821" y="532968"/>
                </a:lnTo>
                <a:moveTo>
                  <a:pt x="1792430" y="738381"/>
                </a:moveTo>
                <a:lnTo>
                  <a:pt x="1717097" y="724640"/>
                </a:lnTo>
                <a:moveTo>
                  <a:pt x="2107878" y="734809"/>
                </a:moveTo>
                <a:lnTo>
                  <a:pt x="2017780" y="767986"/>
                </a:lnTo>
                <a:moveTo>
                  <a:pt x="1037285" y="1101453"/>
                </a:moveTo>
                <a:lnTo>
                  <a:pt x="1022007" y="1129643"/>
                </a:lnTo>
                <a:moveTo>
                  <a:pt x="1103246" y="1194862"/>
                </a:moveTo>
                <a:lnTo>
                  <a:pt x="1034209" y="1154841"/>
                </a:lnTo>
                <a:moveTo>
                  <a:pt x="1792542" y="828612"/>
                </a:moveTo>
                <a:lnTo>
                  <a:pt x="1779209" y="830454"/>
                </a:lnTo>
                <a:moveTo>
                  <a:pt x="1779821" y="823981"/>
                </a:moveTo>
                <a:lnTo>
                  <a:pt x="1717097" y="724640"/>
                </a:lnTo>
                <a:moveTo>
                  <a:pt x="2005706" y="863179"/>
                </a:moveTo>
                <a:lnTo>
                  <a:pt x="1931379" y="867476"/>
                </a:lnTo>
                <a:moveTo>
                  <a:pt x="2081510" y="885385"/>
                </a:moveTo>
                <a:lnTo>
                  <a:pt x="2094409" y="804990"/>
                </a:lnTo>
                <a:moveTo>
                  <a:pt x="1792542" y="828612"/>
                </a:moveTo>
                <a:lnTo>
                  <a:pt x="1779821" y="823981"/>
                </a:lnTo>
                <a:moveTo>
                  <a:pt x="1779209" y="830454"/>
                </a:moveTo>
                <a:lnTo>
                  <a:pt x="1779821" y="823981"/>
                </a:lnTo>
                <a:moveTo>
                  <a:pt x="1779821" y="823981"/>
                </a:moveTo>
                <a:lnTo>
                  <a:pt x="1792430" y="738381"/>
                </a:lnTo>
                <a:moveTo>
                  <a:pt x="1138867" y="962499"/>
                </a:moveTo>
                <a:lnTo>
                  <a:pt x="1062918" y="937699"/>
                </a:lnTo>
                <a:moveTo>
                  <a:pt x="1933390" y="833920"/>
                </a:moveTo>
                <a:lnTo>
                  <a:pt x="1858579" y="821351"/>
                </a:lnTo>
                <a:moveTo>
                  <a:pt x="1213244" y="1157262"/>
                </a:moveTo>
                <a:lnTo>
                  <a:pt x="1182077" y="1188322"/>
                </a:lnTo>
                <a:moveTo>
                  <a:pt x="1996602" y="949966"/>
                </a:moveTo>
                <a:lnTo>
                  <a:pt x="2005706" y="863179"/>
                </a:lnTo>
                <a:moveTo>
                  <a:pt x="1049130" y="1002154"/>
                </a:moveTo>
                <a:lnTo>
                  <a:pt x="1007959" y="955109"/>
                </a:lnTo>
                <a:moveTo>
                  <a:pt x="1641721" y="710111"/>
                </a:moveTo>
                <a:lnTo>
                  <a:pt x="1553073" y="769302"/>
                </a:lnTo>
                <a:moveTo>
                  <a:pt x="1202506" y="1042874"/>
                </a:moveTo>
                <a:lnTo>
                  <a:pt x="1138867" y="962499"/>
                </a:lnTo>
                <a:moveTo>
                  <a:pt x="2007430" y="1032152"/>
                </a:moveTo>
                <a:lnTo>
                  <a:pt x="2055242" y="1076953"/>
                </a:lnTo>
                <a:moveTo>
                  <a:pt x="1779209" y="830454"/>
                </a:moveTo>
                <a:lnTo>
                  <a:pt x="1696764" y="854173"/>
                </a:lnTo>
                <a:moveTo>
                  <a:pt x="1545516" y="836759"/>
                </a:moveTo>
                <a:lnTo>
                  <a:pt x="1553073" y="769302"/>
                </a:lnTo>
                <a:moveTo>
                  <a:pt x="1616515" y="867454"/>
                </a:moveTo>
                <a:lnTo>
                  <a:pt x="1545516" y="836759"/>
                </a:lnTo>
                <a:moveTo>
                  <a:pt x="2299880" y="901883"/>
                </a:moveTo>
                <a:lnTo>
                  <a:pt x="2313631" y="874461"/>
                </a:lnTo>
                <a:moveTo>
                  <a:pt x="1858579" y="821351"/>
                </a:moveTo>
                <a:lnTo>
                  <a:pt x="1867420" y="745982"/>
                </a:lnTo>
                <a:moveTo>
                  <a:pt x="2094409" y="804990"/>
                </a:moveTo>
                <a:lnTo>
                  <a:pt x="2005706" y="863179"/>
                </a:lnTo>
                <a:moveTo>
                  <a:pt x="1034209" y="1154841"/>
                </a:moveTo>
                <a:lnTo>
                  <a:pt x="1037285" y="1101453"/>
                </a:lnTo>
                <a:moveTo>
                  <a:pt x="1779821" y="823981"/>
                </a:moveTo>
                <a:lnTo>
                  <a:pt x="1696764" y="854173"/>
                </a:lnTo>
                <a:moveTo>
                  <a:pt x="1867420" y="745982"/>
                </a:moveTo>
                <a:lnTo>
                  <a:pt x="1792542" y="828612"/>
                </a:lnTo>
                <a:moveTo>
                  <a:pt x="2110491" y="979732"/>
                </a:moveTo>
                <a:lnTo>
                  <a:pt x="2081510" y="885385"/>
                </a:lnTo>
                <a:moveTo>
                  <a:pt x="1867420" y="745982"/>
                </a:moveTo>
                <a:lnTo>
                  <a:pt x="1792430" y="738381"/>
                </a:lnTo>
                <a:moveTo>
                  <a:pt x="2094409" y="804990"/>
                </a:moveTo>
                <a:lnTo>
                  <a:pt x="2006767" y="853311"/>
                </a:lnTo>
                <a:moveTo>
                  <a:pt x="2094180" y="804871"/>
                </a:moveTo>
                <a:lnTo>
                  <a:pt x="2006767" y="853311"/>
                </a:lnTo>
                <a:moveTo>
                  <a:pt x="2055370" y="525585"/>
                </a:moveTo>
                <a:lnTo>
                  <a:pt x="2049390" y="520696"/>
                </a:lnTo>
                <a:moveTo>
                  <a:pt x="2063173" y="522687"/>
                </a:moveTo>
                <a:lnTo>
                  <a:pt x="2055370" y="525585"/>
                </a:lnTo>
                <a:moveTo>
                  <a:pt x="1867420" y="745982"/>
                </a:moveTo>
                <a:lnTo>
                  <a:pt x="1779821" y="823981"/>
                </a:lnTo>
                <a:moveTo>
                  <a:pt x="2017780" y="767986"/>
                </a:moveTo>
                <a:lnTo>
                  <a:pt x="1956326" y="691412"/>
                </a:lnTo>
                <a:moveTo>
                  <a:pt x="1942306" y="751701"/>
                </a:moveTo>
                <a:lnTo>
                  <a:pt x="1956326" y="691412"/>
                </a:lnTo>
                <a:moveTo>
                  <a:pt x="1240185" y="1123257"/>
                </a:moveTo>
                <a:lnTo>
                  <a:pt x="1225361" y="1091708"/>
                </a:lnTo>
                <a:moveTo>
                  <a:pt x="1182077" y="1188322"/>
                </a:moveTo>
                <a:lnTo>
                  <a:pt x="1103246" y="1194862"/>
                </a:lnTo>
                <a:moveTo>
                  <a:pt x="2081510" y="885385"/>
                </a:moveTo>
                <a:lnTo>
                  <a:pt x="2005706" y="863179"/>
                </a:lnTo>
                <a:moveTo>
                  <a:pt x="2005706" y="863179"/>
                </a:moveTo>
                <a:lnTo>
                  <a:pt x="1933390" y="833920"/>
                </a:lnTo>
                <a:moveTo>
                  <a:pt x="2017780" y="767986"/>
                </a:moveTo>
                <a:lnTo>
                  <a:pt x="2031562" y="703433"/>
                </a:lnTo>
                <a:moveTo>
                  <a:pt x="1037285" y="1101453"/>
                </a:moveTo>
                <a:lnTo>
                  <a:pt x="1014726" y="1023391"/>
                </a:lnTo>
                <a:moveTo>
                  <a:pt x="1200572" y="1043572"/>
                </a:moveTo>
                <a:lnTo>
                  <a:pt x="1138867" y="962499"/>
                </a:lnTo>
                <a:moveTo>
                  <a:pt x="2131511" y="1068277"/>
                </a:moveTo>
                <a:lnTo>
                  <a:pt x="2110491" y="979732"/>
                </a:lnTo>
                <a:moveTo>
                  <a:pt x="1696764" y="854173"/>
                </a:moveTo>
                <a:lnTo>
                  <a:pt x="1616515" y="867454"/>
                </a:lnTo>
                <a:moveTo>
                  <a:pt x="2094180" y="804871"/>
                </a:moveTo>
                <a:lnTo>
                  <a:pt x="2017780" y="767986"/>
                </a:lnTo>
                <a:moveTo>
                  <a:pt x="1043323" y="1094826"/>
                </a:moveTo>
                <a:lnTo>
                  <a:pt x="1034209" y="1154841"/>
                </a:lnTo>
                <a:moveTo>
                  <a:pt x="2006767" y="853311"/>
                </a:moveTo>
                <a:lnTo>
                  <a:pt x="1933390" y="833920"/>
                </a:lnTo>
                <a:moveTo>
                  <a:pt x="2067848" y="952088"/>
                </a:moveTo>
                <a:lnTo>
                  <a:pt x="1996602" y="949966"/>
                </a:lnTo>
                <a:moveTo>
                  <a:pt x="1942306" y="751701"/>
                </a:moveTo>
                <a:lnTo>
                  <a:pt x="1858579" y="821351"/>
                </a:lnTo>
                <a:moveTo>
                  <a:pt x="1703234" y="787734"/>
                </a:moveTo>
                <a:lnTo>
                  <a:pt x="1641721" y="710111"/>
                </a:lnTo>
                <a:moveTo>
                  <a:pt x="2007430" y="1032152"/>
                </a:moveTo>
                <a:lnTo>
                  <a:pt x="2023830" y="967216"/>
                </a:lnTo>
                <a:moveTo>
                  <a:pt x="1629914" y="755424"/>
                </a:moveTo>
                <a:lnTo>
                  <a:pt x="1641721" y="710111"/>
                </a:lnTo>
                <a:moveTo>
                  <a:pt x="1703234" y="787734"/>
                </a:moveTo>
                <a:lnTo>
                  <a:pt x="1717097" y="724640"/>
                </a:lnTo>
                <a:moveTo>
                  <a:pt x="1037996" y="1088510"/>
                </a:moveTo>
                <a:lnTo>
                  <a:pt x="1014726" y="1023391"/>
                </a:lnTo>
                <a:moveTo>
                  <a:pt x="2138222" y="1013152"/>
                </a:moveTo>
                <a:lnTo>
                  <a:pt x="2110491" y="979732"/>
                </a:lnTo>
                <a:moveTo>
                  <a:pt x="1214169" y="1052195"/>
                </a:moveTo>
                <a:lnTo>
                  <a:pt x="1202506" y="1042874"/>
                </a:lnTo>
                <a:moveTo>
                  <a:pt x="2006767" y="853311"/>
                </a:moveTo>
                <a:lnTo>
                  <a:pt x="2005706" y="863179"/>
                </a:lnTo>
                <a:moveTo>
                  <a:pt x="2017780" y="767986"/>
                </a:moveTo>
                <a:lnTo>
                  <a:pt x="1933390" y="833920"/>
                </a:lnTo>
                <a:moveTo>
                  <a:pt x="1933390" y="833920"/>
                </a:moveTo>
                <a:lnTo>
                  <a:pt x="1942306" y="751701"/>
                </a:lnTo>
                <a:moveTo>
                  <a:pt x="2067848" y="952088"/>
                </a:moveTo>
                <a:lnTo>
                  <a:pt x="2023830" y="967216"/>
                </a:lnTo>
                <a:moveTo>
                  <a:pt x="1608651" y="764158"/>
                </a:moveTo>
                <a:lnTo>
                  <a:pt x="1545516" y="836759"/>
                </a:lnTo>
                <a:moveTo>
                  <a:pt x="1779821" y="823981"/>
                </a:moveTo>
                <a:lnTo>
                  <a:pt x="1703234" y="787734"/>
                </a:lnTo>
                <a:moveTo>
                  <a:pt x="1650555" y="770210"/>
                </a:moveTo>
                <a:lnTo>
                  <a:pt x="1641721" y="710111"/>
                </a:lnTo>
                <a:moveTo>
                  <a:pt x="2138222" y="1013152"/>
                </a:moveTo>
                <a:lnTo>
                  <a:pt x="2131511" y="1068277"/>
                </a:lnTo>
                <a:moveTo>
                  <a:pt x="1049130" y="1002154"/>
                </a:moveTo>
                <a:lnTo>
                  <a:pt x="1014726" y="1023391"/>
                </a:lnTo>
                <a:moveTo>
                  <a:pt x="1200572" y="1043572"/>
                </a:moveTo>
                <a:lnTo>
                  <a:pt x="1202506" y="1042874"/>
                </a:lnTo>
                <a:moveTo>
                  <a:pt x="1942306" y="751701"/>
                </a:moveTo>
                <a:lnTo>
                  <a:pt x="1867420" y="745982"/>
                </a:lnTo>
                <a:moveTo>
                  <a:pt x="2067848" y="952088"/>
                </a:moveTo>
                <a:lnTo>
                  <a:pt x="2081510" y="885385"/>
                </a:lnTo>
                <a:moveTo>
                  <a:pt x="2299880" y="901883"/>
                </a:moveTo>
                <a:lnTo>
                  <a:pt x="2290329" y="938400"/>
                </a:lnTo>
                <a:moveTo>
                  <a:pt x="1696764" y="854173"/>
                </a:moveTo>
                <a:lnTo>
                  <a:pt x="1703234" y="787734"/>
                </a:lnTo>
                <a:moveTo>
                  <a:pt x="2067848" y="952088"/>
                </a:moveTo>
                <a:lnTo>
                  <a:pt x="2110491" y="979732"/>
                </a:lnTo>
                <a:moveTo>
                  <a:pt x="1124317" y="1013268"/>
                </a:moveTo>
                <a:lnTo>
                  <a:pt x="1138867" y="962499"/>
                </a:lnTo>
                <a:moveTo>
                  <a:pt x="2006767" y="853311"/>
                </a:moveTo>
                <a:lnTo>
                  <a:pt x="2017780" y="767986"/>
                </a:lnTo>
                <a:moveTo>
                  <a:pt x="1200572" y="1043572"/>
                </a:moveTo>
                <a:lnTo>
                  <a:pt x="1214169" y="1052195"/>
                </a:lnTo>
                <a:moveTo>
                  <a:pt x="911215" y="891608"/>
                </a:moveTo>
                <a:lnTo>
                  <a:pt x="924229" y="813261"/>
                </a:lnTo>
                <a:moveTo>
                  <a:pt x="1629914" y="755424"/>
                </a:moveTo>
                <a:lnTo>
                  <a:pt x="1553073" y="769302"/>
                </a:lnTo>
                <a:moveTo>
                  <a:pt x="1240185" y="1123257"/>
                </a:moveTo>
                <a:lnTo>
                  <a:pt x="1213244" y="1157262"/>
                </a:lnTo>
                <a:moveTo>
                  <a:pt x="1049130" y="1002154"/>
                </a:moveTo>
                <a:lnTo>
                  <a:pt x="1062918" y="937699"/>
                </a:lnTo>
                <a:moveTo>
                  <a:pt x="1174434" y="1198256"/>
                </a:moveTo>
                <a:lnTo>
                  <a:pt x="1213244" y="1157262"/>
                </a:lnTo>
                <a:moveTo>
                  <a:pt x="2067848" y="952088"/>
                </a:moveTo>
                <a:lnTo>
                  <a:pt x="2005706" y="863179"/>
                </a:lnTo>
                <a:moveTo>
                  <a:pt x="1608651" y="764158"/>
                </a:moveTo>
                <a:lnTo>
                  <a:pt x="1553073" y="769302"/>
                </a:lnTo>
                <a:moveTo>
                  <a:pt x="1037996" y="1088510"/>
                </a:moveTo>
                <a:lnTo>
                  <a:pt x="1037285" y="1101453"/>
                </a:lnTo>
                <a:moveTo>
                  <a:pt x="2017780" y="767986"/>
                </a:moveTo>
                <a:lnTo>
                  <a:pt x="1942306" y="751701"/>
                </a:lnTo>
                <a:moveTo>
                  <a:pt x="1100767" y="1158320"/>
                </a:moveTo>
                <a:lnTo>
                  <a:pt x="1034209" y="1154841"/>
                </a:lnTo>
                <a:moveTo>
                  <a:pt x="1124317" y="1013268"/>
                </a:moveTo>
                <a:lnTo>
                  <a:pt x="1062918" y="937699"/>
                </a:lnTo>
                <a:moveTo>
                  <a:pt x="1043323" y="1094826"/>
                </a:moveTo>
                <a:lnTo>
                  <a:pt x="1037285" y="1101453"/>
                </a:lnTo>
                <a:moveTo>
                  <a:pt x="971124" y="806693"/>
                </a:moveTo>
                <a:lnTo>
                  <a:pt x="924229" y="813261"/>
                </a:lnTo>
                <a:moveTo>
                  <a:pt x="2138222" y="1013152"/>
                </a:moveTo>
                <a:lnTo>
                  <a:pt x="2067848" y="952088"/>
                </a:lnTo>
                <a:moveTo>
                  <a:pt x="1174434" y="1198256"/>
                </a:moveTo>
                <a:lnTo>
                  <a:pt x="1182077" y="1188322"/>
                </a:lnTo>
                <a:moveTo>
                  <a:pt x="1043323" y="1094826"/>
                </a:moveTo>
                <a:lnTo>
                  <a:pt x="1037996" y="1088510"/>
                </a:lnTo>
                <a:moveTo>
                  <a:pt x="2299880" y="901883"/>
                </a:moveTo>
                <a:lnTo>
                  <a:pt x="2312608" y="836417"/>
                </a:lnTo>
                <a:moveTo>
                  <a:pt x="1614267" y="829816"/>
                </a:moveTo>
                <a:lnTo>
                  <a:pt x="1545516" y="836759"/>
                </a:lnTo>
                <a:moveTo>
                  <a:pt x="2062665" y="955802"/>
                </a:moveTo>
                <a:lnTo>
                  <a:pt x="2023830" y="967216"/>
                </a:lnTo>
                <a:moveTo>
                  <a:pt x="985785" y="891661"/>
                </a:moveTo>
                <a:lnTo>
                  <a:pt x="924229" y="813261"/>
                </a:lnTo>
                <a:moveTo>
                  <a:pt x="1629914" y="755424"/>
                </a:moveTo>
                <a:lnTo>
                  <a:pt x="1608651" y="764158"/>
                </a:lnTo>
                <a:moveTo>
                  <a:pt x="1240185" y="1123257"/>
                </a:moveTo>
                <a:lnTo>
                  <a:pt x="1214169" y="1052195"/>
                </a:lnTo>
                <a:moveTo>
                  <a:pt x="1037996" y="1088510"/>
                </a:moveTo>
                <a:lnTo>
                  <a:pt x="1049130" y="1002154"/>
                </a:lnTo>
                <a:moveTo>
                  <a:pt x="1703234" y="787734"/>
                </a:moveTo>
                <a:lnTo>
                  <a:pt x="1650555" y="770210"/>
                </a:lnTo>
                <a:moveTo>
                  <a:pt x="1200572" y="1043572"/>
                </a:moveTo>
                <a:lnTo>
                  <a:pt x="1124317" y="1013268"/>
                </a:lnTo>
                <a:moveTo>
                  <a:pt x="1650555" y="770210"/>
                </a:moveTo>
                <a:lnTo>
                  <a:pt x="1629914" y="755424"/>
                </a:lnTo>
                <a:moveTo>
                  <a:pt x="1182077" y="1188322"/>
                </a:moveTo>
                <a:lnTo>
                  <a:pt x="1100767" y="1158320"/>
                </a:lnTo>
                <a:moveTo>
                  <a:pt x="1100767" y="1158320"/>
                </a:moveTo>
                <a:lnTo>
                  <a:pt x="1103246" y="1194862"/>
                </a:lnTo>
                <a:moveTo>
                  <a:pt x="1696764" y="854173"/>
                </a:moveTo>
                <a:lnTo>
                  <a:pt x="1614267" y="829816"/>
                </a:lnTo>
                <a:moveTo>
                  <a:pt x="1240185" y="1123257"/>
                </a:moveTo>
                <a:lnTo>
                  <a:pt x="1200572" y="1043572"/>
                </a:lnTo>
                <a:moveTo>
                  <a:pt x="1235503" y="1189886"/>
                </a:moveTo>
                <a:lnTo>
                  <a:pt x="1213244" y="1157262"/>
                </a:lnTo>
                <a:moveTo>
                  <a:pt x="1627210" y="761599"/>
                </a:moveTo>
                <a:lnTo>
                  <a:pt x="1629914" y="755424"/>
                </a:lnTo>
                <a:moveTo>
                  <a:pt x="985785" y="891661"/>
                </a:moveTo>
                <a:lnTo>
                  <a:pt x="911215" y="891608"/>
                </a:lnTo>
                <a:moveTo>
                  <a:pt x="1614267" y="829816"/>
                </a:moveTo>
                <a:lnTo>
                  <a:pt x="1616515" y="867454"/>
                </a:lnTo>
                <a:moveTo>
                  <a:pt x="1627210" y="761599"/>
                </a:moveTo>
                <a:lnTo>
                  <a:pt x="1608651" y="764158"/>
                </a:lnTo>
                <a:moveTo>
                  <a:pt x="1182077" y="1188322"/>
                </a:moveTo>
                <a:lnTo>
                  <a:pt x="1133993" y="1175225"/>
                </a:lnTo>
                <a:moveTo>
                  <a:pt x="2024182" y="996675"/>
                </a:moveTo>
                <a:lnTo>
                  <a:pt x="2023830" y="967216"/>
                </a:lnTo>
                <a:moveTo>
                  <a:pt x="1124317" y="1013268"/>
                </a:moveTo>
                <a:lnTo>
                  <a:pt x="1049130" y="1002154"/>
                </a:lnTo>
                <a:moveTo>
                  <a:pt x="2290661" y="795351"/>
                </a:moveTo>
                <a:lnTo>
                  <a:pt x="2312608" y="836417"/>
                </a:lnTo>
                <a:moveTo>
                  <a:pt x="1627210" y="761599"/>
                </a:moveTo>
                <a:lnTo>
                  <a:pt x="1650555" y="770210"/>
                </a:lnTo>
                <a:moveTo>
                  <a:pt x="2138222" y="1013152"/>
                </a:moveTo>
                <a:lnTo>
                  <a:pt x="2062665" y="955802"/>
                </a:lnTo>
                <a:moveTo>
                  <a:pt x="985785" y="891661"/>
                </a:moveTo>
                <a:lnTo>
                  <a:pt x="971124" y="806693"/>
                </a:lnTo>
                <a:moveTo>
                  <a:pt x="991961" y="842476"/>
                </a:moveTo>
                <a:lnTo>
                  <a:pt x="971124" y="806693"/>
                </a:lnTo>
                <a:moveTo>
                  <a:pt x="1100767" y="1158320"/>
                </a:moveTo>
                <a:lnTo>
                  <a:pt x="1043323" y="1094826"/>
                </a:lnTo>
                <a:moveTo>
                  <a:pt x="1703234" y="787734"/>
                </a:moveTo>
                <a:lnTo>
                  <a:pt x="1614267" y="829816"/>
                </a:lnTo>
                <a:moveTo>
                  <a:pt x="972424" y="963762"/>
                </a:moveTo>
                <a:lnTo>
                  <a:pt x="911215" y="891608"/>
                </a:lnTo>
                <a:moveTo>
                  <a:pt x="2062665" y="955802"/>
                </a:moveTo>
                <a:lnTo>
                  <a:pt x="2067848" y="952088"/>
                </a:lnTo>
                <a:moveTo>
                  <a:pt x="1614267" y="829816"/>
                </a:moveTo>
                <a:lnTo>
                  <a:pt x="1608651" y="764158"/>
                </a:lnTo>
                <a:moveTo>
                  <a:pt x="991961" y="842476"/>
                </a:moveTo>
                <a:lnTo>
                  <a:pt x="985785" y="891661"/>
                </a:lnTo>
                <a:moveTo>
                  <a:pt x="1650555" y="770210"/>
                </a:moveTo>
                <a:lnTo>
                  <a:pt x="1614267" y="829816"/>
                </a:lnTo>
                <a:moveTo>
                  <a:pt x="1627210" y="761599"/>
                </a:moveTo>
                <a:lnTo>
                  <a:pt x="1614267" y="829816"/>
                </a:lnTo>
                <a:moveTo>
                  <a:pt x="2024182" y="996675"/>
                </a:moveTo>
                <a:lnTo>
                  <a:pt x="2007430" y="1032152"/>
                </a:lnTo>
                <a:moveTo>
                  <a:pt x="1200572" y="1043572"/>
                </a:moveTo>
                <a:lnTo>
                  <a:pt x="1110060" y="1069316"/>
                </a:lnTo>
                <a:moveTo>
                  <a:pt x="2278780" y="860940"/>
                </a:moveTo>
                <a:lnTo>
                  <a:pt x="2312608" y="836417"/>
                </a:lnTo>
                <a:moveTo>
                  <a:pt x="1188872" y="1059362"/>
                </a:moveTo>
                <a:lnTo>
                  <a:pt x="1200572" y="1043572"/>
                </a:lnTo>
                <a:moveTo>
                  <a:pt x="1110060" y="1069316"/>
                </a:moveTo>
                <a:lnTo>
                  <a:pt x="1037996" y="1088510"/>
                </a:lnTo>
                <a:moveTo>
                  <a:pt x="972424" y="963762"/>
                </a:moveTo>
                <a:lnTo>
                  <a:pt x="985785" y="891661"/>
                </a:lnTo>
                <a:moveTo>
                  <a:pt x="1110060" y="1069316"/>
                </a:moveTo>
                <a:lnTo>
                  <a:pt x="1043323" y="1094826"/>
                </a:lnTo>
                <a:moveTo>
                  <a:pt x="1003646" y="878694"/>
                </a:moveTo>
                <a:lnTo>
                  <a:pt x="985785" y="891661"/>
                </a:lnTo>
                <a:moveTo>
                  <a:pt x="1174434" y="1198256"/>
                </a:moveTo>
                <a:lnTo>
                  <a:pt x="1133993" y="1175225"/>
                </a:lnTo>
                <a:moveTo>
                  <a:pt x="1110060" y="1069316"/>
                </a:moveTo>
                <a:lnTo>
                  <a:pt x="1049130" y="1002154"/>
                </a:lnTo>
                <a:moveTo>
                  <a:pt x="1003646" y="878694"/>
                </a:moveTo>
                <a:lnTo>
                  <a:pt x="991961" y="842476"/>
                </a:lnTo>
                <a:moveTo>
                  <a:pt x="1235503" y="1189886"/>
                </a:moveTo>
                <a:lnTo>
                  <a:pt x="1240185" y="1123257"/>
                </a:lnTo>
                <a:moveTo>
                  <a:pt x="1235503" y="1189886"/>
                </a:moveTo>
                <a:lnTo>
                  <a:pt x="1174434" y="1198256"/>
                </a:lnTo>
                <a:moveTo>
                  <a:pt x="1110060" y="1069316"/>
                </a:moveTo>
                <a:lnTo>
                  <a:pt x="1124317" y="1013268"/>
                </a:lnTo>
                <a:moveTo>
                  <a:pt x="1133993" y="1175225"/>
                </a:moveTo>
                <a:lnTo>
                  <a:pt x="1100767" y="1158320"/>
                </a:lnTo>
                <a:moveTo>
                  <a:pt x="1167028" y="1211541"/>
                </a:moveTo>
                <a:lnTo>
                  <a:pt x="1174434" y="1198256"/>
                </a:lnTo>
                <a:moveTo>
                  <a:pt x="1003646" y="878694"/>
                </a:moveTo>
                <a:lnTo>
                  <a:pt x="972424" y="963762"/>
                </a:lnTo>
                <a:moveTo>
                  <a:pt x="2278780" y="860940"/>
                </a:moveTo>
                <a:lnTo>
                  <a:pt x="2299880" y="901883"/>
                </a:lnTo>
                <a:moveTo>
                  <a:pt x="2062665" y="955802"/>
                </a:moveTo>
                <a:lnTo>
                  <a:pt x="2024182" y="996675"/>
                </a:lnTo>
                <a:moveTo>
                  <a:pt x="1100767" y="1158320"/>
                </a:moveTo>
                <a:lnTo>
                  <a:pt x="1110060" y="1069316"/>
                </a:lnTo>
                <a:moveTo>
                  <a:pt x="1125888" y="1068854"/>
                </a:moveTo>
                <a:lnTo>
                  <a:pt x="1100767" y="1158320"/>
                </a:lnTo>
                <a:moveTo>
                  <a:pt x="1167028" y="1211541"/>
                </a:moveTo>
                <a:lnTo>
                  <a:pt x="1133993" y="1175225"/>
                </a:lnTo>
                <a:moveTo>
                  <a:pt x="2278780" y="860940"/>
                </a:moveTo>
                <a:lnTo>
                  <a:pt x="2290661" y="795351"/>
                </a:lnTo>
                <a:moveTo>
                  <a:pt x="1125888" y="1068854"/>
                </a:moveTo>
                <a:lnTo>
                  <a:pt x="1133993" y="1175225"/>
                </a:lnTo>
                <a:moveTo>
                  <a:pt x="958601" y="1027592"/>
                </a:moveTo>
                <a:lnTo>
                  <a:pt x="972424" y="963762"/>
                </a:lnTo>
                <a:moveTo>
                  <a:pt x="1004296" y="946093"/>
                </a:moveTo>
                <a:lnTo>
                  <a:pt x="972424" y="963762"/>
                </a:lnTo>
                <a:moveTo>
                  <a:pt x="1004296" y="946093"/>
                </a:moveTo>
                <a:lnTo>
                  <a:pt x="1003646" y="878694"/>
                </a:lnTo>
                <a:moveTo>
                  <a:pt x="1188872" y="1059362"/>
                </a:moveTo>
                <a:lnTo>
                  <a:pt x="1110060" y="1069316"/>
                </a:lnTo>
                <a:moveTo>
                  <a:pt x="1125888" y="1068854"/>
                </a:moveTo>
                <a:lnTo>
                  <a:pt x="1110060" y="1069316"/>
                </a:lnTo>
                <a:moveTo>
                  <a:pt x="1188872" y="1059362"/>
                </a:moveTo>
                <a:lnTo>
                  <a:pt x="1125888" y="1068854"/>
                </a:lnTo>
                <a:moveTo>
                  <a:pt x="1109373" y="1133774"/>
                </a:moveTo>
                <a:lnTo>
                  <a:pt x="1133993" y="1175225"/>
                </a:lnTo>
                <a:moveTo>
                  <a:pt x="1187612" y="1250274"/>
                </a:moveTo>
                <a:lnTo>
                  <a:pt x="1167028" y="1211541"/>
                </a:lnTo>
                <a:moveTo>
                  <a:pt x="1184421" y="1065621"/>
                </a:moveTo>
                <a:lnTo>
                  <a:pt x="1188872" y="1059362"/>
                </a:lnTo>
                <a:moveTo>
                  <a:pt x="1611786" y="793284"/>
                </a:moveTo>
                <a:lnTo>
                  <a:pt x="1613009" y="818641"/>
                </a:lnTo>
                <a:moveTo>
                  <a:pt x="1004296" y="946093"/>
                </a:moveTo>
                <a:lnTo>
                  <a:pt x="958601" y="1027592"/>
                </a:lnTo>
                <a:moveTo>
                  <a:pt x="1613196" y="794223"/>
                </a:moveTo>
                <a:lnTo>
                  <a:pt x="1613009" y="818641"/>
                </a:lnTo>
                <a:moveTo>
                  <a:pt x="1184421" y="1065621"/>
                </a:moveTo>
                <a:lnTo>
                  <a:pt x="1125888" y="1068854"/>
                </a:lnTo>
                <a:moveTo>
                  <a:pt x="1109373" y="1133774"/>
                </a:moveTo>
                <a:lnTo>
                  <a:pt x="1125888" y="1068854"/>
                </a:lnTo>
                <a:moveTo>
                  <a:pt x="1158772" y="1229093"/>
                </a:moveTo>
                <a:lnTo>
                  <a:pt x="1167028" y="1211541"/>
                </a:lnTo>
                <a:moveTo>
                  <a:pt x="1598392" y="868210"/>
                </a:moveTo>
                <a:lnTo>
                  <a:pt x="1613009" y="818641"/>
                </a:lnTo>
                <a:moveTo>
                  <a:pt x="1129395" y="1203970"/>
                </a:moveTo>
                <a:lnTo>
                  <a:pt x="1133993" y="1175225"/>
                </a:lnTo>
                <a:moveTo>
                  <a:pt x="1673595" y="879625"/>
                </a:moveTo>
                <a:lnTo>
                  <a:pt x="1613009" y="818641"/>
                </a:lnTo>
                <a:moveTo>
                  <a:pt x="1003199" y="1013239"/>
                </a:moveTo>
                <a:lnTo>
                  <a:pt x="958601" y="1027592"/>
                </a:lnTo>
                <a:moveTo>
                  <a:pt x="1158772" y="1229093"/>
                </a:moveTo>
                <a:lnTo>
                  <a:pt x="1187612" y="1250274"/>
                </a:lnTo>
                <a:moveTo>
                  <a:pt x="1003199" y="1013239"/>
                </a:moveTo>
                <a:lnTo>
                  <a:pt x="1004296" y="946093"/>
                </a:lnTo>
                <a:moveTo>
                  <a:pt x="1613196" y="794223"/>
                </a:moveTo>
                <a:lnTo>
                  <a:pt x="1611786" y="793284"/>
                </a:lnTo>
                <a:moveTo>
                  <a:pt x="1611544" y="792350"/>
                </a:moveTo>
                <a:lnTo>
                  <a:pt x="1611786" y="793284"/>
                </a:lnTo>
                <a:moveTo>
                  <a:pt x="1611544" y="792350"/>
                </a:moveTo>
                <a:lnTo>
                  <a:pt x="1613196" y="794223"/>
                </a:lnTo>
                <a:moveTo>
                  <a:pt x="1167028" y="1211541"/>
                </a:moveTo>
                <a:lnTo>
                  <a:pt x="1129395" y="1203970"/>
                </a:lnTo>
                <a:moveTo>
                  <a:pt x="1673595" y="879625"/>
                </a:moveTo>
                <a:lnTo>
                  <a:pt x="1613196" y="794223"/>
                </a:lnTo>
                <a:moveTo>
                  <a:pt x="1677111" y="850957"/>
                </a:moveTo>
                <a:lnTo>
                  <a:pt x="1613196" y="794223"/>
                </a:lnTo>
                <a:moveTo>
                  <a:pt x="1677111" y="850957"/>
                </a:moveTo>
                <a:lnTo>
                  <a:pt x="1611544" y="792350"/>
                </a:lnTo>
                <a:moveTo>
                  <a:pt x="1169354" y="1107115"/>
                </a:moveTo>
                <a:lnTo>
                  <a:pt x="1125888" y="1068854"/>
                </a:lnTo>
                <a:moveTo>
                  <a:pt x="1129395" y="1203970"/>
                </a:moveTo>
                <a:lnTo>
                  <a:pt x="1109373" y="1133774"/>
                </a:lnTo>
                <a:moveTo>
                  <a:pt x="1673595" y="879625"/>
                </a:moveTo>
                <a:lnTo>
                  <a:pt x="1598392" y="868210"/>
                </a:lnTo>
                <a:moveTo>
                  <a:pt x="1158772" y="1229093"/>
                </a:moveTo>
                <a:lnTo>
                  <a:pt x="1129395" y="1203970"/>
                </a:lnTo>
                <a:moveTo>
                  <a:pt x="1598392" y="868210"/>
                </a:moveTo>
                <a:lnTo>
                  <a:pt x="1569734" y="855250"/>
                </a:lnTo>
                <a:moveTo>
                  <a:pt x="1677111" y="850957"/>
                </a:moveTo>
                <a:lnTo>
                  <a:pt x="1673595" y="879625"/>
                </a:lnTo>
                <a:moveTo>
                  <a:pt x="1169354" y="1107115"/>
                </a:moveTo>
                <a:lnTo>
                  <a:pt x="1184421" y="1065621"/>
                </a:lnTo>
                <a:moveTo>
                  <a:pt x="1593795" y="878819"/>
                </a:moveTo>
                <a:lnTo>
                  <a:pt x="1598392" y="868210"/>
                </a:lnTo>
                <a:moveTo>
                  <a:pt x="1169354" y="1107115"/>
                </a:moveTo>
                <a:lnTo>
                  <a:pt x="1109373" y="1133774"/>
                </a:lnTo>
                <a:moveTo>
                  <a:pt x="1593795" y="878819"/>
                </a:moveTo>
                <a:lnTo>
                  <a:pt x="1569734" y="855250"/>
                </a:lnTo>
                <a:moveTo>
                  <a:pt x="1146863" y="1259085"/>
                </a:moveTo>
                <a:lnTo>
                  <a:pt x="1158772" y="1229093"/>
                </a:lnTo>
                <a:moveTo>
                  <a:pt x="1169354" y="1107115"/>
                </a:moveTo>
                <a:lnTo>
                  <a:pt x="1129395" y="1203970"/>
                </a:lnTo>
                <a:moveTo>
                  <a:pt x="1146863" y="1259085"/>
                </a:moveTo>
                <a:lnTo>
                  <a:pt x="1129395" y="1203970"/>
                </a:lnTo>
                <a:moveTo>
                  <a:pt x="1014949" y="1101427"/>
                </a:moveTo>
                <a:lnTo>
                  <a:pt x="1009113" y="1081398"/>
                </a:lnTo>
                <a:moveTo>
                  <a:pt x="1129395" y="1203970"/>
                </a:moveTo>
                <a:lnTo>
                  <a:pt x="1080797" y="1167928"/>
                </a:lnTo>
                <a:moveTo>
                  <a:pt x="1005567" y="1156041"/>
                </a:moveTo>
                <a:lnTo>
                  <a:pt x="1009113" y="1081398"/>
                </a:lnTo>
                <a:moveTo>
                  <a:pt x="1083326" y="1144587"/>
                </a:moveTo>
                <a:lnTo>
                  <a:pt x="1129395" y="1203970"/>
                </a:lnTo>
                <a:moveTo>
                  <a:pt x="1174930" y="1105346"/>
                </a:moveTo>
                <a:lnTo>
                  <a:pt x="1169354" y="1107115"/>
                </a:lnTo>
                <a:moveTo>
                  <a:pt x="1167873" y="1110870"/>
                </a:moveTo>
                <a:lnTo>
                  <a:pt x="1169354" y="1107115"/>
                </a:lnTo>
                <a:moveTo>
                  <a:pt x="1014949" y="1101427"/>
                </a:moveTo>
                <a:lnTo>
                  <a:pt x="1005567" y="1156041"/>
                </a:lnTo>
                <a:moveTo>
                  <a:pt x="1174930" y="1105346"/>
                </a:moveTo>
                <a:lnTo>
                  <a:pt x="1167873" y="1110870"/>
                </a:lnTo>
                <a:moveTo>
                  <a:pt x="1080797" y="1167928"/>
                </a:moveTo>
                <a:lnTo>
                  <a:pt x="1014949" y="1101427"/>
                </a:lnTo>
                <a:moveTo>
                  <a:pt x="1146863" y="1259085"/>
                </a:moveTo>
                <a:lnTo>
                  <a:pt x="1080797" y="1167928"/>
                </a:lnTo>
                <a:moveTo>
                  <a:pt x="1083326" y="1144587"/>
                </a:moveTo>
                <a:lnTo>
                  <a:pt x="1014949" y="1101427"/>
                </a:lnTo>
                <a:moveTo>
                  <a:pt x="1169354" y="1107115"/>
                </a:moveTo>
                <a:lnTo>
                  <a:pt x="1083326" y="1144587"/>
                </a:lnTo>
                <a:moveTo>
                  <a:pt x="1080797" y="1167928"/>
                </a:moveTo>
                <a:lnTo>
                  <a:pt x="1005567" y="1156041"/>
                </a:lnTo>
                <a:moveTo>
                  <a:pt x="1167873" y="1110870"/>
                </a:moveTo>
                <a:lnTo>
                  <a:pt x="1083326" y="1144587"/>
                </a:lnTo>
                <a:moveTo>
                  <a:pt x="1083326" y="1144587"/>
                </a:moveTo>
                <a:lnTo>
                  <a:pt x="1080797" y="1167928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63" name="9pxt_3_tuned_ReferenceLigand_0">
            <a:extLst>
              <a:ext uri="{FF2B5EF4-FFF2-40B4-BE49-F238E27FC236}">
                <a16:creationId xmlns:a16="http://schemas.microsoft.com/office/drawing/2014/main" id="{C62AE045-89AB-47F8-A47F-9BFDF15932F7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431" y="911041"/>
                </a:moveTo>
                <a:lnTo>
                  <a:pt x="1354754" y="825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4" name="9pxt_3_tuned_ReferenceLigand_1">
            <a:extLst>
              <a:ext uri="{FF2B5EF4-FFF2-40B4-BE49-F238E27FC236}">
                <a16:creationId xmlns:a16="http://schemas.microsoft.com/office/drawing/2014/main" id="{64BF7944-8119-4DFD-807F-56B6732288EB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635" y="913103"/>
                </a:moveTo>
                <a:lnTo>
                  <a:pt x="1115353" y="8101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5" name="9pxt_3_tuned_ReferenceLigand_2">
            <a:extLst>
              <a:ext uri="{FF2B5EF4-FFF2-40B4-BE49-F238E27FC236}">
                <a16:creationId xmlns:a16="http://schemas.microsoft.com/office/drawing/2014/main" id="{B725693E-57F5-4E40-BCD8-FDCC2B9AA0FF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635" y="913103"/>
                </a:moveTo>
                <a:lnTo>
                  <a:pt x="1292431" y="9110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6" name="9pxt_3_tuned_ReferenceLigand_3">
            <a:extLst>
              <a:ext uri="{FF2B5EF4-FFF2-40B4-BE49-F238E27FC236}">
                <a16:creationId xmlns:a16="http://schemas.microsoft.com/office/drawing/2014/main" id="{CE0247BF-AEF7-4DED-BD5B-40D21CF4CD3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4849" y="651144"/>
                </a:moveTo>
                <a:lnTo>
                  <a:pt x="2317510" y="704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7" name="9pxt_3_tuned_ReferenceLigand_4">
            <a:extLst>
              <a:ext uri="{FF2B5EF4-FFF2-40B4-BE49-F238E27FC236}">
                <a16:creationId xmlns:a16="http://schemas.microsoft.com/office/drawing/2014/main" id="{051684AE-4D73-46E3-B3C0-62F7C4B2CF8B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431" y="911041"/>
                </a:moveTo>
                <a:lnTo>
                  <a:pt x="1365211" y="9826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8" name="9pxt_3_tuned_ReferenceLigand_5">
            <a:extLst>
              <a:ext uri="{FF2B5EF4-FFF2-40B4-BE49-F238E27FC236}">
                <a16:creationId xmlns:a16="http://schemas.microsoft.com/office/drawing/2014/main" id="{63BC6857-13A1-47B4-A876-B976440E070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8095" y="549976"/>
                </a:moveTo>
                <a:lnTo>
                  <a:pt x="2274849" y="6511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9" name="9pxt_3_tuned_ReferenceLigand_6">
            <a:extLst>
              <a:ext uri="{FF2B5EF4-FFF2-40B4-BE49-F238E27FC236}">
                <a16:creationId xmlns:a16="http://schemas.microsoft.com/office/drawing/2014/main" id="{CD3A4406-492D-455F-AE8E-DA2A430D059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53" y="983473"/>
                </a:moveTo>
                <a:lnTo>
                  <a:pt x="1192635" y="9131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" name="9pxt_3_tuned_ReferenceLigand_7">
            <a:extLst>
              <a:ext uri="{FF2B5EF4-FFF2-40B4-BE49-F238E27FC236}">
                <a16:creationId xmlns:a16="http://schemas.microsoft.com/office/drawing/2014/main" id="{62A2AC86-BB99-4080-BA20-B115BB01283F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3574" y="925811"/>
                </a:moveTo>
                <a:lnTo>
                  <a:pt x="1365211" y="9826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" name="9pxt_3_tuned_ReferenceLigand_8">
            <a:extLst>
              <a:ext uri="{FF2B5EF4-FFF2-40B4-BE49-F238E27FC236}">
                <a16:creationId xmlns:a16="http://schemas.microsoft.com/office/drawing/2014/main" id="{2910DAE4-DD29-4499-B22B-ECF79957D740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4849" y="651144"/>
                </a:moveTo>
                <a:lnTo>
                  <a:pt x="2214601" y="696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" name="9pxt_3_tuned_ReferenceLigand_9">
            <a:extLst>
              <a:ext uri="{FF2B5EF4-FFF2-40B4-BE49-F238E27FC236}">
                <a16:creationId xmlns:a16="http://schemas.microsoft.com/office/drawing/2014/main" id="{F769D3F0-25AB-4D1F-A797-710A6BEC7F4D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491" y="481382"/>
                </a:moveTo>
                <a:lnTo>
                  <a:pt x="2298095" y="5499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" name="9pxt_3_tuned_ReferenceLigand_10">
            <a:extLst>
              <a:ext uri="{FF2B5EF4-FFF2-40B4-BE49-F238E27FC236}">
                <a16:creationId xmlns:a16="http://schemas.microsoft.com/office/drawing/2014/main" id="{AAC752ED-FCBA-4C01-8A52-E33B91D30D0D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5211" y="982602"/>
                </a:moveTo>
                <a:lnTo>
                  <a:pt x="1315645" y="10361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" name="9pxt_3_tuned_ReferenceLigand_11">
            <a:extLst>
              <a:ext uri="{FF2B5EF4-FFF2-40B4-BE49-F238E27FC236}">
                <a16:creationId xmlns:a16="http://schemas.microsoft.com/office/drawing/2014/main" id="{C7E74E85-B812-4718-9CF0-13189B849CE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53" y="983473"/>
                </a:moveTo>
                <a:lnTo>
                  <a:pt x="1217015" y="1073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" name="9pxt_3_tuned_ReferenceLigand_12">
            <a:extLst>
              <a:ext uri="{FF2B5EF4-FFF2-40B4-BE49-F238E27FC236}">
                <a16:creationId xmlns:a16="http://schemas.microsoft.com/office/drawing/2014/main" id="{7C36C373-4DE2-45CA-8CDE-E4BEA257B0EC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9601" y="995768"/>
                </a:moveTo>
                <a:lnTo>
                  <a:pt x="1453574" y="925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" name="9pxt_3_tuned_ReferenceLigand_13">
            <a:extLst>
              <a:ext uri="{FF2B5EF4-FFF2-40B4-BE49-F238E27FC236}">
                <a16:creationId xmlns:a16="http://schemas.microsoft.com/office/drawing/2014/main" id="{766523FA-CE1B-4C16-8D77-B5F9215650BD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5645" y="1036147"/>
                </a:moveTo>
                <a:lnTo>
                  <a:pt x="1217015" y="1073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" name="9pxt_3_tuned_ReferenceLigand_14">
            <a:extLst>
              <a:ext uri="{FF2B5EF4-FFF2-40B4-BE49-F238E27FC236}">
                <a16:creationId xmlns:a16="http://schemas.microsoft.com/office/drawing/2014/main" id="{B62E812C-3439-401E-B4EE-11176C06524E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491" y="481382"/>
                </a:moveTo>
                <a:lnTo>
                  <a:pt x="2286917" y="3923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" name="9pxt_3_tuned_ReferenceLigand_15">
            <a:extLst>
              <a:ext uri="{FF2B5EF4-FFF2-40B4-BE49-F238E27FC236}">
                <a16:creationId xmlns:a16="http://schemas.microsoft.com/office/drawing/2014/main" id="{0CA5BB33-633E-4218-9A65-618F005DA56C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533" y="953795"/>
                </a:moveTo>
                <a:lnTo>
                  <a:pt x="1705549" y="9126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9" name="9pxt_3_tuned_ReferenceLigand_16">
            <a:extLst>
              <a:ext uri="{FF2B5EF4-FFF2-40B4-BE49-F238E27FC236}">
                <a16:creationId xmlns:a16="http://schemas.microsoft.com/office/drawing/2014/main" id="{DC7B522D-1BE8-4619-B8D2-B0304E619FF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922" y="927654"/>
                </a:moveTo>
                <a:lnTo>
                  <a:pt x="1145753" y="98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0" name="9pxt_3_tuned_ReferenceLigand_17">
            <a:extLst>
              <a:ext uri="{FF2B5EF4-FFF2-40B4-BE49-F238E27FC236}">
                <a16:creationId xmlns:a16="http://schemas.microsoft.com/office/drawing/2014/main" id="{0DBBD2C6-8CBF-418C-8276-CC19BEB94BDC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4601" y="696453"/>
                </a:moveTo>
                <a:lnTo>
                  <a:pt x="2177239" y="6337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1" name="9pxt_3_tuned_ReferenceLigand_18">
            <a:extLst>
              <a:ext uri="{FF2B5EF4-FFF2-40B4-BE49-F238E27FC236}">
                <a16:creationId xmlns:a16="http://schemas.microsoft.com/office/drawing/2014/main" id="{7A7DDCB8-0392-4A45-A2E0-71332516594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7015" y="1073458"/>
                </a:moveTo>
                <a:lnTo>
                  <a:pt x="1197679" y="1127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2" name="9pxt_3_tuned_ReferenceLigand_19">
            <a:extLst>
              <a:ext uri="{FF2B5EF4-FFF2-40B4-BE49-F238E27FC236}">
                <a16:creationId xmlns:a16="http://schemas.microsoft.com/office/drawing/2014/main" id="{93E46D85-6A55-47C0-B163-296DFC63FC7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533" y="953795"/>
                </a:moveTo>
                <a:lnTo>
                  <a:pt x="1529601" y="9957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3" name="9pxt_3_tuned_ReferenceLigand_20">
            <a:extLst>
              <a:ext uri="{FF2B5EF4-FFF2-40B4-BE49-F238E27FC236}">
                <a16:creationId xmlns:a16="http://schemas.microsoft.com/office/drawing/2014/main" id="{4E28425F-8E90-47BF-8500-CA60F6280A2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5395" y="531349"/>
                </a:moveTo>
                <a:lnTo>
                  <a:pt x="2261491" y="4813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4" name="9pxt_3_tuned_ReferenceLigand_21">
            <a:extLst>
              <a:ext uri="{FF2B5EF4-FFF2-40B4-BE49-F238E27FC236}">
                <a16:creationId xmlns:a16="http://schemas.microsoft.com/office/drawing/2014/main" id="{09942A59-14D5-41B7-8E65-2CDDDF1560D9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7239" y="633776"/>
                </a:moveTo>
                <a:lnTo>
                  <a:pt x="2195395" y="5313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5" name="9pxt_3_tuned_ReferenceLigand_22">
            <a:extLst>
              <a:ext uri="{FF2B5EF4-FFF2-40B4-BE49-F238E27FC236}">
                <a16:creationId xmlns:a16="http://schemas.microsoft.com/office/drawing/2014/main" id="{B912D0E2-7B31-4B4A-B117-530521E10B4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4205" y="861734"/>
                </a:moveTo>
                <a:lnTo>
                  <a:pt x="1637533" y="95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6" name="9pxt_3_tuned_ReferenceLigand_23">
            <a:extLst>
              <a:ext uri="{FF2B5EF4-FFF2-40B4-BE49-F238E27FC236}">
                <a16:creationId xmlns:a16="http://schemas.microsoft.com/office/drawing/2014/main" id="{1EBCAE85-7F56-4A10-A28F-6DAEF0DAE38F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533" y="953795"/>
                </a:moveTo>
                <a:lnTo>
                  <a:pt x="1679468" y="10319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" name="9pxt_3_tuned_ReferenceLigand_24">
            <a:extLst>
              <a:ext uri="{FF2B5EF4-FFF2-40B4-BE49-F238E27FC236}">
                <a16:creationId xmlns:a16="http://schemas.microsoft.com/office/drawing/2014/main" id="{CAEF3774-384F-40BB-9D35-5B7B50F14DE9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7239" y="633776"/>
                </a:moveTo>
                <a:lnTo>
                  <a:pt x="2113003" y="658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" name="9pxt_3_tuned_ReferenceLigand_25">
            <a:extLst>
              <a:ext uri="{FF2B5EF4-FFF2-40B4-BE49-F238E27FC236}">
                <a16:creationId xmlns:a16="http://schemas.microsoft.com/office/drawing/2014/main" id="{7F5FBF05-29DE-4E79-A09A-7BD125377CAE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2369" y="986355"/>
                </a:moveTo>
                <a:lnTo>
                  <a:pt x="1134922" y="9276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" name="9pxt_3_tuned_ReferenceLigand_26">
            <a:extLst>
              <a:ext uri="{FF2B5EF4-FFF2-40B4-BE49-F238E27FC236}">
                <a16:creationId xmlns:a16="http://schemas.microsoft.com/office/drawing/2014/main" id="{BEDD5FBF-0C4C-4F31-B9CF-40CE7FE9670F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3284" y="494735"/>
                </a:moveTo>
                <a:lnTo>
                  <a:pt x="2195395" y="5313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" name="9pxt_3_tuned_ReferenceLigand_27">
            <a:extLst>
              <a:ext uri="{FF2B5EF4-FFF2-40B4-BE49-F238E27FC236}">
                <a16:creationId xmlns:a16="http://schemas.microsoft.com/office/drawing/2014/main" id="{66A5D502-B369-4306-BBE9-E10EED478AD4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7679" y="1127108"/>
                </a:moveTo>
                <a:lnTo>
                  <a:pt x="1154570" y="1084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" name="9pxt_3_tuned_ReferenceLigand_28">
            <a:extLst>
              <a:ext uri="{FF2B5EF4-FFF2-40B4-BE49-F238E27FC236}">
                <a16:creationId xmlns:a16="http://schemas.microsoft.com/office/drawing/2014/main" id="{27BA61CC-E898-4F82-B40C-7BB4FB14FF80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878" y="758549"/>
                </a:moveTo>
                <a:lnTo>
                  <a:pt x="2113003" y="658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" name="9pxt_3_tuned_ReferenceLigand_29">
            <a:extLst>
              <a:ext uri="{FF2B5EF4-FFF2-40B4-BE49-F238E27FC236}">
                <a16:creationId xmlns:a16="http://schemas.microsoft.com/office/drawing/2014/main" id="{9F48F9A3-CAF7-4EC4-9934-4ADE5FC92A93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878" y="758549"/>
                </a:moveTo>
                <a:lnTo>
                  <a:pt x="1966639" y="7533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" name="9pxt_3_tuned_ReferenceLigand_30">
            <a:extLst>
              <a:ext uri="{FF2B5EF4-FFF2-40B4-BE49-F238E27FC236}">
                <a16:creationId xmlns:a16="http://schemas.microsoft.com/office/drawing/2014/main" id="{1F05ABF6-AC78-45F6-A7A8-7B864486125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2369" y="986355"/>
                </a:moveTo>
                <a:lnTo>
                  <a:pt x="1154570" y="1084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" name="9pxt_3_tuned_ReferenceLigand_31">
            <a:extLst>
              <a:ext uri="{FF2B5EF4-FFF2-40B4-BE49-F238E27FC236}">
                <a16:creationId xmlns:a16="http://schemas.microsoft.com/office/drawing/2014/main" id="{0D91C75A-2A68-49E1-87EE-3ADDCE88042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3003" y="658987"/>
                </a:moveTo>
                <a:lnTo>
                  <a:pt x="2094417" y="5722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" name="9pxt_3_tuned_ReferenceLigand_32">
            <a:extLst>
              <a:ext uri="{FF2B5EF4-FFF2-40B4-BE49-F238E27FC236}">
                <a16:creationId xmlns:a16="http://schemas.microsoft.com/office/drawing/2014/main" id="{19AF2BF6-C318-46F9-BFBC-AFB124966837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6639" y="753336"/>
                </a:moveTo>
                <a:lnTo>
                  <a:pt x="1920419" y="8347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6" name="9pxt_3_tuned_ReferenceLigand_33">
            <a:extLst>
              <a:ext uri="{FF2B5EF4-FFF2-40B4-BE49-F238E27FC236}">
                <a16:creationId xmlns:a16="http://schemas.microsoft.com/office/drawing/2014/main" id="{3DA69D1C-889F-4B6A-A6F9-C1EF6EC50A3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4417" y="572266"/>
                </a:moveTo>
                <a:lnTo>
                  <a:pt x="2143284" y="494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7" name="9pxt_3_tuned_ReferenceLigand_34">
            <a:extLst>
              <a:ext uri="{FF2B5EF4-FFF2-40B4-BE49-F238E27FC236}">
                <a16:creationId xmlns:a16="http://schemas.microsoft.com/office/drawing/2014/main" id="{8077DBD8-305C-4BFD-96BB-127D3FB7B541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836" y="804082"/>
                </a:moveTo>
                <a:lnTo>
                  <a:pt x="1584205" y="8617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8" name="9pxt_3_tuned_ReferenceLigand_35">
            <a:extLst>
              <a:ext uri="{FF2B5EF4-FFF2-40B4-BE49-F238E27FC236}">
                <a16:creationId xmlns:a16="http://schemas.microsoft.com/office/drawing/2014/main" id="{0AC54EBA-B7C2-426F-A7A3-5BB9E7268622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5975" y="942105"/>
                </a:moveTo>
                <a:lnTo>
                  <a:pt x="1122369" y="9863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9" name="9pxt_3_tuned_ReferenceLigand_36">
            <a:extLst>
              <a:ext uri="{FF2B5EF4-FFF2-40B4-BE49-F238E27FC236}">
                <a16:creationId xmlns:a16="http://schemas.microsoft.com/office/drawing/2014/main" id="{82768662-3791-4D89-8053-58CB44E410D0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4570" y="1084668"/>
                </a:moveTo>
                <a:lnTo>
                  <a:pt x="1145027" y="1143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0" name="9pxt_3_tuned_ReferenceLigand_37">
            <a:extLst>
              <a:ext uri="{FF2B5EF4-FFF2-40B4-BE49-F238E27FC236}">
                <a16:creationId xmlns:a16="http://schemas.microsoft.com/office/drawing/2014/main" id="{A62D3630-13A2-44E9-BA4C-A0DDE7271E93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555" y="790349"/>
                </a:moveTo>
                <a:lnTo>
                  <a:pt x="1629836" y="8040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1" name="9pxt_3_tuned_ReferenceLigand_38">
            <a:extLst>
              <a:ext uri="{FF2B5EF4-FFF2-40B4-BE49-F238E27FC236}">
                <a16:creationId xmlns:a16="http://schemas.microsoft.com/office/drawing/2014/main" id="{40F2F2B6-A16C-4A77-BBDA-08E666E834B9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536" y="798897"/>
                </a:moveTo>
                <a:lnTo>
                  <a:pt x="2071878" y="7585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" name="9pxt_3_tuned_ReferenceLigand_39">
            <a:extLst>
              <a:ext uri="{FF2B5EF4-FFF2-40B4-BE49-F238E27FC236}">
                <a16:creationId xmlns:a16="http://schemas.microsoft.com/office/drawing/2014/main" id="{D0EE8827-F400-4A62-8933-E1384E3DC3B7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760" y="796904"/>
                </a:moveTo>
                <a:lnTo>
                  <a:pt x="1747555" y="7903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" name="9pxt_3_tuned_ReferenceLigand_40">
            <a:extLst>
              <a:ext uri="{FF2B5EF4-FFF2-40B4-BE49-F238E27FC236}">
                <a16:creationId xmlns:a16="http://schemas.microsoft.com/office/drawing/2014/main" id="{6D35C540-EC4A-4708-9AB0-24D079359367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836" y="804082"/>
                </a:moveTo>
                <a:lnTo>
                  <a:pt x="1582119" y="701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" name="9pxt_3_tuned_ReferenceLigand_41">
            <a:extLst>
              <a:ext uri="{FF2B5EF4-FFF2-40B4-BE49-F238E27FC236}">
                <a16:creationId xmlns:a16="http://schemas.microsoft.com/office/drawing/2014/main" id="{63E136DA-0EE9-4966-936D-BF3CDB109E8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9" y="834730"/>
                </a:moveTo>
                <a:lnTo>
                  <a:pt x="1826760" y="796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" name="9pxt_3_tuned_ReferenceLigand_42">
            <a:extLst>
              <a:ext uri="{FF2B5EF4-FFF2-40B4-BE49-F238E27FC236}">
                <a16:creationId xmlns:a16="http://schemas.microsoft.com/office/drawing/2014/main" id="{960C2149-00F8-4D92-A3A6-43EB4998103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9" y="834730"/>
                </a:moveTo>
                <a:lnTo>
                  <a:pt x="2003405" y="8791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" name="9pxt_3_tuned_ReferenceLigand_43">
            <a:extLst>
              <a:ext uri="{FF2B5EF4-FFF2-40B4-BE49-F238E27FC236}">
                <a16:creationId xmlns:a16="http://schemas.microsoft.com/office/drawing/2014/main" id="{A9BB7DFC-79A7-46D7-88A4-06A985EF801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5975" y="942105"/>
                </a:moveTo>
                <a:lnTo>
                  <a:pt x="1043414" y="8545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" name="9pxt_3_tuned_ReferenceLigand_44">
            <a:extLst>
              <a:ext uri="{FF2B5EF4-FFF2-40B4-BE49-F238E27FC236}">
                <a16:creationId xmlns:a16="http://schemas.microsoft.com/office/drawing/2014/main" id="{B649811A-DF05-4EE2-B7B5-7DFF78BABAE4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3405" y="879164"/>
                </a:moveTo>
                <a:lnTo>
                  <a:pt x="2038463" y="96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" name="9pxt_3_tuned_ReferenceLigand_45">
            <a:extLst>
              <a:ext uri="{FF2B5EF4-FFF2-40B4-BE49-F238E27FC236}">
                <a16:creationId xmlns:a16="http://schemas.microsoft.com/office/drawing/2014/main" id="{E098A29D-BC8A-471D-89E1-75F9E65EE29F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3405" y="879164"/>
                </a:moveTo>
                <a:lnTo>
                  <a:pt x="2087536" y="7988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" name="9pxt_3_tuned_ReferenceLigand_46">
            <a:extLst>
              <a:ext uri="{FF2B5EF4-FFF2-40B4-BE49-F238E27FC236}">
                <a16:creationId xmlns:a16="http://schemas.microsoft.com/office/drawing/2014/main" id="{33D3C1C8-D41B-4C08-9450-7ED160A7C347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5099" y="839458"/>
                </a:moveTo>
                <a:lnTo>
                  <a:pt x="2087536" y="7988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pxt_3_tuned_ReferenceLigand_47">
            <a:extLst>
              <a:ext uri="{FF2B5EF4-FFF2-40B4-BE49-F238E27FC236}">
                <a16:creationId xmlns:a16="http://schemas.microsoft.com/office/drawing/2014/main" id="{8C07FDE1-1839-45D1-B2E9-0FF154DC69AD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836" y="804082"/>
                </a:moveTo>
                <a:lnTo>
                  <a:pt x="1632124" y="8707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pxt_3_tuned_ReferenceLigand_48">
            <a:extLst>
              <a:ext uri="{FF2B5EF4-FFF2-40B4-BE49-F238E27FC236}">
                <a16:creationId xmlns:a16="http://schemas.microsoft.com/office/drawing/2014/main" id="{B604B1FD-73BB-4D91-A547-9B2B722E7A0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83" y="1006581"/>
                </a:moveTo>
                <a:lnTo>
                  <a:pt x="1075975" y="9421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pxt_3_tuned_ReferenceLigand_49">
            <a:extLst>
              <a:ext uri="{FF2B5EF4-FFF2-40B4-BE49-F238E27FC236}">
                <a16:creationId xmlns:a16="http://schemas.microsoft.com/office/drawing/2014/main" id="{E220EA63-6217-4A97-B56A-3D1D3AF96193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027" y="1143859"/>
                </a:moveTo>
                <a:lnTo>
                  <a:pt x="1102532" y="11034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pxt_3_tuned_ReferenceLigand_50">
            <a:extLst>
              <a:ext uri="{FF2B5EF4-FFF2-40B4-BE49-F238E27FC236}">
                <a16:creationId xmlns:a16="http://schemas.microsoft.com/office/drawing/2014/main" id="{11776C3A-1CA9-45A6-BEA7-56D34A471F9B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2532" y="1103487"/>
                </a:moveTo>
                <a:lnTo>
                  <a:pt x="1068283" y="10065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pxt_3_tuned_ReferenceLigand_51">
            <a:extLst>
              <a:ext uri="{FF2B5EF4-FFF2-40B4-BE49-F238E27FC236}">
                <a16:creationId xmlns:a16="http://schemas.microsoft.com/office/drawing/2014/main" id="{32A1841E-F679-4A34-8504-C82BF89590F9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2532" y="1103487"/>
                </a:moveTo>
                <a:lnTo>
                  <a:pt x="1091481" y="1159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pxt_3_tuned_PredictedLigand_0">
            <a:extLst>
              <a:ext uri="{FF2B5EF4-FFF2-40B4-BE49-F238E27FC236}">
                <a16:creationId xmlns:a16="http://schemas.microsoft.com/office/drawing/2014/main" id="{23AE10B3-A172-4AD4-912A-6D7AE934BAA4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8774" y="863689"/>
                </a:moveTo>
                <a:lnTo>
                  <a:pt x="1072934" y="7806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6" name="9pxt_3_tuned_PredictedLigand_1">
            <a:extLst>
              <a:ext uri="{FF2B5EF4-FFF2-40B4-BE49-F238E27FC236}">
                <a16:creationId xmlns:a16="http://schemas.microsoft.com/office/drawing/2014/main" id="{E39E6AEC-2C7F-42E0-B209-46AFEA46CE10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1758" y="656354"/>
                </a:moveTo>
                <a:lnTo>
                  <a:pt x="2333448" y="7166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7" name="9pxt_3_tuned_PredictedLigand_2">
            <a:extLst>
              <a:ext uri="{FF2B5EF4-FFF2-40B4-BE49-F238E27FC236}">
                <a16:creationId xmlns:a16="http://schemas.microsoft.com/office/drawing/2014/main" id="{DA45FE52-A75E-4970-B6E5-D0F57C4C8362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89" y="846478"/>
                </a:moveTo>
                <a:lnTo>
                  <a:pt x="1322819" y="717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8" name="9pxt_3_tuned_PredictedLigand_3">
            <a:extLst>
              <a:ext uri="{FF2B5EF4-FFF2-40B4-BE49-F238E27FC236}">
                <a16:creationId xmlns:a16="http://schemas.microsoft.com/office/drawing/2014/main" id="{18015027-ADC1-4649-8FE2-1383AAC753BB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8774" y="863689"/>
                </a:moveTo>
                <a:lnTo>
                  <a:pt x="1271589" y="84647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9" name="9pxt_3_tuned_PredictedLigand_4">
            <a:extLst>
              <a:ext uri="{FF2B5EF4-FFF2-40B4-BE49-F238E27FC236}">
                <a16:creationId xmlns:a16="http://schemas.microsoft.com/office/drawing/2014/main" id="{215681C6-AA04-4219-A39E-2F1D55C708D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89" y="846478"/>
                </a:moveTo>
                <a:lnTo>
                  <a:pt x="1347430" y="9260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0" name="9pxt_3_tuned_PredictedLigand_5">
            <a:extLst>
              <a:ext uri="{FF2B5EF4-FFF2-40B4-BE49-F238E27FC236}">
                <a16:creationId xmlns:a16="http://schemas.microsoft.com/office/drawing/2014/main" id="{AEEF42D0-62FD-4F04-94CE-01F9C67AEFA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5553" y="552966"/>
                </a:moveTo>
                <a:lnTo>
                  <a:pt x="2291758" y="656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1" name="9pxt_3_tuned_PredictedLigand_6">
            <a:extLst>
              <a:ext uri="{FF2B5EF4-FFF2-40B4-BE49-F238E27FC236}">
                <a16:creationId xmlns:a16="http://schemas.microsoft.com/office/drawing/2014/main" id="{E7A8639E-5C82-4226-8A07-722C3BC63100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7430" y="926060"/>
                </a:moveTo>
                <a:lnTo>
                  <a:pt x="1303010" y="1019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2" name="9pxt_3_tuned_PredictedLigand_7">
            <a:extLst>
              <a:ext uri="{FF2B5EF4-FFF2-40B4-BE49-F238E27FC236}">
                <a16:creationId xmlns:a16="http://schemas.microsoft.com/office/drawing/2014/main" id="{14ACDB84-2ABB-40F1-97F4-283227F2534D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7753" y="949662"/>
                </a:moveTo>
                <a:lnTo>
                  <a:pt x="1168774" y="8636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3" name="9pxt_3_tuned_PredictedLigand_8">
            <a:extLst>
              <a:ext uri="{FF2B5EF4-FFF2-40B4-BE49-F238E27FC236}">
                <a16:creationId xmlns:a16="http://schemas.microsoft.com/office/drawing/2014/main" id="{F06BC22F-6600-4E0B-B2B2-051130B68B99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3010" y="1019539"/>
                </a:moveTo>
                <a:lnTo>
                  <a:pt x="1201723" y="10389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4" name="9pxt_3_tuned_PredictedLigand_9">
            <a:extLst>
              <a:ext uri="{FF2B5EF4-FFF2-40B4-BE49-F238E27FC236}">
                <a16:creationId xmlns:a16="http://schemas.microsoft.com/office/drawing/2014/main" id="{7BB2710C-5F9D-4770-8901-D6051E4BD692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6718" y="488104"/>
                </a:moveTo>
                <a:lnTo>
                  <a:pt x="2305553" y="5529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5" name="9pxt_3_tuned_PredictedLigand_10">
            <a:extLst>
              <a:ext uri="{FF2B5EF4-FFF2-40B4-BE49-F238E27FC236}">
                <a16:creationId xmlns:a16="http://schemas.microsoft.com/office/drawing/2014/main" id="{DE2AEBB8-EA89-4F14-B23B-F91155BBB04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1758" y="656354"/>
                </a:moveTo>
                <a:lnTo>
                  <a:pt x="2234560" y="6986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6" name="9pxt_3_tuned_PredictedLigand_11">
            <a:extLst>
              <a:ext uri="{FF2B5EF4-FFF2-40B4-BE49-F238E27FC236}">
                <a16:creationId xmlns:a16="http://schemas.microsoft.com/office/drawing/2014/main" id="{59179EF4-DC03-4407-8E19-F8884E6A72F7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7753" y="949662"/>
                </a:moveTo>
                <a:lnTo>
                  <a:pt x="1201723" y="10389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7" name="9pxt_3_tuned_PredictedLigand_12">
            <a:extLst>
              <a:ext uri="{FF2B5EF4-FFF2-40B4-BE49-F238E27FC236}">
                <a16:creationId xmlns:a16="http://schemas.microsoft.com/office/drawing/2014/main" id="{B41723B4-F9AE-4D9B-A71F-87352A1333CE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745" y="909907"/>
                </a:moveTo>
                <a:lnTo>
                  <a:pt x="1347430" y="9260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8" name="9pxt_3_tuned_PredictedLigand_13">
            <a:extLst>
              <a:ext uri="{FF2B5EF4-FFF2-40B4-BE49-F238E27FC236}">
                <a16:creationId xmlns:a16="http://schemas.microsoft.com/office/drawing/2014/main" id="{8D4DFBA2-E027-4D5A-8717-9F699FA93BB2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6718" y="488104"/>
                </a:moveTo>
                <a:lnTo>
                  <a:pt x="2284171" y="3952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29" name="9pxt_3_tuned_PredictedLigand_14">
            <a:extLst>
              <a:ext uri="{FF2B5EF4-FFF2-40B4-BE49-F238E27FC236}">
                <a16:creationId xmlns:a16="http://schemas.microsoft.com/office/drawing/2014/main" id="{505342E3-EEDB-454C-84E6-A44A10227463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583" y="974549"/>
                </a:moveTo>
                <a:lnTo>
                  <a:pt x="1425745" y="9099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0" name="9pxt_3_tuned_PredictedLigand_15">
            <a:extLst>
              <a:ext uri="{FF2B5EF4-FFF2-40B4-BE49-F238E27FC236}">
                <a16:creationId xmlns:a16="http://schemas.microsoft.com/office/drawing/2014/main" id="{BA8178EC-0B30-4674-A5F9-E776118C6E10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723" y="1038926"/>
                </a:moveTo>
                <a:lnTo>
                  <a:pt x="1188779" y="11006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1" name="9pxt_3_tuned_PredictedLigand_16">
            <a:extLst>
              <a:ext uri="{FF2B5EF4-FFF2-40B4-BE49-F238E27FC236}">
                <a16:creationId xmlns:a16="http://schemas.microsoft.com/office/drawing/2014/main" id="{D540AD9E-3489-40AB-8BEB-C9C4B96EA6D2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7331" y="938174"/>
                </a:moveTo>
                <a:lnTo>
                  <a:pt x="1127753" y="9496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2" name="9pxt_3_tuned_PredictedLigand_17">
            <a:extLst>
              <a:ext uri="{FF2B5EF4-FFF2-40B4-BE49-F238E27FC236}">
                <a16:creationId xmlns:a16="http://schemas.microsoft.com/office/drawing/2014/main" id="{6AD1A08E-D62A-4098-AC99-357B9E886B11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3132" y="534979"/>
                </a:moveTo>
                <a:lnTo>
                  <a:pt x="2266718" y="488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3" name="9pxt_3_tuned_PredictedLigand_18">
            <a:extLst>
              <a:ext uri="{FF2B5EF4-FFF2-40B4-BE49-F238E27FC236}">
                <a16:creationId xmlns:a16="http://schemas.microsoft.com/office/drawing/2014/main" id="{5EFC3E4A-2B11-4401-A60B-F3261B80CE0B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415" y="944233"/>
                </a:moveTo>
                <a:lnTo>
                  <a:pt x="1695722" y="9141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4" name="9pxt_3_tuned_PredictedLigand_19">
            <a:extLst>
              <a:ext uri="{FF2B5EF4-FFF2-40B4-BE49-F238E27FC236}">
                <a16:creationId xmlns:a16="http://schemas.microsoft.com/office/drawing/2014/main" id="{4278AB05-E650-40DD-B75E-DEC1A28B3E8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4560" y="698681"/>
                </a:moveTo>
                <a:lnTo>
                  <a:pt x="2189546" y="641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5" name="9pxt_3_tuned_PredictedLigand_20">
            <a:extLst>
              <a:ext uri="{FF2B5EF4-FFF2-40B4-BE49-F238E27FC236}">
                <a16:creationId xmlns:a16="http://schemas.microsoft.com/office/drawing/2014/main" id="{FF768D2D-A272-419D-8108-BE29DDBA8B2C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415" y="944233"/>
                </a:moveTo>
                <a:lnTo>
                  <a:pt x="1516583" y="9745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6" name="9pxt_3_tuned_PredictedLigand_21">
            <a:extLst>
              <a:ext uri="{FF2B5EF4-FFF2-40B4-BE49-F238E27FC236}">
                <a16:creationId xmlns:a16="http://schemas.microsoft.com/office/drawing/2014/main" id="{0CC0A919-69DE-4815-B1C9-ED796138133D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9546" y="641077"/>
                </a:moveTo>
                <a:lnTo>
                  <a:pt x="2203132" y="534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7" name="9pxt_3_tuned_PredictedLigand_22">
            <a:extLst>
              <a:ext uri="{FF2B5EF4-FFF2-40B4-BE49-F238E27FC236}">
                <a16:creationId xmlns:a16="http://schemas.microsoft.com/office/drawing/2014/main" id="{288777CD-1A3C-4934-8972-51242A8FD19C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415" y="944233"/>
                </a:moveTo>
                <a:lnTo>
                  <a:pt x="1652640" y="10360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8" name="9pxt_3_tuned_PredictedLigand_23">
            <a:extLst>
              <a:ext uri="{FF2B5EF4-FFF2-40B4-BE49-F238E27FC236}">
                <a16:creationId xmlns:a16="http://schemas.microsoft.com/office/drawing/2014/main" id="{ACE94A1C-2D19-4230-B7EB-4A12AC7A4623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8779" y="1100620"/>
                </a:moveTo>
                <a:lnTo>
                  <a:pt x="1146135" y="1083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39" name="9pxt_3_tuned_PredictedLigand_24">
            <a:extLst>
              <a:ext uri="{FF2B5EF4-FFF2-40B4-BE49-F238E27FC236}">
                <a16:creationId xmlns:a16="http://schemas.microsoft.com/office/drawing/2014/main" id="{5A25C989-4A2A-4E8A-9B7D-32E59FE5F73B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084" y="856805"/>
                </a:moveTo>
                <a:lnTo>
                  <a:pt x="1616415" y="9442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40" name="9pxt_3_tuned_PredictedLigand_25">
            <a:extLst>
              <a:ext uri="{FF2B5EF4-FFF2-40B4-BE49-F238E27FC236}">
                <a16:creationId xmlns:a16="http://schemas.microsoft.com/office/drawing/2014/main" id="{6166760D-0E74-4655-A199-A5361F43CBF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9546" y="641077"/>
                </a:moveTo>
                <a:lnTo>
                  <a:pt x="2125869" y="666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41" name="9pxt_3_tuned_PredictedLigand_26">
            <a:extLst>
              <a:ext uri="{FF2B5EF4-FFF2-40B4-BE49-F238E27FC236}">
                <a16:creationId xmlns:a16="http://schemas.microsoft.com/office/drawing/2014/main" id="{E41DE85B-9E68-4696-9C9D-F3FA3BB6D1FB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5422" y="494958"/>
                </a:moveTo>
                <a:lnTo>
                  <a:pt x="2203132" y="534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42" name="9pxt_3_tuned_PredictedLigand_27">
            <a:extLst>
              <a:ext uri="{FF2B5EF4-FFF2-40B4-BE49-F238E27FC236}">
                <a16:creationId xmlns:a16="http://schemas.microsoft.com/office/drawing/2014/main" id="{DB94BEB7-2E7C-475E-824C-C7F548962D5D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8130" y="991009"/>
                </a:moveTo>
                <a:lnTo>
                  <a:pt x="1097331" y="938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43" name="9pxt_3_tuned_PredictedLigand_28">
            <a:extLst>
              <a:ext uri="{FF2B5EF4-FFF2-40B4-BE49-F238E27FC236}">
                <a16:creationId xmlns:a16="http://schemas.microsoft.com/office/drawing/2014/main" id="{0A77E6D2-26C3-47D1-94AB-7B8D6AE0FA67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8130" y="991009"/>
                </a:moveTo>
                <a:lnTo>
                  <a:pt x="1146135" y="1083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44" name="9pxt_3_tuned_PredictedLigand_29">
            <a:extLst>
              <a:ext uri="{FF2B5EF4-FFF2-40B4-BE49-F238E27FC236}">
                <a16:creationId xmlns:a16="http://schemas.microsoft.com/office/drawing/2014/main" id="{08A70557-3BA3-4033-8346-2C90FD20F17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0284" y="769430"/>
                </a:moveTo>
                <a:lnTo>
                  <a:pt x="1996702" y="7977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45" name="9pxt_3_tuned_PredictedLigand_30">
            <a:extLst>
              <a:ext uri="{FF2B5EF4-FFF2-40B4-BE49-F238E27FC236}">
                <a16:creationId xmlns:a16="http://schemas.microsoft.com/office/drawing/2014/main" id="{0C564A4E-AD4D-4A38-A821-9A4E960F8C9F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6702" y="797754"/>
                </a:moveTo>
                <a:lnTo>
                  <a:pt x="1939392" y="8705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46" name="9pxt_3_tuned_PredictedLigand_31">
            <a:extLst>
              <a:ext uri="{FF2B5EF4-FFF2-40B4-BE49-F238E27FC236}">
                <a16:creationId xmlns:a16="http://schemas.microsoft.com/office/drawing/2014/main" id="{6671DD6B-FBB4-48C0-A74E-36D013F699F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0284" y="769430"/>
                </a:moveTo>
                <a:lnTo>
                  <a:pt x="2125869" y="666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47" name="9pxt_3_tuned_PredictedLigand_32">
            <a:extLst>
              <a:ext uri="{FF2B5EF4-FFF2-40B4-BE49-F238E27FC236}">
                <a16:creationId xmlns:a16="http://schemas.microsoft.com/office/drawing/2014/main" id="{0F72CDF2-346D-46C4-96C4-3BDC7A217A5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5869" y="666226"/>
                </a:moveTo>
                <a:lnTo>
                  <a:pt x="2097360" y="5773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48" name="9pxt_3_tuned_PredictedLigand_33">
            <a:extLst>
              <a:ext uri="{FF2B5EF4-FFF2-40B4-BE49-F238E27FC236}">
                <a16:creationId xmlns:a16="http://schemas.microsoft.com/office/drawing/2014/main" id="{5808B760-E063-4CC8-B06D-A97ACC41C52E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7360" y="577386"/>
                </a:moveTo>
                <a:lnTo>
                  <a:pt x="2145422" y="4949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49" name="9pxt_3_tuned_PredictedLigand_34">
            <a:extLst>
              <a:ext uri="{FF2B5EF4-FFF2-40B4-BE49-F238E27FC236}">
                <a16:creationId xmlns:a16="http://schemas.microsoft.com/office/drawing/2014/main" id="{ED06A1E4-6AD5-4C39-8FBF-AC6DE927CED4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392" y="870580"/>
                </a:moveTo>
                <a:lnTo>
                  <a:pt x="1829316" y="88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50" name="9pxt_3_tuned_PredictedLigand_35">
            <a:extLst>
              <a:ext uri="{FF2B5EF4-FFF2-40B4-BE49-F238E27FC236}">
                <a16:creationId xmlns:a16="http://schemas.microsoft.com/office/drawing/2014/main" id="{8AE4EC30-CD09-4CEA-8517-2AA12C50244C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6135" y="1083357"/>
                </a:moveTo>
                <a:lnTo>
                  <a:pt x="1149870" y="11497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51" name="9pxt_3_tuned_PredictedLigand_36">
            <a:extLst>
              <a:ext uri="{FF2B5EF4-FFF2-40B4-BE49-F238E27FC236}">
                <a16:creationId xmlns:a16="http://schemas.microsoft.com/office/drawing/2014/main" id="{92D7CCBE-F80D-47AE-A1EA-5D3211DDB1B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316" y="885881"/>
                </a:moveTo>
                <a:lnTo>
                  <a:pt x="1766989" y="805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52" name="9pxt_3_tuned_PredictedLigand_37">
            <a:extLst>
              <a:ext uri="{FF2B5EF4-FFF2-40B4-BE49-F238E27FC236}">
                <a16:creationId xmlns:a16="http://schemas.microsoft.com/office/drawing/2014/main" id="{B5FB22DF-EFEF-407F-B527-9184F7A04117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9809" y="810226"/>
                </a:moveTo>
                <a:lnTo>
                  <a:pt x="1585084" y="85680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53" name="9pxt_3_tuned_PredictedLigand_38">
            <a:extLst>
              <a:ext uri="{FF2B5EF4-FFF2-40B4-BE49-F238E27FC236}">
                <a16:creationId xmlns:a16="http://schemas.microsoft.com/office/drawing/2014/main" id="{E7B979DB-4AB6-4810-A8AB-B0261F85F74F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8817" y="963026"/>
                </a:moveTo>
                <a:lnTo>
                  <a:pt x="1098130" y="9910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54" name="9pxt_3_tuned_PredictedLigand_39">
            <a:extLst>
              <a:ext uri="{FF2B5EF4-FFF2-40B4-BE49-F238E27FC236}">
                <a16:creationId xmlns:a16="http://schemas.microsoft.com/office/drawing/2014/main" id="{6D738745-FD0E-4499-890A-C98BD6094BFE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6989" y="805609"/>
                </a:moveTo>
                <a:lnTo>
                  <a:pt x="1649809" y="810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55" name="9pxt_3_tuned_PredictedLigand_40">
            <a:extLst>
              <a:ext uri="{FF2B5EF4-FFF2-40B4-BE49-F238E27FC236}">
                <a16:creationId xmlns:a16="http://schemas.microsoft.com/office/drawing/2014/main" id="{F17D6E88-24B6-4DD7-B7A0-0F8916127009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482" y="794029"/>
                </a:moveTo>
                <a:lnTo>
                  <a:pt x="2090284" y="769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56" name="9pxt_3_tuned_PredictedLigand_41">
            <a:extLst>
              <a:ext uri="{FF2B5EF4-FFF2-40B4-BE49-F238E27FC236}">
                <a16:creationId xmlns:a16="http://schemas.microsoft.com/office/drawing/2014/main" id="{E44C437B-C028-404A-8D21-9DE0FB8B3CD4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392" y="870580"/>
                </a:moveTo>
                <a:lnTo>
                  <a:pt x="1963916" y="8442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57" name="9pxt_3_tuned_PredictedLigand_42">
            <a:extLst>
              <a:ext uri="{FF2B5EF4-FFF2-40B4-BE49-F238E27FC236}">
                <a16:creationId xmlns:a16="http://schemas.microsoft.com/office/drawing/2014/main" id="{EAA5CE7E-2FCA-4694-A626-747F937303BF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9809" y="810226"/>
                </a:moveTo>
                <a:lnTo>
                  <a:pt x="1615904" y="7089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58" name="9pxt_3_tuned_PredictedLigand_43">
            <a:extLst>
              <a:ext uri="{FF2B5EF4-FFF2-40B4-BE49-F238E27FC236}">
                <a16:creationId xmlns:a16="http://schemas.microsoft.com/office/drawing/2014/main" id="{32135D15-A5BA-4E21-865F-B2A54A6FE59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8817" y="963026"/>
                </a:moveTo>
                <a:lnTo>
                  <a:pt x="1016062" y="8763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59" name="9pxt_3_tuned_PredictedLigand_44">
            <a:extLst>
              <a:ext uri="{FF2B5EF4-FFF2-40B4-BE49-F238E27FC236}">
                <a16:creationId xmlns:a16="http://schemas.microsoft.com/office/drawing/2014/main" id="{13EA6B67-B1FE-4751-BA42-12C4779BED2F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870" y="1149759"/>
                </a:moveTo>
                <a:lnTo>
                  <a:pt x="1111491" y="11247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60" name="9pxt_3_tuned_PredictedLigand_45">
            <a:extLst>
              <a:ext uri="{FF2B5EF4-FFF2-40B4-BE49-F238E27FC236}">
                <a16:creationId xmlns:a16="http://schemas.microsoft.com/office/drawing/2014/main" id="{0FC480F8-C54D-4FE5-8604-DFD91ACD6655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9809" y="810226"/>
                </a:moveTo>
                <a:lnTo>
                  <a:pt x="1638206" y="8823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61" name="9pxt_3_tuned_PredictedLigand_46">
            <a:extLst>
              <a:ext uri="{FF2B5EF4-FFF2-40B4-BE49-F238E27FC236}">
                <a16:creationId xmlns:a16="http://schemas.microsoft.com/office/drawing/2014/main" id="{60C050AB-3B08-4619-8B29-4A5D12626899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3916" y="844264"/>
                </a:moveTo>
                <a:lnTo>
                  <a:pt x="2068482" y="7940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62" name="9pxt_3_tuned_PredictedLigand_47">
            <a:extLst>
              <a:ext uri="{FF2B5EF4-FFF2-40B4-BE49-F238E27FC236}">
                <a16:creationId xmlns:a16="http://schemas.microsoft.com/office/drawing/2014/main" id="{81EF3F50-5D91-4378-A3F9-DAC3E2A1CB57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032" y="1033486"/>
                </a:moveTo>
                <a:lnTo>
                  <a:pt x="1058817" y="9630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63" name="9pxt_3_tuned_PredictedLigand_48">
            <a:extLst>
              <a:ext uri="{FF2B5EF4-FFF2-40B4-BE49-F238E27FC236}">
                <a16:creationId xmlns:a16="http://schemas.microsoft.com/office/drawing/2014/main" id="{A518D519-47F4-48B7-8B1A-BD50D1B5DED6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2777" y="858650"/>
                </a:moveTo>
                <a:lnTo>
                  <a:pt x="2068482" y="7940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64" name="9pxt_3_tuned_PredictedLigand_49">
            <a:extLst>
              <a:ext uri="{FF2B5EF4-FFF2-40B4-BE49-F238E27FC236}">
                <a16:creationId xmlns:a16="http://schemas.microsoft.com/office/drawing/2014/main" id="{789DF46F-348F-432A-B0B8-63B1397411CE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3916" y="844264"/>
                </a:moveTo>
                <a:lnTo>
                  <a:pt x="1960912" y="9330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65" name="9pxt_3_tuned_PredictedLigand_50">
            <a:extLst>
              <a:ext uri="{FF2B5EF4-FFF2-40B4-BE49-F238E27FC236}">
                <a16:creationId xmlns:a16="http://schemas.microsoft.com/office/drawing/2014/main" id="{8C71E8C0-DF7F-4B70-8E77-D1E312452E5A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491" y="1124772"/>
                </a:moveTo>
                <a:lnTo>
                  <a:pt x="1069032" y="10334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66" name="9pxt_3_tuned_PredictedLigand_51">
            <a:extLst>
              <a:ext uri="{FF2B5EF4-FFF2-40B4-BE49-F238E27FC236}">
                <a16:creationId xmlns:a16="http://schemas.microsoft.com/office/drawing/2014/main" id="{06C39D82-57E0-4904-BF2B-56E28D8E7638}"/>
              </a:ext>
            </a:extLst>
          </p:cNvPr>
          <p:cNvSpPr>
            <a:spLocks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491" y="1124772"/>
                </a:moveTo>
                <a:lnTo>
                  <a:pt x="1117050" y="11913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67" name="9pxt_3_tuned_PredictedAtoms_0">
            <a:extLst>
              <a:ext uri="{FF2B5EF4-FFF2-40B4-BE49-F238E27FC236}">
                <a16:creationId xmlns:a16="http://schemas.microsoft.com/office/drawing/2014/main" id="{BCDECCCE-815A-4565-BFD2-96A2DDD4910B}"/>
              </a:ext>
            </a:extLst>
          </p:cNvPr>
          <p:cNvSpPr>
            <a:spLocks/>
          </p:cNvSpPr>
          <p:nvPr/>
        </p:nvSpPr>
        <p:spPr>
          <a:xfrm>
            <a:off x="5326984" y="16330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68" name="9pxt_3_tuned_PredictedAtoms_1">
            <a:extLst>
              <a:ext uri="{FF2B5EF4-FFF2-40B4-BE49-F238E27FC236}">
                <a16:creationId xmlns:a16="http://schemas.microsoft.com/office/drawing/2014/main" id="{4DEAC910-E674-4247-A608-595292723F8E}"/>
              </a:ext>
            </a:extLst>
          </p:cNvPr>
          <p:cNvSpPr>
            <a:spLocks/>
          </p:cNvSpPr>
          <p:nvPr/>
        </p:nvSpPr>
        <p:spPr>
          <a:xfrm>
            <a:off x="5252689" y="15684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69" name="9pxt_3_tuned_PredictedAtoms_2">
            <a:extLst>
              <a:ext uri="{FF2B5EF4-FFF2-40B4-BE49-F238E27FC236}">
                <a16:creationId xmlns:a16="http://schemas.microsoft.com/office/drawing/2014/main" id="{6A3DF9B1-29D5-40F7-AF76-DA17607D78B1}"/>
              </a:ext>
            </a:extLst>
          </p:cNvPr>
          <p:cNvSpPr>
            <a:spLocks/>
          </p:cNvSpPr>
          <p:nvPr/>
        </p:nvSpPr>
        <p:spPr>
          <a:xfrm>
            <a:off x="5274491" y="15438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70" name="9pxt_3_tuned_PredictedAtoms_3">
            <a:extLst>
              <a:ext uri="{FF2B5EF4-FFF2-40B4-BE49-F238E27FC236}">
                <a16:creationId xmlns:a16="http://schemas.microsoft.com/office/drawing/2014/main" id="{0309BF2A-4E15-4040-A41C-96AA1E8F0063}"/>
              </a:ext>
            </a:extLst>
          </p:cNvPr>
          <p:cNvSpPr>
            <a:spLocks/>
          </p:cNvSpPr>
          <p:nvPr/>
        </p:nvSpPr>
        <p:spPr>
          <a:xfrm>
            <a:off x="5310077" y="14406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71" name="9pxt_3_tuned_PredictedAtoms_4">
            <a:extLst>
              <a:ext uri="{FF2B5EF4-FFF2-40B4-BE49-F238E27FC236}">
                <a16:creationId xmlns:a16="http://schemas.microsoft.com/office/drawing/2014/main" id="{93D68D7E-4769-43C8-AD0C-86A66F725659}"/>
              </a:ext>
            </a:extLst>
          </p:cNvPr>
          <p:cNvSpPr>
            <a:spLocks/>
          </p:cNvSpPr>
          <p:nvPr/>
        </p:nvSpPr>
        <p:spPr>
          <a:xfrm>
            <a:off x="5281567" y="135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72" name="9pxt_3_tuned_PredictedAtoms_5">
            <a:extLst>
              <a:ext uri="{FF2B5EF4-FFF2-40B4-BE49-F238E27FC236}">
                <a16:creationId xmlns:a16="http://schemas.microsoft.com/office/drawing/2014/main" id="{B432B9DA-B7F2-4CFF-B66E-4A50DC9D4493}"/>
              </a:ext>
            </a:extLst>
          </p:cNvPr>
          <p:cNvSpPr>
            <a:spLocks/>
          </p:cNvSpPr>
          <p:nvPr/>
        </p:nvSpPr>
        <p:spPr>
          <a:xfrm>
            <a:off x="5329629" y="12693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73" name="9pxt_3_tuned_PredictedAtoms_6">
            <a:extLst>
              <a:ext uri="{FF2B5EF4-FFF2-40B4-BE49-F238E27FC236}">
                <a16:creationId xmlns:a16="http://schemas.microsoft.com/office/drawing/2014/main" id="{910944B1-CCFD-4868-8A02-810A4CF5010C}"/>
              </a:ext>
            </a:extLst>
          </p:cNvPr>
          <p:cNvSpPr>
            <a:spLocks/>
          </p:cNvSpPr>
          <p:nvPr/>
        </p:nvSpPr>
        <p:spPr>
          <a:xfrm>
            <a:off x="5387340" y="130936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74" name="9pxt_3_tuned_PredictedAtoms_7">
            <a:extLst>
              <a:ext uri="{FF2B5EF4-FFF2-40B4-BE49-F238E27FC236}">
                <a16:creationId xmlns:a16="http://schemas.microsoft.com/office/drawing/2014/main" id="{AE21320B-594C-4872-A619-BCDDD453098A}"/>
              </a:ext>
            </a:extLst>
          </p:cNvPr>
          <p:cNvSpPr>
            <a:spLocks/>
          </p:cNvSpPr>
          <p:nvPr/>
        </p:nvSpPr>
        <p:spPr>
          <a:xfrm>
            <a:off x="5450925" y="1262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75" name="9pxt_3_tuned_PredictedAtoms_8">
            <a:extLst>
              <a:ext uri="{FF2B5EF4-FFF2-40B4-BE49-F238E27FC236}">
                <a16:creationId xmlns:a16="http://schemas.microsoft.com/office/drawing/2014/main" id="{FB11C680-F25D-4F5C-98F0-A785BA7F036D}"/>
              </a:ext>
            </a:extLst>
          </p:cNvPr>
          <p:cNvSpPr>
            <a:spLocks/>
          </p:cNvSpPr>
          <p:nvPr/>
        </p:nvSpPr>
        <p:spPr>
          <a:xfrm>
            <a:off x="5468378" y="1169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76" name="9pxt_3_tuned_PredictedAtoms_9">
            <a:extLst>
              <a:ext uri="{FF2B5EF4-FFF2-40B4-BE49-F238E27FC236}">
                <a16:creationId xmlns:a16="http://schemas.microsoft.com/office/drawing/2014/main" id="{7D74A24C-D0A8-4F7C-ACA8-CDCBD88C71C9}"/>
              </a:ext>
            </a:extLst>
          </p:cNvPr>
          <p:cNvSpPr>
            <a:spLocks/>
          </p:cNvSpPr>
          <p:nvPr/>
        </p:nvSpPr>
        <p:spPr>
          <a:xfrm>
            <a:off x="5489761" y="13273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77" name="9pxt_3_tuned_PredictedAtoms_10">
            <a:extLst>
              <a:ext uri="{FF2B5EF4-FFF2-40B4-BE49-F238E27FC236}">
                <a16:creationId xmlns:a16="http://schemas.microsoft.com/office/drawing/2014/main" id="{1D7641F9-3AF5-4008-B79E-71790E2B5675}"/>
              </a:ext>
            </a:extLst>
          </p:cNvPr>
          <p:cNvSpPr>
            <a:spLocks/>
          </p:cNvSpPr>
          <p:nvPr/>
        </p:nvSpPr>
        <p:spPr>
          <a:xfrm>
            <a:off x="5475965" y="14307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78" name="9pxt_3_tuned_PredictedAtoms_11">
            <a:extLst>
              <a:ext uri="{FF2B5EF4-FFF2-40B4-BE49-F238E27FC236}">
                <a16:creationId xmlns:a16="http://schemas.microsoft.com/office/drawing/2014/main" id="{C864A9DE-F37F-4AAF-86DA-EA113634EC55}"/>
              </a:ext>
            </a:extLst>
          </p:cNvPr>
          <p:cNvSpPr>
            <a:spLocks/>
          </p:cNvSpPr>
          <p:nvPr/>
        </p:nvSpPr>
        <p:spPr>
          <a:xfrm>
            <a:off x="5517656" y="14910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79" name="9pxt_3_tuned_PredictedAtoms_12">
            <a:extLst>
              <a:ext uri="{FF2B5EF4-FFF2-40B4-BE49-F238E27FC236}">
                <a16:creationId xmlns:a16="http://schemas.microsoft.com/office/drawing/2014/main" id="{07572F89-82AE-4FB6-8C2C-C5B7EF318828}"/>
              </a:ext>
            </a:extLst>
          </p:cNvPr>
          <p:cNvSpPr>
            <a:spLocks/>
          </p:cNvSpPr>
          <p:nvPr/>
        </p:nvSpPr>
        <p:spPr>
          <a:xfrm>
            <a:off x="5418768" y="1473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80" name="9pxt_3_tuned_PredictedAtoms_13">
            <a:extLst>
              <a:ext uri="{FF2B5EF4-FFF2-40B4-BE49-F238E27FC236}">
                <a16:creationId xmlns:a16="http://schemas.microsoft.com/office/drawing/2014/main" id="{702B3828-D5C3-45D8-962A-77D3090ADA7B}"/>
              </a:ext>
            </a:extLst>
          </p:cNvPr>
          <p:cNvSpPr>
            <a:spLocks/>
          </p:cNvSpPr>
          <p:nvPr/>
        </p:nvSpPr>
        <p:spPr>
          <a:xfrm>
            <a:off x="5373754" y="14154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81" name="9pxt_3_tuned_PredictedAtoms_14">
            <a:extLst>
              <a:ext uri="{FF2B5EF4-FFF2-40B4-BE49-F238E27FC236}">
                <a16:creationId xmlns:a16="http://schemas.microsoft.com/office/drawing/2014/main" id="{E033DBBB-4A51-445F-A91C-6988080B5D00}"/>
              </a:ext>
            </a:extLst>
          </p:cNvPr>
          <p:cNvSpPr>
            <a:spLocks/>
          </p:cNvSpPr>
          <p:nvPr/>
        </p:nvSpPr>
        <p:spPr>
          <a:xfrm>
            <a:off x="5180910" y="15721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82" name="9pxt_3_tuned_PredictedAtoms_15">
            <a:extLst>
              <a:ext uri="{FF2B5EF4-FFF2-40B4-BE49-F238E27FC236}">
                <a16:creationId xmlns:a16="http://schemas.microsoft.com/office/drawing/2014/main" id="{FB2BF227-D398-454E-8D91-2CF521B0EF2B}"/>
              </a:ext>
            </a:extLst>
          </p:cNvPr>
          <p:cNvSpPr>
            <a:spLocks/>
          </p:cNvSpPr>
          <p:nvPr/>
        </p:nvSpPr>
        <p:spPr>
          <a:xfrm>
            <a:off x="5123599" y="16449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83" name="9pxt_3_tuned_PredictedAtoms_16">
            <a:extLst>
              <a:ext uri="{FF2B5EF4-FFF2-40B4-BE49-F238E27FC236}">
                <a16:creationId xmlns:a16="http://schemas.microsoft.com/office/drawing/2014/main" id="{36F7B68D-DD14-4C76-8726-6E275028ED1D}"/>
              </a:ext>
            </a:extLst>
          </p:cNvPr>
          <p:cNvSpPr>
            <a:spLocks/>
          </p:cNvSpPr>
          <p:nvPr/>
        </p:nvSpPr>
        <p:spPr>
          <a:xfrm>
            <a:off x="5013523" y="16602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84" name="9pxt_3_tuned_PredictedAtoms_17">
            <a:extLst>
              <a:ext uri="{FF2B5EF4-FFF2-40B4-BE49-F238E27FC236}">
                <a16:creationId xmlns:a16="http://schemas.microsoft.com/office/drawing/2014/main" id="{6589F1A1-30D0-4213-A9BC-EB5821EBD4E0}"/>
              </a:ext>
            </a:extLst>
          </p:cNvPr>
          <p:cNvSpPr>
            <a:spLocks/>
          </p:cNvSpPr>
          <p:nvPr/>
        </p:nvSpPr>
        <p:spPr>
          <a:xfrm>
            <a:off x="4951196" y="15799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85" name="9pxt_3_tuned_PredictedAtoms_18">
            <a:extLst>
              <a:ext uri="{FF2B5EF4-FFF2-40B4-BE49-F238E27FC236}">
                <a16:creationId xmlns:a16="http://schemas.microsoft.com/office/drawing/2014/main" id="{059C99EB-9BD0-4CB8-82C7-215E185BE439}"/>
              </a:ext>
            </a:extLst>
          </p:cNvPr>
          <p:cNvSpPr>
            <a:spLocks/>
          </p:cNvSpPr>
          <p:nvPr/>
        </p:nvSpPr>
        <p:spPr>
          <a:xfrm>
            <a:off x="4834017" y="15846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86" name="9pxt_3_tuned_PredictedAtoms_19">
            <a:extLst>
              <a:ext uri="{FF2B5EF4-FFF2-40B4-BE49-F238E27FC236}">
                <a16:creationId xmlns:a16="http://schemas.microsoft.com/office/drawing/2014/main" id="{C3E065BF-A9F4-4341-A551-791EF45F5221}"/>
              </a:ext>
            </a:extLst>
          </p:cNvPr>
          <p:cNvSpPr>
            <a:spLocks/>
          </p:cNvSpPr>
          <p:nvPr/>
        </p:nvSpPr>
        <p:spPr>
          <a:xfrm>
            <a:off x="4800111" y="14833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87" name="9pxt_3_tuned_PredictedAtoms_20">
            <a:extLst>
              <a:ext uri="{FF2B5EF4-FFF2-40B4-BE49-F238E27FC236}">
                <a16:creationId xmlns:a16="http://schemas.microsoft.com/office/drawing/2014/main" id="{55090E92-63C0-47AA-8DD4-572EDF3C6771}"/>
              </a:ext>
            </a:extLst>
          </p:cNvPr>
          <p:cNvSpPr>
            <a:spLocks/>
          </p:cNvSpPr>
          <p:nvPr/>
        </p:nvSpPr>
        <p:spPr>
          <a:xfrm>
            <a:off x="4822413" y="16567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88" name="9pxt_3_tuned_PredictedAtoms_21">
            <a:extLst>
              <a:ext uri="{FF2B5EF4-FFF2-40B4-BE49-F238E27FC236}">
                <a16:creationId xmlns:a16="http://schemas.microsoft.com/office/drawing/2014/main" id="{59AC3223-3BB0-4AF1-93BD-409E7BF211EF}"/>
              </a:ext>
            </a:extLst>
          </p:cNvPr>
          <p:cNvSpPr>
            <a:spLocks/>
          </p:cNvSpPr>
          <p:nvPr/>
        </p:nvSpPr>
        <p:spPr>
          <a:xfrm>
            <a:off x="4769291" y="16311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89" name="9pxt_3_tuned_PredictedAtoms_22">
            <a:extLst>
              <a:ext uri="{FF2B5EF4-FFF2-40B4-BE49-F238E27FC236}">
                <a16:creationId xmlns:a16="http://schemas.microsoft.com/office/drawing/2014/main" id="{4751F785-0652-4136-A7CC-7EADD1DEB7E8}"/>
              </a:ext>
            </a:extLst>
          </p:cNvPr>
          <p:cNvSpPr>
            <a:spLocks/>
          </p:cNvSpPr>
          <p:nvPr/>
        </p:nvSpPr>
        <p:spPr>
          <a:xfrm>
            <a:off x="4800623" y="17186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90" name="9pxt_3_tuned_PredictedAtoms_23">
            <a:extLst>
              <a:ext uri="{FF2B5EF4-FFF2-40B4-BE49-F238E27FC236}">
                <a16:creationId xmlns:a16="http://schemas.microsoft.com/office/drawing/2014/main" id="{AE468922-85E7-47B0-9D33-1E74C53AF418}"/>
              </a:ext>
            </a:extLst>
          </p:cNvPr>
          <p:cNvSpPr>
            <a:spLocks/>
          </p:cNvSpPr>
          <p:nvPr/>
        </p:nvSpPr>
        <p:spPr>
          <a:xfrm>
            <a:off x="4879930" y="16885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91" name="9pxt_3_tuned_PredictedAtoms_24">
            <a:extLst>
              <a:ext uri="{FF2B5EF4-FFF2-40B4-BE49-F238E27FC236}">
                <a16:creationId xmlns:a16="http://schemas.microsoft.com/office/drawing/2014/main" id="{88738A67-6651-4B48-987C-A20F47956EB9}"/>
              </a:ext>
            </a:extLst>
          </p:cNvPr>
          <p:cNvSpPr>
            <a:spLocks/>
          </p:cNvSpPr>
          <p:nvPr/>
        </p:nvSpPr>
        <p:spPr>
          <a:xfrm>
            <a:off x="4836848" y="18104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92" name="9pxt_3_tuned_PredictedAtoms_25">
            <a:extLst>
              <a:ext uri="{FF2B5EF4-FFF2-40B4-BE49-F238E27FC236}">
                <a16:creationId xmlns:a16="http://schemas.microsoft.com/office/drawing/2014/main" id="{B3A16C5E-CEEB-46FC-AABB-B40DD4F1F996}"/>
              </a:ext>
            </a:extLst>
          </p:cNvPr>
          <p:cNvSpPr>
            <a:spLocks/>
          </p:cNvSpPr>
          <p:nvPr/>
        </p:nvSpPr>
        <p:spPr>
          <a:xfrm>
            <a:off x="4700790" y="17489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93" name="9pxt_3_tuned_PredictedAtoms_26">
            <a:extLst>
              <a:ext uri="{FF2B5EF4-FFF2-40B4-BE49-F238E27FC236}">
                <a16:creationId xmlns:a16="http://schemas.microsoft.com/office/drawing/2014/main" id="{6894CA66-6FEA-426E-8B32-4AF110D5A2BD}"/>
              </a:ext>
            </a:extLst>
          </p:cNvPr>
          <p:cNvSpPr>
            <a:spLocks/>
          </p:cNvSpPr>
          <p:nvPr/>
        </p:nvSpPr>
        <p:spPr>
          <a:xfrm>
            <a:off x="4609953" y="16842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94" name="9pxt_3_tuned_PredictedAtoms_27">
            <a:extLst>
              <a:ext uri="{FF2B5EF4-FFF2-40B4-BE49-F238E27FC236}">
                <a16:creationId xmlns:a16="http://schemas.microsoft.com/office/drawing/2014/main" id="{FF2F3DF8-C0D1-43A1-8AD8-6D63714D82A9}"/>
              </a:ext>
            </a:extLst>
          </p:cNvPr>
          <p:cNvSpPr>
            <a:spLocks/>
          </p:cNvSpPr>
          <p:nvPr/>
        </p:nvSpPr>
        <p:spPr>
          <a:xfrm>
            <a:off x="4531637" y="17004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95" name="9pxt_3_tuned_PredictedAtoms_28">
            <a:extLst>
              <a:ext uri="{FF2B5EF4-FFF2-40B4-BE49-F238E27FC236}">
                <a16:creationId xmlns:a16="http://schemas.microsoft.com/office/drawing/2014/main" id="{233FE19F-2AFE-409A-A61D-ECEB9F8A608A}"/>
              </a:ext>
            </a:extLst>
          </p:cNvPr>
          <p:cNvSpPr>
            <a:spLocks/>
          </p:cNvSpPr>
          <p:nvPr/>
        </p:nvSpPr>
        <p:spPr>
          <a:xfrm>
            <a:off x="4487218" y="17939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96" name="9pxt_3_tuned_PredictedAtoms_29">
            <a:extLst>
              <a:ext uri="{FF2B5EF4-FFF2-40B4-BE49-F238E27FC236}">
                <a16:creationId xmlns:a16="http://schemas.microsoft.com/office/drawing/2014/main" id="{E26A0709-DD26-49F7-972A-E3FF2B1210AE}"/>
              </a:ext>
            </a:extLst>
          </p:cNvPr>
          <p:cNvSpPr>
            <a:spLocks/>
          </p:cNvSpPr>
          <p:nvPr/>
        </p:nvSpPr>
        <p:spPr>
          <a:xfrm>
            <a:off x="4385930" y="18133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97" name="9pxt_3_tuned_PredictedAtoms_30">
            <a:extLst>
              <a:ext uri="{FF2B5EF4-FFF2-40B4-BE49-F238E27FC236}">
                <a16:creationId xmlns:a16="http://schemas.microsoft.com/office/drawing/2014/main" id="{A31609BC-970F-4F1A-960B-D50CDD6CF427}"/>
              </a:ext>
            </a:extLst>
          </p:cNvPr>
          <p:cNvSpPr>
            <a:spLocks/>
          </p:cNvSpPr>
          <p:nvPr/>
        </p:nvSpPr>
        <p:spPr>
          <a:xfrm>
            <a:off x="4372987" y="18750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98" name="9pxt_3_tuned_PredictedAtoms_31">
            <a:extLst>
              <a:ext uri="{FF2B5EF4-FFF2-40B4-BE49-F238E27FC236}">
                <a16:creationId xmlns:a16="http://schemas.microsoft.com/office/drawing/2014/main" id="{1920F698-A710-482D-B3C1-25979CE1215B}"/>
              </a:ext>
            </a:extLst>
          </p:cNvPr>
          <p:cNvSpPr>
            <a:spLocks/>
          </p:cNvSpPr>
          <p:nvPr/>
        </p:nvSpPr>
        <p:spPr>
          <a:xfrm>
            <a:off x="4330342" y="1857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99" name="9pxt_3_tuned_PredictedAtoms_32">
            <a:extLst>
              <a:ext uri="{FF2B5EF4-FFF2-40B4-BE49-F238E27FC236}">
                <a16:creationId xmlns:a16="http://schemas.microsoft.com/office/drawing/2014/main" id="{78FC253B-BB41-477B-AC16-44E327CCCBFC}"/>
              </a:ext>
            </a:extLst>
          </p:cNvPr>
          <p:cNvSpPr>
            <a:spLocks/>
          </p:cNvSpPr>
          <p:nvPr/>
        </p:nvSpPr>
        <p:spPr>
          <a:xfrm>
            <a:off x="4334078" y="19241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300" name="9pxt_3_tuned_PredictedAtoms_33">
            <a:extLst>
              <a:ext uri="{FF2B5EF4-FFF2-40B4-BE49-F238E27FC236}">
                <a16:creationId xmlns:a16="http://schemas.microsoft.com/office/drawing/2014/main" id="{B3C5AA20-CACA-48C3-A605-D4DE5B5F771C}"/>
              </a:ext>
            </a:extLst>
          </p:cNvPr>
          <p:cNvSpPr>
            <a:spLocks/>
          </p:cNvSpPr>
          <p:nvPr/>
        </p:nvSpPr>
        <p:spPr>
          <a:xfrm>
            <a:off x="4295698" y="1899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301" name="9pxt_3_tuned_PredictedAtoms_34">
            <a:extLst>
              <a:ext uri="{FF2B5EF4-FFF2-40B4-BE49-F238E27FC236}">
                <a16:creationId xmlns:a16="http://schemas.microsoft.com/office/drawing/2014/main" id="{631D74B0-2030-46BD-80A9-8F0878C6C97B}"/>
              </a:ext>
            </a:extLst>
          </p:cNvPr>
          <p:cNvSpPr>
            <a:spLocks/>
          </p:cNvSpPr>
          <p:nvPr/>
        </p:nvSpPr>
        <p:spPr>
          <a:xfrm>
            <a:off x="4301257" y="19657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302" name="9pxt_3_tuned_PredictedAtoms_35">
            <a:extLst>
              <a:ext uri="{FF2B5EF4-FFF2-40B4-BE49-F238E27FC236}">
                <a16:creationId xmlns:a16="http://schemas.microsoft.com/office/drawing/2014/main" id="{973060B5-991B-42C7-A0ED-5739A258B2E8}"/>
              </a:ext>
            </a:extLst>
          </p:cNvPr>
          <p:cNvSpPr>
            <a:spLocks/>
          </p:cNvSpPr>
          <p:nvPr/>
        </p:nvSpPr>
        <p:spPr>
          <a:xfrm>
            <a:off x="4253239" y="18078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303" name="9pxt_3_tuned_PredictedAtoms_36">
            <a:extLst>
              <a:ext uri="{FF2B5EF4-FFF2-40B4-BE49-F238E27FC236}">
                <a16:creationId xmlns:a16="http://schemas.microsoft.com/office/drawing/2014/main" id="{4CC81F89-785A-4B52-BAE1-CA018D2F91CD}"/>
              </a:ext>
            </a:extLst>
          </p:cNvPr>
          <p:cNvSpPr>
            <a:spLocks/>
          </p:cNvSpPr>
          <p:nvPr/>
        </p:nvSpPr>
        <p:spPr>
          <a:xfrm>
            <a:off x="4243024" y="17374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304" name="9pxt_3_tuned_PredictedAtoms_37">
            <a:extLst>
              <a:ext uri="{FF2B5EF4-FFF2-40B4-BE49-F238E27FC236}">
                <a16:creationId xmlns:a16="http://schemas.microsoft.com/office/drawing/2014/main" id="{3E71730C-3E06-49DF-88BB-D6D0F07AF5A3}"/>
              </a:ext>
            </a:extLst>
          </p:cNvPr>
          <p:cNvSpPr>
            <a:spLocks/>
          </p:cNvSpPr>
          <p:nvPr/>
        </p:nvSpPr>
        <p:spPr>
          <a:xfrm>
            <a:off x="4200270" y="16507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305" name="9pxt_3_tuned_PredictedAtoms_38">
            <a:extLst>
              <a:ext uri="{FF2B5EF4-FFF2-40B4-BE49-F238E27FC236}">
                <a16:creationId xmlns:a16="http://schemas.microsoft.com/office/drawing/2014/main" id="{1FB360E3-93E1-4C68-BACF-01005645232A}"/>
              </a:ext>
            </a:extLst>
          </p:cNvPr>
          <p:cNvSpPr>
            <a:spLocks/>
          </p:cNvSpPr>
          <p:nvPr/>
        </p:nvSpPr>
        <p:spPr>
          <a:xfrm>
            <a:off x="4282338" y="17653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306" name="9pxt_3_tuned_PredictedAtoms_39">
            <a:extLst>
              <a:ext uri="{FF2B5EF4-FFF2-40B4-BE49-F238E27FC236}">
                <a16:creationId xmlns:a16="http://schemas.microsoft.com/office/drawing/2014/main" id="{738C44AE-9B75-4DEA-B0AD-C00795F59939}"/>
              </a:ext>
            </a:extLst>
          </p:cNvPr>
          <p:cNvSpPr>
            <a:spLocks/>
          </p:cNvSpPr>
          <p:nvPr/>
        </p:nvSpPr>
        <p:spPr>
          <a:xfrm>
            <a:off x="4281539" y="17125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307" name="9pxt_3_tuned_PredictedAtoms_40">
            <a:extLst>
              <a:ext uri="{FF2B5EF4-FFF2-40B4-BE49-F238E27FC236}">
                <a16:creationId xmlns:a16="http://schemas.microsoft.com/office/drawing/2014/main" id="{82E31CB4-BFDD-437B-A791-2B56B12D5047}"/>
              </a:ext>
            </a:extLst>
          </p:cNvPr>
          <p:cNvSpPr>
            <a:spLocks/>
          </p:cNvSpPr>
          <p:nvPr/>
        </p:nvSpPr>
        <p:spPr>
          <a:xfrm>
            <a:off x="4311960" y="17240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308" name="9pxt_3_tuned_PredictedAtoms_41">
            <a:extLst>
              <a:ext uri="{FF2B5EF4-FFF2-40B4-BE49-F238E27FC236}">
                <a16:creationId xmlns:a16="http://schemas.microsoft.com/office/drawing/2014/main" id="{F487FB0A-AF16-4277-94B9-10AC33B74282}"/>
              </a:ext>
            </a:extLst>
          </p:cNvPr>
          <p:cNvSpPr>
            <a:spLocks/>
          </p:cNvSpPr>
          <p:nvPr/>
        </p:nvSpPr>
        <p:spPr>
          <a:xfrm>
            <a:off x="4352982" y="16380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309" name="9pxt_3_tuned_PredictedAtoms_42">
            <a:extLst>
              <a:ext uri="{FF2B5EF4-FFF2-40B4-BE49-F238E27FC236}">
                <a16:creationId xmlns:a16="http://schemas.microsoft.com/office/drawing/2014/main" id="{B9C03C92-584C-4DE8-B54B-1496A147A83E}"/>
              </a:ext>
            </a:extLst>
          </p:cNvPr>
          <p:cNvSpPr>
            <a:spLocks/>
          </p:cNvSpPr>
          <p:nvPr/>
        </p:nvSpPr>
        <p:spPr>
          <a:xfrm>
            <a:off x="4257141" y="15550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310" name="9pxt_3_tuned_PredictedAtoms_43">
            <a:extLst>
              <a:ext uri="{FF2B5EF4-FFF2-40B4-BE49-F238E27FC236}">
                <a16:creationId xmlns:a16="http://schemas.microsoft.com/office/drawing/2014/main" id="{BB6E1531-6BF1-4651-AFA0-5D19EC5700F6}"/>
              </a:ext>
            </a:extLst>
          </p:cNvPr>
          <p:cNvSpPr>
            <a:spLocks/>
          </p:cNvSpPr>
          <p:nvPr/>
        </p:nvSpPr>
        <p:spPr>
          <a:xfrm>
            <a:off x="4455796" y="162086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311" name="9pxt_3_tuned_PredictedAtoms_44">
            <a:extLst>
              <a:ext uri="{FF2B5EF4-FFF2-40B4-BE49-F238E27FC236}">
                <a16:creationId xmlns:a16="http://schemas.microsoft.com/office/drawing/2014/main" id="{7AFF584E-33C0-42E2-A667-3D71AABB9AC6}"/>
              </a:ext>
            </a:extLst>
          </p:cNvPr>
          <p:cNvSpPr>
            <a:spLocks/>
          </p:cNvSpPr>
          <p:nvPr/>
        </p:nvSpPr>
        <p:spPr>
          <a:xfrm>
            <a:off x="4507027" y="14918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312" name="9pxt_3_tuned_PredictedAtoms_45">
            <a:extLst>
              <a:ext uri="{FF2B5EF4-FFF2-40B4-BE49-F238E27FC236}">
                <a16:creationId xmlns:a16="http://schemas.microsoft.com/office/drawing/2014/main" id="{FEDFEAFF-CDF8-42A2-9349-D5710D40DBF6}"/>
              </a:ext>
            </a:extLst>
          </p:cNvPr>
          <p:cNvSpPr>
            <a:spLocks/>
          </p:cNvSpPr>
          <p:nvPr/>
        </p:nvSpPr>
        <p:spPr>
          <a:xfrm>
            <a:off x="5148124" y="16186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313" name="9pxt_3_tuned_PredictedAtoms_46">
            <a:extLst>
              <a:ext uri="{FF2B5EF4-FFF2-40B4-BE49-F238E27FC236}">
                <a16:creationId xmlns:a16="http://schemas.microsoft.com/office/drawing/2014/main" id="{FB5657DC-E070-4338-A997-AFE0C53F05A3}"/>
              </a:ext>
            </a:extLst>
          </p:cNvPr>
          <p:cNvSpPr>
            <a:spLocks/>
          </p:cNvSpPr>
          <p:nvPr/>
        </p:nvSpPr>
        <p:spPr>
          <a:xfrm>
            <a:off x="5145120" y="17074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314" name="stage3-cases-clash_9">
            <a:extLst>
              <a:ext uri="{FF2B5EF4-FFF2-40B4-BE49-F238E27FC236}">
                <a16:creationId xmlns:a16="http://schemas.microsoft.com/office/drawing/2014/main" id="{9B075EA5-FCA2-496B-9065-2E65EE6C88FE}"/>
              </a:ext>
            </a:extLst>
          </p:cNvPr>
          <p:cNvSpPr>
            <a:spLocks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0.72 Å   D 72%   Clash 0</a:t>
            </a:r>
          </a:p>
        </p:txBody>
      </p:sp>
      <p:sp>
        <p:nvSpPr>
          <p:cNvPr id="315" name="9pxt_3_build_Receptor">
            <a:extLst>
              <a:ext uri="{FF2B5EF4-FFF2-40B4-BE49-F238E27FC236}">
                <a16:creationId xmlns:a16="http://schemas.microsoft.com/office/drawing/2014/main" id="{A00DA821-870C-4821-A55D-30BE6C84B30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4828" y="486422"/>
                </a:moveTo>
                <a:lnTo>
                  <a:pt x="1434321" y="505000"/>
                </a:lnTo>
                <a:moveTo>
                  <a:pt x="1270308" y="455987"/>
                </a:moveTo>
                <a:lnTo>
                  <a:pt x="1344828" y="486422"/>
                </a:lnTo>
                <a:moveTo>
                  <a:pt x="2556742" y="1052266"/>
                </a:moveTo>
                <a:lnTo>
                  <a:pt x="2625450" y="1117918"/>
                </a:lnTo>
                <a:moveTo>
                  <a:pt x="2462633" y="1105987"/>
                </a:moveTo>
                <a:lnTo>
                  <a:pt x="2477147" y="1199130"/>
                </a:lnTo>
                <a:moveTo>
                  <a:pt x="1232235" y="352216"/>
                </a:moveTo>
                <a:lnTo>
                  <a:pt x="1270308" y="455987"/>
                </a:lnTo>
                <a:moveTo>
                  <a:pt x="2462633" y="1105987"/>
                </a:moveTo>
                <a:lnTo>
                  <a:pt x="2556742" y="1052266"/>
                </a:lnTo>
                <a:moveTo>
                  <a:pt x="1270308" y="455987"/>
                </a:moveTo>
                <a:lnTo>
                  <a:pt x="1178553" y="528894"/>
                </a:lnTo>
                <a:moveTo>
                  <a:pt x="2556742" y="1052266"/>
                </a:moveTo>
                <a:lnTo>
                  <a:pt x="2589588" y="954799"/>
                </a:lnTo>
                <a:moveTo>
                  <a:pt x="1178553" y="528894"/>
                </a:moveTo>
                <a:lnTo>
                  <a:pt x="1205618" y="662195"/>
                </a:lnTo>
                <a:moveTo>
                  <a:pt x="1251354" y="1031764"/>
                </a:moveTo>
                <a:lnTo>
                  <a:pt x="1212129" y="1039034"/>
                </a:lnTo>
                <a:moveTo>
                  <a:pt x="2368126" y="1066761"/>
                </a:moveTo>
                <a:lnTo>
                  <a:pt x="2462633" y="1105987"/>
                </a:lnTo>
                <a:moveTo>
                  <a:pt x="1705977" y="853971"/>
                </a:moveTo>
                <a:lnTo>
                  <a:pt x="1663223" y="792336"/>
                </a:lnTo>
                <a:moveTo>
                  <a:pt x="1814327" y="1006179"/>
                </a:moveTo>
                <a:lnTo>
                  <a:pt x="1710946" y="965723"/>
                </a:lnTo>
                <a:moveTo>
                  <a:pt x="2471248" y="531508"/>
                </a:moveTo>
                <a:lnTo>
                  <a:pt x="2496553" y="451770"/>
                </a:lnTo>
                <a:moveTo>
                  <a:pt x="1710946" y="965723"/>
                </a:moveTo>
                <a:lnTo>
                  <a:pt x="1705977" y="853971"/>
                </a:lnTo>
                <a:moveTo>
                  <a:pt x="1212129" y="1039034"/>
                </a:moveTo>
                <a:lnTo>
                  <a:pt x="1097653" y="1030581"/>
                </a:lnTo>
                <a:moveTo>
                  <a:pt x="1710946" y="965723"/>
                </a:moveTo>
                <a:lnTo>
                  <a:pt x="1639612" y="1029513"/>
                </a:lnTo>
                <a:moveTo>
                  <a:pt x="2548547" y="616750"/>
                </a:moveTo>
                <a:lnTo>
                  <a:pt x="2471248" y="531508"/>
                </a:lnTo>
                <a:moveTo>
                  <a:pt x="2346344" y="1108042"/>
                </a:moveTo>
                <a:lnTo>
                  <a:pt x="2368126" y="1066761"/>
                </a:lnTo>
                <a:moveTo>
                  <a:pt x="2657689" y="577447"/>
                </a:moveTo>
                <a:lnTo>
                  <a:pt x="2548547" y="616750"/>
                </a:lnTo>
                <a:moveTo>
                  <a:pt x="2471248" y="531508"/>
                </a:moveTo>
                <a:lnTo>
                  <a:pt x="2384751" y="543803"/>
                </a:lnTo>
                <a:moveTo>
                  <a:pt x="1097653" y="1030581"/>
                </a:moveTo>
                <a:lnTo>
                  <a:pt x="1054894" y="1076372"/>
                </a:lnTo>
                <a:moveTo>
                  <a:pt x="1705977" y="853971"/>
                </a:moveTo>
                <a:lnTo>
                  <a:pt x="1748718" y="825743"/>
                </a:lnTo>
                <a:moveTo>
                  <a:pt x="1763171" y="402099"/>
                </a:moveTo>
                <a:lnTo>
                  <a:pt x="1752127" y="311285"/>
                </a:lnTo>
                <a:moveTo>
                  <a:pt x="1639612" y="1029513"/>
                </a:moveTo>
                <a:lnTo>
                  <a:pt x="1683821" y="1134429"/>
                </a:lnTo>
                <a:moveTo>
                  <a:pt x="2658898" y="484878"/>
                </a:moveTo>
                <a:lnTo>
                  <a:pt x="2657689" y="577447"/>
                </a:lnTo>
                <a:moveTo>
                  <a:pt x="2289514" y="1203449"/>
                </a:moveTo>
                <a:lnTo>
                  <a:pt x="2346344" y="1108042"/>
                </a:lnTo>
                <a:moveTo>
                  <a:pt x="1570788" y="587919"/>
                </a:moveTo>
                <a:lnTo>
                  <a:pt x="1442526" y="599989"/>
                </a:lnTo>
                <a:moveTo>
                  <a:pt x="1639612" y="1029513"/>
                </a:moveTo>
                <a:lnTo>
                  <a:pt x="1625545" y="980482"/>
                </a:lnTo>
                <a:moveTo>
                  <a:pt x="2068970" y="650803"/>
                </a:moveTo>
                <a:lnTo>
                  <a:pt x="2122492" y="575422"/>
                </a:lnTo>
                <a:moveTo>
                  <a:pt x="1752127" y="311285"/>
                </a:moveTo>
                <a:lnTo>
                  <a:pt x="1858608" y="270084"/>
                </a:lnTo>
                <a:moveTo>
                  <a:pt x="2346344" y="1108042"/>
                </a:moveTo>
                <a:lnTo>
                  <a:pt x="2289978" y="1028990"/>
                </a:lnTo>
                <a:moveTo>
                  <a:pt x="1748718" y="825743"/>
                </a:moveTo>
                <a:lnTo>
                  <a:pt x="1751300" y="720101"/>
                </a:lnTo>
                <a:moveTo>
                  <a:pt x="2417689" y="53007"/>
                </a:moveTo>
                <a:lnTo>
                  <a:pt x="2473225" y="22565"/>
                </a:lnTo>
                <a:moveTo>
                  <a:pt x="2289978" y="1028990"/>
                </a:moveTo>
                <a:lnTo>
                  <a:pt x="2278049" y="940961"/>
                </a:lnTo>
                <a:moveTo>
                  <a:pt x="2036758" y="721032"/>
                </a:moveTo>
                <a:lnTo>
                  <a:pt x="2068970" y="650803"/>
                </a:lnTo>
                <a:moveTo>
                  <a:pt x="1752127" y="311285"/>
                </a:moveTo>
                <a:lnTo>
                  <a:pt x="1694714" y="334406"/>
                </a:lnTo>
                <a:moveTo>
                  <a:pt x="1751300" y="720101"/>
                </a:moveTo>
                <a:lnTo>
                  <a:pt x="1857908" y="684627"/>
                </a:lnTo>
                <a:moveTo>
                  <a:pt x="1858608" y="270084"/>
                </a:moveTo>
                <a:lnTo>
                  <a:pt x="1907816" y="292548"/>
                </a:lnTo>
                <a:moveTo>
                  <a:pt x="1573646" y="687269"/>
                </a:moveTo>
                <a:lnTo>
                  <a:pt x="1570788" y="587919"/>
                </a:lnTo>
                <a:moveTo>
                  <a:pt x="1857908" y="684627"/>
                </a:moveTo>
                <a:lnTo>
                  <a:pt x="1931991" y="753760"/>
                </a:lnTo>
                <a:moveTo>
                  <a:pt x="2417689" y="53007"/>
                </a:moveTo>
                <a:lnTo>
                  <a:pt x="2324259" y="45859"/>
                </a:lnTo>
                <a:moveTo>
                  <a:pt x="1857908" y="684627"/>
                </a:moveTo>
                <a:lnTo>
                  <a:pt x="1873023" y="593307"/>
                </a:lnTo>
                <a:moveTo>
                  <a:pt x="1931991" y="753760"/>
                </a:moveTo>
                <a:lnTo>
                  <a:pt x="2036758" y="721032"/>
                </a:lnTo>
                <a:moveTo>
                  <a:pt x="2596562" y="234689"/>
                </a:moveTo>
                <a:lnTo>
                  <a:pt x="2636342" y="173365"/>
                </a:lnTo>
                <a:moveTo>
                  <a:pt x="1751300" y="720101"/>
                </a:moveTo>
                <a:lnTo>
                  <a:pt x="1682203" y="704385"/>
                </a:lnTo>
                <a:moveTo>
                  <a:pt x="1694714" y="334406"/>
                </a:moveTo>
                <a:lnTo>
                  <a:pt x="1581730" y="324575"/>
                </a:lnTo>
                <a:moveTo>
                  <a:pt x="2475010" y="97684"/>
                </a:moveTo>
                <a:lnTo>
                  <a:pt x="2417689" y="53007"/>
                </a:lnTo>
                <a:moveTo>
                  <a:pt x="1682203" y="704385"/>
                </a:moveTo>
                <a:lnTo>
                  <a:pt x="1573646" y="687269"/>
                </a:lnTo>
                <a:moveTo>
                  <a:pt x="1581730" y="324575"/>
                </a:moveTo>
                <a:lnTo>
                  <a:pt x="1526370" y="357592"/>
                </a:lnTo>
                <a:moveTo>
                  <a:pt x="2490890" y="213169"/>
                </a:moveTo>
                <a:lnTo>
                  <a:pt x="2596562" y="234689"/>
                </a:lnTo>
                <a:moveTo>
                  <a:pt x="2490890" y="213169"/>
                </a:moveTo>
                <a:lnTo>
                  <a:pt x="2475010" y="97684"/>
                </a:lnTo>
                <a:moveTo>
                  <a:pt x="1526370" y="357592"/>
                </a:moveTo>
                <a:lnTo>
                  <a:pt x="1425940" y="363118"/>
                </a:lnTo>
                <a:moveTo>
                  <a:pt x="1938568" y="1116174"/>
                </a:moveTo>
                <a:lnTo>
                  <a:pt x="1916807" y="1172528"/>
                </a:lnTo>
                <a:moveTo>
                  <a:pt x="2472103" y="265508"/>
                </a:moveTo>
                <a:lnTo>
                  <a:pt x="2490890" y="213169"/>
                </a:lnTo>
                <a:moveTo>
                  <a:pt x="817922" y="100105"/>
                </a:moveTo>
                <a:lnTo>
                  <a:pt x="803493" y="166346"/>
                </a:lnTo>
                <a:moveTo>
                  <a:pt x="1526370" y="357592"/>
                </a:moveTo>
                <a:lnTo>
                  <a:pt x="1573084" y="378007"/>
                </a:lnTo>
                <a:moveTo>
                  <a:pt x="2577376" y="614812"/>
                </a:moveTo>
                <a:lnTo>
                  <a:pt x="2507682" y="688797"/>
                </a:lnTo>
                <a:moveTo>
                  <a:pt x="894762" y="714750"/>
                </a:moveTo>
                <a:lnTo>
                  <a:pt x="983565" y="699469"/>
                </a:lnTo>
                <a:moveTo>
                  <a:pt x="817922" y="100105"/>
                </a:moveTo>
                <a:lnTo>
                  <a:pt x="801947" y="8654"/>
                </a:lnTo>
                <a:moveTo>
                  <a:pt x="2044693" y="1084626"/>
                </a:moveTo>
                <a:lnTo>
                  <a:pt x="1938568" y="1116174"/>
                </a:lnTo>
                <a:moveTo>
                  <a:pt x="821806" y="700918"/>
                </a:moveTo>
                <a:lnTo>
                  <a:pt x="894762" y="714750"/>
                </a:lnTo>
                <a:moveTo>
                  <a:pt x="2224927" y="155005"/>
                </a:moveTo>
                <a:lnTo>
                  <a:pt x="2140759" y="206988"/>
                </a:lnTo>
                <a:moveTo>
                  <a:pt x="2532140" y="763182"/>
                </a:moveTo>
                <a:lnTo>
                  <a:pt x="2507682" y="688797"/>
                </a:lnTo>
                <a:moveTo>
                  <a:pt x="2205242" y="41505"/>
                </a:moveTo>
                <a:lnTo>
                  <a:pt x="2224927" y="155005"/>
                </a:lnTo>
                <a:moveTo>
                  <a:pt x="1938568" y="1116174"/>
                </a:moveTo>
                <a:lnTo>
                  <a:pt x="1916052" y="1183635"/>
                </a:lnTo>
                <a:moveTo>
                  <a:pt x="854204" y="144626"/>
                </a:moveTo>
                <a:lnTo>
                  <a:pt x="817922" y="100105"/>
                </a:lnTo>
                <a:moveTo>
                  <a:pt x="454864" y="191817"/>
                </a:moveTo>
                <a:lnTo>
                  <a:pt x="452096" y="124686"/>
                </a:lnTo>
                <a:moveTo>
                  <a:pt x="967017" y="675382"/>
                </a:moveTo>
                <a:lnTo>
                  <a:pt x="983565" y="699469"/>
                </a:lnTo>
                <a:moveTo>
                  <a:pt x="1296488" y="641920"/>
                </a:moveTo>
                <a:lnTo>
                  <a:pt x="1360424" y="576618"/>
                </a:lnTo>
                <a:moveTo>
                  <a:pt x="1296488" y="641920"/>
                </a:moveTo>
                <a:lnTo>
                  <a:pt x="1200654" y="644845"/>
                </a:lnTo>
                <a:moveTo>
                  <a:pt x="864987" y="676271"/>
                </a:moveTo>
                <a:lnTo>
                  <a:pt x="821806" y="700918"/>
                </a:lnTo>
                <a:moveTo>
                  <a:pt x="2627086" y="763691"/>
                </a:moveTo>
                <a:lnTo>
                  <a:pt x="2532140" y="763182"/>
                </a:lnTo>
                <a:moveTo>
                  <a:pt x="2120238" y="19728"/>
                </a:moveTo>
                <a:lnTo>
                  <a:pt x="2205242" y="41505"/>
                </a:lnTo>
                <a:moveTo>
                  <a:pt x="452096" y="124686"/>
                </a:moveTo>
                <a:lnTo>
                  <a:pt x="534519" y="44364"/>
                </a:lnTo>
                <a:moveTo>
                  <a:pt x="1824322" y="477699"/>
                </a:moveTo>
                <a:lnTo>
                  <a:pt x="1748911" y="563717"/>
                </a:lnTo>
                <a:moveTo>
                  <a:pt x="1916052" y="1183635"/>
                </a:moveTo>
                <a:lnTo>
                  <a:pt x="1970250" y="1258420"/>
                </a:lnTo>
                <a:moveTo>
                  <a:pt x="534519" y="44364"/>
                </a:moveTo>
                <a:lnTo>
                  <a:pt x="616366" y="51038"/>
                </a:lnTo>
                <a:moveTo>
                  <a:pt x="1748911" y="563717"/>
                </a:moveTo>
                <a:lnTo>
                  <a:pt x="1645580" y="525713"/>
                </a:lnTo>
                <a:moveTo>
                  <a:pt x="1916052" y="1183635"/>
                </a:moveTo>
                <a:lnTo>
                  <a:pt x="1836728" y="1158500"/>
                </a:lnTo>
                <a:moveTo>
                  <a:pt x="864987" y="676271"/>
                </a:moveTo>
                <a:lnTo>
                  <a:pt x="967017" y="675382"/>
                </a:lnTo>
                <a:moveTo>
                  <a:pt x="1330450" y="702893"/>
                </a:moveTo>
                <a:lnTo>
                  <a:pt x="1296488" y="641920"/>
                </a:lnTo>
                <a:moveTo>
                  <a:pt x="899964" y="64855"/>
                </a:moveTo>
                <a:lnTo>
                  <a:pt x="854204" y="144626"/>
                </a:lnTo>
                <a:moveTo>
                  <a:pt x="1815582" y="410394"/>
                </a:moveTo>
                <a:lnTo>
                  <a:pt x="1824322" y="477699"/>
                </a:lnTo>
                <a:moveTo>
                  <a:pt x="452096" y="124686"/>
                </a:moveTo>
                <a:lnTo>
                  <a:pt x="468032" y="185588"/>
                </a:lnTo>
                <a:moveTo>
                  <a:pt x="803350" y="655931"/>
                </a:moveTo>
                <a:lnTo>
                  <a:pt x="864987" y="676271"/>
                </a:lnTo>
                <a:moveTo>
                  <a:pt x="2156105" y="33356"/>
                </a:moveTo>
                <a:lnTo>
                  <a:pt x="2120238" y="19728"/>
                </a:lnTo>
                <a:moveTo>
                  <a:pt x="1903895" y="337342"/>
                </a:moveTo>
                <a:lnTo>
                  <a:pt x="1815582" y="410394"/>
                </a:lnTo>
                <a:moveTo>
                  <a:pt x="1378134" y="1199757"/>
                </a:moveTo>
                <a:lnTo>
                  <a:pt x="1484727" y="1164007"/>
                </a:lnTo>
                <a:moveTo>
                  <a:pt x="1268969" y="780281"/>
                </a:moveTo>
                <a:lnTo>
                  <a:pt x="1330450" y="702893"/>
                </a:lnTo>
                <a:moveTo>
                  <a:pt x="1836728" y="1158500"/>
                </a:moveTo>
                <a:lnTo>
                  <a:pt x="1813550" y="1212298"/>
                </a:lnTo>
                <a:moveTo>
                  <a:pt x="819532" y="15579"/>
                </a:moveTo>
                <a:lnTo>
                  <a:pt x="899964" y="64855"/>
                </a:lnTo>
                <a:moveTo>
                  <a:pt x="2479071" y="1029647"/>
                </a:moveTo>
                <a:lnTo>
                  <a:pt x="2405272" y="969524"/>
                </a:lnTo>
                <a:moveTo>
                  <a:pt x="1363545" y="1314082"/>
                </a:moveTo>
                <a:lnTo>
                  <a:pt x="1378134" y="1199757"/>
                </a:lnTo>
                <a:moveTo>
                  <a:pt x="1484727" y="1164007"/>
                </a:moveTo>
                <a:lnTo>
                  <a:pt x="1489145" y="1040058"/>
                </a:lnTo>
                <a:moveTo>
                  <a:pt x="1878313" y="241130"/>
                </a:moveTo>
                <a:lnTo>
                  <a:pt x="1903895" y="337342"/>
                </a:lnTo>
                <a:moveTo>
                  <a:pt x="1811104" y="176311"/>
                </a:moveTo>
                <a:lnTo>
                  <a:pt x="1878313" y="241130"/>
                </a:lnTo>
                <a:moveTo>
                  <a:pt x="1813550" y="1212298"/>
                </a:moveTo>
                <a:lnTo>
                  <a:pt x="1738443" y="1299216"/>
                </a:lnTo>
                <a:moveTo>
                  <a:pt x="1738443" y="1299216"/>
                </a:moveTo>
                <a:lnTo>
                  <a:pt x="1654531" y="1303509"/>
                </a:lnTo>
                <a:moveTo>
                  <a:pt x="468032" y="185588"/>
                </a:moveTo>
                <a:lnTo>
                  <a:pt x="437971" y="127210"/>
                </a:lnTo>
                <a:moveTo>
                  <a:pt x="2405272" y="969524"/>
                </a:moveTo>
                <a:lnTo>
                  <a:pt x="2456349" y="874792"/>
                </a:lnTo>
                <a:moveTo>
                  <a:pt x="2368429" y="607368"/>
                </a:moveTo>
                <a:lnTo>
                  <a:pt x="2409848" y="557156"/>
                </a:lnTo>
                <a:moveTo>
                  <a:pt x="1320121" y="823344"/>
                </a:moveTo>
                <a:lnTo>
                  <a:pt x="1268969" y="780281"/>
                </a:lnTo>
                <a:moveTo>
                  <a:pt x="1878313" y="241130"/>
                </a:moveTo>
                <a:lnTo>
                  <a:pt x="1975916" y="188110"/>
                </a:lnTo>
                <a:moveTo>
                  <a:pt x="863201" y="665788"/>
                </a:moveTo>
                <a:lnTo>
                  <a:pt x="803350" y="655931"/>
                </a:lnTo>
                <a:moveTo>
                  <a:pt x="2070641" y="31095"/>
                </a:moveTo>
                <a:lnTo>
                  <a:pt x="2156105" y="33356"/>
                </a:lnTo>
                <a:moveTo>
                  <a:pt x="920412" y="1293279"/>
                </a:moveTo>
                <a:lnTo>
                  <a:pt x="846262" y="1213104"/>
                </a:lnTo>
                <a:moveTo>
                  <a:pt x="2456349" y="874792"/>
                </a:moveTo>
                <a:lnTo>
                  <a:pt x="2401298" y="789109"/>
                </a:lnTo>
                <a:moveTo>
                  <a:pt x="2405272" y="969524"/>
                </a:moveTo>
                <a:lnTo>
                  <a:pt x="2358639" y="1031845"/>
                </a:lnTo>
                <a:moveTo>
                  <a:pt x="1975916" y="188110"/>
                </a:moveTo>
                <a:lnTo>
                  <a:pt x="1981638" y="87403"/>
                </a:lnTo>
                <a:moveTo>
                  <a:pt x="1813550" y="1212298"/>
                </a:moveTo>
                <a:lnTo>
                  <a:pt x="1772552" y="1137572"/>
                </a:lnTo>
                <a:moveTo>
                  <a:pt x="2456349" y="874792"/>
                </a:moveTo>
                <a:lnTo>
                  <a:pt x="2543462" y="879497"/>
                </a:lnTo>
                <a:moveTo>
                  <a:pt x="437971" y="127210"/>
                </a:moveTo>
                <a:lnTo>
                  <a:pt x="437707" y="33755"/>
                </a:lnTo>
                <a:moveTo>
                  <a:pt x="1981638" y="87403"/>
                </a:moveTo>
                <a:lnTo>
                  <a:pt x="2070641" y="31095"/>
                </a:lnTo>
                <a:moveTo>
                  <a:pt x="2358639" y="1031845"/>
                </a:moveTo>
                <a:lnTo>
                  <a:pt x="2313546" y="1123097"/>
                </a:lnTo>
                <a:moveTo>
                  <a:pt x="2401298" y="789109"/>
                </a:moveTo>
                <a:lnTo>
                  <a:pt x="2434845" y="699202"/>
                </a:lnTo>
                <a:moveTo>
                  <a:pt x="1975916" y="188110"/>
                </a:moveTo>
                <a:lnTo>
                  <a:pt x="2046967" y="239381"/>
                </a:lnTo>
                <a:moveTo>
                  <a:pt x="1489145" y="1040058"/>
                </a:moveTo>
                <a:lnTo>
                  <a:pt x="1481422" y="1076095"/>
                </a:lnTo>
                <a:moveTo>
                  <a:pt x="2434845" y="699202"/>
                </a:moveTo>
                <a:lnTo>
                  <a:pt x="2368429" y="607368"/>
                </a:lnTo>
                <a:moveTo>
                  <a:pt x="437971" y="127210"/>
                </a:moveTo>
                <a:lnTo>
                  <a:pt x="412430" y="182497"/>
                </a:lnTo>
                <a:moveTo>
                  <a:pt x="870275" y="774173"/>
                </a:moveTo>
                <a:lnTo>
                  <a:pt x="863201" y="665788"/>
                </a:lnTo>
                <a:moveTo>
                  <a:pt x="908896" y="1320864"/>
                </a:moveTo>
                <a:lnTo>
                  <a:pt x="920412" y="1293279"/>
                </a:lnTo>
                <a:moveTo>
                  <a:pt x="2368429" y="607368"/>
                </a:moveTo>
                <a:lnTo>
                  <a:pt x="2363672" y="532599"/>
                </a:lnTo>
                <a:moveTo>
                  <a:pt x="1268054" y="785806"/>
                </a:moveTo>
                <a:lnTo>
                  <a:pt x="1320121" y="823344"/>
                </a:lnTo>
                <a:moveTo>
                  <a:pt x="863201" y="665788"/>
                </a:moveTo>
                <a:lnTo>
                  <a:pt x="820488" y="605291"/>
                </a:lnTo>
                <a:moveTo>
                  <a:pt x="1772552" y="1137572"/>
                </a:moveTo>
                <a:lnTo>
                  <a:pt x="1778670" y="1178488"/>
                </a:lnTo>
                <a:moveTo>
                  <a:pt x="2434845" y="699202"/>
                </a:moveTo>
                <a:lnTo>
                  <a:pt x="2432895" y="719374"/>
                </a:lnTo>
                <a:moveTo>
                  <a:pt x="1614598" y="398018"/>
                </a:moveTo>
                <a:lnTo>
                  <a:pt x="1634785" y="387466"/>
                </a:lnTo>
                <a:moveTo>
                  <a:pt x="1535831" y="562924"/>
                </a:moveTo>
                <a:lnTo>
                  <a:pt x="1437247" y="609833"/>
                </a:lnTo>
                <a:moveTo>
                  <a:pt x="2083805" y="1142322"/>
                </a:moveTo>
                <a:lnTo>
                  <a:pt x="2105701" y="1220605"/>
                </a:lnTo>
                <a:moveTo>
                  <a:pt x="1778670" y="1178488"/>
                </a:moveTo>
                <a:lnTo>
                  <a:pt x="1837549" y="1247890"/>
                </a:lnTo>
                <a:moveTo>
                  <a:pt x="2083805" y="1142322"/>
                </a:moveTo>
                <a:lnTo>
                  <a:pt x="2102168" y="1050378"/>
                </a:lnTo>
                <a:moveTo>
                  <a:pt x="1569016" y="480276"/>
                </a:moveTo>
                <a:lnTo>
                  <a:pt x="1535831" y="562924"/>
                </a:lnTo>
                <a:moveTo>
                  <a:pt x="1341722" y="761348"/>
                </a:moveTo>
                <a:lnTo>
                  <a:pt x="1268054" y="785806"/>
                </a:lnTo>
                <a:moveTo>
                  <a:pt x="1437247" y="609833"/>
                </a:moveTo>
                <a:lnTo>
                  <a:pt x="1433066" y="710944"/>
                </a:lnTo>
                <a:moveTo>
                  <a:pt x="820488" y="605291"/>
                </a:moveTo>
                <a:lnTo>
                  <a:pt x="850676" y="623966"/>
                </a:lnTo>
                <a:moveTo>
                  <a:pt x="1614598" y="398018"/>
                </a:moveTo>
                <a:lnTo>
                  <a:pt x="1569016" y="480276"/>
                </a:lnTo>
                <a:moveTo>
                  <a:pt x="1437247" y="609833"/>
                </a:moveTo>
                <a:lnTo>
                  <a:pt x="1364813" y="554596"/>
                </a:lnTo>
                <a:moveTo>
                  <a:pt x="2432895" y="719374"/>
                </a:moveTo>
                <a:lnTo>
                  <a:pt x="2356042" y="774566"/>
                </a:lnTo>
                <a:moveTo>
                  <a:pt x="1778670" y="1178488"/>
                </a:moveTo>
                <a:lnTo>
                  <a:pt x="1718149" y="1135305"/>
                </a:lnTo>
                <a:moveTo>
                  <a:pt x="2432895" y="719374"/>
                </a:moveTo>
                <a:lnTo>
                  <a:pt x="2500821" y="685576"/>
                </a:lnTo>
                <a:moveTo>
                  <a:pt x="1433066" y="710944"/>
                </a:moveTo>
                <a:lnTo>
                  <a:pt x="1341722" y="761348"/>
                </a:lnTo>
                <a:moveTo>
                  <a:pt x="1642492" y="314976"/>
                </a:moveTo>
                <a:lnTo>
                  <a:pt x="1614598" y="398018"/>
                </a:lnTo>
                <a:moveTo>
                  <a:pt x="2076962" y="618478"/>
                </a:moveTo>
                <a:lnTo>
                  <a:pt x="1999264" y="688518"/>
                </a:lnTo>
                <a:moveTo>
                  <a:pt x="2008551" y="780001"/>
                </a:moveTo>
                <a:lnTo>
                  <a:pt x="1999264" y="688518"/>
                </a:lnTo>
                <a:moveTo>
                  <a:pt x="1642492" y="314976"/>
                </a:moveTo>
                <a:lnTo>
                  <a:pt x="1578935" y="218860"/>
                </a:lnTo>
                <a:moveTo>
                  <a:pt x="2163836" y="639890"/>
                </a:moveTo>
                <a:lnTo>
                  <a:pt x="2076962" y="618478"/>
                </a:lnTo>
                <a:moveTo>
                  <a:pt x="2032684" y="1146831"/>
                </a:moveTo>
                <a:lnTo>
                  <a:pt x="2083805" y="1142322"/>
                </a:lnTo>
                <a:moveTo>
                  <a:pt x="1751098" y="293462"/>
                </a:moveTo>
                <a:lnTo>
                  <a:pt x="1642492" y="314976"/>
                </a:lnTo>
                <a:moveTo>
                  <a:pt x="1578935" y="218860"/>
                </a:moveTo>
                <a:lnTo>
                  <a:pt x="1629978" y="132556"/>
                </a:lnTo>
                <a:moveTo>
                  <a:pt x="1578935" y="218860"/>
                </a:moveTo>
                <a:lnTo>
                  <a:pt x="1475850" y="228787"/>
                </a:lnTo>
                <a:moveTo>
                  <a:pt x="1341722" y="761348"/>
                </a:moveTo>
                <a:lnTo>
                  <a:pt x="1371720" y="857737"/>
                </a:lnTo>
                <a:moveTo>
                  <a:pt x="894272" y="976048"/>
                </a:moveTo>
                <a:lnTo>
                  <a:pt x="979554" y="952048"/>
                </a:lnTo>
                <a:moveTo>
                  <a:pt x="2356042" y="774566"/>
                </a:moveTo>
                <a:lnTo>
                  <a:pt x="2351714" y="811223"/>
                </a:lnTo>
                <a:moveTo>
                  <a:pt x="1371720" y="857737"/>
                </a:moveTo>
                <a:lnTo>
                  <a:pt x="1452050" y="902596"/>
                </a:lnTo>
                <a:moveTo>
                  <a:pt x="2329603" y="924911"/>
                </a:moveTo>
                <a:lnTo>
                  <a:pt x="2260146" y="958364"/>
                </a:lnTo>
                <a:moveTo>
                  <a:pt x="2095466" y="801179"/>
                </a:moveTo>
                <a:lnTo>
                  <a:pt x="2008551" y="780001"/>
                </a:lnTo>
                <a:moveTo>
                  <a:pt x="2174499" y="731567"/>
                </a:moveTo>
                <a:lnTo>
                  <a:pt x="2163836" y="639890"/>
                </a:lnTo>
                <a:moveTo>
                  <a:pt x="2351714" y="811223"/>
                </a:moveTo>
                <a:lnTo>
                  <a:pt x="2329603" y="924911"/>
                </a:lnTo>
                <a:moveTo>
                  <a:pt x="2174499" y="731567"/>
                </a:moveTo>
                <a:lnTo>
                  <a:pt x="2095466" y="801179"/>
                </a:lnTo>
                <a:moveTo>
                  <a:pt x="1284826" y="1073430"/>
                </a:moveTo>
                <a:lnTo>
                  <a:pt x="1236459" y="1064216"/>
                </a:lnTo>
                <a:moveTo>
                  <a:pt x="1371720" y="857737"/>
                </a:moveTo>
                <a:lnTo>
                  <a:pt x="1306598" y="888178"/>
                </a:lnTo>
                <a:moveTo>
                  <a:pt x="878711" y="1008059"/>
                </a:moveTo>
                <a:lnTo>
                  <a:pt x="894272" y="976048"/>
                </a:lnTo>
                <a:moveTo>
                  <a:pt x="1152405" y="1262113"/>
                </a:moveTo>
                <a:lnTo>
                  <a:pt x="1099035" y="1294682"/>
                </a:lnTo>
                <a:moveTo>
                  <a:pt x="2100892" y="1194710"/>
                </a:moveTo>
                <a:lnTo>
                  <a:pt x="2032684" y="1146831"/>
                </a:lnTo>
                <a:moveTo>
                  <a:pt x="2351714" y="811223"/>
                </a:moveTo>
                <a:lnTo>
                  <a:pt x="2270091" y="754606"/>
                </a:lnTo>
                <a:moveTo>
                  <a:pt x="2270091" y="754606"/>
                </a:moveTo>
                <a:lnTo>
                  <a:pt x="2174499" y="731567"/>
                </a:lnTo>
                <a:moveTo>
                  <a:pt x="1267985" y="1257768"/>
                </a:moveTo>
                <a:lnTo>
                  <a:pt x="1152405" y="1262113"/>
                </a:lnTo>
                <a:moveTo>
                  <a:pt x="2207521" y="1173302"/>
                </a:moveTo>
                <a:lnTo>
                  <a:pt x="2100892" y="1194710"/>
                </a:lnTo>
                <a:moveTo>
                  <a:pt x="1309137" y="1164080"/>
                </a:moveTo>
                <a:lnTo>
                  <a:pt x="1267985" y="1257768"/>
                </a:lnTo>
                <a:moveTo>
                  <a:pt x="1284826" y="1073430"/>
                </a:moveTo>
                <a:lnTo>
                  <a:pt x="1309137" y="1164080"/>
                </a:lnTo>
                <a:moveTo>
                  <a:pt x="2100892" y="1194710"/>
                </a:moveTo>
                <a:lnTo>
                  <a:pt x="2085250" y="1309961"/>
                </a:lnTo>
                <a:moveTo>
                  <a:pt x="1306598" y="888178"/>
                </a:moveTo>
                <a:lnTo>
                  <a:pt x="1323360" y="980257"/>
                </a:lnTo>
                <a:moveTo>
                  <a:pt x="1323360" y="980257"/>
                </a:moveTo>
                <a:lnTo>
                  <a:pt x="1284826" y="1073430"/>
                </a:lnTo>
                <a:moveTo>
                  <a:pt x="954106" y="1083689"/>
                </a:moveTo>
                <a:lnTo>
                  <a:pt x="878711" y="1008059"/>
                </a:lnTo>
                <a:moveTo>
                  <a:pt x="878711" y="1008059"/>
                </a:moveTo>
                <a:lnTo>
                  <a:pt x="881223" y="914856"/>
                </a:lnTo>
                <a:moveTo>
                  <a:pt x="1323360" y="980257"/>
                </a:moveTo>
                <a:lnTo>
                  <a:pt x="1272648" y="972918"/>
                </a:lnTo>
                <a:moveTo>
                  <a:pt x="881223" y="914856"/>
                </a:moveTo>
                <a:lnTo>
                  <a:pt x="827630" y="931421"/>
                </a:lnTo>
                <a:moveTo>
                  <a:pt x="1272648" y="972918"/>
                </a:moveTo>
                <a:lnTo>
                  <a:pt x="1161736" y="944072"/>
                </a:lnTo>
                <a:moveTo>
                  <a:pt x="1272648" y="972918"/>
                </a:moveTo>
                <a:lnTo>
                  <a:pt x="1328920" y="896783"/>
                </a:lnTo>
                <a:moveTo>
                  <a:pt x="827630" y="931421"/>
                </a:moveTo>
                <a:lnTo>
                  <a:pt x="878956" y="950333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6" name="9pxt_3_build_ExperimentalDensity">
            <a:extLst>
              <a:ext uri="{FF2B5EF4-FFF2-40B4-BE49-F238E27FC236}">
                <a16:creationId xmlns:a16="http://schemas.microsoft.com/office/drawing/2014/main" id="{2B240FC4-ACBC-42F6-9BBB-46142FD78221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3325" y="801817"/>
                </a:moveTo>
                <a:lnTo>
                  <a:pt x="1307967" y="787605"/>
                </a:lnTo>
                <a:moveTo>
                  <a:pt x="1397377" y="797002"/>
                </a:moveTo>
                <a:lnTo>
                  <a:pt x="1383325" y="801817"/>
                </a:lnTo>
                <a:moveTo>
                  <a:pt x="1294532" y="846994"/>
                </a:moveTo>
                <a:lnTo>
                  <a:pt x="1307967" y="787605"/>
                </a:lnTo>
                <a:moveTo>
                  <a:pt x="1369500" y="858817"/>
                </a:moveTo>
                <a:lnTo>
                  <a:pt x="1307967" y="787605"/>
                </a:lnTo>
                <a:moveTo>
                  <a:pt x="1369500" y="858817"/>
                </a:moveTo>
                <a:lnTo>
                  <a:pt x="1383325" y="801817"/>
                </a:lnTo>
                <a:moveTo>
                  <a:pt x="1121522" y="824467"/>
                </a:moveTo>
                <a:lnTo>
                  <a:pt x="1067972" y="807077"/>
                </a:lnTo>
                <a:moveTo>
                  <a:pt x="1397377" y="797002"/>
                </a:moveTo>
                <a:lnTo>
                  <a:pt x="1369500" y="858817"/>
                </a:lnTo>
                <a:moveTo>
                  <a:pt x="1369193" y="860075"/>
                </a:moveTo>
                <a:lnTo>
                  <a:pt x="1397377" y="797002"/>
                </a:lnTo>
                <a:moveTo>
                  <a:pt x="2341353" y="626220"/>
                </a:moveTo>
                <a:lnTo>
                  <a:pt x="2337924" y="627380"/>
                </a:lnTo>
                <a:moveTo>
                  <a:pt x="1456701" y="780454"/>
                </a:moveTo>
                <a:lnTo>
                  <a:pt x="1397377" y="797002"/>
                </a:lnTo>
                <a:moveTo>
                  <a:pt x="1294018" y="849181"/>
                </a:moveTo>
                <a:lnTo>
                  <a:pt x="1294532" y="846994"/>
                </a:lnTo>
                <a:moveTo>
                  <a:pt x="1121840" y="891817"/>
                </a:moveTo>
                <a:lnTo>
                  <a:pt x="1121522" y="824467"/>
                </a:lnTo>
                <a:moveTo>
                  <a:pt x="1294018" y="849181"/>
                </a:moveTo>
                <a:lnTo>
                  <a:pt x="1293713" y="850886"/>
                </a:lnTo>
                <a:moveTo>
                  <a:pt x="1369500" y="858817"/>
                </a:moveTo>
                <a:lnTo>
                  <a:pt x="1294532" y="846994"/>
                </a:lnTo>
                <a:moveTo>
                  <a:pt x="1369500" y="858817"/>
                </a:moveTo>
                <a:lnTo>
                  <a:pt x="1294018" y="849181"/>
                </a:lnTo>
                <a:moveTo>
                  <a:pt x="1369193" y="860075"/>
                </a:moveTo>
                <a:lnTo>
                  <a:pt x="1294018" y="849181"/>
                </a:lnTo>
                <a:moveTo>
                  <a:pt x="1121840" y="891817"/>
                </a:moveTo>
                <a:lnTo>
                  <a:pt x="1067972" y="807077"/>
                </a:lnTo>
                <a:moveTo>
                  <a:pt x="1369193" y="860075"/>
                </a:moveTo>
                <a:lnTo>
                  <a:pt x="1293713" y="850886"/>
                </a:lnTo>
                <a:moveTo>
                  <a:pt x="2324300" y="694773"/>
                </a:moveTo>
                <a:lnTo>
                  <a:pt x="2337924" y="627380"/>
                </a:lnTo>
                <a:moveTo>
                  <a:pt x="1366925" y="871059"/>
                </a:moveTo>
                <a:lnTo>
                  <a:pt x="1293713" y="850886"/>
                </a:lnTo>
                <a:moveTo>
                  <a:pt x="2341353" y="626220"/>
                </a:moveTo>
                <a:lnTo>
                  <a:pt x="2324300" y="694773"/>
                </a:lnTo>
                <a:moveTo>
                  <a:pt x="1369193" y="860075"/>
                </a:moveTo>
                <a:lnTo>
                  <a:pt x="1369500" y="858817"/>
                </a:lnTo>
                <a:moveTo>
                  <a:pt x="1366925" y="871059"/>
                </a:moveTo>
                <a:lnTo>
                  <a:pt x="1369193" y="860075"/>
                </a:lnTo>
                <a:moveTo>
                  <a:pt x="2329577" y="691824"/>
                </a:moveTo>
                <a:lnTo>
                  <a:pt x="2341353" y="626220"/>
                </a:lnTo>
                <a:moveTo>
                  <a:pt x="1067972" y="807077"/>
                </a:moveTo>
                <a:lnTo>
                  <a:pt x="1010238" y="770499"/>
                </a:lnTo>
                <a:moveTo>
                  <a:pt x="1293713" y="850886"/>
                </a:moveTo>
                <a:lnTo>
                  <a:pt x="1280566" y="919645"/>
                </a:lnTo>
                <a:moveTo>
                  <a:pt x="1456701" y="780454"/>
                </a:moveTo>
                <a:lnTo>
                  <a:pt x="1369193" y="860075"/>
                </a:lnTo>
                <a:moveTo>
                  <a:pt x="1053627" y="861543"/>
                </a:moveTo>
                <a:lnTo>
                  <a:pt x="1067972" y="807077"/>
                </a:lnTo>
                <a:moveTo>
                  <a:pt x="1355491" y="926071"/>
                </a:moveTo>
                <a:lnTo>
                  <a:pt x="1293713" y="850886"/>
                </a:lnTo>
                <a:moveTo>
                  <a:pt x="1280566" y="919645"/>
                </a:moveTo>
                <a:lnTo>
                  <a:pt x="1205394" y="908793"/>
                </a:lnTo>
                <a:moveTo>
                  <a:pt x="2350944" y="589709"/>
                </a:moveTo>
                <a:lnTo>
                  <a:pt x="2341353" y="626220"/>
                </a:lnTo>
                <a:moveTo>
                  <a:pt x="2329577" y="691824"/>
                </a:moveTo>
                <a:lnTo>
                  <a:pt x="2324300" y="694773"/>
                </a:lnTo>
                <a:moveTo>
                  <a:pt x="1366925" y="871059"/>
                </a:moveTo>
                <a:lnTo>
                  <a:pt x="1355491" y="926071"/>
                </a:lnTo>
                <a:moveTo>
                  <a:pt x="1357327" y="925827"/>
                </a:moveTo>
                <a:lnTo>
                  <a:pt x="1366925" y="871059"/>
                </a:lnTo>
                <a:moveTo>
                  <a:pt x="1067972" y="807077"/>
                </a:moveTo>
                <a:lnTo>
                  <a:pt x="1022846" y="839624"/>
                </a:lnTo>
                <a:moveTo>
                  <a:pt x="1121840" y="891817"/>
                </a:moveTo>
                <a:lnTo>
                  <a:pt x="1053627" y="861543"/>
                </a:lnTo>
                <a:moveTo>
                  <a:pt x="2317924" y="720354"/>
                </a:moveTo>
                <a:lnTo>
                  <a:pt x="2324300" y="694773"/>
                </a:lnTo>
                <a:moveTo>
                  <a:pt x="1267246" y="992494"/>
                </a:moveTo>
                <a:lnTo>
                  <a:pt x="1205394" y="908793"/>
                </a:lnTo>
                <a:moveTo>
                  <a:pt x="1355491" y="926071"/>
                </a:moveTo>
                <a:lnTo>
                  <a:pt x="1280566" y="919645"/>
                </a:lnTo>
                <a:moveTo>
                  <a:pt x="1488955" y="772332"/>
                </a:moveTo>
                <a:lnTo>
                  <a:pt x="1456701" y="780454"/>
                </a:lnTo>
                <a:moveTo>
                  <a:pt x="2329577" y="691824"/>
                </a:moveTo>
                <a:lnTo>
                  <a:pt x="2317924" y="720354"/>
                </a:lnTo>
                <a:moveTo>
                  <a:pt x="1267246" y="992494"/>
                </a:moveTo>
                <a:lnTo>
                  <a:pt x="1280566" y="919645"/>
                </a:lnTo>
                <a:moveTo>
                  <a:pt x="1442477" y="837075"/>
                </a:moveTo>
                <a:lnTo>
                  <a:pt x="1369193" y="860075"/>
                </a:lnTo>
                <a:moveTo>
                  <a:pt x="1357327" y="925827"/>
                </a:moveTo>
                <a:lnTo>
                  <a:pt x="1355491" y="926071"/>
                </a:lnTo>
                <a:moveTo>
                  <a:pt x="2345182" y="656182"/>
                </a:moveTo>
                <a:lnTo>
                  <a:pt x="2341353" y="626220"/>
                </a:lnTo>
                <a:moveTo>
                  <a:pt x="1442477" y="837075"/>
                </a:moveTo>
                <a:lnTo>
                  <a:pt x="1456701" y="780454"/>
                </a:lnTo>
                <a:moveTo>
                  <a:pt x="1429284" y="912198"/>
                </a:moveTo>
                <a:lnTo>
                  <a:pt x="1369193" y="860075"/>
                </a:lnTo>
                <a:moveTo>
                  <a:pt x="1022846" y="839624"/>
                </a:moveTo>
                <a:lnTo>
                  <a:pt x="1010238" y="770499"/>
                </a:lnTo>
                <a:moveTo>
                  <a:pt x="1341802" y="992295"/>
                </a:moveTo>
                <a:lnTo>
                  <a:pt x="1280566" y="919645"/>
                </a:lnTo>
                <a:moveTo>
                  <a:pt x="1429284" y="912198"/>
                </a:moveTo>
                <a:lnTo>
                  <a:pt x="1366925" y="871059"/>
                </a:lnTo>
                <a:moveTo>
                  <a:pt x="989707" y="740734"/>
                </a:moveTo>
                <a:lnTo>
                  <a:pt x="1010238" y="770499"/>
                </a:lnTo>
                <a:moveTo>
                  <a:pt x="2317924" y="720354"/>
                </a:moveTo>
                <a:lnTo>
                  <a:pt x="2300995" y="755001"/>
                </a:lnTo>
                <a:moveTo>
                  <a:pt x="1053627" y="861543"/>
                </a:moveTo>
                <a:lnTo>
                  <a:pt x="1022846" y="839624"/>
                </a:lnTo>
                <a:moveTo>
                  <a:pt x="1341802" y="992295"/>
                </a:moveTo>
                <a:lnTo>
                  <a:pt x="1355491" y="926071"/>
                </a:lnTo>
                <a:moveTo>
                  <a:pt x="1488955" y="772332"/>
                </a:moveTo>
                <a:lnTo>
                  <a:pt x="1442477" y="837075"/>
                </a:lnTo>
                <a:moveTo>
                  <a:pt x="1357327" y="925827"/>
                </a:moveTo>
                <a:lnTo>
                  <a:pt x="1341802" y="992295"/>
                </a:lnTo>
                <a:moveTo>
                  <a:pt x="2345182" y="656182"/>
                </a:moveTo>
                <a:lnTo>
                  <a:pt x="2329577" y="691824"/>
                </a:lnTo>
                <a:moveTo>
                  <a:pt x="1346737" y="991602"/>
                </a:moveTo>
                <a:lnTo>
                  <a:pt x="1357327" y="925827"/>
                </a:lnTo>
                <a:moveTo>
                  <a:pt x="1341802" y="992295"/>
                </a:moveTo>
                <a:lnTo>
                  <a:pt x="1267246" y="992494"/>
                </a:lnTo>
                <a:moveTo>
                  <a:pt x="1453490" y="834515"/>
                </a:moveTo>
                <a:lnTo>
                  <a:pt x="1488955" y="772332"/>
                </a:lnTo>
                <a:moveTo>
                  <a:pt x="1039525" y="920351"/>
                </a:moveTo>
                <a:lnTo>
                  <a:pt x="1053627" y="861543"/>
                </a:lnTo>
                <a:moveTo>
                  <a:pt x="1429284" y="912198"/>
                </a:moveTo>
                <a:lnTo>
                  <a:pt x="1357327" y="925827"/>
                </a:lnTo>
                <a:moveTo>
                  <a:pt x="2315278" y="684609"/>
                </a:moveTo>
                <a:lnTo>
                  <a:pt x="2329577" y="691824"/>
                </a:lnTo>
                <a:moveTo>
                  <a:pt x="2334873" y="572628"/>
                </a:moveTo>
                <a:lnTo>
                  <a:pt x="2350944" y="589709"/>
                </a:lnTo>
                <a:moveTo>
                  <a:pt x="2345182" y="656182"/>
                </a:moveTo>
                <a:lnTo>
                  <a:pt x="2350944" y="589709"/>
                </a:lnTo>
                <a:moveTo>
                  <a:pt x="1053627" y="861543"/>
                </a:moveTo>
                <a:lnTo>
                  <a:pt x="1026989" y="907527"/>
                </a:lnTo>
                <a:moveTo>
                  <a:pt x="2315278" y="684609"/>
                </a:moveTo>
                <a:lnTo>
                  <a:pt x="2317924" y="720354"/>
                </a:lnTo>
                <a:moveTo>
                  <a:pt x="1453490" y="834515"/>
                </a:moveTo>
                <a:lnTo>
                  <a:pt x="1442477" y="837075"/>
                </a:lnTo>
                <a:moveTo>
                  <a:pt x="1346737" y="991602"/>
                </a:moveTo>
                <a:lnTo>
                  <a:pt x="1341802" y="992295"/>
                </a:lnTo>
                <a:moveTo>
                  <a:pt x="2257595" y="816037"/>
                </a:moveTo>
                <a:lnTo>
                  <a:pt x="2300995" y="755001"/>
                </a:lnTo>
                <a:moveTo>
                  <a:pt x="997278" y="798036"/>
                </a:moveTo>
                <a:lnTo>
                  <a:pt x="1010238" y="770499"/>
                </a:lnTo>
                <a:moveTo>
                  <a:pt x="1338937" y="1004122"/>
                </a:moveTo>
                <a:lnTo>
                  <a:pt x="1341802" y="992295"/>
                </a:lnTo>
                <a:moveTo>
                  <a:pt x="1415792" y="981960"/>
                </a:moveTo>
                <a:lnTo>
                  <a:pt x="1357327" y="925827"/>
                </a:lnTo>
                <a:moveTo>
                  <a:pt x="1429284" y="912198"/>
                </a:moveTo>
                <a:lnTo>
                  <a:pt x="1442477" y="837075"/>
                </a:lnTo>
                <a:moveTo>
                  <a:pt x="1346737" y="991602"/>
                </a:moveTo>
                <a:lnTo>
                  <a:pt x="1338937" y="1004122"/>
                </a:lnTo>
                <a:moveTo>
                  <a:pt x="1368971" y="717108"/>
                </a:moveTo>
                <a:lnTo>
                  <a:pt x="1304173" y="719537"/>
                </a:lnTo>
                <a:moveTo>
                  <a:pt x="1290675" y="789203"/>
                </a:moveTo>
                <a:lnTo>
                  <a:pt x="1304173" y="719537"/>
                </a:lnTo>
                <a:moveTo>
                  <a:pt x="1441863" y="826058"/>
                </a:moveTo>
                <a:lnTo>
                  <a:pt x="1453490" y="834515"/>
                </a:lnTo>
                <a:moveTo>
                  <a:pt x="2315278" y="684609"/>
                </a:moveTo>
                <a:lnTo>
                  <a:pt x="2300995" y="755001"/>
                </a:lnTo>
                <a:moveTo>
                  <a:pt x="1453490" y="834515"/>
                </a:moveTo>
                <a:lnTo>
                  <a:pt x="1429284" y="912198"/>
                </a:lnTo>
                <a:moveTo>
                  <a:pt x="2345182" y="656182"/>
                </a:moveTo>
                <a:lnTo>
                  <a:pt x="2334873" y="572628"/>
                </a:lnTo>
                <a:moveTo>
                  <a:pt x="1026989" y="907527"/>
                </a:moveTo>
                <a:lnTo>
                  <a:pt x="1022846" y="839624"/>
                </a:lnTo>
                <a:moveTo>
                  <a:pt x="984128" y="753106"/>
                </a:moveTo>
                <a:lnTo>
                  <a:pt x="989707" y="740734"/>
                </a:lnTo>
                <a:moveTo>
                  <a:pt x="2192717" y="634162"/>
                </a:moveTo>
                <a:lnTo>
                  <a:pt x="2170607" y="612957"/>
                </a:lnTo>
                <a:moveTo>
                  <a:pt x="2223470" y="533403"/>
                </a:moveTo>
                <a:lnTo>
                  <a:pt x="2192717" y="634162"/>
                </a:lnTo>
                <a:moveTo>
                  <a:pt x="1365631" y="796169"/>
                </a:moveTo>
                <a:lnTo>
                  <a:pt x="1304173" y="719537"/>
                </a:lnTo>
                <a:moveTo>
                  <a:pt x="2285096" y="714809"/>
                </a:moveTo>
                <a:lnTo>
                  <a:pt x="2300995" y="755001"/>
                </a:lnTo>
                <a:moveTo>
                  <a:pt x="2196749" y="702049"/>
                </a:moveTo>
                <a:lnTo>
                  <a:pt x="2192717" y="634162"/>
                </a:lnTo>
                <a:moveTo>
                  <a:pt x="1441863" y="826058"/>
                </a:moveTo>
                <a:lnTo>
                  <a:pt x="1376854" y="727201"/>
                </a:lnTo>
                <a:moveTo>
                  <a:pt x="2334873" y="572628"/>
                </a:moveTo>
                <a:lnTo>
                  <a:pt x="2315125" y="546640"/>
                </a:lnTo>
                <a:moveTo>
                  <a:pt x="1449993" y="747723"/>
                </a:moveTo>
                <a:lnTo>
                  <a:pt x="1453490" y="834515"/>
                </a:lnTo>
                <a:moveTo>
                  <a:pt x="1338937" y="1004122"/>
                </a:moveTo>
                <a:lnTo>
                  <a:pt x="1301678" y="1052399"/>
                </a:lnTo>
                <a:moveTo>
                  <a:pt x="1039525" y="920351"/>
                </a:moveTo>
                <a:lnTo>
                  <a:pt x="1026989" y="907527"/>
                </a:lnTo>
                <a:moveTo>
                  <a:pt x="1378583" y="716737"/>
                </a:moveTo>
                <a:lnTo>
                  <a:pt x="1368971" y="717108"/>
                </a:lnTo>
                <a:moveTo>
                  <a:pt x="2175565" y="564027"/>
                </a:moveTo>
                <a:lnTo>
                  <a:pt x="2192717" y="634162"/>
                </a:lnTo>
                <a:moveTo>
                  <a:pt x="1415792" y="981960"/>
                </a:moveTo>
                <a:lnTo>
                  <a:pt x="1346737" y="991602"/>
                </a:lnTo>
                <a:moveTo>
                  <a:pt x="997278" y="798036"/>
                </a:moveTo>
                <a:lnTo>
                  <a:pt x="1022846" y="839624"/>
                </a:lnTo>
                <a:moveTo>
                  <a:pt x="1376854" y="727201"/>
                </a:moveTo>
                <a:lnTo>
                  <a:pt x="1368971" y="717108"/>
                </a:lnTo>
                <a:moveTo>
                  <a:pt x="2345182" y="656182"/>
                </a:moveTo>
                <a:lnTo>
                  <a:pt x="2315278" y="684609"/>
                </a:lnTo>
                <a:moveTo>
                  <a:pt x="1498225" y="908280"/>
                </a:moveTo>
                <a:lnTo>
                  <a:pt x="1453490" y="834515"/>
                </a:lnTo>
                <a:moveTo>
                  <a:pt x="1441863" y="826058"/>
                </a:moveTo>
                <a:lnTo>
                  <a:pt x="1365631" y="796169"/>
                </a:lnTo>
                <a:moveTo>
                  <a:pt x="1376854" y="727201"/>
                </a:moveTo>
                <a:lnTo>
                  <a:pt x="1378583" y="716737"/>
                </a:lnTo>
                <a:moveTo>
                  <a:pt x="997278" y="798036"/>
                </a:moveTo>
                <a:lnTo>
                  <a:pt x="989707" y="740734"/>
                </a:lnTo>
                <a:moveTo>
                  <a:pt x="2320798" y="631937"/>
                </a:moveTo>
                <a:lnTo>
                  <a:pt x="2334873" y="572628"/>
                </a:lnTo>
                <a:moveTo>
                  <a:pt x="1290675" y="789203"/>
                </a:moveTo>
                <a:lnTo>
                  <a:pt x="1214922" y="767909"/>
                </a:lnTo>
                <a:moveTo>
                  <a:pt x="1449993" y="747723"/>
                </a:moveTo>
                <a:lnTo>
                  <a:pt x="1441863" y="826058"/>
                </a:lnTo>
                <a:moveTo>
                  <a:pt x="1035711" y="924441"/>
                </a:moveTo>
                <a:lnTo>
                  <a:pt x="1039525" y="920351"/>
                </a:lnTo>
                <a:moveTo>
                  <a:pt x="2265266" y="505807"/>
                </a:moveTo>
                <a:lnTo>
                  <a:pt x="2270757" y="448313"/>
                </a:lnTo>
                <a:moveTo>
                  <a:pt x="2220650" y="796621"/>
                </a:moveTo>
                <a:lnTo>
                  <a:pt x="2257595" y="816037"/>
                </a:lnTo>
                <a:moveTo>
                  <a:pt x="2315125" y="546640"/>
                </a:moveTo>
                <a:lnTo>
                  <a:pt x="2265266" y="505807"/>
                </a:lnTo>
                <a:moveTo>
                  <a:pt x="1365631" y="796169"/>
                </a:moveTo>
                <a:lnTo>
                  <a:pt x="1368971" y="717108"/>
                </a:lnTo>
                <a:moveTo>
                  <a:pt x="1415792" y="981960"/>
                </a:moveTo>
                <a:lnTo>
                  <a:pt x="1429284" y="912198"/>
                </a:lnTo>
                <a:moveTo>
                  <a:pt x="1327362" y="1045041"/>
                </a:moveTo>
                <a:lnTo>
                  <a:pt x="1346737" y="991602"/>
                </a:lnTo>
                <a:moveTo>
                  <a:pt x="1365631" y="796169"/>
                </a:moveTo>
                <a:lnTo>
                  <a:pt x="1290675" y="789203"/>
                </a:lnTo>
                <a:moveTo>
                  <a:pt x="1498225" y="908280"/>
                </a:moveTo>
                <a:lnTo>
                  <a:pt x="1429284" y="912198"/>
                </a:lnTo>
                <a:moveTo>
                  <a:pt x="1503313" y="902555"/>
                </a:moveTo>
                <a:lnTo>
                  <a:pt x="1453490" y="834515"/>
                </a:lnTo>
                <a:moveTo>
                  <a:pt x="1376854" y="727201"/>
                </a:moveTo>
                <a:lnTo>
                  <a:pt x="1365631" y="796169"/>
                </a:lnTo>
                <a:moveTo>
                  <a:pt x="1327362" y="1045041"/>
                </a:moveTo>
                <a:lnTo>
                  <a:pt x="1338937" y="1004122"/>
                </a:lnTo>
                <a:moveTo>
                  <a:pt x="2285096" y="714809"/>
                </a:moveTo>
                <a:lnTo>
                  <a:pt x="2257595" y="816037"/>
                </a:lnTo>
                <a:moveTo>
                  <a:pt x="2196749" y="702049"/>
                </a:moveTo>
                <a:lnTo>
                  <a:pt x="2170607" y="612957"/>
                </a:lnTo>
                <a:moveTo>
                  <a:pt x="2345182" y="656182"/>
                </a:moveTo>
                <a:lnTo>
                  <a:pt x="2320798" y="631937"/>
                </a:lnTo>
                <a:moveTo>
                  <a:pt x="1449993" y="747723"/>
                </a:moveTo>
                <a:lnTo>
                  <a:pt x="1376854" y="727201"/>
                </a:lnTo>
                <a:moveTo>
                  <a:pt x="1214922" y="767909"/>
                </a:moveTo>
                <a:lnTo>
                  <a:pt x="1202238" y="760332"/>
                </a:lnTo>
                <a:moveTo>
                  <a:pt x="1035711" y="924441"/>
                </a:moveTo>
                <a:lnTo>
                  <a:pt x="1026989" y="907527"/>
                </a:lnTo>
                <a:moveTo>
                  <a:pt x="2175565" y="564027"/>
                </a:moveTo>
                <a:lnTo>
                  <a:pt x="2170607" y="612957"/>
                </a:lnTo>
                <a:moveTo>
                  <a:pt x="2223470" y="533403"/>
                </a:moveTo>
                <a:lnTo>
                  <a:pt x="2182597" y="516250"/>
                </a:lnTo>
                <a:moveTo>
                  <a:pt x="2227259" y="734828"/>
                </a:moveTo>
                <a:lnTo>
                  <a:pt x="2257595" y="816037"/>
                </a:lnTo>
                <a:moveTo>
                  <a:pt x="2223470" y="533403"/>
                </a:moveTo>
                <a:lnTo>
                  <a:pt x="2175565" y="564027"/>
                </a:lnTo>
                <a:moveTo>
                  <a:pt x="2220650" y="796621"/>
                </a:moveTo>
                <a:lnTo>
                  <a:pt x="2196749" y="702049"/>
                </a:lnTo>
                <a:moveTo>
                  <a:pt x="1490601" y="986299"/>
                </a:moveTo>
                <a:lnTo>
                  <a:pt x="1429284" y="912198"/>
                </a:lnTo>
                <a:moveTo>
                  <a:pt x="2315278" y="684609"/>
                </a:moveTo>
                <a:lnTo>
                  <a:pt x="2285096" y="714809"/>
                </a:lnTo>
                <a:moveTo>
                  <a:pt x="2334873" y="572628"/>
                </a:moveTo>
                <a:lnTo>
                  <a:pt x="2307640" y="612864"/>
                </a:lnTo>
                <a:moveTo>
                  <a:pt x="2298230" y="439000"/>
                </a:moveTo>
                <a:lnTo>
                  <a:pt x="2265266" y="505807"/>
                </a:lnTo>
                <a:moveTo>
                  <a:pt x="2315278" y="684609"/>
                </a:moveTo>
                <a:lnTo>
                  <a:pt x="2320798" y="631937"/>
                </a:lnTo>
                <a:moveTo>
                  <a:pt x="997278" y="798036"/>
                </a:moveTo>
                <a:lnTo>
                  <a:pt x="984128" y="753106"/>
                </a:lnTo>
                <a:moveTo>
                  <a:pt x="1055198" y="978906"/>
                </a:moveTo>
                <a:lnTo>
                  <a:pt x="1039525" y="920351"/>
                </a:lnTo>
                <a:moveTo>
                  <a:pt x="1009527" y="867109"/>
                </a:moveTo>
                <a:lnTo>
                  <a:pt x="1022846" y="839624"/>
                </a:lnTo>
                <a:moveTo>
                  <a:pt x="2170607" y="612957"/>
                </a:moveTo>
                <a:lnTo>
                  <a:pt x="2150239" y="590132"/>
                </a:lnTo>
                <a:moveTo>
                  <a:pt x="1207786" y="794510"/>
                </a:moveTo>
                <a:lnTo>
                  <a:pt x="1214922" y="767909"/>
                </a:lnTo>
                <a:moveTo>
                  <a:pt x="2182597" y="516250"/>
                </a:moveTo>
                <a:lnTo>
                  <a:pt x="2175565" y="564027"/>
                </a:lnTo>
                <a:moveTo>
                  <a:pt x="1327362" y="1045041"/>
                </a:moveTo>
                <a:lnTo>
                  <a:pt x="1301678" y="1052399"/>
                </a:lnTo>
                <a:moveTo>
                  <a:pt x="1301678" y="1052399"/>
                </a:moveTo>
                <a:lnTo>
                  <a:pt x="1241565" y="1098811"/>
                </a:lnTo>
                <a:moveTo>
                  <a:pt x="2227259" y="734828"/>
                </a:moveTo>
                <a:lnTo>
                  <a:pt x="2220650" y="796621"/>
                </a:lnTo>
                <a:moveTo>
                  <a:pt x="2272429" y="423429"/>
                </a:moveTo>
                <a:lnTo>
                  <a:pt x="2270757" y="448313"/>
                </a:lnTo>
                <a:moveTo>
                  <a:pt x="2227259" y="734828"/>
                </a:moveTo>
                <a:lnTo>
                  <a:pt x="2196749" y="702049"/>
                </a:lnTo>
                <a:moveTo>
                  <a:pt x="1502648" y="913959"/>
                </a:moveTo>
                <a:lnTo>
                  <a:pt x="1498225" y="908280"/>
                </a:lnTo>
                <a:moveTo>
                  <a:pt x="2454463" y="739269"/>
                </a:moveTo>
                <a:lnTo>
                  <a:pt x="2454377" y="671952"/>
                </a:lnTo>
                <a:moveTo>
                  <a:pt x="1511034" y="910130"/>
                </a:moveTo>
                <a:lnTo>
                  <a:pt x="1502648" y="913959"/>
                </a:lnTo>
                <a:moveTo>
                  <a:pt x="2320798" y="631937"/>
                </a:moveTo>
                <a:lnTo>
                  <a:pt x="2285096" y="714809"/>
                </a:lnTo>
                <a:moveTo>
                  <a:pt x="1694543" y="936633"/>
                </a:moveTo>
                <a:lnTo>
                  <a:pt x="1685856" y="868074"/>
                </a:lnTo>
                <a:moveTo>
                  <a:pt x="1207786" y="794510"/>
                </a:moveTo>
                <a:lnTo>
                  <a:pt x="1202238" y="760332"/>
                </a:lnTo>
                <a:moveTo>
                  <a:pt x="1415792" y="981960"/>
                </a:moveTo>
                <a:lnTo>
                  <a:pt x="1327362" y="1045041"/>
                </a:lnTo>
                <a:moveTo>
                  <a:pt x="1276277" y="842702"/>
                </a:moveTo>
                <a:lnTo>
                  <a:pt x="1290675" y="789203"/>
                </a:lnTo>
                <a:moveTo>
                  <a:pt x="1503313" y="902555"/>
                </a:moveTo>
                <a:lnTo>
                  <a:pt x="1498225" y="908280"/>
                </a:lnTo>
                <a:moveTo>
                  <a:pt x="2298230" y="439000"/>
                </a:moveTo>
                <a:lnTo>
                  <a:pt x="2270757" y="448313"/>
                </a:lnTo>
                <a:moveTo>
                  <a:pt x="1505109" y="853932"/>
                </a:moveTo>
                <a:lnTo>
                  <a:pt x="1453490" y="834515"/>
                </a:lnTo>
                <a:moveTo>
                  <a:pt x="1511034" y="910130"/>
                </a:moveTo>
                <a:lnTo>
                  <a:pt x="1503313" y="902555"/>
                </a:lnTo>
                <a:moveTo>
                  <a:pt x="2285096" y="714809"/>
                </a:moveTo>
                <a:lnTo>
                  <a:pt x="2227259" y="734828"/>
                </a:lnTo>
                <a:moveTo>
                  <a:pt x="2175565" y="564027"/>
                </a:moveTo>
                <a:lnTo>
                  <a:pt x="2150239" y="590132"/>
                </a:lnTo>
                <a:moveTo>
                  <a:pt x="2298230" y="439000"/>
                </a:moveTo>
                <a:lnTo>
                  <a:pt x="2315125" y="546640"/>
                </a:lnTo>
                <a:moveTo>
                  <a:pt x="1490601" y="986299"/>
                </a:moveTo>
                <a:lnTo>
                  <a:pt x="1415792" y="981960"/>
                </a:lnTo>
                <a:moveTo>
                  <a:pt x="1503313" y="902555"/>
                </a:moveTo>
                <a:lnTo>
                  <a:pt x="1502648" y="913959"/>
                </a:lnTo>
                <a:moveTo>
                  <a:pt x="2156368" y="669314"/>
                </a:moveTo>
                <a:lnTo>
                  <a:pt x="2170607" y="612957"/>
                </a:lnTo>
                <a:moveTo>
                  <a:pt x="1490601" y="986299"/>
                </a:moveTo>
                <a:lnTo>
                  <a:pt x="1498225" y="908280"/>
                </a:lnTo>
                <a:moveTo>
                  <a:pt x="1276277" y="842702"/>
                </a:moveTo>
                <a:lnTo>
                  <a:pt x="1214922" y="767909"/>
                </a:lnTo>
                <a:moveTo>
                  <a:pt x="1502648" y="913959"/>
                </a:moveTo>
                <a:lnTo>
                  <a:pt x="1490601" y="986299"/>
                </a:lnTo>
                <a:moveTo>
                  <a:pt x="1055198" y="978906"/>
                </a:moveTo>
                <a:lnTo>
                  <a:pt x="1035711" y="924441"/>
                </a:lnTo>
                <a:moveTo>
                  <a:pt x="1243266" y="833562"/>
                </a:moveTo>
                <a:lnTo>
                  <a:pt x="1214922" y="767909"/>
                </a:lnTo>
                <a:moveTo>
                  <a:pt x="1138063" y="726786"/>
                </a:moveTo>
                <a:lnTo>
                  <a:pt x="1202238" y="760332"/>
                </a:lnTo>
                <a:moveTo>
                  <a:pt x="1032560" y="697931"/>
                </a:moveTo>
                <a:lnTo>
                  <a:pt x="984128" y="753106"/>
                </a:lnTo>
                <a:moveTo>
                  <a:pt x="1351264" y="850243"/>
                </a:moveTo>
                <a:lnTo>
                  <a:pt x="1290675" y="789203"/>
                </a:lnTo>
                <a:moveTo>
                  <a:pt x="1426422" y="860845"/>
                </a:moveTo>
                <a:lnTo>
                  <a:pt x="1441863" y="826058"/>
                </a:lnTo>
                <a:moveTo>
                  <a:pt x="1163862" y="1099113"/>
                </a:moveTo>
                <a:lnTo>
                  <a:pt x="1164220" y="1098285"/>
                </a:lnTo>
                <a:moveTo>
                  <a:pt x="1505109" y="853932"/>
                </a:moveTo>
                <a:lnTo>
                  <a:pt x="1441863" y="826058"/>
                </a:lnTo>
                <a:moveTo>
                  <a:pt x="1241565" y="1098811"/>
                </a:moveTo>
                <a:lnTo>
                  <a:pt x="1164220" y="1098285"/>
                </a:lnTo>
                <a:moveTo>
                  <a:pt x="1430559" y="860612"/>
                </a:moveTo>
                <a:lnTo>
                  <a:pt x="1441863" y="826058"/>
                </a:lnTo>
                <a:moveTo>
                  <a:pt x="2156368" y="669314"/>
                </a:moveTo>
                <a:lnTo>
                  <a:pt x="2196749" y="702049"/>
                </a:lnTo>
                <a:moveTo>
                  <a:pt x="1241565" y="1098811"/>
                </a:moveTo>
                <a:lnTo>
                  <a:pt x="1163862" y="1099113"/>
                </a:lnTo>
                <a:moveTo>
                  <a:pt x="2307640" y="612864"/>
                </a:moveTo>
                <a:lnTo>
                  <a:pt x="2315125" y="546640"/>
                </a:lnTo>
                <a:moveTo>
                  <a:pt x="2408519" y="627433"/>
                </a:moveTo>
                <a:lnTo>
                  <a:pt x="2454377" y="671952"/>
                </a:lnTo>
                <a:moveTo>
                  <a:pt x="2298230" y="439000"/>
                </a:moveTo>
                <a:lnTo>
                  <a:pt x="2272429" y="423429"/>
                </a:lnTo>
                <a:moveTo>
                  <a:pt x="1674338" y="828515"/>
                </a:moveTo>
                <a:lnTo>
                  <a:pt x="1685856" y="868074"/>
                </a:lnTo>
                <a:moveTo>
                  <a:pt x="1009527" y="867109"/>
                </a:moveTo>
                <a:lnTo>
                  <a:pt x="1026989" y="907527"/>
                </a:lnTo>
                <a:moveTo>
                  <a:pt x="2170607" y="612957"/>
                </a:moveTo>
                <a:lnTo>
                  <a:pt x="2143098" y="656405"/>
                </a:lnTo>
                <a:moveTo>
                  <a:pt x="2307640" y="612864"/>
                </a:moveTo>
                <a:lnTo>
                  <a:pt x="2285096" y="714809"/>
                </a:lnTo>
                <a:moveTo>
                  <a:pt x="2320798" y="631937"/>
                </a:moveTo>
                <a:lnTo>
                  <a:pt x="2307640" y="612864"/>
                </a:lnTo>
                <a:moveTo>
                  <a:pt x="1238202" y="1095055"/>
                </a:moveTo>
                <a:lnTo>
                  <a:pt x="1301678" y="1052399"/>
                </a:lnTo>
                <a:moveTo>
                  <a:pt x="1351264" y="850243"/>
                </a:moveTo>
                <a:lnTo>
                  <a:pt x="1365631" y="796169"/>
                </a:lnTo>
                <a:moveTo>
                  <a:pt x="2458667" y="741662"/>
                </a:moveTo>
                <a:lnTo>
                  <a:pt x="2454463" y="739269"/>
                </a:lnTo>
                <a:moveTo>
                  <a:pt x="1207786" y="794510"/>
                </a:moveTo>
                <a:lnTo>
                  <a:pt x="1138063" y="726786"/>
                </a:lnTo>
                <a:moveTo>
                  <a:pt x="1035711" y="924441"/>
                </a:moveTo>
                <a:lnTo>
                  <a:pt x="1009527" y="867109"/>
                </a:lnTo>
                <a:moveTo>
                  <a:pt x="2457344" y="745678"/>
                </a:moveTo>
                <a:lnTo>
                  <a:pt x="2458667" y="741662"/>
                </a:lnTo>
                <a:moveTo>
                  <a:pt x="2227259" y="734828"/>
                </a:moveTo>
                <a:lnTo>
                  <a:pt x="2156368" y="669314"/>
                </a:lnTo>
                <a:moveTo>
                  <a:pt x="2457344" y="745678"/>
                </a:moveTo>
                <a:lnTo>
                  <a:pt x="2454463" y="739269"/>
                </a:lnTo>
                <a:moveTo>
                  <a:pt x="1426422" y="860845"/>
                </a:moveTo>
                <a:lnTo>
                  <a:pt x="1365631" y="796169"/>
                </a:lnTo>
                <a:moveTo>
                  <a:pt x="1032560" y="697931"/>
                </a:moveTo>
                <a:lnTo>
                  <a:pt x="997278" y="798036"/>
                </a:lnTo>
                <a:moveTo>
                  <a:pt x="1243266" y="833562"/>
                </a:moveTo>
                <a:lnTo>
                  <a:pt x="1207786" y="794510"/>
                </a:lnTo>
                <a:moveTo>
                  <a:pt x="1401385" y="1035301"/>
                </a:moveTo>
                <a:lnTo>
                  <a:pt x="1415792" y="981960"/>
                </a:lnTo>
                <a:moveTo>
                  <a:pt x="1200535" y="821604"/>
                </a:moveTo>
                <a:lnTo>
                  <a:pt x="1207786" y="794510"/>
                </a:lnTo>
                <a:moveTo>
                  <a:pt x="2325663" y="510266"/>
                </a:moveTo>
                <a:lnTo>
                  <a:pt x="2315125" y="546640"/>
                </a:lnTo>
                <a:moveTo>
                  <a:pt x="1476702" y="1048753"/>
                </a:moveTo>
                <a:lnTo>
                  <a:pt x="1415792" y="981960"/>
                </a:lnTo>
                <a:moveTo>
                  <a:pt x="1552780" y="1075875"/>
                </a:moveTo>
                <a:lnTo>
                  <a:pt x="1490601" y="986299"/>
                </a:lnTo>
                <a:moveTo>
                  <a:pt x="1009527" y="867109"/>
                </a:moveTo>
                <a:lnTo>
                  <a:pt x="997278" y="798036"/>
                </a:lnTo>
                <a:moveTo>
                  <a:pt x="1327362" y="1045041"/>
                </a:moveTo>
                <a:lnTo>
                  <a:pt x="1238202" y="1095055"/>
                </a:lnTo>
                <a:moveTo>
                  <a:pt x="1505109" y="853932"/>
                </a:moveTo>
                <a:lnTo>
                  <a:pt x="1511034" y="910130"/>
                </a:lnTo>
                <a:moveTo>
                  <a:pt x="2272429" y="423429"/>
                </a:moveTo>
                <a:lnTo>
                  <a:pt x="2201654" y="343341"/>
                </a:lnTo>
                <a:moveTo>
                  <a:pt x="1238202" y="1095055"/>
                </a:moveTo>
                <a:lnTo>
                  <a:pt x="1163862" y="1099113"/>
                </a:lnTo>
                <a:moveTo>
                  <a:pt x="1238202" y="1095055"/>
                </a:moveTo>
                <a:lnTo>
                  <a:pt x="1241565" y="1098811"/>
                </a:lnTo>
                <a:moveTo>
                  <a:pt x="2404255" y="694122"/>
                </a:moveTo>
                <a:lnTo>
                  <a:pt x="2454377" y="671952"/>
                </a:lnTo>
                <a:moveTo>
                  <a:pt x="2143098" y="656405"/>
                </a:moveTo>
                <a:lnTo>
                  <a:pt x="2150239" y="590132"/>
                </a:lnTo>
                <a:moveTo>
                  <a:pt x="1401385" y="1035301"/>
                </a:moveTo>
                <a:lnTo>
                  <a:pt x="1327362" y="1045041"/>
                </a:lnTo>
                <a:moveTo>
                  <a:pt x="2251968" y="672128"/>
                </a:moveTo>
                <a:lnTo>
                  <a:pt x="2285096" y="714809"/>
                </a:lnTo>
                <a:moveTo>
                  <a:pt x="1505109" y="853932"/>
                </a:moveTo>
                <a:lnTo>
                  <a:pt x="1503313" y="902555"/>
                </a:lnTo>
                <a:moveTo>
                  <a:pt x="1276277" y="842702"/>
                </a:moveTo>
                <a:lnTo>
                  <a:pt x="1243266" y="833562"/>
                </a:lnTo>
                <a:moveTo>
                  <a:pt x="2227259" y="734828"/>
                </a:moveTo>
                <a:lnTo>
                  <a:pt x="2153810" y="667458"/>
                </a:lnTo>
                <a:moveTo>
                  <a:pt x="1200535" y="821604"/>
                </a:moveTo>
                <a:lnTo>
                  <a:pt x="1138063" y="726786"/>
                </a:lnTo>
                <a:moveTo>
                  <a:pt x="2228252" y="681782"/>
                </a:moveTo>
                <a:lnTo>
                  <a:pt x="2285096" y="714809"/>
                </a:lnTo>
                <a:moveTo>
                  <a:pt x="1027374" y="915747"/>
                </a:moveTo>
                <a:lnTo>
                  <a:pt x="1035711" y="924441"/>
                </a:lnTo>
                <a:moveTo>
                  <a:pt x="1696711" y="899050"/>
                </a:moveTo>
                <a:lnTo>
                  <a:pt x="1685856" y="868074"/>
                </a:lnTo>
                <a:moveTo>
                  <a:pt x="1138063" y="726786"/>
                </a:moveTo>
                <a:lnTo>
                  <a:pt x="1068995" y="703193"/>
                </a:lnTo>
                <a:moveTo>
                  <a:pt x="2273876" y="368219"/>
                </a:moveTo>
                <a:lnTo>
                  <a:pt x="2272429" y="423429"/>
                </a:lnTo>
                <a:moveTo>
                  <a:pt x="1476702" y="1048753"/>
                </a:moveTo>
                <a:lnTo>
                  <a:pt x="1490601" y="986299"/>
                </a:lnTo>
                <a:moveTo>
                  <a:pt x="1164220" y="1098285"/>
                </a:moveTo>
                <a:lnTo>
                  <a:pt x="1087030" y="1048698"/>
                </a:lnTo>
                <a:moveTo>
                  <a:pt x="1200535" y="821604"/>
                </a:moveTo>
                <a:lnTo>
                  <a:pt x="1243266" y="833562"/>
                </a:lnTo>
                <a:moveTo>
                  <a:pt x="1164220" y="1098285"/>
                </a:moveTo>
                <a:lnTo>
                  <a:pt x="1089250" y="1051128"/>
                </a:lnTo>
                <a:moveTo>
                  <a:pt x="1351264" y="850243"/>
                </a:moveTo>
                <a:lnTo>
                  <a:pt x="1276277" y="842702"/>
                </a:lnTo>
                <a:moveTo>
                  <a:pt x="2228252" y="681782"/>
                </a:moveTo>
                <a:lnTo>
                  <a:pt x="2227259" y="734828"/>
                </a:lnTo>
                <a:moveTo>
                  <a:pt x="2325663" y="510266"/>
                </a:moveTo>
                <a:lnTo>
                  <a:pt x="2298230" y="439000"/>
                </a:lnTo>
                <a:moveTo>
                  <a:pt x="1163862" y="1099113"/>
                </a:moveTo>
                <a:lnTo>
                  <a:pt x="1089250" y="1051128"/>
                </a:lnTo>
                <a:moveTo>
                  <a:pt x="1272458" y="855284"/>
                </a:moveTo>
                <a:lnTo>
                  <a:pt x="1276277" y="842702"/>
                </a:lnTo>
                <a:moveTo>
                  <a:pt x="1320052" y="1045578"/>
                </a:moveTo>
                <a:lnTo>
                  <a:pt x="1327362" y="1045041"/>
                </a:lnTo>
                <a:moveTo>
                  <a:pt x="1034146" y="937970"/>
                </a:moveTo>
                <a:lnTo>
                  <a:pt x="1035711" y="924441"/>
                </a:lnTo>
                <a:moveTo>
                  <a:pt x="1350256" y="853656"/>
                </a:moveTo>
                <a:lnTo>
                  <a:pt x="1276277" y="842702"/>
                </a:lnTo>
                <a:moveTo>
                  <a:pt x="1397922" y="1043606"/>
                </a:moveTo>
                <a:lnTo>
                  <a:pt x="1327362" y="1045041"/>
                </a:lnTo>
                <a:moveTo>
                  <a:pt x="1708888" y="1006010"/>
                </a:moveTo>
                <a:lnTo>
                  <a:pt x="1694543" y="936633"/>
                </a:lnTo>
                <a:moveTo>
                  <a:pt x="2156368" y="669314"/>
                </a:moveTo>
                <a:lnTo>
                  <a:pt x="2143098" y="656405"/>
                </a:lnTo>
                <a:moveTo>
                  <a:pt x="1272458" y="855284"/>
                </a:moveTo>
                <a:lnTo>
                  <a:pt x="1243266" y="833562"/>
                </a:lnTo>
                <a:moveTo>
                  <a:pt x="1030991" y="765009"/>
                </a:moveTo>
                <a:lnTo>
                  <a:pt x="997278" y="798036"/>
                </a:lnTo>
                <a:moveTo>
                  <a:pt x="1061898" y="698106"/>
                </a:moveTo>
                <a:lnTo>
                  <a:pt x="1032560" y="697931"/>
                </a:lnTo>
                <a:moveTo>
                  <a:pt x="2297208" y="573462"/>
                </a:moveTo>
                <a:lnTo>
                  <a:pt x="2315125" y="546640"/>
                </a:lnTo>
                <a:moveTo>
                  <a:pt x="1272458" y="855284"/>
                </a:moveTo>
                <a:lnTo>
                  <a:pt x="1200535" y="821604"/>
                </a:lnTo>
                <a:moveTo>
                  <a:pt x="2153810" y="667458"/>
                </a:moveTo>
                <a:lnTo>
                  <a:pt x="2156368" y="669314"/>
                </a:lnTo>
                <a:moveTo>
                  <a:pt x="1087030" y="1048698"/>
                </a:moveTo>
                <a:lnTo>
                  <a:pt x="1055198" y="978906"/>
                </a:lnTo>
                <a:moveTo>
                  <a:pt x="1061898" y="698106"/>
                </a:moveTo>
                <a:lnTo>
                  <a:pt x="1068995" y="703193"/>
                </a:lnTo>
                <a:moveTo>
                  <a:pt x="1665417" y="823434"/>
                </a:moveTo>
                <a:lnTo>
                  <a:pt x="1623926" y="821234"/>
                </a:lnTo>
                <a:moveTo>
                  <a:pt x="2251968" y="672128"/>
                </a:moveTo>
                <a:lnTo>
                  <a:pt x="2307640" y="612864"/>
                </a:lnTo>
                <a:moveTo>
                  <a:pt x="1327362" y="1045041"/>
                </a:moveTo>
                <a:lnTo>
                  <a:pt x="1248397" y="1074113"/>
                </a:lnTo>
                <a:moveTo>
                  <a:pt x="2325664" y="405066"/>
                </a:moveTo>
                <a:lnTo>
                  <a:pt x="2272429" y="423429"/>
                </a:lnTo>
                <a:moveTo>
                  <a:pt x="1552780" y="1075875"/>
                </a:moveTo>
                <a:lnTo>
                  <a:pt x="1476702" y="1048753"/>
                </a:lnTo>
                <a:moveTo>
                  <a:pt x="1350256" y="853656"/>
                </a:moveTo>
                <a:lnTo>
                  <a:pt x="1351264" y="850243"/>
                </a:lnTo>
                <a:moveTo>
                  <a:pt x="1665417" y="823434"/>
                </a:moveTo>
                <a:lnTo>
                  <a:pt x="1674338" y="828515"/>
                </a:lnTo>
                <a:moveTo>
                  <a:pt x="1124092" y="787950"/>
                </a:moveTo>
                <a:lnTo>
                  <a:pt x="1138063" y="726786"/>
                </a:lnTo>
                <a:moveTo>
                  <a:pt x="1350256" y="853656"/>
                </a:moveTo>
                <a:lnTo>
                  <a:pt x="1272458" y="855284"/>
                </a:lnTo>
                <a:moveTo>
                  <a:pt x="2404255" y="694122"/>
                </a:moveTo>
                <a:lnTo>
                  <a:pt x="2454463" y="739269"/>
                </a:lnTo>
                <a:moveTo>
                  <a:pt x="1426422" y="860845"/>
                </a:moveTo>
                <a:lnTo>
                  <a:pt x="1351264" y="850243"/>
                </a:lnTo>
                <a:moveTo>
                  <a:pt x="1426174" y="860966"/>
                </a:moveTo>
                <a:lnTo>
                  <a:pt x="1351264" y="850243"/>
                </a:lnTo>
                <a:moveTo>
                  <a:pt x="2325664" y="405066"/>
                </a:moveTo>
                <a:lnTo>
                  <a:pt x="2298230" y="439000"/>
                </a:lnTo>
                <a:moveTo>
                  <a:pt x="2153810" y="667458"/>
                </a:moveTo>
                <a:lnTo>
                  <a:pt x="2143098" y="656405"/>
                </a:lnTo>
                <a:moveTo>
                  <a:pt x="1426174" y="860966"/>
                </a:moveTo>
                <a:lnTo>
                  <a:pt x="1350256" y="853656"/>
                </a:lnTo>
                <a:moveTo>
                  <a:pt x="1138063" y="726786"/>
                </a:moveTo>
                <a:lnTo>
                  <a:pt x="1065617" y="770010"/>
                </a:lnTo>
                <a:moveTo>
                  <a:pt x="1696711" y="899050"/>
                </a:moveTo>
                <a:lnTo>
                  <a:pt x="1694543" y="936633"/>
                </a:lnTo>
                <a:moveTo>
                  <a:pt x="1148522" y="1135718"/>
                </a:moveTo>
                <a:lnTo>
                  <a:pt x="1163862" y="1099113"/>
                </a:lnTo>
                <a:moveTo>
                  <a:pt x="1476702" y="1048753"/>
                </a:moveTo>
                <a:lnTo>
                  <a:pt x="1401385" y="1035301"/>
                </a:lnTo>
                <a:moveTo>
                  <a:pt x="1200535" y="821604"/>
                </a:moveTo>
                <a:lnTo>
                  <a:pt x="1124092" y="787950"/>
                </a:lnTo>
                <a:moveTo>
                  <a:pt x="1430559" y="860612"/>
                </a:moveTo>
                <a:lnTo>
                  <a:pt x="1426422" y="860845"/>
                </a:lnTo>
                <a:moveTo>
                  <a:pt x="1426174" y="860966"/>
                </a:moveTo>
                <a:lnTo>
                  <a:pt x="1426422" y="860845"/>
                </a:lnTo>
                <a:moveTo>
                  <a:pt x="1505109" y="853932"/>
                </a:moveTo>
                <a:lnTo>
                  <a:pt x="1430559" y="860612"/>
                </a:lnTo>
                <a:moveTo>
                  <a:pt x="2273876" y="368219"/>
                </a:moveTo>
                <a:lnTo>
                  <a:pt x="2201654" y="343341"/>
                </a:lnTo>
                <a:moveTo>
                  <a:pt x="1034146" y="937970"/>
                </a:moveTo>
                <a:lnTo>
                  <a:pt x="1055198" y="978906"/>
                </a:lnTo>
                <a:moveTo>
                  <a:pt x="1430559" y="860612"/>
                </a:moveTo>
                <a:lnTo>
                  <a:pt x="1426174" y="860966"/>
                </a:lnTo>
                <a:moveTo>
                  <a:pt x="1030991" y="765009"/>
                </a:moveTo>
                <a:lnTo>
                  <a:pt x="1032560" y="697931"/>
                </a:lnTo>
                <a:moveTo>
                  <a:pt x="1027130" y="831756"/>
                </a:moveTo>
                <a:lnTo>
                  <a:pt x="997278" y="798036"/>
                </a:lnTo>
                <a:moveTo>
                  <a:pt x="2404255" y="694122"/>
                </a:moveTo>
                <a:lnTo>
                  <a:pt x="2408519" y="627433"/>
                </a:lnTo>
                <a:moveTo>
                  <a:pt x="1163862" y="1099113"/>
                </a:moveTo>
                <a:lnTo>
                  <a:pt x="1133982" y="1124893"/>
                </a:lnTo>
                <a:moveTo>
                  <a:pt x="1027374" y="915747"/>
                </a:moveTo>
                <a:lnTo>
                  <a:pt x="1009527" y="867109"/>
                </a:lnTo>
                <a:moveTo>
                  <a:pt x="1065617" y="770010"/>
                </a:moveTo>
                <a:lnTo>
                  <a:pt x="1068995" y="703193"/>
                </a:lnTo>
                <a:moveTo>
                  <a:pt x="2228252" y="681782"/>
                </a:moveTo>
                <a:lnTo>
                  <a:pt x="2153810" y="667458"/>
                </a:lnTo>
                <a:moveTo>
                  <a:pt x="2297208" y="573462"/>
                </a:moveTo>
                <a:lnTo>
                  <a:pt x="2307640" y="612864"/>
                </a:lnTo>
                <a:moveTo>
                  <a:pt x="1397922" y="1043606"/>
                </a:moveTo>
                <a:lnTo>
                  <a:pt x="1401385" y="1035301"/>
                </a:lnTo>
                <a:moveTo>
                  <a:pt x="1065617" y="770010"/>
                </a:moveTo>
                <a:lnTo>
                  <a:pt x="1061898" y="698106"/>
                </a:lnTo>
                <a:moveTo>
                  <a:pt x="2251968" y="672128"/>
                </a:moveTo>
                <a:lnTo>
                  <a:pt x="2228252" y="681782"/>
                </a:lnTo>
                <a:moveTo>
                  <a:pt x="1248397" y="1074113"/>
                </a:moveTo>
                <a:lnTo>
                  <a:pt x="1238202" y="1095055"/>
                </a:lnTo>
                <a:moveTo>
                  <a:pt x="1089250" y="1051128"/>
                </a:moveTo>
                <a:lnTo>
                  <a:pt x="1087030" y="1048698"/>
                </a:lnTo>
                <a:moveTo>
                  <a:pt x="1696711" y="899050"/>
                </a:moveTo>
                <a:lnTo>
                  <a:pt x="1674338" y="828515"/>
                </a:lnTo>
                <a:moveTo>
                  <a:pt x="1086534" y="1049587"/>
                </a:moveTo>
                <a:lnTo>
                  <a:pt x="1087030" y="1048698"/>
                </a:lnTo>
                <a:moveTo>
                  <a:pt x="1089250" y="1051128"/>
                </a:moveTo>
                <a:lnTo>
                  <a:pt x="1086534" y="1049587"/>
                </a:lnTo>
                <a:moveTo>
                  <a:pt x="1234244" y="1085290"/>
                </a:moveTo>
                <a:lnTo>
                  <a:pt x="1238202" y="1095055"/>
                </a:lnTo>
                <a:moveTo>
                  <a:pt x="1500992" y="860910"/>
                </a:moveTo>
                <a:lnTo>
                  <a:pt x="1505109" y="853932"/>
                </a:lnTo>
                <a:moveTo>
                  <a:pt x="1261576" y="890764"/>
                </a:moveTo>
                <a:lnTo>
                  <a:pt x="1200535" y="821604"/>
                </a:lnTo>
                <a:moveTo>
                  <a:pt x="1500992" y="860910"/>
                </a:moveTo>
                <a:lnTo>
                  <a:pt x="1430559" y="860612"/>
                </a:lnTo>
                <a:moveTo>
                  <a:pt x="1709285" y="1036283"/>
                </a:moveTo>
                <a:lnTo>
                  <a:pt x="1708888" y="1006010"/>
                </a:lnTo>
                <a:moveTo>
                  <a:pt x="1238202" y="1095055"/>
                </a:moveTo>
                <a:lnTo>
                  <a:pt x="1148522" y="1135718"/>
                </a:lnTo>
                <a:moveTo>
                  <a:pt x="1047532" y="752189"/>
                </a:moveTo>
                <a:lnTo>
                  <a:pt x="1032560" y="697931"/>
                </a:lnTo>
                <a:moveTo>
                  <a:pt x="2323111" y="472002"/>
                </a:moveTo>
                <a:lnTo>
                  <a:pt x="2298230" y="439000"/>
                </a:lnTo>
                <a:moveTo>
                  <a:pt x="1397922" y="1043606"/>
                </a:moveTo>
                <a:lnTo>
                  <a:pt x="1320052" y="1045578"/>
                </a:lnTo>
                <a:moveTo>
                  <a:pt x="1691061" y="965539"/>
                </a:moveTo>
                <a:lnTo>
                  <a:pt x="1694543" y="936633"/>
                </a:lnTo>
                <a:moveTo>
                  <a:pt x="1261576" y="890764"/>
                </a:moveTo>
                <a:lnTo>
                  <a:pt x="1272458" y="855284"/>
                </a:lnTo>
                <a:moveTo>
                  <a:pt x="1540993" y="1099899"/>
                </a:moveTo>
                <a:lnTo>
                  <a:pt x="1552780" y="1075875"/>
                </a:lnTo>
                <a:moveTo>
                  <a:pt x="1350256" y="853656"/>
                </a:moveTo>
                <a:lnTo>
                  <a:pt x="1261576" y="890764"/>
                </a:lnTo>
                <a:moveTo>
                  <a:pt x="1185776" y="868645"/>
                </a:moveTo>
                <a:lnTo>
                  <a:pt x="1200535" y="821604"/>
                </a:lnTo>
                <a:moveTo>
                  <a:pt x="2325664" y="405066"/>
                </a:moveTo>
                <a:lnTo>
                  <a:pt x="2273876" y="368219"/>
                </a:lnTo>
                <a:moveTo>
                  <a:pt x="1124092" y="787950"/>
                </a:moveTo>
                <a:lnTo>
                  <a:pt x="1065617" y="770010"/>
                </a:lnTo>
                <a:moveTo>
                  <a:pt x="1034011" y="1005255"/>
                </a:moveTo>
                <a:lnTo>
                  <a:pt x="1055198" y="978906"/>
                </a:lnTo>
                <a:moveTo>
                  <a:pt x="1047532" y="752189"/>
                </a:moveTo>
                <a:lnTo>
                  <a:pt x="1061898" y="698106"/>
                </a:lnTo>
                <a:moveTo>
                  <a:pt x="2297208" y="573462"/>
                </a:moveTo>
                <a:lnTo>
                  <a:pt x="2325663" y="510266"/>
                </a:lnTo>
                <a:moveTo>
                  <a:pt x="1465077" y="1092578"/>
                </a:moveTo>
                <a:lnTo>
                  <a:pt x="1401385" y="1035301"/>
                </a:lnTo>
                <a:moveTo>
                  <a:pt x="1320052" y="1045578"/>
                </a:moveTo>
                <a:lnTo>
                  <a:pt x="1248397" y="1074113"/>
                </a:lnTo>
                <a:moveTo>
                  <a:pt x="2254827" y="634645"/>
                </a:moveTo>
                <a:lnTo>
                  <a:pt x="2307640" y="612864"/>
                </a:lnTo>
                <a:moveTo>
                  <a:pt x="1336655" y="899964"/>
                </a:moveTo>
                <a:lnTo>
                  <a:pt x="1350256" y="853656"/>
                </a:lnTo>
                <a:moveTo>
                  <a:pt x="1465077" y="1092578"/>
                </a:moveTo>
                <a:lnTo>
                  <a:pt x="1476702" y="1048753"/>
                </a:lnTo>
                <a:moveTo>
                  <a:pt x="1027130" y="831756"/>
                </a:moveTo>
                <a:lnTo>
                  <a:pt x="1009527" y="867109"/>
                </a:lnTo>
                <a:moveTo>
                  <a:pt x="1034146" y="937970"/>
                </a:moveTo>
                <a:lnTo>
                  <a:pt x="1027374" y="915747"/>
                </a:lnTo>
                <a:moveTo>
                  <a:pt x="1426174" y="860966"/>
                </a:moveTo>
                <a:lnTo>
                  <a:pt x="1336655" y="899964"/>
                </a:lnTo>
                <a:moveTo>
                  <a:pt x="1540993" y="1099899"/>
                </a:moveTo>
                <a:lnTo>
                  <a:pt x="1476702" y="1048753"/>
                </a:lnTo>
                <a:moveTo>
                  <a:pt x="2191043" y="355968"/>
                </a:moveTo>
                <a:lnTo>
                  <a:pt x="2201654" y="343341"/>
                </a:lnTo>
                <a:moveTo>
                  <a:pt x="1465077" y="1092578"/>
                </a:moveTo>
                <a:lnTo>
                  <a:pt x="1397922" y="1043606"/>
                </a:lnTo>
                <a:moveTo>
                  <a:pt x="2141010" y="705594"/>
                </a:moveTo>
                <a:lnTo>
                  <a:pt x="2153810" y="667458"/>
                </a:lnTo>
                <a:moveTo>
                  <a:pt x="1248397" y="1074113"/>
                </a:moveTo>
                <a:lnTo>
                  <a:pt x="1234244" y="1085290"/>
                </a:lnTo>
                <a:moveTo>
                  <a:pt x="1133982" y="1124893"/>
                </a:moveTo>
                <a:lnTo>
                  <a:pt x="1089250" y="1051128"/>
                </a:lnTo>
                <a:moveTo>
                  <a:pt x="1185776" y="868645"/>
                </a:moveTo>
                <a:lnTo>
                  <a:pt x="1124092" y="787950"/>
                </a:lnTo>
                <a:moveTo>
                  <a:pt x="1133982" y="1124893"/>
                </a:moveTo>
                <a:lnTo>
                  <a:pt x="1086534" y="1049587"/>
                </a:lnTo>
                <a:moveTo>
                  <a:pt x="1047532" y="752189"/>
                </a:moveTo>
                <a:lnTo>
                  <a:pt x="1030991" y="765009"/>
                </a:lnTo>
                <a:moveTo>
                  <a:pt x="1320052" y="1045578"/>
                </a:moveTo>
                <a:lnTo>
                  <a:pt x="1324077" y="986116"/>
                </a:lnTo>
                <a:moveTo>
                  <a:pt x="1651439" y="846401"/>
                </a:moveTo>
                <a:lnTo>
                  <a:pt x="1623926" y="821234"/>
                </a:lnTo>
                <a:moveTo>
                  <a:pt x="1114003" y="823807"/>
                </a:moveTo>
                <a:lnTo>
                  <a:pt x="1124092" y="787950"/>
                </a:lnTo>
                <a:moveTo>
                  <a:pt x="2323111" y="472002"/>
                </a:moveTo>
                <a:lnTo>
                  <a:pt x="2325663" y="510266"/>
                </a:lnTo>
                <a:moveTo>
                  <a:pt x="1577957" y="827509"/>
                </a:moveTo>
                <a:lnTo>
                  <a:pt x="1505109" y="853932"/>
                </a:lnTo>
                <a:moveTo>
                  <a:pt x="1248397" y="1074113"/>
                </a:moveTo>
                <a:lnTo>
                  <a:pt x="1236422" y="1063112"/>
                </a:lnTo>
                <a:moveTo>
                  <a:pt x="1047532" y="752189"/>
                </a:moveTo>
                <a:lnTo>
                  <a:pt x="1065617" y="770010"/>
                </a:lnTo>
                <a:moveTo>
                  <a:pt x="1691061" y="965539"/>
                </a:moveTo>
                <a:lnTo>
                  <a:pt x="1708888" y="1006010"/>
                </a:lnTo>
                <a:moveTo>
                  <a:pt x="2273876" y="368219"/>
                </a:moveTo>
                <a:lnTo>
                  <a:pt x="2191043" y="355968"/>
                </a:lnTo>
                <a:moveTo>
                  <a:pt x="1234244" y="1085290"/>
                </a:moveTo>
                <a:lnTo>
                  <a:pt x="1148522" y="1135718"/>
                </a:lnTo>
                <a:moveTo>
                  <a:pt x="1320052" y="1045578"/>
                </a:moveTo>
                <a:lnTo>
                  <a:pt x="1305874" y="977214"/>
                </a:lnTo>
                <a:moveTo>
                  <a:pt x="2254827" y="634645"/>
                </a:moveTo>
                <a:lnTo>
                  <a:pt x="2251968" y="672128"/>
                </a:lnTo>
                <a:moveTo>
                  <a:pt x="1027130" y="831756"/>
                </a:moveTo>
                <a:lnTo>
                  <a:pt x="1030991" y="765009"/>
                </a:lnTo>
                <a:moveTo>
                  <a:pt x="1234244" y="1085290"/>
                </a:moveTo>
                <a:lnTo>
                  <a:pt x="1236422" y="1063112"/>
                </a:lnTo>
                <a:moveTo>
                  <a:pt x="1087030" y="1048698"/>
                </a:moveTo>
                <a:lnTo>
                  <a:pt x="1034011" y="1005255"/>
                </a:lnTo>
                <a:moveTo>
                  <a:pt x="1114003" y="823807"/>
                </a:moveTo>
                <a:lnTo>
                  <a:pt x="1065617" y="770010"/>
                </a:lnTo>
                <a:moveTo>
                  <a:pt x="1658272" y="855603"/>
                </a:moveTo>
                <a:lnTo>
                  <a:pt x="1674338" y="828515"/>
                </a:lnTo>
                <a:moveTo>
                  <a:pt x="1651439" y="846401"/>
                </a:moveTo>
                <a:lnTo>
                  <a:pt x="1665417" y="823434"/>
                </a:lnTo>
                <a:moveTo>
                  <a:pt x="1340626" y="982233"/>
                </a:moveTo>
                <a:lnTo>
                  <a:pt x="1320052" y="1045578"/>
                </a:lnTo>
                <a:moveTo>
                  <a:pt x="2266239" y="367256"/>
                </a:moveTo>
                <a:lnTo>
                  <a:pt x="2273876" y="368219"/>
                </a:lnTo>
                <a:moveTo>
                  <a:pt x="1086534" y="1049587"/>
                </a:moveTo>
                <a:lnTo>
                  <a:pt x="1034011" y="1005255"/>
                </a:lnTo>
                <a:moveTo>
                  <a:pt x="1126884" y="846163"/>
                </a:moveTo>
                <a:lnTo>
                  <a:pt x="1124092" y="787950"/>
                </a:lnTo>
                <a:moveTo>
                  <a:pt x="1017200" y="897626"/>
                </a:moveTo>
                <a:lnTo>
                  <a:pt x="1009527" y="867109"/>
                </a:lnTo>
                <a:moveTo>
                  <a:pt x="1658272" y="855603"/>
                </a:moveTo>
                <a:lnTo>
                  <a:pt x="1665417" y="823434"/>
                </a:lnTo>
                <a:moveTo>
                  <a:pt x="1071892" y="1098705"/>
                </a:moveTo>
                <a:lnTo>
                  <a:pt x="1086534" y="1049587"/>
                </a:lnTo>
                <a:moveTo>
                  <a:pt x="2221080" y="667555"/>
                </a:moveTo>
                <a:lnTo>
                  <a:pt x="2153810" y="667458"/>
                </a:lnTo>
                <a:moveTo>
                  <a:pt x="1709285" y="1036283"/>
                </a:moveTo>
                <a:lnTo>
                  <a:pt x="1691061" y="965539"/>
                </a:lnTo>
                <a:moveTo>
                  <a:pt x="1305874" y="977214"/>
                </a:moveTo>
                <a:lnTo>
                  <a:pt x="1248397" y="1074113"/>
                </a:lnTo>
                <a:moveTo>
                  <a:pt x="1234244" y="1085290"/>
                </a:moveTo>
                <a:lnTo>
                  <a:pt x="1163264" y="1129122"/>
                </a:lnTo>
                <a:moveTo>
                  <a:pt x="1709285" y="1036283"/>
                </a:moveTo>
                <a:lnTo>
                  <a:pt x="1625340" y="1039863"/>
                </a:lnTo>
                <a:moveTo>
                  <a:pt x="1410792" y="892253"/>
                </a:moveTo>
                <a:lnTo>
                  <a:pt x="1430559" y="860612"/>
                </a:lnTo>
                <a:moveTo>
                  <a:pt x="1410792" y="892253"/>
                </a:moveTo>
                <a:lnTo>
                  <a:pt x="1426174" y="860966"/>
                </a:lnTo>
                <a:moveTo>
                  <a:pt x="1261576" y="890764"/>
                </a:moveTo>
                <a:lnTo>
                  <a:pt x="1185776" y="868645"/>
                </a:lnTo>
                <a:moveTo>
                  <a:pt x="1336655" y="899964"/>
                </a:moveTo>
                <a:lnTo>
                  <a:pt x="1261576" y="890764"/>
                </a:lnTo>
                <a:moveTo>
                  <a:pt x="1148522" y="1135718"/>
                </a:moveTo>
                <a:lnTo>
                  <a:pt x="1133982" y="1124893"/>
                </a:lnTo>
                <a:moveTo>
                  <a:pt x="2221080" y="667555"/>
                </a:moveTo>
                <a:lnTo>
                  <a:pt x="2251968" y="672128"/>
                </a:lnTo>
                <a:moveTo>
                  <a:pt x="1163264" y="1129122"/>
                </a:moveTo>
                <a:lnTo>
                  <a:pt x="1148522" y="1135718"/>
                </a:lnTo>
                <a:moveTo>
                  <a:pt x="1577957" y="827509"/>
                </a:moveTo>
                <a:lnTo>
                  <a:pt x="1500992" y="860910"/>
                </a:lnTo>
                <a:moveTo>
                  <a:pt x="1621986" y="1083078"/>
                </a:moveTo>
                <a:lnTo>
                  <a:pt x="1540993" y="1099899"/>
                </a:lnTo>
                <a:moveTo>
                  <a:pt x="1691061" y="965539"/>
                </a:moveTo>
                <a:lnTo>
                  <a:pt x="1696711" y="899050"/>
                </a:lnTo>
                <a:moveTo>
                  <a:pt x="2323111" y="472002"/>
                </a:moveTo>
                <a:lnTo>
                  <a:pt x="2325664" y="405066"/>
                </a:lnTo>
                <a:moveTo>
                  <a:pt x="1540993" y="1099899"/>
                </a:moveTo>
                <a:lnTo>
                  <a:pt x="1465077" y="1092578"/>
                </a:lnTo>
                <a:moveTo>
                  <a:pt x="2221080" y="667555"/>
                </a:moveTo>
                <a:lnTo>
                  <a:pt x="2228252" y="681782"/>
                </a:lnTo>
                <a:moveTo>
                  <a:pt x="1021351" y="906106"/>
                </a:moveTo>
                <a:lnTo>
                  <a:pt x="1027374" y="915747"/>
                </a:lnTo>
                <a:moveTo>
                  <a:pt x="1236422" y="1063112"/>
                </a:moveTo>
                <a:lnTo>
                  <a:pt x="1163264" y="1129122"/>
                </a:lnTo>
                <a:moveTo>
                  <a:pt x="1034011" y="1005255"/>
                </a:moveTo>
                <a:lnTo>
                  <a:pt x="1034146" y="937970"/>
                </a:lnTo>
                <a:moveTo>
                  <a:pt x="1393849" y="1014646"/>
                </a:moveTo>
                <a:lnTo>
                  <a:pt x="1320052" y="1045578"/>
                </a:lnTo>
                <a:moveTo>
                  <a:pt x="1242285" y="998736"/>
                </a:moveTo>
                <a:lnTo>
                  <a:pt x="1248397" y="1074113"/>
                </a:lnTo>
                <a:moveTo>
                  <a:pt x="1393849" y="1014646"/>
                </a:moveTo>
                <a:lnTo>
                  <a:pt x="1397922" y="1043606"/>
                </a:lnTo>
                <a:moveTo>
                  <a:pt x="1114003" y="823807"/>
                </a:moveTo>
                <a:lnTo>
                  <a:pt x="1047532" y="752189"/>
                </a:lnTo>
                <a:moveTo>
                  <a:pt x="2266239" y="367256"/>
                </a:moveTo>
                <a:lnTo>
                  <a:pt x="2325664" y="405066"/>
                </a:lnTo>
                <a:moveTo>
                  <a:pt x="1552392" y="840312"/>
                </a:moveTo>
                <a:lnTo>
                  <a:pt x="1500992" y="860910"/>
                </a:lnTo>
                <a:moveTo>
                  <a:pt x="2286782" y="534060"/>
                </a:moveTo>
                <a:lnTo>
                  <a:pt x="2325663" y="510266"/>
                </a:lnTo>
                <a:moveTo>
                  <a:pt x="1143983" y="1146169"/>
                </a:moveTo>
                <a:lnTo>
                  <a:pt x="1148522" y="1135718"/>
                </a:lnTo>
                <a:moveTo>
                  <a:pt x="2254827" y="634645"/>
                </a:moveTo>
                <a:lnTo>
                  <a:pt x="2297208" y="573462"/>
                </a:lnTo>
                <a:moveTo>
                  <a:pt x="1336655" y="899964"/>
                </a:moveTo>
                <a:lnTo>
                  <a:pt x="1326125" y="968379"/>
                </a:lnTo>
                <a:moveTo>
                  <a:pt x="1462074" y="1098124"/>
                </a:moveTo>
                <a:lnTo>
                  <a:pt x="1465077" y="1092578"/>
                </a:lnTo>
                <a:moveTo>
                  <a:pt x="1326125" y="968379"/>
                </a:moveTo>
                <a:lnTo>
                  <a:pt x="1324077" y="986116"/>
                </a:lnTo>
                <a:moveTo>
                  <a:pt x="1034146" y="937970"/>
                </a:moveTo>
                <a:lnTo>
                  <a:pt x="1021351" y="906106"/>
                </a:lnTo>
                <a:moveTo>
                  <a:pt x="1493773" y="859499"/>
                </a:moveTo>
                <a:lnTo>
                  <a:pt x="1500992" y="860910"/>
                </a:lnTo>
                <a:moveTo>
                  <a:pt x="1027374" y="915747"/>
                </a:moveTo>
                <a:lnTo>
                  <a:pt x="1017200" y="897626"/>
                </a:lnTo>
                <a:moveTo>
                  <a:pt x="1336655" y="899964"/>
                </a:moveTo>
                <a:lnTo>
                  <a:pt x="1305874" y="977214"/>
                </a:lnTo>
                <a:moveTo>
                  <a:pt x="1247954" y="958199"/>
                </a:moveTo>
                <a:lnTo>
                  <a:pt x="1261576" y="890764"/>
                </a:lnTo>
                <a:moveTo>
                  <a:pt x="1621986" y="1083078"/>
                </a:moveTo>
                <a:lnTo>
                  <a:pt x="1625340" y="1039863"/>
                </a:lnTo>
                <a:moveTo>
                  <a:pt x="1242285" y="998736"/>
                </a:moveTo>
                <a:lnTo>
                  <a:pt x="1236422" y="1063112"/>
                </a:lnTo>
                <a:moveTo>
                  <a:pt x="1324077" y="986116"/>
                </a:moveTo>
                <a:lnTo>
                  <a:pt x="1305874" y="977214"/>
                </a:lnTo>
                <a:moveTo>
                  <a:pt x="1500992" y="860910"/>
                </a:moveTo>
                <a:lnTo>
                  <a:pt x="1410792" y="892253"/>
                </a:lnTo>
                <a:moveTo>
                  <a:pt x="1340626" y="982233"/>
                </a:moveTo>
                <a:lnTo>
                  <a:pt x="1336655" y="899964"/>
                </a:lnTo>
                <a:moveTo>
                  <a:pt x="1340626" y="982233"/>
                </a:moveTo>
                <a:lnTo>
                  <a:pt x="1324077" y="986116"/>
                </a:lnTo>
                <a:moveTo>
                  <a:pt x="1143983" y="1146169"/>
                </a:moveTo>
                <a:lnTo>
                  <a:pt x="1133982" y="1124893"/>
                </a:lnTo>
                <a:moveTo>
                  <a:pt x="1326125" y="968379"/>
                </a:moveTo>
                <a:lnTo>
                  <a:pt x="1305874" y="977214"/>
                </a:lnTo>
                <a:moveTo>
                  <a:pt x="1185776" y="868645"/>
                </a:moveTo>
                <a:lnTo>
                  <a:pt x="1126884" y="846163"/>
                </a:lnTo>
                <a:moveTo>
                  <a:pt x="1658272" y="855603"/>
                </a:moveTo>
                <a:lnTo>
                  <a:pt x="1696711" y="899050"/>
                </a:lnTo>
                <a:moveTo>
                  <a:pt x="1163264" y="1129122"/>
                </a:moveTo>
                <a:lnTo>
                  <a:pt x="1143983" y="1146169"/>
                </a:lnTo>
                <a:moveTo>
                  <a:pt x="2141010" y="705594"/>
                </a:moveTo>
                <a:lnTo>
                  <a:pt x="2065570" y="689923"/>
                </a:lnTo>
                <a:moveTo>
                  <a:pt x="1340626" y="982233"/>
                </a:moveTo>
                <a:lnTo>
                  <a:pt x="1326125" y="968379"/>
                </a:lnTo>
                <a:moveTo>
                  <a:pt x="1126884" y="846163"/>
                </a:moveTo>
                <a:lnTo>
                  <a:pt x="1114003" y="823807"/>
                </a:lnTo>
                <a:moveTo>
                  <a:pt x="1247954" y="958199"/>
                </a:moveTo>
                <a:lnTo>
                  <a:pt x="1185776" y="868645"/>
                </a:lnTo>
                <a:moveTo>
                  <a:pt x="1336655" y="899964"/>
                </a:moveTo>
                <a:lnTo>
                  <a:pt x="1247954" y="958199"/>
                </a:lnTo>
                <a:moveTo>
                  <a:pt x="1459167" y="1120677"/>
                </a:moveTo>
                <a:lnTo>
                  <a:pt x="1462074" y="1098124"/>
                </a:lnTo>
                <a:moveTo>
                  <a:pt x="1500992" y="860910"/>
                </a:moveTo>
                <a:lnTo>
                  <a:pt x="1420355" y="888547"/>
                </a:lnTo>
                <a:moveTo>
                  <a:pt x="1133982" y="1124893"/>
                </a:moveTo>
                <a:lnTo>
                  <a:pt x="1071892" y="1098705"/>
                </a:lnTo>
                <a:moveTo>
                  <a:pt x="1465077" y="1092578"/>
                </a:moveTo>
                <a:lnTo>
                  <a:pt x="1393849" y="1014646"/>
                </a:lnTo>
                <a:moveTo>
                  <a:pt x="1236422" y="1063112"/>
                </a:moveTo>
                <a:lnTo>
                  <a:pt x="1214196" y="1031278"/>
                </a:lnTo>
                <a:moveTo>
                  <a:pt x="1305874" y="977214"/>
                </a:moveTo>
                <a:lnTo>
                  <a:pt x="1242285" y="998736"/>
                </a:lnTo>
                <a:moveTo>
                  <a:pt x="1305874" y="977214"/>
                </a:moveTo>
                <a:lnTo>
                  <a:pt x="1247954" y="958199"/>
                </a:lnTo>
                <a:moveTo>
                  <a:pt x="1691061" y="965539"/>
                </a:moveTo>
                <a:lnTo>
                  <a:pt x="1625340" y="1039863"/>
                </a:lnTo>
                <a:moveTo>
                  <a:pt x="2266239" y="367256"/>
                </a:moveTo>
                <a:lnTo>
                  <a:pt x="2191043" y="355968"/>
                </a:lnTo>
                <a:moveTo>
                  <a:pt x="2286782" y="534060"/>
                </a:moveTo>
                <a:lnTo>
                  <a:pt x="2297208" y="573462"/>
                </a:lnTo>
                <a:moveTo>
                  <a:pt x="1143983" y="1146169"/>
                </a:moveTo>
                <a:lnTo>
                  <a:pt x="1071892" y="1098705"/>
                </a:lnTo>
                <a:moveTo>
                  <a:pt x="1410792" y="892253"/>
                </a:moveTo>
                <a:lnTo>
                  <a:pt x="1336655" y="899964"/>
                </a:lnTo>
                <a:moveTo>
                  <a:pt x="1242285" y="998736"/>
                </a:moveTo>
                <a:lnTo>
                  <a:pt x="1247954" y="958199"/>
                </a:lnTo>
                <a:moveTo>
                  <a:pt x="1214196" y="1031278"/>
                </a:moveTo>
                <a:lnTo>
                  <a:pt x="1163264" y="1129122"/>
                </a:lnTo>
                <a:moveTo>
                  <a:pt x="1034011" y="1005255"/>
                </a:moveTo>
                <a:lnTo>
                  <a:pt x="1021351" y="906106"/>
                </a:lnTo>
                <a:moveTo>
                  <a:pt x="2221080" y="667555"/>
                </a:moveTo>
                <a:lnTo>
                  <a:pt x="2141010" y="705594"/>
                </a:lnTo>
                <a:moveTo>
                  <a:pt x="1577957" y="827509"/>
                </a:moveTo>
                <a:lnTo>
                  <a:pt x="1552392" y="840312"/>
                </a:lnTo>
                <a:moveTo>
                  <a:pt x="1017200" y="897626"/>
                </a:moveTo>
                <a:lnTo>
                  <a:pt x="1027130" y="831756"/>
                </a:lnTo>
                <a:moveTo>
                  <a:pt x="1393849" y="1014646"/>
                </a:moveTo>
                <a:lnTo>
                  <a:pt x="1340626" y="982233"/>
                </a:lnTo>
                <a:moveTo>
                  <a:pt x="1174772" y="903141"/>
                </a:moveTo>
                <a:lnTo>
                  <a:pt x="1185776" y="868645"/>
                </a:lnTo>
                <a:moveTo>
                  <a:pt x="1691061" y="965539"/>
                </a:moveTo>
                <a:lnTo>
                  <a:pt x="1627575" y="1008180"/>
                </a:lnTo>
                <a:moveTo>
                  <a:pt x="1651439" y="846401"/>
                </a:moveTo>
                <a:lnTo>
                  <a:pt x="1577957" y="827509"/>
                </a:lnTo>
                <a:moveTo>
                  <a:pt x="1627575" y="1008180"/>
                </a:moveTo>
                <a:lnTo>
                  <a:pt x="1625340" y="1039863"/>
                </a:lnTo>
                <a:moveTo>
                  <a:pt x="1663166" y="923615"/>
                </a:moveTo>
                <a:lnTo>
                  <a:pt x="1696711" y="899050"/>
                </a:lnTo>
                <a:moveTo>
                  <a:pt x="2254827" y="634645"/>
                </a:moveTo>
                <a:lnTo>
                  <a:pt x="2221080" y="667555"/>
                </a:lnTo>
                <a:moveTo>
                  <a:pt x="2299523" y="430699"/>
                </a:moveTo>
                <a:lnTo>
                  <a:pt x="2325664" y="405066"/>
                </a:lnTo>
                <a:moveTo>
                  <a:pt x="1465077" y="1092578"/>
                </a:moveTo>
                <a:lnTo>
                  <a:pt x="1436083" y="1063323"/>
                </a:lnTo>
                <a:moveTo>
                  <a:pt x="1621986" y="1083078"/>
                </a:moveTo>
                <a:lnTo>
                  <a:pt x="1539327" y="1059489"/>
                </a:lnTo>
                <a:moveTo>
                  <a:pt x="2184713" y="375554"/>
                </a:moveTo>
                <a:lnTo>
                  <a:pt x="2191043" y="355968"/>
                </a:lnTo>
                <a:moveTo>
                  <a:pt x="1539327" y="1059489"/>
                </a:moveTo>
                <a:lnTo>
                  <a:pt x="1465077" y="1092578"/>
                </a:lnTo>
                <a:moveTo>
                  <a:pt x="1242285" y="998736"/>
                </a:moveTo>
                <a:lnTo>
                  <a:pt x="1214196" y="1031278"/>
                </a:lnTo>
                <a:moveTo>
                  <a:pt x="1108258" y="815696"/>
                </a:moveTo>
                <a:lnTo>
                  <a:pt x="1047532" y="752189"/>
                </a:lnTo>
                <a:moveTo>
                  <a:pt x="1247954" y="958199"/>
                </a:moveTo>
                <a:lnTo>
                  <a:pt x="1214196" y="1031278"/>
                </a:lnTo>
                <a:moveTo>
                  <a:pt x="2194311" y="693210"/>
                </a:moveTo>
                <a:lnTo>
                  <a:pt x="2141010" y="705594"/>
                </a:lnTo>
                <a:moveTo>
                  <a:pt x="1185169" y="921885"/>
                </a:moveTo>
                <a:lnTo>
                  <a:pt x="1185776" y="868645"/>
                </a:lnTo>
                <a:moveTo>
                  <a:pt x="2261561" y="378442"/>
                </a:moveTo>
                <a:lnTo>
                  <a:pt x="2191043" y="355968"/>
                </a:lnTo>
                <a:moveTo>
                  <a:pt x="1625340" y="1039863"/>
                </a:moveTo>
                <a:lnTo>
                  <a:pt x="1606995" y="1020703"/>
                </a:lnTo>
                <a:moveTo>
                  <a:pt x="1552392" y="840312"/>
                </a:moveTo>
                <a:lnTo>
                  <a:pt x="1493773" y="859499"/>
                </a:lnTo>
                <a:moveTo>
                  <a:pt x="1405272" y="912009"/>
                </a:moveTo>
                <a:lnTo>
                  <a:pt x="1336655" y="899964"/>
                </a:lnTo>
                <a:moveTo>
                  <a:pt x="1539327" y="1059489"/>
                </a:moveTo>
                <a:lnTo>
                  <a:pt x="1540993" y="1099899"/>
                </a:lnTo>
                <a:moveTo>
                  <a:pt x="2286782" y="534060"/>
                </a:moveTo>
                <a:lnTo>
                  <a:pt x="2323111" y="472002"/>
                </a:lnTo>
                <a:moveTo>
                  <a:pt x="1108258" y="815696"/>
                </a:moveTo>
                <a:lnTo>
                  <a:pt x="1114003" y="823807"/>
                </a:lnTo>
                <a:moveTo>
                  <a:pt x="1034011" y="1005255"/>
                </a:moveTo>
                <a:lnTo>
                  <a:pt x="1008145" y="981004"/>
                </a:lnTo>
                <a:moveTo>
                  <a:pt x="1174772" y="903141"/>
                </a:moveTo>
                <a:lnTo>
                  <a:pt x="1126884" y="846163"/>
                </a:lnTo>
                <a:moveTo>
                  <a:pt x="2239841" y="594585"/>
                </a:moveTo>
                <a:lnTo>
                  <a:pt x="2297208" y="573462"/>
                </a:lnTo>
                <a:moveTo>
                  <a:pt x="2261561" y="378442"/>
                </a:moveTo>
                <a:lnTo>
                  <a:pt x="2266239" y="367256"/>
                </a:lnTo>
                <a:moveTo>
                  <a:pt x="2051372" y="747016"/>
                </a:moveTo>
                <a:lnTo>
                  <a:pt x="2065570" y="689923"/>
                </a:lnTo>
                <a:moveTo>
                  <a:pt x="1021351" y="906106"/>
                </a:moveTo>
                <a:lnTo>
                  <a:pt x="1017200" y="897626"/>
                </a:lnTo>
                <a:moveTo>
                  <a:pt x="1658272" y="855603"/>
                </a:moveTo>
                <a:lnTo>
                  <a:pt x="1651439" y="846401"/>
                </a:lnTo>
                <a:moveTo>
                  <a:pt x="1133374" y="1175765"/>
                </a:moveTo>
                <a:lnTo>
                  <a:pt x="1163264" y="1129122"/>
                </a:lnTo>
                <a:moveTo>
                  <a:pt x="1462074" y="1098124"/>
                </a:moveTo>
                <a:lnTo>
                  <a:pt x="1436083" y="1063323"/>
                </a:lnTo>
                <a:moveTo>
                  <a:pt x="1539327" y="1059489"/>
                </a:moveTo>
                <a:lnTo>
                  <a:pt x="1462074" y="1098124"/>
                </a:lnTo>
                <a:moveTo>
                  <a:pt x="1405272" y="912009"/>
                </a:moveTo>
                <a:lnTo>
                  <a:pt x="1340626" y="982233"/>
                </a:lnTo>
                <a:moveTo>
                  <a:pt x="1187289" y="1094696"/>
                </a:moveTo>
                <a:lnTo>
                  <a:pt x="1163264" y="1129122"/>
                </a:lnTo>
                <a:moveTo>
                  <a:pt x="1008145" y="981004"/>
                </a:moveTo>
                <a:lnTo>
                  <a:pt x="1021351" y="906106"/>
                </a:lnTo>
                <a:moveTo>
                  <a:pt x="1108258" y="815696"/>
                </a:moveTo>
                <a:lnTo>
                  <a:pt x="1126884" y="846163"/>
                </a:lnTo>
                <a:moveTo>
                  <a:pt x="1500915" y="1072687"/>
                </a:moveTo>
                <a:lnTo>
                  <a:pt x="1459167" y="1120677"/>
                </a:lnTo>
                <a:moveTo>
                  <a:pt x="1133374" y="1175765"/>
                </a:moveTo>
                <a:lnTo>
                  <a:pt x="1143983" y="1146169"/>
                </a:lnTo>
                <a:moveTo>
                  <a:pt x="1625340" y="1039863"/>
                </a:moveTo>
                <a:lnTo>
                  <a:pt x="1539327" y="1059489"/>
                </a:lnTo>
                <a:moveTo>
                  <a:pt x="1627575" y="1008180"/>
                </a:moveTo>
                <a:lnTo>
                  <a:pt x="1606995" y="1020703"/>
                </a:lnTo>
                <a:moveTo>
                  <a:pt x="1500915" y="1072687"/>
                </a:moveTo>
                <a:lnTo>
                  <a:pt x="1462074" y="1098124"/>
                </a:lnTo>
                <a:moveTo>
                  <a:pt x="1247954" y="958199"/>
                </a:moveTo>
                <a:lnTo>
                  <a:pt x="1185169" y="921885"/>
                </a:lnTo>
                <a:moveTo>
                  <a:pt x="1583894" y="750957"/>
                </a:moveTo>
                <a:lnTo>
                  <a:pt x="1577957" y="827509"/>
                </a:lnTo>
                <a:moveTo>
                  <a:pt x="2126314" y="753749"/>
                </a:moveTo>
                <a:lnTo>
                  <a:pt x="2065570" y="689923"/>
                </a:lnTo>
                <a:moveTo>
                  <a:pt x="2126314" y="753749"/>
                </a:moveTo>
                <a:lnTo>
                  <a:pt x="2141010" y="705594"/>
                </a:lnTo>
                <a:moveTo>
                  <a:pt x="1493773" y="859499"/>
                </a:moveTo>
                <a:lnTo>
                  <a:pt x="1420355" y="888547"/>
                </a:lnTo>
                <a:moveTo>
                  <a:pt x="2221080" y="667555"/>
                </a:moveTo>
                <a:lnTo>
                  <a:pt x="2194311" y="693210"/>
                </a:lnTo>
                <a:moveTo>
                  <a:pt x="1420355" y="888547"/>
                </a:moveTo>
                <a:lnTo>
                  <a:pt x="1410792" y="892253"/>
                </a:lnTo>
                <a:moveTo>
                  <a:pt x="1583894" y="750957"/>
                </a:moveTo>
                <a:lnTo>
                  <a:pt x="1552392" y="840312"/>
                </a:lnTo>
                <a:moveTo>
                  <a:pt x="2261561" y="378442"/>
                </a:moveTo>
                <a:lnTo>
                  <a:pt x="2184713" y="375554"/>
                </a:lnTo>
                <a:moveTo>
                  <a:pt x="1133374" y="1175765"/>
                </a:moveTo>
                <a:lnTo>
                  <a:pt x="1071892" y="1098705"/>
                </a:lnTo>
                <a:moveTo>
                  <a:pt x="1663166" y="923615"/>
                </a:moveTo>
                <a:lnTo>
                  <a:pt x="1691061" y="965539"/>
                </a:lnTo>
                <a:moveTo>
                  <a:pt x="2299523" y="430699"/>
                </a:moveTo>
                <a:lnTo>
                  <a:pt x="2323111" y="472002"/>
                </a:lnTo>
                <a:moveTo>
                  <a:pt x="1436083" y="1063323"/>
                </a:moveTo>
                <a:lnTo>
                  <a:pt x="1393849" y="1014646"/>
                </a:lnTo>
                <a:moveTo>
                  <a:pt x="1651439" y="846401"/>
                </a:moveTo>
                <a:lnTo>
                  <a:pt x="1583894" y="750957"/>
                </a:lnTo>
                <a:moveTo>
                  <a:pt x="1384470" y="950669"/>
                </a:moveTo>
                <a:lnTo>
                  <a:pt x="1340626" y="982233"/>
                </a:lnTo>
                <a:moveTo>
                  <a:pt x="1185169" y="921885"/>
                </a:moveTo>
                <a:lnTo>
                  <a:pt x="1214196" y="1031278"/>
                </a:lnTo>
                <a:moveTo>
                  <a:pt x="2299523" y="430699"/>
                </a:moveTo>
                <a:lnTo>
                  <a:pt x="2266239" y="367256"/>
                </a:lnTo>
                <a:moveTo>
                  <a:pt x="2239841" y="594585"/>
                </a:moveTo>
                <a:lnTo>
                  <a:pt x="2254827" y="634645"/>
                </a:lnTo>
                <a:moveTo>
                  <a:pt x="1405272" y="912009"/>
                </a:moveTo>
                <a:lnTo>
                  <a:pt x="1410792" y="892253"/>
                </a:lnTo>
                <a:moveTo>
                  <a:pt x="2184713" y="375554"/>
                </a:moveTo>
                <a:lnTo>
                  <a:pt x="2161496" y="410765"/>
                </a:lnTo>
                <a:moveTo>
                  <a:pt x="1629887" y="948864"/>
                </a:moveTo>
                <a:lnTo>
                  <a:pt x="1691061" y="965539"/>
                </a:lnTo>
                <a:moveTo>
                  <a:pt x="1606995" y="1020703"/>
                </a:moveTo>
                <a:lnTo>
                  <a:pt x="1539327" y="1059489"/>
                </a:lnTo>
                <a:moveTo>
                  <a:pt x="1658004" y="766858"/>
                </a:moveTo>
                <a:lnTo>
                  <a:pt x="1651439" y="846401"/>
                </a:lnTo>
                <a:moveTo>
                  <a:pt x="1187289" y="1094696"/>
                </a:moveTo>
                <a:lnTo>
                  <a:pt x="1214196" y="1031278"/>
                </a:lnTo>
                <a:moveTo>
                  <a:pt x="1185169" y="921885"/>
                </a:moveTo>
                <a:lnTo>
                  <a:pt x="1174772" y="903141"/>
                </a:lnTo>
                <a:moveTo>
                  <a:pt x="1160297" y="1158103"/>
                </a:moveTo>
                <a:lnTo>
                  <a:pt x="1163264" y="1129122"/>
                </a:lnTo>
                <a:moveTo>
                  <a:pt x="1015159" y="859436"/>
                </a:moveTo>
                <a:lnTo>
                  <a:pt x="1027130" y="831756"/>
                </a:lnTo>
                <a:moveTo>
                  <a:pt x="1405272" y="912009"/>
                </a:moveTo>
                <a:lnTo>
                  <a:pt x="1420355" y="888547"/>
                </a:lnTo>
                <a:moveTo>
                  <a:pt x="1174772" y="903141"/>
                </a:moveTo>
                <a:lnTo>
                  <a:pt x="1108258" y="815696"/>
                </a:lnTo>
                <a:moveTo>
                  <a:pt x="1057202" y="1146969"/>
                </a:moveTo>
                <a:lnTo>
                  <a:pt x="1071892" y="1098705"/>
                </a:lnTo>
                <a:moveTo>
                  <a:pt x="2220859" y="620276"/>
                </a:moveTo>
                <a:lnTo>
                  <a:pt x="2254827" y="634645"/>
                </a:lnTo>
                <a:moveTo>
                  <a:pt x="1529517" y="799112"/>
                </a:moveTo>
                <a:lnTo>
                  <a:pt x="1552392" y="840312"/>
                </a:lnTo>
                <a:moveTo>
                  <a:pt x="1663166" y="923615"/>
                </a:moveTo>
                <a:lnTo>
                  <a:pt x="1658272" y="855603"/>
                </a:lnTo>
                <a:moveTo>
                  <a:pt x="1393849" y="1014646"/>
                </a:moveTo>
                <a:lnTo>
                  <a:pt x="1384470" y="950669"/>
                </a:lnTo>
                <a:moveTo>
                  <a:pt x="2176501" y="406888"/>
                </a:moveTo>
                <a:lnTo>
                  <a:pt x="2184713" y="375554"/>
                </a:lnTo>
                <a:moveTo>
                  <a:pt x="1071892" y="1098705"/>
                </a:moveTo>
                <a:lnTo>
                  <a:pt x="1049445" y="1142093"/>
                </a:lnTo>
                <a:moveTo>
                  <a:pt x="2353322" y="279993"/>
                </a:moveTo>
                <a:lnTo>
                  <a:pt x="2343822" y="264592"/>
                </a:lnTo>
                <a:moveTo>
                  <a:pt x="1980227" y="729596"/>
                </a:moveTo>
                <a:lnTo>
                  <a:pt x="1978103" y="718002"/>
                </a:lnTo>
                <a:moveTo>
                  <a:pt x="2261561" y="378442"/>
                </a:moveTo>
                <a:lnTo>
                  <a:pt x="2176501" y="406888"/>
                </a:lnTo>
                <a:moveTo>
                  <a:pt x="1975758" y="728229"/>
                </a:moveTo>
                <a:lnTo>
                  <a:pt x="1978103" y="718002"/>
                </a:lnTo>
                <a:moveTo>
                  <a:pt x="2051372" y="747016"/>
                </a:moveTo>
                <a:lnTo>
                  <a:pt x="1980227" y="729596"/>
                </a:lnTo>
                <a:moveTo>
                  <a:pt x="2299523" y="430699"/>
                </a:moveTo>
                <a:lnTo>
                  <a:pt x="2261561" y="378442"/>
                </a:lnTo>
                <a:moveTo>
                  <a:pt x="2194311" y="693210"/>
                </a:moveTo>
                <a:lnTo>
                  <a:pt x="2126314" y="753749"/>
                </a:lnTo>
                <a:moveTo>
                  <a:pt x="2259612" y="492240"/>
                </a:moveTo>
                <a:lnTo>
                  <a:pt x="2323111" y="472002"/>
                </a:lnTo>
                <a:moveTo>
                  <a:pt x="1629887" y="948864"/>
                </a:moveTo>
                <a:lnTo>
                  <a:pt x="1627575" y="1008180"/>
                </a:lnTo>
                <a:moveTo>
                  <a:pt x="2051372" y="747016"/>
                </a:moveTo>
                <a:lnTo>
                  <a:pt x="1973973" y="737635"/>
                </a:lnTo>
                <a:moveTo>
                  <a:pt x="1980227" y="729596"/>
                </a:moveTo>
                <a:lnTo>
                  <a:pt x="1975758" y="728229"/>
                </a:lnTo>
                <a:moveTo>
                  <a:pt x="1490479" y="826829"/>
                </a:moveTo>
                <a:lnTo>
                  <a:pt x="1552392" y="840312"/>
                </a:lnTo>
                <a:moveTo>
                  <a:pt x="1392043" y="974903"/>
                </a:moveTo>
                <a:lnTo>
                  <a:pt x="1393849" y="1014646"/>
                </a:lnTo>
                <a:moveTo>
                  <a:pt x="2135526" y="752025"/>
                </a:moveTo>
                <a:lnTo>
                  <a:pt x="2194311" y="693210"/>
                </a:lnTo>
                <a:moveTo>
                  <a:pt x="2239841" y="594585"/>
                </a:moveTo>
                <a:lnTo>
                  <a:pt x="2286782" y="534060"/>
                </a:lnTo>
                <a:moveTo>
                  <a:pt x="1980227" y="729596"/>
                </a:moveTo>
                <a:lnTo>
                  <a:pt x="1973973" y="737635"/>
                </a:lnTo>
                <a:moveTo>
                  <a:pt x="2220859" y="620276"/>
                </a:moveTo>
                <a:lnTo>
                  <a:pt x="2221080" y="667555"/>
                </a:lnTo>
                <a:moveTo>
                  <a:pt x="1975758" y="728229"/>
                </a:moveTo>
                <a:lnTo>
                  <a:pt x="1973973" y="737635"/>
                </a:lnTo>
                <a:moveTo>
                  <a:pt x="1539327" y="1059489"/>
                </a:moveTo>
                <a:lnTo>
                  <a:pt x="1500915" y="1072687"/>
                </a:lnTo>
                <a:moveTo>
                  <a:pt x="1629887" y="948864"/>
                </a:moveTo>
                <a:lnTo>
                  <a:pt x="1606995" y="1020703"/>
                </a:lnTo>
                <a:moveTo>
                  <a:pt x="2126314" y="753749"/>
                </a:moveTo>
                <a:lnTo>
                  <a:pt x="2051372" y="747016"/>
                </a:lnTo>
                <a:moveTo>
                  <a:pt x="2176501" y="406888"/>
                </a:moveTo>
                <a:lnTo>
                  <a:pt x="2161496" y="410765"/>
                </a:lnTo>
                <a:moveTo>
                  <a:pt x="1199200" y="991216"/>
                </a:moveTo>
                <a:lnTo>
                  <a:pt x="1214196" y="1031278"/>
                </a:lnTo>
                <a:moveTo>
                  <a:pt x="1658004" y="766858"/>
                </a:moveTo>
                <a:lnTo>
                  <a:pt x="1583894" y="750957"/>
                </a:lnTo>
                <a:moveTo>
                  <a:pt x="1490479" y="826829"/>
                </a:moveTo>
                <a:lnTo>
                  <a:pt x="1493773" y="859499"/>
                </a:lnTo>
                <a:moveTo>
                  <a:pt x="1704817" y="824429"/>
                </a:moveTo>
                <a:lnTo>
                  <a:pt x="1651439" y="846401"/>
                </a:lnTo>
                <a:moveTo>
                  <a:pt x="1170177" y="900592"/>
                </a:moveTo>
                <a:lnTo>
                  <a:pt x="1174772" y="903141"/>
                </a:lnTo>
                <a:moveTo>
                  <a:pt x="2251185" y="408985"/>
                </a:moveTo>
                <a:lnTo>
                  <a:pt x="2261561" y="378442"/>
                </a:lnTo>
                <a:moveTo>
                  <a:pt x="1106242" y="812377"/>
                </a:moveTo>
                <a:lnTo>
                  <a:pt x="1108258" y="815696"/>
                </a:lnTo>
                <a:moveTo>
                  <a:pt x="1978103" y="718002"/>
                </a:moveTo>
                <a:lnTo>
                  <a:pt x="1899536" y="698528"/>
                </a:lnTo>
                <a:moveTo>
                  <a:pt x="1405272" y="912009"/>
                </a:moveTo>
                <a:lnTo>
                  <a:pt x="1384470" y="950669"/>
                </a:lnTo>
                <a:moveTo>
                  <a:pt x="2220859" y="620276"/>
                </a:moveTo>
                <a:lnTo>
                  <a:pt x="2194311" y="693210"/>
                </a:lnTo>
                <a:moveTo>
                  <a:pt x="2343124" y="310585"/>
                </a:moveTo>
                <a:lnTo>
                  <a:pt x="2353322" y="279993"/>
                </a:lnTo>
                <a:moveTo>
                  <a:pt x="1704817" y="824429"/>
                </a:moveTo>
                <a:lnTo>
                  <a:pt x="1658272" y="855603"/>
                </a:lnTo>
                <a:moveTo>
                  <a:pt x="1015159" y="859436"/>
                </a:moveTo>
                <a:lnTo>
                  <a:pt x="1017200" y="897626"/>
                </a:lnTo>
                <a:moveTo>
                  <a:pt x="2161496" y="410765"/>
                </a:moveTo>
                <a:lnTo>
                  <a:pt x="2088096" y="470433"/>
                </a:lnTo>
                <a:moveTo>
                  <a:pt x="2037793" y="815224"/>
                </a:moveTo>
                <a:lnTo>
                  <a:pt x="2051372" y="747016"/>
                </a:lnTo>
                <a:moveTo>
                  <a:pt x="1595354" y="981125"/>
                </a:moveTo>
                <a:lnTo>
                  <a:pt x="1606995" y="1020703"/>
                </a:lnTo>
                <a:moveTo>
                  <a:pt x="1583894" y="750957"/>
                </a:moveTo>
                <a:lnTo>
                  <a:pt x="1529517" y="799112"/>
                </a:lnTo>
                <a:moveTo>
                  <a:pt x="1975758" y="728229"/>
                </a:moveTo>
                <a:lnTo>
                  <a:pt x="1899536" y="698528"/>
                </a:lnTo>
                <a:moveTo>
                  <a:pt x="1490479" y="826829"/>
                </a:moveTo>
                <a:lnTo>
                  <a:pt x="1420355" y="888547"/>
                </a:lnTo>
                <a:moveTo>
                  <a:pt x="1170177" y="900592"/>
                </a:moveTo>
                <a:lnTo>
                  <a:pt x="1185169" y="921885"/>
                </a:lnTo>
                <a:moveTo>
                  <a:pt x="2051372" y="747016"/>
                </a:moveTo>
                <a:lnTo>
                  <a:pt x="1962263" y="797940"/>
                </a:lnTo>
                <a:moveTo>
                  <a:pt x="1170177" y="900592"/>
                </a:moveTo>
                <a:lnTo>
                  <a:pt x="1108258" y="815696"/>
                </a:lnTo>
                <a:moveTo>
                  <a:pt x="2098008" y="468901"/>
                </a:moveTo>
                <a:lnTo>
                  <a:pt x="2161496" y="410765"/>
                </a:lnTo>
                <a:moveTo>
                  <a:pt x="1133374" y="1175765"/>
                </a:moveTo>
                <a:lnTo>
                  <a:pt x="1057202" y="1146969"/>
                </a:lnTo>
                <a:moveTo>
                  <a:pt x="2135526" y="752025"/>
                </a:moveTo>
                <a:lnTo>
                  <a:pt x="2126314" y="753749"/>
                </a:lnTo>
                <a:moveTo>
                  <a:pt x="1406081" y="1021095"/>
                </a:moveTo>
                <a:lnTo>
                  <a:pt x="1393849" y="1014646"/>
                </a:lnTo>
                <a:moveTo>
                  <a:pt x="2259612" y="492240"/>
                </a:moveTo>
                <a:lnTo>
                  <a:pt x="2286782" y="534060"/>
                </a:lnTo>
                <a:moveTo>
                  <a:pt x="1975758" y="728229"/>
                </a:moveTo>
                <a:lnTo>
                  <a:pt x="1932594" y="790021"/>
                </a:lnTo>
                <a:moveTo>
                  <a:pt x="1199200" y="991216"/>
                </a:moveTo>
                <a:lnTo>
                  <a:pt x="1185169" y="921885"/>
                </a:lnTo>
                <a:moveTo>
                  <a:pt x="1973973" y="737635"/>
                </a:moveTo>
                <a:lnTo>
                  <a:pt x="1962263" y="797940"/>
                </a:lnTo>
                <a:moveTo>
                  <a:pt x="1973973" y="737635"/>
                </a:moveTo>
                <a:lnTo>
                  <a:pt x="1932594" y="790021"/>
                </a:lnTo>
                <a:moveTo>
                  <a:pt x="2201589" y="656365"/>
                </a:moveTo>
                <a:lnTo>
                  <a:pt x="2194311" y="693210"/>
                </a:lnTo>
                <a:moveTo>
                  <a:pt x="1445248" y="854246"/>
                </a:moveTo>
                <a:lnTo>
                  <a:pt x="1420355" y="888547"/>
                </a:lnTo>
                <a:moveTo>
                  <a:pt x="1663166" y="923615"/>
                </a:moveTo>
                <a:lnTo>
                  <a:pt x="1629887" y="948864"/>
                </a:lnTo>
                <a:moveTo>
                  <a:pt x="1771281" y="1061454"/>
                </a:moveTo>
                <a:lnTo>
                  <a:pt x="1739681" y="1107170"/>
                </a:lnTo>
                <a:moveTo>
                  <a:pt x="2343124" y="310585"/>
                </a:moveTo>
                <a:lnTo>
                  <a:pt x="2343822" y="264592"/>
                </a:lnTo>
                <a:moveTo>
                  <a:pt x="1975758" y="728229"/>
                </a:moveTo>
                <a:lnTo>
                  <a:pt x="1886383" y="774375"/>
                </a:lnTo>
                <a:moveTo>
                  <a:pt x="2251185" y="408985"/>
                </a:moveTo>
                <a:lnTo>
                  <a:pt x="2176501" y="406888"/>
                </a:lnTo>
                <a:moveTo>
                  <a:pt x="1160297" y="1158103"/>
                </a:moveTo>
                <a:lnTo>
                  <a:pt x="1133374" y="1175765"/>
                </a:lnTo>
                <a:moveTo>
                  <a:pt x="1170177" y="900592"/>
                </a:moveTo>
                <a:lnTo>
                  <a:pt x="1106242" y="812377"/>
                </a:lnTo>
                <a:moveTo>
                  <a:pt x="2299523" y="430699"/>
                </a:moveTo>
                <a:lnTo>
                  <a:pt x="2251185" y="408985"/>
                </a:lnTo>
                <a:moveTo>
                  <a:pt x="2112424" y="816377"/>
                </a:moveTo>
                <a:lnTo>
                  <a:pt x="2051372" y="747016"/>
                </a:lnTo>
                <a:moveTo>
                  <a:pt x="1202159" y="1058948"/>
                </a:moveTo>
                <a:lnTo>
                  <a:pt x="1214196" y="1031278"/>
                </a:lnTo>
                <a:moveTo>
                  <a:pt x="2239841" y="594585"/>
                </a:moveTo>
                <a:lnTo>
                  <a:pt x="2220859" y="620276"/>
                </a:lnTo>
                <a:moveTo>
                  <a:pt x="1160297" y="1158103"/>
                </a:moveTo>
                <a:lnTo>
                  <a:pt x="1187289" y="1094696"/>
                </a:lnTo>
                <a:moveTo>
                  <a:pt x="2098008" y="468901"/>
                </a:moveTo>
                <a:lnTo>
                  <a:pt x="2088096" y="470433"/>
                </a:lnTo>
                <a:moveTo>
                  <a:pt x="1534065" y="1036180"/>
                </a:moveTo>
                <a:lnTo>
                  <a:pt x="1606995" y="1020703"/>
                </a:lnTo>
                <a:moveTo>
                  <a:pt x="1392043" y="974903"/>
                </a:moveTo>
                <a:lnTo>
                  <a:pt x="1384470" y="950669"/>
                </a:lnTo>
                <a:moveTo>
                  <a:pt x="2086710" y="473245"/>
                </a:moveTo>
                <a:lnTo>
                  <a:pt x="2088096" y="470433"/>
                </a:lnTo>
                <a:moveTo>
                  <a:pt x="1682086" y="888451"/>
                </a:moveTo>
                <a:lnTo>
                  <a:pt x="1658272" y="855603"/>
                </a:lnTo>
                <a:moveTo>
                  <a:pt x="1704817" y="824429"/>
                </a:moveTo>
                <a:lnTo>
                  <a:pt x="1658004" y="766858"/>
                </a:lnTo>
                <a:moveTo>
                  <a:pt x="1057202" y="1146969"/>
                </a:moveTo>
                <a:lnTo>
                  <a:pt x="1049445" y="1142093"/>
                </a:lnTo>
                <a:moveTo>
                  <a:pt x="2037793" y="815224"/>
                </a:moveTo>
                <a:lnTo>
                  <a:pt x="1962263" y="797940"/>
                </a:lnTo>
                <a:moveTo>
                  <a:pt x="2239841" y="594585"/>
                </a:moveTo>
                <a:lnTo>
                  <a:pt x="2225934" y="579589"/>
                </a:lnTo>
                <a:moveTo>
                  <a:pt x="1406081" y="1021095"/>
                </a:moveTo>
                <a:lnTo>
                  <a:pt x="1436083" y="1063323"/>
                </a:lnTo>
                <a:moveTo>
                  <a:pt x="2098008" y="468901"/>
                </a:moveTo>
                <a:lnTo>
                  <a:pt x="2086710" y="473245"/>
                </a:lnTo>
                <a:moveTo>
                  <a:pt x="2259612" y="492240"/>
                </a:moveTo>
                <a:lnTo>
                  <a:pt x="2299523" y="430699"/>
                </a:lnTo>
                <a:moveTo>
                  <a:pt x="1962263" y="797940"/>
                </a:moveTo>
                <a:lnTo>
                  <a:pt x="1932594" y="790021"/>
                </a:lnTo>
                <a:moveTo>
                  <a:pt x="1054574" y="1154673"/>
                </a:moveTo>
                <a:lnTo>
                  <a:pt x="1057202" y="1146969"/>
                </a:lnTo>
                <a:moveTo>
                  <a:pt x="2112424" y="816377"/>
                </a:moveTo>
                <a:lnTo>
                  <a:pt x="2126314" y="753749"/>
                </a:lnTo>
                <a:moveTo>
                  <a:pt x="1394891" y="918786"/>
                </a:moveTo>
                <a:lnTo>
                  <a:pt x="1420355" y="888547"/>
                </a:lnTo>
                <a:moveTo>
                  <a:pt x="1490479" y="826829"/>
                </a:moveTo>
                <a:lnTo>
                  <a:pt x="1529517" y="799112"/>
                </a:lnTo>
                <a:moveTo>
                  <a:pt x="2259612" y="492240"/>
                </a:moveTo>
                <a:lnTo>
                  <a:pt x="2239841" y="594585"/>
                </a:lnTo>
                <a:moveTo>
                  <a:pt x="1886383" y="774375"/>
                </a:moveTo>
                <a:lnTo>
                  <a:pt x="1899536" y="698528"/>
                </a:lnTo>
                <a:moveTo>
                  <a:pt x="1722474" y="821098"/>
                </a:moveTo>
                <a:lnTo>
                  <a:pt x="1658004" y="766858"/>
                </a:lnTo>
                <a:moveTo>
                  <a:pt x="1054574" y="1154673"/>
                </a:moveTo>
                <a:lnTo>
                  <a:pt x="1049445" y="1142093"/>
                </a:lnTo>
                <a:moveTo>
                  <a:pt x="2135526" y="752025"/>
                </a:moveTo>
                <a:lnTo>
                  <a:pt x="2112424" y="816377"/>
                </a:lnTo>
                <a:moveTo>
                  <a:pt x="1629887" y="948864"/>
                </a:moveTo>
                <a:lnTo>
                  <a:pt x="1595354" y="981125"/>
                </a:lnTo>
                <a:moveTo>
                  <a:pt x="1122135" y="1201716"/>
                </a:moveTo>
                <a:lnTo>
                  <a:pt x="1133374" y="1175765"/>
                </a:lnTo>
                <a:moveTo>
                  <a:pt x="2113302" y="816120"/>
                </a:moveTo>
                <a:lnTo>
                  <a:pt x="2135526" y="752025"/>
                </a:lnTo>
                <a:moveTo>
                  <a:pt x="2161926" y="457217"/>
                </a:moveTo>
                <a:lnTo>
                  <a:pt x="2161496" y="410765"/>
                </a:lnTo>
                <a:moveTo>
                  <a:pt x="2235381" y="502906"/>
                </a:moveTo>
                <a:lnTo>
                  <a:pt x="2239841" y="594585"/>
                </a:lnTo>
                <a:moveTo>
                  <a:pt x="2220859" y="620276"/>
                </a:moveTo>
                <a:lnTo>
                  <a:pt x="2225934" y="579589"/>
                </a:lnTo>
                <a:moveTo>
                  <a:pt x="1534065" y="1036180"/>
                </a:moveTo>
                <a:lnTo>
                  <a:pt x="1539327" y="1059489"/>
                </a:lnTo>
                <a:moveTo>
                  <a:pt x="2178755" y="720372"/>
                </a:moveTo>
                <a:lnTo>
                  <a:pt x="2194311" y="693210"/>
                </a:lnTo>
                <a:moveTo>
                  <a:pt x="1181805" y="797388"/>
                </a:moveTo>
                <a:lnTo>
                  <a:pt x="1106242" y="812377"/>
                </a:lnTo>
                <a:moveTo>
                  <a:pt x="1932594" y="790021"/>
                </a:moveTo>
                <a:lnTo>
                  <a:pt x="1886383" y="774375"/>
                </a:lnTo>
                <a:moveTo>
                  <a:pt x="1394891" y="918786"/>
                </a:moveTo>
                <a:lnTo>
                  <a:pt x="1405272" y="912009"/>
                </a:lnTo>
                <a:moveTo>
                  <a:pt x="1148738" y="878728"/>
                </a:moveTo>
                <a:lnTo>
                  <a:pt x="1106242" y="812377"/>
                </a:lnTo>
                <a:moveTo>
                  <a:pt x="2237541" y="476028"/>
                </a:moveTo>
                <a:lnTo>
                  <a:pt x="2176501" y="406888"/>
                </a:lnTo>
                <a:moveTo>
                  <a:pt x="1534065" y="1036180"/>
                </a:moveTo>
                <a:lnTo>
                  <a:pt x="1500915" y="1072687"/>
                </a:lnTo>
                <a:moveTo>
                  <a:pt x="1899536" y="698528"/>
                </a:moveTo>
                <a:lnTo>
                  <a:pt x="1810528" y="751263"/>
                </a:lnTo>
                <a:moveTo>
                  <a:pt x="2112424" y="816377"/>
                </a:moveTo>
                <a:lnTo>
                  <a:pt x="2037793" y="815224"/>
                </a:lnTo>
                <a:moveTo>
                  <a:pt x="1529582" y="1038931"/>
                </a:moveTo>
                <a:lnTo>
                  <a:pt x="1500915" y="1072687"/>
                </a:lnTo>
                <a:moveTo>
                  <a:pt x="2349946" y="332781"/>
                </a:moveTo>
                <a:lnTo>
                  <a:pt x="2343124" y="310585"/>
                </a:lnTo>
                <a:moveTo>
                  <a:pt x="2237541" y="476028"/>
                </a:moveTo>
                <a:lnTo>
                  <a:pt x="2299523" y="430699"/>
                </a:lnTo>
                <a:moveTo>
                  <a:pt x="2088096" y="470433"/>
                </a:moveTo>
                <a:lnTo>
                  <a:pt x="2021310" y="525128"/>
                </a:lnTo>
                <a:moveTo>
                  <a:pt x="2161926" y="457217"/>
                </a:moveTo>
                <a:lnTo>
                  <a:pt x="2176501" y="406888"/>
                </a:lnTo>
                <a:moveTo>
                  <a:pt x="1202159" y="1058948"/>
                </a:moveTo>
                <a:lnTo>
                  <a:pt x="1187289" y="1094696"/>
                </a:lnTo>
                <a:moveTo>
                  <a:pt x="2220859" y="620276"/>
                </a:moveTo>
                <a:lnTo>
                  <a:pt x="2201589" y="656365"/>
                </a:lnTo>
                <a:moveTo>
                  <a:pt x="2338574" y="327222"/>
                </a:moveTo>
                <a:lnTo>
                  <a:pt x="2343124" y="310585"/>
                </a:lnTo>
                <a:moveTo>
                  <a:pt x="1170177" y="900592"/>
                </a:moveTo>
                <a:lnTo>
                  <a:pt x="1148738" y="878728"/>
                </a:lnTo>
                <a:moveTo>
                  <a:pt x="2086710" y="473245"/>
                </a:moveTo>
                <a:lnTo>
                  <a:pt x="2021310" y="525128"/>
                </a:lnTo>
                <a:moveTo>
                  <a:pt x="1948687" y="866192"/>
                </a:moveTo>
                <a:lnTo>
                  <a:pt x="1962263" y="797940"/>
                </a:lnTo>
                <a:moveTo>
                  <a:pt x="2225934" y="579589"/>
                </a:moveTo>
                <a:lnTo>
                  <a:pt x="2201589" y="656365"/>
                </a:lnTo>
                <a:moveTo>
                  <a:pt x="2235381" y="502906"/>
                </a:moveTo>
                <a:lnTo>
                  <a:pt x="2225934" y="579589"/>
                </a:lnTo>
                <a:moveTo>
                  <a:pt x="1122135" y="1201716"/>
                </a:moveTo>
                <a:lnTo>
                  <a:pt x="1057202" y="1146969"/>
                </a:lnTo>
                <a:moveTo>
                  <a:pt x="1490479" y="826829"/>
                </a:moveTo>
                <a:lnTo>
                  <a:pt x="1445248" y="854246"/>
                </a:lnTo>
                <a:moveTo>
                  <a:pt x="1682086" y="888451"/>
                </a:moveTo>
                <a:lnTo>
                  <a:pt x="1663166" y="923615"/>
                </a:lnTo>
                <a:moveTo>
                  <a:pt x="1406081" y="1021095"/>
                </a:moveTo>
                <a:lnTo>
                  <a:pt x="1392043" y="974903"/>
                </a:lnTo>
                <a:moveTo>
                  <a:pt x="2099349" y="893616"/>
                </a:moveTo>
                <a:lnTo>
                  <a:pt x="2037793" y="815224"/>
                </a:lnTo>
                <a:moveTo>
                  <a:pt x="1018461" y="854259"/>
                </a:moveTo>
                <a:lnTo>
                  <a:pt x="1015159" y="859436"/>
                </a:lnTo>
                <a:moveTo>
                  <a:pt x="1763098" y="1052029"/>
                </a:moveTo>
                <a:lnTo>
                  <a:pt x="1771281" y="1061454"/>
                </a:lnTo>
                <a:moveTo>
                  <a:pt x="1165979" y="896613"/>
                </a:moveTo>
                <a:lnTo>
                  <a:pt x="1170177" y="900592"/>
                </a:lnTo>
                <a:moveTo>
                  <a:pt x="1184586" y="951209"/>
                </a:moveTo>
                <a:lnTo>
                  <a:pt x="1185169" y="921885"/>
                </a:lnTo>
                <a:moveTo>
                  <a:pt x="1394891" y="918786"/>
                </a:moveTo>
                <a:lnTo>
                  <a:pt x="1384470" y="950669"/>
                </a:lnTo>
                <a:moveTo>
                  <a:pt x="1886383" y="774375"/>
                </a:moveTo>
                <a:lnTo>
                  <a:pt x="1810528" y="751263"/>
                </a:lnTo>
                <a:moveTo>
                  <a:pt x="1962263" y="797940"/>
                </a:moveTo>
                <a:lnTo>
                  <a:pt x="1917388" y="855130"/>
                </a:lnTo>
                <a:moveTo>
                  <a:pt x="1810528" y="751263"/>
                </a:moveTo>
                <a:lnTo>
                  <a:pt x="1735450" y="742091"/>
                </a:lnTo>
                <a:moveTo>
                  <a:pt x="2349946" y="332781"/>
                </a:moveTo>
                <a:lnTo>
                  <a:pt x="2338574" y="327222"/>
                </a:lnTo>
                <a:moveTo>
                  <a:pt x="2235381" y="502906"/>
                </a:moveTo>
                <a:lnTo>
                  <a:pt x="2259612" y="492240"/>
                </a:lnTo>
                <a:moveTo>
                  <a:pt x="1722474" y="821098"/>
                </a:moveTo>
                <a:lnTo>
                  <a:pt x="1735450" y="742091"/>
                </a:lnTo>
                <a:moveTo>
                  <a:pt x="2237541" y="476028"/>
                </a:moveTo>
                <a:lnTo>
                  <a:pt x="2251185" y="408985"/>
                </a:lnTo>
                <a:moveTo>
                  <a:pt x="1917388" y="855130"/>
                </a:moveTo>
                <a:lnTo>
                  <a:pt x="1932594" y="790021"/>
                </a:lnTo>
                <a:moveTo>
                  <a:pt x="2161926" y="457217"/>
                </a:moveTo>
                <a:lnTo>
                  <a:pt x="2098008" y="468901"/>
                </a:lnTo>
                <a:moveTo>
                  <a:pt x="1722474" y="821098"/>
                </a:moveTo>
                <a:lnTo>
                  <a:pt x="1704817" y="824429"/>
                </a:lnTo>
                <a:moveTo>
                  <a:pt x="1727986" y="1172786"/>
                </a:moveTo>
                <a:lnTo>
                  <a:pt x="1739681" y="1107170"/>
                </a:lnTo>
                <a:moveTo>
                  <a:pt x="1122135" y="1201716"/>
                </a:moveTo>
                <a:lnTo>
                  <a:pt x="1054574" y="1154673"/>
                </a:lnTo>
                <a:moveTo>
                  <a:pt x="2178755" y="720372"/>
                </a:moveTo>
                <a:lnTo>
                  <a:pt x="2135526" y="752025"/>
                </a:lnTo>
                <a:moveTo>
                  <a:pt x="2113302" y="816120"/>
                </a:moveTo>
                <a:lnTo>
                  <a:pt x="2112424" y="816377"/>
                </a:lnTo>
                <a:moveTo>
                  <a:pt x="1160297" y="1158103"/>
                </a:moveTo>
                <a:lnTo>
                  <a:pt x="1122135" y="1201716"/>
                </a:lnTo>
                <a:moveTo>
                  <a:pt x="1497920" y="756653"/>
                </a:moveTo>
                <a:lnTo>
                  <a:pt x="1529517" y="799112"/>
                </a:lnTo>
                <a:moveTo>
                  <a:pt x="1917388" y="855130"/>
                </a:moveTo>
                <a:lnTo>
                  <a:pt x="1886383" y="774375"/>
                </a:lnTo>
                <a:moveTo>
                  <a:pt x="1392043" y="974903"/>
                </a:moveTo>
                <a:lnTo>
                  <a:pt x="1394891" y="918786"/>
                </a:lnTo>
                <a:moveTo>
                  <a:pt x="1202159" y="1058948"/>
                </a:moveTo>
                <a:lnTo>
                  <a:pt x="1199200" y="991216"/>
                </a:lnTo>
                <a:moveTo>
                  <a:pt x="1181805" y="797388"/>
                </a:moveTo>
                <a:lnTo>
                  <a:pt x="1148738" y="878728"/>
                </a:lnTo>
                <a:moveTo>
                  <a:pt x="2237541" y="476028"/>
                </a:moveTo>
                <a:lnTo>
                  <a:pt x="2259612" y="492240"/>
                </a:lnTo>
                <a:moveTo>
                  <a:pt x="1623750" y="929712"/>
                </a:moveTo>
                <a:lnTo>
                  <a:pt x="1663166" y="923615"/>
                </a:lnTo>
                <a:moveTo>
                  <a:pt x="1595354" y="981125"/>
                </a:moveTo>
                <a:lnTo>
                  <a:pt x="1534065" y="1036180"/>
                </a:lnTo>
                <a:moveTo>
                  <a:pt x="2225934" y="579589"/>
                </a:moveTo>
                <a:lnTo>
                  <a:pt x="2196463" y="550424"/>
                </a:lnTo>
                <a:moveTo>
                  <a:pt x="2235381" y="502906"/>
                </a:moveTo>
                <a:lnTo>
                  <a:pt x="2237541" y="476028"/>
                </a:lnTo>
                <a:moveTo>
                  <a:pt x="2099349" y="893616"/>
                </a:moveTo>
                <a:lnTo>
                  <a:pt x="2112424" y="816377"/>
                </a:lnTo>
                <a:moveTo>
                  <a:pt x="2087336" y="983489"/>
                </a:moveTo>
                <a:lnTo>
                  <a:pt x="2082233" y="984138"/>
                </a:lnTo>
                <a:moveTo>
                  <a:pt x="1196843" y="1125485"/>
                </a:moveTo>
                <a:lnTo>
                  <a:pt x="1187289" y="1094696"/>
                </a:lnTo>
                <a:moveTo>
                  <a:pt x="2113302" y="816120"/>
                </a:moveTo>
                <a:lnTo>
                  <a:pt x="2099349" y="893616"/>
                </a:lnTo>
                <a:moveTo>
                  <a:pt x="2089069" y="985125"/>
                </a:moveTo>
                <a:lnTo>
                  <a:pt x="2087336" y="983489"/>
                </a:lnTo>
                <a:moveTo>
                  <a:pt x="1763098" y="1052029"/>
                </a:moveTo>
                <a:lnTo>
                  <a:pt x="1739681" y="1107170"/>
                </a:lnTo>
                <a:moveTo>
                  <a:pt x="1682086" y="888451"/>
                </a:moveTo>
                <a:lnTo>
                  <a:pt x="1704817" y="824429"/>
                </a:lnTo>
                <a:moveTo>
                  <a:pt x="2085531" y="992073"/>
                </a:moveTo>
                <a:lnTo>
                  <a:pt x="2082233" y="984138"/>
                </a:lnTo>
                <a:moveTo>
                  <a:pt x="1533105" y="1034703"/>
                </a:moveTo>
                <a:lnTo>
                  <a:pt x="1595354" y="981125"/>
                </a:lnTo>
                <a:moveTo>
                  <a:pt x="2089069" y="985125"/>
                </a:moveTo>
                <a:lnTo>
                  <a:pt x="2085531" y="992073"/>
                </a:lnTo>
                <a:moveTo>
                  <a:pt x="1165979" y="896613"/>
                </a:moveTo>
                <a:lnTo>
                  <a:pt x="1148738" y="878728"/>
                </a:lnTo>
                <a:moveTo>
                  <a:pt x="1872467" y="836524"/>
                </a:moveTo>
                <a:lnTo>
                  <a:pt x="1886383" y="774375"/>
                </a:lnTo>
                <a:moveTo>
                  <a:pt x="1623750" y="929712"/>
                </a:moveTo>
                <a:lnTo>
                  <a:pt x="1629887" y="948864"/>
                </a:lnTo>
                <a:moveTo>
                  <a:pt x="1184586" y="951209"/>
                </a:moveTo>
                <a:lnTo>
                  <a:pt x="1170177" y="900592"/>
                </a:lnTo>
                <a:moveTo>
                  <a:pt x="2087336" y="983489"/>
                </a:moveTo>
                <a:lnTo>
                  <a:pt x="2099349" y="893616"/>
                </a:lnTo>
                <a:moveTo>
                  <a:pt x="2099349" y="893616"/>
                </a:moveTo>
                <a:lnTo>
                  <a:pt x="2082233" y="984138"/>
                </a:lnTo>
                <a:moveTo>
                  <a:pt x="2082233" y="984138"/>
                </a:moveTo>
                <a:lnTo>
                  <a:pt x="2011344" y="964331"/>
                </a:lnTo>
                <a:moveTo>
                  <a:pt x="1948687" y="866192"/>
                </a:moveTo>
                <a:lnTo>
                  <a:pt x="1917388" y="855130"/>
                </a:lnTo>
                <a:moveTo>
                  <a:pt x="2011344" y="964331"/>
                </a:moveTo>
                <a:lnTo>
                  <a:pt x="1948687" y="866192"/>
                </a:lnTo>
                <a:moveTo>
                  <a:pt x="2196463" y="550424"/>
                </a:moveTo>
                <a:lnTo>
                  <a:pt x="2201589" y="656365"/>
                </a:lnTo>
                <a:moveTo>
                  <a:pt x="1796926" y="819053"/>
                </a:moveTo>
                <a:lnTo>
                  <a:pt x="1735450" y="742091"/>
                </a:lnTo>
                <a:moveTo>
                  <a:pt x="2235381" y="502906"/>
                </a:moveTo>
                <a:lnTo>
                  <a:pt x="2196463" y="550424"/>
                </a:lnTo>
                <a:moveTo>
                  <a:pt x="1747334" y="1070380"/>
                </a:moveTo>
                <a:lnTo>
                  <a:pt x="1739681" y="1107170"/>
                </a:lnTo>
                <a:moveTo>
                  <a:pt x="2085531" y="992073"/>
                </a:moveTo>
                <a:lnTo>
                  <a:pt x="2011344" y="964331"/>
                </a:lnTo>
                <a:moveTo>
                  <a:pt x="2021310" y="525128"/>
                </a:moveTo>
                <a:lnTo>
                  <a:pt x="1991614" y="557110"/>
                </a:lnTo>
                <a:moveTo>
                  <a:pt x="1481783" y="828095"/>
                </a:moveTo>
                <a:lnTo>
                  <a:pt x="1529517" y="799112"/>
                </a:lnTo>
                <a:moveTo>
                  <a:pt x="1184586" y="951209"/>
                </a:moveTo>
                <a:lnTo>
                  <a:pt x="1199200" y="991216"/>
                </a:lnTo>
                <a:moveTo>
                  <a:pt x="1117869" y="1209406"/>
                </a:moveTo>
                <a:lnTo>
                  <a:pt x="1160297" y="1158103"/>
                </a:lnTo>
                <a:moveTo>
                  <a:pt x="2099349" y="893616"/>
                </a:moveTo>
                <a:lnTo>
                  <a:pt x="2011344" y="964331"/>
                </a:lnTo>
                <a:moveTo>
                  <a:pt x="2178755" y="720372"/>
                </a:moveTo>
                <a:lnTo>
                  <a:pt x="2201589" y="656365"/>
                </a:lnTo>
                <a:moveTo>
                  <a:pt x="1872467" y="836524"/>
                </a:moveTo>
                <a:lnTo>
                  <a:pt x="1810528" y="751263"/>
                </a:lnTo>
                <a:moveTo>
                  <a:pt x="2237541" y="476028"/>
                </a:moveTo>
                <a:lnTo>
                  <a:pt x="2161926" y="457217"/>
                </a:lnTo>
                <a:moveTo>
                  <a:pt x="2163726" y="785506"/>
                </a:moveTo>
                <a:lnTo>
                  <a:pt x="2135526" y="752025"/>
                </a:lnTo>
                <a:moveTo>
                  <a:pt x="1796926" y="819053"/>
                </a:moveTo>
                <a:lnTo>
                  <a:pt x="1810528" y="751263"/>
                </a:lnTo>
                <a:moveTo>
                  <a:pt x="2113621" y="883470"/>
                </a:moveTo>
                <a:lnTo>
                  <a:pt x="2113302" y="816120"/>
                </a:lnTo>
                <a:moveTo>
                  <a:pt x="1796926" y="819053"/>
                </a:moveTo>
                <a:lnTo>
                  <a:pt x="1722474" y="821098"/>
                </a:lnTo>
                <a:moveTo>
                  <a:pt x="1623750" y="929712"/>
                </a:moveTo>
                <a:lnTo>
                  <a:pt x="1595354" y="981125"/>
                </a:lnTo>
                <a:moveTo>
                  <a:pt x="2237541" y="476028"/>
                </a:moveTo>
                <a:lnTo>
                  <a:pt x="2196463" y="550424"/>
                </a:lnTo>
                <a:moveTo>
                  <a:pt x="1534065" y="1036180"/>
                </a:moveTo>
                <a:lnTo>
                  <a:pt x="1529582" y="1038931"/>
                </a:lnTo>
                <a:moveTo>
                  <a:pt x="2072440" y="501362"/>
                </a:moveTo>
                <a:lnTo>
                  <a:pt x="2098008" y="468901"/>
                </a:lnTo>
                <a:moveTo>
                  <a:pt x="1487243" y="822415"/>
                </a:moveTo>
                <a:lnTo>
                  <a:pt x="1529517" y="799112"/>
                </a:lnTo>
                <a:moveTo>
                  <a:pt x="2072440" y="501362"/>
                </a:moveTo>
                <a:lnTo>
                  <a:pt x="2086710" y="473245"/>
                </a:lnTo>
                <a:moveTo>
                  <a:pt x="1481783" y="828095"/>
                </a:moveTo>
                <a:lnTo>
                  <a:pt x="1490479" y="826829"/>
                </a:lnTo>
                <a:moveTo>
                  <a:pt x="2113621" y="883470"/>
                </a:moveTo>
                <a:lnTo>
                  <a:pt x="2087336" y="983489"/>
                </a:lnTo>
                <a:moveTo>
                  <a:pt x="2113621" y="883470"/>
                </a:moveTo>
                <a:lnTo>
                  <a:pt x="2089069" y="985125"/>
                </a:lnTo>
                <a:moveTo>
                  <a:pt x="1605556" y="944703"/>
                </a:moveTo>
                <a:lnTo>
                  <a:pt x="1595354" y="981125"/>
                </a:lnTo>
                <a:moveTo>
                  <a:pt x="1917388" y="855130"/>
                </a:moveTo>
                <a:lnTo>
                  <a:pt x="1872467" y="836524"/>
                </a:lnTo>
                <a:moveTo>
                  <a:pt x="1533105" y="1034703"/>
                </a:moveTo>
                <a:lnTo>
                  <a:pt x="1534065" y="1036180"/>
                </a:lnTo>
                <a:moveTo>
                  <a:pt x="1196843" y="1125485"/>
                </a:moveTo>
                <a:lnTo>
                  <a:pt x="1160297" y="1158103"/>
                </a:lnTo>
                <a:moveTo>
                  <a:pt x="1939657" y="900779"/>
                </a:moveTo>
                <a:lnTo>
                  <a:pt x="1948687" y="866192"/>
                </a:lnTo>
                <a:moveTo>
                  <a:pt x="1533105" y="1034703"/>
                </a:moveTo>
                <a:lnTo>
                  <a:pt x="1529582" y="1038931"/>
                </a:lnTo>
                <a:moveTo>
                  <a:pt x="1041524" y="1177514"/>
                </a:moveTo>
                <a:lnTo>
                  <a:pt x="1054574" y="1154673"/>
                </a:lnTo>
                <a:moveTo>
                  <a:pt x="1708054" y="874223"/>
                </a:moveTo>
                <a:lnTo>
                  <a:pt x="1704817" y="824429"/>
                </a:lnTo>
                <a:moveTo>
                  <a:pt x="2113621" y="883470"/>
                </a:moveTo>
                <a:lnTo>
                  <a:pt x="2099349" y="893616"/>
                </a:lnTo>
                <a:moveTo>
                  <a:pt x="1003805" y="903129"/>
                </a:moveTo>
                <a:lnTo>
                  <a:pt x="1015159" y="859436"/>
                </a:lnTo>
                <a:moveTo>
                  <a:pt x="1117869" y="1209406"/>
                </a:moveTo>
                <a:lnTo>
                  <a:pt x="1122135" y="1201716"/>
                </a:lnTo>
                <a:moveTo>
                  <a:pt x="1030927" y="1168827"/>
                </a:moveTo>
                <a:lnTo>
                  <a:pt x="1049445" y="1142093"/>
                </a:lnTo>
                <a:moveTo>
                  <a:pt x="1939657" y="900779"/>
                </a:moveTo>
                <a:lnTo>
                  <a:pt x="1917388" y="855130"/>
                </a:lnTo>
                <a:moveTo>
                  <a:pt x="2162895" y="612881"/>
                </a:moveTo>
                <a:lnTo>
                  <a:pt x="2201589" y="656365"/>
                </a:lnTo>
                <a:moveTo>
                  <a:pt x="1091981" y="835481"/>
                </a:moveTo>
                <a:lnTo>
                  <a:pt x="1018461" y="854259"/>
                </a:lnTo>
                <a:moveTo>
                  <a:pt x="1481783" y="828095"/>
                </a:moveTo>
                <a:lnTo>
                  <a:pt x="1445248" y="854246"/>
                </a:lnTo>
                <a:moveTo>
                  <a:pt x="1991614" y="557110"/>
                </a:moveTo>
                <a:lnTo>
                  <a:pt x="1963243" y="584046"/>
                </a:lnTo>
                <a:moveTo>
                  <a:pt x="1172719" y="816247"/>
                </a:moveTo>
                <a:lnTo>
                  <a:pt x="1181805" y="797388"/>
                </a:lnTo>
                <a:moveTo>
                  <a:pt x="1717573" y="1133386"/>
                </a:moveTo>
                <a:lnTo>
                  <a:pt x="1739681" y="1107170"/>
                </a:lnTo>
                <a:moveTo>
                  <a:pt x="1172719" y="816247"/>
                </a:moveTo>
                <a:lnTo>
                  <a:pt x="1148738" y="878728"/>
                </a:lnTo>
                <a:moveTo>
                  <a:pt x="1184586" y="951209"/>
                </a:moveTo>
                <a:lnTo>
                  <a:pt x="1165979" y="896613"/>
                </a:lnTo>
                <a:moveTo>
                  <a:pt x="1091981" y="835481"/>
                </a:moveTo>
                <a:lnTo>
                  <a:pt x="1148738" y="878728"/>
                </a:lnTo>
                <a:moveTo>
                  <a:pt x="1054574" y="1154673"/>
                </a:moveTo>
                <a:lnTo>
                  <a:pt x="1030927" y="1168827"/>
                </a:lnTo>
                <a:moveTo>
                  <a:pt x="1003805" y="903129"/>
                </a:moveTo>
                <a:lnTo>
                  <a:pt x="1018461" y="854259"/>
                </a:lnTo>
                <a:moveTo>
                  <a:pt x="1708054" y="874223"/>
                </a:moveTo>
                <a:lnTo>
                  <a:pt x="1722474" y="821098"/>
                </a:lnTo>
                <a:moveTo>
                  <a:pt x="1872467" y="836524"/>
                </a:moveTo>
                <a:lnTo>
                  <a:pt x="1796926" y="819053"/>
                </a:lnTo>
                <a:moveTo>
                  <a:pt x="1953357" y="927629"/>
                </a:moveTo>
                <a:lnTo>
                  <a:pt x="1948687" y="866192"/>
                </a:lnTo>
                <a:moveTo>
                  <a:pt x="1984489" y="573063"/>
                </a:moveTo>
                <a:lnTo>
                  <a:pt x="2021310" y="525128"/>
                </a:lnTo>
                <a:moveTo>
                  <a:pt x="2072440" y="501362"/>
                </a:moveTo>
                <a:lnTo>
                  <a:pt x="2021310" y="525128"/>
                </a:lnTo>
                <a:moveTo>
                  <a:pt x="2163726" y="785506"/>
                </a:moveTo>
                <a:lnTo>
                  <a:pt x="2113302" y="816120"/>
                </a:lnTo>
                <a:moveTo>
                  <a:pt x="1204459" y="1021384"/>
                </a:moveTo>
                <a:lnTo>
                  <a:pt x="1199200" y="991216"/>
                </a:lnTo>
                <a:moveTo>
                  <a:pt x="2323987" y="401570"/>
                </a:moveTo>
                <a:lnTo>
                  <a:pt x="2312166" y="477067"/>
                </a:lnTo>
                <a:moveTo>
                  <a:pt x="2324645" y="389134"/>
                </a:moveTo>
                <a:lnTo>
                  <a:pt x="2323987" y="401570"/>
                </a:lnTo>
                <a:moveTo>
                  <a:pt x="1595405" y="593324"/>
                </a:moveTo>
                <a:lnTo>
                  <a:pt x="1577577" y="595652"/>
                </a:lnTo>
                <a:moveTo>
                  <a:pt x="2011344" y="964331"/>
                </a:moveTo>
                <a:lnTo>
                  <a:pt x="1953357" y="927629"/>
                </a:lnTo>
                <a:moveTo>
                  <a:pt x="1939657" y="900779"/>
                </a:moveTo>
                <a:lnTo>
                  <a:pt x="1872467" y="836524"/>
                </a:lnTo>
                <a:moveTo>
                  <a:pt x="1165979" y="896613"/>
                </a:moveTo>
                <a:lnTo>
                  <a:pt x="1091981" y="835481"/>
                </a:lnTo>
                <a:moveTo>
                  <a:pt x="1682086" y="888451"/>
                </a:moveTo>
                <a:lnTo>
                  <a:pt x="1623750" y="929712"/>
                </a:lnTo>
                <a:moveTo>
                  <a:pt x="1546602" y="1003493"/>
                </a:moveTo>
                <a:lnTo>
                  <a:pt x="1595354" y="981125"/>
                </a:lnTo>
                <a:moveTo>
                  <a:pt x="1122135" y="1201716"/>
                </a:moveTo>
                <a:lnTo>
                  <a:pt x="1041524" y="1177514"/>
                </a:lnTo>
                <a:moveTo>
                  <a:pt x="1763098" y="1052029"/>
                </a:moveTo>
                <a:lnTo>
                  <a:pt x="1747334" y="1070380"/>
                </a:lnTo>
                <a:moveTo>
                  <a:pt x="1196843" y="1125485"/>
                </a:moveTo>
                <a:lnTo>
                  <a:pt x="1202159" y="1058948"/>
                </a:lnTo>
                <a:moveTo>
                  <a:pt x="2072369" y="1033197"/>
                </a:moveTo>
                <a:lnTo>
                  <a:pt x="2089069" y="985125"/>
                </a:lnTo>
                <a:moveTo>
                  <a:pt x="2237541" y="476028"/>
                </a:moveTo>
                <a:lnTo>
                  <a:pt x="2147787" y="515357"/>
                </a:lnTo>
                <a:moveTo>
                  <a:pt x="2105296" y="949573"/>
                </a:moveTo>
                <a:lnTo>
                  <a:pt x="2089069" y="985125"/>
                </a:lnTo>
                <a:moveTo>
                  <a:pt x="2161926" y="457217"/>
                </a:moveTo>
                <a:lnTo>
                  <a:pt x="2072440" y="501362"/>
                </a:lnTo>
                <a:moveTo>
                  <a:pt x="1165076" y="1188202"/>
                </a:moveTo>
                <a:lnTo>
                  <a:pt x="1160297" y="1158103"/>
                </a:lnTo>
                <a:moveTo>
                  <a:pt x="2162895" y="612881"/>
                </a:moveTo>
                <a:lnTo>
                  <a:pt x="2196463" y="550424"/>
                </a:lnTo>
                <a:moveTo>
                  <a:pt x="2072369" y="1033197"/>
                </a:moveTo>
                <a:lnTo>
                  <a:pt x="2085531" y="992073"/>
                </a:lnTo>
                <a:moveTo>
                  <a:pt x="1984489" y="573063"/>
                </a:moveTo>
                <a:lnTo>
                  <a:pt x="1991614" y="557110"/>
                </a:lnTo>
                <a:moveTo>
                  <a:pt x="2147787" y="515357"/>
                </a:moveTo>
                <a:lnTo>
                  <a:pt x="2161926" y="457217"/>
                </a:lnTo>
                <a:moveTo>
                  <a:pt x="1708054" y="874223"/>
                </a:moveTo>
                <a:lnTo>
                  <a:pt x="1682086" y="888451"/>
                </a:lnTo>
                <a:moveTo>
                  <a:pt x="2072369" y="1033197"/>
                </a:moveTo>
                <a:lnTo>
                  <a:pt x="2011344" y="964331"/>
                </a:lnTo>
                <a:moveTo>
                  <a:pt x="2323987" y="401570"/>
                </a:moveTo>
                <a:lnTo>
                  <a:pt x="2276164" y="456735"/>
                </a:lnTo>
                <a:moveTo>
                  <a:pt x="2147787" y="515357"/>
                </a:moveTo>
                <a:lnTo>
                  <a:pt x="2196463" y="550424"/>
                </a:lnTo>
                <a:moveTo>
                  <a:pt x="2137001" y="676446"/>
                </a:moveTo>
                <a:lnTo>
                  <a:pt x="2201589" y="656365"/>
                </a:lnTo>
                <a:moveTo>
                  <a:pt x="1796926" y="819053"/>
                </a:moveTo>
                <a:lnTo>
                  <a:pt x="1708054" y="874223"/>
                </a:lnTo>
                <a:moveTo>
                  <a:pt x="1717573" y="1133386"/>
                </a:moveTo>
                <a:lnTo>
                  <a:pt x="1727986" y="1172786"/>
                </a:lnTo>
                <a:moveTo>
                  <a:pt x="1546898" y="658526"/>
                </a:moveTo>
                <a:lnTo>
                  <a:pt x="1577577" y="595652"/>
                </a:lnTo>
                <a:moveTo>
                  <a:pt x="1953357" y="927629"/>
                </a:moveTo>
                <a:lnTo>
                  <a:pt x="1939657" y="900779"/>
                </a:lnTo>
                <a:moveTo>
                  <a:pt x="1984489" y="573063"/>
                </a:moveTo>
                <a:lnTo>
                  <a:pt x="1963243" y="584046"/>
                </a:lnTo>
                <a:moveTo>
                  <a:pt x="2312166" y="477067"/>
                </a:moveTo>
                <a:lnTo>
                  <a:pt x="2276164" y="456735"/>
                </a:lnTo>
                <a:moveTo>
                  <a:pt x="2324645" y="389134"/>
                </a:moveTo>
                <a:lnTo>
                  <a:pt x="2276164" y="456735"/>
                </a:lnTo>
                <a:moveTo>
                  <a:pt x="1153929" y="920909"/>
                </a:moveTo>
                <a:lnTo>
                  <a:pt x="1165979" y="896613"/>
                </a:lnTo>
                <a:moveTo>
                  <a:pt x="1487243" y="822415"/>
                </a:moveTo>
                <a:lnTo>
                  <a:pt x="1497920" y="756653"/>
                </a:lnTo>
                <a:moveTo>
                  <a:pt x="2163726" y="785506"/>
                </a:moveTo>
                <a:lnTo>
                  <a:pt x="2178755" y="720372"/>
                </a:lnTo>
                <a:moveTo>
                  <a:pt x="1623750" y="929712"/>
                </a:moveTo>
                <a:lnTo>
                  <a:pt x="1605556" y="944703"/>
                </a:lnTo>
                <a:moveTo>
                  <a:pt x="1467702" y="887278"/>
                </a:moveTo>
                <a:lnTo>
                  <a:pt x="1445248" y="854246"/>
                </a:lnTo>
                <a:moveTo>
                  <a:pt x="2146133" y="850270"/>
                </a:moveTo>
                <a:lnTo>
                  <a:pt x="2113302" y="816120"/>
                </a:lnTo>
                <a:moveTo>
                  <a:pt x="1919205" y="644991"/>
                </a:moveTo>
                <a:lnTo>
                  <a:pt x="1963243" y="584046"/>
                </a:lnTo>
                <a:moveTo>
                  <a:pt x="1117869" y="1209406"/>
                </a:moveTo>
                <a:lnTo>
                  <a:pt x="1041524" y="1177514"/>
                </a:lnTo>
                <a:moveTo>
                  <a:pt x="1919205" y="644991"/>
                </a:moveTo>
                <a:lnTo>
                  <a:pt x="1897305" y="658507"/>
                </a:lnTo>
                <a:moveTo>
                  <a:pt x="1204459" y="1021384"/>
                </a:moveTo>
                <a:lnTo>
                  <a:pt x="1202159" y="1058948"/>
                </a:lnTo>
                <a:moveTo>
                  <a:pt x="1997795" y="992622"/>
                </a:moveTo>
                <a:lnTo>
                  <a:pt x="2011344" y="964331"/>
                </a:lnTo>
                <a:moveTo>
                  <a:pt x="2105296" y="949573"/>
                </a:moveTo>
                <a:lnTo>
                  <a:pt x="2113621" y="883470"/>
                </a:lnTo>
                <a:moveTo>
                  <a:pt x="1933697" y="909080"/>
                </a:moveTo>
                <a:lnTo>
                  <a:pt x="1872467" y="836524"/>
                </a:lnTo>
                <a:moveTo>
                  <a:pt x="1172719" y="816247"/>
                </a:moveTo>
                <a:lnTo>
                  <a:pt x="1091981" y="835481"/>
                </a:lnTo>
                <a:moveTo>
                  <a:pt x="1546602" y="1003493"/>
                </a:moveTo>
                <a:lnTo>
                  <a:pt x="1533105" y="1034703"/>
                </a:lnTo>
                <a:moveTo>
                  <a:pt x="1581356" y="653085"/>
                </a:moveTo>
                <a:lnTo>
                  <a:pt x="1577577" y="595652"/>
                </a:lnTo>
                <a:moveTo>
                  <a:pt x="2086032" y="1014095"/>
                </a:moveTo>
                <a:lnTo>
                  <a:pt x="2089069" y="985125"/>
                </a:lnTo>
                <a:moveTo>
                  <a:pt x="1891117" y="666658"/>
                </a:moveTo>
                <a:lnTo>
                  <a:pt x="1897305" y="658507"/>
                </a:lnTo>
                <a:moveTo>
                  <a:pt x="2298196" y="538245"/>
                </a:moveTo>
                <a:lnTo>
                  <a:pt x="2312166" y="477067"/>
                </a:lnTo>
                <a:moveTo>
                  <a:pt x="1091981" y="835481"/>
                </a:moveTo>
                <a:lnTo>
                  <a:pt x="1003805" y="903129"/>
                </a:lnTo>
                <a:moveTo>
                  <a:pt x="1933697" y="909080"/>
                </a:moveTo>
                <a:lnTo>
                  <a:pt x="1939657" y="900779"/>
                </a:lnTo>
                <a:moveTo>
                  <a:pt x="1090470" y="839033"/>
                </a:moveTo>
                <a:lnTo>
                  <a:pt x="1091981" y="835481"/>
                </a:lnTo>
                <a:moveTo>
                  <a:pt x="1717573" y="1133386"/>
                </a:moveTo>
                <a:lnTo>
                  <a:pt x="1747334" y="1070380"/>
                </a:lnTo>
                <a:moveTo>
                  <a:pt x="2162895" y="612881"/>
                </a:moveTo>
                <a:lnTo>
                  <a:pt x="2147787" y="515357"/>
                </a:lnTo>
                <a:moveTo>
                  <a:pt x="2072440" y="501362"/>
                </a:moveTo>
                <a:lnTo>
                  <a:pt x="1984489" y="573063"/>
                </a:lnTo>
                <a:moveTo>
                  <a:pt x="1487243" y="822415"/>
                </a:moveTo>
                <a:lnTo>
                  <a:pt x="1481783" y="828095"/>
                </a:lnTo>
                <a:moveTo>
                  <a:pt x="2137001" y="676446"/>
                </a:moveTo>
                <a:lnTo>
                  <a:pt x="2178755" y="720372"/>
                </a:lnTo>
                <a:moveTo>
                  <a:pt x="1581356" y="653085"/>
                </a:moveTo>
                <a:lnTo>
                  <a:pt x="1595405" y="593324"/>
                </a:lnTo>
                <a:moveTo>
                  <a:pt x="1090470" y="839033"/>
                </a:moveTo>
                <a:lnTo>
                  <a:pt x="1003805" y="903129"/>
                </a:lnTo>
                <a:moveTo>
                  <a:pt x="1784325" y="854456"/>
                </a:moveTo>
                <a:lnTo>
                  <a:pt x="1796926" y="819053"/>
                </a:lnTo>
                <a:moveTo>
                  <a:pt x="2147787" y="515357"/>
                </a:moveTo>
                <a:lnTo>
                  <a:pt x="2072440" y="501362"/>
                </a:lnTo>
                <a:moveTo>
                  <a:pt x="1204459" y="1021384"/>
                </a:moveTo>
                <a:lnTo>
                  <a:pt x="1184586" y="951209"/>
                </a:lnTo>
                <a:moveTo>
                  <a:pt x="1165076" y="1188202"/>
                </a:moveTo>
                <a:lnTo>
                  <a:pt x="1117869" y="1209406"/>
                </a:lnTo>
                <a:moveTo>
                  <a:pt x="1153929" y="920909"/>
                </a:moveTo>
                <a:lnTo>
                  <a:pt x="1184586" y="951209"/>
                </a:lnTo>
                <a:moveTo>
                  <a:pt x="1527847" y="723079"/>
                </a:moveTo>
                <a:lnTo>
                  <a:pt x="1497920" y="756653"/>
                </a:lnTo>
                <a:moveTo>
                  <a:pt x="1701574" y="879633"/>
                </a:moveTo>
                <a:lnTo>
                  <a:pt x="1682086" y="888451"/>
                </a:lnTo>
                <a:moveTo>
                  <a:pt x="2312166" y="477067"/>
                </a:moveTo>
                <a:lnTo>
                  <a:pt x="2268504" y="522933"/>
                </a:lnTo>
                <a:moveTo>
                  <a:pt x="1859213" y="866664"/>
                </a:moveTo>
                <a:lnTo>
                  <a:pt x="1872467" y="836524"/>
                </a:lnTo>
                <a:moveTo>
                  <a:pt x="1933697" y="909080"/>
                </a:moveTo>
                <a:lnTo>
                  <a:pt x="1953357" y="927629"/>
                </a:lnTo>
                <a:moveTo>
                  <a:pt x="1859213" y="866664"/>
                </a:moveTo>
                <a:lnTo>
                  <a:pt x="1796926" y="819053"/>
                </a:lnTo>
                <a:moveTo>
                  <a:pt x="1758653" y="1024834"/>
                </a:moveTo>
                <a:lnTo>
                  <a:pt x="1763098" y="1052029"/>
                </a:lnTo>
                <a:moveTo>
                  <a:pt x="1656358" y="660900"/>
                </a:moveTo>
                <a:lnTo>
                  <a:pt x="1595405" y="593324"/>
                </a:lnTo>
                <a:moveTo>
                  <a:pt x="1204417" y="1112545"/>
                </a:moveTo>
                <a:lnTo>
                  <a:pt x="1196843" y="1125485"/>
                </a:lnTo>
                <a:moveTo>
                  <a:pt x="1546602" y="1003493"/>
                </a:moveTo>
                <a:lnTo>
                  <a:pt x="1605556" y="944703"/>
                </a:lnTo>
                <a:moveTo>
                  <a:pt x="2146133" y="850270"/>
                </a:moveTo>
                <a:lnTo>
                  <a:pt x="2113621" y="883470"/>
                </a:lnTo>
                <a:moveTo>
                  <a:pt x="1041524" y="1177514"/>
                </a:moveTo>
                <a:lnTo>
                  <a:pt x="1030927" y="1168827"/>
                </a:lnTo>
                <a:moveTo>
                  <a:pt x="1970438" y="632795"/>
                </a:moveTo>
                <a:lnTo>
                  <a:pt x="1963243" y="584046"/>
                </a:lnTo>
                <a:moveTo>
                  <a:pt x="1153929" y="920909"/>
                </a:moveTo>
                <a:lnTo>
                  <a:pt x="1091981" y="835481"/>
                </a:lnTo>
                <a:moveTo>
                  <a:pt x="1204459" y="1021384"/>
                </a:moveTo>
                <a:lnTo>
                  <a:pt x="1196843" y="1125485"/>
                </a:lnTo>
                <a:moveTo>
                  <a:pt x="982598" y="1031967"/>
                </a:moveTo>
                <a:lnTo>
                  <a:pt x="969390" y="987435"/>
                </a:lnTo>
                <a:moveTo>
                  <a:pt x="2134592" y="590450"/>
                </a:moveTo>
                <a:lnTo>
                  <a:pt x="2162895" y="612881"/>
                </a:lnTo>
                <a:moveTo>
                  <a:pt x="1919205" y="644991"/>
                </a:moveTo>
                <a:lnTo>
                  <a:pt x="1891117" y="666658"/>
                </a:lnTo>
                <a:moveTo>
                  <a:pt x="1758653" y="1024834"/>
                </a:moveTo>
                <a:lnTo>
                  <a:pt x="1747334" y="1070380"/>
                </a:lnTo>
                <a:moveTo>
                  <a:pt x="2134592" y="590450"/>
                </a:moveTo>
                <a:lnTo>
                  <a:pt x="2072440" y="501362"/>
                </a:lnTo>
                <a:moveTo>
                  <a:pt x="1165076" y="1188202"/>
                </a:moveTo>
                <a:lnTo>
                  <a:pt x="1196843" y="1125485"/>
                </a:lnTo>
                <a:moveTo>
                  <a:pt x="1581356" y="653085"/>
                </a:moveTo>
                <a:lnTo>
                  <a:pt x="1546898" y="658526"/>
                </a:lnTo>
                <a:moveTo>
                  <a:pt x="1997795" y="992622"/>
                </a:moveTo>
                <a:lnTo>
                  <a:pt x="1953357" y="927629"/>
                </a:lnTo>
                <a:moveTo>
                  <a:pt x="2137001" y="676446"/>
                </a:moveTo>
                <a:lnTo>
                  <a:pt x="2162895" y="612881"/>
                </a:lnTo>
                <a:moveTo>
                  <a:pt x="1106519" y="1227630"/>
                </a:moveTo>
                <a:lnTo>
                  <a:pt x="1117869" y="1209406"/>
                </a:lnTo>
                <a:moveTo>
                  <a:pt x="1153929" y="920909"/>
                </a:moveTo>
                <a:lnTo>
                  <a:pt x="1090470" y="839033"/>
                </a:lnTo>
                <a:moveTo>
                  <a:pt x="2134592" y="590450"/>
                </a:moveTo>
                <a:lnTo>
                  <a:pt x="2147787" y="515357"/>
                </a:lnTo>
                <a:moveTo>
                  <a:pt x="1810951" y="679542"/>
                </a:moveTo>
                <a:lnTo>
                  <a:pt x="1738622" y="655171"/>
                </a:lnTo>
                <a:moveTo>
                  <a:pt x="1750846" y="1032991"/>
                </a:moveTo>
                <a:lnTo>
                  <a:pt x="1747334" y="1070380"/>
                </a:lnTo>
                <a:moveTo>
                  <a:pt x="1701574" y="879633"/>
                </a:moveTo>
                <a:lnTo>
                  <a:pt x="1623750" y="929712"/>
                </a:lnTo>
                <a:moveTo>
                  <a:pt x="1784325" y="854456"/>
                </a:moveTo>
                <a:lnTo>
                  <a:pt x="1708054" y="874223"/>
                </a:lnTo>
                <a:moveTo>
                  <a:pt x="1036804" y="1190830"/>
                </a:moveTo>
                <a:lnTo>
                  <a:pt x="1041524" y="1177514"/>
                </a:lnTo>
                <a:moveTo>
                  <a:pt x="1033861" y="891545"/>
                </a:moveTo>
                <a:lnTo>
                  <a:pt x="1003805" y="903129"/>
                </a:lnTo>
                <a:moveTo>
                  <a:pt x="2268504" y="522933"/>
                </a:moveTo>
                <a:lnTo>
                  <a:pt x="2276164" y="456735"/>
                </a:lnTo>
                <a:moveTo>
                  <a:pt x="1090470" y="839033"/>
                </a:moveTo>
                <a:lnTo>
                  <a:pt x="1033861" y="891545"/>
                </a:lnTo>
                <a:moveTo>
                  <a:pt x="1765693" y="862630"/>
                </a:moveTo>
                <a:lnTo>
                  <a:pt x="1708054" y="874223"/>
                </a:lnTo>
                <a:moveTo>
                  <a:pt x="990007" y="967400"/>
                </a:moveTo>
                <a:lnTo>
                  <a:pt x="969390" y="987435"/>
                </a:lnTo>
                <a:moveTo>
                  <a:pt x="1467702" y="887278"/>
                </a:moveTo>
                <a:lnTo>
                  <a:pt x="1481783" y="828095"/>
                </a:lnTo>
                <a:moveTo>
                  <a:pt x="2118863" y="741131"/>
                </a:moveTo>
                <a:lnTo>
                  <a:pt x="2178755" y="720372"/>
                </a:lnTo>
                <a:moveTo>
                  <a:pt x="990007" y="967400"/>
                </a:moveTo>
                <a:lnTo>
                  <a:pt x="1003805" y="903129"/>
                </a:lnTo>
                <a:moveTo>
                  <a:pt x="1891117" y="666658"/>
                </a:moveTo>
                <a:lnTo>
                  <a:pt x="1810951" y="679542"/>
                </a:lnTo>
                <a:moveTo>
                  <a:pt x="1527847" y="723079"/>
                </a:moveTo>
                <a:lnTo>
                  <a:pt x="1546898" y="658526"/>
                </a:lnTo>
                <a:moveTo>
                  <a:pt x="2072369" y="1033197"/>
                </a:moveTo>
                <a:lnTo>
                  <a:pt x="1997795" y="992622"/>
                </a:lnTo>
                <a:moveTo>
                  <a:pt x="1036804" y="1190830"/>
                </a:moveTo>
                <a:lnTo>
                  <a:pt x="1030927" y="1168827"/>
                </a:lnTo>
                <a:moveTo>
                  <a:pt x="1701574" y="879633"/>
                </a:moveTo>
                <a:lnTo>
                  <a:pt x="1708054" y="874223"/>
                </a:lnTo>
                <a:moveTo>
                  <a:pt x="1731830" y="677142"/>
                </a:moveTo>
                <a:lnTo>
                  <a:pt x="1738622" y="655171"/>
                </a:lnTo>
                <a:moveTo>
                  <a:pt x="1618317" y="907216"/>
                </a:moveTo>
                <a:lnTo>
                  <a:pt x="1623750" y="929712"/>
                </a:lnTo>
                <a:moveTo>
                  <a:pt x="1204417" y="1112545"/>
                </a:moveTo>
                <a:lnTo>
                  <a:pt x="1204459" y="1021384"/>
                </a:lnTo>
                <a:moveTo>
                  <a:pt x="1120252" y="904022"/>
                </a:moveTo>
                <a:lnTo>
                  <a:pt x="1090470" y="839033"/>
                </a:lnTo>
                <a:moveTo>
                  <a:pt x="2058433" y="561877"/>
                </a:moveTo>
                <a:lnTo>
                  <a:pt x="1984489" y="573063"/>
                </a:lnTo>
                <a:moveTo>
                  <a:pt x="1970438" y="632795"/>
                </a:moveTo>
                <a:lnTo>
                  <a:pt x="1984489" y="573063"/>
                </a:lnTo>
                <a:moveTo>
                  <a:pt x="1529509" y="790624"/>
                </a:moveTo>
                <a:lnTo>
                  <a:pt x="1497920" y="756653"/>
                </a:lnTo>
                <a:moveTo>
                  <a:pt x="2058433" y="561877"/>
                </a:moveTo>
                <a:lnTo>
                  <a:pt x="2072440" y="501362"/>
                </a:lnTo>
                <a:moveTo>
                  <a:pt x="1487243" y="822415"/>
                </a:moveTo>
                <a:lnTo>
                  <a:pt x="1467702" y="887278"/>
                </a:lnTo>
                <a:moveTo>
                  <a:pt x="1469379" y="887140"/>
                </a:moveTo>
                <a:lnTo>
                  <a:pt x="1487243" y="822415"/>
                </a:lnTo>
                <a:moveTo>
                  <a:pt x="2072369" y="1033197"/>
                </a:moveTo>
                <a:lnTo>
                  <a:pt x="2025364" y="1005333"/>
                </a:lnTo>
                <a:moveTo>
                  <a:pt x="2146133" y="850270"/>
                </a:moveTo>
                <a:lnTo>
                  <a:pt x="2163726" y="785506"/>
                </a:lnTo>
                <a:moveTo>
                  <a:pt x="1997795" y="992622"/>
                </a:moveTo>
                <a:lnTo>
                  <a:pt x="1933697" y="909080"/>
                </a:lnTo>
                <a:moveTo>
                  <a:pt x="1618317" y="907216"/>
                </a:moveTo>
                <a:lnTo>
                  <a:pt x="1605556" y="944703"/>
                </a:lnTo>
                <a:moveTo>
                  <a:pt x="1613916" y="908014"/>
                </a:moveTo>
                <a:lnTo>
                  <a:pt x="1605556" y="944703"/>
                </a:lnTo>
                <a:moveTo>
                  <a:pt x="1970438" y="632795"/>
                </a:moveTo>
                <a:lnTo>
                  <a:pt x="1919205" y="644991"/>
                </a:lnTo>
                <a:moveTo>
                  <a:pt x="2119831" y="913776"/>
                </a:moveTo>
                <a:lnTo>
                  <a:pt x="2113621" y="883470"/>
                </a:lnTo>
                <a:moveTo>
                  <a:pt x="2298196" y="538245"/>
                </a:moveTo>
                <a:lnTo>
                  <a:pt x="2268504" y="522933"/>
                </a:lnTo>
                <a:moveTo>
                  <a:pt x="1106519" y="1227630"/>
                </a:moveTo>
                <a:lnTo>
                  <a:pt x="1041524" y="1177514"/>
                </a:lnTo>
                <a:moveTo>
                  <a:pt x="2137001" y="676446"/>
                </a:moveTo>
                <a:lnTo>
                  <a:pt x="2134592" y="590450"/>
                </a:lnTo>
                <a:moveTo>
                  <a:pt x="2086032" y="1014095"/>
                </a:moveTo>
                <a:lnTo>
                  <a:pt x="2072369" y="1033197"/>
                </a:lnTo>
                <a:moveTo>
                  <a:pt x="2086032" y="1014095"/>
                </a:moveTo>
                <a:lnTo>
                  <a:pt x="2105296" y="949573"/>
                </a:lnTo>
                <a:moveTo>
                  <a:pt x="1810951" y="679542"/>
                </a:moveTo>
                <a:lnTo>
                  <a:pt x="1731830" y="677142"/>
                </a:lnTo>
                <a:moveTo>
                  <a:pt x="988495" y="1057498"/>
                </a:moveTo>
                <a:lnTo>
                  <a:pt x="982598" y="1031967"/>
                </a:lnTo>
                <a:moveTo>
                  <a:pt x="982598" y="1031967"/>
                </a:moveTo>
                <a:lnTo>
                  <a:pt x="990007" y="967400"/>
                </a:lnTo>
                <a:moveTo>
                  <a:pt x="1656358" y="660900"/>
                </a:moveTo>
                <a:lnTo>
                  <a:pt x="1581356" y="653085"/>
                </a:lnTo>
                <a:moveTo>
                  <a:pt x="1703998" y="1093530"/>
                </a:moveTo>
                <a:lnTo>
                  <a:pt x="1747334" y="1070380"/>
                </a:lnTo>
                <a:moveTo>
                  <a:pt x="1933697" y="909080"/>
                </a:moveTo>
                <a:lnTo>
                  <a:pt x="1859213" y="866664"/>
                </a:lnTo>
                <a:moveTo>
                  <a:pt x="1891117" y="666658"/>
                </a:moveTo>
                <a:lnTo>
                  <a:pt x="1807033" y="688562"/>
                </a:lnTo>
                <a:moveTo>
                  <a:pt x="1190312" y="1171316"/>
                </a:moveTo>
                <a:lnTo>
                  <a:pt x="1196843" y="1125485"/>
                </a:lnTo>
                <a:moveTo>
                  <a:pt x="1209647" y="1057250"/>
                </a:moveTo>
                <a:lnTo>
                  <a:pt x="1204417" y="1112545"/>
                </a:lnTo>
                <a:moveTo>
                  <a:pt x="1153929" y="920909"/>
                </a:moveTo>
                <a:lnTo>
                  <a:pt x="1120252" y="904022"/>
                </a:lnTo>
                <a:moveTo>
                  <a:pt x="1077238" y="882792"/>
                </a:moveTo>
                <a:lnTo>
                  <a:pt x="1090470" y="839033"/>
                </a:lnTo>
                <a:moveTo>
                  <a:pt x="2121438" y="666267"/>
                </a:moveTo>
                <a:lnTo>
                  <a:pt x="2134592" y="590450"/>
                </a:lnTo>
                <a:moveTo>
                  <a:pt x="1807033" y="688562"/>
                </a:moveTo>
                <a:lnTo>
                  <a:pt x="1810951" y="679542"/>
                </a:lnTo>
                <a:moveTo>
                  <a:pt x="2045176" y="635851"/>
                </a:moveTo>
                <a:lnTo>
                  <a:pt x="1984489" y="573063"/>
                </a:lnTo>
                <a:moveTo>
                  <a:pt x="1164465" y="977712"/>
                </a:moveTo>
                <a:lnTo>
                  <a:pt x="1184586" y="951209"/>
                </a:lnTo>
                <a:moveTo>
                  <a:pt x="1209647" y="1057250"/>
                </a:moveTo>
                <a:lnTo>
                  <a:pt x="1204459" y="1021384"/>
                </a:lnTo>
                <a:moveTo>
                  <a:pt x="2134592" y="590450"/>
                </a:moveTo>
                <a:lnTo>
                  <a:pt x="2058433" y="561877"/>
                </a:lnTo>
                <a:moveTo>
                  <a:pt x="1033861" y="891545"/>
                </a:moveTo>
                <a:lnTo>
                  <a:pt x="990007" y="967400"/>
                </a:lnTo>
                <a:moveTo>
                  <a:pt x="1933697" y="909080"/>
                </a:moveTo>
                <a:lnTo>
                  <a:pt x="1885528" y="879937"/>
                </a:lnTo>
                <a:moveTo>
                  <a:pt x="1784325" y="854456"/>
                </a:moveTo>
                <a:lnTo>
                  <a:pt x="1765693" y="862630"/>
                </a:lnTo>
                <a:moveTo>
                  <a:pt x="2025364" y="1005333"/>
                </a:moveTo>
                <a:lnTo>
                  <a:pt x="1997795" y="992622"/>
                </a:lnTo>
                <a:moveTo>
                  <a:pt x="2121438" y="666267"/>
                </a:moveTo>
                <a:lnTo>
                  <a:pt x="2137001" y="676446"/>
                </a:lnTo>
                <a:moveTo>
                  <a:pt x="2118863" y="741131"/>
                </a:moveTo>
                <a:lnTo>
                  <a:pt x="2163726" y="785506"/>
                </a:lnTo>
                <a:moveTo>
                  <a:pt x="1731830" y="677142"/>
                </a:moveTo>
                <a:lnTo>
                  <a:pt x="1656358" y="660900"/>
                </a:lnTo>
                <a:moveTo>
                  <a:pt x="1881680" y="690003"/>
                </a:moveTo>
                <a:lnTo>
                  <a:pt x="1919205" y="644991"/>
                </a:lnTo>
                <a:moveTo>
                  <a:pt x="1859213" y="866664"/>
                </a:moveTo>
                <a:lnTo>
                  <a:pt x="1784325" y="854456"/>
                </a:lnTo>
                <a:moveTo>
                  <a:pt x="1106519" y="1227630"/>
                </a:moveTo>
                <a:lnTo>
                  <a:pt x="1036804" y="1190830"/>
                </a:lnTo>
                <a:moveTo>
                  <a:pt x="1567029" y="707874"/>
                </a:moveTo>
                <a:lnTo>
                  <a:pt x="1546898" y="658526"/>
                </a:lnTo>
                <a:moveTo>
                  <a:pt x="1165076" y="1188202"/>
                </a:moveTo>
                <a:lnTo>
                  <a:pt x="1106519" y="1227630"/>
                </a:lnTo>
                <a:moveTo>
                  <a:pt x="1807033" y="688562"/>
                </a:moveTo>
                <a:lnTo>
                  <a:pt x="1731830" y="677142"/>
                </a:lnTo>
                <a:moveTo>
                  <a:pt x="1529509" y="790624"/>
                </a:moveTo>
                <a:lnTo>
                  <a:pt x="1487243" y="822415"/>
                </a:lnTo>
                <a:moveTo>
                  <a:pt x="1613916" y="908014"/>
                </a:moveTo>
                <a:lnTo>
                  <a:pt x="1546602" y="1003493"/>
                </a:lnTo>
                <a:moveTo>
                  <a:pt x="1765693" y="862630"/>
                </a:moveTo>
                <a:lnTo>
                  <a:pt x="1701574" y="879633"/>
                </a:lnTo>
                <a:moveTo>
                  <a:pt x="1469379" y="887140"/>
                </a:moveTo>
                <a:lnTo>
                  <a:pt x="1467702" y="887278"/>
                </a:lnTo>
                <a:moveTo>
                  <a:pt x="1929205" y="902146"/>
                </a:moveTo>
                <a:lnTo>
                  <a:pt x="1933697" y="909080"/>
                </a:lnTo>
                <a:moveTo>
                  <a:pt x="1225361" y="1091708"/>
                </a:moveTo>
                <a:lnTo>
                  <a:pt x="1204417" y="1112545"/>
                </a:lnTo>
                <a:moveTo>
                  <a:pt x="1147299" y="937098"/>
                </a:moveTo>
                <a:lnTo>
                  <a:pt x="1153929" y="920909"/>
                </a:lnTo>
                <a:moveTo>
                  <a:pt x="1466972" y="890260"/>
                </a:moveTo>
                <a:lnTo>
                  <a:pt x="1467702" y="887278"/>
                </a:lnTo>
                <a:moveTo>
                  <a:pt x="1881680" y="690003"/>
                </a:moveTo>
                <a:lnTo>
                  <a:pt x="1891117" y="666658"/>
                </a:lnTo>
                <a:moveTo>
                  <a:pt x="1466972" y="890260"/>
                </a:moveTo>
                <a:lnTo>
                  <a:pt x="1469379" y="887140"/>
                </a:lnTo>
                <a:moveTo>
                  <a:pt x="2121438" y="666267"/>
                </a:moveTo>
                <a:lnTo>
                  <a:pt x="2058433" y="561877"/>
                </a:lnTo>
                <a:moveTo>
                  <a:pt x="1190312" y="1171316"/>
                </a:moveTo>
                <a:lnTo>
                  <a:pt x="1204417" y="1112545"/>
                </a:lnTo>
                <a:moveTo>
                  <a:pt x="1007959" y="955109"/>
                </a:moveTo>
                <a:lnTo>
                  <a:pt x="982598" y="1031967"/>
                </a:lnTo>
                <a:moveTo>
                  <a:pt x="2119831" y="913776"/>
                </a:moveTo>
                <a:lnTo>
                  <a:pt x="2105296" y="949573"/>
                </a:lnTo>
                <a:moveTo>
                  <a:pt x="2057499" y="1078241"/>
                </a:moveTo>
                <a:lnTo>
                  <a:pt x="2072369" y="1033197"/>
                </a:lnTo>
                <a:moveTo>
                  <a:pt x="1758653" y="1024834"/>
                </a:moveTo>
                <a:lnTo>
                  <a:pt x="1750846" y="1032991"/>
                </a:lnTo>
                <a:moveTo>
                  <a:pt x="2072369" y="1033197"/>
                </a:moveTo>
                <a:lnTo>
                  <a:pt x="2055242" y="1076953"/>
                </a:lnTo>
                <a:moveTo>
                  <a:pt x="2229288" y="479373"/>
                </a:moveTo>
                <a:lnTo>
                  <a:pt x="2276164" y="456735"/>
                </a:lnTo>
                <a:moveTo>
                  <a:pt x="1077238" y="882792"/>
                </a:moveTo>
                <a:lnTo>
                  <a:pt x="1033861" y="891545"/>
                </a:lnTo>
                <a:moveTo>
                  <a:pt x="1022007" y="1129643"/>
                </a:moveTo>
                <a:lnTo>
                  <a:pt x="1030927" y="1168827"/>
                </a:lnTo>
                <a:moveTo>
                  <a:pt x="1885528" y="879937"/>
                </a:moveTo>
                <a:lnTo>
                  <a:pt x="1859213" y="866664"/>
                </a:lnTo>
                <a:moveTo>
                  <a:pt x="1703998" y="1093530"/>
                </a:moveTo>
                <a:lnTo>
                  <a:pt x="1717573" y="1133386"/>
                </a:lnTo>
                <a:moveTo>
                  <a:pt x="1007959" y="955109"/>
                </a:moveTo>
                <a:lnTo>
                  <a:pt x="1033861" y="891545"/>
                </a:lnTo>
                <a:moveTo>
                  <a:pt x="1997795" y="992622"/>
                </a:moveTo>
                <a:lnTo>
                  <a:pt x="1929205" y="902146"/>
                </a:lnTo>
                <a:moveTo>
                  <a:pt x="2118863" y="741131"/>
                </a:moveTo>
                <a:lnTo>
                  <a:pt x="2137001" y="676446"/>
                </a:lnTo>
                <a:moveTo>
                  <a:pt x="1190312" y="1171316"/>
                </a:moveTo>
                <a:lnTo>
                  <a:pt x="1165076" y="1188202"/>
                </a:lnTo>
                <a:moveTo>
                  <a:pt x="1147299" y="937098"/>
                </a:moveTo>
                <a:lnTo>
                  <a:pt x="1120252" y="904022"/>
                </a:lnTo>
                <a:moveTo>
                  <a:pt x="1567029" y="707874"/>
                </a:moveTo>
                <a:lnTo>
                  <a:pt x="1581356" y="653085"/>
                </a:lnTo>
                <a:moveTo>
                  <a:pt x="1077238" y="882792"/>
                </a:moveTo>
                <a:lnTo>
                  <a:pt x="1120252" y="904022"/>
                </a:lnTo>
                <a:moveTo>
                  <a:pt x="1007959" y="955109"/>
                </a:moveTo>
                <a:lnTo>
                  <a:pt x="988495" y="1057498"/>
                </a:lnTo>
                <a:moveTo>
                  <a:pt x="1756328" y="1026131"/>
                </a:moveTo>
                <a:lnTo>
                  <a:pt x="1758653" y="1024834"/>
                </a:lnTo>
                <a:moveTo>
                  <a:pt x="1701574" y="879633"/>
                </a:moveTo>
                <a:lnTo>
                  <a:pt x="1618317" y="907216"/>
                </a:lnTo>
                <a:moveTo>
                  <a:pt x="1007959" y="955109"/>
                </a:moveTo>
                <a:lnTo>
                  <a:pt x="990007" y="967400"/>
                </a:lnTo>
                <a:moveTo>
                  <a:pt x="1531259" y="952866"/>
                </a:moveTo>
                <a:lnTo>
                  <a:pt x="1546602" y="1003493"/>
                </a:lnTo>
                <a:moveTo>
                  <a:pt x="1036804" y="1190830"/>
                </a:moveTo>
                <a:lnTo>
                  <a:pt x="1022007" y="1129643"/>
                </a:lnTo>
                <a:moveTo>
                  <a:pt x="1164465" y="977712"/>
                </a:moveTo>
                <a:lnTo>
                  <a:pt x="1204459" y="1021384"/>
                </a:lnTo>
                <a:moveTo>
                  <a:pt x="1225361" y="1091708"/>
                </a:moveTo>
                <a:lnTo>
                  <a:pt x="1209647" y="1057250"/>
                </a:lnTo>
                <a:moveTo>
                  <a:pt x="1164465" y="977712"/>
                </a:moveTo>
                <a:lnTo>
                  <a:pt x="1153929" y="920909"/>
                </a:lnTo>
                <a:moveTo>
                  <a:pt x="1756328" y="1026131"/>
                </a:moveTo>
                <a:lnTo>
                  <a:pt x="1750846" y="1032991"/>
                </a:lnTo>
                <a:moveTo>
                  <a:pt x="2118863" y="741131"/>
                </a:moveTo>
                <a:lnTo>
                  <a:pt x="2121438" y="666267"/>
                </a:lnTo>
                <a:moveTo>
                  <a:pt x="2118863" y="741131"/>
                </a:moveTo>
                <a:lnTo>
                  <a:pt x="2146133" y="850270"/>
                </a:lnTo>
                <a:moveTo>
                  <a:pt x="2121438" y="666267"/>
                </a:moveTo>
                <a:lnTo>
                  <a:pt x="2045176" y="635851"/>
                </a:lnTo>
                <a:moveTo>
                  <a:pt x="2074344" y="435379"/>
                </a:moveTo>
                <a:lnTo>
                  <a:pt x="2070988" y="475312"/>
                </a:lnTo>
                <a:moveTo>
                  <a:pt x="2045176" y="635851"/>
                </a:moveTo>
                <a:lnTo>
                  <a:pt x="2058433" y="561877"/>
                </a:lnTo>
                <a:moveTo>
                  <a:pt x="2045176" y="635851"/>
                </a:moveTo>
                <a:lnTo>
                  <a:pt x="1970438" y="632795"/>
                </a:lnTo>
                <a:moveTo>
                  <a:pt x="1881680" y="690003"/>
                </a:moveTo>
                <a:lnTo>
                  <a:pt x="1807033" y="688562"/>
                </a:lnTo>
                <a:moveTo>
                  <a:pt x="1529509" y="790624"/>
                </a:moveTo>
                <a:lnTo>
                  <a:pt x="1527847" y="723079"/>
                </a:lnTo>
                <a:moveTo>
                  <a:pt x="1970438" y="632795"/>
                </a:moveTo>
                <a:lnTo>
                  <a:pt x="1881680" y="690003"/>
                </a:lnTo>
                <a:moveTo>
                  <a:pt x="1022007" y="1129643"/>
                </a:moveTo>
                <a:lnTo>
                  <a:pt x="988495" y="1057498"/>
                </a:lnTo>
                <a:moveTo>
                  <a:pt x="1567029" y="707874"/>
                </a:moveTo>
                <a:lnTo>
                  <a:pt x="1527847" y="723079"/>
                </a:lnTo>
                <a:moveTo>
                  <a:pt x="2107878" y="734809"/>
                </a:moveTo>
                <a:lnTo>
                  <a:pt x="2121438" y="666267"/>
                </a:lnTo>
                <a:moveTo>
                  <a:pt x="1929205" y="902146"/>
                </a:moveTo>
                <a:lnTo>
                  <a:pt x="1885528" y="879937"/>
                </a:lnTo>
                <a:moveTo>
                  <a:pt x="1618317" y="907216"/>
                </a:moveTo>
                <a:lnTo>
                  <a:pt x="1613916" y="908014"/>
                </a:lnTo>
                <a:moveTo>
                  <a:pt x="2070988" y="475312"/>
                </a:moveTo>
                <a:lnTo>
                  <a:pt x="2033065" y="451034"/>
                </a:lnTo>
                <a:moveTo>
                  <a:pt x="1529509" y="790624"/>
                </a:moveTo>
                <a:lnTo>
                  <a:pt x="1469379" y="887140"/>
                </a:lnTo>
                <a:moveTo>
                  <a:pt x="2119831" y="913776"/>
                </a:moveTo>
                <a:lnTo>
                  <a:pt x="2146133" y="850270"/>
                </a:lnTo>
                <a:moveTo>
                  <a:pt x="1034209" y="1154841"/>
                </a:moveTo>
                <a:lnTo>
                  <a:pt x="1036804" y="1190830"/>
                </a:lnTo>
                <a:moveTo>
                  <a:pt x="1780523" y="836582"/>
                </a:moveTo>
                <a:lnTo>
                  <a:pt x="1784325" y="854456"/>
                </a:lnTo>
                <a:moveTo>
                  <a:pt x="2055242" y="1076953"/>
                </a:moveTo>
                <a:lnTo>
                  <a:pt x="2025364" y="1005333"/>
                </a:lnTo>
                <a:moveTo>
                  <a:pt x="1147299" y="937098"/>
                </a:moveTo>
                <a:lnTo>
                  <a:pt x="1077238" y="882792"/>
                </a:lnTo>
                <a:moveTo>
                  <a:pt x="1641721" y="710111"/>
                </a:moveTo>
                <a:lnTo>
                  <a:pt x="1581356" y="653085"/>
                </a:lnTo>
                <a:moveTo>
                  <a:pt x="1780523" y="836582"/>
                </a:moveTo>
                <a:lnTo>
                  <a:pt x="1765693" y="862630"/>
                </a:lnTo>
                <a:moveTo>
                  <a:pt x="2110491" y="979732"/>
                </a:moveTo>
                <a:lnTo>
                  <a:pt x="2105296" y="949573"/>
                </a:lnTo>
                <a:moveTo>
                  <a:pt x="1996602" y="949966"/>
                </a:moveTo>
                <a:lnTo>
                  <a:pt x="1997795" y="992622"/>
                </a:lnTo>
                <a:moveTo>
                  <a:pt x="2145226" y="469412"/>
                </a:moveTo>
                <a:lnTo>
                  <a:pt x="2070988" y="475312"/>
                </a:lnTo>
                <a:moveTo>
                  <a:pt x="1703998" y="1093530"/>
                </a:moveTo>
                <a:lnTo>
                  <a:pt x="1750846" y="1032991"/>
                </a:lnTo>
                <a:moveTo>
                  <a:pt x="2086032" y="1014095"/>
                </a:moveTo>
                <a:lnTo>
                  <a:pt x="2057499" y="1078241"/>
                </a:lnTo>
                <a:moveTo>
                  <a:pt x="1209647" y="1057250"/>
                </a:moveTo>
                <a:lnTo>
                  <a:pt x="1164465" y="977712"/>
                </a:lnTo>
                <a:moveTo>
                  <a:pt x="2060740" y="1077747"/>
                </a:moveTo>
                <a:lnTo>
                  <a:pt x="2086032" y="1014095"/>
                </a:lnTo>
                <a:moveTo>
                  <a:pt x="2229288" y="479373"/>
                </a:moveTo>
                <a:lnTo>
                  <a:pt x="2268504" y="522933"/>
                </a:lnTo>
                <a:moveTo>
                  <a:pt x="1225361" y="1091708"/>
                </a:moveTo>
                <a:lnTo>
                  <a:pt x="1190312" y="1171316"/>
                </a:lnTo>
                <a:moveTo>
                  <a:pt x="1931379" y="867476"/>
                </a:moveTo>
                <a:lnTo>
                  <a:pt x="1859213" y="866664"/>
                </a:lnTo>
                <a:moveTo>
                  <a:pt x="1541476" y="873059"/>
                </a:moveTo>
                <a:lnTo>
                  <a:pt x="1469379" y="887140"/>
                </a:lnTo>
                <a:moveTo>
                  <a:pt x="2023830" y="967216"/>
                </a:moveTo>
                <a:lnTo>
                  <a:pt x="1997795" y="992622"/>
                </a:lnTo>
                <a:moveTo>
                  <a:pt x="1858579" y="821351"/>
                </a:moveTo>
                <a:lnTo>
                  <a:pt x="1784325" y="854456"/>
                </a:lnTo>
                <a:moveTo>
                  <a:pt x="2074344" y="435379"/>
                </a:moveTo>
                <a:lnTo>
                  <a:pt x="2033065" y="451034"/>
                </a:lnTo>
                <a:moveTo>
                  <a:pt x="1641721" y="710111"/>
                </a:moveTo>
                <a:lnTo>
                  <a:pt x="1656358" y="660900"/>
                </a:lnTo>
                <a:moveTo>
                  <a:pt x="1956326" y="691412"/>
                </a:moveTo>
                <a:lnTo>
                  <a:pt x="1970438" y="632795"/>
                </a:lnTo>
                <a:moveTo>
                  <a:pt x="2056821" y="532968"/>
                </a:moveTo>
                <a:lnTo>
                  <a:pt x="2070988" y="475312"/>
                </a:lnTo>
                <a:moveTo>
                  <a:pt x="1613916" y="908014"/>
                </a:moveTo>
                <a:lnTo>
                  <a:pt x="1531259" y="952866"/>
                </a:lnTo>
                <a:moveTo>
                  <a:pt x="2118863" y="741131"/>
                </a:moveTo>
                <a:lnTo>
                  <a:pt x="2107878" y="734809"/>
                </a:lnTo>
                <a:moveTo>
                  <a:pt x="1717097" y="724640"/>
                </a:moveTo>
                <a:lnTo>
                  <a:pt x="1731830" y="677142"/>
                </a:lnTo>
                <a:moveTo>
                  <a:pt x="1931379" y="867476"/>
                </a:moveTo>
                <a:lnTo>
                  <a:pt x="1885528" y="879937"/>
                </a:lnTo>
                <a:moveTo>
                  <a:pt x="2107878" y="734809"/>
                </a:moveTo>
                <a:lnTo>
                  <a:pt x="2045176" y="635851"/>
                </a:lnTo>
                <a:moveTo>
                  <a:pt x="1717097" y="724640"/>
                </a:moveTo>
                <a:lnTo>
                  <a:pt x="1656358" y="660900"/>
                </a:lnTo>
                <a:moveTo>
                  <a:pt x="1014726" y="1023391"/>
                </a:moveTo>
                <a:lnTo>
                  <a:pt x="988495" y="1057498"/>
                </a:lnTo>
                <a:moveTo>
                  <a:pt x="1106519" y="1227630"/>
                </a:moveTo>
                <a:lnTo>
                  <a:pt x="1034209" y="1154841"/>
                </a:lnTo>
                <a:moveTo>
                  <a:pt x="1792430" y="738381"/>
                </a:moveTo>
                <a:lnTo>
                  <a:pt x="1731830" y="677142"/>
                </a:lnTo>
                <a:moveTo>
                  <a:pt x="1779209" y="830454"/>
                </a:moveTo>
                <a:lnTo>
                  <a:pt x="1765693" y="862630"/>
                </a:lnTo>
                <a:moveTo>
                  <a:pt x="1164465" y="977712"/>
                </a:moveTo>
                <a:lnTo>
                  <a:pt x="1147299" y="937098"/>
                </a:lnTo>
                <a:moveTo>
                  <a:pt x="2094561" y="804160"/>
                </a:moveTo>
                <a:lnTo>
                  <a:pt x="2146133" y="850270"/>
                </a:lnTo>
                <a:moveTo>
                  <a:pt x="2094409" y="804990"/>
                </a:moveTo>
                <a:lnTo>
                  <a:pt x="2146133" y="850270"/>
                </a:lnTo>
                <a:moveTo>
                  <a:pt x="2023830" y="967216"/>
                </a:moveTo>
                <a:lnTo>
                  <a:pt x="2025364" y="1005333"/>
                </a:lnTo>
                <a:moveTo>
                  <a:pt x="2031562" y="703433"/>
                </a:moveTo>
                <a:lnTo>
                  <a:pt x="1970438" y="632795"/>
                </a:lnTo>
                <a:moveTo>
                  <a:pt x="1858579" y="821351"/>
                </a:moveTo>
                <a:lnTo>
                  <a:pt x="1859213" y="866664"/>
                </a:lnTo>
                <a:moveTo>
                  <a:pt x="1182077" y="1188322"/>
                </a:moveTo>
                <a:lnTo>
                  <a:pt x="1165076" y="1188202"/>
                </a:lnTo>
                <a:moveTo>
                  <a:pt x="1062918" y="937699"/>
                </a:moveTo>
                <a:lnTo>
                  <a:pt x="1033861" y="891545"/>
                </a:lnTo>
                <a:moveTo>
                  <a:pt x="2145226" y="469412"/>
                </a:moveTo>
                <a:lnTo>
                  <a:pt x="2074344" y="435379"/>
                </a:lnTo>
                <a:moveTo>
                  <a:pt x="2145894" y="463455"/>
                </a:moveTo>
                <a:lnTo>
                  <a:pt x="2074344" y="435379"/>
                </a:lnTo>
                <a:moveTo>
                  <a:pt x="1613916" y="908014"/>
                </a:moveTo>
                <a:lnTo>
                  <a:pt x="1541476" y="873059"/>
                </a:lnTo>
                <a:moveTo>
                  <a:pt x="1792430" y="738381"/>
                </a:moveTo>
                <a:lnTo>
                  <a:pt x="1807033" y="688562"/>
                </a:lnTo>
                <a:moveTo>
                  <a:pt x="1779209" y="830454"/>
                </a:moveTo>
                <a:lnTo>
                  <a:pt x="1701574" y="879633"/>
                </a:lnTo>
                <a:moveTo>
                  <a:pt x="1929205" y="902146"/>
                </a:moveTo>
                <a:lnTo>
                  <a:pt x="1931379" y="867476"/>
                </a:lnTo>
                <a:moveTo>
                  <a:pt x="1933390" y="833920"/>
                </a:moveTo>
                <a:lnTo>
                  <a:pt x="1859213" y="866664"/>
                </a:lnTo>
                <a:moveTo>
                  <a:pt x="2070988" y="475312"/>
                </a:moveTo>
                <a:lnTo>
                  <a:pt x="2049390" y="520696"/>
                </a:lnTo>
                <a:moveTo>
                  <a:pt x="2290329" y="938400"/>
                </a:moveTo>
                <a:lnTo>
                  <a:pt x="2313631" y="874461"/>
                </a:lnTo>
                <a:moveTo>
                  <a:pt x="1553073" y="769302"/>
                </a:moveTo>
                <a:lnTo>
                  <a:pt x="1527847" y="723079"/>
                </a:lnTo>
                <a:moveTo>
                  <a:pt x="1996602" y="949966"/>
                </a:moveTo>
                <a:lnTo>
                  <a:pt x="1929205" y="902146"/>
                </a:lnTo>
                <a:moveTo>
                  <a:pt x="1618317" y="907216"/>
                </a:moveTo>
                <a:lnTo>
                  <a:pt x="1545516" y="836759"/>
                </a:lnTo>
                <a:moveTo>
                  <a:pt x="1138867" y="962499"/>
                </a:moveTo>
                <a:lnTo>
                  <a:pt x="1147299" y="937098"/>
                </a:lnTo>
                <a:moveTo>
                  <a:pt x="1545516" y="836759"/>
                </a:moveTo>
                <a:lnTo>
                  <a:pt x="1613916" y="908014"/>
                </a:lnTo>
                <a:moveTo>
                  <a:pt x="2057499" y="1078241"/>
                </a:moveTo>
                <a:lnTo>
                  <a:pt x="2055242" y="1076953"/>
                </a:lnTo>
                <a:moveTo>
                  <a:pt x="2110491" y="979732"/>
                </a:moveTo>
                <a:lnTo>
                  <a:pt x="2086032" y="1014095"/>
                </a:lnTo>
                <a:moveTo>
                  <a:pt x="1956326" y="691412"/>
                </a:moveTo>
                <a:lnTo>
                  <a:pt x="1881680" y="690003"/>
                </a:lnTo>
                <a:moveTo>
                  <a:pt x="2060740" y="1077747"/>
                </a:moveTo>
                <a:lnTo>
                  <a:pt x="2057499" y="1078241"/>
                </a:lnTo>
                <a:moveTo>
                  <a:pt x="1138867" y="962499"/>
                </a:moveTo>
                <a:lnTo>
                  <a:pt x="1077238" y="882792"/>
                </a:lnTo>
                <a:moveTo>
                  <a:pt x="1696764" y="854173"/>
                </a:moveTo>
                <a:lnTo>
                  <a:pt x="1701574" y="879633"/>
                </a:lnTo>
                <a:moveTo>
                  <a:pt x="1213244" y="1157262"/>
                </a:moveTo>
                <a:lnTo>
                  <a:pt x="1225361" y="1091708"/>
                </a:lnTo>
                <a:moveTo>
                  <a:pt x="2145894" y="463455"/>
                </a:moveTo>
                <a:lnTo>
                  <a:pt x="2145226" y="469412"/>
                </a:lnTo>
                <a:moveTo>
                  <a:pt x="1867420" y="745982"/>
                </a:moveTo>
                <a:lnTo>
                  <a:pt x="1807033" y="688562"/>
                </a:lnTo>
                <a:moveTo>
                  <a:pt x="2056119" y="1083574"/>
                </a:moveTo>
                <a:lnTo>
                  <a:pt x="2057499" y="1078241"/>
                </a:lnTo>
                <a:moveTo>
                  <a:pt x="1202506" y="1042874"/>
                </a:moveTo>
                <a:lnTo>
                  <a:pt x="1209647" y="1057250"/>
                </a:lnTo>
                <a:moveTo>
                  <a:pt x="2056119" y="1083574"/>
                </a:moveTo>
                <a:lnTo>
                  <a:pt x="2055242" y="1076953"/>
                </a:lnTo>
                <a:moveTo>
                  <a:pt x="2031562" y="703433"/>
                </a:moveTo>
                <a:lnTo>
                  <a:pt x="2045176" y="635851"/>
                </a:lnTo>
                <a:moveTo>
                  <a:pt x="1182077" y="1188322"/>
                </a:moveTo>
                <a:lnTo>
                  <a:pt x="1106519" y="1227630"/>
                </a:lnTo>
                <a:moveTo>
                  <a:pt x="2060740" y="1077747"/>
                </a:moveTo>
                <a:lnTo>
                  <a:pt x="2056119" y="1083574"/>
                </a:lnTo>
                <a:moveTo>
                  <a:pt x="1701574" y="879633"/>
                </a:moveTo>
                <a:lnTo>
                  <a:pt x="1616515" y="867454"/>
                </a:lnTo>
                <a:moveTo>
                  <a:pt x="2118863" y="741131"/>
                </a:moveTo>
                <a:lnTo>
                  <a:pt x="2094561" y="804160"/>
                </a:lnTo>
                <a:moveTo>
                  <a:pt x="1213244" y="1157262"/>
                </a:moveTo>
                <a:lnTo>
                  <a:pt x="1190312" y="1171316"/>
                </a:lnTo>
                <a:moveTo>
                  <a:pt x="1541476" y="873059"/>
                </a:moveTo>
                <a:lnTo>
                  <a:pt x="1529509" y="790624"/>
                </a:lnTo>
                <a:moveTo>
                  <a:pt x="1103246" y="1194862"/>
                </a:moveTo>
                <a:lnTo>
                  <a:pt x="1106519" y="1227630"/>
                </a:lnTo>
                <a:moveTo>
                  <a:pt x="2157215" y="468964"/>
                </a:moveTo>
                <a:lnTo>
                  <a:pt x="2145226" y="469412"/>
                </a:lnTo>
                <a:moveTo>
                  <a:pt x="2144394" y="470585"/>
                </a:moveTo>
                <a:lnTo>
                  <a:pt x="2145226" y="469412"/>
                </a:lnTo>
                <a:moveTo>
                  <a:pt x="2157215" y="468964"/>
                </a:moveTo>
                <a:lnTo>
                  <a:pt x="2145894" y="463455"/>
                </a:lnTo>
                <a:moveTo>
                  <a:pt x="1014726" y="1023391"/>
                </a:moveTo>
                <a:lnTo>
                  <a:pt x="1007959" y="955109"/>
                </a:lnTo>
                <a:moveTo>
                  <a:pt x="1214169" y="1052195"/>
                </a:moveTo>
                <a:lnTo>
                  <a:pt x="1209647" y="1057250"/>
                </a:lnTo>
                <a:moveTo>
                  <a:pt x="1034209" y="1154841"/>
                </a:moveTo>
                <a:lnTo>
                  <a:pt x="1022007" y="1129643"/>
                </a:lnTo>
                <a:moveTo>
                  <a:pt x="2107878" y="734809"/>
                </a:moveTo>
                <a:lnTo>
                  <a:pt x="2031562" y="703433"/>
                </a:lnTo>
                <a:moveTo>
                  <a:pt x="1531259" y="952866"/>
                </a:moveTo>
                <a:lnTo>
                  <a:pt x="1541476" y="873059"/>
                </a:lnTo>
                <a:moveTo>
                  <a:pt x="2157215" y="468964"/>
                </a:moveTo>
                <a:lnTo>
                  <a:pt x="2144394" y="470585"/>
                </a:lnTo>
                <a:moveTo>
                  <a:pt x="2094561" y="804160"/>
                </a:moveTo>
                <a:lnTo>
                  <a:pt x="2107878" y="734809"/>
                </a:lnTo>
                <a:moveTo>
                  <a:pt x="2107878" y="734809"/>
                </a:moveTo>
                <a:lnTo>
                  <a:pt x="2094180" y="804871"/>
                </a:lnTo>
                <a:moveTo>
                  <a:pt x="2145226" y="469412"/>
                </a:moveTo>
                <a:lnTo>
                  <a:pt x="2056821" y="532968"/>
                </a:lnTo>
                <a:moveTo>
                  <a:pt x="1062918" y="937699"/>
                </a:moveTo>
                <a:lnTo>
                  <a:pt x="1077238" y="882792"/>
                </a:lnTo>
                <a:moveTo>
                  <a:pt x="1545516" y="836759"/>
                </a:moveTo>
                <a:lnTo>
                  <a:pt x="1529509" y="790624"/>
                </a:lnTo>
                <a:moveTo>
                  <a:pt x="1641721" y="710111"/>
                </a:moveTo>
                <a:lnTo>
                  <a:pt x="1567029" y="707874"/>
                </a:lnTo>
                <a:moveTo>
                  <a:pt x="2119831" y="913776"/>
                </a:moveTo>
                <a:lnTo>
                  <a:pt x="2094409" y="804990"/>
                </a:lnTo>
                <a:moveTo>
                  <a:pt x="1616515" y="867454"/>
                </a:moveTo>
                <a:lnTo>
                  <a:pt x="1618317" y="907216"/>
                </a:lnTo>
                <a:moveTo>
                  <a:pt x="2007430" y="1032152"/>
                </a:moveTo>
                <a:lnTo>
                  <a:pt x="2025364" y="1005333"/>
                </a:lnTo>
                <a:moveTo>
                  <a:pt x="2144394" y="470585"/>
                </a:moveTo>
                <a:lnTo>
                  <a:pt x="2056821" y="532968"/>
                </a:lnTo>
                <a:moveTo>
                  <a:pt x="1062918" y="937699"/>
                </a:moveTo>
                <a:lnTo>
                  <a:pt x="1007959" y="955109"/>
                </a:lnTo>
                <a:moveTo>
                  <a:pt x="1014726" y="1023391"/>
                </a:moveTo>
                <a:lnTo>
                  <a:pt x="1022007" y="1129643"/>
                </a:lnTo>
                <a:moveTo>
                  <a:pt x="1138867" y="962499"/>
                </a:moveTo>
                <a:lnTo>
                  <a:pt x="1164465" y="977712"/>
                </a:lnTo>
                <a:moveTo>
                  <a:pt x="1182077" y="1188322"/>
                </a:moveTo>
                <a:lnTo>
                  <a:pt x="1190312" y="1171316"/>
                </a:lnTo>
                <a:moveTo>
                  <a:pt x="2049390" y="520696"/>
                </a:moveTo>
                <a:lnTo>
                  <a:pt x="2033065" y="451034"/>
                </a:lnTo>
                <a:moveTo>
                  <a:pt x="2312608" y="836417"/>
                </a:moveTo>
                <a:lnTo>
                  <a:pt x="2313631" y="874461"/>
                </a:lnTo>
                <a:moveTo>
                  <a:pt x="2005706" y="863179"/>
                </a:moveTo>
                <a:lnTo>
                  <a:pt x="1929205" y="902146"/>
                </a:lnTo>
                <a:moveTo>
                  <a:pt x="1867420" y="745982"/>
                </a:moveTo>
                <a:lnTo>
                  <a:pt x="1881680" y="690003"/>
                </a:lnTo>
                <a:moveTo>
                  <a:pt x="2081510" y="885385"/>
                </a:moveTo>
                <a:lnTo>
                  <a:pt x="2119831" y="913776"/>
                </a:lnTo>
                <a:moveTo>
                  <a:pt x="1214169" y="1052195"/>
                </a:moveTo>
                <a:lnTo>
                  <a:pt x="1225361" y="1091708"/>
                </a:lnTo>
                <a:moveTo>
                  <a:pt x="1858579" y="821351"/>
                </a:moveTo>
                <a:lnTo>
                  <a:pt x="1780523" y="836582"/>
                </a:lnTo>
                <a:moveTo>
                  <a:pt x="2110491" y="979732"/>
                </a:moveTo>
                <a:lnTo>
                  <a:pt x="2119831" y="913776"/>
                </a:lnTo>
                <a:moveTo>
                  <a:pt x="2031562" y="703433"/>
                </a:moveTo>
                <a:lnTo>
                  <a:pt x="1956326" y="691412"/>
                </a:lnTo>
                <a:moveTo>
                  <a:pt x="1792542" y="828612"/>
                </a:moveTo>
                <a:lnTo>
                  <a:pt x="1780523" y="836582"/>
                </a:lnTo>
                <a:moveTo>
                  <a:pt x="1779209" y="830454"/>
                </a:moveTo>
                <a:lnTo>
                  <a:pt x="1780523" y="836582"/>
                </a:lnTo>
                <a:moveTo>
                  <a:pt x="1545516" y="836759"/>
                </a:moveTo>
                <a:lnTo>
                  <a:pt x="1541476" y="873059"/>
                </a:lnTo>
                <a:moveTo>
                  <a:pt x="2110491" y="979732"/>
                </a:moveTo>
                <a:lnTo>
                  <a:pt x="2060740" y="1077747"/>
                </a:lnTo>
                <a:moveTo>
                  <a:pt x="1553073" y="769302"/>
                </a:moveTo>
                <a:lnTo>
                  <a:pt x="1529509" y="790624"/>
                </a:lnTo>
                <a:moveTo>
                  <a:pt x="1553073" y="769302"/>
                </a:moveTo>
                <a:lnTo>
                  <a:pt x="1567029" y="707874"/>
                </a:lnTo>
                <a:moveTo>
                  <a:pt x="2023830" y="967216"/>
                </a:moveTo>
                <a:lnTo>
                  <a:pt x="1996602" y="949966"/>
                </a:lnTo>
                <a:moveTo>
                  <a:pt x="2144394" y="470585"/>
                </a:moveTo>
                <a:lnTo>
                  <a:pt x="2063173" y="522687"/>
                </a:lnTo>
                <a:moveTo>
                  <a:pt x="1933390" y="833920"/>
                </a:moveTo>
                <a:lnTo>
                  <a:pt x="1931379" y="867476"/>
                </a:lnTo>
                <a:moveTo>
                  <a:pt x="2094561" y="804160"/>
                </a:moveTo>
                <a:lnTo>
                  <a:pt x="2094409" y="804990"/>
                </a:lnTo>
                <a:moveTo>
                  <a:pt x="2094561" y="804160"/>
                </a:moveTo>
                <a:lnTo>
                  <a:pt x="2094180" y="804871"/>
                </a:lnTo>
                <a:moveTo>
                  <a:pt x="2094409" y="804990"/>
                </a:moveTo>
                <a:lnTo>
                  <a:pt x="2094180" y="804871"/>
                </a:lnTo>
                <a:moveTo>
                  <a:pt x="1717097" y="724640"/>
                </a:moveTo>
                <a:lnTo>
                  <a:pt x="1641721" y="710111"/>
                </a:lnTo>
                <a:moveTo>
                  <a:pt x="1202506" y="1042874"/>
                </a:moveTo>
                <a:lnTo>
                  <a:pt x="1164465" y="977712"/>
                </a:lnTo>
                <a:moveTo>
                  <a:pt x="2131511" y="1068277"/>
                </a:moveTo>
                <a:lnTo>
                  <a:pt x="2060740" y="1077747"/>
                </a:lnTo>
                <a:moveTo>
                  <a:pt x="1942306" y="751701"/>
                </a:moveTo>
                <a:lnTo>
                  <a:pt x="1881680" y="690003"/>
                </a:lnTo>
                <a:moveTo>
                  <a:pt x="2056821" y="532968"/>
                </a:moveTo>
                <a:lnTo>
                  <a:pt x="2049390" y="520696"/>
                </a:lnTo>
                <a:moveTo>
                  <a:pt x="2063173" y="522687"/>
                </a:moveTo>
                <a:lnTo>
                  <a:pt x="2056821" y="532968"/>
                </a:lnTo>
                <a:moveTo>
                  <a:pt x="1858579" y="821351"/>
                </a:moveTo>
                <a:lnTo>
                  <a:pt x="1792542" y="828612"/>
                </a:lnTo>
                <a:moveTo>
                  <a:pt x="2055370" y="525585"/>
                </a:moveTo>
                <a:lnTo>
                  <a:pt x="2056821" y="532968"/>
                </a:lnTo>
                <a:moveTo>
                  <a:pt x="1792430" y="738381"/>
                </a:moveTo>
                <a:lnTo>
                  <a:pt x="1717097" y="724640"/>
                </a:lnTo>
                <a:moveTo>
                  <a:pt x="2107878" y="734809"/>
                </a:moveTo>
                <a:lnTo>
                  <a:pt x="2017780" y="767986"/>
                </a:lnTo>
                <a:moveTo>
                  <a:pt x="1037285" y="1101453"/>
                </a:moveTo>
                <a:lnTo>
                  <a:pt x="1022007" y="1129643"/>
                </a:lnTo>
                <a:moveTo>
                  <a:pt x="1103246" y="1194862"/>
                </a:moveTo>
                <a:lnTo>
                  <a:pt x="1034209" y="1154841"/>
                </a:lnTo>
                <a:moveTo>
                  <a:pt x="1792542" y="828612"/>
                </a:moveTo>
                <a:lnTo>
                  <a:pt x="1779209" y="830454"/>
                </a:lnTo>
                <a:moveTo>
                  <a:pt x="1779821" y="823981"/>
                </a:moveTo>
                <a:lnTo>
                  <a:pt x="1717097" y="724640"/>
                </a:lnTo>
                <a:moveTo>
                  <a:pt x="2005706" y="863179"/>
                </a:moveTo>
                <a:lnTo>
                  <a:pt x="1931379" y="867476"/>
                </a:lnTo>
                <a:moveTo>
                  <a:pt x="2081510" y="885385"/>
                </a:moveTo>
                <a:lnTo>
                  <a:pt x="2094409" y="804990"/>
                </a:lnTo>
                <a:moveTo>
                  <a:pt x="1792542" y="828612"/>
                </a:moveTo>
                <a:lnTo>
                  <a:pt x="1779821" y="823981"/>
                </a:lnTo>
                <a:moveTo>
                  <a:pt x="1779209" y="830454"/>
                </a:moveTo>
                <a:lnTo>
                  <a:pt x="1779821" y="823981"/>
                </a:lnTo>
                <a:moveTo>
                  <a:pt x="1779821" y="823981"/>
                </a:moveTo>
                <a:lnTo>
                  <a:pt x="1792430" y="738381"/>
                </a:lnTo>
                <a:moveTo>
                  <a:pt x="1138867" y="962499"/>
                </a:moveTo>
                <a:lnTo>
                  <a:pt x="1062918" y="937699"/>
                </a:lnTo>
                <a:moveTo>
                  <a:pt x="1933390" y="833920"/>
                </a:moveTo>
                <a:lnTo>
                  <a:pt x="1858579" y="821351"/>
                </a:lnTo>
                <a:moveTo>
                  <a:pt x="1213244" y="1157262"/>
                </a:moveTo>
                <a:lnTo>
                  <a:pt x="1182077" y="1188322"/>
                </a:lnTo>
                <a:moveTo>
                  <a:pt x="1996602" y="949966"/>
                </a:moveTo>
                <a:lnTo>
                  <a:pt x="2005706" y="863179"/>
                </a:lnTo>
                <a:moveTo>
                  <a:pt x="1049130" y="1002154"/>
                </a:moveTo>
                <a:lnTo>
                  <a:pt x="1007959" y="955109"/>
                </a:lnTo>
                <a:moveTo>
                  <a:pt x="1641721" y="710111"/>
                </a:moveTo>
                <a:lnTo>
                  <a:pt x="1553073" y="769302"/>
                </a:lnTo>
                <a:moveTo>
                  <a:pt x="1202506" y="1042874"/>
                </a:moveTo>
                <a:lnTo>
                  <a:pt x="1138867" y="962499"/>
                </a:lnTo>
                <a:moveTo>
                  <a:pt x="2007430" y="1032152"/>
                </a:moveTo>
                <a:lnTo>
                  <a:pt x="2055242" y="1076953"/>
                </a:lnTo>
                <a:moveTo>
                  <a:pt x="1779209" y="830454"/>
                </a:moveTo>
                <a:lnTo>
                  <a:pt x="1696764" y="854173"/>
                </a:lnTo>
                <a:moveTo>
                  <a:pt x="1545516" y="836759"/>
                </a:moveTo>
                <a:lnTo>
                  <a:pt x="1553073" y="769302"/>
                </a:lnTo>
                <a:moveTo>
                  <a:pt x="1616515" y="867454"/>
                </a:moveTo>
                <a:lnTo>
                  <a:pt x="1545516" y="836759"/>
                </a:lnTo>
                <a:moveTo>
                  <a:pt x="2299880" y="901883"/>
                </a:moveTo>
                <a:lnTo>
                  <a:pt x="2313631" y="874461"/>
                </a:lnTo>
                <a:moveTo>
                  <a:pt x="1858579" y="821351"/>
                </a:moveTo>
                <a:lnTo>
                  <a:pt x="1867420" y="745982"/>
                </a:lnTo>
                <a:moveTo>
                  <a:pt x="2094409" y="804990"/>
                </a:moveTo>
                <a:lnTo>
                  <a:pt x="2005706" y="863179"/>
                </a:lnTo>
                <a:moveTo>
                  <a:pt x="1034209" y="1154841"/>
                </a:moveTo>
                <a:lnTo>
                  <a:pt x="1037285" y="1101453"/>
                </a:lnTo>
                <a:moveTo>
                  <a:pt x="1779821" y="823981"/>
                </a:moveTo>
                <a:lnTo>
                  <a:pt x="1696764" y="854173"/>
                </a:lnTo>
                <a:moveTo>
                  <a:pt x="1867420" y="745982"/>
                </a:moveTo>
                <a:lnTo>
                  <a:pt x="1792542" y="828612"/>
                </a:lnTo>
                <a:moveTo>
                  <a:pt x="2110491" y="979732"/>
                </a:moveTo>
                <a:lnTo>
                  <a:pt x="2081510" y="885385"/>
                </a:lnTo>
                <a:moveTo>
                  <a:pt x="1867420" y="745982"/>
                </a:moveTo>
                <a:lnTo>
                  <a:pt x="1792430" y="738381"/>
                </a:lnTo>
                <a:moveTo>
                  <a:pt x="2094409" y="804990"/>
                </a:moveTo>
                <a:lnTo>
                  <a:pt x="2006767" y="853311"/>
                </a:lnTo>
                <a:moveTo>
                  <a:pt x="2094180" y="804871"/>
                </a:moveTo>
                <a:lnTo>
                  <a:pt x="2006767" y="853311"/>
                </a:lnTo>
                <a:moveTo>
                  <a:pt x="2055370" y="525585"/>
                </a:moveTo>
                <a:lnTo>
                  <a:pt x="2049390" y="520696"/>
                </a:lnTo>
                <a:moveTo>
                  <a:pt x="2063173" y="522687"/>
                </a:moveTo>
                <a:lnTo>
                  <a:pt x="2055370" y="525585"/>
                </a:lnTo>
                <a:moveTo>
                  <a:pt x="1867420" y="745982"/>
                </a:moveTo>
                <a:lnTo>
                  <a:pt x="1779821" y="823981"/>
                </a:lnTo>
                <a:moveTo>
                  <a:pt x="2017780" y="767986"/>
                </a:moveTo>
                <a:lnTo>
                  <a:pt x="1956326" y="691412"/>
                </a:lnTo>
                <a:moveTo>
                  <a:pt x="1942306" y="751701"/>
                </a:moveTo>
                <a:lnTo>
                  <a:pt x="1956326" y="691412"/>
                </a:lnTo>
                <a:moveTo>
                  <a:pt x="1240185" y="1123257"/>
                </a:moveTo>
                <a:lnTo>
                  <a:pt x="1225361" y="1091708"/>
                </a:lnTo>
                <a:moveTo>
                  <a:pt x="1182077" y="1188322"/>
                </a:moveTo>
                <a:lnTo>
                  <a:pt x="1103246" y="1194862"/>
                </a:lnTo>
                <a:moveTo>
                  <a:pt x="2081510" y="885385"/>
                </a:moveTo>
                <a:lnTo>
                  <a:pt x="2005706" y="863179"/>
                </a:lnTo>
                <a:moveTo>
                  <a:pt x="2005706" y="863179"/>
                </a:moveTo>
                <a:lnTo>
                  <a:pt x="1933390" y="833920"/>
                </a:lnTo>
                <a:moveTo>
                  <a:pt x="2017780" y="767986"/>
                </a:moveTo>
                <a:lnTo>
                  <a:pt x="2031562" y="703433"/>
                </a:lnTo>
                <a:moveTo>
                  <a:pt x="1037285" y="1101453"/>
                </a:moveTo>
                <a:lnTo>
                  <a:pt x="1014726" y="1023391"/>
                </a:lnTo>
                <a:moveTo>
                  <a:pt x="1200572" y="1043572"/>
                </a:moveTo>
                <a:lnTo>
                  <a:pt x="1138867" y="962499"/>
                </a:lnTo>
                <a:moveTo>
                  <a:pt x="2131511" y="1068277"/>
                </a:moveTo>
                <a:lnTo>
                  <a:pt x="2110491" y="979732"/>
                </a:lnTo>
                <a:moveTo>
                  <a:pt x="1696764" y="854173"/>
                </a:moveTo>
                <a:lnTo>
                  <a:pt x="1616515" y="867454"/>
                </a:lnTo>
                <a:moveTo>
                  <a:pt x="2094180" y="804871"/>
                </a:moveTo>
                <a:lnTo>
                  <a:pt x="2017780" y="767986"/>
                </a:lnTo>
                <a:moveTo>
                  <a:pt x="1043323" y="1094826"/>
                </a:moveTo>
                <a:lnTo>
                  <a:pt x="1034209" y="1154841"/>
                </a:lnTo>
                <a:moveTo>
                  <a:pt x="2006767" y="853311"/>
                </a:moveTo>
                <a:lnTo>
                  <a:pt x="1933390" y="833920"/>
                </a:lnTo>
                <a:moveTo>
                  <a:pt x="2067848" y="952088"/>
                </a:moveTo>
                <a:lnTo>
                  <a:pt x="1996602" y="949966"/>
                </a:lnTo>
                <a:moveTo>
                  <a:pt x="1942306" y="751701"/>
                </a:moveTo>
                <a:lnTo>
                  <a:pt x="1858579" y="821351"/>
                </a:lnTo>
                <a:moveTo>
                  <a:pt x="1703234" y="787734"/>
                </a:moveTo>
                <a:lnTo>
                  <a:pt x="1641721" y="710111"/>
                </a:lnTo>
                <a:moveTo>
                  <a:pt x="2007430" y="1032152"/>
                </a:moveTo>
                <a:lnTo>
                  <a:pt x="2023830" y="967216"/>
                </a:lnTo>
                <a:moveTo>
                  <a:pt x="1629914" y="755424"/>
                </a:moveTo>
                <a:lnTo>
                  <a:pt x="1641721" y="710111"/>
                </a:lnTo>
                <a:moveTo>
                  <a:pt x="1703234" y="787734"/>
                </a:moveTo>
                <a:lnTo>
                  <a:pt x="1717097" y="724640"/>
                </a:lnTo>
                <a:moveTo>
                  <a:pt x="1037996" y="1088510"/>
                </a:moveTo>
                <a:lnTo>
                  <a:pt x="1014726" y="1023391"/>
                </a:lnTo>
                <a:moveTo>
                  <a:pt x="2138222" y="1013152"/>
                </a:moveTo>
                <a:lnTo>
                  <a:pt x="2110491" y="979732"/>
                </a:lnTo>
                <a:moveTo>
                  <a:pt x="1214169" y="1052195"/>
                </a:moveTo>
                <a:lnTo>
                  <a:pt x="1202506" y="1042874"/>
                </a:lnTo>
                <a:moveTo>
                  <a:pt x="2006767" y="853311"/>
                </a:moveTo>
                <a:lnTo>
                  <a:pt x="2005706" y="863179"/>
                </a:lnTo>
                <a:moveTo>
                  <a:pt x="2017780" y="767986"/>
                </a:moveTo>
                <a:lnTo>
                  <a:pt x="1933390" y="833920"/>
                </a:lnTo>
                <a:moveTo>
                  <a:pt x="1933390" y="833920"/>
                </a:moveTo>
                <a:lnTo>
                  <a:pt x="1942306" y="751701"/>
                </a:lnTo>
                <a:moveTo>
                  <a:pt x="2067848" y="952088"/>
                </a:moveTo>
                <a:lnTo>
                  <a:pt x="2023830" y="967216"/>
                </a:lnTo>
                <a:moveTo>
                  <a:pt x="1608651" y="764158"/>
                </a:moveTo>
                <a:lnTo>
                  <a:pt x="1545516" y="836759"/>
                </a:lnTo>
                <a:moveTo>
                  <a:pt x="1779821" y="823981"/>
                </a:moveTo>
                <a:lnTo>
                  <a:pt x="1703234" y="787734"/>
                </a:lnTo>
                <a:moveTo>
                  <a:pt x="1650555" y="770210"/>
                </a:moveTo>
                <a:lnTo>
                  <a:pt x="1641721" y="710111"/>
                </a:lnTo>
                <a:moveTo>
                  <a:pt x="2138222" y="1013152"/>
                </a:moveTo>
                <a:lnTo>
                  <a:pt x="2131511" y="1068277"/>
                </a:lnTo>
                <a:moveTo>
                  <a:pt x="1049130" y="1002154"/>
                </a:moveTo>
                <a:lnTo>
                  <a:pt x="1014726" y="1023391"/>
                </a:lnTo>
                <a:moveTo>
                  <a:pt x="1200572" y="1043572"/>
                </a:moveTo>
                <a:lnTo>
                  <a:pt x="1202506" y="1042874"/>
                </a:lnTo>
                <a:moveTo>
                  <a:pt x="1942306" y="751701"/>
                </a:moveTo>
                <a:lnTo>
                  <a:pt x="1867420" y="745982"/>
                </a:lnTo>
                <a:moveTo>
                  <a:pt x="2067848" y="952088"/>
                </a:moveTo>
                <a:lnTo>
                  <a:pt x="2081510" y="885385"/>
                </a:lnTo>
                <a:moveTo>
                  <a:pt x="2299880" y="901883"/>
                </a:moveTo>
                <a:lnTo>
                  <a:pt x="2290329" y="938400"/>
                </a:lnTo>
                <a:moveTo>
                  <a:pt x="1696764" y="854173"/>
                </a:moveTo>
                <a:lnTo>
                  <a:pt x="1703234" y="787734"/>
                </a:lnTo>
                <a:moveTo>
                  <a:pt x="2067848" y="952088"/>
                </a:moveTo>
                <a:lnTo>
                  <a:pt x="2110491" y="979732"/>
                </a:lnTo>
                <a:moveTo>
                  <a:pt x="1124317" y="1013268"/>
                </a:moveTo>
                <a:lnTo>
                  <a:pt x="1138867" y="962499"/>
                </a:lnTo>
                <a:moveTo>
                  <a:pt x="2006767" y="853311"/>
                </a:moveTo>
                <a:lnTo>
                  <a:pt x="2017780" y="767986"/>
                </a:lnTo>
                <a:moveTo>
                  <a:pt x="1200572" y="1043572"/>
                </a:moveTo>
                <a:lnTo>
                  <a:pt x="1214169" y="1052195"/>
                </a:lnTo>
                <a:moveTo>
                  <a:pt x="911215" y="891608"/>
                </a:moveTo>
                <a:lnTo>
                  <a:pt x="924229" y="813261"/>
                </a:lnTo>
                <a:moveTo>
                  <a:pt x="1629914" y="755424"/>
                </a:moveTo>
                <a:lnTo>
                  <a:pt x="1553073" y="769302"/>
                </a:lnTo>
                <a:moveTo>
                  <a:pt x="1240185" y="1123257"/>
                </a:moveTo>
                <a:lnTo>
                  <a:pt x="1213244" y="1157262"/>
                </a:lnTo>
                <a:moveTo>
                  <a:pt x="1049130" y="1002154"/>
                </a:moveTo>
                <a:lnTo>
                  <a:pt x="1062918" y="937699"/>
                </a:lnTo>
                <a:moveTo>
                  <a:pt x="1174434" y="1198256"/>
                </a:moveTo>
                <a:lnTo>
                  <a:pt x="1213244" y="1157262"/>
                </a:lnTo>
                <a:moveTo>
                  <a:pt x="2067848" y="952088"/>
                </a:moveTo>
                <a:lnTo>
                  <a:pt x="2005706" y="863179"/>
                </a:lnTo>
                <a:moveTo>
                  <a:pt x="1608651" y="764158"/>
                </a:moveTo>
                <a:lnTo>
                  <a:pt x="1553073" y="769302"/>
                </a:lnTo>
                <a:moveTo>
                  <a:pt x="1037996" y="1088510"/>
                </a:moveTo>
                <a:lnTo>
                  <a:pt x="1037285" y="1101453"/>
                </a:lnTo>
                <a:moveTo>
                  <a:pt x="2017780" y="767986"/>
                </a:moveTo>
                <a:lnTo>
                  <a:pt x="1942306" y="751701"/>
                </a:lnTo>
                <a:moveTo>
                  <a:pt x="1100767" y="1158320"/>
                </a:moveTo>
                <a:lnTo>
                  <a:pt x="1034209" y="1154841"/>
                </a:lnTo>
                <a:moveTo>
                  <a:pt x="1124317" y="1013268"/>
                </a:moveTo>
                <a:lnTo>
                  <a:pt x="1062918" y="937699"/>
                </a:lnTo>
                <a:moveTo>
                  <a:pt x="1043323" y="1094826"/>
                </a:moveTo>
                <a:lnTo>
                  <a:pt x="1037285" y="1101453"/>
                </a:lnTo>
                <a:moveTo>
                  <a:pt x="971124" y="806693"/>
                </a:moveTo>
                <a:lnTo>
                  <a:pt x="924229" y="813261"/>
                </a:lnTo>
                <a:moveTo>
                  <a:pt x="2138222" y="1013152"/>
                </a:moveTo>
                <a:lnTo>
                  <a:pt x="2067848" y="952088"/>
                </a:lnTo>
                <a:moveTo>
                  <a:pt x="1174434" y="1198256"/>
                </a:moveTo>
                <a:lnTo>
                  <a:pt x="1182077" y="1188322"/>
                </a:lnTo>
                <a:moveTo>
                  <a:pt x="1043323" y="1094826"/>
                </a:moveTo>
                <a:lnTo>
                  <a:pt x="1037996" y="1088510"/>
                </a:lnTo>
                <a:moveTo>
                  <a:pt x="2299880" y="901883"/>
                </a:moveTo>
                <a:lnTo>
                  <a:pt x="2312608" y="836417"/>
                </a:lnTo>
                <a:moveTo>
                  <a:pt x="1614267" y="829816"/>
                </a:moveTo>
                <a:lnTo>
                  <a:pt x="1545516" y="836759"/>
                </a:lnTo>
                <a:moveTo>
                  <a:pt x="2062665" y="955802"/>
                </a:moveTo>
                <a:lnTo>
                  <a:pt x="2023830" y="967216"/>
                </a:lnTo>
                <a:moveTo>
                  <a:pt x="985785" y="891661"/>
                </a:moveTo>
                <a:lnTo>
                  <a:pt x="924229" y="813261"/>
                </a:lnTo>
                <a:moveTo>
                  <a:pt x="1629914" y="755424"/>
                </a:moveTo>
                <a:lnTo>
                  <a:pt x="1608651" y="764158"/>
                </a:lnTo>
                <a:moveTo>
                  <a:pt x="1240185" y="1123257"/>
                </a:moveTo>
                <a:lnTo>
                  <a:pt x="1214169" y="1052195"/>
                </a:lnTo>
                <a:moveTo>
                  <a:pt x="1037996" y="1088510"/>
                </a:moveTo>
                <a:lnTo>
                  <a:pt x="1049130" y="1002154"/>
                </a:lnTo>
                <a:moveTo>
                  <a:pt x="1703234" y="787734"/>
                </a:moveTo>
                <a:lnTo>
                  <a:pt x="1650555" y="770210"/>
                </a:lnTo>
                <a:moveTo>
                  <a:pt x="1200572" y="1043572"/>
                </a:moveTo>
                <a:lnTo>
                  <a:pt x="1124317" y="1013268"/>
                </a:lnTo>
                <a:moveTo>
                  <a:pt x="1650555" y="770210"/>
                </a:moveTo>
                <a:lnTo>
                  <a:pt x="1629914" y="755424"/>
                </a:lnTo>
                <a:moveTo>
                  <a:pt x="1182077" y="1188322"/>
                </a:moveTo>
                <a:lnTo>
                  <a:pt x="1100767" y="1158320"/>
                </a:lnTo>
                <a:moveTo>
                  <a:pt x="1100767" y="1158320"/>
                </a:moveTo>
                <a:lnTo>
                  <a:pt x="1103246" y="1194862"/>
                </a:lnTo>
                <a:moveTo>
                  <a:pt x="1696764" y="854173"/>
                </a:moveTo>
                <a:lnTo>
                  <a:pt x="1614267" y="829816"/>
                </a:lnTo>
                <a:moveTo>
                  <a:pt x="1240185" y="1123257"/>
                </a:moveTo>
                <a:lnTo>
                  <a:pt x="1200572" y="1043572"/>
                </a:lnTo>
                <a:moveTo>
                  <a:pt x="1235503" y="1189886"/>
                </a:moveTo>
                <a:lnTo>
                  <a:pt x="1213244" y="1157262"/>
                </a:lnTo>
                <a:moveTo>
                  <a:pt x="1627210" y="761599"/>
                </a:moveTo>
                <a:lnTo>
                  <a:pt x="1629914" y="755424"/>
                </a:lnTo>
                <a:moveTo>
                  <a:pt x="985785" y="891661"/>
                </a:moveTo>
                <a:lnTo>
                  <a:pt x="911215" y="891608"/>
                </a:lnTo>
                <a:moveTo>
                  <a:pt x="1614267" y="829816"/>
                </a:moveTo>
                <a:lnTo>
                  <a:pt x="1616515" y="867454"/>
                </a:lnTo>
                <a:moveTo>
                  <a:pt x="1627210" y="761599"/>
                </a:moveTo>
                <a:lnTo>
                  <a:pt x="1608651" y="764158"/>
                </a:lnTo>
                <a:moveTo>
                  <a:pt x="1182077" y="1188322"/>
                </a:moveTo>
                <a:lnTo>
                  <a:pt x="1133993" y="1175225"/>
                </a:lnTo>
                <a:moveTo>
                  <a:pt x="2024182" y="996675"/>
                </a:moveTo>
                <a:lnTo>
                  <a:pt x="2023830" y="967216"/>
                </a:lnTo>
                <a:moveTo>
                  <a:pt x="1124317" y="1013268"/>
                </a:moveTo>
                <a:lnTo>
                  <a:pt x="1049130" y="1002154"/>
                </a:lnTo>
                <a:moveTo>
                  <a:pt x="2290661" y="795351"/>
                </a:moveTo>
                <a:lnTo>
                  <a:pt x="2312608" y="836417"/>
                </a:lnTo>
                <a:moveTo>
                  <a:pt x="1627210" y="761599"/>
                </a:moveTo>
                <a:lnTo>
                  <a:pt x="1650555" y="770210"/>
                </a:lnTo>
                <a:moveTo>
                  <a:pt x="2138222" y="1013152"/>
                </a:moveTo>
                <a:lnTo>
                  <a:pt x="2062665" y="955802"/>
                </a:lnTo>
                <a:moveTo>
                  <a:pt x="985785" y="891661"/>
                </a:moveTo>
                <a:lnTo>
                  <a:pt x="971124" y="806693"/>
                </a:lnTo>
                <a:moveTo>
                  <a:pt x="991961" y="842476"/>
                </a:moveTo>
                <a:lnTo>
                  <a:pt x="971124" y="806693"/>
                </a:lnTo>
                <a:moveTo>
                  <a:pt x="1100767" y="1158320"/>
                </a:moveTo>
                <a:lnTo>
                  <a:pt x="1043323" y="1094826"/>
                </a:lnTo>
                <a:moveTo>
                  <a:pt x="1703234" y="787734"/>
                </a:moveTo>
                <a:lnTo>
                  <a:pt x="1614267" y="829816"/>
                </a:lnTo>
                <a:moveTo>
                  <a:pt x="972424" y="963762"/>
                </a:moveTo>
                <a:lnTo>
                  <a:pt x="911215" y="891608"/>
                </a:lnTo>
                <a:moveTo>
                  <a:pt x="2062665" y="955802"/>
                </a:moveTo>
                <a:lnTo>
                  <a:pt x="2067848" y="952088"/>
                </a:lnTo>
                <a:moveTo>
                  <a:pt x="1614267" y="829816"/>
                </a:moveTo>
                <a:lnTo>
                  <a:pt x="1608651" y="764158"/>
                </a:lnTo>
                <a:moveTo>
                  <a:pt x="991961" y="842476"/>
                </a:moveTo>
                <a:lnTo>
                  <a:pt x="985785" y="891661"/>
                </a:lnTo>
                <a:moveTo>
                  <a:pt x="1650555" y="770210"/>
                </a:moveTo>
                <a:lnTo>
                  <a:pt x="1614267" y="829816"/>
                </a:lnTo>
                <a:moveTo>
                  <a:pt x="1627210" y="761599"/>
                </a:moveTo>
                <a:lnTo>
                  <a:pt x="1614267" y="829816"/>
                </a:lnTo>
                <a:moveTo>
                  <a:pt x="2024182" y="996675"/>
                </a:moveTo>
                <a:lnTo>
                  <a:pt x="2007430" y="1032152"/>
                </a:lnTo>
                <a:moveTo>
                  <a:pt x="1200572" y="1043572"/>
                </a:moveTo>
                <a:lnTo>
                  <a:pt x="1110060" y="1069316"/>
                </a:lnTo>
                <a:moveTo>
                  <a:pt x="2278780" y="860940"/>
                </a:moveTo>
                <a:lnTo>
                  <a:pt x="2312608" y="836417"/>
                </a:lnTo>
                <a:moveTo>
                  <a:pt x="1188872" y="1059362"/>
                </a:moveTo>
                <a:lnTo>
                  <a:pt x="1200572" y="1043572"/>
                </a:lnTo>
                <a:moveTo>
                  <a:pt x="1110060" y="1069316"/>
                </a:moveTo>
                <a:lnTo>
                  <a:pt x="1037996" y="1088510"/>
                </a:lnTo>
                <a:moveTo>
                  <a:pt x="972424" y="963762"/>
                </a:moveTo>
                <a:lnTo>
                  <a:pt x="985785" y="891661"/>
                </a:lnTo>
                <a:moveTo>
                  <a:pt x="1110060" y="1069316"/>
                </a:moveTo>
                <a:lnTo>
                  <a:pt x="1043323" y="1094826"/>
                </a:lnTo>
                <a:moveTo>
                  <a:pt x="1003646" y="878694"/>
                </a:moveTo>
                <a:lnTo>
                  <a:pt x="985785" y="891661"/>
                </a:lnTo>
                <a:moveTo>
                  <a:pt x="1174434" y="1198256"/>
                </a:moveTo>
                <a:lnTo>
                  <a:pt x="1133993" y="1175225"/>
                </a:lnTo>
                <a:moveTo>
                  <a:pt x="1110060" y="1069316"/>
                </a:moveTo>
                <a:lnTo>
                  <a:pt x="1049130" y="1002154"/>
                </a:lnTo>
                <a:moveTo>
                  <a:pt x="1003646" y="878694"/>
                </a:moveTo>
                <a:lnTo>
                  <a:pt x="991961" y="842476"/>
                </a:lnTo>
                <a:moveTo>
                  <a:pt x="1235503" y="1189886"/>
                </a:moveTo>
                <a:lnTo>
                  <a:pt x="1240185" y="1123257"/>
                </a:lnTo>
                <a:moveTo>
                  <a:pt x="1235503" y="1189886"/>
                </a:moveTo>
                <a:lnTo>
                  <a:pt x="1174434" y="1198256"/>
                </a:lnTo>
                <a:moveTo>
                  <a:pt x="1110060" y="1069316"/>
                </a:moveTo>
                <a:lnTo>
                  <a:pt x="1124317" y="1013268"/>
                </a:lnTo>
                <a:moveTo>
                  <a:pt x="1133993" y="1175225"/>
                </a:moveTo>
                <a:lnTo>
                  <a:pt x="1100767" y="1158320"/>
                </a:lnTo>
                <a:moveTo>
                  <a:pt x="1167028" y="1211541"/>
                </a:moveTo>
                <a:lnTo>
                  <a:pt x="1174434" y="1198256"/>
                </a:lnTo>
                <a:moveTo>
                  <a:pt x="1003646" y="878694"/>
                </a:moveTo>
                <a:lnTo>
                  <a:pt x="972424" y="963762"/>
                </a:lnTo>
                <a:moveTo>
                  <a:pt x="2278780" y="860940"/>
                </a:moveTo>
                <a:lnTo>
                  <a:pt x="2299880" y="901883"/>
                </a:lnTo>
                <a:moveTo>
                  <a:pt x="2062665" y="955802"/>
                </a:moveTo>
                <a:lnTo>
                  <a:pt x="2024182" y="996675"/>
                </a:lnTo>
                <a:moveTo>
                  <a:pt x="1100767" y="1158320"/>
                </a:moveTo>
                <a:lnTo>
                  <a:pt x="1110060" y="1069316"/>
                </a:lnTo>
                <a:moveTo>
                  <a:pt x="1125888" y="1068854"/>
                </a:moveTo>
                <a:lnTo>
                  <a:pt x="1100767" y="1158320"/>
                </a:lnTo>
                <a:moveTo>
                  <a:pt x="1167028" y="1211541"/>
                </a:moveTo>
                <a:lnTo>
                  <a:pt x="1133993" y="1175225"/>
                </a:lnTo>
                <a:moveTo>
                  <a:pt x="2278780" y="860940"/>
                </a:moveTo>
                <a:lnTo>
                  <a:pt x="2290661" y="795351"/>
                </a:lnTo>
                <a:moveTo>
                  <a:pt x="1125888" y="1068854"/>
                </a:moveTo>
                <a:lnTo>
                  <a:pt x="1133993" y="1175225"/>
                </a:lnTo>
                <a:moveTo>
                  <a:pt x="958601" y="1027592"/>
                </a:moveTo>
                <a:lnTo>
                  <a:pt x="972424" y="963762"/>
                </a:lnTo>
                <a:moveTo>
                  <a:pt x="1004296" y="946093"/>
                </a:moveTo>
                <a:lnTo>
                  <a:pt x="972424" y="963762"/>
                </a:lnTo>
                <a:moveTo>
                  <a:pt x="1004296" y="946093"/>
                </a:moveTo>
                <a:lnTo>
                  <a:pt x="1003646" y="878694"/>
                </a:lnTo>
                <a:moveTo>
                  <a:pt x="1188872" y="1059362"/>
                </a:moveTo>
                <a:lnTo>
                  <a:pt x="1110060" y="1069316"/>
                </a:lnTo>
                <a:moveTo>
                  <a:pt x="1125888" y="1068854"/>
                </a:moveTo>
                <a:lnTo>
                  <a:pt x="1110060" y="1069316"/>
                </a:lnTo>
                <a:moveTo>
                  <a:pt x="1188872" y="1059362"/>
                </a:moveTo>
                <a:lnTo>
                  <a:pt x="1125888" y="1068854"/>
                </a:lnTo>
                <a:moveTo>
                  <a:pt x="1109373" y="1133774"/>
                </a:moveTo>
                <a:lnTo>
                  <a:pt x="1133993" y="1175225"/>
                </a:lnTo>
                <a:moveTo>
                  <a:pt x="1187612" y="1250274"/>
                </a:moveTo>
                <a:lnTo>
                  <a:pt x="1167028" y="1211541"/>
                </a:lnTo>
                <a:moveTo>
                  <a:pt x="1184421" y="1065621"/>
                </a:moveTo>
                <a:lnTo>
                  <a:pt x="1188872" y="1059362"/>
                </a:lnTo>
                <a:moveTo>
                  <a:pt x="1611786" y="793284"/>
                </a:moveTo>
                <a:lnTo>
                  <a:pt x="1613009" y="818641"/>
                </a:lnTo>
                <a:moveTo>
                  <a:pt x="1004296" y="946093"/>
                </a:moveTo>
                <a:lnTo>
                  <a:pt x="958601" y="1027592"/>
                </a:lnTo>
                <a:moveTo>
                  <a:pt x="1613196" y="794223"/>
                </a:moveTo>
                <a:lnTo>
                  <a:pt x="1613009" y="818641"/>
                </a:lnTo>
                <a:moveTo>
                  <a:pt x="1184421" y="1065621"/>
                </a:moveTo>
                <a:lnTo>
                  <a:pt x="1125888" y="1068854"/>
                </a:lnTo>
                <a:moveTo>
                  <a:pt x="1109373" y="1133774"/>
                </a:moveTo>
                <a:lnTo>
                  <a:pt x="1125888" y="1068854"/>
                </a:lnTo>
                <a:moveTo>
                  <a:pt x="1158772" y="1229093"/>
                </a:moveTo>
                <a:lnTo>
                  <a:pt x="1167028" y="1211541"/>
                </a:lnTo>
                <a:moveTo>
                  <a:pt x="1598392" y="868210"/>
                </a:moveTo>
                <a:lnTo>
                  <a:pt x="1613009" y="818641"/>
                </a:lnTo>
                <a:moveTo>
                  <a:pt x="1129395" y="1203970"/>
                </a:moveTo>
                <a:lnTo>
                  <a:pt x="1133993" y="1175225"/>
                </a:lnTo>
                <a:moveTo>
                  <a:pt x="1673595" y="879625"/>
                </a:moveTo>
                <a:lnTo>
                  <a:pt x="1613009" y="818641"/>
                </a:lnTo>
                <a:moveTo>
                  <a:pt x="1003199" y="1013239"/>
                </a:moveTo>
                <a:lnTo>
                  <a:pt x="958601" y="1027592"/>
                </a:lnTo>
                <a:moveTo>
                  <a:pt x="1158772" y="1229093"/>
                </a:moveTo>
                <a:lnTo>
                  <a:pt x="1187612" y="1250274"/>
                </a:lnTo>
                <a:moveTo>
                  <a:pt x="1003199" y="1013239"/>
                </a:moveTo>
                <a:lnTo>
                  <a:pt x="1004296" y="946093"/>
                </a:lnTo>
                <a:moveTo>
                  <a:pt x="1613196" y="794223"/>
                </a:moveTo>
                <a:lnTo>
                  <a:pt x="1611786" y="793284"/>
                </a:lnTo>
                <a:moveTo>
                  <a:pt x="1611544" y="792350"/>
                </a:moveTo>
                <a:lnTo>
                  <a:pt x="1611786" y="793284"/>
                </a:lnTo>
                <a:moveTo>
                  <a:pt x="1611544" y="792350"/>
                </a:moveTo>
                <a:lnTo>
                  <a:pt x="1613196" y="794223"/>
                </a:lnTo>
                <a:moveTo>
                  <a:pt x="1167028" y="1211541"/>
                </a:moveTo>
                <a:lnTo>
                  <a:pt x="1129395" y="1203970"/>
                </a:lnTo>
                <a:moveTo>
                  <a:pt x="1673595" y="879625"/>
                </a:moveTo>
                <a:lnTo>
                  <a:pt x="1613196" y="794223"/>
                </a:lnTo>
                <a:moveTo>
                  <a:pt x="1677111" y="850957"/>
                </a:moveTo>
                <a:lnTo>
                  <a:pt x="1613196" y="794223"/>
                </a:lnTo>
                <a:moveTo>
                  <a:pt x="1677111" y="850957"/>
                </a:moveTo>
                <a:lnTo>
                  <a:pt x="1611544" y="792350"/>
                </a:lnTo>
                <a:moveTo>
                  <a:pt x="1169354" y="1107115"/>
                </a:moveTo>
                <a:lnTo>
                  <a:pt x="1125888" y="1068854"/>
                </a:lnTo>
                <a:moveTo>
                  <a:pt x="1129395" y="1203970"/>
                </a:moveTo>
                <a:lnTo>
                  <a:pt x="1109373" y="1133774"/>
                </a:lnTo>
                <a:moveTo>
                  <a:pt x="1673595" y="879625"/>
                </a:moveTo>
                <a:lnTo>
                  <a:pt x="1598392" y="868210"/>
                </a:lnTo>
                <a:moveTo>
                  <a:pt x="1158772" y="1229093"/>
                </a:moveTo>
                <a:lnTo>
                  <a:pt x="1129395" y="1203970"/>
                </a:lnTo>
                <a:moveTo>
                  <a:pt x="1598392" y="868210"/>
                </a:moveTo>
                <a:lnTo>
                  <a:pt x="1569734" y="855250"/>
                </a:lnTo>
                <a:moveTo>
                  <a:pt x="1677111" y="850957"/>
                </a:moveTo>
                <a:lnTo>
                  <a:pt x="1673595" y="879625"/>
                </a:lnTo>
                <a:moveTo>
                  <a:pt x="1169354" y="1107115"/>
                </a:moveTo>
                <a:lnTo>
                  <a:pt x="1184421" y="1065621"/>
                </a:lnTo>
                <a:moveTo>
                  <a:pt x="1593795" y="878819"/>
                </a:moveTo>
                <a:lnTo>
                  <a:pt x="1598392" y="868210"/>
                </a:lnTo>
                <a:moveTo>
                  <a:pt x="1169354" y="1107115"/>
                </a:moveTo>
                <a:lnTo>
                  <a:pt x="1109373" y="1133774"/>
                </a:lnTo>
                <a:moveTo>
                  <a:pt x="1593795" y="878819"/>
                </a:moveTo>
                <a:lnTo>
                  <a:pt x="1569734" y="855250"/>
                </a:lnTo>
                <a:moveTo>
                  <a:pt x="1146863" y="1259085"/>
                </a:moveTo>
                <a:lnTo>
                  <a:pt x="1158772" y="1229093"/>
                </a:lnTo>
                <a:moveTo>
                  <a:pt x="1169354" y="1107115"/>
                </a:moveTo>
                <a:lnTo>
                  <a:pt x="1129395" y="1203970"/>
                </a:lnTo>
                <a:moveTo>
                  <a:pt x="1146863" y="1259085"/>
                </a:moveTo>
                <a:lnTo>
                  <a:pt x="1129395" y="1203970"/>
                </a:lnTo>
                <a:moveTo>
                  <a:pt x="1014949" y="1101427"/>
                </a:moveTo>
                <a:lnTo>
                  <a:pt x="1009113" y="1081398"/>
                </a:lnTo>
                <a:moveTo>
                  <a:pt x="1129395" y="1203970"/>
                </a:moveTo>
                <a:lnTo>
                  <a:pt x="1080797" y="1167928"/>
                </a:lnTo>
                <a:moveTo>
                  <a:pt x="1005567" y="1156041"/>
                </a:moveTo>
                <a:lnTo>
                  <a:pt x="1009113" y="1081398"/>
                </a:lnTo>
                <a:moveTo>
                  <a:pt x="1083326" y="1144587"/>
                </a:moveTo>
                <a:lnTo>
                  <a:pt x="1129395" y="1203970"/>
                </a:lnTo>
                <a:moveTo>
                  <a:pt x="1174930" y="1105346"/>
                </a:moveTo>
                <a:lnTo>
                  <a:pt x="1169354" y="1107115"/>
                </a:lnTo>
                <a:moveTo>
                  <a:pt x="1167873" y="1110870"/>
                </a:moveTo>
                <a:lnTo>
                  <a:pt x="1169354" y="1107115"/>
                </a:lnTo>
                <a:moveTo>
                  <a:pt x="1014949" y="1101427"/>
                </a:moveTo>
                <a:lnTo>
                  <a:pt x="1005567" y="1156041"/>
                </a:lnTo>
                <a:moveTo>
                  <a:pt x="1174930" y="1105346"/>
                </a:moveTo>
                <a:lnTo>
                  <a:pt x="1167873" y="1110870"/>
                </a:lnTo>
                <a:moveTo>
                  <a:pt x="1080797" y="1167928"/>
                </a:moveTo>
                <a:lnTo>
                  <a:pt x="1014949" y="1101427"/>
                </a:lnTo>
                <a:moveTo>
                  <a:pt x="1146863" y="1259085"/>
                </a:moveTo>
                <a:lnTo>
                  <a:pt x="1080797" y="1167928"/>
                </a:lnTo>
                <a:moveTo>
                  <a:pt x="1083326" y="1144587"/>
                </a:moveTo>
                <a:lnTo>
                  <a:pt x="1014949" y="1101427"/>
                </a:lnTo>
                <a:moveTo>
                  <a:pt x="1169354" y="1107115"/>
                </a:moveTo>
                <a:lnTo>
                  <a:pt x="1083326" y="1144587"/>
                </a:lnTo>
                <a:moveTo>
                  <a:pt x="1080797" y="1167928"/>
                </a:moveTo>
                <a:lnTo>
                  <a:pt x="1005567" y="1156041"/>
                </a:lnTo>
                <a:moveTo>
                  <a:pt x="1167873" y="1110870"/>
                </a:moveTo>
                <a:lnTo>
                  <a:pt x="1083326" y="1144587"/>
                </a:lnTo>
                <a:moveTo>
                  <a:pt x="1083326" y="1144587"/>
                </a:moveTo>
                <a:lnTo>
                  <a:pt x="1080797" y="1167928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7" name="9pxt_3_build_ReferenceLigand_0">
            <a:extLst>
              <a:ext uri="{FF2B5EF4-FFF2-40B4-BE49-F238E27FC236}">
                <a16:creationId xmlns:a16="http://schemas.microsoft.com/office/drawing/2014/main" id="{02CB5145-0876-4579-B4D8-86AE60D6F18E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431" y="911041"/>
                </a:moveTo>
                <a:lnTo>
                  <a:pt x="1354754" y="825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pxt_3_build_ReferenceLigand_1">
            <a:extLst>
              <a:ext uri="{FF2B5EF4-FFF2-40B4-BE49-F238E27FC236}">
                <a16:creationId xmlns:a16="http://schemas.microsoft.com/office/drawing/2014/main" id="{19DBAA2E-411E-485C-8006-A97F79925F87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635" y="913103"/>
                </a:moveTo>
                <a:lnTo>
                  <a:pt x="1115353" y="8101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pxt_3_build_ReferenceLigand_2">
            <a:extLst>
              <a:ext uri="{FF2B5EF4-FFF2-40B4-BE49-F238E27FC236}">
                <a16:creationId xmlns:a16="http://schemas.microsoft.com/office/drawing/2014/main" id="{742BCB38-CC42-4CD4-80EE-370E8AA2427E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635" y="913103"/>
                </a:moveTo>
                <a:lnTo>
                  <a:pt x="1292431" y="9110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pxt_3_build_ReferenceLigand_3">
            <a:extLst>
              <a:ext uri="{FF2B5EF4-FFF2-40B4-BE49-F238E27FC236}">
                <a16:creationId xmlns:a16="http://schemas.microsoft.com/office/drawing/2014/main" id="{4C0651C9-8C87-4DE2-A19D-61253ED3FE6C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4849" y="651144"/>
                </a:moveTo>
                <a:lnTo>
                  <a:pt x="2317510" y="704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pxt_3_build_ReferenceLigand_4">
            <a:extLst>
              <a:ext uri="{FF2B5EF4-FFF2-40B4-BE49-F238E27FC236}">
                <a16:creationId xmlns:a16="http://schemas.microsoft.com/office/drawing/2014/main" id="{8879F3F1-F3EF-43AA-A8B2-14943B40C6A7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431" y="911041"/>
                </a:moveTo>
                <a:lnTo>
                  <a:pt x="1365211" y="9826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pxt_3_build_ReferenceLigand_5">
            <a:extLst>
              <a:ext uri="{FF2B5EF4-FFF2-40B4-BE49-F238E27FC236}">
                <a16:creationId xmlns:a16="http://schemas.microsoft.com/office/drawing/2014/main" id="{8DA3C518-58C7-4A33-9F1C-BFA29D097ED8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8095" y="549976"/>
                </a:moveTo>
                <a:lnTo>
                  <a:pt x="2274849" y="6511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pxt_3_build_ReferenceLigand_6">
            <a:extLst>
              <a:ext uri="{FF2B5EF4-FFF2-40B4-BE49-F238E27FC236}">
                <a16:creationId xmlns:a16="http://schemas.microsoft.com/office/drawing/2014/main" id="{B946A84D-11B3-4EE9-8060-1AD2EC5DCC5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53" y="983473"/>
                </a:moveTo>
                <a:lnTo>
                  <a:pt x="1192635" y="9131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pxt_3_build_ReferenceLigand_7">
            <a:extLst>
              <a:ext uri="{FF2B5EF4-FFF2-40B4-BE49-F238E27FC236}">
                <a16:creationId xmlns:a16="http://schemas.microsoft.com/office/drawing/2014/main" id="{FFB79A66-9663-46DC-8726-075ADBF9544C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3574" y="925811"/>
                </a:moveTo>
                <a:lnTo>
                  <a:pt x="1365211" y="9826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pxt_3_build_ReferenceLigand_8">
            <a:extLst>
              <a:ext uri="{FF2B5EF4-FFF2-40B4-BE49-F238E27FC236}">
                <a16:creationId xmlns:a16="http://schemas.microsoft.com/office/drawing/2014/main" id="{D0E8C3D0-4C98-4F6E-8A2D-6FE1F0094268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74849" y="651144"/>
                </a:moveTo>
                <a:lnTo>
                  <a:pt x="2214601" y="696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pxt_3_build_ReferenceLigand_9">
            <a:extLst>
              <a:ext uri="{FF2B5EF4-FFF2-40B4-BE49-F238E27FC236}">
                <a16:creationId xmlns:a16="http://schemas.microsoft.com/office/drawing/2014/main" id="{D512B4E1-2997-4008-BF7E-AB74DC24DA9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491" y="481382"/>
                </a:moveTo>
                <a:lnTo>
                  <a:pt x="2298095" y="5499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pxt_3_build_ReferenceLigand_10">
            <a:extLst>
              <a:ext uri="{FF2B5EF4-FFF2-40B4-BE49-F238E27FC236}">
                <a16:creationId xmlns:a16="http://schemas.microsoft.com/office/drawing/2014/main" id="{DD48CA0E-82AD-48BC-8791-185110A0C9F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5211" y="982602"/>
                </a:moveTo>
                <a:lnTo>
                  <a:pt x="1315645" y="10361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pxt_3_build_ReferenceLigand_11">
            <a:extLst>
              <a:ext uri="{FF2B5EF4-FFF2-40B4-BE49-F238E27FC236}">
                <a16:creationId xmlns:a16="http://schemas.microsoft.com/office/drawing/2014/main" id="{12D33AED-BA01-4D08-9200-8EFFE7EADDEB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53" y="983473"/>
                </a:moveTo>
                <a:lnTo>
                  <a:pt x="1217015" y="1073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pxt_3_build_ReferenceLigand_12">
            <a:extLst>
              <a:ext uri="{FF2B5EF4-FFF2-40B4-BE49-F238E27FC236}">
                <a16:creationId xmlns:a16="http://schemas.microsoft.com/office/drawing/2014/main" id="{6C8BCCC5-BF6C-4A7B-8141-F4BABDC0F65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9601" y="995768"/>
                </a:moveTo>
                <a:lnTo>
                  <a:pt x="1453574" y="925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pxt_3_build_ReferenceLigand_13">
            <a:extLst>
              <a:ext uri="{FF2B5EF4-FFF2-40B4-BE49-F238E27FC236}">
                <a16:creationId xmlns:a16="http://schemas.microsoft.com/office/drawing/2014/main" id="{B5149801-98D1-4107-9496-0A084E9D5E1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5645" y="1036147"/>
                </a:moveTo>
                <a:lnTo>
                  <a:pt x="1217015" y="1073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pxt_3_build_ReferenceLigand_14">
            <a:extLst>
              <a:ext uri="{FF2B5EF4-FFF2-40B4-BE49-F238E27FC236}">
                <a16:creationId xmlns:a16="http://schemas.microsoft.com/office/drawing/2014/main" id="{82D3EC8B-2723-476B-AE61-2D06A08131E6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491" y="481382"/>
                </a:moveTo>
                <a:lnTo>
                  <a:pt x="2286917" y="3923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pxt_3_build_ReferenceLigand_15">
            <a:extLst>
              <a:ext uri="{FF2B5EF4-FFF2-40B4-BE49-F238E27FC236}">
                <a16:creationId xmlns:a16="http://schemas.microsoft.com/office/drawing/2014/main" id="{E2E6948B-C298-49DE-8329-E421F318780C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533" y="953795"/>
                </a:moveTo>
                <a:lnTo>
                  <a:pt x="1705549" y="9126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pxt_3_build_ReferenceLigand_16">
            <a:extLst>
              <a:ext uri="{FF2B5EF4-FFF2-40B4-BE49-F238E27FC236}">
                <a16:creationId xmlns:a16="http://schemas.microsoft.com/office/drawing/2014/main" id="{64B55D49-D0F7-4DFE-BA1E-2E4460FD6FFE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922" y="927654"/>
                </a:moveTo>
                <a:lnTo>
                  <a:pt x="1145753" y="98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pxt_3_build_ReferenceLigand_17">
            <a:extLst>
              <a:ext uri="{FF2B5EF4-FFF2-40B4-BE49-F238E27FC236}">
                <a16:creationId xmlns:a16="http://schemas.microsoft.com/office/drawing/2014/main" id="{47D694A5-6FFE-464F-BBCA-7B0DF1192B0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4601" y="696453"/>
                </a:moveTo>
                <a:lnTo>
                  <a:pt x="2177239" y="6337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pxt_3_build_ReferenceLigand_18">
            <a:extLst>
              <a:ext uri="{FF2B5EF4-FFF2-40B4-BE49-F238E27FC236}">
                <a16:creationId xmlns:a16="http://schemas.microsoft.com/office/drawing/2014/main" id="{B0CA0A22-92C9-4C10-91FF-1385144A9C1E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7015" y="1073458"/>
                </a:moveTo>
                <a:lnTo>
                  <a:pt x="1197679" y="1127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pxt_3_build_ReferenceLigand_19">
            <a:extLst>
              <a:ext uri="{FF2B5EF4-FFF2-40B4-BE49-F238E27FC236}">
                <a16:creationId xmlns:a16="http://schemas.microsoft.com/office/drawing/2014/main" id="{2EA8C169-E76E-4148-988D-A4E96FADF543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533" y="953795"/>
                </a:moveTo>
                <a:lnTo>
                  <a:pt x="1529601" y="9957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pxt_3_build_ReferenceLigand_20">
            <a:extLst>
              <a:ext uri="{FF2B5EF4-FFF2-40B4-BE49-F238E27FC236}">
                <a16:creationId xmlns:a16="http://schemas.microsoft.com/office/drawing/2014/main" id="{4E309C42-463B-4E62-9081-EE81FA993B6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5395" y="531349"/>
                </a:moveTo>
                <a:lnTo>
                  <a:pt x="2261491" y="4813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pxt_3_build_ReferenceLigand_21">
            <a:extLst>
              <a:ext uri="{FF2B5EF4-FFF2-40B4-BE49-F238E27FC236}">
                <a16:creationId xmlns:a16="http://schemas.microsoft.com/office/drawing/2014/main" id="{1270BAAF-3B35-4A6A-8A6A-A9BD01E919F3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7239" y="633776"/>
                </a:moveTo>
                <a:lnTo>
                  <a:pt x="2195395" y="5313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pxt_3_build_ReferenceLigand_22">
            <a:extLst>
              <a:ext uri="{FF2B5EF4-FFF2-40B4-BE49-F238E27FC236}">
                <a16:creationId xmlns:a16="http://schemas.microsoft.com/office/drawing/2014/main" id="{C0A8BE3D-4A2C-450B-B3D3-FA3BCFAB1483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4205" y="861734"/>
                </a:moveTo>
                <a:lnTo>
                  <a:pt x="1637533" y="95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pxt_3_build_ReferenceLigand_23">
            <a:extLst>
              <a:ext uri="{FF2B5EF4-FFF2-40B4-BE49-F238E27FC236}">
                <a16:creationId xmlns:a16="http://schemas.microsoft.com/office/drawing/2014/main" id="{D454D6C2-44DA-4A2F-8A16-C8DB16F3ED7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533" y="953795"/>
                </a:moveTo>
                <a:lnTo>
                  <a:pt x="1679468" y="10319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pxt_3_build_ReferenceLigand_24">
            <a:extLst>
              <a:ext uri="{FF2B5EF4-FFF2-40B4-BE49-F238E27FC236}">
                <a16:creationId xmlns:a16="http://schemas.microsoft.com/office/drawing/2014/main" id="{705B9AFA-B6A6-4263-9083-07BEFA136C3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7239" y="633776"/>
                </a:moveTo>
                <a:lnTo>
                  <a:pt x="2113003" y="658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pxt_3_build_ReferenceLigand_25">
            <a:extLst>
              <a:ext uri="{FF2B5EF4-FFF2-40B4-BE49-F238E27FC236}">
                <a16:creationId xmlns:a16="http://schemas.microsoft.com/office/drawing/2014/main" id="{5553BA3B-6938-4490-9C99-E4DCE16F1338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2369" y="986355"/>
                </a:moveTo>
                <a:lnTo>
                  <a:pt x="1134922" y="9276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pxt_3_build_ReferenceLigand_26">
            <a:extLst>
              <a:ext uri="{FF2B5EF4-FFF2-40B4-BE49-F238E27FC236}">
                <a16:creationId xmlns:a16="http://schemas.microsoft.com/office/drawing/2014/main" id="{1F837D56-6FCE-46E7-8437-0CA6AC190A2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3284" y="494735"/>
                </a:moveTo>
                <a:lnTo>
                  <a:pt x="2195395" y="5313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pxt_3_build_ReferenceLigand_27">
            <a:extLst>
              <a:ext uri="{FF2B5EF4-FFF2-40B4-BE49-F238E27FC236}">
                <a16:creationId xmlns:a16="http://schemas.microsoft.com/office/drawing/2014/main" id="{CF7782D3-7B5D-48BB-BF90-B5F276ACDCB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7679" y="1127108"/>
                </a:moveTo>
                <a:lnTo>
                  <a:pt x="1154570" y="1084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pxt_3_build_ReferenceLigand_28">
            <a:extLst>
              <a:ext uri="{FF2B5EF4-FFF2-40B4-BE49-F238E27FC236}">
                <a16:creationId xmlns:a16="http://schemas.microsoft.com/office/drawing/2014/main" id="{44537067-5EB3-41D2-AA95-B56F804AB4D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878" y="758549"/>
                </a:moveTo>
                <a:lnTo>
                  <a:pt x="2113003" y="658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pxt_3_build_ReferenceLigand_29">
            <a:extLst>
              <a:ext uri="{FF2B5EF4-FFF2-40B4-BE49-F238E27FC236}">
                <a16:creationId xmlns:a16="http://schemas.microsoft.com/office/drawing/2014/main" id="{98B8BC2F-9C67-4627-8BFD-B7602CD414C3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878" y="758549"/>
                </a:moveTo>
                <a:lnTo>
                  <a:pt x="1966639" y="7533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pxt_3_build_ReferenceLigand_30">
            <a:extLst>
              <a:ext uri="{FF2B5EF4-FFF2-40B4-BE49-F238E27FC236}">
                <a16:creationId xmlns:a16="http://schemas.microsoft.com/office/drawing/2014/main" id="{11455B91-04FE-46CD-B5ED-97F1EB2EA8D3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2369" y="986355"/>
                </a:moveTo>
                <a:lnTo>
                  <a:pt x="1154570" y="1084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pxt_3_build_ReferenceLigand_31">
            <a:extLst>
              <a:ext uri="{FF2B5EF4-FFF2-40B4-BE49-F238E27FC236}">
                <a16:creationId xmlns:a16="http://schemas.microsoft.com/office/drawing/2014/main" id="{413ED43E-8ED6-46D8-94E2-7CA9A6335931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3003" y="658987"/>
                </a:moveTo>
                <a:lnTo>
                  <a:pt x="2094417" y="5722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pxt_3_build_ReferenceLigand_32">
            <a:extLst>
              <a:ext uri="{FF2B5EF4-FFF2-40B4-BE49-F238E27FC236}">
                <a16:creationId xmlns:a16="http://schemas.microsoft.com/office/drawing/2014/main" id="{A9D525F8-3414-4E6C-AEA0-A90EC8CA52F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6639" y="753336"/>
                </a:moveTo>
                <a:lnTo>
                  <a:pt x="1920419" y="8347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pxt_3_build_ReferenceLigand_33">
            <a:extLst>
              <a:ext uri="{FF2B5EF4-FFF2-40B4-BE49-F238E27FC236}">
                <a16:creationId xmlns:a16="http://schemas.microsoft.com/office/drawing/2014/main" id="{99FE77A2-3F48-4EEA-ACA4-5C4115C589C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4417" y="572266"/>
                </a:moveTo>
                <a:lnTo>
                  <a:pt x="2143284" y="494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pxt_3_build_ReferenceLigand_34">
            <a:extLst>
              <a:ext uri="{FF2B5EF4-FFF2-40B4-BE49-F238E27FC236}">
                <a16:creationId xmlns:a16="http://schemas.microsoft.com/office/drawing/2014/main" id="{EAB1972D-E53D-45C7-8D07-7FE1591A1684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836" y="804082"/>
                </a:moveTo>
                <a:lnTo>
                  <a:pt x="1584205" y="8617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pxt_3_build_ReferenceLigand_35">
            <a:extLst>
              <a:ext uri="{FF2B5EF4-FFF2-40B4-BE49-F238E27FC236}">
                <a16:creationId xmlns:a16="http://schemas.microsoft.com/office/drawing/2014/main" id="{A93D23F7-DDC3-4627-BF5B-B21A90C0FFA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5975" y="942105"/>
                </a:moveTo>
                <a:lnTo>
                  <a:pt x="1122369" y="9863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pxt_3_build_ReferenceLigand_36">
            <a:extLst>
              <a:ext uri="{FF2B5EF4-FFF2-40B4-BE49-F238E27FC236}">
                <a16:creationId xmlns:a16="http://schemas.microsoft.com/office/drawing/2014/main" id="{055A3EE0-F420-4451-B360-A8D5A558403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4570" y="1084668"/>
                </a:moveTo>
                <a:lnTo>
                  <a:pt x="1145027" y="11438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pxt_3_build_ReferenceLigand_37">
            <a:extLst>
              <a:ext uri="{FF2B5EF4-FFF2-40B4-BE49-F238E27FC236}">
                <a16:creationId xmlns:a16="http://schemas.microsoft.com/office/drawing/2014/main" id="{3696745E-02FC-4C18-9113-DF8B24B04FB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555" y="790349"/>
                </a:moveTo>
                <a:lnTo>
                  <a:pt x="1629836" y="8040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5" name="9pxt_3_build_ReferenceLigand_38">
            <a:extLst>
              <a:ext uri="{FF2B5EF4-FFF2-40B4-BE49-F238E27FC236}">
                <a16:creationId xmlns:a16="http://schemas.microsoft.com/office/drawing/2014/main" id="{6F3ADF52-C130-4F67-BA05-FF8558F690EB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536" y="798897"/>
                </a:moveTo>
                <a:lnTo>
                  <a:pt x="2071878" y="7585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6" name="9pxt_3_build_ReferenceLigand_39">
            <a:extLst>
              <a:ext uri="{FF2B5EF4-FFF2-40B4-BE49-F238E27FC236}">
                <a16:creationId xmlns:a16="http://schemas.microsoft.com/office/drawing/2014/main" id="{5C1BDE35-0E82-4C34-8204-93AB1C456B8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760" y="796904"/>
                </a:moveTo>
                <a:lnTo>
                  <a:pt x="1747555" y="7903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7" name="9pxt_3_build_ReferenceLigand_40">
            <a:extLst>
              <a:ext uri="{FF2B5EF4-FFF2-40B4-BE49-F238E27FC236}">
                <a16:creationId xmlns:a16="http://schemas.microsoft.com/office/drawing/2014/main" id="{7525D567-EBF1-4C59-84C5-3C5443A5C3A4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836" y="804082"/>
                </a:moveTo>
                <a:lnTo>
                  <a:pt x="1582119" y="701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8" name="9pxt_3_build_ReferenceLigand_41">
            <a:extLst>
              <a:ext uri="{FF2B5EF4-FFF2-40B4-BE49-F238E27FC236}">
                <a16:creationId xmlns:a16="http://schemas.microsoft.com/office/drawing/2014/main" id="{5F3190CF-DFD8-4E39-A975-525ECB085287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9" y="834730"/>
                </a:moveTo>
                <a:lnTo>
                  <a:pt x="1826760" y="796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9" name="9pxt_3_build_ReferenceLigand_42">
            <a:extLst>
              <a:ext uri="{FF2B5EF4-FFF2-40B4-BE49-F238E27FC236}">
                <a16:creationId xmlns:a16="http://schemas.microsoft.com/office/drawing/2014/main" id="{F51E0F86-6706-4F82-9E40-7EC8B1046FD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9" y="834730"/>
                </a:moveTo>
                <a:lnTo>
                  <a:pt x="2003405" y="8791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0" name="9pxt_3_build_ReferenceLigand_43">
            <a:extLst>
              <a:ext uri="{FF2B5EF4-FFF2-40B4-BE49-F238E27FC236}">
                <a16:creationId xmlns:a16="http://schemas.microsoft.com/office/drawing/2014/main" id="{4FB05341-A4DB-446D-9366-393AA678DBD3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5975" y="942105"/>
                </a:moveTo>
                <a:lnTo>
                  <a:pt x="1043414" y="8545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1" name="9pxt_3_build_ReferenceLigand_44">
            <a:extLst>
              <a:ext uri="{FF2B5EF4-FFF2-40B4-BE49-F238E27FC236}">
                <a16:creationId xmlns:a16="http://schemas.microsoft.com/office/drawing/2014/main" id="{B23E401D-EA15-4E4C-9EEE-3F5967AC45D9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3405" y="879164"/>
                </a:moveTo>
                <a:lnTo>
                  <a:pt x="2038463" y="96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2" name="9pxt_3_build_ReferenceLigand_45">
            <a:extLst>
              <a:ext uri="{FF2B5EF4-FFF2-40B4-BE49-F238E27FC236}">
                <a16:creationId xmlns:a16="http://schemas.microsoft.com/office/drawing/2014/main" id="{FDF1F758-E19E-4CF0-8B5F-D318195EAC19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3405" y="879164"/>
                </a:moveTo>
                <a:lnTo>
                  <a:pt x="2087536" y="7988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3" name="9pxt_3_build_ReferenceLigand_46">
            <a:extLst>
              <a:ext uri="{FF2B5EF4-FFF2-40B4-BE49-F238E27FC236}">
                <a16:creationId xmlns:a16="http://schemas.microsoft.com/office/drawing/2014/main" id="{60D91A24-2F81-4EDF-9E33-223C6AD3E346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5099" y="839458"/>
                </a:moveTo>
                <a:lnTo>
                  <a:pt x="2087536" y="7988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4" name="9pxt_3_build_ReferenceLigand_47">
            <a:extLst>
              <a:ext uri="{FF2B5EF4-FFF2-40B4-BE49-F238E27FC236}">
                <a16:creationId xmlns:a16="http://schemas.microsoft.com/office/drawing/2014/main" id="{41175BE0-E712-4FB7-8429-7F77F276923C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836" y="804082"/>
                </a:moveTo>
                <a:lnTo>
                  <a:pt x="1632124" y="8707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5" name="9pxt_3_build_ReferenceLigand_48">
            <a:extLst>
              <a:ext uri="{FF2B5EF4-FFF2-40B4-BE49-F238E27FC236}">
                <a16:creationId xmlns:a16="http://schemas.microsoft.com/office/drawing/2014/main" id="{4F52E9C5-6598-435C-A8F6-4B258D92D2DE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83" y="1006581"/>
                </a:moveTo>
                <a:lnTo>
                  <a:pt x="1075975" y="9421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6" name="9pxt_3_build_ReferenceLigand_49">
            <a:extLst>
              <a:ext uri="{FF2B5EF4-FFF2-40B4-BE49-F238E27FC236}">
                <a16:creationId xmlns:a16="http://schemas.microsoft.com/office/drawing/2014/main" id="{BF6511F3-2544-4241-B516-53CC6CD19DCE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027" y="1143859"/>
                </a:moveTo>
                <a:lnTo>
                  <a:pt x="1102532" y="11034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7" name="9pxt_3_build_ReferenceLigand_50">
            <a:extLst>
              <a:ext uri="{FF2B5EF4-FFF2-40B4-BE49-F238E27FC236}">
                <a16:creationId xmlns:a16="http://schemas.microsoft.com/office/drawing/2014/main" id="{79B6F27F-A8BF-4E9C-943D-B9123A54385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2532" y="1103487"/>
                </a:moveTo>
                <a:lnTo>
                  <a:pt x="1068283" y="10065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8" name="9pxt_3_build_ReferenceLigand_51">
            <a:extLst>
              <a:ext uri="{FF2B5EF4-FFF2-40B4-BE49-F238E27FC236}">
                <a16:creationId xmlns:a16="http://schemas.microsoft.com/office/drawing/2014/main" id="{1782AD5B-F772-4A40-86BE-DE46D56C26E1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2532" y="1103487"/>
                </a:moveTo>
                <a:lnTo>
                  <a:pt x="1091481" y="1159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9" name="9pxt_3_build_PredictedLigand_0">
            <a:extLst>
              <a:ext uri="{FF2B5EF4-FFF2-40B4-BE49-F238E27FC236}">
                <a16:creationId xmlns:a16="http://schemas.microsoft.com/office/drawing/2014/main" id="{6DDBE101-D363-4BB3-8AED-B9D38F5AA82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8128" y="759886"/>
                </a:moveTo>
                <a:lnTo>
                  <a:pt x="1192045" y="7196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70" name="9pxt_3_build_PredictedLigand_1">
            <a:extLst>
              <a:ext uri="{FF2B5EF4-FFF2-40B4-BE49-F238E27FC236}">
                <a16:creationId xmlns:a16="http://schemas.microsoft.com/office/drawing/2014/main" id="{993094F2-8EAD-46EA-9DD2-EC1DA0DFF754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417" y="708040"/>
                </a:moveTo>
                <a:lnTo>
                  <a:pt x="1027036" y="6331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71" name="9pxt_3_build_PredictedLigand_2">
            <a:extLst>
              <a:ext uri="{FF2B5EF4-FFF2-40B4-BE49-F238E27FC236}">
                <a16:creationId xmlns:a16="http://schemas.microsoft.com/office/drawing/2014/main" id="{599E9550-C537-4EDF-A2BC-C49CD2B1FAC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417" y="708040"/>
                </a:moveTo>
                <a:lnTo>
                  <a:pt x="944202" y="7968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72" name="9pxt_3_build_PredictedLigand_3">
            <a:extLst>
              <a:ext uri="{FF2B5EF4-FFF2-40B4-BE49-F238E27FC236}">
                <a16:creationId xmlns:a16="http://schemas.microsoft.com/office/drawing/2014/main" id="{257A7AE5-47D8-4A5A-BAB7-A52B41A24529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8128" y="759886"/>
                </a:moveTo>
                <a:lnTo>
                  <a:pt x="1200569" y="8711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73" name="9pxt_3_build_PredictedLigand_4">
            <a:extLst>
              <a:ext uri="{FF2B5EF4-FFF2-40B4-BE49-F238E27FC236}">
                <a16:creationId xmlns:a16="http://schemas.microsoft.com/office/drawing/2014/main" id="{F2C8914A-B222-4FCF-B28D-5D51416A9DD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0760" y="741294"/>
                </a:moveTo>
                <a:lnTo>
                  <a:pt x="993417" y="7080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74" name="9pxt_3_build_PredictedLigand_5">
            <a:extLst>
              <a:ext uri="{FF2B5EF4-FFF2-40B4-BE49-F238E27FC236}">
                <a16:creationId xmlns:a16="http://schemas.microsoft.com/office/drawing/2014/main" id="{4BA8EACE-FF10-4C36-B2DB-9E3AF44DCFC9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8128" y="759886"/>
                </a:moveTo>
                <a:lnTo>
                  <a:pt x="1080760" y="7412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75" name="9pxt_3_build_PredictedLigand_6">
            <a:extLst>
              <a:ext uri="{FF2B5EF4-FFF2-40B4-BE49-F238E27FC236}">
                <a16:creationId xmlns:a16="http://schemas.microsoft.com/office/drawing/2014/main" id="{BF8BC769-AE2F-4170-8570-730D8E95EB6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9248" y="692108"/>
                </a:moveTo>
                <a:lnTo>
                  <a:pt x="1188128" y="759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76" name="9pxt_3_build_PredictedLigand_7">
            <a:extLst>
              <a:ext uri="{FF2B5EF4-FFF2-40B4-BE49-F238E27FC236}">
                <a16:creationId xmlns:a16="http://schemas.microsoft.com/office/drawing/2014/main" id="{C6BD81E0-EBD1-4A9E-90F6-C2F3721539C1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417" y="708040"/>
                </a:moveTo>
                <a:lnTo>
                  <a:pt x="918085" y="6624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77" name="9pxt_3_build_PredictedLigand_8">
            <a:extLst>
              <a:ext uri="{FF2B5EF4-FFF2-40B4-BE49-F238E27FC236}">
                <a16:creationId xmlns:a16="http://schemas.microsoft.com/office/drawing/2014/main" id="{7CD86BD4-A9FF-4025-842A-FE11200666B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361" y="576711"/>
                </a:moveTo>
                <a:lnTo>
                  <a:pt x="1259248" y="6921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78" name="9pxt_3_build_PredictedLigand_9">
            <a:extLst>
              <a:ext uri="{FF2B5EF4-FFF2-40B4-BE49-F238E27FC236}">
                <a16:creationId xmlns:a16="http://schemas.microsoft.com/office/drawing/2014/main" id="{459836FC-C078-4AD7-A3DF-81DEA394CC1B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8085" y="662448"/>
                </a:moveTo>
                <a:lnTo>
                  <a:pt x="907371" y="56204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79" name="9pxt_3_build_PredictedLigand_10">
            <a:extLst>
              <a:ext uri="{FF2B5EF4-FFF2-40B4-BE49-F238E27FC236}">
                <a16:creationId xmlns:a16="http://schemas.microsoft.com/office/drawing/2014/main" id="{A77D713C-7C70-4D8F-80C8-05BC39E5425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7229" y="407640"/>
                </a:moveTo>
                <a:lnTo>
                  <a:pt x="973216" y="3818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80" name="9pxt_3_build_PredictedLigand_11">
            <a:extLst>
              <a:ext uri="{FF2B5EF4-FFF2-40B4-BE49-F238E27FC236}">
                <a16:creationId xmlns:a16="http://schemas.microsoft.com/office/drawing/2014/main" id="{F5D7E5E8-9916-4D28-AE52-83F38EA222E3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9996" y="348321"/>
                </a:moveTo>
                <a:lnTo>
                  <a:pt x="784456" y="240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81" name="9pxt_3_build_PredictedLigand_12">
            <a:extLst>
              <a:ext uri="{FF2B5EF4-FFF2-40B4-BE49-F238E27FC236}">
                <a16:creationId xmlns:a16="http://schemas.microsoft.com/office/drawing/2014/main" id="{479E0655-77DE-4B4D-8DD9-8120435220A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371" y="562043"/>
                </a:moveTo>
                <a:lnTo>
                  <a:pt x="880326" y="5096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82" name="9pxt_3_build_PredictedLigand_13">
            <a:extLst>
              <a:ext uri="{FF2B5EF4-FFF2-40B4-BE49-F238E27FC236}">
                <a16:creationId xmlns:a16="http://schemas.microsoft.com/office/drawing/2014/main" id="{C205E685-077D-442F-A066-F844A915DB9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9996" y="348321"/>
                </a:moveTo>
                <a:lnTo>
                  <a:pt x="877229" y="4076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83" name="9pxt_3_build_PredictedLigand_14">
            <a:extLst>
              <a:ext uri="{FF2B5EF4-FFF2-40B4-BE49-F238E27FC236}">
                <a16:creationId xmlns:a16="http://schemas.microsoft.com/office/drawing/2014/main" id="{7F73B5E9-8128-411E-BDEF-F8572F0890E7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766" y="543998"/>
                </a:moveTo>
                <a:lnTo>
                  <a:pt x="1257361" y="576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84" name="9pxt_3_build_PredictedLigand_15">
            <a:extLst>
              <a:ext uri="{FF2B5EF4-FFF2-40B4-BE49-F238E27FC236}">
                <a16:creationId xmlns:a16="http://schemas.microsoft.com/office/drawing/2014/main" id="{7AA1DBD5-C716-40A3-AC01-99D918EACCE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7229" y="407640"/>
                </a:moveTo>
                <a:lnTo>
                  <a:pt x="880326" y="5096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85" name="9pxt_3_build_PredictedLigand_16">
            <a:extLst>
              <a:ext uri="{FF2B5EF4-FFF2-40B4-BE49-F238E27FC236}">
                <a16:creationId xmlns:a16="http://schemas.microsoft.com/office/drawing/2014/main" id="{C34F26AC-6923-40EE-9931-01C20215D7C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6168" y="377491"/>
                </a:moveTo>
                <a:lnTo>
                  <a:pt x="799996" y="3483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86" name="9pxt_3_build_PredictedLigand_17">
            <a:extLst>
              <a:ext uri="{FF2B5EF4-FFF2-40B4-BE49-F238E27FC236}">
                <a16:creationId xmlns:a16="http://schemas.microsoft.com/office/drawing/2014/main" id="{605C278F-AA37-4916-A6ED-D5B374789FA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773" y="294797"/>
                </a:moveTo>
                <a:lnTo>
                  <a:pt x="632188" y="3227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87" name="9pxt_3_build_PredictedLigand_18">
            <a:extLst>
              <a:ext uri="{FF2B5EF4-FFF2-40B4-BE49-F238E27FC236}">
                <a16:creationId xmlns:a16="http://schemas.microsoft.com/office/drawing/2014/main" id="{7A99C300-DF01-435F-B5D6-70F67EF78FE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0326" y="509661"/>
                </a:moveTo>
                <a:lnTo>
                  <a:pt x="788269" y="5491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88" name="9pxt_3_build_PredictedLigand_19">
            <a:extLst>
              <a:ext uri="{FF2B5EF4-FFF2-40B4-BE49-F238E27FC236}">
                <a16:creationId xmlns:a16="http://schemas.microsoft.com/office/drawing/2014/main" id="{E8BFFF9F-B489-49DE-9C2B-BDD9314E215B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2188" y="322725"/>
                </a:moveTo>
                <a:lnTo>
                  <a:pt x="716168" y="3774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89" name="9pxt_3_build_PredictedLigand_20">
            <a:extLst>
              <a:ext uri="{FF2B5EF4-FFF2-40B4-BE49-F238E27FC236}">
                <a16:creationId xmlns:a16="http://schemas.microsoft.com/office/drawing/2014/main" id="{7A8478AA-F981-4582-B5E2-BBA1A2EE0DA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4632" y="456962"/>
                </a:moveTo>
                <a:lnTo>
                  <a:pt x="1263766" y="543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90" name="9pxt_3_build_PredictedLigand_21">
            <a:extLst>
              <a:ext uri="{FF2B5EF4-FFF2-40B4-BE49-F238E27FC236}">
                <a16:creationId xmlns:a16="http://schemas.microsoft.com/office/drawing/2014/main" id="{9E60E432-C45D-4879-BC7D-E4EFCD2D7506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773" y="294797"/>
                </a:moveTo>
                <a:lnTo>
                  <a:pt x="568284" y="5104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91" name="9pxt_3_build_PredictedLigand_22">
            <a:extLst>
              <a:ext uri="{FF2B5EF4-FFF2-40B4-BE49-F238E27FC236}">
                <a16:creationId xmlns:a16="http://schemas.microsoft.com/office/drawing/2014/main" id="{C2C34CAE-1B7B-475E-94CF-B889F53F397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766" y="543998"/>
                </a:moveTo>
                <a:lnTo>
                  <a:pt x="1370281" y="5348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92" name="9pxt_3_build_PredictedLigand_23">
            <a:extLst>
              <a:ext uri="{FF2B5EF4-FFF2-40B4-BE49-F238E27FC236}">
                <a16:creationId xmlns:a16="http://schemas.microsoft.com/office/drawing/2014/main" id="{C73BF5FD-F826-44C7-8112-54C0BF6FAE6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5641" y="351942"/>
                </a:moveTo>
                <a:lnTo>
                  <a:pt x="560773" y="2947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93" name="9pxt_3_build_PredictedLigand_24">
            <a:extLst>
              <a:ext uri="{FF2B5EF4-FFF2-40B4-BE49-F238E27FC236}">
                <a16:creationId xmlns:a16="http://schemas.microsoft.com/office/drawing/2014/main" id="{E4CB753E-80DE-41E9-BE94-B7DB174C8E5E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0281" y="534801"/>
                </a:moveTo>
                <a:lnTo>
                  <a:pt x="1375882" y="4134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94" name="9pxt_3_build_PredictedLigand_25">
            <a:extLst>
              <a:ext uri="{FF2B5EF4-FFF2-40B4-BE49-F238E27FC236}">
                <a16:creationId xmlns:a16="http://schemas.microsoft.com/office/drawing/2014/main" id="{B902B86E-34A8-48FF-905C-D65DF504D7E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6168" y="377491"/>
                </a:moveTo>
                <a:lnTo>
                  <a:pt x="726294" y="4794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95" name="9pxt_3_build_PredictedLigand_26">
            <a:extLst>
              <a:ext uri="{FF2B5EF4-FFF2-40B4-BE49-F238E27FC236}">
                <a16:creationId xmlns:a16="http://schemas.microsoft.com/office/drawing/2014/main" id="{D8B14AAB-C1B5-4384-917F-50E521293CF4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8269" y="549183"/>
                </a:moveTo>
                <a:lnTo>
                  <a:pt x="726294" y="4794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96" name="9pxt_3_build_PredictedLigand_27">
            <a:extLst>
              <a:ext uri="{FF2B5EF4-FFF2-40B4-BE49-F238E27FC236}">
                <a16:creationId xmlns:a16="http://schemas.microsoft.com/office/drawing/2014/main" id="{9A6A0538-1BD7-4837-A889-9D3F548C7D6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7615" y="388107"/>
                </a:moveTo>
                <a:lnTo>
                  <a:pt x="1204632" y="4569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97" name="9pxt_3_build_PredictedLigand_28">
            <a:extLst>
              <a:ext uri="{FF2B5EF4-FFF2-40B4-BE49-F238E27FC236}">
                <a16:creationId xmlns:a16="http://schemas.microsoft.com/office/drawing/2014/main" id="{043495B8-C909-413B-AEC0-120254111716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65" y="362811"/>
                </a:moveTo>
                <a:lnTo>
                  <a:pt x="1375882" y="4134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98" name="9pxt_3_build_PredictedLigand_29">
            <a:extLst>
              <a:ext uri="{FF2B5EF4-FFF2-40B4-BE49-F238E27FC236}">
                <a16:creationId xmlns:a16="http://schemas.microsoft.com/office/drawing/2014/main" id="{DA00D7D2-40E1-44C5-B9A7-F423C6229B1C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882" y="413465"/>
                </a:moveTo>
                <a:lnTo>
                  <a:pt x="1267615" y="3881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99" name="9pxt_3_build_PredictedLigand_30">
            <a:extLst>
              <a:ext uri="{FF2B5EF4-FFF2-40B4-BE49-F238E27FC236}">
                <a16:creationId xmlns:a16="http://schemas.microsoft.com/office/drawing/2014/main" id="{CC2B382E-082D-43A3-9134-C1A18DD00CE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5961" y="626260"/>
                </a:moveTo>
                <a:lnTo>
                  <a:pt x="399093" y="5933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00" name="9pxt_3_build_PredictedLigand_31">
            <a:extLst>
              <a:ext uri="{FF2B5EF4-FFF2-40B4-BE49-F238E27FC236}">
                <a16:creationId xmlns:a16="http://schemas.microsoft.com/office/drawing/2014/main" id="{B628739D-091D-4803-A1C4-BC8527E23216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0281" y="534801"/>
                </a:moveTo>
                <a:lnTo>
                  <a:pt x="1391012" y="5735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01" name="9pxt_3_build_PredictedLigand_32">
            <a:extLst>
              <a:ext uri="{FF2B5EF4-FFF2-40B4-BE49-F238E27FC236}">
                <a16:creationId xmlns:a16="http://schemas.microsoft.com/office/drawing/2014/main" id="{16C01B86-6DBA-4099-979D-6274825C350E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0669" y="500939"/>
                </a:moveTo>
                <a:lnTo>
                  <a:pt x="568284" y="5104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02" name="9pxt_3_build_PredictedLigand_33">
            <a:extLst>
              <a:ext uri="{FF2B5EF4-FFF2-40B4-BE49-F238E27FC236}">
                <a16:creationId xmlns:a16="http://schemas.microsoft.com/office/drawing/2014/main" id="{50B9E73F-B63E-4535-B0F3-4EF3AE495B8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9842" y="284812"/>
                </a:moveTo>
                <a:lnTo>
                  <a:pt x="1127967" y="149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03" name="9pxt_3_build_PredictedLigand_34">
            <a:extLst>
              <a:ext uri="{FF2B5EF4-FFF2-40B4-BE49-F238E27FC236}">
                <a16:creationId xmlns:a16="http://schemas.microsoft.com/office/drawing/2014/main" id="{CA6EA927-0E50-4DF5-B576-CF3A63F058EC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5961" y="626260"/>
                </a:moveTo>
                <a:lnTo>
                  <a:pt x="497209" y="7121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04" name="9pxt_3_build_PredictedLigand_35">
            <a:extLst>
              <a:ext uri="{FF2B5EF4-FFF2-40B4-BE49-F238E27FC236}">
                <a16:creationId xmlns:a16="http://schemas.microsoft.com/office/drawing/2014/main" id="{E30F2EB3-FBF9-4D67-B360-9E761DC083F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294" y="479473"/>
                </a:moveTo>
                <a:lnTo>
                  <a:pt x="650669" y="5009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05" name="9pxt_3_build_PredictedLigand_36">
            <a:extLst>
              <a:ext uri="{FF2B5EF4-FFF2-40B4-BE49-F238E27FC236}">
                <a16:creationId xmlns:a16="http://schemas.microsoft.com/office/drawing/2014/main" id="{F4BE0C47-A811-43F9-AEBE-7AE1A7B71958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093" y="593385"/>
                </a:moveTo>
                <a:lnTo>
                  <a:pt x="455641" y="3519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06" name="9pxt_3_build_PredictedLigand_37">
            <a:extLst>
              <a:ext uri="{FF2B5EF4-FFF2-40B4-BE49-F238E27FC236}">
                <a16:creationId xmlns:a16="http://schemas.microsoft.com/office/drawing/2014/main" id="{9B993AAC-D7BA-4238-BB2B-D429CC789D8C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7615" y="388107"/>
                </a:moveTo>
                <a:lnTo>
                  <a:pt x="1249251" y="3943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07" name="9pxt_3_build_PredictedLigand_38">
            <a:extLst>
              <a:ext uri="{FF2B5EF4-FFF2-40B4-BE49-F238E27FC236}">
                <a16:creationId xmlns:a16="http://schemas.microsoft.com/office/drawing/2014/main" id="{253C0A44-94E9-4F4C-A96E-CCB01A8F2696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5641" y="351942"/>
                </a:moveTo>
                <a:lnTo>
                  <a:pt x="444093" y="4049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08" name="9pxt_3_build_PredictedLigand_39">
            <a:extLst>
              <a:ext uri="{FF2B5EF4-FFF2-40B4-BE49-F238E27FC236}">
                <a16:creationId xmlns:a16="http://schemas.microsoft.com/office/drawing/2014/main" id="{A3EFDF73-E8EA-430E-BAF2-053995BE0BEE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9251" y="394312"/>
                </a:moveTo>
                <a:lnTo>
                  <a:pt x="1119842" y="28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09" name="9pxt_3_build_PredictedLigand_40">
            <a:extLst>
              <a:ext uri="{FF2B5EF4-FFF2-40B4-BE49-F238E27FC236}">
                <a16:creationId xmlns:a16="http://schemas.microsoft.com/office/drawing/2014/main" id="{F8B3E295-F60B-42B2-919E-0CE153C79E26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8284" y="510482"/>
                </a:moveTo>
                <a:lnTo>
                  <a:pt x="582420" y="6158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10" name="9pxt_3_build_PredictedLigand_41">
            <a:extLst>
              <a:ext uri="{FF2B5EF4-FFF2-40B4-BE49-F238E27FC236}">
                <a16:creationId xmlns:a16="http://schemas.microsoft.com/office/drawing/2014/main" id="{6A641CEA-5795-48CC-9D9F-55D9B474EB6B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420" y="615858"/>
                </a:moveTo>
                <a:lnTo>
                  <a:pt x="525961" y="626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11" name="9pxt_3_build_PredictedLigand_42">
            <a:extLst>
              <a:ext uri="{FF2B5EF4-FFF2-40B4-BE49-F238E27FC236}">
                <a16:creationId xmlns:a16="http://schemas.microsoft.com/office/drawing/2014/main" id="{FE869AB8-DF83-41DC-840A-D478832E2DE4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7967" y="149756"/>
                </a:moveTo>
                <a:lnTo>
                  <a:pt x="1203885" y="2284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12" name="9pxt_3_build_PredictedLigand_43">
            <a:extLst>
              <a:ext uri="{FF2B5EF4-FFF2-40B4-BE49-F238E27FC236}">
                <a16:creationId xmlns:a16="http://schemas.microsoft.com/office/drawing/2014/main" id="{6CBA78BD-E027-4D10-9ABE-2A132F73DE6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526" y="257886"/>
                </a:moveTo>
                <a:lnTo>
                  <a:pt x="1249251" y="3943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13" name="9pxt_3_build_PredictedLigand_44">
            <a:extLst>
              <a:ext uri="{FF2B5EF4-FFF2-40B4-BE49-F238E27FC236}">
                <a16:creationId xmlns:a16="http://schemas.microsoft.com/office/drawing/2014/main" id="{B48119A7-6D61-4CBF-A818-D9842AAF9F2C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576" y="261021"/>
                </a:moveTo>
                <a:lnTo>
                  <a:pt x="1273526" y="25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14" name="9pxt_3_build_PredictedLigand_45">
            <a:extLst>
              <a:ext uri="{FF2B5EF4-FFF2-40B4-BE49-F238E27FC236}">
                <a16:creationId xmlns:a16="http://schemas.microsoft.com/office/drawing/2014/main" id="{F65B9496-CAA2-4560-84C4-5B5820B0E81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0468" y="354730"/>
                </a:moveTo>
                <a:lnTo>
                  <a:pt x="1331576" y="2610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15" name="9pxt_3_build_PredictedLigand_46">
            <a:extLst>
              <a:ext uri="{FF2B5EF4-FFF2-40B4-BE49-F238E27FC236}">
                <a16:creationId xmlns:a16="http://schemas.microsoft.com/office/drawing/2014/main" id="{8D58718C-3493-4552-A09F-DE82DB9FC0A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526" y="257886"/>
                </a:moveTo>
                <a:lnTo>
                  <a:pt x="1203885" y="2284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16" name="9pxt_3_build_PredictedLigand_47">
            <a:extLst>
              <a:ext uri="{FF2B5EF4-FFF2-40B4-BE49-F238E27FC236}">
                <a16:creationId xmlns:a16="http://schemas.microsoft.com/office/drawing/2014/main" id="{42583B13-E1C6-4144-9A4C-2E9ECBB9AA1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0468" y="354730"/>
                </a:moveTo>
                <a:lnTo>
                  <a:pt x="1494567" y="3249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17" name="9pxt_3_build_PredictedLigand_48">
            <a:extLst>
              <a:ext uri="{FF2B5EF4-FFF2-40B4-BE49-F238E27FC236}">
                <a16:creationId xmlns:a16="http://schemas.microsoft.com/office/drawing/2014/main" id="{48C822D2-122B-4010-93E3-DDDDA3CBF557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126" y="164947"/>
                </a:moveTo>
                <a:lnTo>
                  <a:pt x="1390468" y="354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18" name="9pxt_3_build_PredictedLigand_49">
            <a:extLst>
              <a:ext uri="{FF2B5EF4-FFF2-40B4-BE49-F238E27FC236}">
                <a16:creationId xmlns:a16="http://schemas.microsoft.com/office/drawing/2014/main" id="{A9221793-FD41-4909-8E7F-7F548AA409E7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885" y="228452"/>
                </a:moveTo>
                <a:lnTo>
                  <a:pt x="1192041" y="705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19" name="9pxt_3_build_PredictedLigand_50">
            <a:extLst>
              <a:ext uri="{FF2B5EF4-FFF2-40B4-BE49-F238E27FC236}">
                <a16:creationId xmlns:a16="http://schemas.microsoft.com/office/drawing/2014/main" id="{0A9FF948-F797-4440-8931-DF135F3A7FF4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041" y="70593"/>
                </a:moveTo>
                <a:lnTo>
                  <a:pt x="1359126" y="1649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20" name="9pxt_3_build_PredictedLigand_51">
            <a:extLst>
              <a:ext uri="{FF2B5EF4-FFF2-40B4-BE49-F238E27FC236}">
                <a16:creationId xmlns:a16="http://schemas.microsoft.com/office/drawing/2014/main" id="{0517A755-E515-4554-B130-D10D8DB3899B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041" y="70593"/>
                </a:moveTo>
                <a:lnTo>
                  <a:pt x="1209357" y="674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421" name="9pxt_3_build_PredictedAtoms_0">
            <a:extLst>
              <a:ext uri="{FF2B5EF4-FFF2-40B4-BE49-F238E27FC236}">
                <a16:creationId xmlns:a16="http://schemas.microsoft.com/office/drawing/2014/main" id="{BC9FE799-840F-4F04-99A4-50A4D254FC6D}"/>
              </a:ext>
            </a:extLst>
          </p:cNvPr>
          <p:cNvSpPr>
            <a:spLocks/>
          </p:cNvSpPr>
          <p:nvPr/>
        </p:nvSpPr>
        <p:spPr>
          <a:xfrm>
            <a:off x="7608273" y="1137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22" name="9pxt_3_build_PredictedAtoms_1">
            <a:extLst>
              <a:ext uri="{FF2B5EF4-FFF2-40B4-BE49-F238E27FC236}">
                <a16:creationId xmlns:a16="http://schemas.microsoft.com/office/drawing/2014/main" id="{EE43F71A-E4C3-4C91-8DEB-D62F6E7FA980}"/>
              </a:ext>
            </a:extLst>
          </p:cNvPr>
          <p:cNvSpPr>
            <a:spLocks/>
          </p:cNvSpPr>
          <p:nvPr/>
        </p:nvSpPr>
        <p:spPr>
          <a:xfrm>
            <a:off x="7531890" y="11878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23" name="9pxt_3_build_PredictedAtoms_2">
            <a:extLst>
              <a:ext uri="{FF2B5EF4-FFF2-40B4-BE49-F238E27FC236}">
                <a16:creationId xmlns:a16="http://schemas.microsoft.com/office/drawing/2014/main" id="{78B83E7F-1664-46C4-BE7B-25F3EBFCA391}"/>
              </a:ext>
            </a:extLst>
          </p:cNvPr>
          <p:cNvSpPr>
            <a:spLocks/>
          </p:cNvSpPr>
          <p:nvPr/>
        </p:nvSpPr>
        <p:spPr>
          <a:xfrm>
            <a:off x="7423622" y="11624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24" name="9pxt_3_build_PredictedAtoms_3">
            <a:extLst>
              <a:ext uri="{FF2B5EF4-FFF2-40B4-BE49-F238E27FC236}">
                <a16:creationId xmlns:a16="http://schemas.microsoft.com/office/drawing/2014/main" id="{37585940-5E26-446D-94E8-2028A6820442}"/>
              </a:ext>
            </a:extLst>
          </p:cNvPr>
          <p:cNvSpPr>
            <a:spLocks/>
          </p:cNvSpPr>
          <p:nvPr/>
        </p:nvSpPr>
        <p:spPr>
          <a:xfrm>
            <a:off x="7405259" y="11686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25" name="9pxt_3_build_PredictedAtoms_4">
            <a:extLst>
              <a:ext uri="{FF2B5EF4-FFF2-40B4-BE49-F238E27FC236}">
                <a16:creationId xmlns:a16="http://schemas.microsoft.com/office/drawing/2014/main" id="{474D931B-73BD-4662-B266-C693623BFAAD}"/>
              </a:ext>
            </a:extLst>
          </p:cNvPr>
          <p:cNvSpPr>
            <a:spLocks/>
          </p:cNvSpPr>
          <p:nvPr/>
        </p:nvSpPr>
        <p:spPr>
          <a:xfrm>
            <a:off x="7275850" y="10591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26" name="9pxt_3_build_PredictedAtoms_5">
            <a:extLst>
              <a:ext uri="{FF2B5EF4-FFF2-40B4-BE49-F238E27FC236}">
                <a16:creationId xmlns:a16="http://schemas.microsoft.com/office/drawing/2014/main" id="{72E330B9-50A4-4E55-9169-4A83D8338ABB}"/>
              </a:ext>
            </a:extLst>
          </p:cNvPr>
          <p:cNvSpPr>
            <a:spLocks/>
          </p:cNvSpPr>
          <p:nvPr/>
        </p:nvSpPr>
        <p:spPr>
          <a:xfrm>
            <a:off x="7283974" y="924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27" name="9pxt_3_build_PredictedAtoms_6">
            <a:extLst>
              <a:ext uri="{FF2B5EF4-FFF2-40B4-BE49-F238E27FC236}">
                <a16:creationId xmlns:a16="http://schemas.microsoft.com/office/drawing/2014/main" id="{1FA9FE3C-FBBA-4F21-97FE-4250369C814C}"/>
              </a:ext>
            </a:extLst>
          </p:cNvPr>
          <p:cNvSpPr>
            <a:spLocks/>
          </p:cNvSpPr>
          <p:nvPr/>
        </p:nvSpPr>
        <p:spPr>
          <a:xfrm>
            <a:off x="7359893" y="10028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28" name="9pxt_3_build_PredictedAtoms_7">
            <a:extLst>
              <a:ext uri="{FF2B5EF4-FFF2-40B4-BE49-F238E27FC236}">
                <a16:creationId xmlns:a16="http://schemas.microsoft.com/office/drawing/2014/main" id="{0A6DAFE5-A29D-4472-8144-5308EEB2DA12}"/>
              </a:ext>
            </a:extLst>
          </p:cNvPr>
          <p:cNvSpPr>
            <a:spLocks/>
          </p:cNvSpPr>
          <p:nvPr/>
        </p:nvSpPr>
        <p:spPr>
          <a:xfrm>
            <a:off x="7348048" y="8449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29" name="9pxt_3_build_PredictedAtoms_8">
            <a:extLst>
              <a:ext uri="{FF2B5EF4-FFF2-40B4-BE49-F238E27FC236}">
                <a16:creationId xmlns:a16="http://schemas.microsoft.com/office/drawing/2014/main" id="{F8274ACF-A846-45A8-A858-6A93189CF6C2}"/>
              </a:ext>
            </a:extLst>
          </p:cNvPr>
          <p:cNvSpPr>
            <a:spLocks/>
          </p:cNvSpPr>
          <p:nvPr/>
        </p:nvSpPr>
        <p:spPr>
          <a:xfrm>
            <a:off x="7365365" y="8417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30" name="9pxt_3_build_PredictedAtoms_9">
            <a:extLst>
              <a:ext uri="{FF2B5EF4-FFF2-40B4-BE49-F238E27FC236}">
                <a16:creationId xmlns:a16="http://schemas.microsoft.com/office/drawing/2014/main" id="{7D5C9DC7-6ED5-4C2E-9CA1-377A0804FA2E}"/>
              </a:ext>
            </a:extLst>
          </p:cNvPr>
          <p:cNvSpPr>
            <a:spLocks/>
          </p:cNvSpPr>
          <p:nvPr/>
        </p:nvSpPr>
        <p:spPr>
          <a:xfrm>
            <a:off x="7515133" y="9393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31" name="9pxt_3_build_PredictedAtoms_10">
            <a:extLst>
              <a:ext uri="{FF2B5EF4-FFF2-40B4-BE49-F238E27FC236}">
                <a16:creationId xmlns:a16="http://schemas.microsoft.com/office/drawing/2014/main" id="{490B9CFC-D7F0-4BD1-A2F3-913F893DF100}"/>
              </a:ext>
            </a:extLst>
          </p:cNvPr>
          <p:cNvSpPr>
            <a:spLocks/>
          </p:cNvSpPr>
          <p:nvPr/>
        </p:nvSpPr>
        <p:spPr>
          <a:xfrm>
            <a:off x="7546476" y="112911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32" name="9pxt_3_build_PredictedAtoms_11">
            <a:extLst>
              <a:ext uri="{FF2B5EF4-FFF2-40B4-BE49-F238E27FC236}">
                <a16:creationId xmlns:a16="http://schemas.microsoft.com/office/drawing/2014/main" id="{0F7366D4-D6AA-442C-BCA6-4A61A6ADCE6B}"/>
              </a:ext>
            </a:extLst>
          </p:cNvPr>
          <p:cNvSpPr>
            <a:spLocks/>
          </p:cNvSpPr>
          <p:nvPr/>
        </p:nvSpPr>
        <p:spPr>
          <a:xfrm>
            <a:off x="7650574" y="10993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33" name="9pxt_3_build_PredictedAtoms_12">
            <a:extLst>
              <a:ext uri="{FF2B5EF4-FFF2-40B4-BE49-F238E27FC236}">
                <a16:creationId xmlns:a16="http://schemas.microsoft.com/office/drawing/2014/main" id="{36CEC80F-D9E0-42BF-BF10-B37C70B51533}"/>
              </a:ext>
            </a:extLst>
          </p:cNvPr>
          <p:cNvSpPr>
            <a:spLocks/>
          </p:cNvSpPr>
          <p:nvPr/>
        </p:nvSpPr>
        <p:spPr>
          <a:xfrm>
            <a:off x="7487583" y="10354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34" name="9pxt_3_build_PredictedAtoms_13">
            <a:extLst>
              <a:ext uri="{FF2B5EF4-FFF2-40B4-BE49-F238E27FC236}">
                <a16:creationId xmlns:a16="http://schemas.microsoft.com/office/drawing/2014/main" id="{D28CFB54-1512-4A14-A2DE-24069B897EDB}"/>
              </a:ext>
            </a:extLst>
          </p:cNvPr>
          <p:cNvSpPr>
            <a:spLocks/>
          </p:cNvSpPr>
          <p:nvPr/>
        </p:nvSpPr>
        <p:spPr>
          <a:xfrm>
            <a:off x="7429534" y="10322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35" name="9pxt_3_build_PredictedAtoms_14">
            <a:extLst>
              <a:ext uri="{FF2B5EF4-FFF2-40B4-BE49-F238E27FC236}">
                <a16:creationId xmlns:a16="http://schemas.microsoft.com/office/drawing/2014/main" id="{7A72C152-B802-40AF-9222-0A4C610B901E}"/>
              </a:ext>
            </a:extLst>
          </p:cNvPr>
          <p:cNvSpPr>
            <a:spLocks/>
          </p:cNvSpPr>
          <p:nvPr/>
        </p:nvSpPr>
        <p:spPr>
          <a:xfrm>
            <a:off x="7360640" y="12313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36" name="9pxt_3_build_PredictedAtoms_15">
            <a:extLst>
              <a:ext uri="{FF2B5EF4-FFF2-40B4-BE49-F238E27FC236}">
                <a16:creationId xmlns:a16="http://schemas.microsoft.com/office/drawing/2014/main" id="{5A19CAFA-32ED-4C35-93F3-DFFE8AD8FB26}"/>
              </a:ext>
            </a:extLst>
          </p:cNvPr>
          <p:cNvSpPr>
            <a:spLocks/>
          </p:cNvSpPr>
          <p:nvPr/>
        </p:nvSpPr>
        <p:spPr>
          <a:xfrm>
            <a:off x="7419774" y="13183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37" name="9pxt_3_build_PredictedAtoms_16">
            <a:extLst>
              <a:ext uri="{FF2B5EF4-FFF2-40B4-BE49-F238E27FC236}">
                <a16:creationId xmlns:a16="http://schemas.microsoft.com/office/drawing/2014/main" id="{DE01B99F-01B5-4637-BFCA-C978CC414FB8}"/>
              </a:ext>
            </a:extLst>
          </p:cNvPr>
          <p:cNvSpPr>
            <a:spLocks/>
          </p:cNvSpPr>
          <p:nvPr/>
        </p:nvSpPr>
        <p:spPr>
          <a:xfrm>
            <a:off x="7413368" y="13510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38" name="9pxt_3_build_PredictedAtoms_17">
            <a:extLst>
              <a:ext uri="{FF2B5EF4-FFF2-40B4-BE49-F238E27FC236}">
                <a16:creationId xmlns:a16="http://schemas.microsoft.com/office/drawing/2014/main" id="{FC53387D-D572-4F6B-9A8E-7C1B8A3434B8}"/>
              </a:ext>
            </a:extLst>
          </p:cNvPr>
          <p:cNvSpPr>
            <a:spLocks/>
          </p:cNvSpPr>
          <p:nvPr/>
        </p:nvSpPr>
        <p:spPr>
          <a:xfrm>
            <a:off x="7415255" y="14664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39" name="9pxt_3_build_PredictedAtoms_18">
            <a:extLst>
              <a:ext uri="{FF2B5EF4-FFF2-40B4-BE49-F238E27FC236}">
                <a16:creationId xmlns:a16="http://schemas.microsoft.com/office/drawing/2014/main" id="{A309995D-08AE-44A7-AD97-CD9B3BCA31DD}"/>
              </a:ext>
            </a:extLst>
          </p:cNvPr>
          <p:cNvSpPr>
            <a:spLocks/>
          </p:cNvSpPr>
          <p:nvPr/>
        </p:nvSpPr>
        <p:spPr>
          <a:xfrm>
            <a:off x="7344136" y="15342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40" name="9pxt_3_build_PredictedAtoms_19">
            <a:extLst>
              <a:ext uri="{FF2B5EF4-FFF2-40B4-BE49-F238E27FC236}">
                <a16:creationId xmlns:a16="http://schemas.microsoft.com/office/drawing/2014/main" id="{346AEE50-7DF7-4F6B-8667-0B41F81A9B6F}"/>
              </a:ext>
            </a:extLst>
          </p:cNvPr>
          <p:cNvSpPr>
            <a:spLocks/>
          </p:cNvSpPr>
          <p:nvPr/>
        </p:nvSpPr>
        <p:spPr>
          <a:xfrm>
            <a:off x="7356576" y="16455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41" name="9pxt_3_build_PredictedAtoms_20">
            <a:extLst>
              <a:ext uri="{FF2B5EF4-FFF2-40B4-BE49-F238E27FC236}">
                <a16:creationId xmlns:a16="http://schemas.microsoft.com/office/drawing/2014/main" id="{0903F374-9213-47DB-AFFF-C940D864D09A}"/>
              </a:ext>
            </a:extLst>
          </p:cNvPr>
          <p:cNvSpPr>
            <a:spLocks/>
          </p:cNvSpPr>
          <p:nvPr/>
        </p:nvSpPr>
        <p:spPr>
          <a:xfrm>
            <a:off x="7348052" y="14939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42" name="9pxt_3_build_PredictedAtoms_21">
            <a:extLst>
              <a:ext uri="{FF2B5EF4-FFF2-40B4-BE49-F238E27FC236}">
                <a16:creationId xmlns:a16="http://schemas.microsoft.com/office/drawing/2014/main" id="{5BDE87D2-5151-4161-AD7D-DD42E6D3C35C}"/>
              </a:ext>
            </a:extLst>
          </p:cNvPr>
          <p:cNvSpPr>
            <a:spLocks/>
          </p:cNvSpPr>
          <p:nvPr/>
        </p:nvSpPr>
        <p:spPr>
          <a:xfrm>
            <a:off x="7236768" y="15156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43" name="9pxt_3_build_PredictedAtoms_22">
            <a:extLst>
              <a:ext uri="{FF2B5EF4-FFF2-40B4-BE49-F238E27FC236}">
                <a16:creationId xmlns:a16="http://schemas.microsoft.com/office/drawing/2014/main" id="{77B2E335-2E97-4FFB-A9BA-16197F815AF7}"/>
              </a:ext>
            </a:extLst>
          </p:cNvPr>
          <p:cNvSpPr>
            <a:spLocks/>
          </p:cNvSpPr>
          <p:nvPr/>
        </p:nvSpPr>
        <p:spPr>
          <a:xfrm>
            <a:off x="7149424" y="14824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44" name="9pxt_3_build_PredictedAtoms_23">
            <a:extLst>
              <a:ext uri="{FF2B5EF4-FFF2-40B4-BE49-F238E27FC236}">
                <a16:creationId xmlns:a16="http://schemas.microsoft.com/office/drawing/2014/main" id="{DA12A1F8-07D1-4DDF-9458-B5E021F4099D}"/>
              </a:ext>
            </a:extLst>
          </p:cNvPr>
          <p:cNvSpPr>
            <a:spLocks/>
          </p:cNvSpPr>
          <p:nvPr/>
        </p:nvSpPr>
        <p:spPr>
          <a:xfrm>
            <a:off x="7183043" y="14075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45" name="9pxt_3_build_PredictedAtoms_24">
            <a:extLst>
              <a:ext uri="{FF2B5EF4-FFF2-40B4-BE49-F238E27FC236}">
                <a16:creationId xmlns:a16="http://schemas.microsoft.com/office/drawing/2014/main" id="{1D2EEA11-FE2E-456F-9EFB-E0677A512C55}"/>
              </a:ext>
            </a:extLst>
          </p:cNvPr>
          <p:cNvSpPr>
            <a:spLocks/>
          </p:cNvSpPr>
          <p:nvPr/>
        </p:nvSpPr>
        <p:spPr>
          <a:xfrm>
            <a:off x="7100209" y="15712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46" name="9pxt_3_build_PredictedAtoms_25">
            <a:extLst>
              <a:ext uri="{FF2B5EF4-FFF2-40B4-BE49-F238E27FC236}">
                <a16:creationId xmlns:a16="http://schemas.microsoft.com/office/drawing/2014/main" id="{D994A547-9D70-4F2C-A15D-B88F23D448EF}"/>
              </a:ext>
            </a:extLst>
          </p:cNvPr>
          <p:cNvSpPr>
            <a:spLocks/>
          </p:cNvSpPr>
          <p:nvPr/>
        </p:nvSpPr>
        <p:spPr>
          <a:xfrm>
            <a:off x="7074093" y="1436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47" name="9pxt_3_build_PredictedAtoms_26">
            <a:extLst>
              <a:ext uri="{FF2B5EF4-FFF2-40B4-BE49-F238E27FC236}">
                <a16:creationId xmlns:a16="http://schemas.microsoft.com/office/drawing/2014/main" id="{2EFED58E-CDD2-4556-B632-E3FD86F2F653}"/>
              </a:ext>
            </a:extLst>
          </p:cNvPr>
          <p:cNvSpPr>
            <a:spLocks/>
          </p:cNvSpPr>
          <p:nvPr/>
        </p:nvSpPr>
        <p:spPr>
          <a:xfrm>
            <a:off x="7063379" y="13364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48" name="9pxt_3_build_PredictedAtoms_27">
            <a:extLst>
              <a:ext uri="{FF2B5EF4-FFF2-40B4-BE49-F238E27FC236}">
                <a16:creationId xmlns:a16="http://schemas.microsoft.com/office/drawing/2014/main" id="{8DE177FB-5D2B-426A-AEA6-B2876BD32176}"/>
              </a:ext>
            </a:extLst>
          </p:cNvPr>
          <p:cNvSpPr>
            <a:spLocks/>
          </p:cNvSpPr>
          <p:nvPr/>
        </p:nvSpPr>
        <p:spPr>
          <a:xfrm>
            <a:off x="7036334" y="1284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49" name="9pxt_3_build_PredictedAtoms_28">
            <a:extLst>
              <a:ext uri="{FF2B5EF4-FFF2-40B4-BE49-F238E27FC236}">
                <a16:creationId xmlns:a16="http://schemas.microsoft.com/office/drawing/2014/main" id="{79CE4EF6-E8FD-4414-87E2-38817E585923}"/>
              </a:ext>
            </a:extLst>
          </p:cNvPr>
          <p:cNvSpPr>
            <a:spLocks/>
          </p:cNvSpPr>
          <p:nvPr/>
        </p:nvSpPr>
        <p:spPr>
          <a:xfrm>
            <a:off x="6944277" y="1323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50" name="9pxt_3_build_PredictedAtoms_29">
            <a:extLst>
              <a:ext uri="{FF2B5EF4-FFF2-40B4-BE49-F238E27FC236}">
                <a16:creationId xmlns:a16="http://schemas.microsoft.com/office/drawing/2014/main" id="{7676267F-D335-419F-BC2F-176BAAE99C26}"/>
              </a:ext>
            </a:extLst>
          </p:cNvPr>
          <p:cNvSpPr>
            <a:spLocks/>
          </p:cNvSpPr>
          <p:nvPr/>
        </p:nvSpPr>
        <p:spPr>
          <a:xfrm>
            <a:off x="6882302" y="12538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51" name="9pxt_3_build_PredictedAtoms_30">
            <a:extLst>
              <a:ext uri="{FF2B5EF4-FFF2-40B4-BE49-F238E27FC236}">
                <a16:creationId xmlns:a16="http://schemas.microsoft.com/office/drawing/2014/main" id="{7BE76027-F81B-437E-BC99-F9CED4B58D5B}"/>
              </a:ext>
            </a:extLst>
          </p:cNvPr>
          <p:cNvSpPr>
            <a:spLocks/>
          </p:cNvSpPr>
          <p:nvPr/>
        </p:nvSpPr>
        <p:spPr>
          <a:xfrm>
            <a:off x="6806677" y="12753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52" name="9pxt_3_build_PredictedAtoms_31">
            <a:extLst>
              <a:ext uri="{FF2B5EF4-FFF2-40B4-BE49-F238E27FC236}">
                <a16:creationId xmlns:a16="http://schemas.microsoft.com/office/drawing/2014/main" id="{7E28B228-89B8-444D-8B33-4F889B6F16A9}"/>
              </a:ext>
            </a:extLst>
          </p:cNvPr>
          <p:cNvSpPr>
            <a:spLocks/>
          </p:cNvSpPr>
          <p:nvPr/>
        </p:nvSpPr>
        <p:spPr>
          <a:xfrm>
            <a:off x="6724292" y="12848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53" name="9pxt_3_build_PredictedAtoms_32">
            <a:extLst>
              <a:ext uri="{FF2B5EF4-FFF2-40B4-BE49-F238E27FC236}">
                <a16:creationId xmlns:a16="http://schemas.microsoft.com/office/drawing/2014/main" id="{DB4C08B9-9B7E-474E-B3C0-4DC4E4310FF5}"/>
              </a:ext>
            </a:extLst>
          </p:cNvPr>
          <p:cNvSpPr>
            <a:spLocks/>
          </p:cNvSpPr>
          <p:nvPr/>
        </p:nvSpPr>
        <p:spPr>
          <a:xfrm>
            <a:off x="6738428" y="13902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54" name="9pxt_3_build_PredictedAtoms_33">
            <a:extLst>
              <a:ext uri="{FF2B5EF4-FFF2-40B4-BE49-F238E27FC236}">
                <a16:creationId xmlns:a16="http://schemas.microsoft.com/office/drawing/2014/main" id="{599497FA-73C9-4368-BCE1-B1F637C3DB3D}"/>
              </a:ext>
            </a:extLst>
          </p:cNvPr>
          <p:cNvSpPr>
            <a:spLocks/>
          </p:cNvSpPr>
          <p:nvPr/>
        </p:nvSpPr>
        <p:spPr>
          <a:xfrm>
            <a:off x="6681969" y="1400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55" name="9pxt_3_build_PredictedAtoms_34">
            <a:extLst>
              <a:ext uri="{FF2B5EF4-FFF2-40B4-BE49-F238E27FC236}">
                <a16:creationId xmlns:a16="http://schemas.microsoft.com/office/drawing/2014/main" id="{BC0A5C13-E76A-4A4D-8D94-A8A47A7E6FC5}"/>
              </a:ext>
            </a:extLst>
          </p:cNvPr>
          <p:cNvSpPr>
            <a:spLocks/>
          </p:cNvSpPr>
          <p:nvPr/>
        </p:nvSpPr>
        <p:spPr>
          <a:xfrm>
            <a:off x="6653216" y="14865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56" name="9pxt_3_build_PredictedAtoms_35">
            <a:extLst>
              <a:ext uri="{FF2B5EF4-FFF2-40B4-BE49-F238E27FC236}">
                <a16:creationId xmlns:a16="http://schemas.microsoft.com/office/drawing/2014/main" id="{4707FF91-36FF-4597-9DDE-4986809B7B41}"/>
              </a:ext>
            </a:extLst>
          </p:cNvPr>
          <p:cNvSpPr>
            <a:spLocks/>
          </p:cNvSpPr>
          <p:nvPr/>
        </p:nvSpPr>
        <p:spPr>
          <a:xfrm>
            <a:off x="6555100" y="13677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57" name="9pxt_3_build_PredictedAtoms_36">
            <a:extLst>
              <a:ext uri="{FF2B5EF4-FFF2-40B4-BE49-F238E27FC236}">
                <a16:creationId xmlns:a16="http://schemas.microsoft.com/office/drawing/2014/main" id="{C0CB1087-E852-4FEB-BE5E-8C1CA33B12A2}"/>
              </a:ext>
            </a:extLst>
          </p:cNvPr>
          <p:cNvSpPr>
            <a:spLocks/>
          </p:cNvSpPr>
          <p:nvPr/>
        </p:nvSpPr>
        <p:spPr>
          <a:xfrm>
            <a:off x="6611648" y="11263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58" name="9pxt_3_build_PredictedAtoms_37">
            <a:extLst>
              <a:ext uri="{FF2B5EF4-FFF2-40B4-BE49-F238E27FC236}">
                <a16:creationId xmlns:a16="http://schemas.microsoft.com/office/drawing/2014/main" id="{736E6E2D-4F0D-4767-BE3B-F6E92A5C1C1D}"/>
              </a:ext>
            </a:extLst>
          </p:cNvPr>
          <p:cNvSpPr>
            <a:spLocks/>
          </p:cNvSpPr>
          <p:nvPr/>
        </p:nvSpPr>
        <p:spPr>
          <a:xfrm>
            <a:off x="6600100" y="11793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59" name="9pxt_3_build_PredictedAtoms_38">
            <a:extLst>
              <a:ext uri="{FF2B5EF4-FFF2-40B4-BE49-F238E27FC236}">
                <a16:creationId xmlns:a16="http://schemas.microsoft.com/office/drawing/2014/main" id="{5FA7A5E8-8BEA-4638-B84A-A6BC9C82BF4A}"/>
              </a:ext>
            </a:extLst>
          </p:cNvPr>
          <p:cNvSpPr>
            <a:spLocks/>
          </p:cNvSpPr>
          <p:nvPr/>
        </p:nvSpPr>
        <p:spPr>
          <a:xfrm>
            <a:off x="6716781" y="10691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60" name="9pxt_3_build_PredictedAtoms_39">
            <a:extLst>
              <a:ext uri="{FF2B5EF4-FFF2-40B4-BE49-F238E27FC236}">
                <a16:creationId xmlns:a16="http://schemas.microsoft.com/office/drawing/2014/main" id="{4705AA9F-101D-4474-A08B-269291D85EEB}"/>
              </a:ext>
            </a:extLst>
          </p:cNvPr>
          <p:cNvSpPr>
            <a:spLocks/>
          </p:cNvSpPr>
          <p:nvPr/>
        </p:nvSpPr>
        <p:spPr>
          <a:xfrm>
            <a:off x="6788195" y="1097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61" name="9pxt_3_build_PredictedAtoms_40">
            <a:extLst>
              <a:ext uri="{FF2B5EF4-FFF2-40B4-BE49-F238E27FC236}">
                <a16:creationId xmlns:a16="http://schemas.microsoft.com/office/drawing/2014/main" id="{2E529649-3360-47B8-A425-B886EB233C21}"/>
              </a:ext>
            </a:extLst>
          </p:cNvPr>
          <p:cNvSpPr>
            <a:spLocks/>
          </p:cNvSpPr>
          <p:nvPr/>
        </p:nvSpPr>
        <p:spPr>
          <a:xfrm>
            <a:off x="6872176" y="11518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62" name="9pxt_3_build_PredictedAtoms_41">
            <a:extLst>
              <a:ext uri="{FF2B5EF4-FFF2-40B4-BE49-F238E27FC236}">
                <a16:creationId xmlns:a16="http://schemas.microsoft.com/office/drawing/2014/main" id="{47FBCF3F-F1F0-418D-BF46-BDA65D3892F0}"/>
              </a:ext>
            </a:extLst>
          </p:cNvPr>
          <p:cNvSpPr>
            <a:spLocks/>
          </p:cNvSpPr>
          <p:nvPr/>
        </p:nvSpPr>
        <p:spPr>
          <a:xfrm>
            <a:off x="6956004" y="11227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63" name="9pxt_3_build_PredictedAtoms_42">
            <a:extLst>
              <a:ext uri="{FF2B5EF4-FFF2-40B4-BE49-F238E27FC236}">
                <a16:creationId xmlns:a16="http://schemas.microsoft.com/office/drawing/2014/main" id="{E6051DEB-2A3B-43D9-AA38-744283A42FB7}"/>
              </a:ext>
            </a:extLst>
          </p:cNvPr>
          <p:cNvSpPr>
            <a:spLocks/>
          </p:cNvSpPr>
          <p:nvPr/>
        </p:nvSpPr>
        <p:spPr>
          <a:xfrm>
            <a:off x="6940463" y="10145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64" name="9pxt_3_build_PredictedAtoms_43">
            <a:extLst>
              <a:ext uri="{FF2B5EF4-FFF2-40B4-BE49-F238E27FC236}">
                <a16:creationId xmlns:a16="http://schemas.microsoft.com/office/drawing/2014/main" id="{DC190799-3ADB-4702-B00E-6E2047826AA5}"/>
              </a:ext>
            </a:extLst>
          </p:cNvPr>
          <p:cNvSpPr>
            <a:spLocks/>
          </p:cNvSpPr>
          <p:nvPr/>
        </p:nvSpPr>
        <p:spPr>
          <a:xfrm>
            <a:off x="7033237" y="1182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65" name="9pxt_3_build_PredictedAtoms_44">
            <a:extLst>
              <a:ext uri="{FF2B5EF4-FFF2-40B4-BE49-F238E27FC236}">
                <a16:creationId xmlns:a16="http://schemas.microsoft.com/office/drawing/2014/main" id="{FDD36222-C07A-46DE-B386-4B62E2C9ADAA}"/>
              </a:ext>
            </a:extLst>
          </p:cNvPr>
          <p:cNvSpPr>
            <a:spLocks/>
          </p:cNvSpPr>
          <p:nvPr/>
        </p:nvSpPr>
        <p:spPr>
          <a:xfrm>
            <a:off x="7129224" y="11562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66" name="9pxt_3_build_PredictedAtoms_45">
            <a:extLst>
              <a:ext uri="{FF2B5EF4-FFF2-40B4-BE49-F238E27FC236}">
                <a16:creationId xmlns:a16="http://schemas.microsoft.com/office/drawing/2014/main" id="{A2411C80-3299-454C-BB51-7F01CC56F912}"/>
              </a:ext>
            </a:extLst>
          </p:cNvPr>
          <p:cNvSpPr>
            <a:spLocks/>
          </p:cNvSpPr>
          <p:nvPr/>
        </p:nvSpPr>
        <p:spPr>
          <a:xfrm>
            <a:off x="7526288" y="13091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67" name="9pxt_3_build_PredictedAtoms_46">
            <a:extLst>
              <a:ext uri="{FF2B5EF4-FFF2-40B4-BE49-F238E27FC236}">
                <a16:creationId xmlns:a16="http://schemas.microsoft.com/office/drawing/2014/main" id="{D4798FF1-0320-4FD5-AEA8-A6E2AC7EF9BC}"/>
              </a:ext>
            </a:extLst>
          </p:cNvPr>
          <p:cNvSpPr>
            <a:spLocks/>
          </p:cNvSpPr>
          <p:nvPr/>
        </p:nvSpPr>
        <p:spPr>
          <a:xfrm>
            <a:off x="7547020" y="13479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468" name="9pxt_3_build_Clashes_0">
            <a:extLst>
              <a:ext uri="{FF2B5EF4-FFF2-40B4-BE49-F238E27FC236}">
                <a16:creationId xmlns:a16="http://schemas.microsoft.com/office/drawing/2014/main" id="{3446B625-83B7-44FF-B016-94B3FA59C38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65" y="362811"/>
                </a:moveTo>
                <a:lnTo>
                  <a:pt x="1573084" y="37800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69" name="9pxt_3_build_Clashes_1">
            <a:extLst>
              <a:ext uri="{FF2B5EF4-FFF2-40B4-BE49-F238E27FC236}">
                <a16:creationId xmlns:a16="http://schemas.microsoft.com/office/drawing/2014/main" id="{D6F9EE58-BEF0-4F1C-AF4A-44FAFF1F60C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882" y="413465"/>
                </a:moveTo>
                <a:lnTo>
                  <a:pt x="1425940" y="3631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70" name="9pxt_3_build_Clashes_2">
            <a:extLst>
              <a:ext uri="{FF2B5EF4-FFF2-40B4-BE49-F238E27FC236}">
                <a16:creationId xmlns:a16="http://schemas.microsoft.com/office/drawing/2014/main" id="{D04EBC32-29C3-4693-BFD9-331E4987B38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882" y="413465"/>
                </a:moveTo>
                <a:lnTo>
                  <a:pt x="1360424" y="5766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71" name="9pxt_3_build_Clashes_3">
            <a:extLst>
              <a:ext uri="{FF2B5EF4-FFF2-40B4-BE49-F238E27FC236}">
                <a16:creationId xmlns:a16="http://schemas.microsoft.com/office/drawing/2014/main" id="{D7FA4F73-91A7-4FB2-A40A-0BEBC4AAFFE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7967" y="149756"/>
                </a:moveTo>
                <a:lnTo>
                  <a:pt x="1028573" y="215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72" name="9pxt_3_build_Clashes_4">
            <a:extLst>
              <a:ext uri="{FF2B5EF4-FFF2-40B4-BE49-F238E27FC236}">
                <a16:creationId xmlns:a16="http://schemas.microsoft.com/office/drawing/2014/main" id="{E3F1CADC-3CC6-4F0B-B5B8-8287BE4EDBD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041" y="70593"/>
                </a:moveTo>
                <a:lnTo>
                  <a:pt x="1161169" y="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73" name="9pxt_3_build_Clashes_5">
            <a:extLst>
              <a:ext uri="{FF2B5EF4-FFF2-40B4-BE49-F238E27FC236}">
                <a16:creationId xmlns:a16="http://schemas.microsoft.com/office/drawing/2014/main" id="{D537FCE9-849A-4A3F-A2F6-3372C49CB9CB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041" y="70593"/>
                </a:moveTo>
                <a:lnTo>
                  <a:pt x="1207381" y="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74" name="9pxt_3_build_Clashes_6">
            <a:extLst>
              <a:ext uri="{FF2B5EF4-FFF2-40B4-BE49-F238E27FC236}">
                <a16:creationId xmlns:a16="http://schemas.microsoft.com/office/drawing/2014/main" id="{E2D4BBFA-1D4D-4120-83D1-A082C27150F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357" y="67416"/>
                </a:moveTo>
                <a:lnTo>
                  <a:pt x="1170724" y="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75" name="9pxt_3_build_Clashes_7">
            <a:extLst>
              <a:ext uri="{FF2B5EF4-FFF2-40B4-BE49-F238E27FC236}">
                <a16:creationId xmlns:a16="http://schemas.microsoft.com/office/drawing/2014/main" id="{C5AD8A06-AEC7-4FF9-8567-D8B08D881927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357" y="67416"/>
                </a:moveTo>
                <a:lnTo>
                  <a:pt x="1212248" y="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76" name="9pxt_3_build_Clashes_8">
            <a:extLst>
              <a:ext uri="{FF2B5EF4-FFF2-40B4-BE49-F238E27FC236}">
                <a16:creationId xmlns:a16="http://schemas.microsoft.com/office/drawing/2014/main" id="{AF890FDB-A429-409B-ABBD-1E1A771CAB4B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4567" y="324942"/>
                </a:moveTo>
                <a:lnTo>
                  <a:pt x="1614598" y="3980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77" name="9pxt_3_build_Clashes_9">
            <a:extLst>
              <a:ext uri="{FF2B5EF4-FFF2-40B4-BE49-F238E27FC236}">
                <a16:creationId xmlns:a16="http://schemas.microsoft.com/office/drawing/2014/main" id="{2DA0A8E2-EA2C-45A1-8EAA-990A2D19090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4567" y="324942"/>
                </a:moveTo>
                <a:lnTo>
                  <a:pt x="1634785" y="38746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78" name="9pxt_3_build_Clashes_10">
            <a:extLst>
              <a:ext uri="{FF2B5EF4-FFF2-40B4-BE49-F238E27FC236}">
                <a16:creationId xmlns:a16="http://schemas.microsoft.com/office/drawing/2014/main" id="{9F31E840-66CC-4FD0-AE9F-9E31168E44F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766" y="543998"/>
                </a:moveTo>
                <a:lnTo>
                  <a:pt x="1296488" y="64192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79" name="9pxt_3_build_Clashes_11">
            <a:extLst>
              <a:ext uri="{FF2B5EF4-FFF2-40B4-BE49-F238E27FC236}">
                <a16:creationId xmlns:a16="http://schemas.microsoft.com/office/drawing/2014/main" id="{CEACE90D-6538-4B6C-901B-06C5E69A293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766" y="543998"/>
                </a:moveTo>
                <a:lnTo>
                  <a:pt x="1200654" y="64484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80" name="9pxt_3_build_Clashes_12">
            <a:extLst>
              <a:ext uri="{FF2B5EF4-FFF2-40B4-BE49-F238E27FC236}">
                <a16:creationId xmlns:a16="http://schemas.microsoft.com/office/drawing/2014/main" id="{64C80785-C8BB-41E5-9985-FC87068F701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766" y="543998"/>
                </a:moveTo>
                <a:lnTo>
                  <a:pt x="1360424" y="5766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81" name="9pxt_3_build_Clashes_13">
            <a:extLst>
              <a:ext uri="{FF2B5EF4-FFF2-40B4-BE49-F238E27FC236}">
                <a16:creationId xmlns:a16="http://schemas.microsoft.com/office/drawing/2014/main" id="{26D94092-332D-449D-8CB2-F3BCCBFAF5E7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361" y="576711"/>
                </a:moveTo>
                <a:lnTo>
                  <a:pt x="1296488" y="64192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82" name="9pxt_3_build_Clashes_14">
            <a:extLst>
              <a:ext uri="{FF2B5EF4-FFF2-40B4-BE49-F238E27FC236}">
                <a16:creationId xmlns:a16="http://schemas.microsoft.com/office/drawing/2014/main" id="{7B4A0F3C-0029-46DA-9F0C-135E4A3E2A9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361" y="576711"/>
                </a:moveTo>
                <a:lnTo>
                  <a:pt x="1200654" y="64484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83" name="9pxt_3_build_Clashes_15">
            <a:extLst>
              <a:ext uri="{FF2B5EF4-FFF2-40B4-BE49-F238E27FC236}">
                <a16:creationId xmlns:a16="http://schemas.microsoft.com/office/drawing/2014/main" id="{C6153AB8-5F95-44A0-B52E-EEDF90255387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361" y="576711"/>
                </a:moveTo>
                <a:lnTo>
                  <a:pt x="1360424" y="5766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84" name="9pxt_3_build_Clashes_16">
            <a:extLst>
              <a:ext uri="{FF2B5EF4-FFF2-40B4-BE49-F238E27FC236}">
                <a16:creationId xmlns:a16="http://schemas.microsoft.com/office/drawing/2014/main" id="{9B2004A2-029F-4F6B-97DE-C67A7360882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9248" y="692108"/>
                </a:moveTo>
                <a:lnTo>
                  <a:pt x="1296488" y="64192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85" name="9pxt_3_build_Clashes_17">
            <a:extLst>
              <a:ext uri="{FF2B5EF4-FFF2-40B4-BE49-F238E27FC236}">
                <a16:creationId xmlns:a16="http://schemas.microsoft.com/office/drawing/2014/main" id="{C06A426C-FAD4-4A9D-8A7D-752A890E2D8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9248" y="692108"/>
                </a:moveTo>
                <a:lnTo>
                  <a:pt x="1200654" y="64484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86" name="9pxt_3_build_Clashes_18">
            <a:extLst>
              <a:ext uri="{FF2B5EF4-FFF2-40B4-BE49-F238E27FC236}">
                <a16:creationId xmlns:a16="http://schemas.microsoft.com/office/drawing/2014/main" id="{0A97517F-2E3D-4F6B-BA7A-58F5F3B4EAB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2045" y="719613"/>
                </a:moveTo>
                <a:lnTo>
                  <a:pt x="1205618" y="66219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87" name="9pxt_3_build_Clashes_19">
            <a:extLst>
              <a:ext uri="{FF2B5EF4-FFF2-40B4-BE49-F238E27FC236}">
                <a16:creationId xmlns:a16="http://schemas.microsoft.com/office/drawing/2014/main" id="{0E51A488-A173-456B-BF29-4B3219448E36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0760" y="741294"/>
                </a:moveTo>
                <a:lnTo>
                  <a:pt x="983565" y="69946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88" name="9pxt_3_build_Clashes_20">
            <a:extLst>
              <a:ext uri="{FF2B5EF4-FFF2-40B4-BE49-F238E27FC236}">
                <a16:creationId xmlns:a16="http://schemas.microsoft.com/office/drawing/2014/main" id="{1B86BAA2-A9B4-458B-B1FF-97F6C67757EF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417" y="708040"/>
                </a:moveTo>
                <a:lnTo>
                  <a:pt x="894762" y="71475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89" name="9pxt_3_build_Clashes_21">
            <a:extLst>
              <a:ext uri="{FF2B5EF4-FFF2-40B4-BE49-F238E27FC236}">
                <a16:creationId xmlns:a16="http://schemas.microsoft.com/office/drawing/2014/main" id="{F0EB980A-DE8C-4F0D-AD8B-CC3925D441F8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417" y="708040"/>
                </a:moveTo>
                <a:lnTo>
                  <a:pt x="983565" y="69946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90" name="9pxt_3_build_Clashes_22">
            <a:extLst>
              <a:ext uri="{FF2B5EF4-FFF2-40B4-BE49-F238E27FC236}">
                <a16:creationId xmlns:a16="http://schemas.microsoft.com/office/drawing/2014/main" id="{C2FCAB47-5E92-47DE-AC57-4D18DD28970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202" y="796820"/>
                </a:moveTo>
                <a:lnTo>
                  <a:pt x="894762" y="71475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91" name="9pxt_3_build_Clashes_23">
            <a:extLst>
              <a:ext uri="{FF2B5EF4-FFF2-40B4-BE49-F238E27FC236}">
                <a16:creationId xmlns:a16="http://schemas.microsoft.com/office/drawing/2014/main" id="{86C0FFAD-8665-47A5-9DE0-67D942199AD6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8085" y="662448"/>
                </a:moveTo>
                <a:lnTo>
                  <a:pt x="821806" y="7009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92" name="9pxt_3_build_Clashes_24">
            <a:extLst>
              <a:ext uri="{FF2B5EF4-FFF2-40B4-BE49-F238E27FC236}">
                <a16:creationId xmlns:a16="http://schemas.microsoft.com/office/drawing/2014/main" id="{AA5C5CEE-FD00-48C4-B498-685FC08A58C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8085" y="662448"/>
                </a:moveTo>
                <a:lnTo>
                  <a:pt x="894762" y="71475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93" name="9pxt_3_build_Clashes_25">
            <a:extLst>
              <a:ext uri="{FF2B5EF4-FFF2-40B4-BE49-F238E27FC236}">
                <a16:creationId xmlns:a16="http://schemas.microsoft.com/office/drawing/2014/main" id="{3109D7BA-942E-4C42-9B66-DD0CB498F9C2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8085" y="662448"/>
                </a:moveTo>
                <a:lnTo>
                  <a:pt x="983565" y="69946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94" name="9pxt_3_build_Clashes_26">
            <a:extLst>
              <a:ext uri="{FF2B5EF4-FFF2-40B4-BE49-F238E27FC236}">
                <a16:creationId xmlns:a16="http://schemas.microsoft.com/office/drawing/2014/main" id="{8EC1F378-BD9A-4297-A687-2EA18984E409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371" y="562043"/>
                </a:moveTo>
                <a:lnTo>
                  <a:pt x="894762" y="71475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95" name="9pxt_3_build_Clashes_27">
            <a:extLst>
              <a:ext uri="{FF2B5EF4-FFF2-40B4-BE49-F238E27FC236}">
                <a16:creationId xmlns:a16="http://schemas.microsoft.com/office/drawing/2014/main" id="{40A1AC6B-051D-433F-9872-A6DB0E8A485E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371" y="562043"/>
                </a:moveTo>
                <a:lnTo>
                  <a:pt x="983565" y="69946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96" name="9pxt_3_build_Clashes_28">
            <a:extLst>
              <a:ext uri="{FF2B5EF4-FFF2-40B4-BE49-F238E27FC236}">
                <a16:creationId xmlns:a16="http://schemas.microsoft.com/office/drawing/2014/main" id="{AC935B99-353D-4AD4-AF2D-3E6DBFA73D8E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8269" y="549183"/>
                </a:moveTo>
                <a:lnTo>
                  <a:pt x="864987" y="6762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97" name="9pxt_3_build_Clashes_29">
            <a:extLst>
              <a:ext uri="{FF2B5EF4-FFF2-40B4-BE49-F238E27FC236}">
                <a16:creationId xmlns:a16="http://schemas.microsoft.com/office/drawing/2014/main" id="{CCCC0A96-881E-47C8-B635-7AF2935A1FEA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8269" y="549183"/>
                </a:moveTo>
                <a:lnTo>
                  <a:pt x="821806" y="7009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98" name="9pxt_3_build_Clashes_30">
            <a:extLst>
              <a:ext uri="{FF2B5EF4-FFF2-40B4-BE49-F238E27FC236}">
                <a16:creationId xmlns:a16="http://schemas.microsoft.com/office/drawing/2014/main" id="{4245C3DB-5C49-4F5A-BCB2-DD2F9C93BAD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5641" y="351942"/>
                </a:moveTo>
                <a:lnTo>
                  <a:pt x="468032" y="18558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499" name="9pxt_3_build_Clashes_31">
            <a:extLst>
              <a:ext uri="{FF2B5EF4-FFF2-40B4-BE49-F238E27FC236}">
                <a16:creationId xmlns:a16="http://schemas.microsoft.com/office/drawing/2014/main" id="{AFE6F0C5-EA53-4538-A395-5963737DA58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773" y="294797"/>
                </a:moveTo>
                <a:lnTo>
                  <a:pt x="454864" y="191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500" name="9pxt_3_build_Clashes_32">
            <a:extLst>
              <a:ext uri="{FF2B5EF4-FFF2-40B4-BE49-F238E27FC236}">
                <a16:creationId xmlns:a16="http://schemas.microsoft.com/office/drawing/2014/main" id="{AC211845-21D4-46C8-9A13-8E8725DE4B55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56" y="240125"/>
                </a:moveTo>
                <a:lnTo>
                  <a:pt x="817922" y="10010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501" name="9pxt_3_build_Clashes_33">
            <a:extLst>
              <a:ext uri="{FF2B5EF4-FFF2-40B4-BE49-F238E27FC236}">
                <a16:creationId xmlns:a16="http://schemas.microsoft.com/office/drawing/2014/main" id="{DF0C147B-8616-486A-B06C-6A18CC23A470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56" y="240125"/>
                </a:moveTo>
                <a:lnTo>
                  <a:pt x="803493" y="16634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502" name="9pxt_3_build_Clashes_34">
            <a:extLst>
              <a:ext uri="{FF2B5EF4-FFF2-40B4-BE49-F238E27FC236}">
                <a16:creationId xmlns:a16="http://schemas.microsoft.com/office/drawing/2014/main" id="{8CDC9BA5-ECA3-4CDA-82F0-0DE8E210ED16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0281" y="534801"/>
                </a:moveTo>
                <a:lnTo>
                  <a:pt x="1296488" y="64192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503" name="9pxt_3_build_Clashes_35">
            <a:extLst>
              <a:ext uri="{FF2B5EF4-FFF2-40B4-BE49-F238E27FC236}">
                <a16:creationId xmlns:a16="http://schemas.microsoft.com/office/drawing/2014/main" id="{71D5CDF0-9261-46D4-AC48-7CB8D4C080BB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0281" y="534801"/>
                </a:moveTo>
                <a:lnTo>
                  <a:pt x="1360424" y="5766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504" name="9pxt_3_build_Clashes_36">
            <a:extLst>
              <a:ext uri="{FF2B5EF4-FFF2-40B4-BE49-F238E27FC236}">
                <a16:creationId xmlns:a16="http://schemas.microsoft.com/office/drawing/2014/main" id="{BF79C61E-7E6C-43AF-8BBE-A322F6C92CFD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012" y="573572"/>
                </a:moveTo>
                <a:lnTo>
                  <a:pt x="1330450" y="70289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505" name="9pxt_3_build_Clashes_37">
            <a:extLst>
              <a:ext uri="{FF2B5EF4-FFF2-40B4-BE49-F238E27FC236}">
                <a16:creationId xmlns:a16="http://schemas.microsoft.com/office/drawing/2014/main" id="{6672CE8C-00A9-4E15-9256-9D7FE6F7D62E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012" y="573572"/>
                </a:moveTo>
                <a:lnTo>
                  <a:pt x="1296488" y="64192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506" name="9pxt_3_build_Clashes_38">
            <a:extLst>
              <a:ext uri="{FF2B5EF4-FFF2-40B4-BE49-F238E27FC236}">
                <a16:creationId xmlns:a16="http://schemas.microsoft.com/office/drawing/2014/main" id="{AF46EF9A-4925-4B96-9991-A401E0A001F1}"/>
              </a:ext>
            </a:extLst>
          </p:cNvPr>
          <p:cNvSpPr>
            <a:spLocks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012" y="573572"/>
                </a:moveTo>
                <a:lnTo>
                  <a:pt x="1360424" y="5766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507" name="9pxt_3_build_ClashingReceptorAtoms_0">
            <a:extLst>
              <a:ext uri="{FF2B5EF4-FFF2-40B4-BE49-F238E27FC236}">
                <a16:creationId xmlns:a16="http://schemas.microsoft.com/office/drawing/2014/main" id="{3250CCFA-94BC-4A75-A0B3-3F949A64E2C9}"/>
              </a:ext>
            </a:extLst>
          </p:cNvPr>
          <p:cNvSpPr>
            <a:spLocks/>
          </p:cNvSpPr>
          <p:nvPr/>
        </p:nvSpPr>
        <p:spPr>
          <a:xfrm>
            <a:off x="7354005" y="142895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08" name="9pxt_3_build_ClashingReceptorAtoms_1">
            <a:extLst>
              <a:ext uri="{FF2B5EF4-FFF2-40B4-BE49-F238E27FC236}">
                <a16:creationId xmlns:a16="http://schemas.microsoft.com/office/drawing/2014/main" id="{5A75BA21-AF43-4046-8546-015A356265C6}"/>
              </a:ext>
            </a:extLst>
          </p:cNvPr>
          <p:cNvSpPr>
            <a:spLocks/>
          </p:cNvSpPr>
          <p:nvPr/>
        </p:nvSpPr>
        <p:spPr>
          <a:xfrm>
            <a:off x="7721471" y="114476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09" name="9pxt_3_build_ClashingReceptorAtoms_2">
            <a:extLst>
              <a:ext uri="{FF2B5EF4-FFF2-40B4-BE49-F238E27FC236}">
                <a16:creationId xmlns:a16="http://schemas.microsoft.com/office/drawing/2014/main" id="{105BB250-B27A-4753-8DD4-571E2285FD4E}"/>
              </a:ext>
            </a:extLst>
          </p:cNvPr>
          <p:cNvSpPr>
            <a:spLocks/>
          </p:cNvSpPr>
          <p:nvPr/>
        </p:nvSpPr>
        <p:spPr>
          <a:xfrm>
            <a:off x="7574327" y="11298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10" name="9pxt_3_build_ClashingReceptorAtoms_3">
            <a:extLst>
              <a:ext uri="{FF2B5EF4-FFF2-40B4-BE49-F238E27FC236}">
                <a16:creationId xmlns:a16="http://schemas.microsoft.com/office/drawing/2014/main" id="{D7E0C7A0-F9BE-4FBF-B245-34D87C4B2DFB}"/>
              </a:ext>
            </a:extLst>
          </p:cNvPr>
          <p:cNvSpPr>
            <a:spLocks/>
          </p:cNvSpPr>
          <p:nvPr/>
        </p:nvSpPr>
        <p:spPr>
          <a:xfrm>
            <a:off x="6603251" y="9585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11" name="9pxt_3_build_ClashingReceptorAtoms_4">
            <a:extLst>
              <a:ext uri="{FF2B5EF4-FFF2-40B4-BE49-F238E27FC236}">
                <a16:creationId xmlns:a16="http://schemas.microsoft.com/office/drawing/2014/main" id="{E9AA3A84-9439-43E2-B66D-748818F67E82}"/>
              </a:ext>
            </a:extLst>
          </p:cNvPr>
          <p:cNvSpPr>
            <a:spLocks/>
          </p:cNvSpPr>
          <p:nvPr/>
        </p:nvSpPr>
        <p:spPr>
          <a:xfrm>
            <a:off x="6616420" y="95235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12" name="9pxt_3_build_ClashingReceptorAtoms_6">
            <a:extLst>
              <a:ext uri="{FF2B5EF4-FFF2-40B4-BE49-F238E27FC236}">
                <a16:creationId xmlns:a16="http://schemas.microsoft.com/office/drawing/2014/main" id="{3A8B8FE1-28E0-490C-B0FB-FB6CCDC82C4F}"/>
              </a:ext>
            </a:extLst>
          </p:cNvPr>
          <p:cNvSpPr>
            <a:spLocks/>
          </p:cNvSpPr>
          <p:nvPr/>
        </p:nvSpPr>
        <p:spPr>
          <a:xfrm>
            <a:off x="6966310" y="86686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13" name="9pxt_3_build_ClashingReceptorAtoms_7">
            <a:extLst>
              <a:ext uri="{FF2B5EF4-FFF2-40B4-BE49-F238E27FC236}">
                <a16:creationId xmlns:a16="http://schemas.microsoft.com/office/drawing/2014/main" id="{CEB48EB2-EB60-4E48-BDCF-2BB286021FBF}"/>
              </a:ext>
            </a:extLst>
          </p:cNvPr>
          <p:cNvSpPr>
            <a:spLocks/>
          </p:cNvSpPr>
          <p:nvPr/>
        </p:nvSpPr>
        <p:spPr>
          <a:xfrm>
            <a:off x="6951880" y="93310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14" name="9pxt_3_build_ClashingReceptorAtoms_8">
            <a:extLst>
              <a:ext uri="{FF2B5EF4-FFF2-40B4-BE49-F238E27FC236}">
                <a16:creationId xmlns:a16="http://schemas.microsoft.com/office/drawing/2014/main" id="{0D9D42F1-13AA-406C-82DB-01893D2C5B8B}"/>
              </a:ext>
            </a:extLst>
          </p:cNvPr>
          <p:cNvSpPr>
            <a:spLocks/>
          </p:cNvSpPr>
          <p:nvPr/>
        </p:nvSpPr>
        <p:spPr>
          <a:xfrm>
            <a:off x="7762986" y="116478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15" name="9pxt_3_build_ClashingReceptorAtoms_9">
            <a:extLst>
              <a:ext uri="{FF2B5EF4-FFF2-40B4-BE49-F238E27FC236}">
                <a16:creationId xmlns:a16="http://schemas.microsoft.com/office/drawing/2014/main" id="{EF87B9FD-F860-4939-B74D-F7EAEC6AEF4C}"/>
              </a:ext>
            </a:extLst>
          </p:cNvPr>
          <p:cNvSpPr>
            <a:spLocks/>
          </p:cNvSpPr>
          <p:nvPr/>
        </p:nvSpPr>
        <p:spPr>
          <a:xfrm>
            <a:off x="7783173" y="115422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16" name="9pxt_3_build_ClashingReceptorAtoms_10">
            <a:extLst>
              <a:ext uri="{FF2B5EF4-FFF2-40B4-BE49-F238E27FC236}">
                <a16:creationId xmlns:a16="http://schemas.microsoft.com/office/drawing/2014/main" id="{6614F9FB-4692-460D-98DD-8EDBAA373628}"/>
              </a:ext>
            </a:extLst>
          </p:cNvPr>
          <p:cNvSpPr>
            <a:spLocks/>
          </p:cNvSpPr>
          <p:nvPr/>
        </p:nvSpPr>
        <p:spPr>
          <a:xfrm>
            <a:off x="7478838" y="146965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17" name="9pxt_3_build_ClashingReceptorAtoms_11">
            <a:extLst>
              <a:ext uri="{FF2B5EF4-FFF2-40B4-BE49-F238E27FC236}">
                <a16:creationId xmlns:a16="http://schemas.microsoft.com/office/drawing/2014/main" id="{A7CE872F-89C1-4D91-9F4F-674209596B1D}"/>
              </a:ext>
            </a:extLst>
          </p:cNvPr>
          <p:cNvSpPr>
            <a:spLocks/>
          </p:cNvSpPr>
          <p:nvPr/>
        </p:nvSpPr>
        <p:spPr>
          <a:xfrm>
            <a:off x="7444876" y="140868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18" name="9pxt_3_build_ClashingReceptorAtoms_12">
            <a:extLst>
              <a:ext uri="{FF2B5EF4-FFF2-40B4-BE49-F238E27FC236}">
                <a16:creationId xmlns:a16="http://schemas.microsoft.com/office/drawing/2014/main" id="{B0248B59-7D9E-4F24-915F-2C08D2F0D6BC}"/>
              </a:ext>
            </a:extLst>
          </p:cNvPr>
          <p:cNvSpPr>
            <a:spLocks/>
          </p:cNvSpPr>
          <p:nvPr/>
        </p:nvSpPr>
        <p:spPr>
          <a:xfrm>
            <a:off x="7349041" y="141160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19" name="9pxt_3_build_ClashingReceptorAtoms_13">
            <a:extLst>
              <a:ext uri="{FF2B5EF4-FFF2-40B4-BE49-F238E27FC236}">
                <a16:creationId xmlns:a16="http://schemas.microsoft.com/office/drawing/2014/main" id="{AFD3E29B-A6A5-4768-A242-8A7B1245A4D8}"/>
              </a:ext>
            </a:extLst>
          </p:cNvPr>
          <p:cNvSpPr>
            <a:spLocks/>
          </p:cNvSpPr>
          <p:nvPr/>
        </p:nvSpPr>
        <p:spPr>
          <a:xfrm>
            <a:off x="7508812" y="134338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20" name="9pxt_3_build_ClashingReceptorAtoms_14">
            <a:extLst>
              <a:ext uri="{FF2B5EF4-FFF2-40B4-BE49-F238E27FC236}">
                <a16:creationId xmlns:a16="http://schemas.microsoft.com/office/drawing/2014/main" id="{ED5AA919-71DC-48EF-8817-9638369245F0}"/>
              </a:ext>
            </a:extLst>
          </p:cNvPr>
          <p:cNvSpPr>
            <a:spLocks/>
          </p:cNvSpPr>
          <p:nvPr/>
        </p:nvSpPr>
        <p:spPr>
          <a:xfrm>
            <a:off x="7013374" y="14430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21" name="9pxt_3_build_ClashingReceptorAtoms_15">
            <a:extLst>
              <a:ext uri="{FF2B5EF4-FFF2-40B4-BE49-F238E27FC236}">
                <a16:creationId xmlns:a16="http://schemas.microsoft.com/office/drawing/2014/main" id="{B47EF5FE-586E-4B92-8F87-724F9B214BBC}"/>
              </a:ext>
            </a:extLst>
          </p:cNvPr>
          <p:cNvSpPr>
            <a:spLocks/>
          </p:cNvSpPr>
          <p:nvPr/>
        </p:nvSpPr>
        <p:spPr>
          <a:xfrm>
            <a:off x="6970193" y="146768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22" name="9pxt_3_build_ClashingReceptorAtoms_16">
            <a:extLst>
              <a:ext uri="{FF2B5EF4-FFF2-40B4-BE49-F238E27FC236}">
                <a16:creationId xmlns:a16="http://schemas.microsoft.com/office/drawing/2014/main" id="{059D0EF8-2899-45E4-944A-97840737F680}"/>
              </a:ext>
            </a:extLst>
          </p:cNvPr>
          <p:cNvSpPr>
            <a:spLocks/>
          </p:cNvSpPr>
          <p:nvPr/>
        </p:nvSpPr>
        <p:spPr>
          <a:xfrm>
            <a:off x="7043149" y="148151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23" name="9pxt_3_build_ClashingReceptorAtoms_17">
            <a:extLst>
              <a:ext uri="{FF2B5EF4-FFF2-40B4-BE49-F238E27FC236}">
                <a16:creationId xmlns:a16="http://schemas.microsoft.com/office/drawing/2014/main" id="{7AFE0D3A-BA3C-4DEA-9E7D-E0B854AE6352}"/>
              </a:ext>
            </a:extLst>
          </p:cNvPr>
          <p:cNvSpPr>
            <a:spLocks/>
          </p:cNvSpPr>
          <p:nvPr/>
        </p:nvSpPr>
        <p:spPr>
          <a:xfrm>
            <a:off x="7131953" y="146623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24" name="stage3-cases-clash_11">
            <a:extLst>
              <a:ext uri="{FF2B5EF4-FFF2-40B4-BE49-F238E27FC236}">
                <a16:creationId xmlns:a16="http://schemas.microsoft.com/office/drawing/2014/main" id="{C13EEED2-3E98-4421-8AC1-853E43F04904}"/>
              </a:ext>
            </a:extLst>
          </p:cNvPr>
          <p:cNvSpPr>
            <a:spLocks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10.89 Å   D 51%   Clash 39</a:t>
            </a:r>
          </a:p>
        </p:txBody>
      </p:sp>
      <p:sp>
        <p:nvSpPr>
          <p:cNvPr id="525" name="stage3-cases-clash_12">
            <a:extLst>
              <a:ext uri="{FF2B5EF4-FFF2-40B4-BE49-F238E27FC236}">
                <a16:creationId xmlns:a16="http://schemas.microsoft.com/office/drawing/2014/main" id="{8F6DAA20-F84D-4590-9C04-675ED27B6495}"/>
              </a:ext>
            </a:extLst>
          </p:cNvPr>
          <p:cNvSpPr>
            <a:spLocks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526" name="stage3-cases-clash_13">
            <a:extLst>
              <a:ext uri="{FF2B5EF4-FFF2-40B4-BE49-F238E27FC236}">
                <a16:creationId xmlns:a16="http://schemas.microsoft.com/office/drawing/2014/main" id="{DA3C13CA-F6F3-4CD4-B694-652E5A343AA8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31866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527" name="stage3-cases-clash_14">
            <a:extLst>
              <a:ext uri="{FF2B5EF4-FFF2-40B4-BE49-F238E27FC236}">
                <a16:creationId xmlns:a16="http://schemas.microsoft.com/office/drawing/2014/main" id="{9F4AE7EF-8B80-4BAD-B2D8-AAAE9546EF1B}"/>
              </a:ext>
            </a:extLst>
          </p:cNvPr>
          <p:cNvSpPr>
            <a:spLocks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28" name="9wup_2_official_Receptor">
            <a:extLst>
              <a:ext uri="{FF2B5EF4-FFF2-40B4-BE49-F238E27FC236}">
                <a16:creationId xmlns:a16="http://schemas.microsoft.com/office/drawing/2014/main" id="{A9F4440B-9056-49FF-9363-09CDAED7148E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7789" y="1302621"/>
                </a:moveTo>
                <a:lnTo>
                  <a:pt x="775173" y="1269229"/>
                </a:lnTo>
                <a:moveTo>
                  <a:pt x="916286" y="321051"/>
                </a:moveTo>
                <a:lnTo>
                  <a:pt x="976106" y="328934"/>
                </a:lnTo>
                <a:moveTo>
                  <a:pt x="741597" y="377506"/>
                </a:moveTo>
                <a:lnTo>
                  <a:pt x="808937" y="390404"/>
                </a:lnTo>
                <a:moveTo>
                  <a:pt x="775173" y="1269229"/>
                </a:moveTo>
                <a:lnTo>
                  <a:pt x="673843" y="1194956"/>
                </a:lnTo>
                <a:moveTo>
                  <a:pt x="673843" y="1194956"/>
                </a:moveTo>
                <a:lnTo>
                  <a:pt x="600396" y="1181351"/>
                </a:lnTo>
                <a:moveTo>
                  <a:pt x="808937" y="390404"/>
                </a:moveTo>
                <a:lnTo>
                  <a:pt x="916286" y="321051"/>
                </a:lnTo>
                <a:moveTo>
                  <a:pt x="808937" y="390404"/>
                </a:moveTo>
                <a:lnTo>
                  <a:pt x="838404" y="514459"/>
                </a:lnTo>
                <a:moveTo>
                  <a:pt x="775173" y="1269229"/>
                </a:moveTo>
                <a:lnTo>
                  <a:pt x="853456" y="1208274"/>
                </a:lnTo>
                <a:moveTo>
                  <a:pt x="2184807" y="622988"/>
                </a:moveTo>
                <a:lnTo>
                  <a:pt x="2073499" y="601301"/>
                </a:lnTo>
                <a:moveTo>
                  <a:pt x="2073499" y="601301"/>
                </a:moveTo>
                <a:lnTo>
                  <a:pt x="2028809" y="499648"/>
                </a:lnTo>
                <a:moveTo>
                  <a:pt x="2250541" y="715980"/>
                </a:moveTo>
                <a:lnTo>
                  <a:pt x="2184807" y="622988"/>
                </a:lnTo>
                <a:moveTo>
                  <a:pt x="838404" y="514459"/>
                </a:moveTo>
                <a:lnTo>
                  <a:pt x="738061" y="587745"/>
                </a:lnTo>
                <a:moveTo>
                  <a:pt x="2355231" y="698251"/>
                </a:moveTo>
                <a:lnTo>
                  <a:pt x="2250541" y="715980"/>
                </a:lnTo>
                <a:moveTo>
                  <a:pt x="818948" y="791811"/>
                </a:moveTo>
                <a:lnTo>
                  <a:pt x="787380" y="903308"/>
                </a:lnTo>
                <a:moveTo>
                  <a:pt x="736534" y="708281"/>
                </a:moveTo>
                <a:lnTo>
                  <a:pt x="818948" y="791811"/>
                </a:lnTo>
                <a:moveTo>
                  <a:pt x="738061" y="587745"/>
                </a:moveTo>
                <a:lnTo>
                  <a:pt x="736534" y="708281"/>
                </a:lnTo>
                <a:moveTo>
                  <a:pt x="738061" y="587745"/>
                </a:moveTo>
                <a:lnTo>
                  <a:pt x="629990" y="553176"/>
                </a:lnTo>
                <a:moveTo>
                  <a:pt x="853456" y="1208274"/>
                </a:moveTo>
                <a:lnTo>
                  <a:pt x="964100" y="1256428"/>
                </a:lnTo>
                <a:moveTo>
                  <a:pt x="787380" y="903308"/>
                </a:moveTo>
                <a:lnTo>
                  <a:pt x="675355" y="933069"/>
                </a:lnTo>
                <a:moveTo>
                  <a:pt x="736534" y="708281"/>
                </a:moveTo>
                <a:lnTo>
                  <a:pt x="624597" y="740934"/>
                </a:lnTo>
                <a:moveTo>
                  <a:pt x="2250752" y="544707"/>
                </a:moveTo>
                <a:lnTo>
                  <a:pt x="2184807" y="622988"/>
                </a:lnTo>
                <a:moveTo>
                  <a:pt x="2092179" y="420087"/>
                </a:moveTo>
                <a:lnTo>
                  <a:pt x="2028809" y="499648"/>
                </a:lnTo>
                <a:moveTo>
                  <a:pt x="629990" y="553176"/>
                </a:moveTo>
                <a:lnTo>
                  <a:pt x="561211" y="644661"/>
                </a:lnTo>
                <a:moveTo>
                  <a:pt x="561211" y="644661"/>
                </a:moveTo>
                <a:lnTo>
                  <a:pt x="624597" y="740934"/>
                </a:lnTo>
                <a:moveTo>
                  <a:pt x="592957" y="853360"/>
                </a:moveTo>
                <a:lnTo>
                  <a:pt x="675355" y="933069"/>
                </a:lnTo>
                <a:moveTo>
                  <a:pt x="624597" y="740934"/>
                </a:moveTo>
                <a:lnTo>
                  <a:pt x="592957" y="853360"/>
                </a:lnTo>
                <a:moveTo>
                  <a:pt x="2359622" y="594519"/>
                </a:moveTo>
                <a:lnTo>
                  <a:pt x="2355231" y="698251"/>
                </a:lnTo>
                <a:moveTo>
                  <a:pt x="2359622" y="594519"/>
                </a:moveTo>
                <a:lnTo>
                  <a:pt x="2250752" y="544707"/>
                </a:lnTo>
                <a:moveTo>
                  <a:pt x="2250752" y="544707"/>
                </a:moveTo>
                <a:lnTo>
                  <a:pt x="2202676" y="441465"/>
                </a:lnTo>
                <a:moveTo>
                  <a:pt x="2202676" y="441465"/>
                </a:moveTo>
                <a:lnTo>
                  <a:pt x="2092179" y="420087"/>
                </a:lnTo>
                <a:moveTo>
                  <a:pt x="853456" y="1208274"/>
                </a:moveTo>
                <a:lnTo>
                  <a:pt x="810226" y="1219598"/>
                </a:lnTo>
                <a:moveTo>
                  <a:pt x="2458035" y="543192"/>
                </a:moveTo>
                <a:lnTo>
                  <a:pt x="2359622" y="594519"/>
                </a:lnTo>
                <a:moveTo>
                  <a:pt x="2545169" y="629361"/>
                </a:moveTo>
                <a:lnTo>
                  <a:pt x="2458035" y="543192"/>
                </a:lnTo>
                <a:moveTo>
                  <a:pt x="2516184" y="1309209"/>
                </a:moveTo>
                <a:lnTo>
                  <a:pt x="2390956" y="1299063"/>
                </a:lnTo>
                <a:moveTo>
                  <a:pt x="2545169" y="629361"/>
                </a:moveTo>
                <a:lnTo>
                  <a:pt x="2650621" y="569937"/>
                </a:lnTo>
                <a:moveTo>
                  <a:pt x="2561664" y="1195909"/>
                </a:moveTo>
                <a:lnTo>
                  <a:pt x="2516184" y="1309209"/>
                </a:lnTo>
                <a:moveTo>
                  <a:pt x="2496624" y="701469"/>
                </a:moveTo>
                <a:lnTo>
                  <a:pt x="2545169" y="629361"/>
                </a:lnTo>
                <a:moveTo>
                  <a:pt x="287933" y="847995"/>
                </a:moveTo>
                <a:lnTo>
                  <a:pt x="335245" y="751422"/>
                </a:lnTo>
                <a:moveTo>
                  <a:pt x="2381927" y="1220617"/>
                </a:moveTo>
                <a:lnTo>
                  <a:pt x="2390956" y="1299063"/>
                </a:lnTo>
                <a:moveTo>
                  <a:pt x="2487145" y="1158136"/>
                </a:moveTo>
                <a:lnTo>
                  <a:pt x="2561664" y="1195909"/>
                </a:lnTo>
                <a:moveTo>
                  <a:pt x="2466458" y="1031618"/>
                </a:moveTo>
                <a:lnTo>
                  <a:pt x="2405270" y="987939"/>
                </a:lnTo>
                <a:moveTo>
                  <a:pt x="2381927" y="1220617"/>
                </a:moveTo>
                <a:lnTo>
                  <a:pt x="2487145" y="1158136"/>
                </a:lnTo>
                <a:moveTo>
                  <a:pt x="1131075" y="1287922"/>
                </a:moveTo>
                <a:lnTo>
                  <a:pt x="1135957" y="1248048"/>
                </a:lnTo>
                <a:moveTo>
                  <a:pt x="2487145" y="1158136"/>
                </a:moveTo>
                <a:lnTo>
                  <a:pt x="2466458" y="1031618"/>
                </a:lnTo>
                <a:moveTo>
                  <a:pt x="285994" y="835304"/>
                </a:moveTo>
                <a:lnTo>
                  <a:pt x="287933" y="847995"/>
                </a:lnTo>
                <a:moveTo>
                  <a:pt x="1027485" y="1250497"/>
                </a:moveTo>
                <a:lnTo>
                  <a:pt x="1131075" y="1287922"/>
                </a:lnTo>
                <a:moveTo>
                  <a:pt x="2392511" y="146924"/>
                </a:moveTo>
                <a:lnTo>
                  <a:pt x="2334855" y="144151"/>
                </a:lnTo>
                <a:moveTo>
                  <a:pt x="1131075" y="1287922"/>
                </a:moveTo>
                <a:lnTo>
                  <a:pt x="1230836" y="1242449"/>
                </a:lnTo>
                <a:moveTo>
                  <a:pt x="399628" y="816659"/>
                </a:moveTo>
                <a:lnTo>
                  <a:pt x="285994" y="835304"/>
                </a:lnTo>
                <a:moveTo>
                  <a:pt x="2130271" y="190291"/>
                </a:moveTo>
                <a:lnTo>
                  <a:pt x="2032580" y="269915"/>
                </a:lnTo>
                <a:moveTo>
                  <a:pt x="285994" y="835304"/>
                </a:moveTo>
                <a:lnTo>
                  <a:pt x="233738" y="939465"/>
                </a:lnTo>
                <a:moveTo>
                  <a:pt x="2239897" y="231395"/>
                </a:moveTo>
                <a:lnTo>
                  <a:pt x="2130271" y="190291"/>
                </a:lnTo>
                <a:moveTo>
                  <a:pt x="1230836" y="1242449"/>
                </a:moveTo>
                <a:lnTo>
                  <a:pt x="1243330" y="1139827"/>
                </a:lnTo>
                <a:moveTo>
                  <a:pt x="685042" y="1288948"/>
                </a:moveTo>
                <a:lnTo>
                  <a:pt x="686347" y="1197039"/>
                </a:lnTo>
                <a:moveTo>
                  <a:pt x="233738" y="939465"/>
                </a:moveTo>
                <a:lnTo>
                  <a:pt x="288302" y="1027293"/>
                </a:lnTo>
                <a:moveTo>
                  <a:pt x="2334855" y="144151"/>
                </a:moveTo>
                <a:lnTo>
                  <a:pt x="2239897" y="231395"/>
                </a:lnTo>
                <a:moveTo>
                  <a:pt x="417034" y="783346"/>
                </a:moveTo>
                <a:lnTo>
                  <a:pt x="399628" y="816659"/>
                </a:lnTo>
                <a:moveTo>
                  <a:pt x="2032580" y="269915"/>
                </a:moveTo>
                <a:lnTo>
                  <a:pt x="2001600" y="271863"/>
                </a:lnTo>
                <a:moveTo>
                  <a:pt x="2334855" y="144151"/>
                </a:moveTo>
                <a:lnTo>
                  <a:pt x="2418293" y="160495"/>
                </a:lnTo>
                <a:moveTo>
                  <a:pt x="539080" y="765489"/>
                </a:moveTo>
                <a:lnTo>
                  <a:pt x="417034" y="783346"/>
                </a:lnTo>
                <a:moveTo>
                  <a:pt x="1909642" y="223939"/>
                </a:moveTo>
                <a:lnTo>
                  <a:pt x="1838155" y="168297"/>
                </a:lnTo>
                <a:moveTo>
                  <a:pt x="2001600" y="271863"/>
                </a:moveTo>
                <a:lnTo>
                  <a:pt x="1909642" y="223939"/>
                </a:lnTo>
                <a:moveTo>
                  <a:pt x="417034" y="783346"/>
                </a:moveTo>
                <a:lnTo>
                  <a:pt x="340182" y="767275"/>
                </a:lnTo>
                <a:moveTo>
                  <a:pt x="2005753" y="780147"/>
                </a:moveTo>
                <a:lnTo>
                  <a:pt x="1931589" y="693084"/>
                </a:lnTo>
                <a:moveTo>
                  <a:pt x="2117960" y="773604"/>
                </a:moveTo>
                <a:lnTo>
                  <a:pt x="2005753" y="780147"/>
                </a:lnTo>
                <a:moveTo>
                  <a:pt x="642467" y="591877"/>
                </a:moveTo>
                <a:lnTo>
                  <a:pt x="725771" y="622111"/>
                </a:lnTo>
                <a:moveTo>
                  <a:pt x="2198537" y="869530"/>
                </a:moveTo>
                <a:lnTo>
                  <a:pt x="2117960" y="773604"/>
                </a:lnTo>
                <a:moveTo>
                  <a:pt x="2418293" y="160495"/>
                </a:moveTo>
                <a:lnTo>
                  <a:pt x="2399529" y="226538"/>
                </a:lnTo>
                <a:moveTo>
                  <a:pt x="550403" y="655063"/>
                </a:moveTo>
                <a:lnTo>
                  <a:pt x="539080" y="765489"/>
                </a:lnTo>
                <a:moveTo>
                  <a:pt x="539080" y="765489"/>
                </a:moveTo>
                <a:lnTo>
                  <a:pt x="577701" y="859482"/>
                </a:lnTo>
                <a:moveTo>
                  <a:pt x="1931589" y="693084"/>
                </a:moveTo>
                <a:lnTo>
                  <a:pt x="1969170" y="598050"/>
                </a:lnTo>
                <a:moveTo>
                  <a:pt x="642467" y="591877"/>
                </a:moveTo>
                <a:lnTo>
                  <a:pt x="550403" y="655063"/>
                </a:lnTo>
                <a:moveTo>
                  <a:pt x="782244" y="896387"/>
                </a:moveTo>
                <a:lnTo>
                  <a:pt x="895552" y="890429"/>
                </a:lnTo>
                <a:moveTo>
                  <a:pt x="594836" y="387547"/>
                </a:moveTo>
                <a:lnTo>
                  <a:pt x="560628" y="279418"/>
                </a:lnTo>
                <a:moveTo>
                  <a:pt x="2117960" y="773604"/>
                </a:moveTo>
                <a:lnTo>
                  <a:pt x="2153518" y="677211"/>
                </a:lnTo>
                <a:moveTo>
                  <a:pt x="2221044" y="942772"/>
                </a:moveTo>
                <a:lnTo>
                  <a:pt x="2198537" y="869530"/>
                </a:lnTo>
                <a:moveTo>
                  <a:pt x="639704" y="478064"/>
                </a:moveTo>
                <a:lnTo>
                  <a:pt x="594836" y="387547"/>
                </a:lnTo>
                <a:moveTo>
                  <a:pt x="639704" y="478064"/>
                </a:moveTo>
                <a:lnTo>
                  <a:pt x="642467" y="591877"/>
                </a:lnTo>
                <a:moveTo>
                  <a:pt x="1909642" y="223939"/>
                </a:moveTo>
                <a:lnTo>
                  <a:pt x="1888942" y="231974"/>
                </a:lnTo>
                <a:moveTo>
                  <a:pt x="701705" y="853438"/>
                </a:moveTo>
                <a:lnTo>
                  <a:pt x="782244" y="896387"/>
                </a:lnTo>
                <a:moveTo>
                  <a:pt x="1969170" y="598050"/>
                </a:moveTo>
                <a:lnTo>
                  <a:pt x="1895663" y="511029"/>
                </a:lnTo>
                <a:moveTo>
                  <a:pt x="560628" y="279418"/>
                </a:moveTo>
                <a:lnTo>
                  <a:pt x="635597" y="190068"/>
                </a:lnTo>
                <a:moveTo>
                  <a:pt x="2079969" y="589606"/>
                </a:moveTo>
                <a:lnTo>
                  <a:pt x="1969170" y="598050"/>
                </a:lnTo>
                <a:moveTo>
                  <a:pt x="2153518" y="677211"/>
                </a:moveTo>
                <a:lnTo>
                  <a:pt x="2079969" y="589606"/>
                </a:lnTo>
                <a:moveTo>
                  <a:pt x="577701" y="859482"/>
                </a:moveTo>
                <a:lnTo>
                  <a:pt x="701705" y="853438"/>
                </a:lnTo>
                <a:moveTo>
                  <a:pt x="2311932" y="1022220"/>
                </a:moveTo>
                <a:lnTo>
                  <a:pt x="2221044" y="942772"/>
                </a:lnTo>
                <a:moveTo>
                  <a:pt x="560628" y="279418"/>
                </a:moveTo>
                <a:lnTo>
                  <a:pt x="453380" y="266759"/>
                </a:lnTo>
                <a:moveTo>
                  <a:pt x="895552" y="890429"/>
                </a:moveTo>
                <a:lnTo>
                  <a:pt x="929837" y="840733"/>
                </a:lnTo>
                <a:moveTo>
                  <a:pt x="635597" y="190068"/>
                </a:moveTo>
                <a:lnTo>
                  <a:pt x="604831" y="91202"/>
                </a:lnTo>
                <a:moveTo>
                  <a:pt x="2113720" y="1004792"/>
                </a:moveTo>
                <a:lnTo>
                  <a:pt x="2085134" y="1092548"/>
                </a:lnTo>
                <a:moveTo>
                  <a:pt x="751486" y="449187"/>
                </a:moveTo>
                <a:lnTo>
                  <a:pt x="639704" y="478064"/>
                </a:lnTo>
                <a:moveTo>
                  <a:pt x="2221044" y="942772"/>
                </a:moveTo>
                <a:lnTo>
                  <a:pt x="2113720" y="1004792"/>
                </a:lnTo>
                <a:moveTo>
                  <a:pt x="453380" y="266759"/>
                </a:moveTo>
                <a:lnTo>
                  <a:pt x="421871" y="168187"/>
                </a:lnTo>
                <a:moveTo>
                  <a:pt x="1304683" y="1046975"/>
                </a:moveTo>
                <a:lnTo>
                  <a:pt x="1423983" y="1043122"/>
                </a:lnTo>
                <a:moveTo>
                  <a:pt x="701705" y="853438"/>
                </a:moveTo>
                <a:lnTo>
                  <a:pt x="738277" y="803468"/>
                </a:lnTo>
                <a:moveTo>
                  <a:pt x="604831" y="91202"/>
                </a:moveTo>
                <a:lnTo>
                  <a:pt x="497841" y="80707"/>
                </a:lnTo>
                <a:moveTo>
                  <a:pt x="929837" y="840733"/>
                </a:moveTo>
                <a:lnTo>
                  <a:pt x="1042836" y="834842"/>
                </a:lnTo>
                <a:moveTo>
                  <a:pt x="421871" y="168187"/>
                </a:moveTo>
                <a:lnTo>
                  <a:pt x="497841" y="80707"/>
                </a:lnTo>
                <a:moveTo>
                  <a:pt x="772672" y="433114"/>
                </a:moveTo>
                <a:lnTo>
                  <a:pt x="751486" y="449187"/>
                </a:lnTo>
                <a:moveTo>
                  <a:pt x="851604" y="797039"/>
                </a:moveTo>
                <a:lnTo>
                  <a:pt x="929837" y="840733"/>
                </a:lnTo>
                <a:moveTo>
                  <a:pt x="1259211" y="1043111"/>
                </a:moveTo>
                <a:lnTo>
                  <a:pt x="1304683" y="1046975"/>
                </a:lnTo>
                <a:moveTo>
                  <a:pt x="1770798" y="911628"/>
                </a:moveTo>
                <a:lnTo>
                  <a:pt x="1684471" y="825983"/>
                </a:lnTo>
                <a:moveTo>
                  <a:pt x="738277" y="803468"/>
                </a:moveTo>
                <a:lnTo>
                  <a:pt x="851604" y="797039"/>
                </a:lnTo>
                <a:moveTo>
                  <a:pt x="974785" y="494197"/>
                </a:moveTo>
                <a:lnTo>
                  <a:pt x="1093856" y="459438"/>
                </a:lnTo>
                <a:moveTo>
                  <a:pt x="892298" y="395832"/>
                </a:moveTo>
                <a:lnTo>
                  <a:pt x="772672" y="433114"/>
                </a:lnTo>
                <a:moveTo>
                  <a:pt x="892298" y="395832"/>
                </a:moveTo>
                <a:lnTo>
                  <a:pt x="974785" y="494197"/>
                </a:lnTo>
                <a:moveTo>
                  <a:pt x="1093856" y="459438"/>
                </a:moveTo>
                <a:lnTo>
                  <a:pt x="1154209" y="395502"/>
                </a:lnTo>
                <a:moveTo>
                  <a:pt x="1684471" y="825983"/>
                </a:moveTo>
                <a:lnTo>
                  <a:pt x="1633129" y="828009"/>
                </a:lnTo>
                <a:moveTo>
                  <a:pt x="772672" y="433114"/>
                </a:moveTo>
                <a:lnTo>
                  <a:pt x="700913" y="446754"/>
                </a:lnTo>
                <a:moveTo>
                  <a:pt x="1274632" y="930948"/>
                </a:moveTo>
                <a:lnTo>
                  <a:pt x="1259211" y="1043111"/>
                </a:lnTo>
                <a:moveTo>
                  <a:pt x="1259211" y="1043111"/>
                </a:moveTo>
                <a:lnTo>
                  <a:pt x="1314952" y="1133607"/>
                </a:lnTo>
                <a:moveTo>
                  <a:pt x="1154209" y="395502"/>
                </a:moveTo>
                <a:lnTo>
                  <a:pt x="1276356" y="406801"/>
                </a:lnTo>
                <a:moveTo>
                  <a:pt x="1276356" y="406801"/>
                </a:moveTo>
                <a:lnTo>
                  <a:pt x="1349784" y="329050"/>
                </a:lnTo>
                <a:moveTo>
                  <a:pt x="896401" y="351910"/>
                </a:moveTo>
                <a:lnTo>
                  <a:pt x="892298" y="395832"/>
                </a:lnTo>
                <a:moveTo>
                  <a:pt x="1349784" y="329050"/>
                </a:moveTo>
                <a:lnTo>
                  <a:pt x="1459429" y="349404"/>
                </a:lnTo>
                <a:moveTo>
                  <a:pt x="1314952" y="1133607"/>
                </a:moveTo>
                <a:lnTo>
                  <a:pt x="1265252" y="1222952"/>
                </a:lnTo>
                <a:moveTo>
                  <a:pt x="1633129" y="828009"/>
                </a:moveTo>
                <a:lnTo>
                  <a:pt x="1596652" y="729038"/>
                </a:lnTo>
                <a:moveTo>
                  <a:pt x="1227696" y="905743"/>
                </a:moveTo>
                <a:lnTo>
                  <a:pt x="1274632" y="930948"/>
                </a:lnTo>
                <a:moveTo>
                  <a:pt x="1633129" y="828009"/>
                </a:moveTo>
                <a:lnTo>
                  <a:pt x="1626707" y="915694"/>
                </a:lnTo>
                <a:moveTo>
                  <a:pt x="1349784" y="329050"/>
                </a:moveTo>
                <a:lnTo>
                  <a:pt x="1316350" y="231758"/>
                </a:lnTo>
                <a:moveTo>
                  <a:pt x="1241829" y="785933"/>
                </a:moveTo>
                <a:lnTo>
                  <a:pt x="1155974" y="706931"/>
                </a:lnTo>
                <a:moveTo>
                  <a:pt x="1596652" y="729038"/>
                </a:moveTo>
                <a:lnTo>
                  <a:pt x="1553464" y="718928"/>
                </a:lnTo>
                <a:moveTo>
                  <a:pt x="1241829" y="785933"/>
                </a:moveTo>
                <a:lnTo>
                  <a:pt x="1227696" y="905743"/>
                </a:lnTo>
                <a:moveTo>
                  <a:pt x="1227696" y="905743"/>
                </a:moveTo>
                <a:lnTo>
                  <a:pt x="1173558" y="975906"/>
                </a:lnTo>
                <a:moveTo>
                  <a:pt x="1355828" y="743320"/>
                </a:moveTo>
                <a:lnTo>
                  <a:pt x="1241829" y="785933"/>
                </a:lnTo>
                <a:moveTo>
                  <a:pt x="1441257" y="780526"/>
                </a:moveTo>
                <a:lnTo>
                  <a:pt x="1355828" y="743320"/>
                </a:lnTo>
                <a:moveTo>
                  <a:pt x="1553464" y="718928"/>
                </a:moveTo>
                <a:lnTo>
                  <a:pt x="1441257" y="780526"/>
                </a:lnTo>
                <a:moveTo>
                  <a:pt x="1553464" y="718928"/>
                </a:moveTo>
                <a:lnTo>
                  <a:pt x="1542708" y="594047"/>
                </a:lnTo>
                <a:moveTo>
                  <a:pt x="1542708" y="594047"/>
                </a:moveTo>
                <a:lnTo>
                  <a:pt x="1652367" y="532196"/>
                </a:lnTo>
                <a:moveTo>
                  <a:pt x="1441257" y="780526"/>
                </a:moveTo>
                <a:lnTo>
                  <a:pt x="1431117" y="862428"/>
                </a:lnTo>
                <a:moveTo>
                  <a:pt x="1542708" y="594047"/>
                </a:moveTo>
                <a:lnTo>
                  <a:pt x="1510246" y="5833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29" name="9wup_2_official_ExperimentalDensity">
            <a:extLst>
              <a:ext uri="{FF2B5EF4-FFF2-40B4-BE49-F238E27FC236}">
                <a16:creationId xmlns:a16="http://schemas.microsoft.com/office/drawing/2014/main" id="{E1EE9889-EF40-4476-B7D4-A0B72C07480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8222" y="323450"/>
                </a:moveTo>
                <a:lnTo>
                  <a:pt x="1710621" y="321727"/>
                </a:lnTo>
                <a:moveTo>
                  <a:pt x="1748222" y="323450"/>
                </a:moveTo>
                <a:lnTo>
                  <a:pt x="1714645" y="405363"/>
                </a:lnTo>
                <a:moveTo>
                  <a:pt x="1714747" y="406628"/>
                </a:moveTo>
                <a:lnTo>
                  <a:pt x="1748222" y="323450"/>
                </a:lnTo>
                <a:moveTo>
                  <a:pt x="1748222" y="323450"/>
                </a:moveTo>
                <a:lnTo>
                  <a:pt x="1720897" y="304521"/>
                </a:lnTo>
                <a:moveTo>
                  <a:pt x="1714645" y="405363"/>
                </a:moveTo>
                <a:lnTo>
                  <a:pt x="1710621" y="321727"/>
                </a:lnTo>
                <a:moveTo>
                  <a:pt x="1720897" y="304521"/>
                </a:moveTo>
                <a:lnTo>
                  <a:pt x="1710621" y="321727"/>
                </a:lnTo>
                <a:moveTo>
                  <a:pt x="1714403" y="406602"/>
                </a:moveTo>
                <a:lnTo>
                  <a:pt x="1714645" y="405363"/>
                </a:lnTo>
                <a:moveTo>
                  <a:pt x="1714747" y="406628"/>
                </a:moveTo>
                <a:lnTo>
                  <a:pt x="1714645" y="405363"/>
                </a:lnTo>
                <a:moveTo>
                  <a:pt x="1714747" y="406628"/>
                </a:moveTo>
                <a:lnTo>
                  <a:pt x="1714403" y="406602"/>
                </a:lnTo>
                <a:moveTo>
                  <a:pt x="1615092" y="400980"/>
                </a:moveTo>
                <a:lnTo>
                  <a:pt x="1710621" y="321727"/>
                </a:lnTo>
                <a:moveTo>
                  <a:pt x="1714645" y="405363"/>
                </a:moveTo>
                <a:lnTo>
                  <a:pt x="1615092" y="400980"/>
                </a:lnTo>
                <a:moveTo>
                  <a:pt x="1714403" y="406602"/>
                </a:moveTo>
                <a:lnTo>
                  <a:pt x="1615092" y="400980"/>
                </a:lnTo>
                <a:moveTo>
                  <a:pt x="1821728" y="330538"/>
                </a:moveTo>
                <a:lnTo>
                  <a:pt x="1748222" y="323450"/>
                </a:lnTo>
                <a:moveTo>
                  <a:pt x="1829213" y="751668"/>
                </a:moveTo>
                <a:lnTo>
                  <a:pt x="1823383" y="666550"/>
                </a:lnTo>
                <a:moveTo>
                  <a:pt x="1791423" y="413760"/>
                </a:moveTo>
                <a:lnTo>
                  <a:pt x="1748222" y="323450"/>
                </a:lnTo>
                <a:moveTo>
                  <a:pt x="1922846" y="864948"/>
                </a:moveTo>
                <a:lnTo>
                  <a:pt x="1896754" y="840573"/>
                </a:lnTo>
                <a:moveTo>
                  <a:pt x="1918977" y="673372"/>
                </a:moveTo>
                <a:lnTo>
                  <a:pt x="1823383" y="666550"/>
                </a:lnTo>
                <a:moveTo>
                  <a:pt x="1823383" y="666550"/>
                </a:moveTo>
                <a:lnTo>
                  <a:pt x="1839057" y="584167"/>
                </a:lnTo>
                <a:moveTo>
                  <a:pt x="1710621" y="321727"/>
                </a:moveTo>
                <a:lnTo>
                  <a:pt x="1641318" y="319938"/>
                </a:lnTo>
                <a:moveTo>
                  <a:pt x="1821728" y="330538"/>
                </a:moveTo>
                <a:lnTo>
                  <a:pt x="1720897" y="304521"/>
                </a:lnTo>
                <a:moveTo>
                  <a:pt x="1922846" y="864948"/>
                </a:moveTo>
                <a:lnTo>
                  <a:pt x="1950722" y="844473"/>
                </a:lnTo>
                <a:moveTo>
                  <a:pt x="1918977" y="673372"/>
                </a:moveTo>
                <a:lnTo>
                  <a:pt x="1829213" y="751668"/>
                </a:lnTo>
                <a:moveTo>
                  <a:pt x="1922846" y="864948"/>
                </a:moveTo>
                <a:lnTo>
                  <a:pt x="1845891" y="838167"/>
                </a:lnTo>
                <a:moveTo>
                  <a:pt x="1915727" y="589489"/>
                </a:moveTo>
                <a:lnTo>
                  <a:pt x="1823383" y="666550"/>
                </a:lnTo>
                <a:moveTo>
                  <a:pt x="1903370" y="756884"/>
                </a:moveTo>
                <a:lnTo>
                  <a:pt x="1829213" y="751668"/>
                </a:lnTo>
                <a:moveTo>
                  <a:pt x="1791423" y="413760"/>
                </a:moveTo>
                <a:lnTo>
                  <a:pt x="1714747" y="406628"/>
                </a:lnTo>
                <a:moveTo>
                  <a:pt x="1714403" y="406602"/>
                </a:moveTo>
                <a:lnTo>
                  <a:pt x="1645018" y="472669"/>
                </a:lnTo>
                <a:moveTo>
                  <a:pt x="1615092" y="400980"/>
                </a:moveTo>
                <a:lnTo>
                  <a:pt x="1641318" y="319938"/>
                </a:lnTo>
                <a:moveTo>
                  <a:pt x="1655865" y="297704"/>
                </a:moveTo>
                <a:lnTo>
                  <a:pt x="1710621" y="321727"/>
                </a:lnTo>
                <a:moveTo>
                  <a:pt x="1903370" y="756884"/>
                </a:moveTo>
                <a:lnTo>
                  <a:pt x="1918977" y="673372"/>
                </a:lnTo>
                <a:moveTo>
                  <a:pt x="1896754" y="840573"/>
                </a:moveTo>
                <a:lnTo>
                  <a:pt x="1903370" y="756884"/>
                </a:lnTo>
                <a:moveTo>
                  <a:pt x="1756549" y="496322"/>
                </a:moveTo>
                <a:lnTo>
                  <a:pt x="1714747" y="406628"/>
                </a:lnTo>
                <a:moveTo>
                  <a:pt x="1845891" y="838167"/>
                </a:moveTo>
                <a:lnTo>
                  <a:pt x="1829213" y="751668"/>
                </a:lnTo>
                <a:moveTo>
                  <a:pt x="1645018" y="472669"/>
                </a:moveTo>
                <a:lnTo>
                  <a:pt x="1615092" y="400980"/>
                </a:lnTo>
                <a:moveTo>
                  <a:pt x="1918977" y="673372"/>
                </a:moveTo>
                <a:lnTo>
                  <a:pt x="1915727" y="589489"/>
                </a:lnTo>
                <a:moveTo>
                  <a:pt x="1915727" y="589489"/>
                </a:moveTo>
                <a:lnTo>
                  <a:pt x="1839057" y="584167"/>
                </a:lnTo>
                <a:moveTo>
                  <a:pt x="1950722" y="844473"/>
                </a:moveTo>
                <a:lnTo>
                  <a:pt x="1896754" y="840573"/>
                </a:lnTo>
                <a:moveTo>
                  <a:pt x="1987443" y="848000"/>
                </a:moveTo>
                <a:lnTo>
                  <a:pt x="1922846" y="864948"/>
                </a:lnTo>
                <a:moveTo>
                  <a:pt x="1720897" y="304521"/>
                </a:moveTo>
                <a:lnTo>
                  <a:pt x="1655865" y="297704"/>
                </a:lnTo>
                <a:moveTo>
                  <a:pt x="1823383" y="666550"/>
                </a:moveTo>
                <a:lnTo>
                  <a:pt x="1755278" y="664914"/>
                </a:lnTo>
                <a:moveTo>
                  <a:pt x="1950722" y="844473"/>
                </a:moveTo>
                <a:lnTo>
                  <a:pt x="1903370" y="756884"/>
                </a:lnTo>
                <a:moveTo>
                  <a:pt x="1896754" y="840573"/>
                </a:moveTo>
                <a:lnTo>
                  <a:pt x="1845891" y="838167"/>
                </a:lnTo>
                <a:moveTo>
                  <a:pt x="2164526" y="857614"/>
                </a:moveTo>
                <a:lnTo>
                  <a:pt x="2155906" y="856961"/>
                </a:lnTo>
                <a:moveTo>
                  <a:pt x="1658369" y="490861"/>
                </a:moveTo>
                <a:lnTo>
                  <a:pt x="1714403" y="406602"/>
                </a:lnTo>
                <a:moveTo>
                  <a:pt x="1658369" y="490861"/>
                </a:moveTo>
                <a:lnTo>
                  <a:pt x="1714747" y="406628"/>
                </a:lnTo>
                <a:moveTo>
                  <a:pt x="1903370" y="756884"/>
                </a:moveTo>
                <a:lnTo>
                  <a:pt x="1845891" y="838167"/>
                </a:lnTo>
                <a:moveTo>
                  <a:pt x="1962776" y="677252"/>
                </a:moveTo>
                <a:lnTo>
                  <a:pt x="1918977" y="673372"/>
                </a:lnTo>
                <a:moveTo>
                  <a:pt x="1829213" y="751668"/>
                </a:moveTo>
                <a:lnTo>
                  <a:pt x="1755278" y="664914"/>
                </a:lnTo>
                <a:moveTo>
                  <a:pt x="1791423" y="413760"/>
                </a:moveTo>
                <a:lnTo>
                  <a:pt x="1821728" y="330538"/>
                </a:lnTo>
                <a:moveTo>
                  <a:pt x="1839057" y="584167"/>
                </a:moveTo>
                <a:lnTo>
                  <a:pt x="1763119" y="580841"/>
                </a:lnTo>
                <a:moveTo>
                  <a:pt x="553325" y="698698"/>
                </a:moveTo>
                <a:lnTo>
                  <a:pt x="558816" y="673981"/>
                </a:lnTo>
                <a:moveTo>
                  <a:pt x="1775647" y="274555"/>
                </a:moveTo>
                <a:lnTo>
                  <a:pt x="1720897" y="304521"/>
                </a:lnTo>
                <a:moveTo>
                  <a:pt x="748505" y="264264"/>
                </a:moveTo>
                <a:lnTo>
                  <a:pt x="747062" y="180417"/>
                </a:lnTo>
                <a:moveTo>
                  <a:pt x="558816" y="673981"/>
                </a:moveTo>
                <a:lnTo>
                  <a:pt x="558200" y="620075"/>
                </a:lnTo>
                <a:moveTo>
                  <a:pt x="2155906" y="856961"/>
                </a:moveTo>
                <a:lnTo>
                  <a:pt x="2069125" y="852506"/>
                </a:lnTo>
                <a:moveTo>
                  <a:pt x="1848501" y="839621"/>
                </a:moveTo>
                <a:lnTo>
                  <a:pt x="1829213" y="751668"/>
                </a:lnTo>
                <a:moveTo>
                  <a:pt x="1755278" y="664914"/>
                </a:moveTo>
                <a:lnTo>
                  <a:pt x="1839057" y="584167"/>
                </a:lnTo>
                <a:moveTo>
                  <a:pt x="1962776" y="677252"/>
                </a:moveTo>
                <a:lnTo>
                  <a:pt x="1915727" y="589489"/>
                </a:lnTo>
                <a:moveTo>
                  <a:pt x="1615092" y="400980"/>
                </a:moveTo>
                <a:lnTo>
                  <a:pt x="1557501" y="400681"/>
                </a:lnTo>
                <a:moveTo>
                  <a:pt x="566821" y="590320"/>
                </a:moveTo>
                <a:lnTo>
                  <a:pt x="560349" y="585401"/>
                </a:lnTo>
                <a:moveTo>
                  <a:pt x="1971686" y="762763"/>
                </a:moveTo>
                <a:lnTo>
                  <a:pt x="1918977" y="673372"/>
                </a:lnTo>
                <a:moveTo>
                  <a:pt x="2155906" y="856961"/>
                </a:moveTo>
                <a:lnTo>
                  <a:pt x="2138199" y="772792"/>
                </a:lnTo>
                <a:moveTo>
                  <a:pt x="2164526" y="857614"/>
                </a:moveTo>
                <a:lnTo>
                  <a:pt x="2138199" y="772792"/>
                </a:lnTo>
                <a:moveTo>
                  <a:pt x="1971686" y="762763"/>
                </a:moveTo>
                <a:lnTo>
                  <a:pt x="1903370" y="756884"/>
                </a:lnTo>
                <a:moveTo>
                  <a:pt x="558200" y="620075"/>
                </a:moveTo>
                <a:lnTo>
                  <a:pt x="557830" y="590143"/>
                </a:lnTo>
                <a:moveTo>
                  <a:pt x="473159" y="247557"/>
                </a:moveTo>
                <a:lnTo>
                  <a:pt x="461909" y="264316"/>
                </a:lnTo>
                <a:moveTo>
                  <a:pt x="557830" y="590143"/>
                </a:moveTo>
                <a:lnTo>
                  <a:pt x="560349" y="585401"/>
                </a:lnTo>
                <a:moveTo>
                  <a:pt x="473159" y="247557"/>
                </a:moveTo>
                <a:lnTo>
                  <a:pt x="464222" y="227010"/>
                </a:lnTo>
                <a:moveTo>
                  <a:pt x="1856907" y="872762"/>
                </a:moveTo>
                <a:lnTo>
                  <a:pt x="1845891" y="838167"/>
                </a:lnTo>
                <a:moveTo>
                  <a:pt x="1987443" y="848000"/>
                </a:moveTo>
                <a:lnTo>
                  <a:pt x="1950722" y="844473"/>
                </a:lnTo>
                <a:moveTo>
                  <a:pt x="1950722" y="844473"/>
                </a:moveTo>
                <a:lnTo>
                  <a:pt x="1971686" y="762763"/>
                </a:lnTo>
                <a:moveTo>
                  <a:pt x="1878412" y="525884"/>
                </a:moveTo>
                <a:lnTo>
                  <a:pt x="1839057" y="584167"/>
                </a:lnTo>
                <a:moveTo>
                  <a:pt x="1655865" y="297704"/>
                </a:moveTo>
                <a:lnTo>
                  <a:pt x="1641318" y="319938"/>
                </a:lnTo>
                <a:moveTo>
                  <a:pt x="1791423" y="413760"/>
                </a:moveTo>
                <a:lnTo>
                  <a:pt x="1756549" y="496322"/>
                </a:lnTo>
                <a:moveTo>
                  <a:pt x="2098405" y="939646"/>
                </a:moveTo>
                <a:lnTo>
                  <a:pt x="2155906" y="856961"/>
                </a:lnTo>
                <a:moveTo>
                  <a:pt x="1615092" y="400980"/>
                </a:moveTo>
                <a:lnTo>
                  <a:pt x="1574051" y="318409"/>
                </a:lnTo>
                <a:moveTo>
                  <a:pt x="697274" y="347074"/>
                </a:moveTo>
                <a:lnTo>
                  <a:pt x="748505" y="264264"/>
                </a:lnTo>
                <a:moveTo>
                  <a:pt x="1821728" y="330538"/>
                </a:moveTo>
                <a:lnTo>
                  <a:pt x="1775647" y="274555"/>
                </a:lnTo>
                <a:moveTo>
                  <a:pt x="1763119" y="580841"/>
                </a:moveTo>
                <a:lnTo>
                  <a:pt x="1752700" y="580209"/>
                </a:lnTo>
                <a:moveTo>
                  <a:pt x="748505" y="264264"/>
                </a:moveTo>
                <a:lnTo>
                  <a:pt x="691689" y="346771"/>
                </a:lnTo>
                <a:moveTo>
                  <a:pt x="2138199" y="772792"/>
                </a:moveTo>
                <a:lnTo>
                  <a:pt x="2069125" y="852506"/>
                </a:lnTo>
                <a:moveTo>
                  <a:pt x="1765476" y="497068"/>
                </a:moveTo>
                <a:lnTo>
                  <a:pt x="1791423" y="413760"/>
                </a:lnTo>
                <a:moveTo>
                  <a:pt x="1988254" y="764197"/>
                </a:moveTo>
                <a:lnTo>
                  <a:pt x="1950722" y="844473"/>
                </a:lnTo>
                <a:moveTo>
                  <a:pt x="1848501" y="839621"/>
                </a:moveTo>
                <a:lnTo>
                  <a:pt x="1845891" y="838167"/>
                </a:lnTo>
                <a:moveTo>
                  <a:pt x="1752700" y="580209"/>
                </a:moveTo>
                <a:lnTo>
                  <a:pt x="1756549" y="496322"/>
                </a:lnTo>
                <a:moveTo>
                  <a:pt x="1763119" y="580841"/>
                </a:moveTo>
                <a:lnTo>
                  <a:pt x="1754824" y="610425"/>
                </a:lnTo>
                <a:moveTo>
                  <a:pt x="1754824" y="610425"/>
                </a:moveTo>
                <a:lnTo>
                  <a:pt x="1752700" y="580209"/>
                </a:lnTo>
                <a:moveTo>
                  <a:pt x="1971686" y="762763"/>
                </a:moveTo>
                <a:lnTo>
                  <a:pt x="1962776" y="677252"/>
                </a:lnTo>
                <a:moveTo>
                  <a:pt x="1915727" y="589489"/>
                </a:moveTo>
                <a:lnTo>
                  <a:pt x="1878412" y="525884"/>
                </a:lnTo>
                <a:moveTo>
                  <a:pt x="1755278" y="664914"/>
                </a:moveTo>
                <a:lnTo>
                  <a:pt x="1763119" y="580841"/>
                </a:lnTo>
                <a:moveTo>
                  <a:pt x="558816" y="673981"/>
                </a:moveTo>
                <a:lnTo>
                  <a:pt x="585907" y="648380"/>
                </a:lnTo>
                <a:moveTo>
                  <a:pt x="2235184" y="864163"/>
                </a:moveTo>
                <a:lnTo>
                  <a:pt x="2164526" y="857614"/>
                </a:lnTo>
                <a:moveTo>
                  <a:pt x="2069125" y="852506"/>
                </a:moveTo>
                <a:lnTo>
                  <a:pt x="1987443" y="848000"/>
                </a:lnTo>
                <a:moveTo>
                  <a:pt x="1763119" y="580841"/>
                </a:moveTo>
                <a:lnTo>
                  <a:pt x="1765476" y="497068"/>
                </a:lnTo>
                <a:moveTo>
                  <a:pt x="1765476" y="497068"/>
                </a:moveTo>
                <a:lnTo>
                  <a:pt x="1752700" y="580209"/>
                </a:lnTo>
                <a:moveTo>
                  <a:pt x="1865054" y="504671"/>
                </a:moveTo>
                <a:lnTo>
                  <a:pt x="1839057" y="584167"/>
                </a:lnTo>
                <a:moveTo>
                  <a:pt x="585907" y="648380"/>
                </a:moveTo>
                <a:lnTo>
                  <a:pt x="566821" y="590320"/>
                </a:lnTo>
                <a:moveTo>
                  <a:pt x="560349" y="585401"/>
                </a:moveTo>
                <a:lnTo>
                  <a:pt x="578634" y="508173"/>
                </a:lnTo>
                <a:moveTo>
                  <a:pt x="2002990" y="680668"/>
                </a:moveTo>
                <a:lnTo>
                  <a:pt x="1962776" y="677252"/>
                </a:lnTo>
                <a:moveTo>
                  <a:pt x="1755278" y="664914"/>
                </a:moveTo>
                <a:lnTo>
                  <a:pt x="1754824" y="610425"/>
                </a:lnTo>
                <a:moveTo>
                  <a:pt x="477807" y="333621"/>
                </a:moveTo>
                <a:lnTo>
                  <a:pt x="473159" y="247557"/>
                </a:lnTo>
                <a:moveTo>
                  <a:pt x="1988166" y="596105"/>
                </a:moveTo>
                <a:lnTo>
                  <a:pt x="1915727" y="589489"/>
                </a:lnTo>
                <a:moveTo>
                  <a:pt x="1765476" y="497068"/>
                </a:moveTo>
                <a:lnTo>
                  <a:pt x="1756549" y="496322"/>
                </a:lnTo>
                <a:moveTo>
                  <a:pt x="557830" y="590143"/>
                </a:moveTo>
                <a:lnTo>
                  <a:pt x="578634" y="508173"/>
                </a:lnTo>
                <a:moveTo>
                  <a:pt x="1750405" y="580590"/>
                </a:moveTo>
                <a:lnTo>
                  <a:pt x="1752700" y="580209"/>
                </a:lnTo>
                <a:moveTo>
                  <a:pt x="2093847" y="940028"/>
                </a:moveTo>
                <a:lnTo>
                  <a:pt x="2155906" y="856961"/>
                </a:lnTo>
                <a:moveTo>
                  <a:pt x="585907" y="648380"/>
                </a:moveTo>
                <a:lnTo>
                  <a:pt x="558200" y="620075"/>
                </a:lnTo>
                <a:moveTo>
                  <a:pt x="2164526" y="857614"/>
                </a:moveTo>
                <a:lnTo>
                  <a:pt x="2204445" y="778314"/>
                </a:lnTo>
                <a:moveTo>
                  <a:pt x="1658369" y="490861"/>
                </a:moveTo>
                <a:lnTo>
                  <a:pt x="1645018" y="472669"/>
                </a:lnTo>
                <a:moveTo>
                  <a:pt x="1754824" y="610425"/>
                </a:moveTo>
                <a:lnTo>
                  <a:pt x="1750405" y="580590"/>
                </a:lnTo>
                <a:moveTo>
                  <a:pt x="2069125" y="852506"/>
                </a:moveTo>
                <a:lnTo>
                  <a:pt x="2085517" y="770214"/>
                </a:lnTo>
                <a:moveTo>
                  <a:pt x="2069125" y="852506"/>
                </a:moveTo>
                <a:lnTo>
                  <a:pt x="1988254" y="764197"/>
                </a:lnTo>
                <a:moveTo>
                  <a:pt x="1992665" y="591909"/>
                </a:moveTo>
                <a:lnTo>
                  <a:pt x="1915727" y="589489"/>
                </a:lnTo>
                <a:moveTo>
                  <a:pt x="1752700" y="580209"/>
                </a:moveTo>
                <a:lnTo>
                  <a:pt x="1658369" y="490861"/>
                </a:lnTo>
                <a:moveTo>
                  <a:pt x="461909" y="264316"/>
                </a:moveTo>
                <a:lnTo>
                  <a:pt x="438848" y="246880"/>
                </a:lnTo>
                <a:moveTo>
                  <a:pt x="1856907" y="872762"/>
                </a:moveTo>
                <a:lnTo>
                  <a:pt x="1848501" y="839621"/>
                </a:lnTo>
                <a:moveTo>
                  <a:pt x="477807" y="333621"/>
                </a:moveTo>
                <a:lnTo>
                  <a:pt x="461909" y="264316"/>
                </a:lnTo>
                <a:moveTo>
                  <a:pt x="438848" y="246880"/>
                </a:moveTo>
                <a:lnTo>
                  <a:pt x="464222" y="227010"/>
                </a:lnTo>
                <a:moveTo>
                  <a:pt x="1756549" y="496322"/>
                </a:moveTo>
                <a:lnTo>
                  <a:pt x="1658369" y="490861"/>
                </a:lnTo>
                <a:moveTo>
                  <a:pt x="558919" y="254887"/>
                </a:moveTo>
                <a:lnTo>
                  <a:pt x="473159" y="247557"/>
                </a:lnTo>
                <a:moveTo>
                  <a:pt x="2138199" y="772792"/>
                </a:moveTo>
                <a:lnTo>
                  <a:pt x="2085517" y="770214"/>
                </a:lnTo>
                <a:moveTo>
                  <a:pt x="1645018" y="472669"/>
                </a:moveTo>
                <a:lnTo>
                  <a:pt x="1557501" y="400681"/>
                </a:lnTo>
                <a:moveTo>
                  <a:pt x="2209669" y="909481"/>
                </a:moveTo>
                <a:lnTo>
                  <a:pt x="2155906" y="856961"/>
                </a:lnTo>
                <a:moveTo>
                  <a:pt x="1962776" y="677252"/>
                </a:moveTo>
                <a:lnTo>
                  <a:pt x="1988166" y="596105"/>
                </a:lnTo>
                <a:moveTo>
                  <a:pt x="594138" y="709055"/>
                </a:moveTo>
                <a:lnTo>
                  <a:pt x="558816" y="673981"/>
                </a:lnTo>
                <a:moveTo>
                  <a:pt x="2002990" y="680668"/>
                </a:moveTo>
                <a:lnTo>
                  <a:pt x="1971686" y="762763"/>
                </a:lnTo>
                <a:moveTo>
                  <a:pt x="2209669" y="909481"/>
                </a:moveTo>
                <a:lnTo>
                  <a:pt x="2164526" y="857614"/>
                </a:lnTo>
                <a:moveTo>
                  <a:pt x="1995617" y="596703"/>
                </a:moveTo>
                <a:lnTo>
                  <a:pt x="1962776" y="677252"/>
                </a:lnTo>
                <a:moveTo>
                  <a:pt x="594138" y="709055"/>
                </a:moveTo>
                <a:lnTo>
                  <a:pt x="553325" y="698698"/>
                </a:lnTo>
                <a:moveTo>
                  <a:pt x="2222960" y="780103"/>
                </a:moveTo>
                <a:lnTo>
                  <a:pt x="2164526" y="857614"/>
                </a:lnTo>
                <a:moveTo>
                  <a:pt x="1987443" y="848000"/>
                </a:moveTo>
                <a:lnTo>
                  <a:pt x="1988254" y="764197"/>
                </a:lnTo>
                <a:moveTo>
                  <a:pt x="1988254" y="764197"/>
                </a:moveTo>
                <a:lnTo>
                  <a:pt x="1971686" y="762763"/>
                </a:lnTo>
                <a:moveTo>
                  <a:pt x="1750405" y="580590"/>
                </a:moveTo>
                <a:lnTo>
                  <a:pt x="1658369" y="490861"/>
                </a:lnTo>
                <a:moveTo>
                  <a:pt x="2138199" y="772792"/>
                </a:moveTo>
                <a:lnTo>
                  <a:pt x="2124919" y="688711"/>
                </a:lnTo>
                <a:moveTo>
                  <a:pt x="593836" y="678860"/>
                </a:moveTo>
                <a:lnTo>
                  <a:pt x="553325" y="698698"/>
                </a:lnTo>
                <a:moveTo>
                  <a:pt x="539499" y="338324"/>
                </a:moveTo>
                <a:lnTo>
                  <a:pt x="473159" y="247557"/>
                </a:lnTo>
                <a:moveTo>
                  <a:pt x="1799590" y="754838"/>
                </a:moveTo>
                <a:lnTo>
                  <a:pt x="1829213" y="751668"/>
                </a:lnTo>
                <a:moveTo>
                  <a:pt x="648402" y="513749"/>
                </a:moveTo>
                <a:lnTo>
                  <a:pt x="566821" y="590320"/>
                </a:lnTo>
                <a:moveTo>
                  <a:pt x="2083817" y="939359"/>
                </a:moveTo>
                <a:lnTo>
                  <a:pt x="2069125" y="852506"/>
                </a:lnTo>
                <a:moveTo>
                  <a:pt x="1775647" y="274555"/>
                </a:moveTo>
                <a:lnTo>
                  <a:pt x="1655865" y="297704"/>
                </a:lnTo>
                <a:moveTo>
                  <a:pt x="558919" y="254887"/>
                </a:moveTo>
                <a:lnTo>
                  <a:pt x="464222" y="227010"/>
                </a:lnTo>
                <a:moveTo>
                  <a:pt x="2085517" y="770214"/>
                </a:moveTo>
                <a:lnTo>
                  <a:pt x="2002990" y="680668"/>
                </a:lnTo>
                <a:moveTo>
                  <a:pt x="1988254" y="764197"/>
                </a:moveTo>
                <a:lnTo>
                  <a:pt x="2002990" y="680668"/>
                </a:lnTo>
                <a:moveTo>
                  <a:pt x="1641318" y="319938"/>
                </a:moveTo>
                <a:lnTo>
                  <a:pt x="1574051" y="318409"/>
                </a:lnTo>
                <a:moveTo>
                  <a:pt x="593836" y="678860"/>
                </a:moveTo>
                <a:lnTo>
                  <a:pt x="558200" y="620075"/>
                </a:lnTo>
                <a:moveTo>
                  <a:pt x="578634" y="508173"/>
                </a:moveTo>
                <a:lnTo>
                  <a:pt x="543470" y="506040"/>
                </a:lnTo>
                <a:moveTo>
                  <a:pt x="543470" y="506040"/>
                </a:moveTo>
                <a:lnTo>
                  <a:pt x="472118" y="501651"/>
                </a:lnTo>
                <a:moveTo>
                  <a:pt x="648402" y="513749"/>
                </a:moveTo>
                <a:lnTo>
                  <a:pt x="560349" y="585401"/>
                </a:lnTo>
                <a:moveTo>
                  <a:pt x="553325" y="698698"/>
                </a:moveTo>
                <a:lnTo>
                  <a:pt x="586671" y="712381"/>
                </a:lnTo>
                <a:moveTo>
                  <a:pt x="2085517" y="770214"/>
                </a:moveTo>
                <a:lnTo>
                  <a:pt x="1988254" y="764197"/>
                </a:lnTo>
                <a:moveTo>
                  <a:pt x="629979" y="597204"/>
                </a:moveTo>
                <a:lnTo>
                  <a:pt x="566821" y="590320"/>
                </a:lnTo>
                <a:moveTo>
                  <a:pt x="2204445" y="778314"/>
                </a:moveTo>
                <a:lnTo>
                  <a:pt x="2138199" y="772792"/>
                </a:lnTo>
                <a:moveTo>
                  <a:pt x="697274" y="347074"/>
                </a:moveTo>
                <a:lnTo>
                  <a:pt x="691689" y="346771"/>
                </a:lnTo>
                <a:moveTo>
                  <a:pt x="1865054" y="504671"/>
                </a:moveTo>
                <a:lnTo>
                  <a:pt x="1763119" y="580841"/>
                </a:lnTo>
                <a:moveTo>
                  <a:pt x="697274" y="347074"/>
                </a:moveTo>
                <a:lnTo>
                  <a:pt x="692977" y="355047"/>
                </a:lnTo>
                <a:moveTo>
                  <a:pt x="543470" y="506040"/>
                </a:moveTo>
                <a:lnTo>
                  <a:pt x="476707" y="417858"/>
                </a:lnTo>
                <a:moveTo>
                  <a:pt x="1946683" y="931016"/>
                </a:moveTo>
                <a:lnTo>
                  <a:pt x="1856907" y="872762"/>
                </a:lnTo>
                <a:moveTo>
                  <a:pt x="692977" y="355047"/>
                </a:moveTo>
                <a:lnTo>
                  <a:pt x="691689" y="346771"/>
                </a:lnTo>
                <a:moveTo>
                  <a:pt x="472118" y="501651"/>
                </a:moveTo>
                <a:lnTo>
                  <a:pt x="476707" y="417858"/>
                </a:lnTo>
                <a:moveTo>
                  <a:pt x="1846050" y="420477"/>
                </a:moveTo>
                <a:lnTo>
                  <a:pt x="1821728" y="330538"/>
                </a:lnTo>
                <a:moveTo>
                  <a:pt x="795028" y="270821"/>
                </a:moveTo>
                <a:lnTo>
                  <a:pt x="748505" y="264264"/>
                </a:lnTo>
                <a:moveTo>
                  <a:pt x="691689" y="346771"/>
                </a:moveTo>
                <a:lnTo>
                  <a:pt x="589075" y="256369"/>
                </a:lnTo>
                <a:moveTo>
                  <a:pt x="2124919" y="688711"/>
                </a:moveTo>
                <a:lnTo>
                  <a:pt x="2085517" y="770214"/>
                </a:lnTo>
                <a:moveTo>
                  <a:pt x="476707" y="417858"/>
                </a:moveTo>
                <a:lnTo>
                  <a:pt x="477807" y="333621"/>
                </a:lnTo>
                <a:moveTo>
                  <a:pt x="1865054" y="504671"/>
                </a:moveTo>
                <a:lnTo>
                  <a:pt x="1765476" y="497068"/>
                </a:lnTo>
                <a:moveTo>
                  <a:pt x="2002990" y="680668"/>
                </a:moveTo>
                <a:lnTo>
                  <a:pt x="1995617" y="596703"/>
                </a:lnTo>
                <a:moveTo>
                  <a:pt x="1987484" y="933526"/>
                </a:moveTo>
                <a:lnTo>
                  <a:pt x="1987443" y="848000"/>
                </a:lnTo>
                <a:moveTo>
                  <a:pt x="2097168" y="687319"/>
                </a:moveTo>
                <a:lnTo>
                  <a:pt x="2002990" y="680668"/>
                </a:lnTo>
                <a:moveTo>
                  <a:pt x="2098405" y="939646"/>
                </a:moveTo>
                <a:lnTo>
                  <a:pt x="2089199" y="943733"/>
                </a:lnTo>
                <a:moveTo>
                  <a:pt x="2085517" y="770214"/>
                </a:moveTo>
                <a:lnTo>
                  <a:pt x="2097168" y="687319"/>
                </a:lnTo>
                <a:moveTo>
                  <a:pt x="578634" y="508173"/>
                </a:moveTo>
                <a:lnTo>
                  <a:pt x="534399" y="422042"/>
                </a:lnTo>
                <a:moveTo>
                  <a:pt x="543470" y="506040"/>
                </a:moveTo>
                <a:lnTo>
                  <a:pt x="534399" y="422042"/>
                </a:lnTo>
                <a:moveTo>
                  <a:pt x="792677" y="186955"/>
                </a:moveTo>
                <a:lnTo>
                  <a:pt x="748505" y="264264"/>
                </a:lnTo>
                <a:moveTo>
                  <a:pt x="2093847" y="940028"/>
                </a:moveTo>
                <a:lnTo>
                  <a:pt x="2098405" y="939646"/>
                </a:lnTo>
                <a:moveTo>
                  <a:pt x="1590509" y="296125"/>
                </a:moveTo>
                <a:lnTo>
                  <a:pt x="1641318" y="319938"/>
                </a:lnTo>
                <a:moveTo>
                  <a:pt x="1645018" y="472669"/>
                </a:moveTo>
                <a:lnTo>
                  <a:pt x="1581393" y="443155"/>
                </a:lnTo>
                <a:moveTo>
                  <a:pt x="589075" y="256369"/>
                </a:moveTo>
                <a:lnTo>
                  <a:pt x="558919" y="254887"/>
                </a:lnTo>
                <a:moveTo>
                  <a:pt x="703675" y="432673"/>
                </a:moveTo>
                <a:lnTo>
                  <a:pt x="697274" y="347074"/>
                </a:lnTo>
                <a:moveTo>
                  <a:pt x="2124919" y="688711"/>
                </a:moveTo>
                <a:lnTo>
                  <a:pt x="2097168" y="687319"/>
                </a:lnTo>
                <a:moveTo>
                  <a:pt x="1815888" y="335114"/>
                </a:moveTo>
                <a:lnTo>
                  <a:pt x="1821728" y="330538"/>
                </a:lnTo>
                <a:moveTo>
                  <a:pt x="534399" y="422042"/>
                </a:moveTo>
                <a:lnTo>
                  <a:pt x="476707" y="417858"/>
                </a:lnTo>
                <a:moveTo>
                  <a:pt x="1992665" y="591909"/>
                </a:moveTo>
                <a:lnTo>
                  <a:pt x="1878412" y="525884"/>
                </a:lnTo>
                <a:moveTo>
                  <a:pt x="1846050" y="420477"/>
                </a:moveTo>
                <a:lnTo>
                  <a:pt x="1791423" y="413760"/>
                </a:lnTo>
                <a:moveTo>
                  <a:pt x="659816" y="430154"/>
                </a:moveTo>
                <a:lnTo>
                  <a:pt x="578634" y="508173"/>
                </a:lnTo>
                <a:moveTo>
                  <a:pt x="1995617" y="596703"/>
                </a:moveTo>
                <a:lnTo>
                  <a:pt x="1988166" y="596105"/>
                </a:lnTo>
                <a:moveTo>
                  <a:pt x="703675" y="432673"/>
                </a:moveTo>
                <a:lnTo>
                  <a:pt x="692977" y="355047"/>
                </a:lnTo>
                <a:moveTo>
                  <a:pt x="648402" y="513749"/>
                </a:moveTo>
                <a:lnTo>
                  <a:pt x="578634" y="508173"/>
                </a:lnTo>
                <a:moveTo>
                  <a:pt x="578634" y="508173"/>
                </a:moveTo>
                <a:lnTo>
                  <a:pt x="600075" y="426522"/>
                </a:lnTo>
                <a:moveTo>
                  <a:pt x="2089199" y="943733"/>
                </a:moveTo>
                <a:lnTo>
                  <a:pt x="2083817" y="939359"/>
                </a:lnTo>
                <a:moveTo>
                  <a:pt x="1878412" y="525884"/>
                </a:moveTo>
                <a:lnTo>
                  <a:pt x="1865054" y="504671"/>
                </a:lnTo>
                <a:moveTo>
                  <a:pt x="539499" y="338324"/>
                </a:moveTo>
                <a:lnTo>
                  <a:pt x="477807" y="333621"/>
                </a:lnTo>
                <a:moveTo>
                  <a:pt x="691689" y="346771"/>
                </a:moveTo>
                <a:lnTo>
                  <a:pt x="600932" y="342255"/>
                </a:lnTo>
                <a:moveTo>
                  <a:pt x="1992665" y="591909"/>
                </a:moveTo>
                <a:lnTo>
                  <a:pt x="1988166" y="596105"/>
                </a:lnTo>
                <a:moveTo>
                  <a:pt x="2093847" y="940028"/>
                </a:moveTo>
                <a:lnTo>
                  <a:pt x="2089199" y="943733"/>
                </a:lnTo>
                <a:moveTo>
                  <a:pt x="539499" y="338324"/>
                </a:moveTo>
                <a:lnTo>
                  <a:pt x="476707" y="417858"/>
                </a:lnTo>
                <a:moveTo>
                  <a:pt x="600075" y="426522"/>
                </a:moveTo>
                <a:lnTo>
                  <a:pt x="691689" y="346771"/>
                </a:lnTo>
                <a:moveTo>
                  <a:pt x="2097168" y="687319"/>
                </a:moveTo>
                <a:lnTo>
                  <a:pt x="1995617" y="596703"/>
                </a:lnTo>
                <a:moveTo>
                  <a:pt x="659816" y="430154"/>
                </a:moveTo>
                <a:lnTo>
                  <a:pt x="692977" y="355047"/>
                </a:lnTo>
                <a:moveTo>
                  <a:pt x="789626" y="438353"/>
                </a:moveTo>
                <a:lnTo>
                  <a:pt x="697274" y="347074"/>
                </a:lnTo>
                <a:moveTo>
                  <a:pt x="792677" y="186955"/>
                </a:moveTo>
                <a:lnTo>
                  <a:pt x="747062" y="180417"/>
                </a:lnTo>
                <a:moveTo>
                  <a:pt x="558200" y="620075"/>
                </a:moveTo>
                <a:lnTo>
                  <a:pt x="510289" y="590883"/>
                </a:lnTo>
                <a:moveTo>
                  <a:pt x="593836" y="678860"/>
                </a:moveTo>
                <a:lnTo>
                  <a:pt x="585907" y="648380"/>
                </a:lnTo>
                <a:moveTo>
                  <a:pt x="692977" y="355047"/>
                </a:moveTo>
                <a:lnTo>
                  <a:pt x="600075" y="426522"/>
                </a:lnTo>
                <a:moveTo>
                  <a:pt x="1995617" y="596703"/>
                </a:moveTo>
                <a:lnTo>
                  <a:pt x="1992665" y="591909"/>
                </a:lnTo>
                <a:moveTo>
                  <a:pt x="600932" y="342255"/>
                </a:moveTo>
                <a:lnTo>
                  <a:pt x="589075" y="256369"/>
                </a:lnTo>
                <a:moveTo>
                  <a:pt x="2093847" y="940028"/>
                </a:moveTo>
                <a:lnTo>
                  <a:pt x="2083817" y="939359"/>
                </a:lnTo>
                <a:moveTo>
                  <a:pt x="557830" y="590143"/>
                </a:moveTo>
                <a:lnTo>
                  <a:pt x="510289" y="590883"/>
                </a:lnTo>
                <a:moveTo>
                  <a:pt x="461909" y="264316"/>
                </a:moveTo>
                <a:lnTo>
                  <a:pt x="407318" y="247305"/>
                </a:lnTo>
                <a:moveTo>
                  <a:pt x="1557501" y="400681"/>
                </a:moveTo>
                <a:lnTo>
                  <a:pt x="1574051" y="318409"/>
                </a:lnTo>
                <a:moveTo>
                  <a:pt x="578634" y="508173"/>
                </a:moveTo>
                <a:lnTo>
                  <a:pt x="497078" y="550186"/>
                </a:lnTo>
                <a:moveTo>
                  <a:pt x="2235184" y="864163"/>
                </a:moveTo>
                <a:lnTo>
                  <a:pt x="2209669" y="909481"/>
                </a:lnTo>
                <a:moveTo>
                  <a:pt x="543470" y="506040"/>
                </a:moveTo>
                <a:lnTo>
                  <a:pt x="497078" y="550186"/>
                </a:lnTo>
                <a:moveTo>
                  <a:pt x="2124919" y="688711"/>
                </a:moveTo>
                <a:lnTo>
                  <a:pt x="2111408" y="604626"/>
                </a:lnTo>
                <a:moveTo>
                  <a:pt x="497078" y="550186"/>
                </a:moveTo>
                <a:lnTo>
                  <a:pt x="472118" y="501651"/>
                </a:lnTo>
                <a:moveTo>
                  <a:pt x="1846050" y="420477"/>
                </a:moveTo>
                <a:lnTo>
                  <a:pt x="1765476" y="497068"/>
                </a:lnTo>
                <a:moveTo>
                  <a:pt x="539499" y="338324"/>
                </a:moveTo>
                <a:lnTo>
                  <a:pt x="558919" y="254887"/>
                </a:lnTo>
                <a:moveTo>
                  <a:pt x="629979" y="597204"/>
                </a:moveTo>
                <a:lnTo>
                  <a:pt x="585907" y="648380"/>
                </a:lnTo>
                <a:moveTo>
                  <a:pt x="1987484" y="933526"/>
                </a:moveTo>
                <a:lnTo>
                  <a:pt x="1946683" y="931016"/>
                </a:lnTo>
                <a:moveTo>
                  <a:pt x="914353" y="867301"/>
                </a:moveTo>
                <a:lnTo>
                  <a:pt x="886788" y="865004"/>
                </a:lnTo>
                <a:moveTo>
                  <a:pt x="2208751" y="696004"/>
                </a:moveTo>
                <a:lnTo>
                  <a:pt x="2138199" y="772792"/>
                </a:lnTo>
                <a:moveTo>
                  <a:pt x="517754" y="216673"/>
                </a:moveTo>
                <a:lnTo>
                  <a:pt x="464222" y="227010"/>
                </a:lnTo>
                <a:moveTo>
                  <a:pt x="2235184" y="864163"/>
                </a:moveTo>
                <a:lnTo>
                  <a:pt x="2222960" y="780103"/>
                </a:lnTo>
                <a:moveTo>
                  <a:pt x="1799590" y="754838"/>
                </a:moveTo>
                <a:lnTo>
                  <a:pt x="1755278" y="664914"/>
                </a:lnTo>
                <a:moveTo>
                  <a:pt x="1655865" y="297704"/>
                </a:moveTo>
                <a:lnTo>
                  <a:pt x="1590509" y="296125"/>
                </a:lnTo>
                <a:moveTo>
                  <a:pt x="600932" y="342255"/>
                </a:moveTo>
                <a:lnTo>
                  <a:pt x="558919" y="254887"/>
                </a:lnTo>
                <a:moveTo>
                  <a:pt x="1798802" y="754207"/>
                </a:moveTo>
                <a:lnTo>
                  <a:pt x="1755278" y="664914"/>
                </a:lnTo>
                <a:moveTo>
                  <a:pt x="787407" y="354490"/>
                </a:moveTo>
                <a:lnTo>
                  <a:pt x="697274" y="347074"/>
                </a:lnTo>
                <a:moveTo>
                  <a:pt x="534399" y="422042"/>
                </a:moveTo>
                <a:lnTo>
                  <a:pt x="539499" y="338324"/>
                </a:lnTo>
                <a:moveTo>
                  <a:pt x="886788" y="865004"/>
                </a:moveTo>
                <a:lnTo>
                  <a:pt x="878276" y="781017"/>
                </a:lnTo>
                <a:moveTo>
                  <a:pt x="795028" y="270821"/>
                </a:moveTo>
                <a:lnTo>
                  <a:pt x="697274" y="347074"/>
                </a:lnTo>
                <a:moveTo>
                  <a:pt x="2109906" y="604562"/>
                </a:moveTo>
                <a:lnTo>
                  <a:pt x="1995617" y="596703"/>
                </a:lnTo>
                <a:moveTo>
                  <a:pt x="2209669" y="909481"/>
                </a:moveTo>
                <a:lnTo>
                  <a:pt x="2093847" y="940028"/>
                </a:lnTo>
                <a:moveTo>
                  <a:pt x="2111408" y="604626"/>
                </a:moveTo>
                <a:lnTo>
                  <a:pt x="2097168" y="687319"/>
                </a:lnTo>
                <a:moveTo>
                  <a:pt x="2110336" y="602804"/>
                </a:moveTo>
                <a:lnTo>
                  <a:pt x="1995617" y="596703"/>
                </a:lnTo>
                <a:moveTo>
                  <a:pt x="1750405" y="580590"/>
                </a:moveTo>
                <a:lnTo>
                  <a:pt x="1694057" y="534815"/>
                </a:lnTo>
                <a:moveTo>
                  <a:pt x="600075" y="426522"/>
                </a:moveTo>
                <a:lnTo>
                  <a:pt x="534399" y="422042"/>
                </a:lnTo>
                <a:moveTo>
                  <a:pt x="1909242" y="881734"/>
                </a:moveTo>
                <a:lnTo>
                  <a:pt x="1856907" y="872762"/>
                </a:lnTo>
                <a:moveTo>
                  <a:pt x="2097168" y="687319"/>
                </a:moveTo>
                <a:lnTo>
                  <a:pt x="2109906" y="604562"/>
                </a:lnTo>
                <a:moveTo>
                  <a:pt x="886788" y="865004"/>
                </a:moveTo>
                <a:lnTo>
                  <a:pt x="811495" y="861245"/>
                </a:lnTo>
                <a:moveTo>
                  <a:pt x="703675" y="432673"/>
                </a:moveTo>
                <a:lnTo>
                  <a:pt x="659816" y="430154"/>
                </a:lnTo>
                <a:moveTo>
                  <a:pt x="2222960" y="780103"/>
                </a:moveTo>
                <a:lnTo>
                  <a:pt x="2204445" y="778314"/>
                </a:lnTo>
                <a:moveTo>
                  <a:pt x="591969" y="762999"/>
                </a:moveTo>
                <a:lnTo>
                  <a:pt x="594138" y="709055"/>
                </a:lnTo>
                <a:moveTo>
                  <a:pt x="594138" y="709055"/>
                </a:moveTo>
                <a:lnTo>
                  <a:pt x="593836" y="678860"/>
                </a:lnTo>
                <a:moveTo>
                  <a:pt x="2110336" y="602804"/>
                </a:moveTo>
                <a:lnTo>
                  <a:pt x="1992665" y="591909"/>
                </a:lnTo>
                <a:moveTo>
                  <a:pt x="1904074" y="508058"/>
                </a:moveTo>
                <a:lnTo>
                  <a:pt x="1878412" y="525884"/>
                </a:lnTo>
                <a:moveTo>
                  <a:pt x="706434" y="517401"/>
                </a:moveTo>
                <a:lnTo>
                  <a:pt x="703675" y="432673"/>
                </a:lnTo>
                <a:moveTo>
                  <a:pt x="1581393" y="443155"/>
                </a:moveTo>
                <a:lnTo>
                  <a:pt x="1557501" y="400681"/>
                </a:lnTo>
                <a:moveTo>
                  <a:pt x="1848501" y="839621"/>
                </a:moveTo>
                <a:lnTo>
                  <a:pt x="1799590" y="754838"/>
                </a:lnTo>
                <a:moveTo>
                  <a:pt x="600932" y="342255"/>
                </a:moveTo>
                <a:lnTo>
                  <a:pt x="539499" y="338324"/>
                </a:lnTo>
                <a:moveTo>
                  <a:pt x="607786" y="680586"/>
                </a:moveTo>
                <a:lnTo>
                  <a:pt x="585907" y="648380"/>
                </a:lnTo>
                <a:moveTo>
                  <a:pt x="789626" y="438353"/>
                </a:moveTo>
                <a:lnTo>
                  <a:pt x="703675" y="432673"/>
                </a:lnTo>
                <a:moveTo>
                  <a:pt x="600075" y="426522"/>
                </a:moveTo>
                <a:lnTo>
                  <a:pt x="539499" y="338324"/>
                </a:lnTo>
                <a:moveTo>
                  <a:pt x="1694057" y="534815"/>
                </a:moveTo>
                <a:lnTo>
                  <a:pt x="1658369" y="490861"/>
                </a:lnTo>
                <a:moveTo>
                  <a:pt x="784574" y="522073"/>
                </a:moveTo>
                <a:lnTo>
                  <a:pt x="706434" y="517401"/>
                </a:lnTo>
                <a:moveTo>
                  <a:pt x="648402" y="513749"/>
                </a:moveTo>
                <a:lnTo>
                  <a:pt x="659816" y="430154"/>
                </a:lnTo>
                <a:moveTo>
                  <a:pt x="784574" y="522073"/>
                </a:moveTo>
                <a:lnTo>
                  <a:pt x="789626" y="438353"/>
                </a:lnTo>
                <a:moveTo>
                  <a:pt x="659816" y="430154"/>
                </a:moveTo>
                <a:lnTo>
                  <a:pt x="600075" y="426522"/>
                </a:lnTo>
                <a:moveTo>
                  <a:pt x="847611" y="948051"/>
                </a:moveTo>
                <a:lnTo>
                  <a:pt x="886788" y="865004"/>
                </a:lnTo>
                <a:moveTo>
                  <a:pt x="706434" y="517401"/>
                </a:moveTo>
                <a:lnTo>
                  <a:pt x="659816" y="430154"/>
                </a:lnTo>
                <a:moveTo>
                  <a:pt x="600075" y="426522"/>
                </a:moveTo>
                <a:lnTo>
                  <a:pt x="600932" y="342255"/>
                </a:lnTo>
                <a:moveTo>
                  <a:pt x="2218965" y="759546"/>
                </a:moveTo>
                <a:lnTo>
                  <a:pt x="2204445" y="778314"/>
                </a:lnTo>
                <a:moveTo>
                  <a:pt x="2235184" y="864163"/>
                </a:moveTo>
                <a:lnTo>
                  <a:pt x="2223753" y="780769"/>
                </a:lnTo>
                <a:moveTo>
                  <a:pt x="706434" y="517401"/>
                </a:moveTo>
                <a:lnTo>
                  <a:pt x="648402" y="513749"/>
                </a:lnTo>
                <a:moveTo>
                  <a:pt x="2027590" y="881714"/>
                </a:moveTo>
                <a:lnTo>
                  <a:pt x="2069125" y="852506"/>
                </a:lnTo>
                <a:moveTo>
                  <a:pt x="789626" y="438353"/>
                </a:moveTo>
                <a:lnTo>
                  <a:pt x="706434" y="517401"/>
                </a:lnTo>
                <a:moveTo>
                  <a:pt x="510289" y="590883"/>
                </a:moveTo>
                <a:lnTo>
                  <a:pt x="578634" y="508173"/>
                </a:lnTo>
                <a:moveTo>
                  <a:pt x="1710149" y="275252"/>
                </a:moveTo>
                <a:lnTo>
                  <a:pt x="1655865" y="297704"/>
                </a:lnTo>
                <a:moveTo>
                  <a:pt x="438848" y="246880"/>
                </a:moveTo>
                <a:lnTo>
                  <a:pt x="407318" y="247305"/>
                </a:lnTo>
                <a:moveTo>
                  <a:pt x="591969" y="762999"/>
                </a:moveTo>
                <a:lnTo>
                  <a:pt x="586671" y="712381"/>
                </a:lnTo>
                <a:moveTo>
                  <a:pt x="886788" y="865004"/>
                </a:moveTo>
                <a:lnTo>
                  <a:pt x="818316" y="946489"/>
                </a:lnTo>
                <a:moveTo>
                  <a:pt x="593836" y="678860"/>
                </a:moveTo>
                <a:lnTo>
                  <a:pt x="586671" y="712381"/>
                </a:lnTo>
                <a:moveTo>
                  <a:pt x="1899260" y="846262"/>
                </a:moveTo>
                <a:lnTo>
                  <a:pt x="1856907" y="872762"/>
                </a:lnTo>
                <a:moveTo>
                  <a:pt x="477807" y="333621"/>
                </a:moveTo>
                <a:lnTo>
                  <a:pt x="407318" y="247305"/>
                </a:lnTo>
                <a:moveTo>
                  <a:pt x="629979" y="597204"/>
                </a:moveTo>
                <a:lnTo>
                  <a:pt x="648402" y="513749"/>
                </a:lnTo>
                <a:moveTo>
                  <a:pt x="997509" y="872826"/>
                </a:moveTo>
                <a:lnTo>
                  <a:pt x="914353" y="867301"/>
                </a:lnTo>
                <a:moveTo>
                  <a:pt x="820649" y="524901"/>
                </a:moveTo>
                <a:lnTo>
                  <a:pt x="784574" y="522073"/>
                </a:lnTo>
                <a:moveTo>
                  <a:pt x="2111408" y="604626"/>
                </a:moveTo>
                <a:lnTo>
                  <a:pt x="2109906" y="604562"/>
                </a:lnTo>
                <a:moveTo>
                  <a:pt x="2208751" y="696004"/>
                </a:moveTo>
                <a:lnTo>
                  <a:pt x="2124919" y="688711"/>
                </a:lnTo>
                <a:moveTo>
                  <a:pt x="2111408" y="604626"/>
                </a:moveTo>
                <a:lnTo>
                  <a:pt x="2110336" y="602804"/>
                </a:lnTo>
                <a:moveTo>
                  <a:pt x="2110336" y="602804"/>
                </a:moveTo>
                <a:lnTo>
                  <a:pt x="2109906" y="604562"/>
                </a:lnTo>
                <a:moveTo>
                  <a:pt x="1904074" y="508058"/>
                </a:moveTo>
                <a:lnTo>
                  <a:pt x="1865054" y="504671"/>
                </a:lnTo>
                <a:moveTo>
                  <a:pt x="2217085" y="612349"/>
                </a:moveTo>
                <a:lnTo>
                  <a:pt x="2124919" y="688711"/>
                </a:lnTo>
                <a:moveTo>
                  <a:pt x="878276" y="781017"/>
                </a:moveTo>
                <a:lnTo>
                  <a:pt x="811495" y="861245"/>
                </a:lnTo>
                <a:moveTo>
                  <a:pt x="589075" y="256369"/>
                </a:moveTo>
                <a:lnTo>
                  <a:pt x="517754" y="216673"/>
                </a:lnTo>
                <a:moveTo>
                  <a:pt x="822001" y="609450"/>
                </a:moveTo>
                <a:lnTo>
                  <a:pt x="784574" y="522073"/>
                </a:lnTo>
                <a:moveTo>
                  <a:pt x="605383" y="712158"/>
                </a:moveTo>
                <a:lnTo>
                  <a:pt x="594138" y="709055"/>
                </a:lnTo>
                <a:moveTo>
                  <a:pt x="2027590" y="881714"/>
                </a:moveTo>
                <a:lnTo>
                  <a:pt x="1987443" y="848000"/>
                </a:lnTo>
                <a:moveTo>
                  <a:pt x="607786" y="680586"/>
                </a:moveTo>
                <a:lnTo>
                  <a:pt x="594138" y="709055"/>
                </a:lnTo>
                <a:moveTo>
                  <a:pt x="2222960" y="780103"/>
                </a:moveTo>
                <a:lnTo>
                  <a:pt x="2218965" y="759546"/>
                </a:lnTo>
                <a:moveTo>
                  <a:pt x="477807" y="333621"/>
                </a:moveTo>
                <a:lnTo>
                  <a:pt x="411712" y="332241"/>
                </a:lnTo>
                <a:moveTo>
                  <a:pt x="605383" y="712158"/>
                </a:moveTo>
                <a:lnTo>
                  <a:pt x="591969" y="762999"/>
                </a:lnTo>
                <a:moveTo>
                  <a:pt x="476707" y="417858"/>
                </a:moveTo>
                <a:lnTo>
                  <a:pt x="411712" y="332241"/>
                </a:lnTo>
                <a:moveTo>
                  <a:pt x="607786" y="680586"/>
                </a:moveTo>
                <a:lnTo>
                  <a:pt x="593836" y="678860"/>
                </a:lnTo>
                <a:moveTo>
                  <a:pt x="789626" y="438353"/>
                </a:moveTo>
                <a:lnTo>
                  <a:pt x="787407" y="354490"/>
                </a:lnTo>
                <a:moveTo>
                  <a:pt x="1865054" y="504671"/>
                </a:moveTo>
                <a:lnTo>
                  <a:pt x="1846050" y="420477"/>
                </a:lnTo>
                <a:moveTo>
                  <a:pt x="1952498" y="512034"/>
                </a:moveTo>
                <a:lnTo>
                  <a:pt x="1878412" y="525884"/>
                </a:lnTo>
                <a:moveTo>
                  <a:pt x="472118" y="501651"/>
                </a:moveTo>
                <a:lnTo>
                  <a:pt x="414064" y="416917"/>
                </a:lnTo>
                <a:moveTo>
                  <a:pt x="2208751" y="696004"/>
                </a:moveTo>
                <a:lnTo>
                  <a:pt x="2204445" y="778314"/>
                </a:lnTo>
                <a:moveTo>
                  <a:pt x="1899260" y="846262"/>
                </a:moveTo>
                <a:lnTo>
                  <a:pt x="1848501" y="839621"/>
                </a:lnTo>
                <a:moveTo>
                  <a:pt x="1815888" y="335114"/>
                </a:moveTo>
                <a:lnTo>
                  <a:pt x="1775647" y="274555"/>
                </a:lnTo>
                <a:moveTo>
                  <a:pt x="878276" y="781017"/>
                </a:moveTo>
                <a:lnTo>
                  <a:pt x="877234" y="697177"/>
                </a:lnTo>
                <a:moveTo>
                  <a:pt x="558919" y="254887"/>
                </a:moveTo>
                <a:lnTo>
                  <a:pt x="517754" y="216673"/>
                </a:lnTo>
                <a:moveTo>
                  <a:pt x="1775647" y="274555"/>
                </a:moveTo>
                <a:lnTo>
                  <a:pt x="1710149" y="275252"/>
                </a:lnTo>
                <a:moveTo>
                  <a:pt x="745335" y="605118"/>
                </a:moveTo>
                <a:lnTo>
                  <a:pt x="784574" y="522073"/>
                </a:lnTo>
                <a:moveTo>
                  <a:pt x="476707" y="417858"/>
                </a:moveTo>
                <a:lnTo>
                  <a:pt x="414064" y="416917"/>
                </a:lnTo>
                <a:moveTo>
                  <a:pt x="878276" y="781017"/>
                </a:moveTo>
                <a:lnTo>
                  <a:pt x="820532" y="778017"/>
                </a:lnTo>
                <a:moveTo>
                  <a:pt x="784574" y="522073"/>
                </a:moveTo>
                <a:lnTo>
                  <a:pt x="721254" y="603662"/>
                </a:lnTo>
                <a:moveTo>
                  <a:pt x="2223753" y="780769"/>
                </a:moveTo>
                <a:lnTo>
                  <a:pt x="2222960" y="780103"/>
                </a:lnTo>
                <a:moveTo>
                  <a:pt x="2237220" y="866859"/>
                </a:moveTo>
                <a:lnTo>
                  <a:pt x="2235184" y="864163"/>
                </a:lnTo>
                <a:moveTo>
                  <a:pt x="597964" y="848139"/>
                </a:moveTo>
                <a:lnTo>
                  <a:pt x="591655" y="847907"/>
                </a:lnTo>
                <a:moveTo>
                  <a:pt x="605383" y="712158"/>
                </a:moveTo>
                <a:lnTo>
                  <a:pt x="586671" y="712381"/>
                </a:lnTo>
                <a:moveTo>
                  <a:pt x="597964" y="848139"/>
                </a:moveTo>
                <a:lnTo>
                  <a:pt x="602852" y="764384"/>
                </a:lnTo>
                <a:moveTo>
                  <a:pt x="811495" y="861245"/>
                </a:moveTo>
                <a:lnTo>
                  <a:pt x="820532" y="778017"/>
                </a:lnTo>
                <a:moveTo>
                  <a:pt x="721254" y="603662"/>
                </a:moveTo>
                <a:lnTo>
                  <a:pt x="648402" y="513749"/>
                </a:lnTo>
                <a:moveTo>
                  <a:pt x="822001" y="609450"/>
                </a:moveTo>
                <a:lnTo>
                  <a:pt x="820649" y="524901"/>
                </a:lnTo>
                <a:moveTo>
                  <a:pt x="607786" y="680586"/>
                </a:moveTo>
                <a:lnTo>
                  <a:pt x="629979" y="597204"/>
                </a:lnTo>
                <a:moveTo>
                  <a:pt x="818316" y="946489"/>
                </a:moveTo>
                <a:lnTo>
                  <a:pt x="811495" y="861245"/>
                </a:lnTo>
                <a:moveTo>
                  <a:pt x="892497" y="613659"/>
                </a:moveTo>
                <a:lnTo>
                  <a:pt x="822001" y="609450"/>
                </a:lnTo>
                <a:moveTo>
                  <a:pt x="721254" y="603662"/>
                </a:moveTo>
                <a:lnTo>
                  <a:pt x="706434" y="517401"/>
                </a:lnTo>
                <a:moveTo>
                  <a:pt x="1590509" y="296125"/>
                </a:moveTo>
                <a:lnTo>
                  <a:pt x="1574051" y="318409"/>
                </a:lnTo>
                <a:moveTo>
                  <a:pt x="877234" y="697177"/>
                </a:moveTo>
                <a:lnTo>
                  <a:pt x="892497" y="613659"/>
                </a:lnTo>
                <a:moveTo>
                  <a:pt x="1946683" y="931016"/>
                </a:moveTo>
                <a:lnTo>
                  <a:pt x="1909242" y="881734"/>
                </a:lnTo>
                <a:moveTo>
                  <a:pt x="1992665" y="591909"/>
                </a:moveTo>
                <a:lnTo>
                  <a:pt x="1952498" y="512034"/>
                </a:lnTo>
                <a:moveTo>
                  <a:pt x="2223753" y="780769"/>
                </a:moveTo>
                <a:lnTo>
                  <a:pt x="2218965" y="759546"/>
                </a:lnTo>
                <a:moveTo>
                  <a:pt x="593836" y="678860"/>
                </a:moveTo>
                <a:lnTo>
                  <a:pt x="510289" y="590883"/>
                </a:lnTo>
                <a:moveTo>
                  <a:pt x="602852" y="764384"/>
                </a:moveTo>
                <a:lnTo>
                  <a:pt x="605383" y="712158"/>
                </a:lnTo>
                <a:moveTo>
                  <a:pt x="1642116" y="494636"/>
                </a:moveTo>
                <a:lnTo>
                  <a:pt x="1645018" y="472669"/>
                </a:lnTo>
                <a:moveTo>
                  <a:pt x="787407" y="354490"/>
                </a:moveTo>
                <a:lnTo>
                  <a:pt x="795028" y="270821"/>
                </a:lnTo>
                <a:moveTo>
                  <a:pt x="721254" y="603662"/>
                </a:moveTo>
                <a:lnTo>
                  <a:pt x="629979" y="597204"/>
                </a:lnTo>
                <a:moveTo>
                  <a:pt x="602852" y="764384"/>
                </a:moveTo>
                <a:lnTo>
                  <a:pt x="607786" y="680586"/>
                </a:lnTo>
                <a:moveTo>
                  <a:pt x="847611" y="948051"/>
                </a:moveTo>
                <a:lnTo>
                  <a:pt x="818316" y="946489"/>
                </a:lnTo>
                <a:moveTo>
                  <a:pt x="877234" y="697177"/>
                </a:moveTo>
                <a:lnTo>
                  <a:pt x="820532" y="778017"/>
                </a:lnTo>
                <a:moveTo>
                  <a:pt x="2217085" y="612349"/>
                </a:moveTo>
                <a:lnTo>
                  <a:pt x="2111408" y="604626"/>
                </a:lnTo>
                <a:moveTo>
                  <a:pt x="2079483" y="520177"/>
                </a:moveTo>
                <a:lnTo>
                  <a:pt x="1992665" y="591909"/>
                </a:lnTo>
                <a:moveTo>
                  <a:pt x="1754824" y="610425"/>
                </a:moveTo>
                <a:lnTo>
                  <a:pt x="1727558" y="584037"/>
                </a:lnTo>
                <a:moveTo>
                  <a:pt x="587053" y="763997"/>
                </a:moveTo>
                <a:lnTo>
                  <a:pt x="586671" y="712381"/>
                </a:lnTo>
                <a:moveTo>
                  <a:pt x="607786" y="680586"/>
                </a:moveTo>
                <a:lnTo>
                  <a:pt x="605383" y="712158"/>
                </a:lnTo>
                <a:moveTo>
                  <a:pt x="892497" y="613659"/>
                </a:moveTo>
                <a:lnTo>
                  <a:pt x="826612" y="694413"/>
                </a:lnTo>
                <a:moveTo>
                  <a:pt x="947997" y="912571"/>
                </a:moveTo>
                <a:lnTo>
                  <a:pt x="886788" y="865004"/>
                </a:lnTo>
                <a:moveTo>
                  <a:pt x="1543458" y="403232"/>
                </a:moveTo>
                <a:lnTo>
                  <a:pt x="1557501" y="400681"/>
                </a:lnTo>
                <a:moveTo>
                  <a:pt x="597964" y="848139"/>
                </a:moveTo>
                <a:lnTo>
                  <a:pt x="587053" y="763997"/>
                </a:lnTo>
                <a:moveTo>
                  <a:pt x="885756" y="529707"/>
                </a:moveTo>
                <a:lnTo>
                  <a:pt x="820649" y="524901"/>
                </a:lnTo>
                <a:moveTo>
                  <a:pt x="2218965" y="759546"/>
                </a:moveTo>
                <a:lnTo>
                  <a:pt x="2208751" y="696004"/>
                </a:lnTo>
                <a:moveTo>
                  <a:pt x="826612" y="694413"/>
                </a:moveTo>
                <a:lnTo>
                  <a:pt x="822001" y="609450"/>
                </a:lnTo>
                <a:moveTo>
                  <a:pt x="892497" y="613659"/>
                </a:moveTo>
                <a:lnTo>
                  <a:pt x="885756" y="529707"/>
                </a:lnTo>
                <a:moveTo>
                  <a:pt x="822001" y="609450"/>
                </a:moveTo>
                <a:lnTo>
                  <a:pt x="745335" y="605118"/>
                </a:lnTo>
                <a:moveTo>
                  <a:pt x="2083817" y="939359"/>
                </a:moveTo>
                <a:lnTo>
                  <a:pt x="2027590" y="881714"/>
                </a:lnTo>
                <a:moveTo>
                  <a:pt x="1755388" y="670147"/>
                </a:moveTo>
                <a:lnTo>
                  <a:pt x="1755278" y="664914"/>
                </a:lnTo>
                <a:moveTo>
                  <a:pt x="877234" y="697177"/>
                </a:moveTo>
                <a:lnTo>
                  <a:pt x="826612" y="694413"/>
                </a:lnTo>
                <a:moveTo>
                  <a:pt x="610909" y="934162"/>
                </a:moveTo>
                <a:lnTo>
                  <a:pt x="597964" y="848139"/>
                </a:lnTo>
                <a:moveTo>
                  <a:pt x="591655" y="847907"/>
                </a:moveTo>
                <a:lnTo>
                  <a:pt x="587053" y="763997"/>
                </a:lnTo>
                <a:moveTo>
                  <a:pt x="820532" y="778017"/>
                </a:moveTo>
                <a:lnTo>
                  <a:pt x="826612" y="694413"/>
                </a:lnTo>
                <a:moveTo>
                  <a:pt x="2237220" y="866859"/>
                </a:moveTo>
                <a:lnTo>
                  <a:pt x="2209669" y="909481"/>
                </a:lnTo>
                <a:moveTo>
                  <a:pt x="602852" y="764384"/>
                </a:moveTo>
                <a:lnTo>
                  <a:pt x="587053" y="763997"/>
                </a:lnTo>
                <a:moveTo>
                  <a:pt x="2110336" y="602804"/>
                </a:moveTo>
                <a:lnTo>
                  <a:pt x="2133995" y="523249"/>
                </a:lnTo>
                <a:moveTo>
                  <a:pt x="1631375" y="490094"/>
                </a:moveTo>
                <a:lnTo>
                  <a:pt x="1645018" y="472669"/>
                </a:lnTo>
                <a:moveTo>
                  <a:pt x="1727558" y="584037"/>
                </a:moveTo>
                <a:lnTo>
                  <a:pt x="1750405" y="580590"/>
                </a:lnTo>
                <a:moveTo>
                  <a:pt x="2027590" y="881714"/>
                </a:moveTo>
                <a:lnTo>
                  <a:pt x="1987484" y="933526"/>
                </a:lnTo>
                <a:moveTo>
                  <a:pt x="885756" y="529707"/>
                </a:moveTo>
                <a:lnTo>
                  <a:pt x="822001" y="609450"/>
                </a:lnTo>
                <a:moveTo>
                  <a:pt x="811495" y="861245"/>
                </a:moveTo>
                <a:lnTo>
                  <a:pt x="723786" y="857115"/>
                </a:lnTo>
                <a:moveTo>
                  <a:pt x="2027590" y="881714"/>
                </a:moveTo>
                <a:lnTo>
                  <a:pt x="1946683" y="931016"/>
                </a:lnTo>
                <a:moveTo>
                  <a:pt x="510289" y="590883"/>
                </a:moveTo>
                <a:lnTo>
                  <a:pt x="497078" y="550186"/>
                </a:lnTo>
                <a:moveTo>
                  <a:pt x="847611" y="948051"/>
                </a:moveTo>
                <a:lnTo>
                  <a:pt x="824950" y="988394"/>
                </a:lnTo>
                <a:moveTo>
                  <a:pt x="728345" y="637708"/>
                </a:moveTo>
                <a:lnTo>
                  <a:pt x="629979" y="597204"/>
                </a:lnTo>
                <a:moveTo>
                  <a:pt x="587053" y="763997"/>
                </a:moveTo>
                <a:lnTo>
                  <a:pt x="605383" y="712158"/>
                </a:lnTo>
                <a:moveTo>
                  <a:pt x="701947" y="855721"/>
                </a:moveTo>
                <a:lnTo>
                  <a:pt x="597964" y="848139"/>
                </a:lnTo>
                <a:moveTo>
                  <a:pt x="1811061" y="335968"/>
                </a:moveTo>
                <a:lnTo>
                  <a:pt x="1775647" y="274555"/>
                </a:lnTo>
                <a:moveTo>
                  <a:pt x="2223753" y="780769"/>
                </a:moveTo>
                <a:lnTo>
                  <a:pt x="2208751" y="696004"/>
                </a:lnTo>
                <a:moveTo>
                  <a:pt x="2039179" y="518215"/>
                </a:moveTo>
                <a:lnTo>
                  <a:pt x="1992665" y="591909"/>
                </a:lnTo>
                <a:moveTo>
                  <a:pt x="795028" y="270821"/>
                </a:moveTo>
                <a:lnTo>
                  <a:pt x="792677" y="186955"/>
                </a:lnTo>
                <a:moveTo>
                  <a:pt x="929461" y="955304"/>
                </a:moveTo>
                <a:lnTo>
                  <a:pt x="886788" y="865004"/>
                </a:lnTo>
                <a:moveTo>
                  <a:pt x="453192" y="202277"/>
                </a:moveTo>
                <a:lnTo>
                  <a:pt x="464222" y="227010"/>
                </a:lnTo>
                <a:moveTo>
                  <a:pt x="2110336" y="602804"/>
                </a:moveTo>
                <a:lnTo>
                  <a:pt x="2079483" y="520177"/>
                </a:lnTo>
                <a:moveTo>
                  <a:pt x="435129" y="503904"/>
                </a:moveTo>
                <a:lnTo>
                  <a:pt x="472118" y="501651"/>
                </a:lnTo>
                <a:moveTo>
                  <a:pt x="824950" y="988394"/>
                </a:moveTo>
                <a:lnTo>
                  <a:pt x="818316" y="946489"/>
                </a:lnTo>
                <a:moveTo>
                  <a:pt x="745335" y="605118"/>
                </a:moveTo>
                <a:lnTo>
                  <a:pt x="721254" y="603662"/>
                </a:lnTo>
                <a:moveTo>
                  <a:pt x="947997" y="912571"/>
                </a:moveTo>
                <a:lnTo>
                  <a:pt x="914353" y="867301"/>
                </a:lnTo>
                <a:moveTo>
                  <a:pt x="2210787" y="528405"/>
                </a:moveTo>
                <a:lnTo>
                  <a:pt x="2111408" y="604626"/>
                </a:lnTo>
                <a:moveTo>
                  <a:pt x="948432" y="788040"/>
                </a:moveTo>
                <a:lnTo>
                  <a:pt x="886788" y="865004"/>
                </a:lnTo>
                <a:moveTo>
                  <a:pt x="2210787" y="528405"/>
                </a:moveTo>
                <a:lnTo>
                  <a:pt x="2110336" y="602804"/>
                </a:lnTo>
                <a:moveTo>
                  <a:pt x="1642116" y="494636"/>
                </a:moveTo>
                <a:lnTo>
                  <a:pt x="1658369" y="490861"/>
                </a:lnTo>
                <a:moveTo>
                  <a:pt x="2143589" y="919581"/>
                </a:moveTo>
                <a:lnTo>
                  <a:pt x="2083817" y="939359"/>
                </a:lnTo>
                <a:moveTo>
                  <a:pt x="2143589" y="919581"/>
                </a:moveTo>
                <a:lnTo>
                  <a:pt x="2093847" y="940028"/>
                </a:lnTo>
                <a:moveTo>
                  <a:pt x="1799590" y="754838"/>
                </a:moveTo>
                <a:lnTo>
                  <a:pt x="1798802" y="754207"/>
                </a:lnTo>
                <a:moveTo>
                  <a:pt x="1952498" y="512034"/>
                </a:moveTo>
                <a:lnTo>
                  <a:pt x="1904074" y="508058"/>
                </a:lnTo>
                <a:moveTo>
                  <a:pt x="811495" y="861245"/>
                </a:moveTo>
                <a:lnTo>
                  <a:pt x="733538" y="773979"/>
                </a:lnTo>
                <a:moveTo>
                  <a:pt x="818316" y="946489"/>
                </a:moveTo>
                <a:lnTo>
                  <a:pt x="723786" y="857115"/>
                </a:lnTo>
                <a:moveTo>
                  <a:pt x="701645" y="771895"/>
                </a:moveTo>
                <a:lnTo>
                  <a:pt x="597964" y="848139"/>
                </a:lnTo>
                <a:moveTo>
                  <a:pt x="954554" y="806799"/>
                </a:moveTo>
                <a:lnTo>
                  <a:pt x="914353" y="867301"/>
                </a:lnTo>
                <a:moveTo>
                  <a:pt x="1741985" y="614884"/>
                </a:moveTo>
                <a:lnTo>
                  <a:pt x="1754824" y="610425"/>
                </a:lnTo>
                <a:moveTo>
                  <a:pt x="707855" y="688199"/>
                </a:moveTo>
                <a:lnTo>
                  <a:pt x="629979" y="597204"/>
                </a:lnTo>
                <a:moveTo>
                  <a:pt x="997509" y="872826"/>
                </a:moveTo>
                <a:lnTo>
                  <a:pt x="947997" y="912571"/>
                </a:lnTo>
                <a:moveTo>
                  <a:pt x="2208751" y="696004"/>
                </a:moveTo>
                <a:lnTo>
                  <a:pt x="2217085" y="612349"/>
                </a:lnTo>
                <a:moveTo>
                  <a:pt x="1543458" y="403232"/>
                </a:moveTo>
                <a:lnTo>
                  <a:pt x="1574051" y="318409"/>
                </a:lnTo>
                <a:moveTo>
                  <a:pt x="2237220" y="866859"/>
                </a:moveTo>
                <a:lnTo>
                  <a:pt x="2223753" y="780769"/>
                </a:lnTo>
                <a:moveTo>
                  <a:pt x="1741985" y="614884"/>
                </a:moveTo>
                <a:lnTo>
                  <a:pt x="1755278" y="664914"/>
                </a:lnTo>
                <a:moveTo>
                  <a:pt x="701645" y="771895"/>
                </a:moveTo>
                <a:lnTo>
                  <a:pt x="602852" y="764384"/>
                </a:lnTo>
                <a:moveTo>
                  <a:pt x="1865111" y="761769"/>
                </a:moveTo>
                <a:lnTo>
                  <a:pt x="1848501" y="839621"/>
                </a:lnTo>
                <a:moveTo>
                  <a:pt x="745335" y="605118"/>
                </a:moveTo>
                <a:lnTo>
                  <a:pt x="728345" y="637708"/>
                </a:lnTo>
                <a:moveTo>
                  <a:pt x="728345" y="637708"/>
                </a:moveTo>
                <a:lnTo>
                  <a:pt x="721254" y="603662"/>
                </a:lnTo>
                <a:moveTo>
                  <a:pt x="1550507" y="319552"/>
                </a:moveTo>
                <a:lnTo>
                  <a:pt x="1574051" y="318409"/>
                </a:lnTo>
                <a:moveTo>
                  <a:pt x="1846050" y="420477"/>
                </a:moveTo>
                <a:lnTo>
                  <a:pt x="1815888" y="335114"/>
                </a:lnTo>
                <a:moveTo>
                  <a:pt x="818316" y="946489"/>
                </a:moveTo>
                <a:lnTo>
                  <a:pt x="727793" y="942002"/>
                </a:lnTo>
                <a:moveTo>
                  <a:pt x="701645" y="771895"/>
                </a:moveTo>
                <a:lnTo>
                  <a:pt x="607786" y="680586"/>
                </a:lnTo>
                <a:moveTo>
                  <a:pt x="2209669" y="909481"/>
                </a:moveTo>
                <a:lnTo>
                  <a:pt x="2143589" y="919581"/>
                </a:lnTo>
                <a:moveTo>
                  <a:pt x="948432" y="788040"/>
                </a:moveTo>
                <a:lnTo>
                  <a:pt x="914353" y="867301"/>
                </a:lnTo>
                <a:moveTo>
                  <a:pt x="997509" y="872826"/>
                </a:moveTo>
                <a:lnTo>
                  <a:pt x="954554" y="806799"/>
                </a:lnTo>
                <a:moveTo>
                  <a:pt x="820532" y="778017"/>
                </a:moveTo>
                <a:lnTo>
                  <a:pt x="733538" y="773979"/>
                </a:lnTo>
                <a:moveTo>
                  <a:pt x="591655" y="847907"/>
                </a:moveTo>
                <a:lnTo>
                  <a:pt x="519663" y="845206"/>
                </a:lnTo>
                <a:moveTo>
                  <a:pt x="701947" y="855721"/>
                </a:moveTo>
                <a:lnTo>
                  <a:pt x="610909" y="934162"/>
                </a:lnTo>
                <a:moveTo>
                  <a:pt x="1710149" y="275252"/>
                </a:moveTo>
                <a:lnTo>
                  <a:pt x="1590509" y="296125"/>
                </a:lnTo>
                <a:moveTo>
                  <a:pt x="411712" y="332241"/>
                </a:moveTo>
                <a:lnTo>
                  <a:pt x="407318" y="247305"/>
                </a:lnTo>
                <a:moveTo>
                  <a:pt x="707855" y="688199"/>
                </a:moveTo>
                <a:lnTo>
                  <a:pt x="607786" y="680586"/>
                </a:lnTo>
                <a:moveTo>
                  <a:pt x="738737" y="690263"/>
                </a:moveTo>
                <a:lnTo>
                  <a:pt x="822001" y="609450"/>
                </a:lnTo>
                <a:moveTo>
                  <a:pt x="948432" y="788040"/>
                </a:moveTo>
                <a:lnTo>
                  <a:pt x="878276" y="781017"/>
                </a:lnTo>
                <a:moveTo>
                  <a:pt x="453192" y="202277"/>
                </a:moveTo>
                <a:lnTo>
                  <a:pt x="438848" y="246880"/>
                </a:lnTo>
                <a:moveTo>
                  <a:pt x="820532" y="778017"/>
                </a:moveTo>
                <a:lnTo>
                  <a:pt x="738737" y="690263"/>
                </a:lnTo>
                <a:moveTo>
                  <a:pt x="593836" y="678860"/>
                </a:moveTo>
                <a:lnTo>
                  <a:pt x="536273" y="678565"/>
                </a:lnTo>
                <a:moveTo>
                  <a:pt x="723786" y="857115"/>
                </a:moveTo>
                <a:lnTo>
                  <a:pt x="701947" y="855721"/>
                </a:lnTo>
                <a:moveTo>
                  <a:pt x="856369" y="481597"/>
                </a:moveTo>
                <a:lnTo>
                  <a:pt x="820649" y="524901"/>
                </a:lnTo>
                <a:moveTo>
                  <a:pt x="1581393" y="443155"/>
                </a:moveTo>
                <a:lnTo>
                  <a:pt x="1543458" y="403232"/>
                </a:lnTo>
                <a:moveTo>
                  <a:pt x="683138" y="939169"/>
                </a:moveTo>
                <a:lnTo>
                  <a:pt x="610909" y="934162"/>
                </a:lnTo>
                <a:moveTo>
                  <a:pt x="1846050" y="420477"/>
                </a:moveTo>
                <a:lnTo>
                  <a:pt x="1824017" y="347492"/>
                </a:lnTo>
                <a:moveTo>
                  <a:pt x="526456" y="930447"/>
                </a:moveTo>
                <a:lnTo>
                  <a:pt x="597964" y="848139"/>
                </a:lnTo>
                <a:moveTo>
                  <a:pt x="1933819" y="485313"/>
                </a:moveTo>
                <a:lnTo>
                  <a:pt x="1904074" y="508058"/>
                </a:lnTo>
                <a:moveTo>
                  <a:pt x="929461" y="955304"/>
                </a:moveTo>
                <a:lnTo>
                  <a:pt x="847611" y="948051"/>
                </a:lnTo>
                <a:moveTo>
                  <a:pt x="2217085" y="612349"/>
                </a:moveTo>
                <a:lnTo>
                  <a:pt x="2210787" y="528405"/>
                </a:lnTo>
                <a:moveTo>
                  <a:pt x="826612" y="694413"/>
                </a:moveTo>
                <a:lnTo>
                  <a:pt x="738737" y="690263"/>
                </a:lnTo>
                <a:moveTo>
                  <a:pt x="738737" y="690263"/>
                </a:moveTo>
                <a:lnTo>
                  <a:pt x="745335" y="605118"/>
                </a:lnTo>
                <a:moveTo>
                  <a:pt x="587501" y="177271"/>
                </a:moveTo>
                <a:lnTo>
                  <a:pt x="589075" y="256369"/>
                </a:lnTo>
                <a:moveTo>
                  <a:pt x="683138" y="939169"/>
                </a:moveTo>
                <a:lnTo>
                  <a:pt x="701947" y="855721"/>
                </a:lnTo>
                <a:moveTo>
                  <a:pt x="591655" y="847907"/>
                </a:moveTo>
                <a:lnTo>
                  <a:pt x="526424" y="929977"/>
                </a:lnTo>
                <a:moveTo>
                  <a:pt x="526456" y="930447"/>
                </a:moveTo>
                <a:lnTo>
                  <a:pt x="591655" y="847907"/>
                </a:lnTo>
                <a:moveTo>
                  <a:pt x="534470" y="762712"/>
                </a:moveTo>
                <a:lnTo>
                  <a:pt x="586671" y="712381"/>
                </a:lnTo>
                <a:moveTo>
                  <a:pt x="536273" y="678565"/>
                </a:moveTo>
                <a:lnTo>
                  <a:pt x="586671" y="712381"/>
                </a:lnTo>
                <a:moveTo>
                  <a:pt x="727793" y="942002"/>
                </a:moveTo>
                <a:lnTo>
                  <a:pt x="701947" y="855721"/>
                </a:lnTo>
                <a:moveTo>
                  <a:pt x="727793" y="942002"/>
                </a:moveTo>
                <a:lnTo>
                  <a:pt x="723786" y="857115"/>
                </a:lnTo>
                <a:moveTo>
                  <a:pt x="587053" y="763997"/>
                </a:moveTo>
                <a:lnTo>
                  <a:pt x="519663" y="845206"/>
                </a:lnTo>
                <a:moveTo>
                  <a:pt x="701947" y="855721"/>
                </a:moveTo>
                <a:lnTo>
                  <a:pt x="701645" y="771895"/>
                </a:lnTo>
                <a:moveTo>
                  <a:pt x="2133995" y="523249"/>
                </a:moveTo>
                <a:lnTo>
                  <a:pt x="2079483" y="520177"/>
                </a:lnTo>
                <a:moveTo>
                  <a:pt x="723786" y="857115"/>
                </a:moveTo>
                <a:lnTo>
                  <a:pt x="701645" y="771895"/>
                </a:lnTo>
                <a:moveTo>
                  <a:pt x="414064" y="416917"/>
                </a:moveTo>
                <a:lnTo>
                  <a:pt x="411712" y="332241"/>
                </a:lnTo>
                <a:moveTo>
                  <a:pt x="1909242" y="881734"/>
                </a:moveTo>
                <a:lnTo>
                  <a:pt x="1899260" y="846262"/>
                </a:lnTo>
                <a:moveTo>
                  <a:pt x="2210787" y="528405"/>
                </a:moveTo>
                <a:lnTo>
                  <a:pt x="2133995" y="523249"/>
                </a:lnTo>
                <a:moveTo>
                  <a:pt x="723786" y="857115"/>
                </a:moveTo>
                <a:lnTo>
                  <a:pt x="733538" y="773979"/>
                </a:lnTo>
                <a:moveTo>
                  <a:pt x="2027590" y="881714"/>
                </a:moveTo>
                <a:lnTo>
                  <a:pt x="1909242" y="881734"/>
                </a:lnTo>
                <a:moveTo>
                  <a:pt x="1550507" y="319552"/>
                </a:moveTo>
                <a:lnTo>
                  <a:pt x="1590509" y="296125"/>
                </a:lnTo>
                <a:moveTo>
                  <a:pt x="707855" y="688199"/>
                </a:moveTo>
                <a:lnTo>
                  <a:pt x="728345" y="637708"/>
                </a:lnTo>
                <a:moveTo>
                  <a:pt x="497078" y="550186"/>
                </a:moveTo>
                <a:lnTo>
                  <a:pt x="435129" y="503904"/>
                </a:lnTo>
                <a:moveTo>
                  <a:pt x="727793" y="942002"/>
                </a:moveTo>
                <a:lnTo>
                  <a:pt x="683138" y="939169"/>
                </a:lnTo>
                <a:moveTo>
                  <a:pt x="829678" y="444782"/>
                </a:moveTo>
                <a:lnTo>
                  <a:pt x="784574" y="522073"/>
                </a:lnTo>
                <a:moveTo>
                  <a:pt x="497078" y="550186"/>
                </a:moveTo>
                <a:lnTo>
                  <a:pt x="434875" y="503941"/>
                </a:lnTo>
                <a:moveTo>
                  <a:pt x="742961" y="1028308"/>
                </a:moveTo>
                <a:lnTo>
                  <a:pt x="818316" y="946489"/>
                </a:lnTo>
                <a:moveTo>
                  <a:pt x="885756" y="529707"/>
                </a:moveTo>
                <a:lnTo>
                  <a:pt x="856369" y="481597"/>
                </a:lnTo>
                <a:moveTo>
                  <a:pt x="738737" y="690263"/>
                </a:moveTo>
                <a:lnTo>
                  <a:pt x="728345" y="637708"/>
                </a:lnTo>
                <a:moveTo>
                  <a:pt x="953933" y="620510"/>
                </a:moveTo>
                <a:lnTo>
                  <a:pt x="892497" y="613659"/>
                </a:lnTo>
                <a:moveTo>
                  <a:pt x="1909242" y="881734"/>
                </a:moveTo>
                <a:lnTo>
                  <a:pt x="1924925" y="848218"/>
                </a:lnTo>
                <a:moveTo>
                  <a:pt x="935957" y="703975"/>
                </a:moveTo>
                <a:lnTo>
                  <a:pt x="878276" y="781017"/>
                </a:lnTo>
                <a:moveTo>
                  <a:pt x="1824017" y="347492"/>
                </a:moveTo>
                <a:lnTo>
                  <a:pt x="1815888" y="335114"/>
                </a:lnTo>
                <a:moveTo>
                  <a:pt x="829678" y="444782"/>
                </a:moveTo>
                <a:lnTo>
                  <a:pt x="789626" y="438353"/>
                </a:lnTo>
                <a:moveTo>
                  <a:pt x="733538" y="773979"/>
                </a:moveTo>
                <a:lnTo>
                  <a:pt x="701645" y="771895"/>
                </a:lnTo>
                <a:moveTo>
                  <a:pt x="783997" y="1030616"/>
                </a:moveTo>
                <a:lnTo>
                  <a:pt x="824950" y="988394"/>
                </a:lnTo>
                <a:moveTo>
                  <a:pt x="2039179" y="518215"/>
                </a:moveTo>
                <a:lnTo>
                  <a:pt x="1952498" y="512034"/>
                </a:lnTo>
                <a:moveTo>
                  <a:pt x="953933" y="620510"/>
                </a:moveTo>
                <a:lnTo>
                  <a:pt x="877234" y="697177"/>
                </a:lnTo>
                <a:moveTo>
                  <a:pt x="701645" y="771895"/>
                </a:moveTo>
                <a:lnTo>
                  <a:pt x="707855" y="688199"/>
                </a:lnTo>
                <a:moveTo>
                  <a:pt x="1760521" y="315897"/>
                </a:moveTo>
                <a:lnTo>
                  <a:pt x="1775647" y="274555"/>
                </a:lnTo>
                <a:moveTo>
                  <a:pt x="610909" y="934162"/>
                </a:moveTo>
                <a:lnTo>
                  <a:pt x="526456" y="930447"/>
                </a:lnTo>
                <a:moveTo>
                  <a:pt x="1952498" y="512034"/>
                </a:moveTo>
                <a:lnTo>
                  <a:pt x="1933819" y="485313"/>
                </a:lnTo>
                <a:moveTo>
                  <a:pt x="733538" y="773979"/>
                </a:moveTo>
                <a:lnTo>
                  <a:pt x="707855" y="688199"/>
                </a:lnTo>
                <a:moveTo>
                  <a:pt x="792677" y="186955"/>
                </a:moveTo>
                <a:lnTo>
                  <a:pt x="760231" y="123376"/>
                </a:lnTo>
                <a:moveTo>
                  <a:pt x="824950" y="988394"/>
                </a:moveTo>
                <a:lnTo>
                  <a:pt x="742961" y="1028308"/>
                </a:lnTo>
                <a:moveTo>
                  <a:pt x="587053" y="763997"/>
                </a:moveTo>
                <a:lnTo>
                  <a:pt x="534470" y="762712"/>
                </a:lnTo>
                <a:moveTo>
                  <a:pt x="2079483" y="520177"/>
                </a:moveTo>
                <a:lnTo>
                  <a:pt x="2039179" y="518215"/>
                </a:lnTo>
                <a:moveTo>
                  <a:pt x="733538" y="773979"/>
                </a:moveTo>
                <a:lnTo>
                  <a:pt x="738737" y="690263"/>
                </a:lnTo>
                <a:moveTo>
                  <a:pt x="2013174" y="854147"/>
                </a:moveTo>
                <a:lnTo>
                  <a:pt x="1909242" y="881734"/>
                </a:lnTo>
                <a:moveTo>
                  <a:pt x="1727558" y="584037"/>
                </a:moveTo>
                <a:lnTo>
                  <a:pt x="1694057" y="534815"/>
                </a:lnTo>
                <a:moveTo>
                  <a:pt x="978497" y="875458"/>
                </a:moveTo>
                <a:lnTo>
                  <a:pt x="997509" y="872826"/>
                </a:lnTo>
                <a:moveTo>
                  <a:pt x="829678" y="444782"/>
                </a:moveTo>
                <a:lnTo>
                  <a:pt x="820649" y="524901"/>
                </a:lnTo>
                <a:moveTo>
                  <a:pt x="636164" y="1021751"/>
                </a:moveTo>
                <a:lnTo>
                  <a:pt x="610909" y="934162"/>
                </a:lnTo>
                <a:moveTo>
                  <a:pt x="935957" y="703975"/>
                </a:moveTo>
                <a:lnTo>
                  <a:pt x="877234" y="697177"/>
                </a:lnTo>
                <a:moveTo>
                  <a:pt x="738737" y="690263"/>
                </a:moveTo>
                <a:lnTo>
                  <a:pt x="707855" y="688199"/>
                </a:lnTo>
                <a:moveTo>
                  <a:pt x="2237220" y="866859"/>
                </a:moveTo>
                <a:lnTo>
                  <a:pt x="2143589" y="919581"/>
                </a:lnTo>
                <a:moveTo>
                  <a:pt x="1887759" y="426939"/>
                </a:moveTo>
                <a:lnTo>
                  <a:pt x="1865054" y="504671"/>
                </a:lnTo>
                <a:moveTo>
                  <a:pt x="536273" y="678565"/>
                </a:moveTo>
                <a:lnTo>
                  <a:pt x="510289" y="590883"/>
                </a:lnTo>
                <a:moveTo>
                  <a:pt x="1924925" y="848218"/>
                </a:moveTo>
                <a:lnTo>
                  <a:pt x="1899260" y="846262"/>
                </a:lnTo>
                <a:moveTo>
                  <a:pt x="1694057" y="534815"/>
                </a:moveTo>
                <a:lnTo>
                  <a:pt x="1642116" y="494636"/>
                </a:lnTo>
                <a:moveTo>
                  <a:pt x="1798802" y="754207"/>
                </a:moveTo>
                <a:lnTo>
                  <a:pt x="1755388" y="670147"/>
                </a:lnTo>
                <a:moveTo>
                  <a:pt x="829678" y="444782"/>
                </a:moveTo>
                <a:lnTo>
                  <a:pt x="787407" y="354490"/>
                </a:lnTo>
                <a:moveTo>
                  <a:pt x="1811061" y="335968"/>
                </a:moveTo>
                <a:lnTo>
                  <a:pt x="1815888" y="335114"/>
                </a:lnTo>
                <a:moveTo>
                  <a:pt x="1631375" y="490094"/>
                </a:moveTo>
                <a:lnTo>
                  <a:pt x="1581393" y="443155"/>
                </a:lnTo>
                <a:moveTo>
                  <a:pt x="2133995" y="523249"/>
                </a:moveTo>
                <a:lnTo>
                  <a:pt x="2051499" y="496054"/>
                </a:lnTo>
                <a:moveTo>
                  <a:pt x="742961" y="1028308"/>
                </a:moveTo>
                <a:lnTo>
                  <a:pt x="683138" y="939169"/>
                </a:lnTo>
                <a:moveTo>
                  <a:pt x="929461" y="955304"/>
                </a:moveTo>
                <a:lnTo>
                  <a:pt x="947997" y="912571"/>
                </a:lnTo>
                <a:moveTo>
                  <a:pt x="2143589" y="919581"/>
                </a:moveTo>
                <a:lnTo>
                  <a:pt x="2027590" y="881714"/>
                </a:lnTo>
                <a:moveTo>
                  <a:pt x="644591" y="1022228"/>
                </a:moveTo>
                <a:lnTo>
                  <a:pt x="683138" y="939169"/>
                </a:lnTo>
                <a:moveTo>
                  <a:pt x="683138" y="939169"/>
                </a:moveTo>
                <a:lnTo>
                  <a:pt x="636164" y="1021751"/>
                </a:lnTo>
                <a:moveTo>
                  <a:pt x="742961" y="1028308"/>
                </a:moveTo>
                <a:lnTo>
                  <a:pt x="727793" y="942002"/>
                </a:lnTo>
                <a:moveTo>
                  <a:pt x="1581393" y="443155"/>
                </a:moveTo>
                <a:lnTo>
                  <a:pt x="1530712" y="404299"/>
                </a:lnTo>
                <a:moveTo>
                  <a:pt x="2039179" y="518215"/>
                </a:moveTo>
                <a:lnTo>
                  <a:pt x="1933819" y="485313"/>
                </a:lnTo>
                <a:moveTo>
                  <a:pt x="2027590" y="881714"/>
                </a:moveTo>
                <a:lnTo>
                  <a:pt x="2013174" y="854147"/>
                </a:lnTo>
                <a:moveTo>
                  <a:pt x="1543458" y="403232"/>
                </a:moveTo>
                <a:lnTo>
                  <a:pt x="1550507" y="319552"/>
                </a:lnTo>
                <a:moveTo>
                  <a:pt x="1865111" y="761769"/>
                </a:moveTo>
                <a:lnTo>
                  <a:pt x="1799590" y="754838"/>
                </a:lnTo>
                <a:moveTo>
                  <a:pt x="2079483" y="520177"/>
                </a:moveTo>
                <a:lnTo>
                  <a:pt x="2051499" y="496054"/>
                </a:lnTo>
                <a:moveTo>
                  <a:pt x="1865111" y="761769"/>
                </a:moveTo>
                <a:lnTo>
                  <a:pt x="1798802" y="754207"/>
                </a:lnTo>
                <a:moveTo>
                  <a:pt x="526424" y="929977"/>
                </a:moveTo>
                <a:lnTo>
                  <a:pt x="519663" y="845206"/>
                </a:lnTo>
                <a:moveTo>
                  <a:pt x="1824017" y="347492"/>
                </a:moveTo>
                <a:lnTo>
                  <a:pt x="1811061" y="335968"/>
                </a:lnTo>
                <a:moveTo>
                  <a:pt x="935616" y="536329"/>
                </a:moveTo>
                <a:lnTo>
                  <a:pt x="892497" y="613659"/>
                </a:lnTo>
                <a:moveTo>
                  <a:pt x="535505" y="679161"/>
                </a:moveTo>
                <a:lnTo>
                  <a:pt x="510289" y="590883"/>
                </a:lnTo>
                <a:moveTo>
                  <a:pt x="875783" y="1021600"/>
                </a:moveTo>
                <a:lnTo>
                  <a:pt x="847611" y="948051"/>
                </a:lnTo>
                <a:moveTo>
                  <a:pt x="435129" y="503904"/>
                </a:moveTo>
                <a:lnTo>
                  <a:pt x="414064" y="416917"/>
                </a:lnTo>
                <a:moveTo>
                  <a:pt x="434519" y="503482"/>
                </a:moveTo>
                <a:lnTo>
                  <a:pt x="414064" y="416917"/>
                </a:lnTo>
                <a:moveTo>
                  <a:pt x="954554" y="806799"/>
                </a:moveTo>
                <a:lnTo>
                  <a:pt x="948432" y="788040"/>
                </a:lnTo>
                <a:moveTo>
                  <a:pt x="795028" y="270821"/>
                </a:moveTo>
                <a:lnTo>
                  <a:pt x="783781" y="189730"/>
                </a:lnTo>
                <a:moveTo>
                  <a:pt x="2013174" y="854147"/>
                </a:moveTo>
                <a:lnTo>
                  <a:pt x="1924925" y="848218"/>
                </a:lnTo>
                <a:moveTo>
                  <a:pt x="453192" y="202277"/>
                </a:moveTo>
                <a:lnTo>
                  <a:pt x="407318" y="247305"/>
                </a:lnTo>
                <a:moveTo>
                  <a:pt x="787407" y="354490"/>
                </a:moveTo>
                <a:lnTo>
                  <a:pt x="785686" y="274349"/>
                </a:lnTo>
                <a:moveTo>
                  <a:pt x="519663" y="845206"/>
                </a:moveTo>
                <a:lnTo>
                  <a:pt x="534470" y="762712"/>
                </a:lnTo>
                <a:moveTo>
                  <a:pt x="1887759" y="426939"/>
                </a:moveTo>
                <a:lnTo>
                  <a:pt x="1904074" y="508058"/>
                </a:lnTo>
                <a:moveTo>
                  <a:pt x="517754" y="216673"/>
                </a:moveTo>
                <a:lnTo>
                  <a:pt x="453192" y="202277"/>
                </a:lnTo>
                <a:moveTo>
                  <a:pt x="2170975" y="477842"/>
                </a:moveTo>
                <a:lnTo>
                  <a:pt x="2133995" y="523249"/>
                </a:lnTo>
                <a:moveTo>
                  <a:pt x="785686" y="274349"/>
                </a:moveTo>
                <a:lnTo>
                  <a:pt x="795028" y="270821"/>
                </a:lnTo>
                <a:moveTo>
                  <a:pt x="2027590" y="881714"/>
                </a:moveTo>
                <a:lnTo>
                  <a:pt x="2047879" y="856830"/>
                </a:lnTo>
                <a:moveTo>
                  <a:pt x="1644770" y="274033"/>
                </a:moveTo>
                <a:lnTo>
                  <a:pt x="1590509" y="296125"/>
                </a:lnTo>
                <a:moveTo>
                  <a:pt x="787496" y="358956"/>
                </a:moveTo>
                <a:lnTo>
                  <a:pt x="787407" y="354490"/>
                </a:lnTo>
                <a:moveTo>
                  <a:pt x="2051499" y="496054"/>
                </a:moveTo>
                <a:lnTo>
                  <a:pt x="2039179" y="518215"/>
                </a:lnTo>
                <a:moveTo>
                  <a:pt x="587501" y="177271"/>
                </a:moveTo>
                <a:lnTo>
                  <a:pt x="517754" y="216673"/>
                </a:lnTo>
                <a:moveTo>
                  <a:pt x="1694057" y="534815"/>
                </a:moveTo>
                <a:lnTo>
                  <a:pt x="1641288" y="495714"/>
                </a:lnTo>
                <a:moveTo>
                  <a:pt x="526456" y="930447"/>
                </a:moveTo>
                <a:lnTo>
                  <a:pt x="526424" y="929977"/>
                </a:lnTo>
                <a:moveTo>
                  <a:pt x="1852127" y="747215"/>
                </a:moveTo>
                <a:lnTo>
                  <a:pt x="1798802" y="754207"/>
                </a:lnTo>
                <a:moveTo>
                  <a:pt x="1887759" y="426939"/>
                </a:moveTo>
                <a:lnTo>
                  <a:pt x="1846050" y="420477"/>
                </a:lnTo>
                <a:moveTo>
                  <a:pt x="2051499" y="496054"/>
                </a:moveTo>
                <a:lnTo>
                  <a:pt x="1933819" y="485313"/>
                </a:lnTo>
                <a:moveTo>
                  <a:pt x="783997" y="1030616"/>
                </a:moveTo>
                <a:lnTo>
                  <a:pt x="742961" y="1028308"/>
                </a:lnTo>
                <a:moveTo>
                  <a:pt x="783781" y="189730"/>
                </a:moveTo>
                <a:lnTo>
                  <a:pt x="792677" y="186955"/>
                </a:lnTo>
                <a:moveTo>
                  <a:pt x="935616" y="536329"/>
                </a:moveTo>
                <a:lnTo>
                  <a:pt x="885756" y="529707"/>
                </a:lnTo>
                <a:moveTo>
                  <a:pt x="875783" y="1021600"/>
                </a:moveTo>
                <a:lnTo>
                  <a:pt x="824950" y="988394"/>
                </a:lnTo>
                <a:moveTo>
                  <a:pt x="636164" y="1021751"/>
                </a:moveTo>
                <a:lnTo>
                  <a:pt x="526456" y="930447"/>
                </a:lnTo>
                <a:moveTo>
                  <a:pt x="2210787" y="528405"/>
                </a:moveTo>
                <a:lnTo>
                  <a:pt x="2170975" y="477842"/>
                </a:lnTo>
                <a:moveTo>
                  <a:pt x="742961" y="1028308"/>
                </a:moveTo>
                <a:lnTo>
                  <a:pt x="644591" y="1022228"/>
                </a:lnTo>
                <a:moveTo>
                  <a:pt x="1899260" y="846262"/>
                </a:moveTo>
                <a:lnTo>
                  <a:pt x="1865111" y="761769"/>
                </a:lnTo>
                <a:moveTo>
                  <a:pt x="644591" y="1022228"/>
                </a:moveTo>
                <a:lnTo>
                  <a:pt x="636164" y="1021751"/>
                </a:lnTo>
                <a:moveTo>
                  <a:pt x="572040" y="194185"/>
                </a:moveTo>
                <a:lnTo>
                  <a:pt x="517754" y="216673"/>
                </a:lnTo>
                <a:moveTo>
                  <a:pt x="742961" y="1028308"/>
                </a:moveTo>
                <a:lnTo>
                  <a:pt x="638337" y="1033746"/>
                </a:lnTo>
                <a:moveTo>
                  <a:pt x="978497" y="875458"/>
                </a:moveTo>
                <a:lnTo>
                  <a:pt x="947997" y="912571"/>
                </a:lnTo>
                <a:moveTo>
                  <a:pt x="638337" y="1033746"/>
                </a:moveTo>
                <a:lnTo>
                  <a:pt x="644591" y="1022228"/>
                </a:lnTo>
                <a:moveTo>
                  <a:pt x="534470" y="762712"/>
                </a:moveTo>
                <a:lnTo>
                  <a:pt x="536273" y="678565"/>
                </a:lnTo>
                <a:moveTo>
                  <a:pt x="638337" y="1033746"/>
                </a:moveTo>
                <a:lnTo>
                  <a:pt x="636164" y="1021751"/>
                </a:lnTo>
                <a:moveTo>
                  <a:pt x="1710149" y="275252"/>
                </a:moveTo>
                <a:lnTo>
                  <a:pt x="1644770" y="274033"/>
                </a:lnTo>
                <a:moveTo>
                  <a:pt x="2047879" y="856830"/>
                </a:moveTo>
                <a:lnTo>
                  <a:pt x="2013174" y="854147"/>
                </a:lnTo>
                <a:moveTo>
                  <a:pt x="507859" y="846255"/>
                </a:moveTo>
                <a:lnTo>
                  <a:pt x="519663" y="845206"/>
                </a:lnTo>
                <a:moveTo>
                  <a:pt x="1924925" y="848218"/>
                </a:moveTo>
                <a:lnTo>
                  <a:pt x="1865111" y="761769"/>
                </a:lnTo>
                <a:moveTo>
                  <a:pt x="2237220" y="866859"/>
                </a:moveTo>
                <a:lnTo>
                  <a:pt x="2175257" y="866004"/>
                </a:lnTo>
                <a:moveTo>
                  <a:pt x="2223753" y="780769"/>
                </a:moveTo>
                <a:lnTo>
                  <a:pt x="2192972" y="783880"/>
                </a:lnTo>
                <a:moveTo>
                  <a:pt x="978497" y="875458"/>
                </a:moveTo>
                <a:lnTo>
                  <a:pt x="954554" y="806799"/>
                </a:lnTo>
                <a:moveTo>
                  <a:pt x="533451" y="762940"/>
                </a:moveTo>
                <a:lnTo>
                  <a:pt x="534470" y="762712"/>
                </a:lnTo>
                <a:moveTo>
                  <a:pt x="533451" y="762940"/>
                </a:moveTo>
                <a:lnTo>
                  <a:pt x="536273" y="678565"/>
                </a:lnTo>
                <a:moveTo>
                  <a:pt x="948432" y="788040"/>
                </a:moveTo>
                <a:lnTo>
                  <a:pt x="935957" y="703975"/>
                </a:lnTo>
                <a:moveTo>
                  <a:pt x="783997" y="1030616"/>
                </a:moveTo>
                <a:lnTo>
                  <a:pt x="754762" y="1064740"/>
                </a:lnTo>
                <a:moveTo>
                  <a:pt x="435129" y="503904"/>
                </a:moveTo>
                <a:lnTo>
                  <a:pt x="434519" y="503482"/>
                </a:lnTo>
                <a:moveTo>
                  <a:pt x="856369" y="481597"/>
                </a:moveTo>
                <a:lnTo>
                  <a:pt x="829678" y="444782"/>
                </a:lnTo>
                <a:moveTo>
                  <a:pt x="434875" y="503941"/>
                </a:moveTo>
                <a:lnTo>
                  <a:pt x="435129" y="503904"/>
                </a:lnTo>
                <a:moveTo>
                  <a:pt x="434875" y="503941"/>
                </a:moveTo>
                <a:lnTo>
                  <a:pt x="434519" y="503482"/>
                </a:lnTo>
                <a:moveTo>
                  <a:pt x="2248570" y="618609"/>
                </a:moveTo>
                <a:lnTo>
                  <a:pt x="2208751" y="696004"/>
                </a:lnTo>
                <a:moveTo>
                  <a:pt x="1530712" y="404299"/>
                </a:moveTo>
                <a:lnTo>
                  <a:pt x="1543458" y="403232"/>
                </a:lnTo>
                <a:moveTo>
                  <a:pt x="929461" y="955304"/>
                </a:moveTo>
                <a:lnTo>
                  <a:pt x="978497" y="875458"/>
                </a:lnTo>
                <a:moveTo>
                  <a:pt x="754762" y="1064740"/>
                </a:moveTo>
                <a:lnTo>
                  <a:pt x="742961" y="1028308"/>
                </a:lnTo>
                <a:moveTo>
                  <a:pt x="506354" y="594767"/>
                </a:moveTo>
                <a:lnTo>
                  <a:pt x="510289" y="590883"/>
                </a:lnTo>
                <a:moveTo>
                  <a:pt x="2248570" y="618609"/>
                </a:moveTo>
                <a:lnTo>
                  <a:pt x="2217085" y="612349"/>
                </a:lnTo>
                <a:moveTo>
                  <a:pt x="1760521" y="315897"/>
                </a:moveTo>
                <a:lnTo>
                  <a:pt x="1710149" y="275252"/>
                </a:lnTo>
                <a:moveTo>
                  <a:pt x="526424" y="929977"/>
                </a:moveTo>
                <a:lnTo>
                  <a:pt x="507859" y="846255"/>
                </a:lnTo>
                <a:moveTo>
                  <a:pt x="535505" y="679161"/>
                </a:moveTo>
                <a:lnTo>
                  <a:pt x="536273" y="678565"/>
                </a:lnTo>
                <a:moveTo>
                  <a:pt x="2100228" y="861503"/>
                </a:moveTo>
                <a:lnTo>
                  <a:pt x="2027590" y="881714"/>
                </a:lnTo>
                <a:moveTo>
                  <a:pt x="754762" y="1064740"/>
                </a:moveTo>
                <a:lnTo>
                  <a:pt x="638337" y="1033746"/>
                </a:lnTo>
                <a:moveTo>
                  <a:pt x="484259" y="554317"/>
                </a:moveTo>
                <a:lnTo>
                  <a:pt x="497078" y="550186"/>
                </a:lnTo>
                <a:moveTo>
                  <a:pt x="1887759" y="426939"/>
                </a:moveTo>
                <a:lnTo>
                  <a:pt x="1824017" y="347492"/>
                </a:lnTo>
                <a:moveTo>
                  <a:pt x="1543458" y="403232"/>
                </a:moveTo>
                <a:lnTo>
                  <a:pt x="1537254" y="320754"/>
                </a:lnTo>
                <a:moveTo>
                  <a:pt x="2170975" y="477842"/>
                </a:moveTo>
                <a:lnTo>
                  <a:pt x="2051499" y="496054"/>
                </a:lnTo>
                <a:moveTo>
                  <a:pt x="507859" y="846255"/>
                </a:moveTo>
                <a:lnTo>
                  <a:pt x="534470" y="762712"/>
                </a:lnTo>
                <a:moveTo>
                  <a:pt x="1979399" y="769662"/>
                </a:moveTo>
                <a:lnTo>
                  <a:pt x="1924925" y="848218"/>
                </a:lnTo>
                <a:moveTo>
                  <a:pt x="533451" y="762940"/>
                </a:moveTo>
                <a:lnTo>
                  <a:pt x="535505" y="679161"/>
                </a:lnTo>
                <a:moveTo>
                  <a:pt x="1537254" y="320754"/>
                </a:moveTo>
                <a:lnTo>
                  <a:pt x="1550507" y="319552"/>
                </a:lnTo>
                <a:moveTo>
                  <a:pt x="935957" y="703975"/>
                </a:moveTo>
                <a:lnTo>
                  <a:pt x="953933" y="620510"/>
                </a:lnTo>
                <a:moveTo>
                  <a:pt x="390152" y="419198"/>
                </a:moveTo>
                <a:lnTo>
                  <a:pt x="411712" y="332241"/>
                </a:lnTo>
                <a:moveTo>
                  <a:pt x="1924925" y="848218"/>
                </a:moveTo>
                <a:lnTo>
                  <a:pt x="1963550" y="768754"/>
                </a:lnTo>
                <a:moveTo>
                  <a:pt x="929461" y="955304"/>
                </a:moveTo>
                <a:lnTo>
                  <a:pt x="875783" y="1021600"/>
                </a:lnTo>
                <a:moveTo>
                  <a:pt x="935616" y="536329"/>
                </a:moveTo>
                <a:lnTo>
                  <a:pt x="856369" y="481597"/>
                </a:lnTo>
                <a:moveTo>
                  <a:pt x="1933819" y="485313"/>
                </a:moveTo>
                <a:lnTo>
                  <a:pt x="1887759" y="426939"/>
                </a:lnTo>
                <a:moveTo>
                  <a:pt x="1566495" y="480819"/>
                </a:moveTo>
                <a:lnTo>
                  <a:pt x="1581393" y="443155"/>
                </a:lnTo>
                <a:moveTo>
                  <a:pt x="388553" y="335348"/>
                </a:moveTo>
                <a:lnTo>
                  <a:pt x="407318" y="247305"/>
                </a:lnTo>
                <a:moveTo>
                  <a:pt x="2246119" y="534741"/>
                </a:moveTo>
                <a:lnTo>
                  <a:pt x="2217085" y="612349"/>
                </a:lnTo>
                <a:moveTo>
                  <a:pt x="1642116" y="494636"/>
                </a:moveTo>
                <a:lnTo>
                  <a:pt x="1631375" y="490094"/>
                </a:lnTo>
                <a:moveTo>
                  <a:pt x="2143589" y="919581"/>
                </a:moveTo>
                <a:lnTo>
                  <a:pt x="2175257" y="866004"/>
                </a:lnTo>
                <a:moveTo>
                  <a:pt x="2208723" y="722111"/>
                </a:moveTo>
                <a:lnTo>
                  <a:pt x="2223753" y="780769"/>
                </a:lnTo>
                <a:moveTo>
                  <a:pt x="2237220" y="866859"/>
                </a:moveTo>
                <a:lnTo>
                  <a:pt x="2192972" y="783880"/>
                </a:lnTo>
                <a:moveTo>
                  <a:pt x="507859" y="846255"/>
                </a:moveTo>
                <a:lnTo>
                  <a:pt x="533451" y="762940"/>
                </a:lnTo>
                <a:moveTo>
                  <a:pt x="396785" y="251691"/>
                </a:moveTo>
                <a:lnTo>
                  <a:pt x="407318" y="247305"/>
                </a:lnTo>
                <a:moveTo>
                  <a:pt x="1818511" y="677031"/>
                </a:moveTo>
                <a:lnTo>
                  <a:pt x="1798802" y="754207"/>
                </a:lnTo>
                <a:moveTo>
                  <a:pt x="390152" y="419198"/>
                </a:moveTo>
                <a:lnTo>
                  <a:pt x="414064" y="416917"/>
                </a:lnTo>
                <a:moveTo>
                  <a:pt x="783781" y="189730"/>
                </a:moveTo>
                <a:lnTo>
                  <a:pt x="760231" y="123376"/>
                </a:lnTo>
                <a:moveTo>
                  <a:pt x="2143589" y="919581"/>
                </a:moveTo>
                <a:lnTo>
                  <a:pt x="2100228" y="861503"/>
                </a:lnTo>
                <a:moveTo>
                  <a:pt x="1741985" y="614884"/>
                </a:moveTo>
                <a:lnTo>
                  <a:pt x="1727558" y="584037"/>
                </a:lnTo>
                <a:moveTo>
                  <a:pt x="2216371" y="701793"/>
                </a:moveTo>
                <a:lnTo>
                  <a:pt x="2208751" y="696004"/>
                </a:lnTo>
                <a:moveTo>
                  <a:pt x="2013174" y="854147"/>
                </a:moveTo>
                <a:lnTo>
                  <a:pt x="1979399" y="769662"/>
                </a:lnTo>
                <a:moveTo>
                  <a:pt x="1755388" y="670147"/>
                </a:moveTo>
                <a:lnTo>
                  <a:pt x="1741985" y="614884"/>
                </a:lnTo>
                <a:moveTo>
                  <a:pt x="388553" y="335348"/>
                </a:moveTo>
                <a:lnTo>
                  <a:pt x="411712" y="332241"/>
                </a:lnTo>
                <a:moveTo>
                  <a:pt x="1873312" y="405496"/>
                </a:moveTo>
                <a:lnTo>
                  <a:pt x="1824017" y="347492"/>
                </a:lnTo>
                <a:moveTo>
                  <a:pt x="2208723" y="722111"/>
                </a:moveTo>
                <a:lnTo>
                  <a:pt x="2208751" y="696004"/>
                </a:lnTo>
                <a:moveTo>
                  <a:pt x="1811061" y="335968"/>
                </a:moveTo>
                <a:lnTo>
                  <a:pt x="1760521" y="315897"/>
                </a:lnTo>
                <a:moveTo>
                  <a:pt x="484259" y="554317"/>
                </a:moveTo>
                <a:lnTo>
                  <a:pt x="510289" y="590883"/>
                </a:lnTo>
                <a:moveTo>
                  <a:pt x="1641288" y="495714"/>
                </a:moveTo>
                <a:lnTo>
                  <a:pt x="1642116" y="494636"/>
                </a:lnTo>
                <a:moveTo>
                  <a:pt x="2246119" y="534741"/>
                </a:moveTo>
                <a:lnTo>
                  <a:pt x="2210787" y="528405"/>
                </a:lnTo>
                <a:moveTo>
                  <a:pt x="1732809" y="585883"/>
                </a:moveTo>
                <a:lnTo>
                  <a:pt x="1727558" y="584037"/>
                </a:lnTo>
                <a:moveTo>
                  <a:pt x="953933" y="620510"/>
                </a:moveTo>
                <a:lnTo>
                  <a:pt x="935616" y="536329"/>
                </a:lnTo>
                <a:moveTo>
                  <a:pt x="2100228" y="861503"/>
                </a:moveTo>
                <a:lnTo>
                  <a:pt x="2047879" y="856830"/>
                </a:lnTo>
                <a:moveTo>
                  <a:pt x="1578556" y="286288"/>
                </a:moveTo>
                <a:lnTo>
                  <a:pt x="1590509" y="296125"/>
                </a:lnTo>
                <a:moveTo>
                  <a:pt x="565330" y="1019768"/>
                </a:moveTo>
                <a:lnTo>
                  <a:pt x="526456" y="930447"/>
                </a:lnTo>
                <a:moveTo>
                  <a:pt x="1682290" y="521974"/>
                </a:moveTo>
                <a:lnTo>
                  <a:pt x="1694057" y="534815"/>
                </a:lnTo>
                <a:moveTo>
                  <a:pt x="783778" y="1033499"/>
                </a:moveTo>
                <a:lnTo>
                  <a:pt x="783997" y="1030616"/>
                </a:lnTo>
                <a:moveTo>
                  <a:pt x="636164" y="1021751"/>
                </a:moveTo>
                <a:lnTo>
                  <a:pt x="565330" y="1019768"/>
                </a:lnTo>
                <a:moveTo>
                  <a:pt x="1641288" y="495714"/>
                </a:moveTo>
                <a:lnTo>
                  <a:pt x="1631375" y="490094"/>
                </a:lnTo>
                <a:moveTo>
                  <a:pt x="1865111" y="761769"/>
                </a:moveTo>
                <a:lnTo>
                  <a:pt x="1852127" y="747215"/>
                </a:lnTo>
                <a:moveTo>
                  <a:pt x="1987386" y="474419"/>
                </a:moveTo>
                <a:lnTo>
                  <a:pt x="1933819" y="485313"/>
                </a:lnTo>
                <a:moveTo>
                  <a:pt x="809954" y="1027644"/>
                </a:moveTo>
                <a:lnTo>
                  <a:pt x="824950" y="988394"/>
                </a:lnTo>
                <a:moveTo>
                  <a:pt x="1824017" y="347492"/>
                </a:moveTo>
                <a:lnTo>
                  <a:pt x="1779839" y="337555"/>
                </a:lnTo>
                <a:moveTo>
                  <a:pt x="907376" y="512001"/>
                </a:moveTo>
                <a:lnTo>
                  <a:pt x="856369" y="481597"/>
                </a:lnTo>
                <a:moveTo>
                  <a:pt x="638337" y="1033746"/>
                </a:moveTo>
                <a:lnTo>
                  <a:pt x="565330" y="1019768"/>
                </a:lnTo>
                <a:moveTo>
                  <a:pt x="760231" y="123376"/>
                </a:moveTo>
                <a:lnTo>
                  <a:pt x="694954" y="120512"/>
                </a:lnTo>
                <a:moveTo>
                  <a:pt x="1963550" y="768754"/>
                </a:moveTo>
                <a:lnTo>
                  <a:pt x="1865111" y="761769"/>
                </a:lnTo>
                <a:moveTo>
                  <a:pt x="1530712" y="404299"/>
                </a:moveTo>
                <a:lnTo>
                  <a:pt x="1537254" y="320754"/>
                </a:lnTo>
                <a:moveTo>
                  <a:pt x="434519" y="503482"/>
                </a:moveTo>
                <a:lnTo>
                  <a:pt x="390152" y="419198"/>
                </a:lnTo>
                <a:moveTo>
                  <a:pt x="572040" y="194185"/>
                </a:moveTo>
                <a:lnTo>
                  <a:pt x="453192" y="202277"/>
                </a:lnTo>
                <a:moveTo>
                  <a:pt x="954554" y="806799"/>
                </a:moveTo>
                <a:lnTo>
                  <a:pt x="910524" y="789462"/>
                </a:lnTo>
                <a:moveTo>
                  <a:pt x="829678" y="444782"/>
                </a:moveTo>
                <a:lnTo>
                  <a:pt x="787496" y="358956"/>
                </a:lnTo>
                <a:moveTo>
                  <a:pt x="988456" y="1113115"/>
                </a:moveTo>
                <a:lnTo>
                  <a:pt x="972907" y="1127878"/>
                </a:lnTo>
                <a:moveTo>
                  <a:pt x="1741985" y="614884"/>
                </a:moveTo>
                <a:lnTo>
                  <a:pt x="1732809" y="585883"/>
                </a:lnTo>
                <a:moveTo>
                  <a:pt x="572040" y="194185"/>
                </a:moveTo>
                <a:lnTo>
                  <a:pt x="587501" y="177271"/>
                </a:lnTo>
                <a:moveTo>
                  <a:pt x="2084419" y="818199"/>
                </a:moveTo>
                <a:lnTo>
                  <a:pt x="2047879" y="856830"/>
                </a:lnTo>
                <a:moveTo>
                  <a:pt x="1969575" y="761715"/>
                </a:moveTo>
                <a:lnTo>
                  <a:pt x="1865111" y="761769"/>
                </a:lnTo>
                <a:moveTo>
                  <a:pt x="638337" y="1033746"/>
                </a:moveTo>
                <a:lnTo>
                  <a:pt x="573134" y="1029687"/>
                </a:lnTo>
                <a:moveTo>
                  <a:pt x="2051499" y="496054"/>
                </a:moveTo>
                <a:lnTo>
                  <a:pt x="1987386" y="474419"/>
                </a:lnTo>
                <a:moveTo>
                  <a:pt x="1779839" y="337555"/>
                </a:moveTo>
                <a:lnTo>
                  <a:pt x="1811061" y="335968"/>
                </a:lnTo>
                <a:moveTo>
                  <a:pt x="535505" y="679161"/>
                </a:moveTo>
                <a:lnTo>
                  <a:pt x="506354" y="594767"/>
                </a:lnTo>
                <a:moveTo>
                  <a:pt x="910524" y="789462"/>
                </a:moveTo>
                <a:lnTo>
                  <a:pt x="948432" y="788040"/>
                </a:lnTo>
                <a:moveTo>
                  <a:pt x="2072509" y="777137"/>
                </a:moveTo>
                <a:lnTo>
                  <a:pt x="2013174" y="854147"/>
                </a:lnTo>
                <a:moveTo>
                  <a:pt x="785686" y="274349"/>
                </a:moveTo>
                <a:lnTo>
                  <a:pt x="783781" y="189730"/>
                </a:lnTo>
                <a:moveTo>
                  <a:pt x="856369" y="481597"/>
                </a:moveTo>
                <a:lnTo>
                  <a:pt x="812501" y="446513"/>
                </a:lnTo>
                <a:moveTo>
                  <a:pt x="783778" y="1033499"/>
                </a:moveTo>
                <a:lnTo>
                  <a:pt x="754762" y="1064740"/>
                </a:lnTo>
                <a:moveTo>
                  <a:pt x="1933819" y="485313"/>
                </a:moveTo>
                <a:lnTo>
                  <a:pt x="1894416" y="429479"/>
                </a:lnTo>
                <a:moveTo>
                  <a:pt x="2175257" y="866004"/>
                </a:moveTo>
                <a:lnTo>
                  <a:pt x="2100228" y="861503"/>
                </a:lnTo>
                <a:moveTo>
                  <a:pt x="1979399" y="769662"/>
                </a:moveTo>
                <a:lnTo>
                  <a:pt x="1963550" y="768754"/>
                </a:lnTo>
                <a:moveTo>
                  <a:pt x="1760521" y="315897"/>
                </a:moveTo>
                <a:lnTo>
                  <a:pt x="1644770" y="274033"/>
                </a:lnTo>
                <a:moveTo>
                  <a:pt x="829678" y="444782"/>
                </a:moveTo>
                <a:lnTo>
                  <a:pt x="796496" y="391572"/>
                </a:lnTo>
                <a:moveTo>
                  <a:pt x="948432" y="788040"/>
                </a:moveTo>
                <a:lnTo>
                  <a:pt x="916993" y="705908"/>
                </a:lnTo>
                <a:moveTo>
                  <a:pt x="1818511" y="677031"/>
                </a:moveTo>
                <a:lnTo>
                  <a:pt x="1755388" y="670147"/>
                </a:lnTo>
                <a:moveTo>
                  <a:pt x="689658" y="1059091"/>
                </a:moveTo>
                <a:lnTo>
                  <a:pt x="638337" y="1033746"/>
                </a:lnTo>
                <a:moveTo>
                  <a:pt x="1969575" y="761715"/>
                </a:moveTo>
                <a:lnTo>
                  <a:pt x="1852127" y="747215"/>
                </a:lnTo>
                <a:moveTo>
                  <a:pt x="787496" y="358956"/>
                </a:moveTo>
                <a:lnTo>
                  <a:pt x="785686" y="274349"/>
                </a:lnTo>
                <a:moveTo>
                  <a:pt x="1578556" y="286288"/>
                </a:moveTo>
                <a:lnTo>
                  <a:pt x="1550507" y="319552"/>
                </a:lnTo>
                <a:moveTo>
                  <a:pt x="2072509" y="777137"/>
                </a:moveTo>
                <a:lnTo>
                  <a:pt x="2047879" y="856830"/>
                </a:lnTo>
                <a:moveTo>
                  <a:pt x="484259" y="554317"/>
                </a:moveTo>
                <a:lnTo>
                  <a:pt x="434875" y="503941"/>
                </a:lnTo>
                <a:moveTo>
                  <a:pt x="2107435" y="446954"/>
                </a:moveTo>
                <a:lnTo>
                  <a:pt x="2051499" y="496054"/>
                </a:lnTo>
                <a:moveTo>
                  <a:pt x="1979399" y="769662"/>
                </a:moveTo>
                <a:lnTo>
                  <a:pt x="1969575" y="761715"/>
                </a:lnTo>
                <a:moveTo>
                  <a:pt x="694954" y="120512"/>
                </a:moveTo>
                <a:lnTo>
                  <a:pt x="587501" y="177271"/>
                </a:lnTo>
                <a:moveTo>
                  <a:pt x="2246119" y="534741"/>
                </a:moveTo>
                <a:lnTo>
                  <a:pt x="2170975" y="477842"/>
                </a:lnTo>
                <a:moveTo>
                  <a:pt x="1969575" y="761715"/>
                </a:moveTo>
                <a:lnTo>
                  <a:pt x="1963550" y="768754"/>
                </a:lnTo>
                <a:moveTo>
                  <a:pt x="809954" y="1027644"/>
                </a:moveTo>
                <a:lnTo>
                  <a:pt x="783997" y="1030616"/>
                </a:lnTo>
                <a:moveTo>
                  <a:pt x="960065" y="1129186"/>
                </a:moveTo>
                <a:lnTo>
                  <a:pt x="972907" y="1127878"/>
                </a:lnTo>
                <a:moveTo>
                  <a:pt x="1887759" y="426939"/>
                </a:moveTo>
                <a:lnTo>
                  <a:pt x="1873312" y="405496"/>
                </a:lnTo>
                <a:moveTo>
                  <a:pt x="754762" y="1064740"/>
                </a:moveTo>
                <a:lnTo>
                  <a:pt x="689658" y="1059091"/>
                </a:lnTo>
                <a:moveTo>
                  <a:pt x="396785" y="251691"/>
                </a:moveTo>
                <a:lnTo>
                  <a:pt x="453192" y="202277"/>
                </a:lnTo>
                <a:moveTo>
                  <a:pt x="2175257" y="866004"/>
                </a:moveTo>
                <a:lnTo>
                  <a:pt x="2192972" y="783880"/>
                </a:lnTo>
                <a:moveTo>
                  <a:pt x="2175257" y="866004"/>
                </a:moveTo>
                <a:lnTo>
                  <a:pt x="2084419" y="818199"/>
                </a:lnTo>
                <a:moveTo>
                  <a:pt x="926939" y="960304"/>
                </a:moveTo>
                <a:lnTo>
                  <a:pt x="929461" y="955304"/>
                </a:lnTo>
                <a:moveTo>
                  <a:pt x="1682290" y="521974"/>
                </a:moveTo>
                <a:lnTo>
                  <a:pt x="1727558" y="584037"/>
                </a:lnTo>
                <a:moveTo>
                  <a:pt x="2100228" y="861503"/>
                </a:moveTo>
                <a:lnTo>
                  <a:pt x="2084419" y="818199"/>
                </a:lnTo>
                <a:moveTo>
                  <a:pt x="1809810" y="374006"/>
                </a:moveTo>
                <a:lnTo>
                  <a:pt x="1824017" y="347492"/>
                </a:lnTo>
                <a:moveTo>
                  <a:pt x="978497" y="875458"/>
                </a:moveTo>
                <a:lnTo>
                  <a:pt x="910524" y="789462"/>
                </a:lnTo>
                <a:moveTo>
                  <a:pt x="916993" y="705908"/>
                </a:moveTo>
                <a:lnTo>
                  <a:pt x="935957" y="703975"/>
                </a:lnTo>
                <a:moveTo>
                  <a:pt x="1631375" y="490094"/>
                </a:moveTo>
                <a:lnTo>
                  <a:pt x="1566495" y="480819"/>
                </a:lnTo>
                <a:moveTo>
                  <a:pt x="796496" y="391572"/>
                </a:moveTo>
                <a:lnTo>
                  <a:pt x="787496" y="358956"/>
                </a:lnTo>
                <a:moveTo>
                  <a:pt x="935616" y="536329"/>
                </a:moveTo>
                <a:lnTo>
                  <a:pt x="907376" y="512001"/>
                </a:lnTo>
                <a:moveTo>
                  <a:pt x="2170975" y="477842"/>
                </a:moveTo>
                <a:lnTo>
                  <a:pt x="2107435" y="446954"/>
                </a:lnTo>
                <a:moveTo>
                  <a:pt x="526456" y="930447"/>
                </a:moveTo>
                <a:lnTo>
                  <a:pt x="496083" y="933610"/>
                </a:lnTo>
                <a:moveTo>
                  <a:pt x="812501" y="446513"/>
                </a:moveTo>
                <a:lnTo>
                  <a:pt x="829678" y="444782"/>
                </a:lnTo>
                <a:moveTo>
                  <a:pt x="726848" y="189515"/>
                </a:moveTo>
                <a:lnTo>
                  <a:pt x="760231" y="123376"/>
                </a:lnTo>
                <a:moveTo>
                  <a:pt x="1002834" y="543294"/>
                </a:moveTo>
                <a:lnTo>
                  <a:pt x="953933" y="620510"/>
                </a:lnTo>
                <a:moveTo>
                  <a:pt x="1852127" y="747215"/>
                </a:moveTo>
                <a:lnTo>
                  <a:pt x="1818511" y="677031"/>
                </a:lnTo>
                <a:moveTo>
                  <a:pt x="464337" y="510120"/>
                </a:moveTo>
                <a:lnTo>
                  <a:pt x="434519" y="503482"/>
                </a:lnTo>
                <a:moveTo>
                  <a:pt x="1566495" y="480819"/>
                </a:moveTo>
                <a:lnTo>
                  <a:pt x="1530712" y="404299"/>
                </a:lnTo>
                <a:moveTo>
                  <a:pt x="464337" y="510120"/>
                </a:moveTo>
                <a:lnTo>
                  <a:pt x="434875" y="503941"/>
                </a:lnTo>
                <a:moveTo>
                  <a:pt x="526424" y="929977"/>
                </a:moveTo>
                <a:lnTo>
                  <a:pt x="504207" y="850266"/>
                </a:lnTo>
                <a:moveTo>
                  <a:pt x="1797882" y="592805"/>
                </a:moveTo>
                <a:lnTo>
                  <a:pt x="1755388" y="670147"/>
                </a:lnTo>
                <a:moveTo>
                  <a:pt x="526456" y="930447"/>
                </a:moveTo>
                <a:lnTo>
                  <a:pt x="504207" y="850266"/>
                </a:lnTo>
                <a:moveTo>
                  <a:pt x="988016" y="626821"/>
                </a:moveTo>
                <a:lnTo>
                  <a:pt x="953933" y="620510"/>
                </a:lnTo>
                <a:moveTo>
                  <a:pt x="960065" y="1129186"/>
                </a:moveTo>
                <a:lnTo>
                  <a:pt x="988456" y="1113115"/>
                </a:lnTo>
                <a:moveTo>
                  <a:pt x="2222298" y="503140"/>
                </a:moveTo>
                <a:lnTo>
                  <a:pt x="2170975" y="477842"/>
                </a:lnTo>
                <a:moveTo>
                  <a:pt x="2072509" y="777137"/>
                </a:moveTo>
                <a:lnTo>
                  <a:pt x="1979399" y="769662"/>
                </a:lnTo>
                <a:moveTo>
                  <a:pt x="1575819" y="494413"/>
                </a:moveTo>
                <a:lnTo>
                  <a:pt x="1631375" y="490094"/>
                </a:lnTo>
                <a:moveTo>
                  <a:pt x="1921568" y="480278"/>
                </a:moveTo>
                <a:lnTo>
                  <a:pt x="1933819" y="485313"/>
                </a:lnTo>
                <a:moveTo>
                  <a:pt x="1741985" y="614884"/>
                </a:moveTo>
                <a:lnTo>
                  <a:pt x="1786674" y="591556"/>
                </a:lnTo>
                <a:moveTo>
                  <a:pt x="988016" y="626821"/>
                </a:moveTo>
                <a:lnTo>
                  <a:pt x="935957" y="703975"/>
                </a:lnTo>
                <a:moveTo>
                  <a:pt x="573134" y="1029687"/>
                </a:moveTo>
                <a:lnTo>
                  <a:pt x="565330" y="1019768"/>
                </a:lnTo>
                <a:moveTo>
                  <a:pt x="1779839" y="337555"/>
                </a:moveTo>
                <a:lnTo>
                  <a:pt x="1760521" y="315897"/>
                </a:lnTo>
                <a:moveTo>
                  <a:pt x="843252" y="490545"/>
                </a:moveTo>
                <a:lnTo>
                  <a:pt x="856369" y="481597"/>
                </a:lnTo>
                <a:moveTo>
                  <a:pt x="2175257" y="866004"/>
                </a:moveTo>
                <a:lnTo>
                  <a:pt x="2101990" y="779335"/>
                </a:lnTo>
                <a:moveTo>
                  <a:pt x="918441" y="1186669"/>
                </a:moveTo>
                <a:lnTo>
                  <a:pt x="972907" y="1127878"/>
                </a:lnTo>
                <a:moveTo>
                  <a:pt x="504972" y="220218"/>
                </a:moveTo>
                <a:lnTo>
                  <a:pt x="453192" y="202277"/>
                </a:lnTo>
                <a:moveTo>
                  <a:pt x="2248570" y="618609"/>
                </a:moveTo>
                <a:lnTo>
                  <a:pt x="2246119" y="534741"/>
                </a:lnTo>
                <a:moveTo>
                  <a:pt x="1894416" y="429479"/>
                </a:moveTo>
                <a:lnTo>
                  <a:pt x="1887759" y="426939"/>
                </a:lnTo>
                <a:moveTo>
                  <a:pt x="1644770" y="274033"/>
                </a:moveTo>
                <a:lnTo>
                  <a:pt x="1578556" y="286288"/>
                </a:lnTo>
                <a:moveTo>
                  <a:pt x="390152" y="419198"/>
                </a:moveTo>
                <a:lnTo>
                  <a:pt x="388553" y="335348"/>
                </a:lnTo>
                <a:moveTo>
                  <a:pt x="1578556" y="286288"/>
                </a:moveTo>
                <a:lnTo>
                  <a:pt x="1537254" y="320754"/>
                </a:lnTo>
                <a:moveTo>
                  <a:pt x="1682290" y="521974"/>
                </a:moveTo>
                <a:lnTo>
                  <a:pt x="1641288" y="495714"/>
                </a:lnTo>
                <a:moveTo>
                  <a:pt x="926939" y="960304"/>
                </a:moveTo>
                <a:lnTo>
                  <a:pt x="978497" y="875458"/>
                </a:lnTo>
                <a:moveTo>
                  <a:pt x="1641288" y="495714"/>
                </a:moveTo>
                <a:lnTo>
                  <a:pt x="1575819" y="494413"/>
                </a:lnTo>
                <a:moveTo>
                  <a:pt x="1852127" y="747215"/>
                </a:moveTo>
                <a:lnTo>
                  <a:pt x="1896086" y="682822"/>
                </a:lnTo>
                <a:moveTo>
                  <a:pt x="875783" y="1021600"/>
                </a:moveTo>
                <a:lnTo>
                  <a:pt x="809954" y="1027644"/>
                </a:lnTo>
                <a:moveTo>
                  <a:pt x="1786674" y="591556"/>
                </a:moveTo>
                <a:lnTo>
                  <a:pt x="1732809" y="585883"/>
                </a:lnTo>
                <a:moveTo>
                  <a:pt x="1797882" y="592805"/>
                </a:moveTo>
                <a:lnTo>
                  <a:pt x="1741985" y="614884"/>
                </a:lnTo>
                <a:moveTo>
                  <a:pt x="2216371" y="701793"/>
                </a:moveTo>
                <a:lnTo>
                  <a:pt x="2248570" y="618609"/>
                </a:lnTo>
                <a:moveTo>
                  <a:pt x="1926403" y="684798"/>
                </a:moveTo>
                <a:lnTo>
                  <a:pt x="1852127" y="747215"/>
                </a:lnTo>
                <a:moveTo>
                  <a:pt x="560023" y="1020561"/>
                </a:moveTo>
                <a:lnTo>
                  <a:pt x="565330" y="1019768"/>
                </a:lnTo>
                <a:moveTo>
                  <a:pt x="506354" y="594767"/>
                </a:moveTo>
                <a:lnTo>
                  <a:pt x="484259" y="554317"/>
                </a:lnTo>
                <a:moveTo>
                  <a:pt x="637354" y="183893"/>
                </a:moveTo>
                <a:lnTo>
                  <a:pt x="587501" y="177271"/>
                </a:lnTo>
                <a:moveTo>
                  <a:pt x="1732809" y="585883"/>
                </a:moveTo>
                <a:lnTo>
                  <a:pt x="1682290" y="521974"/>
                </a:lnTo>
                <a:moveTo>
                  <a:pt x="541791" y="768744"/>
                </a:moveTo>
                <a:lnTo>
                  <a:pt x="533451" y="762940"/>
                </a:lnTo>
                <a:moveTo>
                  <a:pt x="1002834" y="543294"/>
                </a:moveTo>
                <a:lnTo>
                  <a:pt x="935616" y="536329"/>
                </a:lnTo>
                <a:moveTo>
                  <a:pt x="2084419" y="818199"/>
                </a:moveTo>
                <a:lnTo>
                  <a:pt x="2072509" y="777137"/>
                </a:lnTo>
                <a:moveTo>
                  <a:pt x="783778" y="1033499"/>
                </a:moveTo>
                <a:lnTo>
                  <a:pt x="689658" y="1059091"/>
                </a:lnTo>
                <a:moveTo>
                  <a:pt x="549610" y="685079"/>
                </a:moveTo>
                <a:lnTo>
                  <a:pt x="533451" y="762940"/>
                </a:lnTo>
                <a:moveTo>
                  <a:pt x="978497" y="875458"/>
                </a:moveTo>
                <a:lnTo>
                  <a:pt x="934320" y="876866"/>
                </a:lnTo>
                <a:moveTo>
                  <a:pt x="507859" y="846255"/>
                </a:moveTo>
                <a:lnTo>
                  <a:pt x="504207" y="850266"/>
                </a:lnTo>
                <a:moveTo>
                  <a:pt x="572040" y="194185"/>
                </a:moveTo>
                <a:lnTo>
                  <a:pt x="504972" y="220218"/>
                </a:lnTo>
                <a:moveTo>
                  <a:pt x="787496" y="358956"/>
                </a:moveTo>
                <a:lnTo>
                  <a:pt x="715738" y="356856"/>
                </a:lnTo>
                <a:moveTo>
                  <a:pt x="388553" y="335348"/>
                </a:moveTo>
                <a:lnTo>
                  <a:pt x="396785" y="251691"/>
                </a:lnTo>
                <a:moveTo>
                  <a:pt x="1695958" y="301509"/>
                </a:moveTo>
                <a:lnTo>
                  <a:pt x="1644770" y="274033"/>
                </a:lnTo>
                <a:moveTo>
                  <a:pt x="812501" y="446513"/>
                </a:moveTo>
                <a:lnTo>
                  <a:pt x="796496" y="391572"/>
                </a:lnTo>
                <a:moveTo>
                  <a:pt x="2208723" y="722111"/>
                </a:moveTo>
                <a:lnTo>
                  <a:pt x="2192972" y="783880"/>
                </a:lnTo>
                <a:moveTo>
                  <a:pt x="1894416" y="429479"/>
                </a:moveTo>
                <a:lnTo>
                  <a:pt x="1873312" y="405496"/>
                </a:lnTo>
                <a:moveTo>
                  <a:pt x="926939" y="960304"/>
                </a:moveTo>
                <a:lnTo>
                  <a:pt x="875783" y="1021600"/>
                </a:lnTo>
                <a:moveTo>
                  <a:pt x="783781" y="189730"/>
                </a:moveTo>
                <a:lnTo>
                  <a:pt x="726848" y="189515"/>
                </a:lnTo>
                <a:moveTo>
                  <a:pt x="623026" y="224932"/>
                </a:moveTo>
                <a:lnTo>
                  <a:pt x="587501" y="177271"/>
                </a:lnTo>
                <a:moveTo>
                  <a:pt x="689658" y="1059091"/>
                </a:moveTo>
                <a:lnTo>
                  <a:pt x="573134" y="1029687"/>
                </a:lnTo>
                <a:moveTo>
                  <a:pt x="573134" y="1029687"/>
                </a:moveTo>
                <a:lnTo>
                  <a:pt x="560023" y="1020561"/>
                </a:lnTo>
                <a:moveTo>
                  <a:pt x="2192972" y="783880"/>
                </a:moveTo>
                <a:lnTo>
                  <a:pt x="2101990" y="779335"/>
                </a:lnTo>
                <a:moveTo>
                  <a:pt x="2084419" y="818199"/>
                </a:moveTo>
                <a:lnTo>
                  <a:pt x="2101990" y="779335"/>
                </a:lnTo>
                <a:moveTo>
                  <a:pt x="716849" y="441374"/>
                </a:moveTo>
                <a:lnTo>
                  <a:pt x="787496" y="358956"/>
                </a:lnTo>
                <a:moveTo>
                  <a:pt x="1796552" y="587858"/>
                </a:moveTo>
                <a:lnTo>
                  <a:pt x="1732809" y="585883"/>
                </a:lnTo>
                <a:moveTo>
                  <a:pt x="549610" y="685079"/>
                </a:moveTo>
                <a:lnTo>
                  <a:pt x="535505" y="679161"/>
                </a:lnTo>
                <a:moveTo>
                  <a:pt x="1969575" y="761715"/>
                </a:moveTo>
                <a:lnTo>
                  <a:pt x="1926403" y="684798"/>
                </a:lnTo>
                <a:moveTo>
                  <a:pt x="785686" y="274349"/>
                </a:moveTo>
                <a:lnTo>
                  <a:pt x="725167" y="273678"/>
                </a:lnTo>
                <a:moveTo>
                  <a:pt x="785686" y="274349"/>
                </a:moveTo>
                <a:lnTo>
                  <a:pt x="726848" y="189515"/>
                </a:lnTo>
                <a:moveTo>
                  <a:pt x="541791" y="768744"/>
                </a:moveTo>
                <a:lnTo>
                  <a:pt x="507859" y="846255"/>
                </a:lnTo>
                <a:moveTo>
                  <a:pt x="573134" y="1029687"/>
                </a:moveTo>
                <a:lnTo>
                  <a:pt x="585456" y="1022328"/>
                </a:lnTo>
                <a:moveTo>
                  <a:pt x="2107435" y="446954"/>
                </a:moveTo>
                <a:lnTo>
                  <a:pt x="1987386" y="474419"/>
                </a:lnTo>
                <a:moveTo>
                  <a:pt x="950987" y="661704"/>
                </a:moveTo>
                <a:lnTo>
                  <a:pt x="935957" y="703975"/>
                </a:lnTo>
                <a:moveTo>
                  <a:pt x="754411" y="443298"/>
                </a:moveTo>
                <a:lnTo>
                  <a:pt x="796496" y="391572"/>
                </a:lnTo>
                <a:moveTo>
                  <a:pt x="787496" y="358956"/>
                </a:moveTo>
                <a:lnTo>
                  <a:pt x="725167" y="273678"/>
                </a:lnTo>
                <a:moveTo>
                  <a:pt x="2042956" y="692735"/>
                </a:moveTo>
                <a:lnTo>
                  <a:pt x="1979399" y="769662"/>
                </a:lnTo>
                <a:moveTo>
                  <a:pt x="1760521" y="315897"/>
                </a:moveTo>
                <a:lnTo>
                  <a:pt x="1695958" y="301509"/>
                </a:lnTo>
                <a:moveTo>
                  <a:pt x="783778" y="1033499"/>
                </a:moveTo>
                <a:lnTo>
                  <a:pt x="701781" y="1030096"/>
                </a:lnTo>
                <a:moveTo>
                  <a:pt x="809954" y="1027644"/>
                </a:moveTo>
                <a:lnTo>
                  <a:pt x="783778" y="1033499"/>
                </a:lnTo>
                <a:moveTo>
                  <a:pt x="623026" y="224932"/>
                </a:moveTo>
                <a:lnTo>
                  <a:pt x="572040" y="194185"/>
                </a:lnTo>
                <a:moveTo>
                  <a:pt x="2216371" y="701793"/>
                </a:moveTo>
                <a:lnTo>
                  <a:pt x="2208723" y="722111"/>
                </a:lnTo>
                <a:moveTo>
                  <a:pt x="1969575" y="761715"/>
                </a:moveTo>
                <a:lnTo>
                  <a:pt x="2013284" y="690702"/>
                </a:lnTo>
                <a:moveTo>
                  <a:pt x="796496" y="391572"/>
                </a:moveTo>
                <a:lnTo>
                  <a:pt x="716849" y="441374"/>
                </a:lnTo>
                <a:moveTo>
                  <a:pt x="545552" y="601180"/>
                </a:moveTo>
                <a:lnTo>
                  <a:pt x="535505" y="679161"/>
                </a:lnTo>
                <a:moveTo>
                  <a:pt x="2101990" y="779335"/>
                </a:moveTo>
                <a:lnTo>
                  <a:pt x="2072509" y="777137"/>
                </a:lnTo>
                <a:moveTo>
                  <a:pt x="464337" y="510120"/>
                </a:moveTo>
                <a:lnTo>
                  <a:pt x="390152" y="419198"/>
                </a:lnTo>
                <a:moveTo>
                  <a:pt x="565330" y="1019768"/>
                </a:moveTo>
                <a:lnTo>
                  <a:pt x="496083" y="933610"/>
                </a:lnTo>
                <a:moveTo>
                  <a:pt x="585456" y="1022328"/>
                </a:moveTo>
                <a:lnTo>
                  <a:pt x="560023" y="1020561"/>
                </a:lnTo>
                <a:moveTo>
                  <a:pt x="520472" y="823349"/>
                </a:moveTo>
                <a:lnTo>
                  <a:pt x="507859" y="846255"/>
                </a:lnTo>
                <a:moveTo>
                  <a:pt x="2042956" y="692735"/>
                </a:moveTo>
                <a:lnTo>
                  <a:pt x="1969575" y="761715"/>
                </a:lnTo>
                <a:moveTo>
                  <a:pt x="2246119" y="534741"/>
                </a:moveTo>
                <a:lnTo>
                  <a:pt x="2222298" y="503140"/>
                </a:lnTo>
                <a:moveTo>
                  <a:pt x="910524" y="789462"/>
                </a:moveTo>
                <a:lnTo>
                  <a:pt x="916993" y="705908"/>
                </a:lnTo>
                <a:moveTo>
                  <a:pt x="1002834" y="543294"/>
                </a:moveTo>
                <a:lnTo>
                  <a:pt x="907376" y="512001"/>
                </a:lnTo>
                <a:moveTo>
                  <a:pt x="2214118" y="702193"/>
                </a:moveTo>
                <a:lnTo>
                  <a:pt x="2216371" y="701793"/>
                </a:lnTo>
                <a:moveTo>
                  <a:pt x="637354" y="183893"/>
                </a:moveTo>
                <a:lnTo>
                  <a:pt x="694954" y="120512"/>
                </a:lnTo>
                <a:moveTo>
                  <a:pt x="1042744" y="1090593"/>
                </a:moveTo>
                <a:lnTo>
                  <a:pt x="988456" y="1113115"/>
                </a:lnTo>
                <a:moveTo>
                  <a:pt x="726848" y="189515"/>
                </a:moveTo>
                <a:lnTo>
                  <a:pt x="694954" y="120512"/>
                </a:lnTo>
                <a:moveTo>
                  <a:pt x="2182074" y="701117"/>
                </a:moveTo>
                <a:lnTo>
                  <a:pt x="2192972" y="783880"/>
                </a:lnTo>
                <a:moveTo>
                  <a:pt x="2214118" y="702193"/>
                </a:moveTo>
                <a:lnTo>
                  <a:pt x="2208723" y="722111"/>
                </a:lnTo>
                <a:moveTo>
                  <a:pt x="666572" y="1028301"/>
                </a:moveTo>
                <a:lnTo>
                  <a:pt x="573134" y="1029687"/>
                </a:lnTo>
                <a:moveTo>
                  <a:pt x="918441" y="1186669"/>
                </a:moveTo>
                <a:lnTo>
                  <a:pt x="960065" y="1129186"/>
                </a:lnTo>
                <a:moveTo>
                  <a:pt x="1896086" y="682822"/>
                </a:moveTo>
                <a:lnTo>
                  <a:pt x="1818511" y="677031"/>
                </a:lnTo>
                <a:moveTo>
                  <a:pt x="504972" y="220218"/>
                </a:moveTo>
                <a:lnTo>
                  <a:pt x="396785" y="251691"/>
                </a:lnTo>
                <a:moveTo>
                  <a:pt x="1873312" y="405496"/>
                </a:moveTo>
                <a:lnTo>
                  <a:pt x="1809810" y="374006"/>
                </a:lnTo>
                <a:moveTo>
                  <a:pt x="689658" y="1059091"/>
                </a:moveTo>
                <a:lnTo>
                  <a:pt x="701781" y="1030096"/>
                </a:lnTo>
                <a:moveTo>
                  <a:pt x="812501" y="446513"/>
                </a:moveTo>
                <a:lnTo>
                  <a:pt x="754411" y="443298"/>
                </a:lnTo>
                <a:moveTo>
                  <a:pt x="399378" y="337698"/>
                </a:moveTo>
                <a:lnTo>
                  <a:pt x="388553" y="335348"/>
                </a:lnTo>
                <a:moveTo>
                  <a:pt x="2237626" y="620805"/>
                </a:moveTo>
                <a:lnTo>
                  <a:pt x="2248570" y="618609"/>
                </a:lnTo>
                <a:moveTo>
                  <a:pt x="2222298" y="503140"/>
                </a:moveTo>
                <a:lnTo>
                  <a:pt x="2107435" y="446954"/>
                </a:lnTo>
                <a:moveTo>
                  <a:pt x="1575819" y="494413"/>
                </a:moveTo>
                <a:lnTo>
                  <a:pt x="1566495" y="480819"/>
                </a:lnTo>
                <a:moveTo>
                  <a:pt x="1818511" y="677031"/>
                </a:moveTo>
                <a:lnTo>
                  <a:pt x="1797882" y="592805"/>
                </a:lnTo>
                <a:moveTo>
                  <a:pt x="2248570" y="618609"/>
                </a:moveTo>
                <a:lnTo>
                  <a:pt x="2242988" y="537110"/>
                </a:lnTo>
                <a:moveTo>
                  <a:pt x="689658" y="1059091"/>
                </a:moveTo>
                <a:lnTo>
                  <a:pt x="666572" y="1028301"/>
                </a:lnTo>
                <a:moveTo>
                  <a:pt x="484259" y="554317"/>
                </a:moveTo>
                <a:lnTo>
                  <a:pt x="464337" y="510120"/>
                </a:lnTo>
                <a:moveTo>
                  <a:pt x="567805" y="517799"/>
                </a:moveTo>
                <a:lnTo>
                  <a:pt x="506354" y="594767"/>
                </a:lnTo>
                <a:moveTo>
                  <a:pt x="560023" y="1020561"/>
                </a:moveTo>
                <a:lnTo>
                  <a:pt x="496083" y="933610"/>
                </a:lnTo>
                <a:moveTo>
                  <a:pt x="666572" y="1028301"/>
                </a:moveTo>
                <a:lnTo>
                  <a:pt x="585456" y="1022328"/>
                </a:lnTo>
                <a:moveTo>
                  <a:pt x="2208723" y="722111"/>
                </a:moveTo>
                <a:lnTo>
                  <a:pt x="2182074" y="701117"/>
                </a:lnTo>
                <a:moveTo>
                  <a:pt x="1682290" y="521974"/>
                </a:moveTo>
                <a:lnTo>
                  <a:pt x="1575819" y="494413"/>
                </a:lnTo>
                <a:moveTo>
                  <a:pt x="2072509" y="777137"/>
                </a:moveTo>
                <a:lnTo>
                  <a:pt x="2042956" y="692735"/>
                </a:lnTo>
                <a:moveTo>
                  <a:pt x="754411" y="443298"/>
                </a:moveTo>
                <a:lnTo>
                  <a:pt x="716849" y="441374"/>
                </a:lnTo>
                <a:moveTo>
                  <a:pt x="1809810" y="374006"/>
                </a:moveTo>
                <a:lnTo>
                  <a:pt x="1779839" y="337555"/>
                </a:lnTo>
                <a:moveTo>
                  <a:pt x="1987386" y="474419"/>
                </a:moveTo>
                <a:lnTo>
                  <a:pt x="1921568" y="480278"/>
                </a:lnTo>
                <a:moveTo>
                  <a:pt x="934320" y="876866"/>
                </a:moveTo>
                <a:lnTo>
                  <a:pt x="910524" y="789462"/>
                </a:lnTo>
                <a:moveTo>
                  <a:pt x="2242988" y="537110"/>
                </a:moveTo>
                <a:lnTo>
                  <a:pt x="2246119" y="534741"/>
                </a:lnTo>
                <a:moveTo>
                  <a:pt x="1926403" y="684798"/>
                </a:moveTo>
                <a:lnTo>
                  <a:pt x="1896086" y="682822"/>
                </a:lnTo>
                <a:moveTo>
                  <a:pt x="907376" y="512001"/>
                </a:moveTo>
                <a:lnTo>
                  <a:pt x="843252" y="490545"/>
                </a:lnTo>
                <a:moveTo>
                  <a:pt x="1797882" y="592805"/>
                </a:moveTo>
                <a:lnTo>
                  <a:pt x="1786674" y="591556"/>
                </a:lnTo>
                <a:moveTo>
                  <a:pt x="2192972" y="783880"/>
                </a:moveTo>
                <a:lnTo>
                  <a:pt x="2138875" y="699649"/>
                </a:lnTo>
                <a:moveTo>
                  <a:pt x="545552" y="601180"/>
                </a:moveTo>
                <a:lnTo>
                  <a:pt x="506354" y="594767"/>
                </a:lnTo>
                <a:moveTo>
                  <a:pt x="2216371" y="701793"/>
                </a:moveTo>
                <a:lnTo>
                  <a:pt x="2237626" y="620805"/>
                </a:lnTo>
                <a:moveTo>
                  <a:pt x="1796552" y="587858"/>
                </a:moveTo>
                <a:lnTo>
                  <a:pt x="1786674" y="591556"/>
                </a:lnTo>
                <a:moveTo>
                  <a:pt x="716849" y="441374"/>
                </a:moveTo>
                <a:lnTo>
                  <a:pt x="715738" y="356856"/>
                </a:lnTo>
                <a:moveTo>
                  <a:pt x="2214118" y="702193"/>
                </a:moveTo>
                <a:lnTo>
                  <a:pt x="2182074" y="701117"/>
                </a:lnTo>
                <a:moveTo>
                  <a:pt x="2101990" y="779335"/>
                </a:moveTo>
                <a:lnTo>
                  <a:pt x="2042956" y="692735"/>
                </a:lnTo>
                <a:moveTo>
                  <a:pt x="701781" y="1030096"/>
                </a:moveTo>
                <a:lnTo>
                  <a:pt x="666572" y="1028301"/>
                </a:lnTo>
                <a:moveTo>
                  <a:pt x="1796552" y="587858"/>
                </a:moveTo>
                <a:lnTo>
                  <a:pt x="1682290" y="521974"/>
                </a:lnTo>
                <a:moveTo>
                  <a:pt x="484259" y="554317"/>
                </a:moveTo>
                <a:lnTo>
                  <a:pt x="514110" y="514018"/>
                </a:lnTo>
                <a:moveTo>
                  <a:pt x="988016" y="626821"/>
                </a:moveTo>
                <a:lnTo>
                  <a:pt x="1002834" y="543294"/>
                </a:lnTo>
                <a:moveTo>
                  <a:pt x="1695958" y="301509"/>
                </a:moveTo>
                <a:lnTo>
                  <a:pt x="1578556" y="286288"/>
                </a:lnTo>
                <a:moveTo>
                  <a:pt x="926939" y="960304"/>
                </a:moveTo>
                <a:lnTo>
                  <a:pt x="809954" y="1027644"/>
                </a:lnTo>
                <a:moveTo>
                  <a:pt x="715738" y="356856"/>
                </a:moveTo>
                <a:lnTo>
                  <a:pt x="725167" y="273678"/>
                </a:lnTo>
                <a:moveTo>
                  <a:pt x="754411" y="443298"/>
                </a:moveTo>
                <a:lnTo>
                  <a:pt x="725857" y="475189"/>
                </a:lnTo>
                <a:moveTo>
                  <a:pt x="716849" y="441374"/>
                </a:moveTo>
                <a:lnTo>
                  <a:pt x="612668" y="435150"/>
                </a:lnTo>
                <a:moveTo>
                  <a:pt x="1732735" y="338590"/>
                </a:moveTo>
                <a:lnTo>
                  <a:pt x="1760521" y="315897"/>
                </a:lnTo>
                <a:moveTo>
                  <a:pt x="2013284" y="690702"/>
                </a:moveTo>
                <a:lnTo>
                  <a:pt x="1926403" y="684798"/>
                </a:lnTo>
                <a:moveTo>
                  <a:pt x="1899195" y="600442"/>
                </a:moveTo>
                <a:lnTo>
                  <a:pt x="1818511" y="677031"/>
                </a:lnTo>
                <a:moveTo>
                  <a:pt x="2214118" y="702193"/>
                </a:moveTo>
                <a:lnTo>
                  <a:pt x="2237626" y="620805"/>
                </a:lnTo>
                <a:moveTo>
                  <a:pt x="2040108" y="477154"/>
                </a:moveTo>
                <a:lnTo>
                  <a:pt x="1987386" y="474419"/>
                </a:lnTo>
                <a:moveTo>
                  <a:pt x="715738" y="356856"/>
                </a:moveTo>
                <a:lnTo>
                  <a:pt x="618805" y="351553"/>
                </a:lnTo>
                <a:moveTo>
                  <a:pt x="560023" y="1020561"/>
                </a:moveTo>
                <a:lnTo>
                  <a:pt x="511118" y="974230"/>
                </a:lnTo>
                <a:moveTo>
                  <a:pt x="1797882" y="592805"/>
                </a:moveTo>
                <a:lnTo>
                  <a:pt x="1796552" y="587858"/>
                </a:lnTo>
                <a:moveTo>
                  <a:pt x="961400" y="493731"/>
                </a:moveTo>
                <a:lnTo>
                  <a:pt x="907376" y="512001"/>
                </a:lnTo>
                <a:moveTo>
                  <a:pt x="567805" y="517799"/>
                </a:moveTo>
                <a:lnTo>
                  <a:pt x="484259" y="554317"/>
                </a:lnTo>
                <a:moveTo>
                  <a:pt x="1046765" y="546633"/>
                </a:moveTo>
                <a:lnTo>
                  <a:pt x="1002834" y="543294"/>
                </a:lnTo>
                <a:moveTo>
                  <a:pt x="910524" y="789462"/>
                </a:moveTo>
                <a:lnTo>
                  <a:pt x="841997" y="703396"/>
                </a:lnTo>
                <a:moveTo>
                  <a:pt x="843252" y="490545"/>
                </a:moveTo>
                <a:lnTo>
                  <a:pt x="812501" y="446513"/>
                </a:lnTo>
                <a:moveTo>
                  <a:pt x="716849" y="441374"/>
                </a:moveTo>
                <a:lnTo>
                  <a:pt x="618805" y="351553"/>
                </a:lnTo>
                <a:moveTo>
                  <a:pt x="1911615" y="640830"/>
                </a:moveTo>
                <a:lnTo>
                  <a:pt x="1896086" y="682822"/>
                </a:lnTo>
                <a:moveTo>
                  <a:pt x="1921568" y="480278"/>
                </a:moveTo>
                <a:lnTo>
                  <a:pt x="1894416" y="429479"/>
                </a:lnTo>
                <a:moveTo>
                  <a:pt x="726848" y="189515"/>
                </a:moveTo>
                <a:lnTo>
                  <a:pt x="637354" y="183893"/>
                </a:lnTo>
                <a:moveTo>
                  <a:pt x="623026" y="224932"/>
                </a:moveTo>
                <a:lnTo>
                  <a:pt x="504972" y="220218"/>
                </a:lnTo>
                <a:moveTo>
                  <a:pt x="725857" y="475189"/>
                </a:moveTo>
                <a:lnTo>
                  <a:pt x="716849" y="441374"/>
                </a:lnTo>
                <a:moveTo>
                  <a:pt x="612668" y="435150"/>
                </a:moveTo>
                <a:lnTo>
                  <a:pt x="602106" y="434656"/>
                </a:lnTo>
                <a:moveTo>
                  <a:pt x="910524" y="789462"/>
                </a:moveTo>
                <a:lnTo>
                  <a:pt x="843207" y="787926"/>
                </a:lnTo>
                <a:moveTo>
                  <a:pt x="725167" y="273678"/>
                </a:moveTo>
                <a:lnTo>
                  <a:pt x="726848" y="189515"/>
                </a:lnTo>
                <a:moveTo>
                  <a:pt x="1926403" y="684798"/>
                </a:moveTo>
                <a:lnTo>
                  <a:pt x="1911615" y="640830"/>
                </a:lnTo>
                <a:moveTo>
                  <a:pt x="746761" y="991161"/>
                </a:moveTo>
                <a:lnTo>
                  <a:pt x="783778" y="1033499"/>
                </a:lnTo>
                <a:moveTo>
                  <a:pt x="612668" y="435150"/>
                </a:moveTo>
                <a:lnTo>
                  <a:pt x="618805" y="351553"/>
                </a:lnTo>
                <a:moveTo>
                  <a:pt x="916993" y="705908"/>
                </a:moveTo>
                <a:lnTo>
                  <a:pt x="841997" y="703396"/>
                </a:lnTo>
                <a:moveTo>
                  <a:pt x="950987" y="661704"/>
                </a:moveTo>
                <a:lnTo>
                  <a:pt x="916993" y="705908"/>
                </a:lnTo>
                <a:moveTo>
                  <a:pt x="2242988" y="537110"/>
                </a:moveTo>
                <a:lnTo>
                  <a:pt x="2222298" y="503140"/>
                </a:lnTo>
                <a:moveTo>
                  <a:pt x="2101990" y="779335"/>
                </a:moveTo>
                <a:lnTo>
                  <a:pt x="2138875" y="699649"/>
                </a:lnTo>
                <a:moveTo>
                  <a:pt x="843252" y="490545"/>
                </a:moveTo>
                <a:lnTo>
                  <a:pt x="754411" y="443298"/>
                </a:lnTo>
                <a:moveTo>
                  <a:pt x="637354" y="183893"/>
                </a:moveTo>
                <a:lnTo>
                  <a:pt x="623026" y="224932"/>
                </a:lnTo>
                <a:moveTo>
                  <a:pt x="715738" y="356856"/>
                </a:moveTo>
                <a:lnTo>
                  <a:pt x="629284" y="268509"/>
                </a:lnTo>
                <a:moveTo>
                  <a:pt x="926939" y="960304"/>
                </a:moveTo>
                <a:lnTo>
                  <a:pt x="934320" y="876866"/>
                </a:lnTo>
                <a:moveTo>
                  <a:pt x="627614" y="1004081"/>
                </a:moveTo>
                <a:lnTo>
                  <a:pt x="560023" y="1020561"/>
                </a:lnTo>
                <a:moveTo>
                  <a:pt x="2042956" y="692735"/>
                </a:moveTo>
                <a:lnTo>
                  <a:pt x="2013284" y="690702"/>
                </a:lnTo>
                <a:moveTo>
                  <a:pt x="496083" y="933610"/>
                </a:moveTo>
                <a:lnTo>
                  <a:pt x="504207" y="850266"/>
                </a:lnTo>
                <a:moveTo>
                  <a:pt x="514110" y="514018"/>
                </a:moveTo>
                <a:lnTo>
                  <a:pt x="464337" y="510120"/>
                </a:lnTo>
                <a:moveTo>
                  <a:pt x="2107435" y="446954"/>
                </a:moveTo>
                <a:lnTo>
                  <a:pt x="2040108" y="477154"/>
                </a:lnTo>
                <a:moveTo>
                  <a:pt x="975014" y="1127298"/>
                </a:moveTo>
                <a:lnTo>
                  <a:pt x="988456" y="1113115"/>
                </a:lnTo>
                <a:moveTo>
                  <a:pt x="627614" y="1004081"/>
                </a:moveTo>
                <a:lnTo>
                  <a:pt x="585456" y="1022328"/>
                </a:lnTo>
                <a:moveTo>
                  <a:pt x="438839" y="258159"/>
                </a:moveTo>
                <a:lnTo>
                  <a:pt x="388553" y="335348"/>
                </a:lnTo>
                <a:moveTo>
                  <a:pt x="1055832" y="632163"/>
                </a:moveTo>
                <a:lnTo>
                  <a:pt x="1002834" y="543294"/>
                </a:lnTo>
                <a:moveTo>
                  <a:pt x="612668" y="435150"/>
                </a:moveTo>
                <a:lnTo>
                  <a:pt x="598990" y="350776"/>
                </a:lnTo>
                <a:moveTo>
                  <a:pt x="436885" y="262677"/>
                </a:moveTo>
                <a:lnTo>
                  <a:pt x="388553" y="335348"/>
                </a:lnTo>
                <a:moveTo>
                  <a:pt x="1566495" y="480819"/>
                </a:moveTo>
                <a:lnTo>
                  <a:pt x="1504554" y="424154"/>
                </a:lnTo>
                <a:moveTo>
                  <a:pt x="438839" y="258159"/>
                </a:moveTo>
                <a:lnTo>
                  <a:pt x="396785" y="251691"/>
                </a:lnTo>
                <a:moveTo>
                  <a:pt x="960616" y="1133341"/>
                </a:moveTo>
                <a:lnTo>
                  <a:pt x="960065" y="1129186"/>
                </a:lnTo>
                <a:moveTo>
                  <a:pt x="2029169" y="653601"/>
                </a:moveTo>
                <a:lnTo>
                  <a:pt x="1926403" y="684798"/>
                </a:lnTo>
                <a:moveTo>
                  <a:pt x="1899195" y="600442"/>
                </a:moveTo>
                <a:lnTo>
                  <a:pt x="1896086" y="682822"/>
                </a:lnTo>
                <a:moveTo>
                  <a:pt x="1504493" y="492367"/>
                </a:moveTo>
                <a:lnTo>
                  <a:pt x="1566495" y="480819"/>
                </a:lnTo>
                <a:moveTo>
                  <a:pt x="1847894" y="430588"/>
                </a:moveTo>
                <a:lnTo>
                  <a:pt x="1873312" y="405496"/>
                </a:lnTo>
                <a:moveTo>
                  <a:pt x="1055832" y="632163"/>
                </a:moveTo>
                <a:lnTo>
                  <a:pt x="988016" y="626821"/>
                </a:lnTo>
                <a:moveTo>
                  <a:pt x="602106" y="434656"/>
                </a:moveTo>
                <a:lnTo>
                  <a:pt x="514110" y="514018"/>
                </a:lnTo>
                <a:moveTo>
                  <a:pt x="629284" y="268509"/>
                </a:moveTo>
                <a:lnTo>
                  <a:pt x="637354" y="183893"/>
                </a:lnTo>
                <a:moveTo>
                  <a:pt x="602106" y="434656"/>
                </a:moveTo>
                <a:lnTo>
                  <a:pt x="598990" y="350776"/>
                </a:lnTo>
                <a:moveTo>
                  <a:pt x="725167" y="273678"/>
                </a:moveTo>
                <a:lnTo>
                  <a:pt x="629284" y="268509"/>
                </a:lnTo>
                <a:moveTo>
                  <a:pt x="629284" y="268509"/>
                </a:moveTo>
                <a:lnTo>
                  <a:pt x="726848" y="189515"/>
                </a:lnTo>
                <a:moveTo>
                  <a:pt x="2214118" y="702193"/>
                </a:moveTo>
                <a:lnTo>
                  <a:pt x="2145642" y="683826"/>
                </a:lnTo>
                <a:moveTo>
                  <a:pt x="618805" y="351553"/>
                </a:moveTo>
                <a:lnTo>
                  <a:pt x="598990" y="350776"/>
                </a:lnTo>
                <a:moveTo>
                  <a:pt x="630873" y="521842"/>
                </a:moveTo>
                <a:lnTo>
                  <a:pt x="716849" y="441374"/>
                </a:lnTo>
                <a:moveTo>
                  <a:pt x="988016" y="626821"/>
                </a:moveTo>
                <a:lnTo>
                  <a:pt x="950987" y="661704"/>
                </a:lnTo>
                <a:moveTo>
                  <a:pt x="1779839" y="337555"/>
                </a:moveTo>
                <a:lnTo>
                  <a:pt x="1732735" y="338590"/>
                </a:lnTo>
                <a:moveTo>
                  <a:pt x="618805" y="351553"/>
                </a:moveTo>
                <a:lnTo>
                  <a:pt x="629284" y="268509"/>
                </a:lnTo>
                <a:moveTo>
                  <a:pt x="1899195" y="600442"/>
                </a:moveTo>
                <a:lnTo>
                  <a:pt x="1797882" y="592805"/>
                </a:lnTo>
                <a:moveTo>
                  <a:pt x="511118" y="974230"/>
                </a:moveTo>
                <a:lnTo>
                  <a:pt x="496083" y="933610"/>
                </a:lnTo>
                <a:moveTo>
                  <a:pt x="629284" y="268509"/>
                </a:moveTo>
                <a:lnTo>
                  <a:pt x="623026" y="224932"/>
                </a:lnTo>
                <a:moveTo>
                  <a:pt x="630873" y="521842"/>
                </a:moveTo>
                <a:lnTo>
                  <a:pt x="612668" y="435150"/>
                </a:lnTo>
                <a:moveTo>
                  <a:pt x="1055832" y="632163"/>
                </a:moveTo>
                <a:lnTo>
                  <a:pt x="1046765" y="546633"/>
                </a:lnTo>
                <a:moveTo>
                  <a:pt x="567805" y="517799"/>
                </a:moveTo>
                <a:lnTo>
                  <a:pt x="602106" y="434656"/>
                </a:lnTo>
                <a:moveTo>
                  <a:pt x="2159265" y="464084"/>
                </a:moveTo>
                <a:lnTo>
                  <a:pt x="2107435" y="446954"/>
                </a:lnTo>
                <a:moveTo>
                  <a:pt x="2029169" y="653601"/>
                </a:moveTo>
                <a:lnTo>
                  <a:pt x="2013284" y="690702"/>
                </a:lnTo>
                <a:moveTo>
                  <a:pt x="1002834" y="543294"/>
                </a:moveTo>
                <a:lnTo>
                  <a:pt x="961400" y="493731"/>
                </a:lnTo>
                <a:moveTo>
                  <a:pt x="534016" y="263418"/>
                </a:moveTo>
                <a:lnTo>
                  <a:pt x="504972" y="220218"/>
                </a:lnTo>
                <a:moveTo>
                  <a:pt x="843252" y="490545"/>
                </a:moveTo>
                <a:lnTo>
                  <a:pt x="725857" y="475189"/>
                </a:lnTo>
                <a:moveTo>
                  <a:pt x="1833471" y="513130"/>
                </a:moveTo>
                <a:lnTo>
                  <a:pt x="1894416" y="429479"/>
                </a:lnTo>
                <a:moveTo>
                  <a:pt x="1102026" y="550889"/>
                </a:moveTo>
                <a:lnTo>
                  <a:pt x="1046765" y="546633"/>
                </a:lnTo>
                <a:moveTo>
                  <a:pt x="630873" y="521842"/>
                </a:moveTo>
                <a:lnTo>
                  <a:pt x="602106" y="434656"/>
                </a:lnTo>
                <a:moveTo>
                  <a:pt x="2182074" y="701117"/>
                </a:moveTo>
                <a:lnTo>
                  <a:pt x="2138875" y="699649"/>
                </a:lnTo>
                <a:moveTo>
                  <a:pt x="1575819" y="494413"/>
                </a:moveTo>
                <a:lnTo>
                  <a:pt x="1504493" y="492367"/>
                </a:lnTo>
                <a:moveTo>
                  <a:pt x="618805" y="351553"/>
                </a:moveTo>
                <a:lnTo>
                  <a:pt x="597959" y="266936"/>
                </a:lnTo>
                <a:moveTo>
                  <a:pt x="602106" y="434656"/>
                </a:moveTo>
                <a:lnTo>
                  <a:pt x="525892" y="431139"/>
                </a:lnTo>
                <a:moveTo>
                  <a:pt x="2237626" y="620805"/>
                </a:moveTo>
                <a:lnTo>
                  <a:pt x="2242988" y="537110"/>
                </a:lnTo>
                <a:moveTo>
                  <a:pt x="1682290" y="521974"/>
                </a:moveTo>
                <a:lnTo>
                  <a:pt x="1721891" y="505965"/>
                </a:lnTo>
                <a:moveTo>
                  <a:pt x="2042956" y="692735"/>
                </a:moveTo>
                <a:lnTo>
                  <a:pt x="2029169" y="653601"/>
                </a:lnTo>
                <a:moveTo>
                  <a:pt x="666572" y="1028301"/>
                </a:moveTo>
                <a:lnTo>
                  <a:pt x="627614" y="1004081"/>
                </a:lnTo>
                <a:moveTo>
                  <a:pt x="597959" y="266936"/>
                </a:moveTo>
                <a:lnTo>
                  <a:pt x="623026" y="224932"/>
                </a:lnTo>
                <a:moveTo>
                  <a:pt x="725857" y="475189"/>
                </a:moveTo>
                <a:lnTo>
                  <a:pt x="630873" y="521842"/>
                </a:lnTo>
                <a:moveTo>
                  <a:pt x="2029169" y="653601"/>
                </a:moveTo>
                <a:lnTo>
                  <a:pt x="1911615" y="640830"/>
                </a:lnTo>
                <a:moveTo>
                  <a:pt x="1682290" y="521974"/>
                </a:moveTo>
                <a:lnTo>
                  <a:pt x="1615583" y="542182"/>
                </a:lnTo>
                <a:moveTo>
                  <a:pt x="2138875" y="699649"/>
                </a:moveTo>
                <a:lnTo>
                  <a:pt x="2042956" y="692735"/>
                </a:lnTo>
                <a:moveTo>
                  <a:pt x="975014" y="1127298"/>
                </a:moveTo>
                <a:lnTo>
                  <a:pt x="960065" y="1129186"/>
                </a:lnTo>
                <a:moveTo>
                  <a:pt x="1615583" y="542182"/>
                </a:moveTo>
                <a:lnTo>
                  <a:pt x="1575819" y="494413"/>
                </a:lnTo>
                <a:moveTo>
                  <a:pt x="1896050" y="516561"/>
                </a:moveTo>
                <a:lnTo>
                  <a:pt x="1797882" y="592805"/>
                </a:lnTo>
                <a:moveTo>
                  <a:pt x="1911615" y="640830"/>
                </a:moveTo>
                <a:lnTo>
                  <a:pt x="1899195" y="600442"/>
                </a:lnTo>
                <a:moveTo>
                  <a:pt x="1069625" y="656995"/>
                </a:moveTo>
                <a:lnTo>
                  <a:pt x="988016" y="626821"/>
                </a:lnTo>
                <a:moveTo>
                  <a:pt x="695346" y="525953"/>
                </a:moveTo>
                <a:lnTo>
                  <a:pt x="725857" y="475189"/>
                </a:lnTo>
                <a:moveTo>
                  <a:pt x="1896050" y="516561"/>
                </a:moveTo>
                <a:lnTo>
                  <a:pt x="1796552" y="587858"/>
                </a:lnTo>
                <a:moveTo>
                  <a:pt x="934320" y="876866"/>
                </a:moveTo>
                <a:lnTo>
                  <a:pt x="843207" y="787926"/>
                </a:lnTo>
                <a:moveTo>
                  <a:pt x="2222298" y="503140"/>
                </a:moveTo>
                <a:lnTo>
                  <a:pt x="2159265" y="464084"/>
                </a:lnTo>
                <a:moveTo>
                  <a:pt x="567805" y="517799"/>
                </a:moveTo>
                <a:lnTo>
                  <a:pt x="514110" y="514018"/>
                </a:lnTo>
                <a:moveTo>
                  <a:pt x="2182074" y="701117"/>
                </a:moveTo>
                <a:lnTo>
                  <a:pt x="2145642" y="683826"/>
                </a:lnTo>
                <a:moveTo>
                  <a:pt x="541791" y="768744"/>
                </a:moveTo>
                <a:lnTo>
                  <a:pt x="549610" y="685079"/>
                </a:lnTo>
                <a:moveTo>
                  <a:pt x="746761" y="991161"/>
                </a:moveTo>
                <a:lnTo>
                  <a:pt x="701781" y="1030096"/>
                </a:lnTo>
                <a:moveTo>
                  <a:pt x="809954" y="1027644"/>
                </a:moveTo>
                <a:lnTo>
                  <a:pt x="746761" y="991161"/>
                </a:lnTo>
                <a:moveTo>
                  <a:pt x="598990" y="350776"/>
                </a:moveTo>
                <a:lnTo>
                  <a:pt x="597959" y="266936"/>
                </a:lnTo>
                <a:moveTo>
                  <a:pt x="1911615" y="640830"/>
                </a:moveTo>
                <a:lnTo>
                  <a:pt x="1926749" y="602345"/>
                </a:lnTo>
                <a:moveTo>
                  <a:pt x="520472" y="823349"/>
                </a:moveTo>
                <a:lnTo>
                  <a:pt x="504207" y="850266"/>
                </a:lnTo>
                <a:moveTo>
                  <a:pt x="1745591" y="507955"/>
                </a:moveTo>
                <a:lnTo>
                  <a:pt x="1682290" y="521974"/>
                </a:lnTo>
                <a:moveTo>
                  <a:pt x="438839" y="258159"/>
                </a:moveTo>
                <a:lnTo>
                  <a:pt x="504972" y="220218"/>
                </a:lnTo>
                <a:moveTo>
                  <a:pt x="514110" y="514018"/>
                </a:moveTo>
                <a:lnTo>
                  <a:pt x="525892" y="431139"/>
                </a:lnTo>
                <a:moveTo>
                  <a:pt x="494563" y="935451"/>
                </a:moveTo>
                <a:lnTo>
                  <a:pt x="496083" y="933610"/>
                </a:lnTo>
                <a:moveTo>
                  <a:pt x="623026" y="224932"/>
                </a:moveTo>
                <a:lnTo>
                  <a:pt x="534016" y="263418"/>
                </a:lnTo>
                <a:moveTo>
                  <a:pt x="813264" y="701556"/>
                </a:moveTo>
                <a:lnTo>
                  <a:pt x="729636" y="696131"/>
                </a:lnTo>
                <a:moveTo>
                  <a:pt x="629284" y="268509"/>
                </a:moveTo>
                <a:lnTo>
                  <a:pt x="597959" y="266936"/>
                </a:lnTo>
                <a:moveTo>
                  <a:pt x="1080697" y="478413"/>
                </a:moveTo>
                <a:lnTo>
                  <a:pt x="1002834" y="543294"/>
                </a:lnTo>
                <a:moveTo>
                  <a:pt x="598990" y="350776"/>
                </a:moveTo>
                <a:lnTo>
                  <a:pt x="525892" y="431139"/>
                </a:lnTo>
                <a:moveTo>
                  <a:pt x="1102026" y="550889"/>
                </a:moveTo>
                <a:lnTo>
                  <a:pt x="1055832" y="632163"/>
                </a:lnTo>
                <a:moveTo>
                  <a:pt x="2145642" y="683826"/>
                </a:moveTo>
                <a:lnTo>
                  <a:pt x="2042956" y="692735"/>
                </a:lnTo>
                <a:moveTo>
                  <a:pt x="729636" y="696131"/>
                </a:moveTo>
                <a:lnTo>
                  <a:pt x="676560" y="693221"/>
                </a:lnTo>
                <a:moveTo>
                  <a:pt x="1894416" y="429479"/>
                </a:moveTo>
                <a:lnTo>
                  <a:pt x="1847894" y="430588"/>
                </a:lnTo>
                <a:moveTo>
                  <a:pt x="960616" y="1133341"/>
                </a:moveTo>
                <a:lnTo>
                  <a:pt x="918441" y="1186669"/>
                </a:lnTo>
                <a:moveTo>
                  <a:pt x="1796552" y="587858"/>
                </a:moveTo>
                <a:lnTo>
                  <a:pt x="1833471" y="513130"/>
                </a:lnTo>
                <a:moveTo>
                  <a:pt x="908170" y="876705"/>
                </a:moveTo>
                <a:lnTo>
                  <a:pt x="934320" y="876866"/>
                </a:lnTo>
                <a:moveTo>
                  <a:pt x="746761" y="991161"/>
                </a:moveTo>
                <a:lnTo>
                  <a:pt x="666572" y="1028301"/>
                </a:lnTo>
                <a:moveTo>
                  <a:pt x="1630957" y="294202"/>
                </a:moveTo>
                <a:lnTo>
                  <a:pt x="1578556" y="286288"/>
                </a:lnTo>
                <a:moveTo>
                  <a:pt x="628125" y="774623"/>
                </a:moveTo>
                <a:lnTo>
                  <a:pt x="541791" y="768744"/>
                </a:lnTo>
                <a:moveTo>
                  <a:pt x="841997" y="703396"/>
                </a:moveTo>
                <a:lnTo>
                  <a:pt x="813264" y="701556"/>
                </a:lnTo>
                <a:moveTo>
                  <a:pt x="436885" y="262677"/>
                </a:moveTo>
                <a:lnTo>
                  <a:pt x="399378" y="337698"/>
                </a:lnTo>
                <a:moveTo>
                  <a:pt x="541791" y="768744"/>
                </a:moveTo>
                <a:lnTo>
                  <a:pt x="520472" y="823349"/>
                </a:lnTo>
                <a:moveTo>
                  <a:pt x="630873" y="521842"/>
                </a:moveTo>
                <a:lnTo>
                  <a:pt x="567805" y="517799"/>
                </a:lnTo>
                <a:moveTo>
                  <a:pt x="2214118" y="702193"/>
                </a:moveTo>
                <a:lnTo>
                  <a:pt x="2169572" y="619176"/>
                </a:lnTo>
                <a:moveTo>
                  <a:pt x="629671" y="690443"/>
                </a:moveTo>
                <a:lnTo>
                  <a:pt x="549610" y="685079"/>
                </a:lnTo>
                <a:moveTo>
                  <a:pt x="1083417" y="634342"/>
                </a:moveTo>
                <a:lnTo>
                  <a:pt x="1055832" y="632163"/>
                </a:lnTo>
                <a:moveTo>
                  <a:pt x="628125" y="774623"/>
                </a:moveTo>
                <a:lnTo>
                  <a:pt x="549610" y="685079"/>
                </a:lnTo>
                <a:moveTo>
                  <a:pt x="494563" y="935451"/>
                </a:moveTo>
                <a:lnTo>
                  <a:pt x="504207" y="850266"/>
                </a:lnTo>
                <a:moveTo>
                  <a:pt x="809954" y="1027644"/>
                </a:moveTo>
                <a:lnTo>
                  <a:pt x="864020" y="959327"/>
                </a:lnTo>
                <a:moveTo>
                  <a:pt x="504222" y="851823"/>
                </a:moveTo>
                <a:lnTo>
                  <a:pt x="504207" y="850266"/>
                </a:lnTo>
                <a:moveTo>
                  <a:pt x="1796552" y="587858"/>
                </a:moveTo>
                <a:lnTo>
                  <a:pt x="1745591" y="507955"/>
                </a:lnTo>
                <a:moveTo>
                  <a:pt x="843207" y="787926"/>
                </a:moveTo>
                <a:lnTo>
                  <a:pt x="813264" y="701556"/>
                </a:lnTo>
                <a:moveTo>
                  <a:pt x="2014015" y="608345"/>
                </a:moveTo>
                <a:lnTo>
                  <a:pt x="1911615" y="640830"/>
                </a:lnTo>
                <a:moveTo>
                  <a:pt x="1083417" y="634342"/>
                </a:moveTo>
                <a:lnTo>
                  <a:pt x="1102026" y="550889"/>
                </a:lnTo>
                <a:moveTo>
                  <a:pt x="2040108" y="477154"/>
                </a:moveTo>
                <a:lnTo>
                  <a:pt x="1921568" y="480278"/>
                </a:lnTo>
                <a:moveTo>
                  <a:pt x="843207" y="787926"/>
                </a:moveTo>
                <a:lnTo>
                  <a:pt x="841997" y="703396"/>
                </a:lnTo>
                <a:moveTo>
                  <a:pt x="1732735" y="338590"/>
                </a:moveTo>
                <a:lnTo>
                  <a:pt x="1695958" y="301509"/>
                </a:lnTo>
                <a:moveTo>
                  <a:pt x="1931794" y="518609"/>
                </a:moveTo>
                <a:lnTo>
                  <a:pt x="1921568" y="480278"/>
                </a:lnTo>
                <a:moveTo>
                  <a:pt x="549610" y="685079"/>
                </a:moveTo>
                <a:lnTo>
                  <a:pt x="545552" y="601180"/>
                </a:lnTo>
                <a:moveTo>
                  <a:pt x="695346" y="525953"/>
                </a:moveTo>
                <a:lnTo>
                  <a:pt x="630873" y="521842"/>
                </a:lnTo>
                <a:moveTo>
                  <a:pt x="1926749" y="602345"/>
                </a:moveTo>
                <a:lnTo>
                  <a:pt x="1899195" y="600442"/>
                </a:lnTo>
                <a:moveTo>
                  <a:pt x="1080697" y="478413"/>
                </a:moveTo>
                <a:lnTo>
                  <a:pt x="1046765" y="546633"/>
                </a:lnTo>
                <a:moveTo>
                  <a:pt x="961400" y="493731"/>
                </a:moveTo>
                <a:lnTo>
                  <a:pt x="843252" y="490545"/>
                </a:lnTo>
                <a:moveTo>
                  <a:pt x="676560" y="693221"/>
                </a:moveTo>
                <a:lnTo>
                  <a:pt x="629671" y="690443"/>
                </a:lnTo>
                <a:moveTo>
                  <a:pt x="676560" y="693221"/>
                </a:moveTo>
                <a:lnTo>
                  <a:pt x="628125" y="774623"/>
                </a:lnTo>
                <a:moveTo>
                  <a:pt x="1173096" y="640051"/>
                </a:moveTo>
                <a:lnTo>
                  <a:pt x="1102026" y="550889"/>
                </a:lnTo>
                <a:moveTo>
                  <a:pt x="742099" y="782093"/>
                </a:moveTo>
                <a:lnTo>
                  <a:pt x="729636" y="696131"/>
                </a:lnTo>
                <a:moveTo>
                  <a:pt x="418656" y="341581"/>
                </a:moveTo>
                <a:lnTo>
                  <a:pt x="399378" y="337698"/>
                </a:lnTo>
                <a:moveTo>
                  <a:pt x="598990" y="350776"/>
                </a:moveTo>
                <a:lnTo>
                  <a:pt x="537960" y="348297"/>
                </a:lnTo>
                <a:moveTo>
                  <a:pt x="627614" y="1004081"/>
                </a:moveTo>
                <a:lnTo>
                  <a:pt x="511118" y="974230"/>
                </a:lnTo>
                <a:moveTo>
                  <a:pt x="1896050" y="516561"/>
                </a:moveTo>
                <a:lnTo>
                  <a:pt x="1921568" y="480278"/>
                </a:lnTo>
                <a:moveTo>
                  <a:pt x="545552" y="601180"/>
                </a:moveTo>
                <a:lnTo>
                  <a:pt x="567805" y="517799"/>
                </a:lnTo>
                <a:moveTo>
                  <a:pt x="1222659" y="642726"/>
                </a:moveTo>
                <a:lnTo>
                  <a:pt x="1173096" y="640051"/>
                </a:lnTo>
                <a:moveTo>
                  <a:pt x="628125" y="774623"/>
                </a:moveTo>
                <a:lnTo>
                  <a:pt x="629671" y="690443"/>
                </a:lnTo>
                <a:moveTo>
                  <a:pt x="659448" y="776703"/>
                </a:moveTo>
                <a:lnTo>
                  <a:pt x="676560" y="693221"/>
                </a:lnTo>
                <a:moveTo>
                  <a:pt x="597959" y="266936"/>
                </a:moveTo>
                <a:lnTo>
                  <a:pt x="534016" y="263418"/>
                </a:lnTo>
                <a:moveTo>
                  <a:pt x="2145642" y="683826"/>
                </a:moveTo>
                <a:lnTo>
                  <a:pt x="2029169" y="653601"/>
                </a:lnTo>
                <a:moveTo>
                  <a:pt x="1069625" y="656995"/>
                </a:moveTo>
                <a:lnTo>
                  <a:pt x="1055832" y="632163"/>
                </a:lnTo>
                <a:moveTo>
                  <a:pt x="1695958" y="301509"/>
                </a:moveTo>
                <a:lnTo>
                  <a:pt x="1630957" y="294202"/>
                </a:lnTo>
                <a:moveTo>
                  <a:pt x="813264" y="701556"/>
                </a:moveTo>
                <a:lnTo>
                  <a:pt x="742099" y="782093"/>
                </a:lnTo>
                <a:moveTo>
                  <a:pt x="659448" y="776703"/>
                </a:moveTo>
                <a:lnTo>
                  <a:pt x="628125" y="774623"/>
                </a:lnTo>
                <a:moveTo>
                  <a:pt x="786000" y="784838"/>
                </a:moveTo>
                <a:lnTo>
                  <a:pt x="813264" y="701556"/>
                </a:lnTo>
                <a:moveTo>
                  <a:pt x="926939" y="960304"/>
                </a:moveTo>
                <a:lnTo>
                  <a:pt x="864020" y="959327"/>
                </a:lnTo>
                <a:moveTo>
                  <a:pt x="629671" y="690443"/>
                </a:moveTo>
                <a:lnTo>
                  <a:pt x="545552" y="601180"/>
                </a:lnTo>
                <a:moveTo>
                  <a:pt x="1173096" y="640051"/>
                </a:moveTo>
                <a:lnTo>
                  <a:pt x="1083417" y="634342"/>
                </a:lnTo>
                <a:moveTo>
                  <a:pt x="885839" y="656752"/>
                </a:moveTo>
                <a:lnTo>
                  <a:pt x="916993" y="705908"/>
                </a:lnTo>
                <a:moveTo>
                  <a:pt x="2145642" y="683826"/>
                </a:moveTo>
                <a:lnTo>
                  <a:pt x="2138875" y="699649"/>
                </a:lnTo>
                <a:moveTo>
                  <a:pt x="1899195" y="600442"/>
                </a:moveTo>
                <a:lnTo>
                  <a:pt x="1896050" y="516561"/>
                </a:lnTo>
                <a:moveTo>
                  <a:pt x="511118" y="974230"/>
                </a:moveTo>
                <a:lnTo>
                  <a:pt x="494563" y="935451"/>
                </a:lnTo>
                <a:moveTo>
                  <a:pt x="1809810" y="374006"/>
                </a:moveTo>
                <a:lnTo>
                  <a:pt x="1732735" y="338590"/>
                </a:lnTo>
                <a:moveTo>
                  <a:pt x="1926749" y="602345"/>
                </a:moveTo>
                <a:lnTo>
                  <a:pt x="1931794" y="518609"/>
                </a:lnTo>
                <a:moveTo>
                  <a:pt x="742099" y="782093"/>
                </a:moveTo>
                <a:lnTo>
                  <a:pt x="676560" y="693221"/>
                </a:lnTo>
                <a:moveTo>
                  <a:pt x="1069625" y="656995"/>
                </a:moveTo>
                <a:lnTo>
                  <a:pt x="950987" y="661704"/>
                </a:lnTo>
                <a:moveTo>
                  <a:pt x="640186" y="801286"/>
                </a:moveTo>
                <a:lnTo>
                  <a:pt x="541791" y="768744"/>
                </a:lnTo>
                <a:moveTo>
                  <a:pt x="2029169" y="653601"/>
                </a:moveTo>
                <a:lnTo>
                  <a:pt x="2014015" y="608345"/>
                </a:lnTo>
                <a:moveTo>
                  <a:pt x="1921568" y="480278"/>
                </a:moveTo>
                <a:lnTo>
                  <a:pt x="1833471" y="513130"/>
                </a:lnTo>
                <a:moveTo>
                  <a:pt x="843207" y="787926"/>
                </a:moveTo>
                <a:lnTo>
                  <a:pt x="786000" y="784838"/>
                </a:lnTo>
                <a:moveTo>
                  <a:pt x="597959" y="266936"/>
                </a:moveTo>
                <a:lnTo>
                  <a:pt x="537960" y="348297"/>
                </a:lnTo>
                <a:moveTo>
                  <a:pt x="908170" y="876705"/>
                </a:moveTo>
                <a:lnTo>
                  <a:pt x="843207" y="787926"/>
                </a:lnTo>
                <a:moveTo>
                  <a:pt x="1926749" y="602345"/>
                </a:moveTo>
                <a:lnTo>
                  <a:pt x="1896050" y="516561"/>
                </a:lnTo>
                <a:moveTo>
                  <a:pt x="2040108" y="477154"/>
                </a:moveTo>
                <a:lnTo>
                  <a:pt x="1931794" y="518609"/>
                </a:lnTo>
                <a:moveTo>
                  <a:pt x="1222659" y="642726"/>
                </a:moveTo>
                <a:lnTo>
                  <a:pt x="1211376" y="558685"/>
                </a:lnTo>
                <a:moveTo>
                  <a:pt x="1083417" y="634342"/>
                </a:moveTo>
                <a:lnTo>
                  <a:pt x="1069625" y="656995"/>
                </a:lnTo>
                <a:moveTo>
                  <a:pt x="1184829" y="557166"/>
                </a:moveTo>
                <a:lnTo>
                  <a:pt x="1102026" y="550889"/>
                </a:lnTo>
                <a:moveTo>
                  <a:pt x="864020" y="959327"/>
                </a:moveTo>
                <a:lnTo>
                  <a:pt x="934320" y="876866"/>
                </a:lnTo>
                <a:moveTo>
                  <a:pt x="525892" y="431139"/>
                </a:moveTo>
                <a:lnTo>
                  <a:pt x="537960" y="348297"/>
                </a:lnTo>
                <a:moveTo>
                  <a:pt x="742099" y="782093"/>
                </a:moveTo>
                <a:lnTo>
                  <a:pt x="659448" y="776703"/>
                </a:lnTo>
                <a:moveTo>
                  <a:pt x="2014015" y="608345"/>
                </a:moveTo>
                <a:lnTo>
                  <a:pt x="1926749" y="602345"/>
                </a:lnTo>
                <a:moveTo>
                  <a:pt x="1931794" y="518609"/>
                </a:moveTo>
                <a:lnTo>
                  <a:pt x="1896050" y="516561"/>
                </a:lnTo>
                <a:moveTo>
                  <a:pt x="1102026" y="550889"/>
                </a:moveTo>
                <a:lnTo>
                  <a:pt x="1080697" y="478413"/>
                </a:lnTo>
                <a:moveTo>
                  <a:pt x="504222" y="851823"/>
                </a:moveTo>
                <a:lnTo>
                  <a:pt x="520472" y="823349"/>
                </a:lnTo>
                <a:moveTo>
                  <a:pt x="2184795" y="536735"/>
                </a:moveTo>
                <a:lnTo>
                  <a:pt x="2222298" y="503140"/>
                </a:lnTo>
                <a:moveTo>
                  <a:pt x="640186" y="801286"/>
                </a:moveTo>
                <a:lnTo>
                  <a:pt x="628125" y="774623"/>
                </a:lnTo>
                <a:moveTo>
                  <a:pt x="1222659" y="642726"/>
                </a:moveTo>
                <a:lnTo>
                  <a:pt x="1185062" y="703931"/>
                </a:lnTo>
                <a:moveTo>
                  <a:pt x="1847894" y="430588"/>
                </a:moveTo>
                <a:lnTo>
                  <a:pt x="1809810" y="374006"/>
                </a:lnTo>
                <a:moveTo>
                  <a:pt x="786000" y="784838"/>
                </a:moveTo>
                <a:lnTo>
                  <a:pt x="742099" y="782093"/>
                </a:lnTo>
                <a:moveTo>
                  <a:pt x="869377" y="922293"/>
                </a:moveTo>
                <a:lnTo>
                  <a:pt x="934320" y="876866"/>
                </a:lnTo>
                <a:moveTo>
                  <a:pt x="537960" y="348297"/>
                </a:moveTo>
                <a:lnTo>
                  <a:pt x="534016" y="263418"/>
                </a:lnTo>
                <a:moveTo>
                  <a:pt x="1211376" y="558685"/>
                </a:moveTo>
                <a:lnTo>
                  <a:pt x="1173096" y="640051"/>
                </a:lnTo>
                <a:moveTo>
                  <a:pt x="1504493" y="492367"/>
                </a:moveTo>
                <a:lnTo>
                  <a:pt x="1504554" y="424154"/>
                </a:lnTo>
                <a:moveTo>
                  <a:pt x="2017420" y="524593"/>
                </a:moveTo>
                <a:lnTo>
                  <a:pt x="1926749" y="602345"/>
                </a:lnTo>
                <a:moveTo>
                  <a:pt x="531853" y="853782"/>
                </a:moveTo>
                <a:lnTo>
                  <a:pt x="520472" y="823349"/>
                </a:lnTo>
                <a:moveTo>
                  <a:pt x="2029169" y="653601"/>
                </a:moveTo>
                <a:lnTo>
                  <a:pt x="2052892" y="611362"/>
                </a:lnTo>
                <a:moveTo>
                  <a:pt x="659448" y="776703"/>
                </a:moveTo>
                <a:lnTo>
                  <a:pt x="640186" y="801286"/>
                </a:lnTo>
                <a:moveTo>
                  <a:pt x="2237626" y="620805"/>
                </a:moveTo>
                <a:lnTo>
                  <a:pt x="2169572" y="619176"/>
                </a:lnTo>
                <a:moveTo>
                  <a:pt x="1173096" y="640051"/>
                </a:moveTo>
                <a:lnTo>
                  <a:pt x="1184829" y="557166"/>
                </a:lnTo>
                <a:moveTo>
                  <a:pt x="1185062" y="703931"/>
                </a:moveTo>
                <a:lnTo>
                  <a:pt x="1083417" y="634342"/>
                </a:lnTo>
                <a:moveTo>
                  <a:pt x="1809810" y="374006"/>
                </a:moveTo>
                <a:lnTo>
                  <a:pt x="1745280" y="359100"/>
                </a:lnTo>
                <a:moveTo>
                  <a:pt x="652346" y="605138"/>
                </a:moveTo>
                <a:lnTo>
                  <a:pt x="567805" y="517799"/>
                </a:lnTo>
                <a:moveTo>
                  <a:pt x="534016" y="263418"/>
                </a:moveTo>
                <a:lnTo>
                  <a:pt x="438839" y="258159"/>
                </a:lnTo>
                <a:moveTo>
                  <a:pt x="2017420" y="524593"/>
                </a:moveTo>
                <a:lnTo>
                  <a:pt x="2040108" y="477154"/>
                </a:lnTo>
                <a:moveTo>
                  <a:pt x="2159265" y="464084"/>
                </a:moveTo>
                <a:lnTo>
                  <a:pt x="2040108" y="477154"/>
                </a:lnTo>
                <a:moveTo>
                  <a:pt x="2017420" y="524593"/>
                </a:moveTo>
                <a:lnTo>
                  <a:pt x="1931794" y="518609"/>
                </a:lnTo>
                <a:moveTo>
                  <a:pt x="494563" y="935451"/>
                </a:moveTo>
                <a:lnTo>
                  <a:pt x="504222" y="851823"/>
                </a:lnTo>
                <a:moveTo>
                  <a:pt x="511118" y="974230"/>
                </a:moveTo>
                <a:lnTo>
                  <a:pt x="540460" y="939254"/>
                </a:lnTo>
                <a:moveTo>
                  <a:pt x="676560" y="693221"/>
                </a:moveTo>
                <a:lnTo>
                  <a:pt x="651747" y="614813"/>
                </a:lnTo>
                <a:moveTo>
                  <a:pt x="1195608" y="533810"/>
                </a:moveTo>
                <a:lnTo>
                  <a:pt x="1102026" y="550889"/>
                </a:lnTo>
                <a:moveTo>
                  <a:pt x="652346" y="605138"/>
                </a:moveTo>
                <a:lnTo>
                  <a:pt x="630873" y="521842"/>
                </a:lnTo>
                <a:moveTo>
                  <a:pt x="1185062" y="703931"/>
                </a:moveTo>
                <a:lnTo>
                  <a:pt x="1173096" y="640051"/>
                </a:lnTo>
                <a:moveTo>
                  <a:pt x="775974" y="519951"/>
                </a:moveTo>
                <a:lnTo>
                  <a:pt x="725857" y="475189"/>
                </a:lnTo>
                <a:moveTo>
                  <a:pt x="746761" y="991161"/>
                </a:moveTo>
                <a:lnTo>
                  <a:pt x="627614" y="1004081"/>
                </a:lnTo>
                <a:moveTo>
                  <a:pt x="1080697" y="478413"/>
                </a:moveTo>
                <a:lnTo>
                  <a:pt x="961400" y="493731"/>
                </a:lnTo>
                <a:moveTo>
                  <a:pt x="1615583" y="542182"/>
                </a:moveTo>
                <a:lnTo>
                  <a:pt x="1504493" y="492367"/>
                </a:lnTo>
                <a:moveTo>
                  <a:pt x="1042744" y="1090593"/>
                </a:moveTo>
                <a:lnTo>
                  <a:pt x="975014" y="1127298"/>
                </a:lnTo>
                <a:moveTo>
                  <a:pt x="1896050" y="516561"/>
                </a:moveTo>
                <a:lnTo>
                  <a:pt x="1833471" y="513130"/>
                </a:lnTo>
                <a:moveTo>
                  <a:pt x="651747" y="614813"/>
                </a:moveTo>
                <a:lnTo>
                  <a:pt x="629671" y="690443"/>
                </a:lnTo>
                <a:moveTo>
                  <a:pt x="652346" y="605138"/>
                </a:moveTo>
                <a:lnTo>
                  <a:pt x="695346" y="525953"/>
                </a:lnTo>
                <a:moveTo>
                  <a:pt x="1175926" y="725624"/>
                </a:moveTo>
                <a:lnTo>
                  <a:pt x="1083417" y="634342"/>
                </a:lnTo>
                <a:moveTo>
                  <a:pt x="1168176" y="893110"/>
                </a:moveTo>
                <a:lnTo>
                  <a:pt x="1067799" y="886816"/>
                </a:lnTo>
                <a:moveTo>
                  <a:pt x="531853" y="853782"/>
                </a:moveTo>
                <a:lnTo>
                  <a:pt x="504222" y="851823"/>
                </a:lnTo>
                <a:moveTo>
                  <a:pt x="769786" y="619762"/>
                </a:moveTo>
                <a:lnTo>
                  <a:pt x="729636" y="696131"/>
                </a:lnTo>
                <a:moveTo>
                  <a:pt x="2119415" y="616063"/>
                </a:moveTo>
                <a:lnTo>
                  <a:pt x="2029169" y="653601"/>
                </a:lnTo>
                <a:moveTo>
                  <a:pt x="2014015" y="608345"/>
                </a:moveTo>
                <a:lnTo>
                  <a:pt x="2017420" y="524593"/>
                </a:lnTo>
                <a:moveTo>
                  <a:pt x="655423" y="609341"/>
                </a:moveTo>
                <a:lnTo>
                  <a:pt x="695346" y="525953"/>
                </a:lnTo>
                <a:moveTo>
                  <a:pt x="1211376" y="558685"/>
                </a:moveTo>
                <a:lnTo>
                  <a:pt x="1184829" y="557166"/>
                </a:lnTo>
                <a:moveTo>
                  <a:pt x="758084" y="808522"/>
                </a:moveTo>
                <a:lnTo>
                  <a:pt x="659448" y="776703"/>
                </a:lnTo>
                <a:moveTo>
                  <a:pt x="813264" y="701556"/>
                </a:moveTo>
                <a:lnTo>
                  <a:pt x="769786" y="619762"/>
                </a:lnTo>
                <a:moveTo>
                  <a:pt x="1745591" y="507955"/>
                </a:moveTo>
                <a:lnTo>
                  <a:pt x="1721891" y="505965"/>
                </a:lnTo>
                <a:moveTo>
                  <a:pt x="598414" y="859319"/>
                </a:moveTo>
                <a:lnTo>
                  <a:pt x="541791" y="768744"/>
                </a:lnTo>
                <a:moveTo>
                  <a:pt x="1304115" y="649972"/>
                </a:moveTo>
                <a:lnTo>
                  <a:pt x="1222659" y="642726"/>
                </a:lnTo>
                <a:moveTo>
                  <a:pt x="1069483" y="466428"/>
                </a:moveTo>
                <a:lnTo>
                  <a:pt x="961400" y="493731"/>
                </a:lnTo>
                <a:moveTo>
                  <a:pt x="1175926" y="725624"/>
                </a:moveTo>
                <a:lnTo>
                  <a:pt x="1069625" y="656995"/>
                </a:lnTo>
                <a:moveTo>
                  <a:pt x="2052892" y="611362"/>
                </a:moveTo>
                <a:lnTo>
                  <a:pt x="2014015" y="608345"/>
                </a:lnTo>
                <a:moveTo>
                  <a:pt x="438839" y="258159"/>
                </a:moveTo>
                <a:lnTo>
                  <a:pt x="436885" y="262677"/>
                </a:lnTo>
                <a:moveTo>
                  <a:pt x="1200106" y="727863"/>
                </a:moveTo>
                <a:lnTo>
                  <a:pt x="1222659" y="642726"/>
                </a:lnTo>
                <a:moveTo>
                  <a:pt x="769786" y="619762"/>
                </a:moveTo>
                <a:lnTo>
                  <a:pt x="676560" y="693221"/>
                </a:lnTo>
                <a:moveTo>
                  <a:pt x="843252" y="490545"/>
                </a:moveTo>
                <a:lnTo>
                  <a:pt x="775974" y="519951"/>
                </a:lnTo>
                <a:moveTo>
                  <a:pt x="758084" y="808522"/>
                </a:moveTo>
                <a:lnTo>
                  <a:pt x="742099" y="782093"/>
                </a:lnTo>
                <a:moveTo>
                  <a:pt x="2237626" y="620805"/>
                </a:moveTo>
                <a:lnTo>
                  <a:pt x="2184795" y="536735"/>
                </a:lnTo>
                <a:moveTo>
                  <a:pt x="786000" y="784838"/>
                </a:moveTo>
                <a:lnTo>
                  <a:pt x="758084" y="808522"/>
                </a:lnTo>
                <a:moveTo>
                  <a:pt x="872657" y="869376"/>
                </a:moveTo>
                <a:lnTo>
                  <a:pt x="843207" y="787926"/>
                </a:lnTo>
                <a:moveTo>
                  <a:pt x="1833471" y="513130"/>
                </a:moveTo>
                <a:lnTo>
                  <a:pt x="1745591" y="507955"/>
                </a:lnTo>
                <a:moveTo>
                  <a:pt x="1084489" y="720185"/>
                </a:moveTo>
                <a:lnTo>
                  <a:pt x="1069625" y="656995"/>
                </a:lnTo>
                <a:moveTo>
                  <a:pt x="540460" y="939254"/>
                </a:moveTo>
                <a:lnTo>
                  <a:pt x="494563" y="935451"/>
                </a:lnTo>
                <a:moveTo>
                  <a:pt x="2145642" y="683826"/>
                </a:moveTo>
                <a:lnTo>
                  <a:pt x="2119415" y="616063"/>
                </a:lnTo>
                <a:moveTo>
                  <a:pt x="2145642" y="683826"/>
                </a:moveTo>
                <a:lnTo>
                  <a:pt x="2169572" y="619176"/>
                </a:lnTo>
                <a:moveTo>
                  <a:pt x="2242988" y="537110"/>
                </a:moveTo>
                <a:lnTo>
                  <a:pt x="2184795" y="536735"/>
                </a:lnTo>
                <a:moveTo>
                  <a:pt x="2052892" y="611362"/>
                </a:moveTo>
                <a:lnTo>
                  <a:pt x="2017420" y="524593"/>
                </a:lnTo>
                <a:moveTo>
                  <a:pt x="540460" y="939254"/>
                </a:moveTo>
                <a:lnTo>
                  <a:pt x="504222" y="851823"/>
                </a:lnTo>
                <a:moveTo>
                  <a:pt x="582609" y="942827"/>
                </a:moveTo>
                <a:lnTo>
                  <a:pt x="511118" y="974230"/>
                </a:lnTo>
                <a:moveTo>
                  <a:pt x="1736708" y="497359"/>
                </a:moveTo>
                <a:lnTo>
                  <a:pt x="1721891" y="505965"/>
                </a:lnTo>
                <a:moveTo>
                  <a:pt x="765268" y="616790"/>
                </a:moveTo>
                <a:lnTo>
                  <a:pt x="695346" y="525953"/>
                </a:lnTo>
                <a:moveTo>
                  <a:pt x="1211376" y="558685"/>
                </a:moveTo>
                <a:lnTo>
                  <a:pt x="1195608" y="533810"/>
                </a:lnTo>
                <a:moveTo>
                  <a:pt x="418656" y="341581"/>
                </a:moveTo>
                <a:lnTo>
                  <a:pt x="436885" y="262677"/>
                </a:lnTo>
                <a:moveTo>
                  <a:pt x="775974" y="519951"/>
                </a:moveTo>
                <a:lnTo>
                  <a:pt x="695346" y="525953"/>
                </a:lnTo>
                <a:moveTo>
                  <a:pt x="1158686" y="809103"/>
                </a:moveTo>
                <a:lnTo>
                  <a:pt x="1067799" y="886816"/>
                </a:lnTo>
                <a:moveTo>
                  <a:pt x="1067799" y="886816"/>
                </a:moveTo>
                <a:lnTo>
                  <a:pt x="1083981" y="804497"/>
                </a:lnTo>
                <a:moveTo>
                  <a:pt x="908170" y="876705"/>
                </a:moveTo>
                <a:lnTo>
                  <a:pt x="869377" y="922293"/>
                </a:lnTo>
                <a:moveTo>
                  <a:pt x="885839" y="656752"/>
                </a:moveTo>
                <a:lnTo>
                  <a:pt x="813264" y="701556"/>
                </a:lnTo>
                <a:moveTo>
                  <a:pt x="1669646" y="523295"/>
                </a:moveTo>
                <a:lnTo>
                  <a:pt x="1682290" y="521974"/>
                </a:lnTo>
                <a:moveTo>
                  <a:pt x="1168176" y="893110"/>
                </a:moveTo>
                <a:lnTo>
                  <a:pt x="1158686" y="809103"/>
                </a:lnTo>
                <a:moveTo>
                  <a:pt x="1195608" y="533810"/>
                </a:moveTo>
                <a:lnTo>
                  <a:pt x="1184829" y="557166"/>
                </a:lnTo>
                <a:moveTo>
                  <a:pt x="1175926" y="725624"/>
                </a:moveTo>
                <a:lnTo>
                  <a:pt x="1185062" y="703931"/>
                </a:lnTo>
                <a:moveTo>
                  <a:pt x="598414" y="859319"/>
                </a:moveTo>
                <a:lnTo>
                  <a:pt x="520472" y="823349"/>
                </a:lnTo>
                <a:moveTo>
                  <a:pt x="885839" y="656752"/>
                </a:moveTo>
                <a:lnTo>
                  <a:pt x="841997" y="703396"/>
                </a:lnTo>
                <a:moveTo>
                  <a:pt x="950987" y="661704"/>
                </a:moveTo>
                <a:lnTo>
                  <a:pt x="885839" y="656752"/>
                </a:lnTo>
                <a:moveTo>
                  <a:pt x="540460" y="939254"/>
                </a:moveTo>
                <a:lnTo>
                  <a:pt x="531853" y="853782"/>
                </a:lnTo>
                <a:moveTo>
                  <a:pt x="872657" y="869376"/>
                </a:moveTo>
                <a:lnTo>
                  <a:pt x="786000" y="784838"/>
                </a:lnTo>
                <a:moveTo>
                  <a:pt x="1833471" y="513130"/>
                </a:moveTo>
                <a:lnTo>
                  <a:pt x="1736708" y="497359"/>
                </a:lnTo>
                <a:moveTo>
                  <a:pt x="908170" y="876705"/>
                </a:moveTo>
                <a:lnTo>
                  <a:pt x="872657" y="869376"/>
                </a:lnTo>
                <a:moveTo>
                  <a:pt x="2070819" y="529265"/>
                </a:moveTo>
                <a:lnTo>
                  <a:pt x="2040108" y="477154"/>
                </a:lnTo>
                <a:moveTo>
                  <a:pt x="1195608" y="533810"/>
                </a:moveTo>
                <a:lnTo>
                  <a:pt x="1080697" y="478413"/>
                </a:lnTo>
                <a:moveTo>
                  <a:pt x="1080697" y="478413"/>
                </a:moveTo>
                <a:lnTo>
                  <a:pt x="1069483" y="466428"/>
                </a:lnTo>
                <a:moveTo>
                  <a:pt x="864020" y="959327"/>
                </a:moveTo>
                <a:lnTo>
                  <a:pt x="746761" y="991161"/>
                </a:lnTo>
                <a:moveTo>
                  <a:pt x="1833471" y="513130"/>
                </a:moveTo>
                <a:lnTo>
                  <a:pt x="1847894" y="430588"/>
                </a:lnTo>
                <a:moveTo>
                  <a:pt x="1668273" y="337417"/>
                </a:moveTo>
                <a:lnTo>
                  <a:pt x="1695958" y="301509"/>
                </a:lnTo>
                <a:moveTo>
                  <a:pt x="897670" y="465922"/>
                </a:moveTo>
                <a:lnTo>
                  <a:pt x="843252" y="490545"/>
                </a:lnTo>
                <a:moveTo>
                  <a:pt x="1745591" y="507955"/>
                </a:moveTo>
                <a:lnTo>
                  <a:pt x="1736708" y="497359"/>
                </a:lnTo>
                <a:moveTo>
                  <a:pt x="877026" y="876604"/>
                </a:moveTo>
                <a:lnTo>
                  <a:pt x="908170" y="876705"/>
                </a:lnTo>
                <a:moveTo>
                  <a:pt x="996127" y="462841"/>
                </a:moveTo>
                <a:lnTo>
                  <a:pt x="961400" y="493731"/>
                </a:lnTo>
                <a:moveTo>
                  <a:pt x="627614" y="1004081"/>
                </a:moveTo>
                <a:lnTo>
                  <a:pt x="582609" y="942827"/>
                </a:lnTo>
                <a:moveTo>
                  <a:pt x="1175926" y="725624"/>
                </a:moveTo>
                <a:lnTo>
                  <a:pt x="1084489" y="720185"/>
                </a:lnTo>
                <a:moveTo>
                  <a:pt x="651747" y="614813"/>
                </a:moveTo>
                <a:lnTo>
                  <a:pt x="655423" y="609341"/>
                </a:lnTo>
                <a:moveTo>
                  <a:pt x="1158686" y="809103"/>
                </a:moveTo>
                <a:lnTo>
                  <a:pt x="1175926" y="725624"/>
                </a:lnTo>
                <a:moveTo>
                  <a:pt x="1175926" y="725624"/>
                </a:moveTo>
                <a:lnTo>
                  <a:pt x="1083981" y="804497"/>
                </a:lnTo>
                <a:moveTo>
                  <a:pt x="655423" y="609341"/>
                </a:moveTo>
                <a:lnTo>
                  <a:pt x="652346" y="605138"/>
                </a:lnTo>
                <a:moveTo>
                  <a:pt x="627614" y="1004081"/>
                </a:moveTo>
                <a:lnTo>
                  <a:pt x="665794" y="948168"/>
                </a:lnTo>
                <a:moveTo>
                  <a:pt x="975014" y="1127298"/>
                </a:moveTo>
                <a:lnTo>
                  <a:pt x="960616" y="1133341"/>
                </a:lnTo>
                <a:moveTo>
                  <a:pt x="1002904" y="677431"/>
                </a:moveTo>
                <a:lnTo>
                  <a:pt x="950987" y="661704"/>
                </a:lnTo>
                <a:moveTo>
                  <a:pt x="2119415" y="616063"/>
                </a:moveTo>
                <a:lnTo>
                  <a:pt x="2052892" y="611362"/>
                </a:lnTo>
                <a:moveTo>
                  <a:pt x="1745280" y="359100"/>
                </a:moveTo>
                <a:lnTo>
                  <a:pt x="1732735" y="338590"/>
                </a:lnTo>
                <a:moveTo>
                  <a:pt x="1097904" y="468760"/>
                </a:moveTo>
                <a:lnTo>
                  <a:pt x="1080697" y="478413"/>
                </a:lnTo>
                <a:moveTo>
                  <a:pt x="708218" y="950943"/>
                </a:moveTo>
                <a:lnTo>
                  <a:pt x="627614" y="1004081"/>
                </a:lnTo>
                <a:moveTo>
                  <a:pt x="1200106" y="727863"/>
                </a:moveTo>
                <a:lnTo>
                  <a:pt x="1185062" y="703931"/>
                </a:lnTo>
                <a:moveTo>
                  <a:pt x="598414" y="859319"/>
                </a:moveTo>
                <a:lnTo>
                  <a:pt x="640186" y="801286"/>
                </a:lnTo>
                <a:moveTo>
                  <a:pt x="1713349" y="507320"/>
                </a:moveTo>
                <a:lnTo>
                  <a:pt x="1721891" y="505965"/>
                </a:lnTo>
                <a:moveTo>
                  <a:pt x="598414" y="859319"/>
                </a:moveTo>
                <a:lnTo>
                  <a:pt x="531853" y="853782"/>
                </a:lnTo>
                <a:moveTo>
                  <a:pt x="1083981" y="804497"/>
                </a:moveTo>
                <a:lnTo>
                  <a:pt x="1084489" y="720185"/>
                </a:lnTo>
                <a:moveTo>
                  <a:pt x="2070819" y="529265"/>
                </a:moveTo>
                <a:lnTo>
                  <a:pt x="2017420" y="524593"/>
                </a:lnTo>
                <a:moveTo>
                  <a:pt x="1158686" y="809103"/>
                </a:moveTo>
                <a:lnTo>
                  <a:pt x="1083981" y="804497"/>
                </a:lnTo>
                <a:moveTo>
                  <a:pt x="2159265" y="464084"/>
                </a:moveTo>
                <a:lnTo>
                  <a:pt x="2070819" y="529265"/>
                </a:lnTo>
                <a:moveTo>
                  <a:pt x="1256566" y="732853"/>
                </a:moveTo>
                <a:lnTo>
                  <a:pt x="1222659" y="642726"/>
                </a:lnTo>
                <a:moveTo>
                  <a:pt x="769786" y="619762"/>
                </a:moveTo>
                <a:lnTo>
                  <a:pt x="651747" y="614813"/>
                </a:lnTo>
                <a:moveTo>
                  <a:pt x="1200106" y="727863"/>
                </a:moveTo>
                <a:lnTo>
                  <a:pt x="1175926" y="725624"/>
                </a:lnTo>
                <a:moveTo>
                  <a:pt x="961400" y="493731"/>
                </a:moveTo>
                <a:lnTo>
                  <a:pt x="897670" y="465922"/>
                </a:lnTo>
                <a:moveTo>
                  <a:pt x="1779262" y="428885"/>
                </a:moveTo>
                <a:lnTo>
                  <a:pt x="1809810" y="374006"/>
                </a:lnTo>
                <a:moveTo>
                  <a:pt x="1276441" y="565607"/>
                </a:moveTo>
                <a:lnTo>
                  <a:pt x="1222659" y="642726"/>
                </a:lnTo>
                <a:moveTo>
                  <a:pt x="869377" y="922293"/>
                </a:moveTo>
                <a:lnTo>
                  <a:pt x="864020" y="959327"/>
                </a:lnTo>
                <a:moveTo>
                  <a:pt x="872657" y="869376"/>
                </a:moveTo>
                <a:lnTo>
                  <a:pt x="758084" y="808522"/>
                </a:lnTo>
                <a:moveTo>
                  <a:pt x="2052892" y="611362"/>
                </a:moveTo>
                <a:lnTo>
                  <a:pt x="2070819" y="529265"/>
                </a:lnTo>
                <a:moveTo>
                  <a:pt x="765268" y="616790"/>
                </a:moveTo>
                <a:lnTo>
                  <a:pt x="651747" y="614813"/>
                </a:lnTo>
                <a:moveTo>
                  <a:pt x="2169572" y="619176"/>
                </a:moveTo>
                <a:lnTo>
                  <a:pt x="2119415" y="616063"/>
                </a:lnTo>
                <a:moveTo>
                  <a:pt x="1097904" y="468760"/>
                </a:moveTo>
                <a:lnTo>
                  <a:pt x="1069483" y="466428"/>
                </a:lnTo>
                <a:moveTo>
                  <a:pt x="2184795" y="536735"/>
                </a:moveTo>
                <a:lnTo>
                  <a:pt x="2159265" y="464084"/>
                </a:lnTo>
                <a:moveTo>
                  <a:pt x="1069625" y="656995"/>
                </a:moveTo>
                <a:lnTo>
                  <a:pt x="1002904" y="677431"/>
                </a:lnTo>
                <a:moveTo>
                  <a:pt x="2106348" y="531986"/>
                </a:moveTo>
                <a:lnTo>
                  <a:pt x="2159265" y="464084"/>
                </a:lnTo>
                <a:moveTo>
                  <a:pt x="765268" y="616790"/>
                </a:moveTo>
                <a:lnTo>
                  <a:pt x="655423" y="609341"/>
                </a:lnTo>
                <a:moveTo>
                  <a:pt x="699316" y="866948"/>
                </a:moveTo>
                <a:lnTo>
                  <a:pt x="659448" y="776703"/>
                </a:lnTo>
                <a:moveTo>
                  <a:pt x="746761" y="991161"/>
                </a:moveTo>
                <a:lnTo>
                  <a:pt x="708218" y="950943"/>
                </a:lnTo>
                <a:moveTo>
                  <a:pt x="598414" y="859319"/>
                </a:moveTo>
                <a:lnTo>
                  <a:pt x="540460" y="939254"/>
                </a:lnTo>
                <a:moveTo>
                  <a:pt x="1548700" y="565222"/>
                </a:moveTo>
                <a:lnTo>
                  <a:pt x="1504493" y="492367"/>
                </a:lnTo>
                <a:moveTo>
                  <a:pt x="1069483" y="466428"/>
                </a:moveTo>
                <a:lnTo>
                  <a:pt x="996127" y="462841"/>
                </a:lnTo>
                <a:moveTo>
                  <a:pt x="2106348" y="531986"/>
                </a:moveTo>
                <a:lnTo>
                  <a:pt x="2052892" y="611362"/>
                </a:lnTo>
                <a:moveTo>
                  <a:pt x="582609" y="942827"/>
                </a:moveTo>
                <a:lnTo>
                  <a:pt x="540460" y="939254"/>
                </a:lnTo>
                <a:moveTo>
                  <a:pt x="1713349" y="507320"/>
                </a:moveTo>
                <a:lnTo>
                  <a:pt x="1736708" y="497359"/>
                </a:lnTo>
                <a:moveTo>
                  <a:pt x="877026" y="876604"/>
                </a:moveTo>
                <a:lnTo>
                  <a:pt x="869377" y="922293"/>
                </a:lnTo>
                <a:moveTo>
                  <a:pt x="728769" y="532252"/>
                </a:moveTo>
                <a:lnTo>
                  <a:pt x="695346" y="525953"/>
                </a:lnTo>
                <a:moveTo>
                  <a:pt x="678123" y="865359"/>
                </a:moveTo>
                <a:lnTo>
                  <a:pt x="640186" y="801286"/>
                </a:lnTo>
                <a:moveTo>
                  <a:pt x="769786" y="619762"/>
                </a:moveTo>
                <a:lnTo>
                  <a:pt x="765268" y="616790"/>
                </a:lnTo>
                <a:moveTo>
                  <a:pt x="1615583" y="542182"/>
                </a:moveTo>
                <a:lnTo>
                  <a:pt x="1548700" y="565222"/>
                </a:lnTo>
                <a:moveTo>
                  <a:pt x="877026" y="876604"/>
                </a:moveTo>
                <a:lnTo>
                  <a:pt x="872657" y="869376"/>
                </a:lnTo>
                <a:moveTo>
                  <a:pt x="1276441" y="565607"/>
                </a:moveTo>
                <a:lnTo>
                  <a:pt x="1211376" y="558685"/>
                </a:lnTo>
                <a:moveTo>
                  <a:pt x="746761" y="991161"/>
                </a:moveTo>
                <a:lnTo>
                  <a:pt x="785779" y="956402"/>
                </a:lnTo>
                <a:moveTo>
                  <a:pt x="699316" y="866948"/>
                </a:moveTo>
                <a:lnTo>
                  <a:pt x="640186" y="801286"/>
                </a:lnTo>
                <a:moveTo>
                  <a:pt x="2169572" y="619176"/>
                </a:moveTo>
                <a:lnTo>
                  <a:pt x="2184795" y="536735"/>
                </a:lnTo>
                <a:moveTo>
                  <a:pt x="1154181" y="473738"/>
                </a:moveTo>
                <a:lnTo>
                  <a:pt x="1080697" y="478413"/>
                </a:lnTo>
                <a:moveTo>
                  <a:pt x="885839" y="656752"/>
                </a:moveTo>
                <a:lnTo>
                  <a:pt x="769786" y="619762"/>
                </a:lnTo>
                <a:moveTo>
                  <a:pt x="2119415" y="616063"/>
                </a:moveTo>
                <a:lnTo>
                  <a:pt x="2106348" y="531986"/>
                </a:lnTo>
                <a:moveTo>
                  <a:pt x="2169572" y="619176"/>
                </a:moveTo>
                <a:lnTo>
                  <a:pt x="2106348" y="531986"/>
                </a:lnTo>
                <a:moveTo>
                  <a:pt x="582609" y="942827"/>
                </a:moveTo>
                <a:lnTo>
                  <a:pt x="598414" y="859319"/>
                </a:lnTo>
                <a:moveTo>
                  <a:pt x="1669646" y="523295"/>
                </a:moveTo>
                <a:lnTo>
                  <a:pt x="1721891" y="505965"/>
                </a:lnTo>
                <a:moveTo>
                  <a:pt x="665794" y="948168"/>
                </a:moveTo>
                <a:lnTo>
                  <a:pt x="598414" y="859319"/>
                </a:lnTo>
                <a:moveTo>
                  <a:pt x="1669646" y="523295"/>
                </a:moveTo>
                <a:lnTo>
                  <a:pt x="1615583" y="542182"/>
                </a:lnTo>
                <a:moveTo>
                  <a:pt x="864020" y="959327"/>
                </a:moveTo>
                <a:lnTo>
                  <a:pt x="785779" y="956402"/>
                </a:lnTo>
                <a:moveTo>
                  <a:pt x="1732735" y="338590"/>
                </a:moveTo>
                <a:lnTo>
                  <a:pt x="1668273" y="337417"/>
                </a:lnTo>
                <a:moveTo>
                  <a:pt x="2106348" y="531986"/>
                </a:moveTo>
                <a:lnTo>
                  <a:pt x="2070819" y="529265"/>
                </a:lnTo>
                <a:moveTo>
                  <a:pt x="1195608" y="533810"/>
                </a:moveTo>
                <a:lnTo>
                  <a:pt x="1154181" y="473738"/>
                </a:lnTo>
                <a:moveTo>
                  <a:pt x="1833471" y="513130"/>
                </a:moveTo>
                <a:lnTo>
                  <a:pt x="1779262" y="428885"/>
                </a:lnTo>
                <a:moveTo>
                  <a:pt x="1276441" y="565607"/>
                </a:moveTo>
                <a:lnTo>
                  <a:pt x="1195608" y="533810"/>
                </a:lnTo>
                <a:moveTo>
                  <a:pt x="699316" y="866948"/>
                </a:moveTo>
                <a:lnTo>
                  <a:pt x="758084" y="808522"/>
                </a:lnTo>
                <a:moveTo>
                  <a:pt x="665794" y="948168"/>
                </a:moveTo>
                <a:lnTo>
                  <a:pt x="582609" y="942827"/>
                </a:lnTo>
                <a:moveTo>
                  <a:pt x="1668273" y="337417"/>
                </a:moveTo>
                <a:lnTo>
                  <a:pt x="1630957" y="294202"/>
                </a:lnTo>
                <a:moveTo>
                  <a:pt x="897670" y="465922"/>
                </a:moveTo>
                <a:lnTo>
                  <a:pt x="775974" y="519951"/>
                </a:lnTo>
                <a:moveTo>
                  <a:pt x="1069483" y="466428"/>
                </a:moveTo>
                <a:lnTo>
                  <a:pt x="1018011" y="433749"/>
                </a:lnTo>
                <a:moveTo>
                  <a:pt x="1028359" y="720071"/>
                </a:moveTo>
                <a:lnTo>
                  <a:pt x="1069625" y="656995"/>
                </a:lnTo>
                <a:moveTo>
                  <a:pt x="2184795" y="536735"/>
                </a:moveTo>
                <a:lnTo>
                  <a:pt x="2106348" y="531986"/>
                </a:lnTo>
                <a:moveTo>
                  <a:pt x="769786" y="619762"/>
                </a:moveTo>
                <a:lnTo>
                  <a:pt x="792761" y="619782"/>
                </a:lnTo>
                <a:moveTo>
                  <a:pt x="708218" y="950943"/>
                </a:moveTo>
                <a:lnTo>
                  <a:pt x="665794" y="948168"/>
                </a:lnTo>
                <a:moveTo>
                  <a:pt x="1256566" y="732853"/>
                </a:moveTo>
                <a:lnTo>
                  <a:pt x="1304115" y="649972"/>
                </a:lnTo>
                <a:moveTo>
                  <a:pt x="1304115" y="649972"/>
                </a:moveTo>
                <a:lnTo>
                  <a:pt x="1276441" y="565607"/>
                </a:lnTo>
                <a:moveTo>
                  <a:pt x="996127" y="462841"/>
                </a:moveTo>
                <a:lnTo>
                  <a:pt x="897670" y="465922"/>
                </a:lnTo>
                <a:moveTo>
                  <a:pt x="1256566" y="732853"/>
                </a:moveTo>
                <a:lnTo>
                  <a:pt x="1200106" y="727863"/>
                </a:lnTo>
                <a:moveTo>
                  <a:pt x="678123" y="865359"/>
                </a:moveTo>
                <a:lnTo>
                  <a:pt x="598414" y="859319"/>
                </a:lnTo>
                <a:moveTo>
                  <a:pt x="1234725" y="756008"/>
                </a:moveTo>
                <a:lnTo>
                  <a:pt x="1175926" y="725624"/>
                </a:lnTo>
                <a:moveTo>
                  <a:pt x="960616" y="1133341"/>
                </a:moveTo>
                <a:lnTo>
                  <a:pt x="907976" y="1133672"/>
                </a:lnTo>
                <a:moveTo>
                  <a:pt x="1154181" y="473738"/>
                </a:moveTo>
                <a:lnTo>
                  <a:pt x="1097904" y="468760"/>
                </a:lnTo>
                <a:moveTo>
                  <a:pt x="792761" y="619782"/>
                </a:moveTo>
                <a:lnTo>
                  <a:pt x="765268" y="616790"/>
                </a:lnTo>
                <a:moveTo>
                  <a:pt x="909211" y="1132913"/>
                </a:moveTo>
                <a:lnTo>
                  <a:pt x="960616" y="1133341"/>
                </a:lnTo>
                <a:moveTo>
                  <a:pt x="1002904" y="677431"/>
                </a:moveTo>
                <a:lnTo>
                  <a:pt x="885839" y="656752"/>
                </a:lnTo>
                <a:moveTo>
                  <a:pt x="1736708" y="497359"/>
                </a:moveTo>
                <a:lnTo>
                  <a:pt x="1779262" y="428885"/>
                </a:lnTo>
                <a:moveTo>
                  <a:pt x="1504493" y="492367"/>
                </a:moveTo>
                <a:lnTo>
                  <a:pt x="1471514" y="495199"/>
                </a:lnTo>
                <a:moveTo>
                  <a:pt x="1745280" y="359100"/>
                </a:moveTo>
                <a:lnTo>
                  <a:pt x="1668273" y="337417"/>
                </a:lnTo>
                <a:moveTo>
                  <a:pt x="1061312" y="891003"/>
                </a:moveTo>
                <a:lnTo>
                  <a:pt x="1067799" y="886816"/>
                </a:lnTo>
                <a:moveTo>
                  <a:pt x="1847894" y="430588"/>
                </a:moveTo>
                <a:lnTo>
                  <a:pt x="1779262" y="428885"/>
                </a:lnTo>
                <a:moveTo>
                  <a:pt x="1097904" y="468760"/>
                </a:moveTo>
                <a:lnTo>
                  <a:pt x="1018011" y="433749"/>
                </a:lnTo>
                <a:moveTo>
                  <a:pt x="1138237" y="895774"/>
                </a:moveTo>
                <a:lnTo>
                  <a:pt x="1168176" y="893110"/>
                </a:lnTo>
                <a:moveTo>
                  <a:pt x="665794" y="948168"/>
                </a:moveTo>
                <a:lnTo>
                  <a:pt x="678123" y="865359"/>
                </a:lnTo>
                <a:moveTo>
                  <a:pt x="803543" y="928408"/>
                </a:moveTo>
                <a:lnTo>
                  <a:pt x="864020" y="959327"/>
                </a:lnTo>
                <a:moveTo>
                  <a:pt x="1779262" y="428885"/>
                </a:moveTo>
                <a:lnTo>
                  <a:pt x="1745280" y="359100"/>
                </a:lnTo>
                <a:moveTo>
                  <a:pt x="1067799" y="886816"/>
                </a:moveTo>
                <a:lnTo>
                  <a:pt x="1036941" y="805540"/>
                </a:lnTo>
                <a:moveTo>
                  <a:pt x="785779" y="956402"/>
                </a:moveTo>
                <a:lnTo>
                  <a:pt x="708218" y="950943"/>
                </a:lnTo>
                <a:moveTo>
                  <a:pt x="808592" y="846976"/>
                </a:moveTo>
                <a:lnTo>
                  <a:pt x="758084" y="808522"/>
                </a:lnTo>
                <a:moveTo>
                  <a:pt x="699316" y="866948"/>
                </a:moveTo>
                <a:lnTo>
                  <a:pt x="665794" y="948168"/>
                </a:lnTo>
                <a:moveTo>
                  <a:pt x="996127" y="462841"/>
                </a:moveTo>
                <a:lnTo>
                  <a:pt x="909603" y="458863"/>
                </a:lnTo>
                <a:moveTo>
                  <a:pt x="1018011" y="433749"/>
                </a:moveTo>
                <a:lnTo>
                  <a:pt x="996127" y="462841"/>
                </a:lnTo>
                <a:moveTo>
                  <a:pt x="1234725" y="756008"/>
                </a:moveTo>
                <a:lnTo>
                  <a:pt x="1200106" y="727863"/>
                </a:lnTo>
                <a:moveTo>
                  <a:pt x="765268" y="616790"/>
                </a:moveTo>
                <a:lnTo>
                  <a:pt x="728769" y="532252"/>
                </a:lnTo>
                <a:moveTo>
                  <a:pt x="869377" y="922293"/>
                </a:moveTo>
                <a:lnTo>
                  <a:pt x="803543" y="928408"/>
                </a:lnTo>
                <a:moveTo>
                  <a:pt x="1084489" y="720185"/>
                </a:moveTo>
                <a:lnTo>
                  <a:pt x="1028359" y="720071"/>
                </a:lnTo>
                <a:moveTo>
                  <a:pt x="1248593" y="532320"/>
                </a:moveTo>
                <a:lnTo>
                  <a:pt x="1195608" y="533810"/>
                </a:lnTo>
                <a:moveTo>
                  <a:pt x="708218" y="950943"/>
                </a:moveTo>
                <a:lnTo>
                  <a:pt x="699316" y="866948"/>
                </a:lnTo>
                <a:moveTo>
                  <a:pt x="728769" y="532252"/>
                </a:moveTo>
                <a:lnTo>
                  <a:pt x="775974" y="519951"/>
                </a:lnTo>
                <a:moveTo>
                  <a:pt x="1083981" y="804497"/>
                </a:moveTo>
                <a:lnTo>
                  <a:pt x="1028359" y="720071"/>
                </a:lnTo>
                <a:moveTo>
                  <a:pt x="1136063" y="438497"/>
                </a:moveTo>
                <a:lnTo>
                  <a:pt x="1097904" y="468760"/>
                </a:lnTo>
                <a:moveTo>
                  <a:pt x="1745280" y="359100"/>
                </a:moveTo>
                <a:lnTo>
                  <a:pt x="1680108" y="354535"/>
                </a:lnTo>
                <a:moveTo>
                  <a:pt x="975014" y="1127298"/>
                </a:moveTo>
                <a:lnTo>
                  <a:pt x="909211" y="1132913"/>
                </a:lnTo>
                <a:moveTo>
                  <a:pt x="1713349" y="507320"/>
                </a:moveTo>
                <a:lnTo>
                  <a:pt x="1779262" y="428885"/>
                </a:lnTo>
                <a:moveTo>
                  <a:pt x="1713349" y="507320"/>
                </a:moveTo>
                <a:lnTo>
                  <a:pt x="1669646" y="523295"/>
                </a:lnTo>
                <a:moveTo>
                  <a:pt x="872657" y="869376"/>
                </a:moveTo>
                <a:lnTo>
                  <a:pt x="808592" y="846976"/>
                </a:lnTo>
                <a:moveTo>
                  <a:pt x="1195608" y="533810"/>
                </a:moveTo>
                <a:lnTo>
                  <a:pt x="1149511" y="475323"/>
                </a:lnTo>
                <a:moveTo>
                  <a:pt x="909603" y="458863"/>
                </a:moveTo>
                <a:lnTo>
                  <a:pt x="897670" y="465922"/>
                </a:lnTo>
                <a:moveTo>
                  <a:pt x="699316" y="866948"/>
                </a:moveTo>
                <a:lnTo>
                  <a:pt x="678123" y="865359"/>
                </a:lnTo>
                <a:moveTo>
                  <a:pt x="785779" y="956402"/>
                </a:moveTo>
                <a:lnTo>
                  <a:pt x="699316" y="866948"/>
                </a:lnTo>
                <a:moveTo>
                  <a:pt x="1083981" y="804497"/>
                </a:moveTo>
                <a:lnTo>
                  <a:pt x="1036941" y="805540"/>
                </a:lnTo>
                <a:moveTo>
                  <a:pt x="826320" y="623634"/>
                </a:moveTo>
                <a:lnTo>
                  <a:pt x="769786" y="619762"/>
                </a:lnTo>
                <a:moveTo>
                  <a:pt x="1170006" y="814966"/>
                </a:moveTo>
                <a:lnTo>
                  <a:pt x="1168176" y="893110"/>
                </a:lnTo>
                <a:moveTo>
                  <a:pt x="1681693" y="507878"/>
                </a:moveTo>
                <a:lnTo>
                  <a:pt x="1713349" y="507320"/>
                </a:lnTo>
                <a:moveTo>
                  <a:pt x="1164905" y="826423"/>
                </a:moveTo>
                <a:lnTo>
                  <a:pt x="1168176" y="893110"/>
                </a:lnTo>
                <a:moveTo>
                  <a:pt x="792761" y="619782"/>
                </a:moveTo>
                <a:lnTo>
                  <a:pt x="728769" y="532252"/>
                </a:lnTo>
                <a:moveTo>
                  <a:pt x="1669646" y="523295"/>
                </a:moveTo>
                <a:lnTo>
                  <a:pt x="1548700" y="565222"/>
                </a:lnTo>
                <a:moveTo>
                  <a:pt x="885839" y="656752"/>
                </a:moveTo>
                <a:lnTo>
                  <a:pt x="826320" y="623634"/>
                </a:lnTo>
                <a:moveTo>
                  <a:pt x="1256566" y="732853"/>
                </a:moveTo>
                <a:lnTo>
                  <a:pt x="1234725" y="756008"/>
                </a:lnTo>
                <a:moveTo>
                  <a:pt x="837278" y="456211"/>
                </a:moveTo>
                <a:lnTo>
                  <a:pt x="775974" y="519951"/>
                </a:lnTo>
                <a:moveTo>
                  <a:pt x="803543" y="928408"/>
                </a:moveTo>
                <a:lnTo>
                  <a:pt x="785779" y="956402"/>
                </a:lnTo>
                <a:moveTo>
                  <a:pt x="1170006" y="814966"/>
                </a:moveTo>
                <a:lnTo>
                  <a:pt x="1175926" y="725624"/>
                </a:lnTo>
                <a:moveTo>
                  <a:pt x="1028359" y="720071"/>
                </a:moveTo>
                <a:lnTo>
                  <a:pt x="1002904" y="677431"/>
                </a:lnTo>
                <a:moveTo>
                  <a:pt x="1154181" y="473738"/>
                </a:moveTo>
                <a:lnTo>
                  <a:pt x="1136063" y="438497"/>
                </a:lnTo>
                <a:moveTo>
                  <a:pt x="832265" y="456052"/>
                </a:moveTo>
                <a:lnTo>
                  <a:pt x="775974" y="519951"/>
                </a:lnTo>
                <a:moveTo>
                  <a:pt x="1336735" y="656254"/>
                </a:moveTo>
                <a:lnTo>
                  <a:pt x="1304115" y="649972"/>
                </a:lnTo>
                <a:moveTo>
                  <a:pt x="1170006" y="814966"/>
                </a:moveTo>
                <a:lnTo>
                  <a:pt x="1158686" y="809103"/>
                </a:lnTo>
                <a:moveTo>
                  <a:pt x="1136063" y="438497"/>
                </a:moveTo>
                <a:lnTo>
                  <a:pt x="1018011" y="433749"/>
                </a:lnTo>
                <a:moveTo>
                  <a:pt x="1707312" y="426759"/>
                </a:moveTo>
                <a:lnTo>
                  <a:pt x="1745280" y="359100"/>
                </a:lnTo>
                <a:moveTo>
                  <a:pt x="1276441" y="565607"/>
                </a:moveTo>
                <a:lnTo>
                  <a:pt x="1248593" y="532320"/>
                </a:lnTo>
                <a:moveTo>
                  <a:pt x="939151" y="649987"/>
                </a:moveTo>
                <a:lnTo>
                  <a:pt x="885839" y="656752"/>
                </a:lnTo>
                <a:moveTo>
                  <a:pt x="1680108" y="354535"/>
                </a:moveTo>
                <a:lnTo>
                  <a:pt x="1668273" y="337417"/>
                </a:lnTo>
                <a:moveTo>
                  <a:pt x="826320" y="623634"/>
                </a:moveTo>
                <a:lnTo>
                  <a:pt x="792761" y="619782"/>
                </a:lnTo>
                <a:moveTo>
                  <a:pt x="897670" y="465922"/>
                </a:moveTo>
                <a:lnTo>
                  <a:pt x="837278" y="456211"/>
                </a:lnTo>
                <a:moveTo>
                  <a:pt x="1548700" y="565222"/>
                </a:moveTo>
                <a:lnTo>
                  <a:pt x="1471514" y="495199"/>
                </a:lnTo>
                <a:moveTo>
                  <a:pt x="822624" y="620625"/>
                </a:moveTo>
                <a:lnTo>
                  <a:pt x="792761" y="619782"/>
                </a:lnTo>
                <a:moveTo>
                  <a:pt x="1149511" y="475323"/>
                </a:moveTo>
                <a:lnTo>
                  <a:pt x="1154181" y="473738"/>
                </a:lnTo>
                <a:moveTo>
                  <a:pt x="953468" y="419050"/>
                </a:moveTo>
                <a:lnTo>
                  <a:pt x="996127" y="462841"/>
                </a:lnTo>
                <a:moveTo>
                  <a:pt x="1002904" y="677431"/>
                </a:moveTo>
                <a:lnTo>
                  <a:pt x="939151" y="649987"/>
                </a:lnTo>
                <a:moveTo>
                  <a:pt x="1681693" y="507878"/>
                </a:moveTo>
                <a:lnTo>
                  <a:pt x="1779262" y="428885"/>
                </a:lnTo>
                <a:moveTo>
                  <a:pt x="1681693" y="507878"/>
                </a:moveTo>
                <a:lnTo>
                  <a:pt x="1669646" y="523295"/>
                </a:lnTo>
                <a:moveTo>
                  <a:pt x="1184604" y="508672"/>
                </a:moveTo>
                <a:lnTo>
                  <a:pt x="1195608" y="533810"/>
                </a:lnTo>
                <a:moveTo>
                  <a:pt x="909211" y="1132913"/>
                </a:moveTo>
                <a:lnTo>
                  <a:pt x="907976" y="1133672"/>
                </a:lnTo>
                <a:moveTo>
                  <a:pt x="909603" y="458863"/>
                </a:moveTo>
                <a:lnTo>
                  <a:pt x="837278" y="456211"/>
                </a:lnTo>
                <a:moveTo>
                  <a:pt x="909603" y="458863"/>
                </a:moveTo>
                <a:lnTo>
                  <a:pt x="832891" y="455028"/>
                </a:lnTo>
                <a:moveTo>
                  <a:pt x="1336735" y="656254"/>
                </a:moveTo>
                <a:lnTo>
                  <a:pt x="1256566" y="732853"/>
                </a:lnTo>
                <a:moveTo>
                  <a:pt x="1548700" y="565222"/>
                </a:moveTo>
                <a:lnTo>
                  <a:pt x="1486139" y="518552"/>
                </a:lnTo>
                <a:moveTo>
                  <a:pt x="1336735" y="656254"/>
                </a:moveTo>
                <a:lnTo>
                  <a:pt x="1276441" y="565607"/>
                </a:lnTo>
                <a:moveTo>
                  <a:pt x="912025" y="630963"/>
                </a:moveTo>
                <a:lnTo>
                  <a:pt x="885839" y="656752"/>
                </a:lnTo>
                <a:moveTo>
                  <a:pt x="1149511" y="475323"/>
                </a:moveTo>
                <a:lnTo>
                  <a:pt x="1136063" y="438497"/>
                </a:lnTo>
                <a:moveTo>
                  <a:pt x="728769" y="532252"/>
                </a:moveTo>
                <a:lnTo>
                  <a:pt x="832265" y="456052"/>
                </a:lnTo>
                <a:moveTo>
                  <a:pt x="1319069" y="739725"/>
                </a:moveTo>
                <a:lnTo>
                  <a:pt x="1256566" y="732853"/>
                </a:lnTo>
                <a:moveTo>
                  <a:pt x="1600709" y="579461"/>
                </a:moveTo>
                <a:lnTo>
                  <a:pt x="1548700" y="565222"/>
                </a:lnTo>
                <a:moveTo>
                  <a:pt x="1036941" y="805540"/>
                </a:moveTo>
                <a:lnTo>
                  <a:pt x="1028359" y="720071"/>
                </a:lnTo>
                <a:moveTo>
                  <a:pt x="1138237" y="895774"/>
                </a:moveTo>
                <a:lnTo>
                  <a:pt x="1061312" y="891003"/>
                </a:lnTo>
                <a:moveTo>
                  <a:pt x="953468" y="419050"/>
                </a:moveTo>
                <a:lnTo>
                  <a:pt x="909603" y="458863"/>
                </a:lnTo>
                <a:moveTo>
                  <a:pt x="1018011" y="433749"/>
                </a:moveTo>
                <a:lnTo>
                  <a:pt x="953468" y="419050"/>
                </a:lnTo>
                <a:moveTo>
                  <a:pt x="826320" y="623634"/>
                </a:moveTo>
                <a:lnTo>
                  <a:pt x="822624" y="620625"/>
                </a:lnTo>
                <a:moveTo>
                  <a:pt x="1779262" y="428885"/>
                </a:moveTo>
                <a:lnTo>
                  <a:pt x="1707312" y="426759"/>
                </a:lnTo>
                <a:moveTo>
                  <a:pt x="1061312" y="891003"/>
                </a:moveTo>
                <a:lnTo>
                  <a:pt x="1036941" y="805540"/>
                </a:lnTo>
                <a:moveTo>
                  <a:pt x="1068810" y="467506"/>
                </a:moveTo>
                <a:lnTo>
                  <a:pt x="1018011" y="433749"/>
                </a:lnTo>
                <a:moveTo>
                  <a:pt x="1170006" y="814966"/>
                </a:moveTo>
                <a:lnTo>
                  <a:pt x="1234725" y="756008"/>
                </a:lnTo>
                <a:moveTo>
                  <a:pt x="1669646" y="523295"/>
                </a:moveTo>
                <a:lnTo>
                  <a:pt x="1600709" y="579461"/>
                </a:lnTo>
                <a:moveTo>
                  <a:pt x="1707312" y="426759"/>
                </a:moveTo>
                <a:lnTo>
                  <a:pt x="1680108" y="354535"/>
                </a:lnTo>
                <a:moveTo>
                  <a:pt x="1287399" y="759520"/>
                </a:moveTo>
                <a:lnTo>
                  <a:pt x="1256566" y="732853"/>
                </a:lnTo>
                <a:moveTo>
                  <a:pt x="1014786" y="722447"/>
                </a:moveTo>
                <a:lnTo>
                  <a:pt x="1002904" y="677431"/>
                </a:lnTo>
                <a:moveTo>
                  <a:pt x="1167401" y="815106"/>
                </a:moveTo>
                <a:lnTo>
                  <a:pt x="1234725" y="756008"/>
                </a:lnTo>
                <a:moveTo>
                  <a:pt x="1061312" y="891003"/>
                </a:moveTo>
                <a:lnTo>
                  <a:pt x="1044521" y="859294"/>
                </a:lnTo>
                <a:moveTo>
                  <a:pt x="1138237" y="895774"/>
                </a:moveTo>
                <a:lnTo>
                  <a:pt x="1044521" y="859294"/>
                </a:lnTo>
                <a:moveTo>
                  <a:pt x="837278" y="456211"/>
                </a:moveTo>
                <a:lnTo>
                  <a:pt x="832265" y="456052"/>
                </a:lnTo>
                <a:moveTo>
                  <a:pt x="837278" y="456211"/>
                </a:moveTo>
                <a:lnTo>
                  <a:pt x="832891" y="455028"/>
                </a:lnTo>
                <a:moveTo>
                  <a:pt x="1681693" y="507878"/>
                </a:moveTo>
                <a:lnTo>
                  <a:pt x="1707312" y="426759"/>
                </a:lnTo>
                <a:moveTo>
                  <a:pt x="1295527" y="571245"/>
                </a:moveTo>
                <a:lnTo>
                  <a:pt x="1276441" y="565607"/>
                </a:lnTo>
                <a:moveTo>
                  <a:pt x="1044521" y="859294"/>
                </a:moveTo>
                <a:lnTo>
                  <a:pt x="1036941" y="805540"/>
                </a:lnTo>
                <a:moveTo>
                  <a:pt x="1486139" y="518552"/>
                </a:moveTo>
                <a:lnTo>
                  <a:pt x="1471514" y="495199"/>
                </a:lnTo>
                <a:moveTo>
                  <a:pt x="832891" y="455028"/>
                </a:moveTo>
                <a:lnTo>
                  <a:pt x="832265" y="456052"/>
                </a:lnTo>
                <a:moveTo>
                  <a:pt x="1136063" y="438497"/>
                </a:moveTo>
                <a:lnTo>
                  <a:pt x="1068810" y="467506"/>
                </a:lnTo>
                <a:moveTo>
                  <a:pt x="1070594" y="472312"/>
                </a:moveTo>
                <a:lnTo>
                  <a:pt x="1136063" y="438497"/>
                </a:lnTo>
                <a:moveTo>
                  <a:pt x="1287399" y="759520"/>
                </a:moveTo>
                <a:lnTo>
                  <a:pt x="1234725" y="756008"/>
                </a:lnTo>
                <a:moveTo>
                  <a:pt x="1164905" y="826423"/>
                </a:moveTo>
                <a:lnTo>
                  <a:pt x="1138237" y="895774"/>
                </a:lnTo>
                <a:moveTo>
                  <a:pt x="1680108" y="354535"/>
                </a:moveTo>
                <a:lnTo>
                  <a:pt x="1614316" y="359975"/>
                </a:lnTo>
                <a:moveTo>
                  <a:pt x="1017068" y="806312"/>
                </a:moveTo>
                <a:lnTo>
                  <a:pt x="1028359" y="720071"/>
                </a:lnTo>
                <a:moveTo>
                  <a:pt x="912025" y="630963"/>
                </a:moveTo>
                <a:lnTo>
                  <a:pt x="826320" y="623634"/>
                </a:lnTo>
                <a:moveTo>
                  <a:pt x="953468" y="419050"/>
                </a:moveTo>
                <a:lnTo>
                  <a:pt x="832891" y="455028"/>
                </a:lnTo>
                <a:moveTo>
                  <a:pt x="991890" y="652447"/>
                </a:moveTo>
                <a:lnTo>
                  <a:pt x="1002904" y="677431"/>
                </a:lnTo>
                <a:moveTo>
                  <a:pt x="912025" y="630963"/>
                </a:moveTo>
                <a:lnTo>
                  <a:pt x="822624" y="620625"/>
                </a:lnTo>
                <a:moveTo>
                  <a:pt x="1464818" y="496780"/>
                </a:moveTo>
                <a:lnTo>
                  <a:pt x="1471514" y="495199"/>
                </a:lnTo>
                <a:moveTo>
                  <a:pt x="1248593" y="532320"/>
                </a:moveTo>
                <a:lnTo>
                  <a:pt x="1184604" y="508672"/>
                </a:lnTo>
                <a:moveTo>
                  <a:pt x="1319069" y="739725"/>
                </a:moveTo>
                <a:lnTo>
                  <a:pt x="1336735" y="656254"/>
                </a:lnTo>
                <a:moveTo>
                  <a:pt x="1149511" y="475323"/>
                </a:moveTo>
                <a:lnTo>
                  <a:pt x="1070594" y="472312"/>
                </a:lnTo>
                <a:moveTo>
                  <a:pt x="1295527" y="571245"/>
                </a:moveTo>
                <a:lnTo>
                  <a:pt x="1248593" y="532320"/>
                </a:lnTo>
                <a:moveTo>
                  <a:pt x="1014786" y="722447"/>
                </a:moveTo>
                <a:lnTo>
                  <a:pt x="1028359" y="720071"/>
                </a:lnTo>
                <a:moveTo>
                  <a:pt x="1164905" y="826423"/>
                </a:moveTo>
                <a:lnTo>
                  <a:pt x="1044521" y="859294"/>
                </a:lnTo>
                <a:moveTo>
                  <a:pt x="1017068" y="806312"/>
                </a:moveTo>
                <a:lnTo>
                  <a:pt x="1036941" y="805540"/>
                </a:lnTo>
                <a:moveTo>
                  <a:pt x="1600709" y="579461"/>
                </a:moveTo>
                <a:lnTo>
                  <a:pt x="1486139" y="518552"/>
                </a:lnTo>
                <a:moveTo>
                  <a:pt x="1184604" y="508672"/>
                </a:moveTo>
                <a:lnTo>
                  <a:pt x="1149511" y="475323"/>
                </a:lnTo>
                <a:moveTo>
                  <a:pt x="939151" y="649987"/>
                </a:moveTo>
                <a:lnTo>
                  <a:pt x="912025" y="630963"/>
                </a:lnTo>
                <a:moveTo>
                  <a:pt x="1260917" y="738579"/>
                </a:moveTo>
                <a:lnTo>
                  <a:pt x="1234725" y="756008"/>
                </a:lnTo>
                <a:moveTo>
                  <a:pt x="1294976" y="571612"/>
                </a:moveTo>
                <a:lnTo>
                  <a:pt x="1248593" y="532320"/>
                </a:lnTo>
                <a:moveTo>
                  <a:pt x="1170006" y="814966"/>
                </a:moveTo>
                <a:lnTo>
                  <a:pt x="1164905" y="826423"/>
                </a:lnTo>
                <a:moveTo>
                  <a:pt x="1486139" y="518552"/>
                </a:moveTo>
                <a:lnTo>
                  <a:pt x="1464818" y="496780"/>
                </a:lnTo>
                <a:moveTo>
                  <a:pt x="1044521" y="859294"/>
                </a:moveTo>
                <a:lnTo>
                  <a:pt x="1017068" y="806312"/>
                </a:lnTo>
                <a:moveTo>
                  <a:pt x="1167401" y="815106"/>
                </a:moveTo>
                <a:lnTo>
                  <a:pt x="1170006" y="814966"/>
                </a:lnTo>
                <a:moveTo>
                  <a:pt x="1387019" y="828986"/>
                </a:moveTo>
                <a:lnTo>
                  <a:pt x="1319069" y="739725"/>
                </a:lnTo>
                <a:moveTo>
                  <a:pt x="1068810" y="467506"/>
                </a:moveTo>
                <a:lnTo>
                  <a:pt x="953468" y="419050"/>
                </a:lnTo>
                <a:moveTo>
                  <a:pt x="1167401" y="815106"/>
                </a:moveTo>
                <a:lnTo>
                  <a:pt x="1164905" y="826423"/>
                </a:lnTo>
                <a:moveTo>
                  <a:pt x="1614316" y="359975"/>
                </a:moveTo>
                <a:lnTo>
                  <a:pt x="1494708" y="380328"/>
                </a:lnTo>
                <a:moveTo>
                  <a:pt x="1336735" y="656254"/>
                </a:moveTo>
                <a:lnTo>
                  <a:pt x="1295527" y="571245"/>
                </a:lnTo>
                <a:moveTo>
                  <a:pt x="1319069" y="739725"/>
                </a:moveTo>
                <a:lnTo>
                  <a:pt x="1287399" y="759520"/>
                </a:lnTo>
                <a:moveTo>
                  <a:pt x="876713" y="601320"/>
                </a:moveTo>
                <a:lnTo>
                  <a:pt x="822624" y="620625"/>
                </a:lnTo>
                <a:moveTo>
                  <a:pt x="1336735" y="656254"/>
                </a:moveTo>
                <a:lnTo>
                  <a:pt x="1298916" y="573746"/>
                </a:lnTo>
                <a:moveTo>
                  <a:pt x="1070594" y="472312"/>
                </a:moveTo>
                <a:lnTo>
                  <a:pt x="1068810" y="467506"/>
                </a:lnTo>
                <a:moveTo>
                  <a:pt x="1656229" y="537067"/>
                </a:moveTo>
                <a:lnTo>
                  <a:pt x="1669646" y="523295"/>
                </a:lnTo>
                <a:moveTo>
                  <a:pt x="1676365" y="512230"/>
                </a:moveTo>
                <a:lnTo>
                  <a:pt x="1681693" y="507878"/>
                </a:lnTo>
                <a:moveTo>
                  <a:pt x="1403741" y="791843"/>
                </a:moveTo>
                <a:lnTo>
                  <a:pt x="1319069" y="739725"/>
                </a:lnTo>
                <a:moveTo>
                  <a:pt x="1056704" y="471816"/>
                </a:moveTo>
                <a:lnTo>
                  <a:pt x="1068810" y="467506"/>
                </a:lnTo>
                <a:moveTo>
                  <a:pt x="1453109" y="412730"/>
                </a:moveTo>
                <a:lnTo>
                  <a:pt x="1494708" y="380328"/>
                </a:lnTo>
                <a:moveTo>
                  <a:pt x="1070594" y="472312"/>
                </a:moveTo>
                <a:lnTo>
                  <a:pt x="1056704" y="471816"/>
                </a:lnTo>
                <a:moveTo>
                  <a:pt x="1387019" y="828986"/>
                </a:moveTo>
                <a:lnTo>
                  <a:pt x="1287399" y="759520"/>
                </a:lnTo>
                <a:moveTo>
                  <a:pt x="1658696" y="427602"/>
                </a:moveTo>
                <a:lnTo>
                  <a:pt x="1680108" y="354535"/>
                </a:lnTo>
                <a:moveTo>
                  <a:pt x="888253" y="415186"/>
                </a:moveTo>
                <a:lnTo>
                  <a:pt x="832891" y="455028"/>
                </a:lnTo>
                <a:moveTo>
                  <a:pt x="1109021" y="561576"/>
                </a:moveTo>
                <a:lnTo>
                  <a:pt x="1149511" y="475323"/>
                </a:lnTo>
                <a:moveTo>
                  <a:pt x="1656229" y="537067"/>
                </a:moveTo>
                <a:lnTo>
                  <a:pt x="1681693" y="507878"/>
                </a:lnTo>
                <a:moveTo>
                  <a:pt x="1681693" y="507878"/>
                </a:moveTo>
                <a:lnTo>
                  <a:pt x="1658696" y="427602"/>
                </a:lnTo>
                <a:moveTo>
                  <a:pt x="1395519" y="746872"/>
                </a:moveTo>
                <a:lnTo>
                  <a:pt x="1319069" y="739725"/>
                </a:lnTo>
                <a:moveTo>
                  <a:pt x="991890" y="652447"/>
                </a:moveTo>
                <a:lnTo>
                  <a:pt x="939151" y="649987"/>
                </a:lnTo>
                <a:moveTo>
                  <a:pt x="1464818" y="496780"/>
                </a:moveTo>
                <a:lnTo>
                  <a:pt x="1453109" y="412730"/>
                </a:lnTo>
                <a:moveTo>
                  <a:pt x="1403741" y="791843"/>
                </a:moveTo>
                <a:lnTo>
                  <a:pt x="1387019" y="828986"/>
                </a:lnTo>
                <a:moveTo>
                  <a:pt x="1017068" y="806312"/>
                </a:moveTo>
                <a:lnTo>
                  <a:pt x="1014786" y="722447"/>
                </a:lnTo>
                <a:moveTo>
                  <a:pt x="1097831" y="852546"/>
                </a:moveTo>
                <a:lnTo>
                  <a:pt x="1044521" y="859294"/>
                </a:lnTo>
                <a:moveTo>
                  <a:pt x="987157" y="638084"/>
                </a:moveTo>
                <a:lnTo>
                  <a:pt x="939151" y="649987"/>
                </a:lnTo>
                <a:moveTo>
                  <a:pt x="990411" y="469140"/>
                </a:moveTo>
                <a:lnTo>
                  <a:pt x="953468" y="419050"/>
                </a:lnTo>
                <a:moveTo>
                  <a:pt x="1535304" y="578663"/>
                </a:moveTo>
                <a:lnTo>
                  <a:pt x="1486139" y="518552"/>
                </a:lnTo>
                <a:moveTo>
                  <a:pt x="1260917" y="738579"/>
                </a:moveTo>
                <a:lnTo>
                  <a:pt x="1167401" y="815106"/>
                </a:lnTo>
                <a:moveTo>
                  <a:pt x="1235055" y="548040"/>
                </a:moveTo>
                <a:lnTo>
                  <a:pt x="1248593" y="532320"/>
                </a:lnTo>
                <a:moveTo>
                  <a:pt x="1384519" y="662836"/>
                </a:moveTo>
                <a:lnTo>
                  <a:pt x="1336735" y="656254"/>
                </a:lnTo>
                <a:moveTo>
                  <a:pt x="953468" y="419050"/>
                </a:moveTo>
                <a:lnTo>
                  <a:pt x="888253" y="415186"/>
                </a:lnTo>
                <a:moveTo>
                  <a:pt x="912025" y="630963"/>
                </a:moveTo>
                <a:lnTo>
                  <a:pt x="876713" y="601320"/>
                </a:lnTo>
                <a:moveTo>
                  <a:pt x="1298916" y="573746"/>
                </a:moveTo>
                <a:lnTo>
                  <a:pt x="1295527" y="571245"/>
                </a:lnTo>
                <a:moveTo>
                  <a:pt x="1068810" y="467506"/>
                </a:moveTo>
                <a:lnTo>
                  <a:pt x="990411" y="469140"/>
                </a:lnTo>
                <a:moveTo>
                  <a:pt x="1384519" y="662836"/>
                </a:moveTo>
                <a:lnTo>
                  <a:pt x="1319069" y="739725"/>
                </a:lnTo>
                <a:moveTo>
                  <a:pt x="1600709" y="579461"/>
                </a:moveTo>
                <a:lnTo>
                  <a:pt x="1535304" y="578663"/>
                </a:lnTo>
                <a:moveTo>
                  <a:pt x="1164905" y="826423"/>
                </a:moveTo>
                <a:lnTo>
                  <a:pt x="1097831" y="852546"/>
                </a:lnTo>
                <a:moveTo>
                  <a:pt x="1486139" y="518552"/>
                </a:moveTo>
                <a:lnTo>
                  <a:pt x="1437286" y="497871"/>
                </a:lnTo>
                <a:moveTo>
                  <a:pt x="1294976" y="571612"/>
                </a:moveTo>
                <a:lnTo>
                  <a:pt x="1295527" y="571245"/>
                </a:lnTo>
                <a:moveTo>
                  <a:pt x="1167401" y="815106"/>
                </a:moveTo>
                <a:lnTo>
                  <a:pt x="1206137" y="735656"/>
                </a:lnTo>
                <a:moveTo>
                  <a:pt x="1434412" y="413129"/>
                </a:moveTo>
                <a:lnTo>
                  <a:pt x="1494708" y="380328"/>
                </a:lnTo>
                <a:moveTo>
                  <a:pt x="1167401" y="815106"/>
                </a:moveTo>
                <a:lnTo>
                  <a:pt x="1097831" y="852546"/>
                </a:lnTo>
                <a:moveTo>
                  <a:pt x="1298916" y="573746"/>
                </a:moveTo>
                <a:lnTo>
                  <a:pt x="1294976" y="571612"/>
                </a:lnTo>
                <a:moveTo>
                  <a:pt x="1298916" y="573746"/>
                </a:moveTo>
                <a:lnTo>
                  <a:pt x="1302132" y="572085"/>
                </a:lnTo>
                <a:moveTo>
                  <a:pt x="1287399" y="759520"/>
                </a:moveTo>
                <a:lnTo>
                  <a:pt x="1260917" y="738579"/>
                </a:lnTo>
                <a:moveTo>
                  <a:pt x="1044521" y="859294"/>
                </a:moveTo>
                <a:lnTo>
                  <a:pt x="1007592" y="808833"/>
                </a:lnTo>
                <a:moveTo>
                  <a:pt x="1056704" y="471816"/>
                </a:moveTo>
                <a:lnTo>
                  <a:pt x="990411" y="469140"/>
                </a:lnTo>
                <a:moveTo>
                  <a:pt x="1302132" y="572085"/>
                </a:moveTo>
                <a:lnTo>
                  <a:pt x="1294976" y="571612"/>
                </a:lnTo>
                <a:moveTo>
                  <a:pt x="1549550" y="348878"/>
                </a:moveTo>
                <a:lnTo>
                  <a:pt x="1494708" y="380328"/>
                </a:lnTo>
                <a:moveTo>
                  <a:pt x="1707312" y="426759"/>
                </a:moveTo>
                <a:lnTo>
                  <a:pt x="1658696" y="427602"/>
                </a:lnTo>
                <a:moveTo>
                  <a:pt x="987157" y="638084"/>
                </a:moveTo>
                <a:lnTo>
                  <a:pt x="912025" y="630963"/>
                </a:lnTo>
                <a:moveTo>
                  <a:pt x="1464818" y="496780"/>
                </a:moveTo>
                <a:lnTo>
                  <a:pt x="1434412" y="413129"/>
                </a:lnTo>
                <a:moveTo>
                  <a:pt x="1167401" y="815106"/>
                </a:moveTo>
                <a:lnTo>
                  <a:pt x="1107600" y="814526"/>
                </a:lnTo>
                <a:moveTo>
                  <a:pt x="1656229" y="537067"/>
                </a:moveTo>
                <a:lnTo>
                  <a:pt x="1600709" y="579461"/>
                </a:lnTo>
                <a:moveTo>
                  <a:pt x="1367304" y="578677"/>
                </a:moveTo>
                <a:lnTo>
                  <a:pt x="1336735" y="656254"/>
                </a:lnTo>
                <a:moveTo>
                  <a:pt x="1109021" y="561576"/>
                </a:moveTo>
                <a:lnTo>
                  <a:pt x="1070594" y="472312"/>
                </a:lnTo>
                <a:moveTo>
                  <a:pt x="1403741" y="791843"/>
                </a:moveTo>
                <a:lnTo>
                  <a:pt x="1395519" y="746872"/>
                </a:lnTo>
                <a:moveTo>
                  <a:pt x="1437286" y="497871"/>
                </a:moveTo>
                <a:lnTo>
                  <a:pt x="1464818" y="496780"/>
                </a:lnTo>
                <a:moveTo>
                  <a:pt x="1014786" y="722447"/>
                </a:moveTo>
                <a:lnTo>
                  <a:pt x="991890" y="652447"/>
                </a:lnTo>
                <a:moveTo>
                  <a:pt x="1056704" y="471816"/>
                </a:moveTo>
                <a:lnTo>
                  <a:pt x="1002003" y="489316"/>
                </a:lnTo>
                <a:moveTo>
                  <a:pt x="1167401" y="815106"/>
                </a:moveTo>
                <a:lnTo>
                  <a:pt x="1115141" y="731108"/>
                </a:lnTo>
                <a:moveTo>
                  <a:pt x="1128342" y="562687"/>
                </a:moveTo>
                <a:lnTo>
                  <a:pt x="1184604" y="508672"/>
                </a:lnTo>
                <a:moveTo>
                  <a:pt x="1614316" y="359975"/>
                </a:moveTo>
                <a:lnTo>
                  <a:pt x="1549550" y="348878"/>
                </a:lnTo>
                <a:moveTo>
                  <a:pt x="1184604" y="508672"/>
                </a:moveTo>
                <a:lnTo>
                  <a:pt x="1109021" y="561576"/>
                </a:lnTo>
                <a:moveTo>
                  <a:pt x="912480" y="466254"/>
                </a:moveTo>
                <a:lnTo>
                  <a:pt x="953468" y="419050"/>
                </a:lnTo>
                <a:moveTo>
                  <a:pt x="1658696" y="427602"/>
                </a:moveTo>
                <a:lnTo>
                  <a:pt x="1614316" y="359975"/>
                </a:lnTo>
                <a:moveTo>
                  <a:pt x="1424854" y="833798"/>
                </a:moveTo>
                <a:lnTo>
                  <a:pt x="1403741" y="791843"/>
                </a:lnTo>
                <a:moveTo>
                  <a:pt x="1434412" y="413129"/>
                </a:moveTo>
                <a:lnTo>
                  <a:pt x="1453109" y="412730"/>
                </a:lnTo>
                <a:moveTo>
                  <a:pt x="1014786" y="722447"/>
                </a:moveTo>
                <a:lnTo>
                  <a:pt x="1002493" y="639430"/>
                </a:lnTo>
                <a:moveTo>
                  <a:pt x="1007592" y="808833"/>
                </a:moveTo>
                <a:lnTo>
                  <a:pt x="1017068" y="806312"/>
                </a:lnTo>
                <a:moveTo>
                  <a:pt x="1336397" y="829526"/>
                </a:moveTo>
                <a:lnTo>
                  <a:pt x="1387019" y="828986"/>
                </a:lnTo>
                <a:moveTo>
                  <a:pt x="1658920" y="428067"/>
                </a:moveTo>
                <a:lnTo>
                  <a:pt x="1614316" y="359975"/>
                </a:lnTo>
                <a:moveTo>
                  <a:pt x="1260917" y="738579"/>
                </a:moveTo>
                <a:lnTo>
                  <a:pt x="1206137" y="735656"/>
                </a:lnTo>
                <a:moveTo>
                  <a:pt x="1032783" y="845977"/>
                </a:moveTo>
                <a:lnTo>
                  <a:pt x="1044521" y="859294"/>
                </a:lnTo>
                <a:moveTo>
                  <a:pt x="1469762" y="580082"/>
                </a:moveTo>
                <a:lnTo>
                  <a:pt x="1486139" y="518552"/>
                </a:lnTo>
                <a:moveTo>
                  <a:pt x="1424854" y="833798"/>
                </a:moveTo>
                <a:lnTo>
                  <a:pt x="1395519" y="746872"/>
                </a:lnTo>
                <a:moveTo>
                  <a:pt x="1336397" y="829526"/>
                </a:moveTo>
                <a:lnTo>
                  <a:pt x="1287399" y="759520"/>
                </a:lnTo>
                <a:moveTo>
                  <a:pt x="1335957" y="829416"/>
                </a:moveTo>
                <a:lnTo>
                  <a:pt x="1287399" y="759520"/>
                </a:lnTo>
                <a:moveTo>
                  <a:pt x="1395519" y="746872"/>
                </a:moveTo>
                <a:lnTo>
                  <a:pt x="1384519" y="662836"/>
                </a:lnTo>
                <a:moveTo>
                  <a:pt x="1025019" y="557918"/>
                </a:moveTo>
                <a:lnTo>
                  <a:pt x="1070594" y="472312"/>
                </a:lnTo>
                <a:moveTo>
                  <a:pt x="1235055" y="548040"/>
                </a:moveTo>
                <a:lnTo>
                  <a:pt x="1184604" y="508672"/>
                </a:lnTo>
                <a:moveTo>
                  <a:pt x="951323" y="553558"/>
                </a:moveTo>
                <a:lnTo>
                  <a:pt x="912025" y="630963"/>
                </a:lnTo>
                <a:moveTo>
                  <a:pt x="1002003" y="489316"/>
                </a:moveTo>
                <a:lnTo>
                  <a:pt x="990411" y="469140"/>
                </a:lnTo>
                <a:moveTo>
                  <a:pt x="1025019" y="557918"/>
                </a:moveTo>
                <a:lnTo>
                  <a:pt x="1056704" y="471816"/>
                </a:lnTo>
                <a:moveTo>
                  <a:pt x="991890" y="652447"/>
                </a:moveTo>
                <a:lnTo>
                  <a:pt x="987157" y="638084"/>
                </a:lnTo>
                <a:moveTo>
                  <a:pt x="1497369" y="335423"/>
                </a:moveTo>
                <a:lnTo>
                  <a:pt x="1494708" y="380328"/>
                </a:lnTo>
                <a:moveTo>
                  <a:pt x="1367304" y="578677"/>
                </a:moveTo>
                <a:lnTo>
                  <a:pt x="1298916" y="573746"/>
                </a:lnTo>
                <a:moveTo>
                  <a:pt x="1082116" y="645595"/>
                </a:moveTo>
                <a:lnTo>
                  <a:pt x="1014786" y="722447"/>
                </a:lnTo>
                <a:moveTo>
                  <a:pt x="1367304" y="578677"/>
                </a:moveTo>
                <a:lnTo>
                  <a:pt x="1302132" y="572085"/>
                </a:lnTo>
                <a:moveTo>
                  <a:pt x="1294976" y="571612"/>
                </a:moveTo>
                <a:lnTo>
                  <a:pt x="1235055" y="548040"/>
                </a:lnTo>
                <a:moveTo>
                  <a:pt x="1302132" y="572085"/>
                </a:moveTo>
                <a:lnTo>
                  <a:pt x="1235055" y="548040"/>
                </a:lnTo>
                <a:moveTo>
                  <a:pt x="991890" y="652447"/>
                </a:moveTo>
                <a:lnTo>
                  <a:pt x="1002493" y="639430"/>
                </a:lnTo>
                <a:moveTo>
                  <a:pt x="1260917" y="738579"/>
                </a:moveTo>
                <a:lnTo>
                  <a:pt x="1224955" y="710956"/>
                </a:lnTo>
                <a:moveTo>
                  <a:pt x="1097831" y="852546"/>
                </a:moveTo>
                <a:lnTo>
                  <a:pt x="1107600" y="814526"/>
                </a:lnTo>
                <a:moveTo>
                  <a:pt x="1128342" y="562687"/>
                </a:moveTo>
                <a:lnTo>
                  <a:pt x="1109021" y="561576"/>
                </a:lnTo>
                <a:moveTo>
                  <a:pt x="1002493" y="639430"/>
                </a:moveTo>
                <a:lnTo>
                  <a:pt x="987157" y="638084"/>
                </a:lnTo>
                <a:moveTo>
                  <a:pt x="1437286" y="497871"/>
                </a:moveTo>
                <a:lnTo>
                  <a:pt x="1434412" y="413129"/>
                </a:lnTo>
                <a:moveTo>
                  <a:pt x="1206137" y="735656"/>
                </a:moveTo>
                <a:lnTo>
                  <a:pt x="1115141" y="731108"/>
                </a:lnTo>
                <a:moveTo>
                  <a:pt x="1656229" y="537067"/>
                </a:moveTo>
                <a:lnTo>
                  <a:pt x="1535304" y="578663"/>
                </a:lnTo>
                <a:moveTo>
                  <a:pt x="1002493" y="639430"/>
                </a:moveTo>
                <a:lnTo>
                  <a:pt x="1109021" y="561576"/>
                </a:lnTo>
                <a:moveTo>
                  <a:pt x="1676365" y="512230"/>
                </a:moveTo>
                <a:lnTo>
                  <a:pt x="1656229" y="537067"/>
                </a:lnTo>
                <a:moveTo>
                  <a:pt x="1224955" y="710956"/>
                </a:moveTo>
                <a:lnTo>
                  <a:pt x="1206137" y="735656"/>
                </a:lnTo>
                <a:moveTo>
                  <a:pt x="1676365" y="512230"/>
                </a:moveTo>
                <a:lnTo>
                  <a:pt x="1658696" y="427602"/>
                </a:lnTo>
                <a:moveTo>
                  <a:pt x="1114058" y="590795"/>
                </a:moveTo>
                <a:lnTo>
                  <a:pt x="1128342" y="562687"/>
                </a:lnTo>
                <a:moveTo>
                  <a:pt x="990411" y="469140"/>
                </a:moveTo>
                <a:lnTo>
                  <a:pt x="912480" y="466254"/>
                </a:lnTo>
                <a:moveTo>
                  <a:pt x="1114058" y="590795"/>
                </a:moveTo>
                <a:lnTo>
                  <a:pt x="1109021" y="561576"/>
                </a:lnTo>
                <a:moveTo>
                  <a:pt x="1353244" y="550574"/>
                </a:moveTo>
                <a:lnTo>
                  <a:pt x="1302132" y="572085"/>
                </a:lnTo>
                <a:moveTo>
                  <a:pt x="876713" y="601320"/>
                </a:moveTo>
                <a:lnTo>
                  <a:pt x="825444" y="545437"/>
                </a:lnTo>
                <a:moveTo>
                  <a:pt x="1676365" y="512230"/>
                </a:moveTo>
                <a:lnTo>
                  <a:pt x="1661554" y="451172"/>
                </a:lnTo>
                <a:moveTo>
                  <a:pt x="1114058" y="590795"/>
                </a:moveTo>
                <a:lnTo>
                  <a:pt x="1002493" y="639430"/>
                </a:lnTo>
                <a:moveTo>
                  <a:pt x="1206137" y="735656"/>
                </a:moveTo>
                <a:lnTo>
                  <a:pt x="1123709" y="647821"/>
                </a:lnTo>
                <a:moveTo>
                  <a:pt x="912480" y="466254"/>
                </a:moveTo>
                <a:lnTo>
                  <a:pt x="888253" y="415186"/>
                </a:lnTo>
                <a:moveTo>
                  <a:pt x="951323" y="553558"/>
                </a:moveTo>
                <a:lnTo>
                  <a:pt x="876713" y="601320"/>
                </a:lnTo>
                <a:moveTo>
                  <a:pt x="1107600" y="814526"/>
                </a:moveTo>
                <a:lnTo>
                  <a:pt x="1115141" y="731108"/>
                </a:lnTo>
                <a:moveTo>
                  <a:pt x="876713" y="601320"/>
                </a:moveTo>
                <a:lnTo>
                  <a:pt x="922590" y="551917"/>
                </a:lnTo>
                <a:moveTo>
                  <a:pt x="1123709" y="647821"/>
                </a:moveTo>
                <a:lnTo>
                  <a:pt x="1128342" y="562687"/>
                </a:lnTo>
                <a:moveTo>
                  <a:pt x="1384519" y="662836"/>
                </a:moveTo>
                <a:lnTo>
                  <a:pt x="1367304" y="578677"/>
                </a:lnTo>
                <a:moveTo>
                  <a:pt x="1235055" y="548040"/>
                </a:moveTo>
                <a:lnTo>
                  <a:pt x="1128342" y="562687"/>
                </a:lnTo>
                <a:moveTo>
                  <a:pt x="922590" y="551917"/>
                </a:moveTo>
                <a:lnTo>
                  <a:pt x="990411" y="469140"/>
                </a:lnTo>
                <a:moveTo>
                  <a:pt x="1661554" y="451172"/>
                </a:moveTo>
                <a:lnTo>
                  <a:pt x="1658696" y="427602"/>
                </a:lnTo>
                <a:moveTo>
                  <a:pt x="1601157" y="369591"/>
                </a:moveTo>
                <a:lnTo>
                  <a:pt x="1614316" y="359975"/>
                </a:lnTo>
                <a:moveTo>
                  <a:pt x="1658920" y="428067"/>
                </a:moveTo>
                <a:lnTo>
                  <a:pt x="1658696" y="427602"/>
                </a:lnTo>
                <a:moveTo>
                  <a:pt x="1123709" y="647821"/>
                </a:moveTo>
                <a:lnTo>
                  <a:pt x="1114058" y="590795"/>
                </a:lnTo>
                <a:moveTo>
                  <a:pt x="1025019" y="557918"/>
                </a:moveTo>
                <a:lnTo>
                  <a:pt x="1002003" y="489316"/>
                </a:lnTo>
                <a:moveTo>
                  <a:pt x="1434754" y="837104"/>
                </a:moveTo>
                <a:lnTo>
                  <a:pt x="1395519" y="746872"/>
                </a:lnTo>
                <a:moveTo>
                  <a:pt x="1109021" y="561576"/>
                </a:moveTo>
                <a:lnTo>
                  <a:pt x="1025019" y="557918"/>
                </a:lnTo>
                <a:moveTo>
                  <a:pt x="987157" y="638084"/>
                </a:moveTo>
                <a:lnTo>
                  <a:pt x="951323" y="553558"/>
                </a:lnTo>
                <a:moveTo>
                  <a:pt x="1082116" y="645595"/>
                </a:moveTo>
                <a:lnTo>
                  <a:pt x="1002493" y="639430"/>
                </a:lnTo>
                <a:moveTo>
                  <a:pt x="1661554" y="451172"/>
                </a:moveTo>
                <a:lnTo>
                  <a:pt x="1658920" y="428067"/>
                </a:lnTo>
                <a:moveTo>
                  <a:pt x="1115141" y="731108"/>
                </a:moveTo>
                <a:lnTo>
                  <a:pt x="1123709" y="647821"/>
                </a:lnTo>
                <a:moveTo>
                  <a:pt x="1441281" y="753414"/>
                </a:moveTo>
                <a:lnTo>
                  <a:pt x="1395519" y="746872"/>
                </a:lnTo>
                <a:moveTo>
                  <a:pt x="1279821" y="744591"/>
                </a:moveTo>
                <a:lnTo>
                  <a:pt x="1287399" y="759520"/>
                </a:lnTo>
                <a:moveTo>
                  <a:pt x="951323" y="553558"/>
                </a:moveTo>
                <a:lnTo>
                  <a:pt x="1002003" y="489316"/>
                </a:lnTo>
                <a:moveTo>
                  <a:pt x="1196861" y="653497"/>
                </a:moveTo>
                <a:lnTo>
                  <a:pt x="1206137" y="735656"/>
                </a:lnTo>
                <a:moveTo>
                  <a:pt x="1002493" y="639430"/>
                </a:moveTo>
                <a:lnTo>
                  <a:pt x="1025019" y="557918"/>
                </a:lnTo>
                <a:moveTo>
                  <a:pt x="1082116" y="645595"/>
                </a:moveTo>
                <a:lnTo>
                  <a:pt x="1114058" y="590795"/>
                </a:lnTo>
                <a:moveTo>
                  <a:pt x="1002003" y="489316"/>
                </a:moveTo>
                <a:lnTo>
                  <a:pt x="922590" y="551917"/>
                </a:lnTo>
                <a:moveTo>
                  <a:pt x="1682593" y="515018"/>
                </a:moveTo>
                <a:lnTo>
                  <a:pt x="1676365" y="512230"/>
                </a:lnTo>
                <a:moveTo>
                  <a:pt x="1002493" y="639430"/>
                </a:moveTo>
                <a:lnTo>
                  <a:pt x="951323" y="553558"/>
                </a:lnTo>
                <a:moveTo>
                  <a:pt x="1210727" y="569951"/>
                </a:moveTo>
                <a:lnTo>
                  <a:pt x="1128342" y="562687"/>
                </a:lnTo>
                <a:moveTo>
                  <a:pt x="1575821" y="592842"/>
                </a:moveTo>
                <a:lnTo>
                  <a:pt x="1535304" y="578663"/>
                </a:lnTo>
                <a:moveTo>
                  <a:pt x="1437286" y="497871"/>
                </a:moveTo>
                <a:lnTo>
                  <a:pt x="1353244" y="550574"/>
                </a:lnTo>
                <a:moveTo>
                  <a:pt x="1097831" y="852546"/>
                </a:moveTo>
                <a:lnTo>
                  <a:pt x="1032783" y="845977"/>
                </a:lnTo>
                <a:moveTo>
                  <a:pt x="1535304" y="578663"/>
                </a:moveTo>
                <a:lnTo>
                  <a:pt x="1469762" y="580082"/>
                </a:lnTo>
                <a:moveTo>
                  <a:pt x="1336397" y="829526"/>
                </a:moveTo>
                <a:lnTo>
                  <a:pt x="1335957" y="829416"/>
                </a:lnTo>
                <a:moveTo>
                  <a:pt x="1196861" y="653497"/>
                </a:moveTo>
                <a:lnTo>
                  <a:pt x="1128342" y="562687"/>
                </a:lnTo>
                <a:moveTo>
                  <a:pt x="1336397" y="829526"/>
                </a:moveTo>
                <a:lnTo>
                  <a:pt x="1336071" y="829532"/>
                </a:lnTo>
                <a:moveTo>
                  <a:pt x="1336071" y="829532"/>
                </a:moveTo>
                <a:lnTo>
                  <a:pt x="1335957" y="829416"/>
                </a:lnTo>
                <a:moveTo>
                  <a:pt x="1438853" y="669547"/>
                </a:moveTo>
                <a:lnTo>
                  <a:pt x="1395519" y="746872"/>
                </a:lnTo>
                <a:moveTo>
                  <a:pt x="1434754" y="837104"/>
                </a:moveTo>
                <a:lnTo>
                  <a:pt x="1424854" y="833798"/>
                </a:lnTo>
                <a:moveTo>
                  <a:pt x="1424088" y="920713"/>
                </a:moveTo>
                <a:lnTo>
                  <a:pt x="1424854" y="833798"/>
                </a:lnTo>
                <a:moveTo>
                  <a:pt x="1123709" y="647821"/>
                </a:moveTo>
                <a:lnTo>
                  <a:pt x="1082116" y="645595"/>
                </a:lnTo>
                <a:moveTo>
                  <a:pt x="1497369" y="335423"/>
                </a:moveTo>
                <a:lnTo>
                  <a:pt x="1434412" y="413129"/>
                </a:lnTo>
                <a:moveTo>
                  <a:pt x="1462972" y="586203"/>
                </a:moveTo>
                <a:lnTo>
                  <a:pt x="1384519" y="662836"/>
                </a:lnTo>
                <a:moveTo>
                  <a:pt x="1434412" y="413129"/>
                </a:moveTo>
                <a:lnTo>
                  <a:pt x="1478590" y="334370"/>
                </a:lnTo>
                <a:moveTo>
                  <a:pt x="1682593" y="515018"/>
                </a:moveTo>
                <a:lnTo>
                  <a:pt x="1656229" y="537067"/>
                </a:lnTo>
                <a:moveTo>
                  <a:pt x="1469762" y="580082"/>
                </a:moveTo>
                <a:lnTo>
                  <a:pt x="1437286" y="497871"/>
                </a:lnTo>
                <a:moveTo>
                  <a:pt x="1107600" y="814526"/>
                </a:moveTo>
                <a:lnTo>
                  <a:pt x="1032783" y="845977"/>
                </a:lnTo>
                <a:moveTo>
                  <a:pt x="1656229" y="537067"/>
                </a:moveTo>
                <a:lnTo>
                  <a:pt x="1575821" y="592842"/>
                </a:lnTo>
                <a:moveTo>
                  <a:pt x="1682593" y="515018"/>
                </a:moveTo>
                <a:lnTo>
                  <a:pt x="1661554" y="451172"/>
                </a:lnTo>
                <a:moveTo>
                  <a:pt x="1549550" y="348878"/>
                </a:moveTo>
                <a:lnTo>
                  <a:pt x="1497369" y="335423"/>
                </a:lnTo>
                <a:moveTo>
                  <a:pt x="1462972" y="586203"/>
                </a:moveTo>
                <a:lnTo>
                  <a:pt x="1437286" y="497871"/>
                </a:lnTo>
                <a:moveTo>
                  <a:pt x="1224955" y="710956"/>
                </a:moveTo>
                <a:lnTo>
                  <a:pt x="1196861" y="653497"/>
                </a:lnTo>
                <a:moveTo>
                  <a:pt x="1367304" y="578677"/>
                </a:moveTo>
                <a:lnTo>
                  <a:pt x="1353244" y="550574"/>
                </a:lnTo>
                <a:moveTo>
                  <a:pt x="1279821" y="744591"/>
                </a:moveTo>
                <a:lnTo>
                  <a:pt x="1260917" y="738579"/>
                </a:lnTo>
                <a:moveTo>
                  <a:pt x="1353244" y="550574"/>
                </a:moveTo>
                <a:lnTo>
                  <a:pt x="1235055" y="548040"/>
                </a:lnTo>
                <a:moveTo>
                  <a:pt x="922590" y="551917"/>
                </a:moveTo>
                <a:lnTo>
                  <a:pt x="912480" y="466254"/>
                </a:lnTo>
                <a:moveTo>
                  <a:pt x="1484910" y="588305"/>
                </a:moveTo>
                <a:lnTo>
                  <a:pt x="1535304" y="578663"/>
                </a:lnTo>
                <a:moveTo>
                  <a:pt x="1032783" y="845977"/>
                </a:moveTo>
                <a:lnTo>
                  <a:pt x="1007592" y="808833"/>
                </a:lnTo>
                <a:moveTo>
                  <a:pt x="1438853" y="669547"/>
                </a:moveTo>
                <a:lnTo>
                  <a:pt x="1384519" y="662836"/>
                </a:lnTo>
                <a:moveTo>
                  <a:pt x="1210727" y="569951"/>
                </a:moveTo>
                <a:lnTo>
                  <a:pt x="1235055" y="548040"/>
                </a:lnTo>
                <a:moveTo>
                  <a:pt x="1196861" y="653497"/>
                </a:moveTo>
                <a:lnTo>
                  <a:pt x="1123709" y="647821"/>
                </a:lnTo>
                <a:moveTo>
                  <a:pt x="1593061" y="594407"/>
                </a:moveTo>
                <a:lnTo>
                  <a:pt x="1656229" y="537067"/>
                </a:lnTo>
                <a:moveTo>
                  <a:pt x="1025019" y="557918"/>
                </a:moveTo>
                <a:lnTo>
                  <a:pt x="951323" y="553558"/>
                </a:lnTo>
                <a:moveTo>
                  <a:pt x="922590" y="551917"/>
                </a:moveTo>
                <a:lnTo>
                  <a:pt x="825444" y="545437"/>
                </a:lnTo>
                <a:moveTo>
                  <a:pt x="1356704" y="916533"/>
                </a:moveTo>
                <a:lnTo>
                  <a:pt x="1336397" y="829526"/>
                </a:lnTo>
                <a:moveTo>
                  <a:pt x="1356704" y="916533"/>
                </a:moveTo>
                <a:lnTo>
                  <a:pt x="1336071" y="829532"/>
                </a:lnTo>
                <a:moveTo>
                  <a:pt x="951323" y="553558"/>
                </a:moveTo>
                <a:lnTo>
                  <a:pt x="922590" y="551917"/>
                </a:lnTo>
                <a:moveTo>
                  <a:pt x="1437286" y="497871"/>
                </a:moveTo>
                <a:lnTo>
                  <a:pt x="1380487" y="497673"/>
                </a:lnTo>
                <a:moveTo>
                  <a:pt x="1462972" y="586203"/>
                </a:moveTo>
                <a:lnTo>
                  <a:pt x="1367304" y="578677"/>
                </a:lnTo>
                <a:moveTo>
                  <a:pt x="1601157" y="369591"/>
                </a:moveTo>
                <a:lnTo>
                  <a:pt x="1549550" y="348878"/>
                </a:lnTo>
                <a:moveTo>
                  <a:pt x="1107600" y="814526"/>
                </a:moveTo>
                <a:lnTo>
                  <a:pt x="1055059" y="814870"/>
                </a:lnTo>
                <a:moveTo>
                  <a:pt x="1434412" y="413129"/>
                </a:moveTo>
                <a:lnTo>
                  <a:pt x="1393216" y="414915"/>
                </a:lnTo>
                <a:moveTo>
                  <a:pt x="1196861" y="653497"/>
                </a:moveTo>
                <a:lnTo>
                  <a:pt x="1210727" y="569951"/>
                </a:lnTo>
                <a:moveTo>
                  <a:pt x="1437286" y="497871"/>
                </a:moveTo>
                <a:lnTo>
                  <a:pt x="1393216" y="414915"/>
                </a:lnTo>
                <a:moveTo>
                  <a:pt x="1462972" y="586203"/>
                </a:moveTo>
                <a:lnTo>
                  <a:pt x="1353244" y="550574"/>
                </a:lnTo>
                <a:moveTo>
                  <a:pt x="1279821" y="744591"/>
                </a:moveTo>
                <a:lnTo>
                  <a:pt x="1224955" y="710956"/>
                </a:lnTo>
                <a:moveTo>
                  <a:pt x="1658920" y="428067"/>
                </a:moveTo>
                <a:lnTo>
                  <a:pt x="1601157" y="369591"/>
                </a:lnTo>
                <a:moveTo>
                  <a:pt x="1275934" y="741810"/>
                </a:moveTo>
                <a:lnTo>
                  <a:pt x="1224955" y="710956"/>
                </a:lnTo>
                <a:moveTo>
                  <a:pt x="1335957" y="829416"/>
                </a:moveTo>
                <a:lnTo>
                  <a:pt x="1279821" y="744591"/>
                </a:lnTo>
                <a:moveTo>
                  <a:pt x="1593061" y="594407"/>
                </a:moveTo>
                <a:lnTo>
                  <a:pt x="1682593" y="515018"/>
                </a:lnTo>
                <a:moveTo>
                  <a:pt x="1424088" y="920713"/>
                </a:moveTo>
                <a:lnTo>
                  <a:pt x="1434754" y="837104"/>
                </a:lnTo>
                <a:moveTo>
                  <a:pt x="1462972" y="586203"/>
                </a:moveTo>
                <a:lnTo>
                  <a:pt x="1469762" y="580082"/>
                </a:lnTo>
                <a:moveTo>
                  <a:pt x="1593061" y="594407"/>
                </a:moveTo>
                <a:lnTo>
                  <a:pt x="1575821" y="592842"/>
                </a:lnTo>
                <a:moveTo>
                  <a:pt x="1434754" y="837104"/>
                </a:moveTo>
                <a:lnTo>
                  <a:pt x="1441281" y="753414"/>
                </a:lnTo>
                <a:moveTo>
                  <a:pt x="1497369" y="335423"/>
                </a:moveTo>
                <a:lnTo>
                  <a:pt x="1478590" y="334370"/>
                </a:lnTo>
                <a:moveTo>
                  <a:pt x="1335957" y="829416"/>
                </a:moveTo>
                <a:lnTo>
                  <a:pt x="1279282" y="744958"/>
                </a:lnTo>
                <a:moveTo>
                  <a:pt x="1336071" y="829532"/>
                </a:moveTo>
                <a:lnTo>
                  <a:pt x="1279282" y="744958"/>
                </a:lnTo>
                <a:moveTo>
                  <a:pt x="1353244" y="550574"/>
                </a:moveTo>
                <a:lnTo>
                  <a:pt x="1380487" y="497673"/>
                </a:lnTo>
                <a:moveTo>
                  <a:pt x="1586927" y="599124"/>
                </a:moveTo>
                <a:lnTo>
                  <a:pt x="1575821" y="592842"/>
                </a:lnTo>
                <a:moveTo>
                  <a:pt x="1691353" y="518165"/>
                </a:moveTo>
                <a:lnTo>
                  <a:pt x="1661554" y="451172"/>
                </a:lnTo>
                <a:moveTo>
                  <a:pt x="1593541" y="595095"/>
                </a:moveTo>
                <a:lnTo>
                  <a:pt x="1682593" y="515018"/>
                </a:lnTo>
                <a:moveTo>
                  <a:pt x="1691353" y="518165"/>
                </a:moveTo>
                <a:lnTo>
                  <a:pt x="1658920" y="428067"/>
                </a:lnTo>
                <a:moveTo>
                  <a:pt x="1497369" y="335423"/>
                </a:moveTo>
                <a:lnTo>
                  <a:pt x="1485457" y="326919"/>
                </a:lnTo>
                <a:moveTo>
                  <a:pt x="1575821" y="592842"/>
                </a:moveTo>
                <a:lnTo>
                  <a:pt x="1484910" y="588305"/>
                </a:lnTo>
                <a:moveTo>
                  <a:pt x="1485457" y="326919"/>
                </a:moveTo>
                <a:lnTo>
                  <a:pt x="1478590" y="334370"/>
                </a:lnTo>
                <a:moveTo>
                  <a:pt x="1289745" y="519043"/>
                </a:moveTo>
                <a:lnTo>
                  <a:pt x="1235055" y="548040"/>
                </a:lnTo>
                <a:moveTo>
                  <a:pt x="1484910" y="588305"/>
                </a:moveTo>
                <a:lnTo>
                  <a:pt x="1469762" y="580082"/>
                </a:lnTo>
                <a:moveTo>
                  <a:pt x="1593061" y="594407"/>
                </a:moveTo>
                <a:lnTo>
                  <a:pt x="1586927" y="599124"/>
                </a:lnTo>
                <a:moveTo>
                  <a:pt x="1438853" y="669547"/>
                </a:moveTo>
                <a:lnTo>
                  <a:pt x="1462972" y="586203"/>
                </a:lnTo>
                <a:moveTo>
                  <a:pt x="1441281" y="753414"/>
                </a:moveTo>
                <a:lnTo>
                  <a:pt x="1438853" y="669547"/>
                </a:lnTo>
                <a:moveTo>
                  <a:pt x="1484910" y="588305"/>
                </a:moveTo>
                <a:lnTo>
                  <a:pt x="1462972" y="586203"/>
                </a:lnTo>
                <a:moveTo>
                  <a:pt x="1032783" y="845977"/>
                </a:moveTo>
                <a:lnTo>
                  <a:pt x="1055059" y="814870"/>
                </a:lnTo>
                <a:moveTo>
                  <a:pt x="1593541" y="595095"/>
                </a:moveTo>
                <a:lnTo>
                  <a:pt x="1593061" y="594407"/>
                </a:lnTo>
                <a:moveTo>
                  <a:pt x="1586927" y="599124"/>
                </a:moveTo>
                <a:lnTo>
                  <a:pt x="1484910" y="588305"/>
                </a:lnTo>
                <a:moveTo>
                  <a:pt x="1353244" y="550574"/>
                </a:moveTo>
                <a:lnTo>
                  <a:pt x="1289745" y="519043"/>
                </a:lnTo>
                <a:moveTo>
                  <a:pt x="1544570" y="341993"/>
                </a:moveTo>
                <a:lnTo>
                  <a:pt x="1549550" y="348878"/>
                </a:lnTo>
                <a:moveTo>
                  <a:pt x="1593541" y="595095"/>
                </a:moveTo>
                <a:lnTo>
                  <a:pt x="1586927" y="599124"/>
                </a:lnTo>
                <a:moveTo>
                  <a:pt x="1467331" y="334831"/>
                </a:moveTo>
                <a:lnTo>
                  <a:pt x="1478590" y="334370"/>
                </a:lnTo>
                <a:moveTo>
                  <a:pt x="1691353" y="518165"/>
                </a:moveTo>
                <a:lnTo>
                  <a:pt x="1682593" y="515018"/>
                </a:lnTo>
                <a:moveTo>
                  <a:pt x="1393216" y="414915"/>
                </a:moveTo>
                <a:lnTo>
                  <a:pt x="1478590" y="334370"/>
                </a:lnTo>
                <a:moveTo>
                  <a:pt x="1467331" y="334831"/>
                </a:moveTo>
                <a:lnTo>
                  <a:pt x="1485457" y="326919"/>
                </a:lnTo>
                <a:moveTo>
                  <a:pt x="1670162" y="433928"/>
                </a:moveTo>
                <a:lnTo>
                  <a:pt x="1658920" y="428067"/>
                </a:lnTo>
                <a:moveTo>
                  <a:pt x="1227349" y="659737"/>
                </a:moveTo>
                <a:lnTo>
                  <a:pt x="1224955" y="710956"/>
                </a:lnTo>
                <a:moveTo>
                  <a:pt x="1336071" y="829532"/>
                </a:moveTo>
                <a:lnTo>
                  <a:pt x="1311842" y="833476"/>
                </a:lnTo>
                <a:moveTo>
                  <a:pt x="1196436" y="572694"/>
                </a:moveTo>
                <a:lnTo>
                  <a:pt x="1210727" y="569951"/>
                </a:lnTo>
                <a:moveTo>
                  <a:pt x="1380487" y="497673"/>
                </a:moveTo>
                <a:lnTo>
                  <a:pt x="1393216" y="414915"/>
                </a:lnTo>
                <a:moveTo>
                  <a:pt x="1279821" y="744591"/>
                </a:moveTo>
                <a:lnTo>
                  <a:pt x="1275934" y="741810"/>
                </a:lnTo>
                <a:moveTo>
                  <a:pt x="1403688" y="922509"/>
                </a:moveTo>
                <a:lnTo>
                  <a:pt x="1424088" y="920713"/>
                </a:lnTo>
                <a:moveTo>
                  <a:pt x="1279821" y="744591"/>
                </a:moveTo>
                <a:lnTo>
                  <a:pt x="1279282" y="744958"/>
                </a:lnTo>
                <a:moveTo>
                  <a:pt x="1380487" y="497673"/>
                </a:moveTo>
                <a:lnTo>
                  <a:pt x="1289745" y="519043"/>
                </a:lnTo>
                <a:moveTo>
                  <a:pt x="1691353" y="518165"/>
                </a:moveTo>
                <a:lnTo>
                  <a:pt x="1593541" y="595095"/>
                </a:lnTo>
                <a:moveTo>
                  <a:pt x="1279282" y="744958"/>
                </a:moveTo>
                <a:lnTo>
                  <a:pt x="1275934" y="741810"/>
                </a:lnTo>
                <a:moveTo>
                  <a:pt x="1520477" y="615184"/>
                </a:moveTo>
                <a:lnTo>
                  <a:pt x="1462972" y="586203"/>
                </a:lnTo>
                <a:moveTo>
                  <a:pt x="1418158" y="356668"/>
                </a:moveTo>
                <a:lnTo>
                  <a:pt x="1478590" y="334370"/>
                </a:lnTo>
                <a:moveTo>
                  <a:pt x="1412001" y="839189"/>
                </a:moveTo>
                <a:lnTo>
                  <a:pt x="1434754" y="837104"/>
                </a:lnTo>
                <a:moveTo>
                  <a:pt x="1424088" y="920713"/>
                </a:moveTo>
                <a:lnTo>
                  <a:pt x="1412001" y="839189"/>
                </a:lnTo>
                <a:moveTo>
                  <a:pt x="1227349" y="659737"/>
                </a:moveTo>
                <a:lnTo>
                  <a:pt x="1210727" y="569951"/>
                </a:lnTo>
                <a:moveTo>
                  <a:pt x="1227349" y="659737"/>
                </a:moveTo>
                <a:lnTo>
                  <a:pt x="1196861" y="653497"/>
                </a:lnTo>
                <a:moveTo>
                  <a:pt x="1544570" y="341993"/>
                </a:moveTo>
                <a:lnTo>
                  <a:pt x="1497369" y="335423"/>
                </a:lnTo>
                <a:moveTo>
                  <a:pt x="1586927" y="599124"/>
                </a:moveTo>
                <a:lnTo>
                  <a:pt x="1520477" y="615184"/>
                </a:lnTo>
                <a:moveTo>
                  <a:pt x="1356704" y="916533"/>
                </a:moveTo>
                <a:lnTo>
                  <a:pt x="1311842" y="833476"/>
                </a:lnTo>
                <a:moveTo>
                  <a:pt x="1520477" y="615184"/>
                </a:moveTo>
                <a:lnTo>
                  <a:pt x="1484910" y="588305"/>
                </a:lnTo>
                <a:moveTo>
                  <a:pt x="1593541" y="595095"/>
                </a:moveTo>
                <a:lnTo>
                  <a:pt x="1520477" y="615184"/>
                </a:lnTo>
                <a:moveTo>
                  <a:pt x="1544570" y="341993"/>
                </a:moveTo>
                <a:lnTo>
                  <a:pt x="1485457" y="326919"/>
                </a:lnTo>
                <a:moveTo>
                  <a:pt x="1418158" y="356668"/>
                </a:moveTo>
                <a:lnTo>
                  <a:pt x="1467331" y="334831"/>
                </a:lnTo>
                <a:moveTo>
                  <a:pt x="1537820" y="335449"/>
                </a:moveTo>
                <a:lnTo>
                  <a:pt x="1485457" y="326919"/>
                </a:lnTo>
                <a:moveTo>
                  <a:pt x="1670162" y="433928"/>
                </a:moveTo>
                <a:lnTo>
                  <a:pt x="1601157" y="369591"/>
                </a:lnTo>
                <a:moveTo>
                  <a:pt x="1601157" y="369591"/>
                </a:moveTo>
                <a:lnTo>
                  <a:pt x="1544570" y="341993"/>
                </a:lnTo>
                <a:moveTo>
                  <a:pt x="1641665" y="569347"/>
                </a:moveTo>
                <a:lnTo>
                  <a:pt x="1593541" y="595095"/>
                </a:lnTo>
                <a:moveTo>
                  <a:pt x="1418158" y="356668"/>
                </a:moveTo>
                <a:lnTo>
                  <a:pt x="1393216" y="414915"/>
                </a:lnTo>
                <a:moveTo>
                  <a:pt x="1434754" y="837104"/>
                </a:moveTo>
                <a:lnTo>
                  <a:pt x="1438514" y="758184"/>
                </a:lnTo>
                <a:moveTo>
                  <a:pt x="1380487" y="497673"/>
                </a:moveTo>
                <a:lnTo>
                  <a:pt x="1321827" y="497238"/>
                </a:lnTo>
                <a:moveTo>
                  <a:pt x="1438514" y="758184"/>
                </a:moveTo>
                <a:lnTo>
                  <a:pt x="1441281" y="753414"/>
                </a:lnTo>
                <a:moveTo>
                  <a:pt x="1275934" y="741810"/>
                </a:moveTo>
                <a:lnTo>
                  <a:pt x="1227349" y="659737"/>
                </a:lnTo>
                <a:moveTo>
                  <a:pt x="1651454" y="411449"/>
                </a:moveTo>
                <a:lnTo>
                  <a:pt x="1601157" y="369591"/>
                </a:lnTo>
                <a:moveTo>
                  <a:pt x="1601157" y="369591"/>
                </a:moveTo>
                <a:lnTo>
                  <a:pt x="1545184" y="342840"/>
                </a:lnTo>
                <a:moveTo>
                  <a:pt x="1311842" y="833476"/>
                </a:moveTo>
                <a:lnTo>
                  <a:pt x="1279282" y="744958"/>
                </a:lnTo>
                <a:moveTo>
                  <a:pt x="1593541" y="595095"/>
                </a:moveTo>
                <a:lnTo>
                  <a:pt x="1544846" y="595928"/>
                </a:lnTo>
                <a:moveTo>
                  <a:pt x="1448059" y="675021"/>
                </a:moveTo>
                <a:lnTo>
                  <a:pt x="1462972" y="586203"/>
                </a:lnTo>
                <a:moveTo>
                  <a:pt x="1691353" y="518165"/>
                </a:moveTo>
                <a:lnTo>
                  <a:pt x="1670162" y="433928"/>
                </a:lnTo>
                <a:moveTo>
                  <a:pt x="1441281" y="753414"/>
                </a:moveTo>
                <a:lnTo>
                  <a:pt x="1448059" y="675021"/>
                </a:lnTo>
                <a:moveTo>
                  <a:pt x="1391188" y="417149"/>
                </a:moveTo>
                <a:lnTo>
                  <a:pt x="1393216" y="414915"/>
                </a:lnTo>
                <a:moveTo>
                  <a:pt x="1321827" y="497238"/>
                </a:moveTo>
                <a:lnTo>
                  <a:pt x="1393216" y="414915"/>
                </a:lnTo>
                <a:moveTo>
                  <a:pt x="1691353" y="518165"/>
                </a:moveTo>
                <a:lnTo>
                  <a:pt x="1641665" y="569347"/>
                </a:lnTo>
                <a:moveTo>
                  <a:pt x="1448059" y="675021"/>
                </a:moveTo>
                <a:lnTo>
                  <a:pt x="1438853" y="669547"/>
                </a:lnTo>
                <a:moveTo>
                  <a:pt x="1321827" y="497238"/>
                </a:moveTo>
                <a:lnTo>
                  <a:pt x="1289745" y="519043"/>
                </a:lnTo>
                <a:moveTo>
                  <a:pt x="1630215" y="754042"/>
                </a:moveTo>
                <a:lnTo>
                  <a:pt x="1621509" y="767406"/>
                </a:lnTo>
                <a:moveTo>
                  <a:pt x="1403688" y="922509"/>
                </a:moveTo>
                <a:lnTo>
                  <a:pt x="1412001" y="839189"/>
                </a:lnTo>
                <a:moveTo>
                  <a:pt x="1275934" y="741810"/>
                </a:moveTo>
                <a:lnTo>
                  <a:pt x="1231373" y="661514"/>
                </a:lnTo>
                <a:moveTo>
                  <a:pt x="1227349" y="659737"/>
                </a:moveTo>
                <a:lnTo>
                  <a:pt x="1196436" y="572694"/>
                </a:lnTo>
                <a:moveTo>
                  <a:pt x="1459314" y="338944"/>
                </a:moveTo>
                <a:lnTo>
                  <a:pt x="1467331" y="334831"/>
                </a:lnTo>
                <a:moveTo>
                  <a:pt x="1391188" y="417149"/>
                </a:moveTo>
                <a:lnTo>
                  <a:pt x="1418158" y="356668"/>
                </a:lnTo>
                <a:moveTo>
                  <a:pt x="1472395" y="334964"/>
                </a:moveTo>
                <a:lnTo>
                  <a:pt x="1485457" y="326919"/>
                </a:lnTo>
                <a:moveTo>
                  <a:pt x="1345554" y="471980"/>
                </a:moveTo>
                <a:lnTo>
                  <a:pt x="1393216" y="414915"/>
                </a:lnTo>
                <a:moveTo>
                  <a:pt x="1544570" y="341993"/>
                </a:moveTo>
                <a:lnTo>
                  <a:pt x="1537820" y="335449"/>
                </a:lnTo>
                <a:moveTo>
                  <a:pt x="1575560" y="579844"/>
                </a:moveTo>
                <a:lnTo>
                  <a:pt x="1593541" y="595095"/>
                </a:lnTo>
                <a:moveTo>
                  <a:pt x="1217615" y="626706"/>
                </a:moveTo>
                <a:lnTo>
                  <a:pt x="1196436" y="572694"/>
                </a:lnTo>
                <a:moveTo>
                  <a:pt x="1299364" y="750616"/>
                </a:moveTo>
                <a:lnTo>
                  <a:pt x="1279282" y="744958"/>
                </a:lnTo>
                <a:moveTo>
                  <a:pt x="1286614" y="834184"/>
                </a:moveTo>
                <a:lnTo>
                  <a:pt x="1279282" y="744958"/>
                </a:lnTo>
                <a:moveTo>
                  <a:pt x="1520477" y="615184"/>
                </a:moveTo>
                <a:lnTo>
                  <a:pt x="1544846" y="595928"/>
                </a:lnTo>
                <a:moveTo>
                  <a:pt x="1670162" y="433928"/>
                </a:moveTo>
                <a:lnTo>
                  <a:pt x="1651454" y="411449"/>
                </a:lnTo>
                <a:moveTo>
                  <a:pt x="1472395" y="334964"/>
                </a:moveTo>
                <a:lnTo>
                  <a:pt x="1467331" y="334831"/>
                </a:lnTo>
                <a:moveTo>
                  <a:pt x="1621509" y="767406"/>
                </a:moveTo>
                <a:lnTo>
                  <a:pt x="1547220" y="764983"/>
                </a:lnTo>
                <a:moveTo>
                  <a:pt x="1545184" y="342840"/>
                </a:moveTo>
                <a:lnTo>
                  <a:pt x="1544570" y="341993"/>
                </a:lnTo>
                <a:moveTo>
                  <a:pt x="1588422" y="372382"/>
                </a:moveTo>
                <a:lnTo>
                  <a:pt x="1601157" y="369591"/>
                </a:lnTo>
                <a:moveTo>
                  <a:pt x="1545184" y="342840"/>
                </a:moveTo>
                <a:lnTo>
                  <a:pt x="1537820" y="335449"/>
                </a:lnTo>
                <a:moveTo>
                  <a:pt x="1412001" y="839189"/>
                </a:moveTo>
                <a:lnTo>
                  <a:pt x="1438514" y="758184"/>
                </a:lnTo>
                <a:moveTo>
                  <a:pt x="1691353" y="518165"/>
                </a:moveTo>
                <a:lnTo>
                  <a:pt x="1680424" y="437391"/>
                </a:lnTo>
                <a:moveTo>
                  <a:pt x="1227349" y="659737"/>
                </a:moveTo>
                <a:lnTo>
                  <a:pt x="1217615" y="626706"/>
                </a:lnTo>
                <a:moveTo>
                  <a:pt x="1679999" y="521714"/>
                </a:moveTo>
                <a:lnTo>
                  <a:pt x="1691353" y="518165"/>
                </a:lnTo>
                <a:moveTo>
                  <a:pt x="1403688" y="922509"/>
                </a:moveTo>
                <a:lnTo>
                  <a:pt x="1339117" y="836945"/>
                </a:lnTo>
                <a:moveTo>
                  <a:pt x="1520477" y="615184"/>
                </a:moveTo>
                <a:lnTo>
                  <a:pt x="1448059" y="675021"/>
                </a:lnTo>
                <a:moveTo>
                  <a:pt x="1520477" y="615184"/>
                </a:moveTo>
                <a:lnTo>
                  <a:pt x="1452328" y="658652"/>
                </a:lnTo>
                <a:moveTo>
                  <a:pt x="1459314" y="338944"/>
                </a:moveTo>
                <a:lnTo>
                  <a:pt x="1418158" y="356668"/>
                </a:lnTo>
                <a:moveTo>
                  <a:pt x="1412001" y="839189"/>
                </a:moveTo>
                <a:lnTo>
                  <a:pt x="1339117" y="836945"/>
                </a:lnTo>
                <a:moveTo>
                  <a:pt x="1565682" y="739181"/>
                </a:moveTo>
                <a:lnTo>
                  <a:pt x="1621509" y="767406"/>
                </a:lnTo>
                <a:moveTo>
                  <a:pt x="1265647" y="705108"/>
                </a:moveTo>
                <a:lnTo>
                  <a:pt x="1275934" y="741810"/>
                </a:lnTo>
                <a:moveTo>
                  <a:pt x="1231373" y="661514"/>
                </a:moveTo>
                <a:lnTo>
                  <a:pt x="1227349" y="659737"/>
                </a:lnTo>
                <a:moveTo>
                  <a:pt x="1265647" y="705108"/>
                </a:moveTo>
                <a:lnTo>
                  <a:pt x="1279282" y="744958"/>
                </a:lnTo>
                <a:moveTo>
                  <a:pt x="1345554" y="471980"/>
                </a:moveTo>
                <a:lnTo>
                  <a:pt x="1391188" y="417149"/>
                </a:lnTo>
                <a:moveTo>
                  <a:pt x="1630215" y="754042"/>
                </a:moveTo>
                <a:lnTo>
                  <a:pt x="1565682" y="739181"/>
                </a:lnTo>
                <a:moveTo>
                  <a:pt x="1345554" y="471980"/>
                </a:moveTo>
                <a:lnTo>
                  <a:pt x="1321827" y="497238"/>
                </a:lnTo>
                <a:moveTo>
                  <a:pt x="1680424" y="437391"/>
                </a:moveTo>
                <a:lnTo>
                  <a:pt x="1670162" y="433928"/>
                </a:lnTo>
                <a:moveTo>
                  <a:pt x="1391188" y="417149"/>
                </a:moveTo>
                <a:lnTo>
                  <a:pt x="1459314" y="338944"/>
                </a:lnTo>
                <a:moveTo>
                  <a:pt x="1231373" y="661514"/>
                </a:moveTo>
                <a:lnTo>
                  <a:pt x="1217615" y="626706"/>
                </a:lnTo>
                <a:moveTo>
                  <a:pt x="1286614" y="834184"/>
                </a:moveTo>
                <a:lnTo>
                  <a:pt x="1311842" y="833476"/>
                </a:lnTo>
                <a:moveTo>
                  <a:pt x="1679999" y="521714"/>
                </a:moveTo>
                <a:lnTo>
                  <a:pt x="1641665" y="569347"/>
                </a:lnTo>
                <a:moveTo>
                  <a:pt x="1379086" y="925466"/>
                </a:moveTo>
                <a:lnTo>
                  <a:pt x="1403688" y="922509"/>
                </a:lnTo>
                <a:moveTo>
                  <a:pt x="1544846" y="595928"/>
                </a:moveTo>
                <a:lnTo>
                  <a:pt x="1452328" y="658652"/>
                </a:lnTo>
                <a:moveTo>
                  <a:pt x="1412001" y="839189"/>
                </a:moveTo>
                <a:lnTo>
                  <a:pt x="1363441" y="755662"/>
                </a:lnTo>
                <a:moveTo>
                  <a:pt x="1438514" y="758184"/>
                </a:moveTo>
                <a:lnTo>
                  <a:pt x="1448059" y="675021"/>
                </a:lnTo>
                <a:moveTo>
                  <a:pt x="1537820" y="335449"/>
                </a:moveTo>
                <a:lnTo>
                  <a:pt x="1472395" y="334964"/>
                </a:lnTo>
                <a:moveTo>
                  <a:pt x="1641665" y="569347"/>
                </a:moveTo>
                <a:lnTo>
                  <a:pt x="1575560" y="579844"/>
                </a:lnTo>
                <a:moveTo>
                  <a:pt x="1680424" y="437391"/>
                </a:moveTo>
                <a:lnTo>
                  <a:pt x="1651454" y="411449"/>
                </a:lnTo>
                <a:moveTo>
                  <a:pt x="1477412" y="341246"/>
                </a:moveTo>
                <a:lnTo>
                  <a:pt x="1537820" y="335449"/>
                </a:lnTo>
                <a:moveTo>
                  <a:pt x="1561170" y="811949"/>
                </a:moveTo>
                <a:lnTo>
                  <a:pt x="1547220" y="764983"/>
                </a:lnTo>
                <a:moveTo>
                  <a:pt x="1257094" y="843057"/>
                </a:moveTo>
                <a:lnTo>
                  <a:pt x="1311842" y="833476"/>
                </a:lnTo>
                <a:moveTo>
                  <a:pt x="1452328" y="658652"/>
                </a:moveTo>
                <a:lnTo>
                  <a:pt x="1448059" y="675021"/>
                </a:lnTo>
                <a:moveTo>
                  <a:pt x="1565682" y="739181"/>
                </a:moveTo>
                <a:lnTo>
                  <a:pt x="1547220" y="764983"/>
                </a:lnTo>
                <a:moveTo>
                  <a:pt x="1575560" y="579844"/>
                </a:moveTo>
                <a:lnTo>
                  <a:pt x="1544846" y="595928"/>
                </a:lnTo>
                <a:moveTo>
                  <a:pt x="1545184" y="342840"/>
                </a:moveTo>
                <a:lnTo>
                  <a:pt x="1477412" y="341246"/>
                </a:lnTo>
                <a:moveTo>
                  <a:pt x="1544846" y="595928"/>
                </a:moveTo>
                <a:lnTo>
                  <a:pt x="1469027" y="593311"/>
                </a:lnTo>
                <a:moveTo>
                  <a:pt x="1321827" y="497238"/>
                </a:moveTo>
                <a:lnTo>
                  <a:pt x="1266421" y="497217"/>
                </a:lnTo>
                <a:moveTo>
                  <a:pt x="1651454" y="411449"/>
                </a:moveTo>
                <a:lnTo>
                  <a:pt x="1588422" y="372382"/>
                </a:lnTo>
                <a:moveTo>
                  <a:pt x="1588422" y="372382"/>
                </a:moveTo>
                <a:lnTo>
                  <a:pt x="1545184" y="342840"/>
                </a:lnTo>
                <a:moveTo>
                  <a:pt x="1441012" y="675229"/>
                </a:moveTo>
                <a:lnTo>
                  <a:pt x="1448059" y="675021"/>
                </a:lnTo>
                <a:moveTo>
                  <a:pt x="1339117" y="836945"/>
                </a:moveTo>
                <a:lnTo>
                  <a:pt x="1299364" y="750616"/>
                </a:lnTo>
                <a:moveTo>
                  <a:pt x="1339117" y="836945"/>
                </a:moveTo>
                <a:lnTo>
                  <a:pt x="1286614" y="834184"/>
                </a:lnTo>
                <a:moveTo>
                  <a:pt x="1441012" y="675229"/>
                </a:moveTo>
                <a:lnTo>
                  <a:pt x="1452328" y="658652"/>
                </a:lnTo>
                <a:moveTo>
                  <a:pt x="1438514" y="758184"/>
                </a:moveTo>
                <a:lnTo>
                  <a:pt x="1363441" y="755662"/>
                </a:lnTo>
                <a:moveTo>
                  <a:pt x="1286614" y="834184"/>
                </a:moveTo>
                <a:lnTo>
                  <a:pt x="1299364" y="750616"/>
                </a:lnTo>
                <a:moveTo>
                  <a:pt x="1279378" y="483622"/>
                </a:moveTo>
                <a:lnTo>
                  <a:pt x="1321827" y="497238"/>
                </a:lnTo>
                <a:moveTo>
                  <a:pt x="1472395" y="334964"/>
                </a:moveTo>
                <a:lnTo>
                  <a:pt x="1459314" y="338944"/>
                </a:lnTo>
                <a:moveTo>
                  <a:pt x="1452328" y="658652"/>
                </a:moveTo>
                <a:lnTo>
                  <a:pt x="1469027" y="593311"/>
                </a:lnTo>
                <a:moveTo>
                  <a:pt x="1363441" y="755662"/>
                </a:moveTo>
                <a:lnTo>
                  <a:pt x="1448059" y="675021"/>
                </a:lnTo>
                <a:moveTo>
                  <a:pt x="1679999" y="521714"/>
                </a:moveTo>
                <a:lnTo>
                  <a:pt x="1680424" y="437391"/>
                </a:lnTo>
                <a:moveTo>
                  <a:pt x="1527771" y="766398"/>
                </a:moveTo>
                <a:lnTo>
                  <a:pt x="1547220" y="764983"/>
                </a:lnTo>
                <a:moveTo>
                  <a:pt x="1339117" y="836945"/>
                </a:moveTo>
                <a:lnTo>
                  <a:pt x="1363441" y="755662"/>
                </a:lnTo>
                <a:moveTo>
                  <a:pt x="1441012" y="675229"/>
                </a:moveTo>
                <a:lnTo>
                  <a:pt x="1469027" y="593311"/>
                </a:lnTo>
                <a:moveTo>
                  <a:pt x="1813409" y="561196"/>
                </a:moveTo>
                <a:lnTo>
                  <a:pt x="1764655" y="525455"/>
                </a:lnTo>
                <a:moveTo>
                  <a:pt x="1679999" y="521714"/>
                </a:moveTo>
                <a:lnTo>
                  <a:pt x="1575560" y="579844"/>
                </a:lnTo>
                <a:moveTo>
                  <a:pt x="1379086" y="925466"/>
                </a:moveTo>
                <a:lnTo>
                  <a:pt x="1339117" y="836945"/>
                </a:lnTo>
                <a:moveTo>
                  <a:pt x="1265647" y="705108"/>
                </a:moveTo>
                <a:lnTo>
                  <a:pt x="1231373" y="661514"/>
                </a:lnTo>
                <a:moveTo>
                  <a:pt x="1363441" y="755662"/>
                </a:moveTo>
                <a:lnTo>
                  <a:pt x="1299364" y="750616"/>
                </a:lnTo>
                <a:moveTo>
                  <a:pt x="1371056" y="913783"/>
                </a:moveTo>
                <a:lnTo>
                  <a:pt x="1339117" y="836945"/>
                </a:lnTo>
                <a:moveTo>
                  <a:pt x="1286614" y="834184"/>
                </a:moveTo>
                <a:lnTo>
                  <a:pt x="1257094" y="843057"/>
                </a:lnTo>
                <a:moveTo>
                  <a:pt x="1477412" y="341246"/>
                </a:moveTo>
                <a:lnTo>
                  <a:pt x="1472395" y="334964"/>
                </a:lnTo>
                <a:moveTo>
                  <a:pt x="1561170" y="811949"/>
                </a:moveTo>
                <a:lnTo>
                  <a:pt x="1527771" y="766398"/>
                </a:lnTo>
                <a:moveTo>
                  <a:pt x="1299364" y="750616"/>
                </a:moveTo>
                <a:lnTo>
                  <a:pt x="1265647" y="705108"/>
                </a:lnTo>
                <a:moveTo>
                  <a:pt x="1796869" y="531524"/>
                </a:moveTo>
                <a:lnTo>
                  <a:pt x="1764655" y="525455"/>
                </a:lnTo>
                <a:moveTo>
                  <a:pt x="1383047" y="720366"/>
                </a:moveTo>
                <a:lnTo>
                  <a:pt x="1448059" y="675021"/>
                </a:lnTo>
                <a:moveTo>
                  <a:pt x="1527771" y="766398"/>
                </a:moveTo>
                <a:lnTo>
                  <a:pt x="1565682" y="739181"/>
                </a:lnTo>
                <a:moveTo>
                  <a:pt x="1345554" y="471980"/>
                </a:moveTo>
                <a:lnTo>
                  <a:pt x="1279378" y="483622"/>
                </a:lnTo>
                <a:moveTo>
                  <a:pt x="1371056" y="913783"/>
                </a:moveTo>
                <a:lnTo>
                  <a:pt x="1286614" y="834184"/>
                </a:lnTo>
                <a:moveTo>
                  <a:pt x="1544846" y="595928"/>
                </a:moveTo>
                <a:lnTo>
                  <a:pt x="1511649" y="514354"/>
                </a:lnTo>
                <a:moveTo>
                  <a:pt x="1517569" y="514739"/>
                </a:moveTo>
                <a:lnTo>
                  <a:pt x="1544846" y="595928"/>
                </a:lnTo>
                <a:moveTo>
                  <a:pt x="1588422" y="372382"/>
                </a:moveTo>
                <a:lnTo>
                  <a:pt x="1477412" y="341246"/>
                </a:lnTo>
                <a:moveTo>
                  <a:pt x="1441012" y="675229"/>
                </a:moveTo>
                <a:lnTo>
                  <a:pt x="1383047" y="720366"/>
                </a:lnTo>
                <a:moveTo>
                  <a:pt x="1632193" y="438282"/>
                </a:moveTo>
                <a:lnTo>
                  <a:pt x="1651454" y="411449"/>
                </a:lnTo>
                <a:moveTo>
                  <a:pt x="1237160" y="665570"/>
                </a:moveTo>
                <a:lnTo>
                  <a:pt x="1231373" y="661514"/>
                </a:lnTo>
                <a:moveTo>
                  <a:pt x="1363441" y="755662"/>
                </a:moveTo>
                <a:lnTo>
                  <a:pt x="1265647" y="705108"/>
                </a:lnTo>
                <a:moveTo>
                  <a:pt x="1606710" y="688172"/>
                </a:moveTo>
                <a:lnTo>
                  <a:pt x="1565682" y="739181"/>
                </a:lnTo>
                <a:moveTo>
                  <a:pt x="1642771" y="690485"/>
                </a:moveTo>
                <a:lnTo>
                  <a:pt x="1565682" y="739181"/>
                </a:lnTo>
                <a:moveTo>
                  <a:pt x="1371056" y="913783"/>
                </a:moveTo>
                <a:lnTo>
                  <a:pt x="1257094" y="843057"/>
                </a:lnTo>
                <a:moveTo>
                  <a:pt x="1205915" y="612802"/>
                </a:moveTo>
                <a:lnTo>
                  <a:pt x="1217615" y="626706"/>
                </a:lnTo>
                <a:moveTo>
                  <a:pt x="1379086" y="925466"/>
                </a:moveTo>
                <a:lnTo>
                  <a:pt x="1371056" y="913783"/>
                </a:lnTo>
                <a:moveTo>
                  <a:pt x="1561170" y="811949"/>
                </a:moveTo>
                <a:lnTo>
                  <a:pt x="1504310" y="766552"/>
                </a:lnTo>
                <a:moveTo>
                  <a:pt x="1373902" y="925746"/>
                </a:moveTo>
                <a:lnTo>
                  <a:pt x="1379086" y="925466"/>
                </a:lnTo>
                <a:moveTo>
                  <a:pt x="1383047" y="720366"/>
                </a:moveTo>
                <a:lnTo>
                  <a:pt x="1363441" y="755662"/>
                </a:lnTo>
                <a:moveTo>
                  <a:pt x="1401801" y="676163"/>
                </a:moveTo>
                <a:lnTo>
                  <a:pt x="1441012" y="675229"/>
                </a:lnTo>
                <a:moveTo>
                  <a:pt x="1679999" y="521714"/>
                </a:moveTo>
                <a:lnTo>
                  <a:pt x="1618450" y="520912"/>
                </a:lnTo>
                <a:moveTo>
                  <a:pt x="1279378" y="483622"/>
                </a:moveTo>
                <a:lnTo>
                  <a:pt x="1266421" y="497217"/>
                </a:lnTo>
                <a:moveTo>
                  <a:pt x="1373902" y="925746"/>
                </a:moveTo>
                <a:lnTo>
                  <a:pt x="1371056" y="913783"/>
                </a:lnTo>
                <a:moveTo>
                  <a:pt x="1575560" y="579844"/>
                </a:moveTo>
                <a:lnTo>
                  <a:pt x="1618450" y="520912"/>
                </a:lnTo>
                <a:moveTo>
                  <a:pt x="1469027" y="593311"/>
                </a:moveTo>
                <a:lnTo>
                  <a:pt x="1401670" y="507393"/>
                </a:lnTo>
                <a:moveTo>
                  <a:pt x="1403649" y="423035"/>
                </a:moveTo>
                <a:lnTo>
                  <a:pt x="1477412" y="341246"/>
                </a:lnTo>
                <a:moveTo>
                  <a:pt x="1383047" y="720366"/>
                </a:moveTo>
                <a:lnTo>
                  <a:pt x="1265647" y="705108"/>
                </a:lnTo>
                <a:moveTo>
                  <a:pt x="1575560" y="579844"/>
                </a:moveTo>
                <a:lnTo>
                  <a:pt x="1517569" y="514739"/>
                </a:lnTo>
                <a:moveTo>
                  <a:pt x="1205915" y="612802"/>
                </a:moveTo>
                <a:lnTo>
                  <a:pt x="1231373" y="661514"/>
                </a:lnTo>
                <a:moveTo>
                  <a:pt x="1469027" y="593311"/>
                </a:moveTo>
                <a:lnTo>
                  <a:pt x="1511649" y="514354"/>
                </a:lnTo>
                <a:moveTo>
                  <a:pt x="1401801" y="676163"/>
                </a:moveTo>
                <a:lnTo>
                  <a:pt x="1469027" y="593311"/>
                </a:lnTo>
                <a:moveTo>
                  <a:pt x="1680424" y="437391"/>
                </a:moveTo>
                <a:lnTo>
                  <a:pt x="1632193" y="438282"/>
                </a:lnTo>
                <a:moveTo>
                  <a:pt x="1527771" y="766398"/>
                </a:moveTo>
                <a:lnTo>
                  <a:pt x="1606710" y="688172"/>
                </a:lnTo>
                <a:moveTo>
                  <a:pt x="1679999" y="521714"/>
                </a:moveTo>
                <a:lnTo>
                  <a:pt x="1632193" y="438282"/>
                </a:lnTo>
                <a:moveTo>
                  <a:pt x="1469027" y="593311"/>
                </a:moveTo>
                <a:lnTo>
                  <a:pt x="1407357" y="592493"/>
                </a:lnTo>
                <a:moveTo>
                  <a:pt x="1265647" y="705108"/>
                </a:moveTo>
                <a:lnTo>
                  <a:pt x="1237160" y="665570"/>
                </a:lnTo>
                <a:moveTo>
                  <a:pt x="1521469" y="396545"/>
                </a:moveTo>
                <a:lnTo>
                  <a:pt x="1477412" y="341246"/>
                </a:lnTo>
                <a:moveTo>
                  <a:pt x="1527771" y="766398"/>
                </a:moveTo>
                <a:lnTo>
                  <a:pt x="1504310" y="766552"/>
                </a:lnTo>
                <a:moveTo>
                  <a:pt x="1813409" y="561196"/>
                </a:moveTo>
                <a:lnTo>
                  <a:pt x="1796869" y="531524"/>
                </a:lnTo>
                <a:moveTo>
                  <a:pt x="1588422" y="372382"/>
                </a:moveTo>
                <a:lnTo>
                  <a:pt x="1521469" y="396545"/>
                </a:lnTo>
                <a:moveTo>
                  <a:pt x="1632193" y="438282"/>
                </a:moveTo>
                <a:lnTo>
                  <a:pt x="1588422" y="372382"/>
                </a:lnTo>
                <a:moveTo>
                  <a:pt x="1642771" y="690485"/>
                </a:moveTo>
                <a:lnTo>
                  <a:pt x="1606710" y="688172"/>
                </a:lnTo>
                <a:moveTo>
                  <a:pt x="1401801" y="676163"/>
                </a:moveTo>
                <a:lnTo>
                  <a:pt x="1383047" y="720366"/>
                </a:lnTo>
                <a:moveTo>
                  <a:pt x="1308841" y="861530"/>
                </a:moveTo>
                <a:lnTo>
                  <a:pt x="1257094" y="843057"/>
                </a:lnTo>
                <a:moveTo>
                  <a:pt x="1504310" y="766552"/>
                </a:moveTo>
                <a:lnTo>
                  <a:pt x="1606710" y="688172"/>
                </a:lnTo>
                <a:moveTo>
                  <a:pt x="1536026" y="433077"/>
                </a:moveTo>
                <a:lnTo>
                  <a:pt x="1588422" y="372382"/>
                </a:lnTo>
                <a:moveTo>
                  <a:pt x="1371056" y="913783"/>
                </a:moveTo>
                <a:lnTo>
                  <a:pt x="1308841" y="861530"/>
                </a:lnTo>
                <a:moveTo>
                  <a:pt x="1622549" y="675058"/>
                </a:moveTo>
                <a:lnTo>
                  <a:pt x="1606710" y="688172"/>
                </a:lnTo>
                <a:moveTo>
                  <a:pt x="1511649" y="514354"/>
                </a:moveTo>
                <a:lnTo>
                  <a:pt x="1401670" y="507393"/>
                </a:lnTo>
                <a:moveTo>
                  <a:pt x="1642771" y="690485"/>
                </a:moveTo>
                <a:lnTo>
                  <a:pt x="1622549" y="675058"/>
                </a:lnTo>
                <a:moveTo>
                  <a:pt x="1618450" y="520912"/>
                </a:moveTo>
                <a:lnTo>
                  <a:pt x="1517569" y="514739"/>
                </a:lnTo>
                <a:moveTo>
                  <a:pt x="1517569" y="514739"/>
                </a:moveTo>
                <a:lnTo>
                  <a:pt x="1511649" y="514354"/>
                </a:lnTo>
                <a:moveTo>
                  <a:pt x="1320330" y="676210"/>
                </a:moveTo>
                <a:lnTo>
                  <a:pt x="1265647" y="705108"/>
                </a:lnTo>
                <a:moveTo>
                  <a:pt x="1521469" y="396545"/>
                </a:moveTo>
                <a:lnTo>
                  <a:pt x="1403649" y="423035"/>
                </a:lnTo>
                <a:moveTo>
                  <a:pt x="1618450" y="520912"/>
                </a:moveTo>
                <a:lnTo>
                  <a:pt x="1514957" y="501589"/>
                </a:lnTo>
                <a:moveTo>
                  <a:pt x="1407357" y="592493"/>
                </a:moveTo>
                <a:lnTo>
                  <a:pt x="1401670" y="507393"/>
                </a:lnTo>
                <a:moveTo>
                  <a:pt x="1514957" y="501589"/>
                </a:moveTo>
                <a:lnTo>
                  <a:pt x="1511649" y="514354"/>
                </a:lnTo>
                <a:moveTo>
                  <a:pt x="1517569" y="514739"/>
                </a:moveTo>
                <a:lnTo>
                  <a:pt x="1514957" y="501589"/>
                </a:lnTo>
                <a:moveTo>
                  <a:pt x="1313894" y="672723"/>
                </a:moveTo>
                <a:lnTo>
                  <a:pt x="1265647" y="705108"/>
                </a:lnTo>
                <a:moveTo>
                  <a:pt x="1401801" y="676163"/>
                </a:moveTo>
                <a:lnTo>
                  <a:pt x="1407357" y="592493"/>
                </a:lnTo>
                <a:moveTo>
                  <a:pt x="1618450" y="520912"/>
                </a:moveTo>
                <a:lnTo>
                  <a:pt x="1632193" y="438282"/>
                </a:lnTo>
                <a:moveTo>
                  <a:pt x="1383047" y="720366"/>
                </a:moveTo>
                <a:lnTo>
                  <a:pt x="1320330" y="676210"/>
                </a:lnTo>
                <a:moveTo>
                  <a:pt x="1606710" y="688172"/>
                </a:moveTo>
                <a:lnTo>
                  <a:pt x="1530141" y="685460"/>
                </a:lnTo>
                <a:moveTo>
                  <a:pt x="1237160" y="665570"/>
                </a:moveTo>
                <a:lnTo>
                  <a:pt x="1205915" y="612802"/>
                </a:lnTo>
                <a:moveTo>
                  <a:pt x="1494118" y="430458"/>
                </a:moveTo>
                <a:lnTo>
                  <a:pt x="1403649" y="423035"/>
                </a:lnTo>
                <a:moveTo>
                  <a:pt x="1504310" y="766552"/>
                </a:moveTo>
                <a:lnTo>
                  <a:pt x="1530141" y="685460"/>
                </a:lnTo>
                <a:moveTo>
                  <a:pt x="1618450" y="520912"/>
                </a:moveTo>
                <a:lnTo>
                  <a:pt x="1536026" y="433077"/>
                </a:lnTo>
                <a:moveTo>
                  <a:pt x="1494118" y="430458"/>
                </a:moveTo>
                <a:lnTo>
                  <a:pt x="1511649" y="514354"/>
                </a:lnTo>
                <a:moveTo>
                  <a:pt x="1514957" y="501589"/>
                </a:moveTo>
                <a:lnTo>
                  <a:pt x="1494118" y="430458"/>
                </a:lnTo>
                <a:moveTo>
                  <a:pt x="1514957" y="501589"/>
                </a:moveTo>
                <a:lnTo>
                  <a:pt x="1536026" y="433077"/>
                </a:lnTo>
                <a:moveTo>
                  <a:pt x="1313894" y="672723"/>
                </a:moveTo>
                <a:lnTo>
                  <a:pt x="1237160" y="665570"/>
                </a:lnTo>
                <a:moveTo>
                  <a:pt x="1401801" y="676163"/>
                </a:moveTo>
                <a:lnTo>
                  <a:pt x="1320330" y="676210"/>
                </a:lnTo>
                <a:moveTo>
                  <a:pt x="1401670" y="507393"/>
                </a:moveTo>
                <a:lnTo>
                  <a:pt x="1336026" y="505521"/>
                </a:lnTo>
                <a:moveTo>
                  <a:pt x="1494118" y="430458"/>
                </a:moveTo>
                <a:lnTo>
                  <a:pt x="1521469" y="396545"/>
                </a:lnTo>
                <a:moveTo>
                  <a:pt x="1536026" y="433077"/>
                </a:moveTo>
                <a:lnTo>
                  <a:pt x="1521469" y="396545"/>
                </a:lnTo>
                <a:moveTo>
                  <a:pt x="1401801" y="676163"/>
                </a:moveTo>
                <a:lnTo>
                  <a:pt x="1322799" y="673141"/>
                </a:lnTo>
                <a:moveTo>
                  <a:pt x="1632193" y="438282"/>
                </a:moveTo>
                <a:lnTo>
                  <a:pt x="1536026" y="433077"/>
                </a:lnTo>
                <a:moveTo>
                  <a:pt x="1558838" y="646923"/>
                </a:moveTo>
                <a:lnTo>
                  <a:pt x="1606710" y="688172"/>
                </a:lnTo>
                <a:moveTo>
                  <a:pt x="1813409" y="561196"/>
                </a:moveTo>
                <a:lnTo>
                  <a:pt x="1789965" y="535699"/>
                </a:lnTo>
                <a:moveTo>
                  <a:pt x="1536026" y="433077"/>
                </a:moveTo>
                <a:lnTo>
                  <a:pt x="1494118" y="430458"/>
                </a:lnTo>
                <a:moveTo>
                  <a:pt x="1347628" y="591922"/>
                </a:moveTo>
                <a:lnTo>
                  <a:pt x="1401670" y="507393"/>
                </a:lnTo>
                <a:moveTo>
                  <a:pt x="1313894" y="672723"/>
                </a:moveTo>
                <a:lnTo>
                  <a:pt x="1205915" y="612802"/>
                </a:lnTo>
                <a:moveTo>
                  <a:pt x="1401801" y="676163"/>
                </a:moveTo>
                <a:lnTo>
                  <a:pt x="1347628" y="591922"/>
                </a:lnTo>
                <a:moveTo>
                  <a:pt x="1789965" y="535699"/>
                </a:moveTo>
                <a:lnTo>
                  <a:pt x="1796869" y="531524"/>
                </a:lnTo>
                <a:moveTo>
                  <a:pt x="1622549" y="675058"/>
                </a:moveTo>
                <a:lnTo>
                  <a:pt x="1558838" y="646923"/>
                </a:lnTo>
                <a:moveTo>
                  <a:pt x="1320330" y="676210"/>
                </a:moveTo>
                <a:lnTo>
                  <a:pt x="1322799" y="673141"/>
                </a:lnTo>
                <a:moveTo>
                  <a:pt x="1407357" y="592493"/>
                </a:moveTo>
                <a:lnTo>
                  <a:pt x="1347628" y="591922"/>
                </a:lnTo>
                <a:moveTo>
                  <a:pt x="1320330" y="676210"/>
                </a:moveTo>
                <a:lnTo>
                  <a:pt x="1313894" y="672723"/>
                </a:lnTo>
                <a:moveTo>
                  <a:pt x="1322799" y="673141"/>
                </a:moveTo>
                <a:lnTo>
                  <a:pt x="1313894" y="672723"/>
                </a:lnTo>
                <a:moveTo>
                  <a:pt x="1336026" y="505521"/>
                </a:moveTo>
                <a:lnTo>
                  <a:pt x="1328136" y="505066"/>
                </a:lnTo>
                <a:moveTo>
                  <a:pt x="1504310" y="766552"/>
                </a:moveTo>
                <a:lnTo>
                  <a:pt x="1467729" y="684548"/>
                </a:lnTo>
                <a:moveTo>
                  <a:pt x="1336026" y="505521"/>
                </a:moveTo>
                <a:lnTo>
                  <a:pt x="1330834" y="506775"/>
                </a:lnTo>
                <a:moveTo>
                  <a:pt x="1330834" y="506775"/>
                </a:moveTo>
                <a:lnTo>
                  <a:pt x="1328136" y="505066"/>
                </a:lnTo>
                <a:moveTo>
                  <a:pt x="1558838" y="646923"/>
                </a:moveTo>
                <a:lnTo>
                  <a:pt x="1530141" y="685460"/>
                </a:lnTo>
                <a:moveTo>
                  <a:pt x="1322799" y="673141"/>
                </a:moveTo>
                <a:lnTo>
                  <a:pt x="1347628" y="591922"/>
                </a:lnTo>
                <a:moveTo>
                  <a:pt x="1347628" y="591922"/>
                </a:moveTo>
                <a:lnTo>
                  <a:pt x="1336026" y="505521"/>
                </a:lnTo>
                <a:moveTo>
                  <a:pt x="1347628" y="591922"/>
                </a:moveTo>
                <a:lnTo>
                  <a:pt x="1330834" y="506775"/>
                </a:lnTo>
                <a:moveTo>
                  <a:pt x="1530141" y="685460"/>
                </a:moveTo>
                <a:lnTo>
                  <a:pt x="1467729" y="684548"/>
                </a:lnTo>
                <a:moveTo>
                  <a:pt x="1257509" y="633729"/>
                </a:moveTo>
                <a:lnTo>
                  <a:pt x="1205915" y="612802"/>
                </a:lnTo>
                <a:moveTo>
                  <a:pt x="1322799" y="673141"/>
                </a:moveTo>
                <a:lnTo>
                  <a:pt x="1257509" y="633729"/>
                </a:lnTo>
                <a:moveTo>
                  <a:pt x="1313894" y="672723"/>
                </a:moveTo>
                <a:lnTo>
                  <a:pt x="1257509" y="633729"/>
                </a:lnTo>
                <a:moveTo>
                  <a:pt x="1330834" y="506775"/>
                </a:moveTo>
                <a:lnTo>
                  <a:pt x="1265070" y="511767"/>
                </a:lnTo>
                <a:moveTo>
                  <a:pt x="1322799" y="673141"/>
                </a:moveTo>
                <a:lnTo>
                  <a:pt x="1282525" y="590668"/>
                </a:lnTo>
                <a:moveTo>
                  <a:pt x="1282525" y="590668"/>
                </a:moveTo>
                <a:lnTo>
                  <a:pt x="1330834" y="506775"/>
                </a:lnTo>
                <a:moveTo>
                  <a:pt x="1347628" y="591922"/>
                </a:moveTo>
                <a:lnTo>
                  <a:pt x="1282525" y="590668"/>
                </a:lnTo>
                <a:moveTo>
                  <a:pt x="1257509" y="633729"/>
                </a:moveTo>
                <a:lnTo>
                  <a:pt x="1282525" y="590668"/>
                </a:lnTo>
                <a:moveTo>
                  <a:pt x="1282525" y="590668"/>
                </a:moveTo>
                <a:lnTo>
                  <a:pt x="1265070" y="51176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30" name="9wup_2_official_ReferenceLigand_0">
            <a:extLst>
              <a:ext uri="{FF2B5EF4-FFF2-40B4-BE49-F238E27FC236}">
                <a16:creationId xmlns:a16="http://schemas.microsoft.com/office/drawing/2014/main" id="{F59FBD4E-EE58-48A7-8CBD-6BD08B6FD2CA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5015" y="482068"/>
                </a:moveTo>
                <a:lnTo>
                  <a:pt x="1765266" y="444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1" name="9wup_2_official_ReferenceLigand_1">
            <a:extLst>
              <a:ext uri="{FF2B5EF4-FFF2-40B4-BE49-F238E27FC236}">
                <a16:creationId xmlns:a16="http://schemas.microsoft.com/office/drawing/2014/main" id="{EB3575E0-9FAB-4C68-864F-FE5120AE629E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0382" y="695647"/>
                </a:moveTo>
                <a:lnTo>
                  <a:pt x="1945455" y="7750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2" name="9wup_2_official_ReferenceLigand_2">
            <a:extLst>
              <a:ext uri="{FF2B5EF4-FFF2-40B4-BE49-F238E27FC236}">
                <a16:creationId xmlns:a16="http://schemas.microsoft.com/office/drawing/2014/main" id="{776EA937-C054-4ACA-8496-C35A2008788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5015" y="482068"/>
                </a:moveTo>
                <a:lnTo>
                  <a:pt x="1674986" y="397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3" name="9wup_2_official_ReferenceLigand_3">
            <a:extLst>
              <a:ext uri="{FF2B5EF4-FFF2-40B4-BE49-F238E27FC236}">
                <a16:creationId xmlns:a16="http://schemas.microsoft.com/office/drawing/2014/main" id="{31041C20-0A3F-413E-808A-10AECBBF9746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5455" y="775094"/>
                </a:moveTo>
                <a:lnTo>
                  <a:pt x="2042812" y="7249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4" name="9wup_2_official_ReferenceLigand_4">
            <a:extLst>
              <a:ext uri="{FF2B5EF4-FFF2-40B4-BE49-F238E27FC236}">
                <a16:creationId xmlns:a16="http://schemas.microsoft.com/office/drawing/2014/main" id="{D4D28E15-4B27-4D43-B0F8-967956D36716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197" y="491043"/>
                </a:moveTo>
                <a:lnTo>
                  <a:pt x="1745015" y="4820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5" name="9wup_2_official_ReferenceLigand_5">
            <a:extLst>
              <a:ext uri="{FF2B5EF4-FFF2-40B4-BE49-F238E27FC236}">
                <a16:creationId xmlns:a16="http://schemas.microsoft.com/office/drawing/2014/main" id="{7A311FF1-1334-452A-B8B0-FA0A89DFF189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265" y="594991"/>
                </a:moveTo>
                <a:lnTo>
                  <a:pt x="1870382" y="695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6" name="9wup_2_official_ReferenceLigand_6">
            <a:extLst>
              <a:ext uri="{FF2B5EF4-FFF2-40B4-BE49-F238E27FC236}">
                <a16:creationId xmlns:a16="http://schemas.microsoft.com/office/drawing/2014/main" id="{3A660D23-DD67-407F-9F01-7B86EAFA817A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986" y="397478"/>
                </a:moveTo>
                <a:lnTo>
                  <a:pt x="1709741" y="2862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7" name="9wup_2_official_ReferenceLigand_7">
            <a:extLst>
              <a:ext uri="{FF2B5EF4-FFF2-40B4-BE49-F238E27FC236}">
                <a16:creationId xmlns:a16="http://schemas.microsoft.com/office/drawing/2014/main" id="{0D965010-AE96-4A8D-BD5E-7F7C4AA801B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3692" y="764751"/>
                </a:moveTo>
                <a:lnTo>
                  <a:pt x="2183802" y="8706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8" name="9wup_2_official_ReferenceLigand_8">
            <a:extLst>
              <a:ext uri="{FF2B5EF4-FFF2-40B4-BE49-F238E27FC236}">
                <a16:creationId xmlns:a16="http://schemas.microsoft.com/office/drawing/2014/main" id="{C11CB608-E194-4DA4-B073-FCC819295A2F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812" y="724948"/>
                </a:moveTo>
                <a:lnTo>
                  <a:pt x="2153692" y="7647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9" name="9wup_2_official_ReferenceLigand_9">
            <a:extLst>
              <a:ext uri="{FF2B5EF4-FFF2-40B4-BE49-F238E27FC236}">
                <a16:creationId xmlns:a16="http://schemas.microsoft.com/office/drawing/2014/main" id="{C032996E-DFA9-45A3-BF22-6A1DDFDC288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197" y="491043"/>
                </a:moveTo>
                <a:lnTo>
                  <a:pt x="1912265" y="594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0" name="9wup_2_official_ReferenceLigand_10">
            <a:extLst>
              <a:ext uri="{FF2B5EF4-FFF2-40B4-BE49-F238E27FC236}">
                <a16:creationId xmlns:a16="http://schemas.microsoft.com/office/drawing/2014/main" id="{1FB68594-052B-4B04-AD34-4397CB214F1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083" y="612846"/>
                </a:moveTo>
                <a:lnTo>
                  <a:pt x="2042812" y="7249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1" name="9wup_2_official_ReferenceLigand_11">
            <a:extLst>
              <a:ext uri="{FF2B5EF4-FFF2-40B4-BE49-F238E27FC236}">
                <a16:creationId xmlns:a16="http://schemas.microsoft.com/office/drawing/2014/main" id="{7EB9E6F9-E0F1-4E68-BA74-C7A0FFFB4EF6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500" y="410695"/>
                </a:moveTo>
                <a:lnTo>
                  <a:pt x="517808" y="3218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2" name="9wup_2_official_ReferenceLigand_12">
            <a:extLst>
              <a:ext uri="{FF2B5EF4-FFF2-40B4-BE49-F238E27FC236}">
                <a16:creationId xmlns:a16="http://schemas.microsoft.com/office/drawing/2014/main" id="{E37B68BD-5A0E-4784-A1A2-3F9C9CA758CA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083" y="612846"/>
                </a:moveTo>
                <a:lnTo>
                  <a:pt x="1912265" y="594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wup_2_official_ReferenceLigand_13">
            <a:extLst>
              <a:ext uri="{FF2B5EF4-FFF2-40B4-BE49-F238E27FC236}">
                <a16:creationId xmlns:a16="http://schemas.microsoft.com/office/drawing/2014/main" id="{8F936BF7-FF03-415F-BA3A-6EAA4BE8083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9228" y="522901"/>
                </a:moveTo>
                <a:lnTo>
                  <a:pt x="606500" y="4106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wup_2_official_ReferenceLigand_14">
            <a:extLst>
              <a:ext uri="{FF2B5EF4-FFF2-40B4-BE49-F238E27FC236}">
                <a16:creationId xmlns:a16="http://schemas.microsoft.com/office/drawing/2014/main" id="{18B79DC1-8CDA-4D4C-86CE-C6FE2C5571E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500" y="410695"/>
                </a:moveTo>
                <a:lnTo>
                  <a:pt x="721603" y="3807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wup_2_official_ReferenceLigand_15">
            <a:extLst>
              <a:ext uri="{FF2B5EF4-FFF2-40B4-BE49-F238E27FC236}">
                <a16:creationId xmlns:a16="http://schemas.microsoft.com/office/drawing/2014/main" id="{AAECBA96-5539-4092-821B-50B1C3B3BC4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1679" y="607134"/>
                </a:moveTo>
                <a:lnTo>
                  <a:pt x="579228" y="5229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wup_2_official_ReferenceLigand_16">
            <a:extLst>
              <a:ext uri="{FF2B5EF4-FFF2-40B4-BE49-F238E27FC236}">
                <a16:creationId xmlns:a16="http://schemas.microsoft.com/office/drawing/2014/main" id="{C4F2B057-94D9-4415-B2F3-4493609B2157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3692" y="764751"/>
                </a:moveTo>
                <a:lnTo>
                  <a:pt x="2231106" y="6923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wup_2_official_ReferenceLigand_17">
            <a:extLst>
              <a:ext uri="{FF2B5EF4-FFF2-40B4-BE49-F238E27FC236}">
                <a16:creationId xmlns:a16="http://schemas.microsoft.com/office/drawing/2014/main" id="{8E92C343-6AB6-4933-84FB-EC4ECDF01F3F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8152" y="715847"/>
                </a:moveTo>
                <a:lnTo>
                  <a:pt x="661679" y="6071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wup_2_official_ReferenceLigand_18">
            <a:extLst>
              <a:ext uri="{FF2B5EF4-FFF2-40B4-BE49-F238E27FC236}">
                <a16:creationId xmlns:a16="http://schemas.microsoft.com/office/drawing/2014/main" id="{643FB3D2-EB35-4926-9875-4F6E31C69641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03" y="380738"/>
                </a:moveTo>
                <a:lnTo>
                  <a:pt x="754725" y="25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wup_2_official_ReferenceLigand_19">
            <a:extLst>
              <a:ext uri="{FF2B5EF4-FFF2-40B4-BE49-F238E27FC236}">
                <a16:creationId xmlns:a16="http://schemas.microsoft.com/office/drawing/2014/main" id="{AB48E60A-2408-4975-BECF-0F0C083C62A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278" y="912643"/>
                </a:moveTo>
                <a:lnTo>
                  <a:pt x="569222" y="941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wup_2_official_ReferenceLigand_20">
            <a:extLst>
              <a:ext uri="{FF2B5EF4-FFF2-40B4-BE49-F238E27FC236}">
                <a16:creationId xmlns:a16="http://schemas.microsoft.com/office/drawing/2014/main" id="{DBF0E230-4DB5-493C-8689-93559C44D13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3108" y="793387"/>
                </a:moveTo>
                <a:lnTo>
                  <a:pt x="628152" y="7158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wup_2_official_ReferenceLigand_21">
            <a:extLst>
              <a:ext uri="{FF2B5EF4-FFF2-40B4-BE49-F238E27FC236}">
                <a16:creationId xmlns:a16="http://schemas.microsoft.com/office/drawing/2014/main" id="{CC41572F-B64D-4DE2-8C91-2AB28B278A3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020" y="577123"/>
                </a:moveTo>
                <a:lnTo>
                  <a:pt x="661679" y="6071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wup_2_official_ReferenceLigand_22">
            <a:extLst>
              <a:ext uri="{FF2B5EF4-FFF2-40B4-BE49-F238E27FC236}">
                <a16:creationId xmlns:a16="http://schemas.microsoft.com/office/drawing/2014/main" id="{9A737506-A06C-4254-A886-9D16D3668641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03" y="380738"/>
                </a:moveTo>
                <a:lnTo>
                  <a:pt x="803453" y="4623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wup_2_official_ReferenceLigand_23">
            <a:extLst>
              <a:ext uri="{FF2B5EF4-FFF2-40B4-BE49-F238E27FC236}">
                <a16:creationId xmlns:a16="http://schemas.microsoft.com/office/drawing/2014/main" id="{5791A41B-6041-4E52-B313-F963DB0414C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278" y="912643"/>
                </a:moveTo>
                <a:lnTo>
                  <a:pt x="703108" y="7933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wup_2_official_ReferenceLigand_24">
            <a:extLst>
              <a:ext uri="{FF2B5EF4-FFF2-40B4-BE49-F238E27FC236}">
                <a16:creationId xmlns:a16="http://schemas.microsoft.com/office/drawing/2014/main" id="{061B2D10-2FE6-4A3A-B275-EC11F0A81B8E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273" y="539979"/>
                </a:moveTo>
                <a:lnTo>
                  <a:pt x="2024083" y="6128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wup_2_official_ReferenceLigand_25">
            <a:extLst>
              <a:ext uri="{FF2B5EF4-FFF2-40B4-BE49-F238E27FC236}">
                <a16:creationId xmlns:a16="http://schemas.microsoft.com/office/drawing/2014/main" id="{B263A728-53FF-4617-88CD-F215B8B5B95A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3453" y="462311"/>
                </a:moveTo>
                <a:lnTo>
                  <a:pt x="776020" y="5771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wup_2_official_ReferenceLigand_26">
            <a:extLst>
              <a:ext uri="{FF2B5EF4-FFF2-40B4-BE49-F238E27FC236}">
                <a16:creationId xmlns:a16="http://schemas.microsoft.com/office/drawing/2014/main" id="{0EE8C79F-E462-4E66-ADE0-5E1AC1659D0A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2749" y="986735"/>
                </a:moveTo>
                <a:lnTo>
                  <a:pt x="666278" y="912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wup_2_official_ReferenceLigand_27">
            <a:extLst>
              <a:ext uri="{FF2B5EF4-FFF2-40B4-BE49-F238E27FC236}">
                <a16:creationId xmlns:a16="http://schemas.microsoft.com/office/drawing/2014/main" id="{A42474CF-6B61-4DCB-AE1F-F60583A8172F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3108" y="793387"/>
                </a:moveTo>
                <a:lnTo>
                  <a:pt x="821643" y="7718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wup_2_official_ReferenceLigand_28">
            <a:extLst>
              <a:ext uri="{FF2B5EF4-FFF2-40B4-BE49-F238E27FC236}">
                <a16:creationId xmlns:a16="http://schemas.microsoft.com/office/drawing/2014/main" id="{DC4F2093-ED33-409B-8DD5-4FED3895302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020" y="577123"/>
                </a:moveTo>
                <a:lnTo>
                  <a:pt x="854116" y="66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wup_2_official_ReferenceLigand_29">
            <a:extLst>
              <a:ext uri="{FF2B5EF4-FFF2-40B4-BE49-F238E27FC236}">
                <a16:creationId xmlns:a16="http://schemas.microsoft.com/office/drawing/2014/main" id="{A0E4F6AC-446C-4B65-98CA-A91A7C9395F1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116" y="662008"/>
                </a:moveTo>
                <a:lnTo>
                  <a:pt x="821643" y="7718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wup_2_official_ReferenceLigand_30">
            <a:extLst>
              <a:ext uri="{FF2B5EF4-FFF2-40B4-BE49-F238E27FC236}">
                <a16:creationId xmlns:a16="http://schemas.microsoft.com/office/drawing/2014/main" id="{1DED33D4-12ED-4041-8FC1-0BD52C1A776E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1106" y="692385"/>
                </a:moveTo>
                <a:lnTo>
                  <a:pt x="2200799" y="5868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wup_2_official_ReferenceLigand_31">
            <a:extLst>
              <a:ext uri="{FF2B5EF4-FFF2-40B4-BE49-F238E27FC236}">
                <a16:creationId xmlns:a16="http://schemas.microsoft.com/office/drawing/2014/main" id="{EE456C00-0FF1-4380-AD29-61D77D1FC42F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539" y="960084"/>
                </a:moveTo>
                <a:lnTo>
                  <a:pt x="752749" y="98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wup_2_official_ReferenceLigand_32">
            <a:extLst>
              <a:ext uri="{FF2B5EF4-FFF2-40B4-BE49-F238E27FC236}">
                <a16:creationId xmlns:a16="http://schemas.microsoft.com/office/drawing/2014/main" id="{7B2D4395-FAC3-4DD7-9E75-D37BDE3637E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1643" y="771809"/>
                </a:moveTo>
                <a:lnTo>
                  <a:pt x="897557" y="850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wup_2_official_ReferenceLigand_33">
            <a:extLst>
              <a:ext uri="{FF2B5EF4-FFF2-40B4-BE49-F238E27FC236}">
                <a16:creationId xmlns:a16="http://schemas.microsoft.com/office/drawing/2014/main" id="{EB52306A-CF04-44E7-A1AD-7E906D8AD309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419" y="637683"/>
                </a:moveTo>
                <a:lnTo>
                  <a:pt x="854116" y="66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wup_2_official_ReferenceLigand_34">
            <a:extLst>
              <a:ext uri="{FF2B5EF4-FFF2-40B4-BE49-F238E27FC236}">
                <a16:creationId xmlns:a16="http://schemas.microsoft.com/office/drawing/2014/main" id="{0601E224-0A8C-46D2-B532-F714F4DE3399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0799" y="586865"/>
                </a:moveTo>
                <a:lnTo>
                  <a:pt x="2100273" y="5399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wup_2_official_ReferenceLigand_35">
            <a:extLst>
              <a:ext uri="{FF2B5EF4-FFF2-40B4-BE49-F238E27FC236}">
                <a16:creationId xmlns:a16="http://schemas.microsoft.com/office/drawing/2014/main" id="{D324B720-CB6B-48C3-8AC7-0CE277A0FAF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57" y="850092"/>
                </a:moveTo>
                <a:lnTo>
                  <a:pt x="866539" y="9600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wup_2_official_ReferenceLigand_36">
            <a:extLst>
              <a:ext uri="{FF2B5EF4-FFF2-40B4-BE49-F238E27FC236}">
                <a16:creationId xmlns:a16="http://schemas.microsoft.com/office/drawing/2014/main" id="{4718A140-D1FD-4ABA-95FA-F57488FCD81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986" y="397478"/>
                </a:moveTo>
                <a:lnTo>
                  <a:pt x="1707475" y="424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wup_2_official_ReferenceLigand_37">
            <a:extLst>
              <a:ext uri="{FF2B5EF4-FFF2-40B4-BE49-F238E27FC236}">
                <a16:creationId xmlns:a16="http://schemas.microsoft.com/office/drawing/2014/main" id="{2710C24B-8C0F-4F5C-B5D1-003E9A0D89EC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038" y="481552"/>
                </a:moveTo>
                <a:lnTo>
                  <a:pt x="1851197" y="4910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wup_2_official_ReferenceLigand_38">
            <a:extLst>
              <a:ext uri="{FF2B5EF4-FFF2-40B4-BE49-F238E27FC236}">
                <a16:creationId xmlns:a16="http://schemas.microsoft.com/office/drawing/2014/main" id="{5B4741D7-DBE3-4B4C-A493-47A0DFF7234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539" y="960084"/>
                </a:moveTo>
                <a:lnTo>
                  <a:pt x="933889" y="10361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wup_2_official_ReferenceLigand_39">
            <a:extLst>
              <a:ext uri="{FF2B5EF4-FFF2-40B4-BE49-F238E27FC236}">
                <a16:creationId xmlns:a16="http://schemas.microsoft.com/office/drawing/2014/main" id="{FC33ACF9-BC47-4DF2-8223-E84A624E242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475" y="424811"/>
                </a:moveTo>
                <a:lnTo>
                  <a:pt x="1814038" y="4815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wup_2_official_ReferenceLigand_40">
            <a:extLst>
              <a:ext uri="{FF2B5EF4-FFF2-40B4-BE49-F238E27FC236}">
                <a16:creationId xmlns:a16="http://schemas.microsoft.com/office/drawing/2014/main" id="{27367CDD-1E5B-48D6-BB74-330F20A2E715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301" y="628526"/>
                </a:moveTo>
                <a:lnTo>
                  <a:pt x="974419" y="6376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wup_2_official_ReferenceLigand_41">
            <a:extLst>
              <a:ext uri="{FF2B5EF4-FFF2-40B4-BE49-F238E27FC236}">
                <a16:creationId xmlns:a16="http://schemas.microsoft.com/office/drawing/2014/main" id="{D5E0262C-A6CF-4D93-B0FC-786C786D880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160" y="500022"/>
                </a:moveTo>
                <a:lnTo>
                  <a:pt x="1707475" y="424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wup_2_official_ReferenceLigand_42">
            <a:extLst>
              <a:ext uri="{FF2B5EF4-FFF2-40B4-BE49-F238E27FC236}">
                <a16:creationId xmlns:a16="http://schemas.microsoft.com/office/drawing/2014/main" id="{62BCA015-86DD-4D27-86EA-33AED9A9095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658" y="612687"/>
                </a:moveTo>
                <a:lnTo>
                  <a:pt x="1168616" y="528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wup_2_official_ReferenceLigand_43">
            <a:extLst>
              <a:ext uri="{FF2B5EF4-FFF2-40B4-BE49-F238E27FC236}">
                <a16:creationId xmlns:a16="http://schemas.microsoft.com/office/drawing/2014/main" id="{E791B352-42DC-4DC7-A75A-F83BC9652887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453" y="722242"/>
                </a:moveTo>
                <a:lnTo>
                  <a:pt x="1134658" y="612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wup_2_official_ReferenceLigand_44">
            <a:extLst>
              <a:ext uri="{FF2B5EF4-FFF2-40B4-BE49-F238E27FC236}">
                <a16:creationId xmlns:a16="http://schemas.microsoft.com/office/drawing/2014/main" id="{30CB8C49-C399-4079-A24C-8D7A05C6BBE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658" y="612687"/>
                </a:moveTo>
                <a:lnTo>
                  <a:pt x="1006301" y="6285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wup_2_official_ReferenceLigand_45">
            <a:extLst>
              <a:ext uri="{FF2B5EF4-FFF2-40B4-BE49-F238E27FC236}">
                <a16:creationId xmlns:a16="http://schemas.microsoft.com/office/drawing/2014/main" id="{AF035AE9-A213-4D00-AE1D-12CACA400F4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453" y="722242"/>
                </a:moveTo>
                <a:lnTo>
                  <a:pt x="1321398" y="7087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wup_2_official_ReferenceLigand_46">
            <a:extLst>
              <a:ext uri="{FF2B5EF4-FFF2-40B4-BE49-F238E27FC236}">
                <a16:creationId xmlns:a16="http://schemas.microsoft.com/office/drawing/2014/main" id="{BE1C7D63-EF70-4C9A-8F2E-DA9495663C6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340" y="808884"/>
                </a:moveTo>
                <a:lnTo>
                  <a:pt x="1200453" y="72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wup_2_official_ReferenceLigand_47">
            <a:extLst>
              <a:ext uri="{FF2B5EF4-FFF2-40B4-BE49-F238E27FC236}">
                <a16:creationId xmlns:a16="http://schemas.microsoft.com/office/drawing/2014/main" id="{2732DA66-A5CD-4BBD-B3B4-1B001E8B9C19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301" y="628526"/>
                </a:moveTo>
                <a:lnTo>
                  <a:pt x="945155" y="5396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wup_2_official_ReferenceLigand_48">
            <a:extLst>
              <a:ext uri="{FF2B5EF4-FFF2-40B4-BE49-F238E27FC236}">
                <a16:creationId xmlns:a16="http://schemas.microsoft.com/office/drawing/2014/main" id="{E5F3779C-4A77-4D6F-9785-2F09415123F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079" y="519491"/>
                </a:moveTo>
                <a:lnTo>
                  <a:pt x="1625160" y="5000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wup_2_official_ReferenceLigand_49">
            <a:extLst>
              <a:ext uri="{FF2B5EF4-FFF2-40B4-BE49-F238E27FC236}">
                <a16:creationId xmlns:a16="http://schemas.microsoft.com/office/drawing/2014/main" id="{A9AB7671-FCFA-4C38-B7D6-462589C3C327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398" y="708741"/>
                </a:moveTo>
                <a:lnTo>
                  <a:pt x="1318979" y="6481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wup_2_official_ReferenceLigand_50">
            <a:extLst>
              <a:ext uri="{FF2B5EF4-FFF2-40B4-BE49-F238E27FC236}">
                <a16:creationId xmlns:a16="http://schemas.microsoft.com/office/drawing/2014/main" id="{DD1E946D-2C2C-4927-9570-E30A252BE90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833" y="521765"/>
                </a:moveTo>
                <a:lnTo>
                  <a:pt x="1670079" y="5194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wup_2_official_ReferenceLigand_51">
            <a:extLst>
              <a:ext uri="{FF2B5EF4-FFF2-40B4-BE49-F238E27FC236}">
                <a16:creationId xmlns:a16="http://schemas.microsoft.com/office/drawing/2014/main" id="{A5DE3F7D-5123-4336-B644-C39551A7E386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979" y="648148"/>
                </a:moveTo>
                <a:lnTo>
                  <a:pt x="1396625" y="6846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2" name="9wup_2_official_ReferenceLigand_52">
            <a:extLst>
              <a:ext uri="{FF2B5EF4-FFF2-40B4-BE49-F238E27FC236}">
                <a16:creationId xmlns:a16="http://schemas.microsoft.com/office/drawing/2014/main" id="{9CC882F6-DA75-4C2D-9399-76D5468F96E7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833" y="521765"/>
                </a:moveTo>
                <a:lnTo>
                  <a:pt x="1505451" y="4260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3" name="9wup_2_official_ReferenceLigand_53">
            <a:extLst>
              <a:ext uri="{FF2B5EF4-FFF2-40B4-BE49-F238E27FC236}">
                <a16:creationId xmlns:a16="http://schemas.microsoft.com/office/drawing/2014/main" id="{0A41D8AD-881F-477B-A01C-8948960D452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3652" y="642751"/>
                </a:moveTo>
                <a:lnTo>
                  <a:pt x="1586833" y="521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4" name="9wup_2_official_ReferenceLigand_54">
            <a:extLst>
              <a:ext uri="{FF2B5EF4-FFF2-40B4-BE49-F238E27FC236}">
                <a16:creationId xmlns:a16="http://schemas.microsoft.com/office/drawing/2014/main" id="{A0C42C11-241D-4909-BF3D-1688478AA59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625" y="684602"/>
                </a:moveTo>
                <a:lnTo>
                  <a:pt x="1523652" y="6427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5" name="9wup_2_official_ReferenceLigand_55">
            <a:extLst>
              <a:ext uri="{FF2B5EF4-FFF2-40B4-BE49-F238E27FC236}">
                <a16:creationId xmlns:a16="http://schemas.microsoft.com/office/drawing/2014/main" id="{B9ED4D9C-2571-458B-B926-37AA9122C7A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625" y="684602"/>
                </a:moveTo>
                <a:lnTo>
                  <a:pt x="1407325" y="8097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6" name="9wup_2_official_ReferenceLigand_56">
            <a:extLst>
              <a:ext uri="{FF2B5EF4-FFF2-40B4-BE49-F238E27FC236}">
                <a16:creationId xmlns:a16="http://schemas.microsoft.com/office/drawing/2014/main" id="{24EEEC3F-3381-4642-9AE7-F878A70448A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833" y="521765"/>
                </a:moveTo>
                <a:lnTo>
                  <a:pt x="1653817" y="5294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7" name="9wup_2_official_ReferenceLigand_57">
            <a:extLst>
              <a:ext uri="{FF2B5EF4-FFF2-40B4-BE49-F238E27FC236}">
                <a16:creationId xmlns:a16="http://schemas.microsoft.com/office/drawing/2014/main" id="{5B30C4A1-D0CB-463B-83B9-5895C076ACA9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625" y="684602"/>
                </a:moveTo>
                <a:lnTo>
                  <a:pt x="1355611" y="614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8" name="9wup_2_official_PredictedLigand_0">
            <a:extLst>
              <a:ext uri="{FF2B5EF4-FFF2-40B4-BE49-F238E27FC236}">
                <a16:creationId xmlns:a16="http://schemas.microsoft.com/office/drawing/2014/main" id="{345E0039-8BAC-44A7-87BD-EFCCFAB7E855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359" y="491777"/>
                </a:moveTo>
                <a:lnTo>
                  <a:pt x="1709679" y="4179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9" name="9wup_2_official_PredictedLigand_1">
            <a:extLst>
              <a:ext uri="{FF2B5EF4-FFF2-40B4-BE49-F238E27FC236}">
                <a16:creationId xmlns:a16="http://schemas.microsoft.com/office/drawing/2014/main" id="{9A3B4CDE-37A7-488E-B676-A426B28D975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129" y="698764"/>
                </a:moveTo>
                <a:lnTo>
                  <a:pt x="1919140" y="7791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0" name="9wup_2_official_PredictedLigand_2">
            <a:extLst>
              <a:ext uri="{FF2B5EF4-FFF2-40B4-BE49-F238E27FC236}">
                <a16:creationId xmlns:a16="http://schemas.microsoft.com/office/drawing/2014/main" id="{27F364B5-48A7-4DFE-810B-DF7893E7588A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0740" y="608004"/>
                </a:moveTo>
                <a:lnTo>
                  <a:pt x="1842129" y="6987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1" name="9wup_2_official_PredictedLigand_3">
            <a:extLst>
              <a:ext uri="{FF2B5EF4-FFF2-40B4-BE49-F238E27FC236}">
                <a16:creationId xmlns:a16="http://schemas.microsoft.com/office/drawing/2014/main" id="{EBFA4FDA-6C91-47AA-8694-A8D5C33CD9E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9140" y="779156"/>
                </a:moveTo>
                <a:lnTo>
                  <a:pt x="2013739" y="7383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2" name="9wup_2_official_PredictedLigand_4">
            <a:extLst>
              <a:ext uri="{FF2B5EF4-FFF2-40B4-BE49-F238E27FC236}">
                <a16:creationId xmlns:a16="http://schemas.microsoft.com/office/drawing/2014/main" id="{A9F41725-8152-436B-8612-774F703D019C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864" y="502852"/>
                </a:moveTo>
                <a:lnTo>
                  <a:pt x="1705359" y="4917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3" name="9wup_2_official_PredictedLigand_5">
            <a:extLst>
              <a:ext uri="{FF2B5EF4-FFF2-40B4-BE49-F238E27FC236}">
                <a16:creationId xmlns:a16="http://schemas.microsoft.com/office/drawing/2014/main" id="{66EF613E-A157-456E-A528-EA4D4392AD39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359" y="491777"/>
                </a:moveTo>
                <a:lnTo>
                  <a:pt x="1625408" y="446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4" name="9wup_2_official_PredictedLigand_6">
            <a:extLst>
              <a:ext uri="{FF2B5EF4-FFF2-40B4-BE49-F238E27FC236}">
                <a16:creationId xmlns:a16="http://schemas.microsoft.com/office/drawing/2014/main" id="{01C24A05-038A-4CBD-AD9A-301AA0E0575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864" y="502852"/>
                </a:moveTo>
                <a:lnTo>
                  <a:pt x="1880740" y="608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5" name="9wup_2_official_PredictedLigand_7">
            <a:extLst>
              <a:ext uri="{FF2B5EF4-FFF2-40B4-BE49-F238E27FC236}">
                <a16:creationId xmlns:a16="http://schemas.microsoft.com/office/drawing/2014/main" id="{46C19464-9182-4C21-B044-4FF2E9108B2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58" y="629844"/>
                </a:moveTo>
                <a:lnTo>
                  <a:pt x="1880740" y="608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6" name="9wup_2_official_PredictedLigand_8">
            <a:extLst>
              <a:ext uri="{FF2B5EF4-FFF2-40B4-BE49-F238E27FC236}">
                <a16:creationId xmlns:a16="http://schemas.microsoft.com/office/drawing/2014/main" id="{F360D9F7-E773-4EDB-9A24-D5C843B32D59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3739" y="738365"/>
                </a:moveTo>
                <a:lnTo>
                  <a:pt x="2119519" y="7854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7" name="9wup_2_official_PredictedLigand_9">
            <a:extLst>
              <a:ext uri="{FF2B5EF4-FFF2-40B4-BE49-F238E27FC236}">
                <a16:creationId xmlns:a16="http://schemas.microsoft.com/office/drawing/2014/main" id="{1447343D-B782-461B-AF36-FBEC9EA8F611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58" y="629844"/>
                </a:moveTo>
                <a:lnTo>
                  <a:pt x="2013739" y="7383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8" name="9wup_2_official_PredictedLigand_10">
            <a:extLst>
              <a:ext uri="{FF2B5EF4-FFF2-40B4-BE49-F238E27FC236}">
                <a16:creationId xmlns:a16="http://schemas.microsoft.com/office/drawing/2014/main" id="{4C144253-16AE-4347-9B26-721B5937471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9519" y="785494"/>
                </a:moveTo>
                <a:lnTo>
                  <a:pt x="2151014" y="8946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9" name="9wup_2_official_PredictedLigand_11">
            <a:extLst>
              <a:ext uri="{FF2B5EF4-FFF2-40B4-BE49-F238E27FC236}">
                <a16:creationId xmlns:a16="http://schemas.microsoft.com/office/drawing/2014/main" id="{1C63F5AB-D61E-47D8-828E-F201F00071DC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408" y="446071"/>
                </a:moveTo>
                <a:lnTo>
                  <a:pt x="1546897" y="362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0" name="9wup_2_official_PredictedLigand_12">
            <a:extLst>
              <a:ext uri="{FF2B5EF4-FFF2-40B4-BE49-F238E27FC236}">
                <a16:creationId xmlns:a16="http://schemas.microsoft.com/office/drawing/2014/main" id="{233D0D37-DCFC-479D-89C5-F462DE93139A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895" y="275378"/>
                </a:moveTo>
                <a:lnTo>
                  <a:pt x="620257" y="2776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1" name="9wup_2_official_PredictedLigand_13">
            <a:extLst>
              <a:ext uri="{FF2B5EF4-FFF2-40B4-BE49-F238E27FC236}">
                <a16:creationId xmlns:a16="http://schemas.microsoft.com/office/drawing/2014/main" id="{C6B687D5-A17B-45B0-86CC-B3815583E4D9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9519" y="785494"/>
                </a:moveTo>
                <a:lnTo>
                  <a:pt x="2197297" y="716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2" name="9wup_2_official_PredictedLigand_14">
            <a:extLst>
              <a:ext uri="{FF2B5EF4-FFF2-40B4-BE49-F238E27FC236}">
                <a16:creationId xmlns:a16="http://schemas.microsoft.com/office/drawing/2014/main" id="{65D82569-0ACC-4B29-AA3D-2E9EB88EA0E9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5813" y="567288"/>
                </a:moveTo>
                <a:lnTo>
                  <a:pt x="1988958" y="6298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3" name="9wup_2_official_PredictedLigand_15">
            <a:extLst>
              <a:ext uri="{FF2B5EF4-FFF2-40B4-BE49-F238E27FC236}">
                <a16:creationId xmlns:a16="http://schemas.microsoft.com/office/drawing/2014/main" id="{82E54FCB-84BC-4528-9D5A-CA33752F3D96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8074" y="476003"/>
                </a:moveTo>
                <a:lnTo>
                  <a:pt x="797266" y="568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4" name="9wup_2_official_PredictedLigand_16">
            <a:extLst>
              <a:ext uri="{FF2B5EF4-FFF2-40B4-BE49-F238E27FC236}">
                <a16:creationId xmlns:a16="http://schemas.microsoft.com/office/drawing/2014/main" id="{063E1867-1B50-4A14-BB0A-4360553C3D8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5718" y="373479"/>
                </a:moveTo>
                <a:lnTo>
                  <a:pt x="738074" y="4760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5" name="9wup_2_official_PredictedLigand_17">
            <a:extLst>
              <a:ext uri="{FF2B5EF4-FFF2-40B4-BE49-F238E27FC236}">
                <a16:creationId xmlns:a16="http://schemas.microsoft.com/office/drawing/2014/main" id="{A0330C7A-CEAE-4BB5-8816-DD8C3663215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895" y="275378"/>
                </a:moveTo>
                <a:lnTo>
                  <a:pt x="785718" y="373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6" name="9wup_2_official_PredictedLigand_18">
            <a:extLst>
              <a:ext uri="{FF2B5EF4-FFF2-40B4-BE49-F238E27FC236}">
                <a16:creationId xmlns:a16="http://schemas.microsoft.com/office/drawing/2014/main" id="{6A761890-B2F1-462C-9E1F-695C00D289D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7266" y="568361"/>
                </a:moveTo>
                <a:lnTo>
                  <a:pt x="746920" y="6724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7" name="9wup_2_official_PredictedLigand_19">
            <a:extLst>
              <a:ext uri="{FF2B5EF4-FFF2-40B4-BE49-F238E27FC236}">
                <a16:creationId xmlns:a16="http://schemas.microsoft.com/office/drawing/2014/main" id="{1FF3269F-248A-401A-9C32-C16A40078D6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0736" y="453481"/>
                </a:moveTo>
                <a:lnTo>
                  <a:pt x="1816864" y="5028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8" name="9wup_2_official_PredictedLigand_20">
            <a:extLst>
              <a:ext uri="{FF2B5EF4-FFF2-40B4-BE49-F238E27FC236}">
                <a16:creationId xmlns:a16="http://schemas.microsoft.com/office/drawing/2014/main" id="{29BBDB37-EBEE-4551-A198-6945459AFF57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920" y="672458"/>
                </a:moveTo>
                <a:lnTo>
                  <a:pt x="804458" y="7722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9" name="9wup_2_official_PredictedLigand_21">
            <a:extLst>
              <a:ext uri="{FF2B5EF4-FFF2-40B4-BE49-F238E27FC236}">
                <a16:creationId xmlns:a16="http://schemas.microsoft.com/office/drawing/2014/main" id="{B944DC02-DA66-48EF-8E95-84787AC2903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7598" y="174016"/>
                </a:moveTo>
                <a:lnTo>
                  <a:pt x="718895" y="2753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0" name="9wup_2_official_PredictedLigand_22">
            <a:extLst>
              <a:ext uri="{FF2B5EF4-FFF2-40B4-BE49-F238E27FC236}">
                <a16:creationId xmlns:a16="http://schemas.microsoft.com/office/drawing/2014/main" id="{FE086C79-BE39-4F96-A88E-FABED2FBBFB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4458" y="772299"/>
                </a:moveTo>
                <a:lnTo>
                  <a:pt x="741491" y="8798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1" name="9wup_2_official_PredictedLigand_23">
            <a:extLst>
              <a:ext uri="{FF2B5EF4-FFF2-40B4-BE49-F238E27FC236}">
                <a16:creationId xmlns:a16="http://schemas.microsoft.com/office/drawing/2014/main" id="{E197983C-FB15-4CD7-A830-C464B855279F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317" y="561276"/>
                </a:moveTo>
                <a:lnTo>
                  <a:pt x="797266" y="568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2" name="9wup_2_official_PredictedLigand_24">
            <a:extLst>
              <a:ext uri="{FF2B5EF4-FFF2-40B4-BE49-F238E27FC236}">
                <a16:creationId xmlns:a16="http://schemas.microsoft.com/office/drawing/2014/main" id="{B2DD9799-EF76-46C3-967B-BB03DEE3B25F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5718" y="373479"/>
                </a:moveTo>
                <a:lnTo>
                  <a:pt x="897357" y="365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3" name="9wup_2_official_PredictedLigand_25">
            <a:extLst>
              <a:ext uri="{FF2B5EF4-FFF2-40B4-BE49-F238E27FC236}">
                <a16:creationId xmlns:a16="http://schemas.microsoft.com/office/drawing/2014/main" id="{9A691A8E-C4F1-4D86-82DE-F8500B1945B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7297" y="716191"/>
                </a:moveTo>
                <a:lnTo>
                  <a:pt x="2164199" y="6121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4" name="9wup_2_official_PredictedLigand_26">
            <a:extLst>
              <a:ext uri="{FF2B5EF4-FFF2-40B4-BE49-F238E27FC236}">
                <a16:creationId xmlns:a16="http://schemas.microsoft.com/office/drawing/2014/main" id="{427B86AF-C647-45D9-BD39-4D367EEC697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4458" y="772299"/>
                </a:moveTo>
                <a:lnTo>
                  <a:pt x="920095" y="7675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5" name="9wup_2_official_PredictedLigand_27">
            <a:extLst>
              <a:ext uri="{FF2B5EF4-FFF2-40B4-BE49-F238E27FC236}">
                <a16:creationId xmlns:a16="http://schemas.microsoft.com/office/drawing/2014/main" id="{E737AB96-7094-41E1-8CEF-717F7F8F40F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408" y="446071"/>
                </a:moveTo>
                <a:lnTo>
                  <a:pt x="1699404" y="3977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6" name="9wup_2_official_PredictedLigand_28">
            <a:extLst>
              <a:ext uri="{FF2B5EF4-FFF2-40B4-BE49-F238E27FC236}">
                <a16:creationId xmlns:a16="http://schemas.microsoft.com/office/drawing/2014/main" id="{D8025D90-842A-4D5E-A93B-6497105418D5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4199" y="612139"/>
                </a:moveTo>
                <a:lnTo>
                  <a:pt x="2065813" y="56728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7" name="9wup_2_official_PredictedLigand_29">
            <a:extLst>
              <a:ext uri="{FF2B5EF4-FFF2-40B4-BE49-F238E27FC236}">
                <a16:creationId xmlns:a16="http://schemas.microsoft.com/office/drawing/2014/main" id="{2CF29EA7-D1B2-4FE7-9827-37F6E9239116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4858" y="168719"/>
                </a:moveTo>
                <a:lnTo>
                  <a:pt x="767598" y="1740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8" name="9wup_2_official_PredictedLigand_30">
            <a:extLst>
              <a:ext uri="{FF2B5EF4-FFF2-40B4-BE49-F238E27FC236}">
                <a16:creationId xmlns:a16="http://schemas.microsoft.com/office/drawing/2014/main" id="{EB1E73D8-7014-4890-BE3E-E64E8871203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9118" y="662360"/>
                </a:moveTo>
                <a:lnTo>
                  <a:pt x="912317" y="5612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9" name="9wup_2_official_PredictedLigand_31">
            <a:extLst>
              <a:ext uri="{FF2B5EF4-FFF2-40B4-BE49-F238E27FC236}">
                <a16:creationId xmlns:a16="http://schemas.microsoft.com/office/drawing/2014/main" id="{185A78E2-ED14-46D7-9668-236064E67F97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095" y="767566"/>
                </a:moveTo>
                <a:lnTo>
                  <a:pt x="969118" y="6623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0" name="9wup_2_official_PredictedLigand_32">
            <a:extLst>
              <a:ext uri="{FF2B5EF4-FFF2-40B4-BE49-F238E27FC236}">
                <a16:creationId xmlns:a16="http://schemas.microsoft.com/office/drawing/2014/main" id="{C4683578-35E7-4BCD-AEF8-5B2D6C16CA36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317" y="561276"/>
                </a:moveTo>
                <a:lnTo>
                  <a:pt x="960266" y="4579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1" name="9wup_2_official_PredictedLigand_33">
            <a:extLst>
              <a:ext uri="{FF2B5EF4-FFF2-40B4-BE49-F238E27FC236}">
                <a16:creationId xmlns:a16="http://schemas.microsoft.com/office/drawing/2014/main" id="{F0E042BB-9F6B-4452-8476-53BCAD11C3B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266" y="457974"/>
                </a:moveTo>
                <a:lnTo>
                  <a:pt x="897357" y="365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2" name="9wup_2_official_PredictedLigand_34">
            <a:extLst>
              <a:ext uri="{FF2B5EF4-FFF2-40B4-BE49-F238E27FC236}">
                <a16:creationId xmlns:a16="http://schemas.microsoft.com/office/drawing/2014/main" id="{A030D1C1-2371-4FB0-BBA8-95B9170710D1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095" y="767566"/>
                </a:moveTo>
                <a:lnTo>
                  <a:pt x="980817" y="8713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3" name="9wup_2_official_PredictedLigand_35">
            <a:extLst>
              <a:ext uri="{FF2B5EF4-FFF2-40B4-BE49-F238E27FC236}">
                <a16:creationId xmlns:a16="http://schemas.microsoft.com/office/drawing/2014/main" id="{D8DCC321-421B-4523-9D9D-A8A870F77A66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357" y="365334"/>
                </a:moveTo>
                <a:lnTo>
                  <a:pt x="937335" y="2628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4" name="9wup_2_official_PredictedLigand_36">
            <a:extLst>
              <a:ext uri="{FF2B5EF4-FFF2-40B4-BE49-F238E27FC236}">
                <a16:creationId xmlns:a16="http://schemas.microsoft.com/office/drawing/2014/main" id="{F09B6CD2-1EA0-4402-A2C8-401A2D42EFCC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7335" y="262894"/>
                </a:moveTo>
                <a:lnTo>
                  <a:pt x="874858" y="1687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5" name="9wup_2_official_PredictedLigand_37">
            <a:extLst>
              <a:ext uri="{FF2B5EF4-FFF2-40B4-BE49-F238E27FC236}">
                <a16:creationId xmlns:a16="http://schemas.microsoft.com/office/drawing/2014/main" id="{6CEADA45-23C6-4407-B305-EA9FCB397973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9348" y="452317"/>
                </a:moveTo>
                <a:lnTo>
                  <a:pt x="960266" y="4579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6" name="9wup_2_official_PredictedLigand_38">
            <a:extLst>
              <a:ext uri="{FF2B5EF4-FFF2-40B4-BE49-F238E27FC236}">
                <a16:creationId xmlns:a16="http://schemas.microsoft.com/office/drawing/2014/main" id="{34A3217B-F727-4D52-8C59-EE202C31E2BE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4858" y="168719"/>
                </a:moveTo>
                <a:lnTo>
                  <a:pt x="910577" y="75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7" name="9wup_2_official_PredictedLigand_39">
            <a:extLst>
              <a:ext uri="{FF2B5EF4-FFF2-40B4-BE49-F238E27FC236}">
                <a16:creationId xmlns:a16="http://schemas.microsoft.com/office/drawing/2014/main" id="{6EB60246-63FF-40E9-9DA7-AA209B676C6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9404" y="397757"/>
                </a:moveTo>
                <a:lnTo>
                  <a:pt x="1800736" y="453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8" name="9wup_2_official_PredictedLigand_40">
            <a:extLst>
              <a:ext uri="{FF2B5EF4-FFF2-40B4-BE49-F238E27FC236}">
                <a16:creationId xmlns:a16="http://schemas.microsoft.com/office/drawing/2014/main" id="{D7E7BED4-6A26-4EE7-B7FE-2373B1122DA3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2690" y="477486"/>
                </a:moveTo>
                <a:lnTo>
                  <a:pt x="1079348" y="4523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9" name="9wup_2_official_PredictedLigand_41">
            <a:extLst>
              <a:ext uri="{FF2B5EF4-FFF2-40B4-BE49-F238E27FC236}">
                <a16:creationId xmlns:a16="http://schemas.microsoft.com/office/drawing/2014/main" id="{9B40B211-0080-4270-9D4D-F27DCD8741F1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897" y="388649"/>
                </a:moveTo>
                <a:lnTo>
                  <a:pt x="1699404" y="3977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0" name="9wup_2_official_PredictedLigand_42">
            <a:extLst>
              <a:ext uri="{FF2B5EF4-FFF2-40B4-BE49-F238E27FC236}">
                <a16:creationId xmlns:a16="http://schemas.microsoft.com/office/drawing/2014/main" id="{87CBCB98-6467-458F-BE4E-A97B398555B9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9460" y="542937"/>
                </a:moveTo>
                <a:lnTo>
                  <a:pt x="1307856" y="5206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1" name="9wup_2_official_PredictedLigand_43">
            <a:extLst>
              <a:ext uri="{FF2B5EF4-FFF2-40B4-BE49-F238E27FC236}">
                <a16:creationId xmlns:a16="http://schemas.microsoft.com/office/drawing/2014/main" id="{436DADC6-F504-45B2-9C00-53630B07207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9460" y="542937"/>
                </a:moveTo>
                <a:lnTo>
                  <a:pt x="1122690" y="477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2" name="9wup_2_official_PredictedLigand_44">
            <a:extLst>
              <a:ext uri="{FF2B5EF4-FFF2-40B4-BE49-F238E27FC236}">
                <a16:creationId xmlns:a16="http://schemas.microsoft.com/office/drawing/2014/main" id="{467C85B3-9BCD-4CFB-97DE-E42ABE2A3F8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0429" y="665508"/>
                </a:moveTo>
                <a:lnTo>
                  <a:pt x="1229460" y="5429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3" name="9wup_2_official_PredictedLigand_45">
            <a:extLst>
              <a:ext uri="{FF2B5EF4-FFF2-40B4-BE49-F238E27FC236}">
                <a16:creationId xmlns:a16="http://schemas.microsoft.com/office/drawing/2014/main" id="{37116260-C714-429E-B6B6-82DCFC64978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2690" y="477486"/>
                </a:moveTo>
                <a:lnTo>
                  <a:pt x="1141132" y="3697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4" name="9wup_2_official_PredictedLigand_46">
            <a:extLst>
              <a:ext uri="{FF2B5EF4-FFF2-40B4-BE49-F238E27FC236}">
                <a16:creationId xmlns:a16="http://schemas.microsoft.com/office/drawing/2014/main" id="{04425F94-11AD-43C8-98A8-A67BA87F796E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8170" y="480791"/>
                </a:moveTo>
                <a:lnTo>
                  <a:pt x="1646897" y="3886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5" name="9wup_2_official_PredictedLigand_47">
            <a:extLst>
              <a:ext uri="{FF2B5EF4-FFF2-40B4-BE49-F238E27FC236}">
                <a16:creationId xmlns:a16="http://schemas.microsoft.com/office/drawing/2014/main" id="{B5DBB427-6EAA-4283-8565-638EDE0B1502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0429" y="665508"/>
                </a:moveTo>
                <a:lnTo>
                  <a:pt x="1313037" y="7096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6" name="9wup_2_official_PredictedLigand_48">
            <a:extLst>
              <a:ext uri="{FF2B5EF4-FFF2-40B4-BE49-F238E27FC236}">
                <a16:creationId xmlns:a16="http://schemas.microsoft.com/office/drawing/2014/main" id="{794FF278-6483-48C6-87E7-DA59DEB6F2B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3501" y="702202"/>
                </a:moveTo>
                <a:lnTo>
                  <a:pt x="1210429" y="6655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7" name="9wup_2_official_PredictedLigand_49">
            <a:extLst>
              <a:ext uri="{FF2B5EF4-FFF2-40B4-BE49-F238E27FC236}">
                <a16:creationId xmlns:a16="http://schemas.microsoft.com/office/drawing/2014/main" id="{C461ACA3-16AF-4D9E-A986-32DE463B8B6F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3037" y="709602"/>
                </a:moveTo>
                <a:lnTo>
                  <a:pt x="1338248" y="63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8" name="9wup_2_official_PredictedLigand_50">
            <a:extLst>
              <a:ext uri="{FF2B5EF4-FFF2-40B4-BE49-F238E27FC236}">
                <a16:creationId xmlns:a16="http://schemas.microsoft.com/office/drawing/2014/main" id="{CFF2BDF6-6736-4DFC-835F-7E7C68417CF3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882" y="501660"/>
                </a:moveTo>
                <a:lnTo>
                  <a:pt x="1668170" y="4807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9" name="9wup_2_official_PredictedLigand_51">
            <a:extLst>
              <a:ext uri="{FF2B5EF4-FFF2-40B4-BE49-F238E27FC236}">
                <a16:creationId xmlns:a16="http://schemas.microsoft.com/office/drawing/2014/main" id="{F34429B5-7089-4863-BB40-C76F1F8A2B38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383" y="618200"/>
                </a:moveTo>
                <a:lnTo>
                  <a:pt x="1612882" y="50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0" name="9wup_2_official_PredictedLigand_52">
            <a:extLst>
              <a:ext uri="{FF2B5EF4-FFF2-40B4-BE49-F238E27FC236}">
                <a16:creationId xmlns:a16="http://schemas.microsoft.com/office/drawing/2014/main" id="{5533EC5A-8EAE-4E06-AB9D-23881083E8EB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882" y="501660"/>
                </a:moveTo>
                <a:lnTo>
                  <a:pt x="1536058" y="407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1" name="9wup_2_official_PredictedLigand_53">
            <a:extLst>
              <a:ext uri="{FF2B5EF4-FFF2-40B4-BE49-F238E27FC236}">
                <a16:creationId xmlns:a16="http://schemas.microsoft.com/office/drawing/2014/main" id="{EF6570B0-D46D-43BD-BDA2-CBFDEF3732E4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248" y="633157"/>
                </a:moveTo>
                <a:lnTo>
                  <a:pt x="1428787" y="6589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2" name="9wup_2_official_PredictedLigand_54">
            <a:extLst>
              <a:ext uri="{FF2B5EF4-FFF2-40B4-BE49-F238E27FC236}">
                <a16:creationId xmlns:a16="http://schemas.microsoft.com/office/drawing/2014/main" id="{97299B63-F579-4CF0-AB4F-3FDB1A6CD11C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787" y="658918"/>
                </a:moveTo>
                <a:lnTo>
                  <a:pt x="1544383" y="618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3" name="9wup_2_official_PredictedLigand_55">
            <a:extLst>
              <a:ext uri="{FF2B5EF4-FFF2-40B4-BE49-F238E27FC236}">
                <a16:creationId xmlns:a16="http://schemas.microsoft.com/office/drawing/2014/main" id="{93E9EE1E-99A9-4A73-8393-86E9CDE57C2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882" y="501660"/>
                </a:moveTo>
                <a:lnTo>
                  <a:pt x="1702518" y="50908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4" name="9wup_2_official_PredictedLigand_56">
            <a:extLst>
              <a:ext uri="{FF2B5EF4-FFF2-40B4-BE49-F238E27FC236}">
                <a16:creationId xmlns:a16="http://schemas.microsoft.com/office/drawing/2014/main" id="{2E015C35-7B29-4789-A954-093921E1BF4D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787" y="658918"/>
                </a:moveTo>
                <a:lnTo>
                  <a:pt x="1421460" y="78222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5" name="9wup_2_official_PredictedLigand_57">
            <a:extLst>
              <a:ext uri="{FF2B5EF4-FFF2-40B4-BE49-F238E27FC236}">
                <a16:creationId xmlns:a16="http://schemas.microsoft.com/office/drawing/2014/main" id="{23CEFBC4-3E75-4CC0-A3A2-24C79C9F4010}"/>
              </a:ext>
            </a:extLst>
          </p:cNvPr>
          <p:cNvSpPr>
            <a:spLocks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787" y="658918"/>
                </a:moveTo>
                <a:lnTo>
                  <a:pt x="1414788" y="594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6" name="9wup_2_official_PredictedAtoms_0">
            <a:extLst>
              <a:ext uri="{FF2B5EF4-FFF2-40B4-BE49-F238E27FC236}">
                <a16:creationId xmlns:a16="http://schemas.microsoft.com/office/drawing/2014/main" id="{82410C07-50AB-4C49-AC29-E26A23DC28FB}"/>
              </a:ext>
            </a:extLst>
          </p:cNvPr>
          <p:cNvSpPr>
            <a:spLocks/>
          </p:cNvSpPr>
          <p:nvPr/>
        </p:nvSpPr>
        <p:spPr>
          <a:xfrm>
            <a:off x="1325909" y="32672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47" name="9wup_2_official_PredictedAtoms_1">
            <a:extLst>
              <a:ext uri="{FF2B5EF4-FFF2-40B4-BE49-F238E27FC236}">
                <a16:creationId xmlns:a16="http://schemas.microsoft.com/office/drawing/2014/main" id="{DBC3F320-BFDD-4DAB-9AD5-C8C1BF352302}"/>
              </a:ext>
            </a:extLst>
          </p:cNvPr>
          <p:cNvSpPr>
            <a:spLocks/>
          </p:cNvSpPr>
          <p:nvPr/>
        </p:nvSpPr>
        <p:spPr>
          <a:xfrm>
            <a:off x="1422836" y="32305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48" name="9wup_2_official_PredictedAtoms_2">
            <a:extLst>
              <a:ext uri="{FF2B5EF4-FFF2-40B4-BE49-F238E27FC236}">
                <a16:creationId xmlns:a16="http://schemas.microsoft.com/office/drawing/2014/main" id="{C9BF4C8D-C9EA-4041-A295-09223CB1102C}"/>
              </a:ext>
            </a:extLst>
          </p:cNvPr>
          <p:cNvSpPr>
            <a:spLocks/>
          </p:cNvSpPr>
          <p:nvPr/>
        </p:nvSpPr>
        <p:spPr>
          <a:xfrm>
            <a:off x="1525444" y="32746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49" name="9wup_2_official_PredictedAtoms_3">
            <a:extLst>
              <a:ext uri="{FF2B5EF4-FFF2-40B4-BE49-F238E27FC236}">
                <a16:creationId xmlns:a16="http://schemas.microsoft.com/office/drawing/2014/main" id="{DA4164FC-FFFD-4934-822D-71861B50DC31}"/>
              </a:ext>
            </a:extLst>
          </p:cNvPr>
          <p:cNvSpPr>
            <a:spLocks/>
          </p:cNvSpPr>
          <p:nvPr/>
        </p:nvSpPr>
        <p:spPr>
          <a:xfrm>
            <a:off x="1550656" y="319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50" name="9wup_2_official_PredictedAtoms_4">
            <a:extLst>
              <a:ext uri="{FF2B5EF4-FFF2-40B4-BE49-F238E27FC236}">
                <a16:creationId xmlns:a16="http://schemas.microsoft.com/office/drawing/2014/main" id="{D9E32534-74EF-42BE-B6AB-E11BD8AC880D}"/>
              </a:ext>
            </a:extLst>
          </p:cNvPr>
          <p:cNvSpPr>
            <a:spLocks/>
          </p:cNvSpPr>
          <p:nvPr/>
        </p:nvSpPr>
        <p:spPr>
          <a:xfrm>
            <a:off x="1641195" y="32240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51" name="9wup_2_official_PredictedAtoms_5">
            <a:extLst>
              <a:ext uri="{FF2B5EF4-FFF2-40B4-BE49-F238E27FC236}">
                <a16:creationId xmlns:a16="http://schemas.microsoft.com/office/drawing/2014/main" id="{00A28C71-B7BF-470F-8911-E1F2266795D8}"/>
              </a:ext>
            </a:extLst>
          </p:cNvPr>
          <p:cNvSpPr>
            <a:spLocks/>
          </p:cNvSpPr>
          <p:nvPr/>
        </p:nvSpPr>
        <p:spPr>
          <a:xfrm>
            <a:off x="1627195" y="31594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52" name="9wup_2_official_PredictedAtoms_6">
            <a:extLst>
              <a:ext uri="{FF2B5EF4-FFF2-40B4-BE49-F238E27FC236}">
                <a16:creationId xmlns:a16="http://schemas.microsoft.com/office/drawing/2014/main" id="{172AF0F2-7E3F-4795-BAEE-177B36A343CC}"/>
              </a:ext>
            </a:extLst>
          </p:cNvPr>
          <p:cNvSpPr>
            <a:spLocks/>
          </p:cNvSpPr>
          <p:nvPr/>
        </p:nvSpPr>
        <p:spPr>
          <a:xfrm>
            <a:off x="1633867" y="33473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53" name="9wup_2_official_PredictedAtoms_7">
            <a:extLst>
              <a:ext uri="{FF2B5EF4-FFF2-40B4-BE49-F238E27FC236}">
                <a16:creationId xmlns:a16="http://schemas.microsoft.com/office/drawing/2014/main" id="{F1D8ACD2-C28E-42DA-A40F-ADC270868E69}"/>
              </a:ext>
            </a:extLst>
          </p:cNvPr>
          <p:cNvSpPr>
            <a:spLocks/>
          </p:cNvSpPr>
          <p:nvPr/>
        </p:nvSpPr>
        <p:spPr>
          <a:xfrm>
            <a:off x="1756790" y="31832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54" name="9wup_2_official_PredictedAtoms_8">
            <a:extLst>
              <a:ext uri="{FF2B5EF4-FFF2-40B4-BE49-F238E27FC236}">
                <a16:creationId xmlns:a16="http://schemas.microsoft.com/office/drawing/2014/main" id="{996D101A-6E47-435B-95C7-52A2E097CD2F}"/>
              </a:ext>
            </a:extLst>
          </p:cNvPr>
          <p:cNvSpPr>
            <a:spLocks/>
          </p:cNvSpPr>
          <p:nvPr/>
        </p:nvSpPr>
        <p:spPr>
          <a:xfrm>
            <a:off x="1825289" y="30667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55" name="9wup_2_official_PredictedAtoms_9">
            <a:extLst>
              <a:ext uri="{FF2B5EF4-FFF2-40B4-BE49-F238E27FC236}">
                <a16:creationId xmlns:a16="http://schemas.microsoft.com/office/drawing/2014/main" id="{8F6F577E-1847-4D09-999C-E98DC330AFBF}"/>
              </a:ext>
            </a:extLst>
          </p:cNvPr>
          <p:cNvSpPr>
            <a:spLocks/>
          </p:cNvSpPr>
          <p:nvPr/>
        </p:nvSpPr>
        <p:spPr>
          <a:xfrm>
            <a:off x="1748465" y="29725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56" name="9wup_2_official_PredictedAtoms_10">
            <a:extLst>
              <a:ext uri="{FF2B5EF4-FFF2-40B4-BE49-F238E27FC236}">
                <a16:creationId xmlns:a16="http://schemas.microsoft.com/office/drawing/2014/main" id="{694E30E4-5173-47F9-8DB2-A2465CCF89E4}"/>
              </a:ext>
            </a:extLst>
          </p:cNvPr>
          <p:cNvSpPr>
            <a:spLocks/>
          </p:cNvSpPr>
          <p:nvPr/>
        </p:nvSpPr>
        <p:spPr>
          <a:xfrm>
            <a:off x="1914925" y="30741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57" name="9wup_2_official_PredictedAtoms_11">
            <a:extLst>
              <a:ext uri="{FF2B5EF4-FFF2-40B4-BE49-F238E27FC236}">
                <a16:creationId xmlns:a16="http://schemas.microsoft.com/office/drawing/2014/main" id="{A837AC33-ED44-456A-AC4F-F9EA65A6B003}"/>
              </a:ext>
            </a:extLst>
          </p:cNvPr>
          <p:cNvSpPr>
            <a:spLocks/>
          </p:cNvSpPr>
          <p:nvPr/>
        </p:nvSpPr>
        <p:spPr>
          <a:xfrm>
            <a:off x="1880578" y="30458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58" name="9wup_2_official_PredictedAtoms_12">
            <a:extLst>
              <a:ext uri="{FF2B5EF4-FFF2-40B4-BE49-F238E27FC236}">
                <a16:creationId xmlns:a16="http://schemas.microsoft.com/office/drawing/2014/main" id="{80B9AFB9-5643-4D22-A45F-AA3626466EB6}"/>
              </a:ext>
            </a:extLst>
          </p:cNvPr>
          <p:cNvSpPr>
            <a:spLocks/>
          </p:cNvSpPr>
          <p:nvPr/>
        </p:nvSpPr>
        <p:spPr>
          <a:xfrm>
            <a:off x="1859305" y="29537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59" name="9wup_2_official_PredictedAtoms_13">
            <a:extLst>
              <a:ext uri="{FF2B5EF4-FFF2-40B4-BE49-F238E27FC236}">
                <a16:creationId xmlns:a16="http://schemas.microsoft.com/office/drawing/2014/main" id="{5735458B-3717-4FB5-B24F-385FF26D2265}"/>
              </a:ext>
            </a:extLst>
          </p:cNvPr>
          <p:cNvSpPr>
            <a:spLocks/>
          </p:cNvSpPr>
          <p:nvPr/>
        </p:nvSpPr>
        <p:spPr>
          <a:xfrm>
            <a:off x="1911811" y="29628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60" name="9wup_2_official_PredictedAtoms_14">
            <a:extLst>
              <a:ext uri="{FF2B5EF4-FFF2-40B4-BE49-F238E27FC236}">
                <a16:creationId xmlns:a16="http://schemas.microsoft.com/office/drawing/2014/main" id="{EBBFD530-976F-42D4-AE18-A251C6064525}"/>
              </a:ext>
            </a:extLst>
          </p:cNvPr>
          <p:cNvSpPr>
            <a:spLocks/>
          </p:cNvSpPr>
          <p:nvPr/>
        </p:nvSpPr>
        <p:spPr>
          <a:xfrm>
            <a:off x="2013144" y="30185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61" name="9wup_2_official_PredictedAtoms_15">
            <a:extLst>
              <a:ext uri="{FF2B5EF4-FFF2-40B4-BE49-F238E27FC236}">
                <a16:creationId xmlns:a16="http://schemas.microsoft.com/office/drawing/2014/main" id="{484F1C66-9AFF-437B-B42C-9CFBBC58F1F0}"/>
              </a:ext>
            </a:extLst>
          </p:cNvPr>
          <p:cNvSpPr>
            <a:spLocks/>
          </p:cNvSpPr>
          <p:nvPr/>
        </p:nvSpPr>
        <p:spPr>
          <a:xfrm>
            <a:off x="2029271" y="3067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62" name="9wup_2_official_PredictedAtoms_16">
            <a:extLst>
              <a:ext uri="{FF2B5EF4-FFF2-40B4-BE49-F238E27FC236}">
                <a16:creationId xmlns:a16="http://schemas.microsoft.com/office/drawing/2014/main" id="{87E51094-DA0F-4743-A685-968DA8B9E68F}"/>
              </a:ext>
            </a:extLst>
          </p:cNvPr>
          <p:cNvSpPr>
            <a:spLocks/>
          </p:cNvSpPr>
          <p:nvPr/>
        </p:nvSpPr>
        <p:spPr>
          <a:xfrm>
            <a:off x="2093148" y="31730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63" name="9wup_2_official_PredictedAtoms_17">
            <a:extLst>
              <a:ext uri="{FF2B5EF4-FFF2-40B4-BE49-F238E27FC236}">
                <a16:creationId xmlns:a16="http://schemas.microsoft.com/office/drawing/2014/main" id="{763A4332-231B-4C40-B56F-DC9A49E61D24}"/>
              </a:ext>
            </a:extLst>
          </p:cNvPr>
          <p:cNvSpPr>
            <a:spLocks/>
          </p:cNvSpPr>
          <p:nvPr/>
        </p:nvSpPr>
        <p:spPr>
          <a:xfrm>
            <a:off x="2054536" y="32638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64" name="9wup_2_official_PredictedAtoms_18">
            <a:extLst>
              <a:ext uri="{FF2B5EF4-FFF2-40B4-BE49-F238E27FC236}">
                <a16:creationId xmlns:a16="http://schemas.microsoft.com/office/drawing/2014/main" id="{A00AFA76-4F05-4175-BCF8-5A3DD73A9D1E}"/>
              </a:ext>
            </a:extLst>
          </p:cNvPr>
          <p:cNvSpPr>
            <a:spLocks/>
          </p:cNvSpPr>
          <p:nvPr/>
        </p:nvSpPr>
        <p:spPr>
          <a:xfrm>
            <a:off x="2131548" y="3344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65" name="9wup_2_official_PredictedAtoms_19">
            <a:extLst>
              <a:ext uri="{FF2B5EF4-FFF2-40B4-BE49-F238E27FC236}">
                <a16:creationId xmlns:a16="http://schemas.microsoft.com/office/drawing/2014/main" id="{DBA8CBE9-480C-4C06-8462-D09C1A5BA2F9}"/>
              </a:ext>
            </a:extLst>
          </p:cNvPr>
          <p:cNvSpPr>
            <a:spLocks/>
          </p:cNvSpPr>
          <p:nvPr/>
        </p:nvSpPr>
        <p:spPr>
          <a:xfrm>
            <a:off x="2226147" y="330344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66" name="9wup_2_official_PredictedAtoms_20">
            <a:extLst>
              <a:ext uri="{FF2B5EF4-FFF2-40B4-BE49-F238E27FC236}">
                <a16:creationId xmlns:a16="http://schemas.microsoft.com/office/drawing/2014/main" id="{674EA532-23D1-4584-8E11-2409A7C89FF0}"/>
              </a:ext>
            </a:extLst>
          </p:cNvPr>
          <p:cNvSpPr>
            <a:spLocks/>
          </p:cNvSpPr>
          <p:nvPr/>
        </p:nvSpPr>
        <p:spPr>
          <a:xfrm>
            <a:off x="2331926" y="33505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67" name="9wup_2_official_PredictedAtoms_21">
            <a:extLst>
              <a:ext uri="{FF2B5EF4-FFF2-40B4-BE49-F238E27FC236}">
                <a16:creationId xmlns:a16="http://schemas.microsoft.com/office/drawing/2014/main" id="{7E6F706D-BF25-425D-925F-80EE482B5405}"/>
              </a:ext>
            </a:extLst>
          </p:cNvPr>
          <p:cNvSpPr>
            <a:spLocks/>
          </p:cNvSpPr>
          <p:nvPr/>
        </p:nvSpPr>
        <p:spPr>
          <a:xfrm>
            <a:off x="2363422" y="34597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68" name="9wup_2_official_PredictedAtoms_22">
            <a:extLst>
              <a:ext uri="{FF2B5EF4-FFF2-40B4-BE49-F238E27FC236}">
                <a16:creationId xmlns:a16="http://schemas.microsoft.com/office/drawing/2014/main" id="{1DC2E930-1B4F-46DC-BB67-E59CEB35CDA0}"/>
              </a:ext>
            </a:extLst>
          </p:cNvPr>
          <p:cNvSpPr>
            <a:spLocks/>
          </p:cNvSpPr>
          <p:nvPr/>
        </p:nvSpPr>
        <p:spPr>
          <a:xfrm>
            <a:off x="2409704" y="32812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69" name="9wup_2_official_PredictedAtoms_23">
            <a:extLst>
              <a:ext uri="{FF2B5EF4-FFF2-40B4-BE49-F238E27FC236}">
                <a16:creationId xmlns:a16="http://schemas.microsoft.com/office/drawing/2014/main" id="{677387DA-41AF-4EA2-B084-2061BDDC25C8}"/>
              </a:ext>
            </a:extLst>
          </p:cNvPr>
          <p:cNvSpPr>
            <a:spLocks/>
          </p:cNvSpPr>
          <p:nvPr/>
        </p:nvSpPr>
        <p:spPr>
          <a:xfrm>
            <a:off x="2376606" y="31772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70" name="9wup_2_official_PredictedAtoms_24">
            <a:extLst>
              <a:ext uri="{FF2B5EF4-FFF2-40B4-BE49-F238E27FC236}">
                <a16:creationId xmlns:a16="http://schemas.microsoft.com/office/drawing/2014/main" id="{F1CE91D9-C04F-4FEA-909E-B5935C93F9D3}"/>
              </a:ext>
            </a:extLst>
          </p:cNvPr>
          <p:cNvSpPr>
            <a:spLocks/>
          </p:cNvSpPr>
          <p:nvPr/>
        </p:nvSpPr>
        <p:spPr>
          <a:xfrm>
            <a:off x="2278220" y="31323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71" name="9wup_2_official_PredictedAtoms_25">
            <a:extLst>
              <a:ext uri="{FF2B5EF4-FFF2-40B4-BE49-F238E27FC236}">
                <a16:creationId xmlns:a16="http://schemas.microsoft.com/office/drawing/2014/main" id="{8D805B13-8FDE-48A7-87AB-1583A0D15F6D}"/>
              </a:ext>
            </a:extLst>
          </p:cNvPr>
          <p:cNvSpPr>
            <a:spLocks/>
          </p:cNvSpPr>
          <p:nvPr/>
        </p:nvSpPr>
        <p:spPr>
          <a:xfrm>
            <a:off x="2201366" y="31949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72" name="9wup_2_official_PredictedAtoms_26">
            <a:extLst>
              <a:ext uri="{FF2B5EF4-FFF2-40B4-BE49-F238E27FC236}">
                <a16:creationId xmlns:a16="http://schemas.microsoft.com/office/drawing/2014/main" id="{EFB6B01B-27ED-4200-8AC8-0222C20DA1CD}"/>
              </a:ext>
            </a:extLst>
          </p:cNvPr>
          <p:cNvSpPr>
            <a:spLocks/>
          </p:cNvSpPr>
          <p:nvPr/>
        </p:nvSpPr>
        <p:spPr>
          <a:xfrm>
            <a:off x="1917766" y="30568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73" name="9wup_2_official_PredictedAtoms_27">
            <a:extLst>
              <a:ext uri="{FF2B5EF4-FFF2-40B4-BE49-F238E27FC236}">
                <a16:creationId xmlns:a16="http://schemas.microsoft.com/office/drawing/2014/main" id="{DC39E7B4-E60D-4BAF-B827-596A6A34F27C}"/>
              </a:ext>
            </a:extLst>
          </p:cNvPr>
          <p:cNvSpPr>
            <a:spLocks/>
          </p:cNvSpPr>
          <p:nvPr/>
        </p:nvSpPr>
        <p:spPr>
          <a:xfrm>
            <a:off x="1922087" y="29830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74" name="9wup_2_official_PredictedAtoms_28">
            <a:extLst>
              <a:ext uri="{FF2B5EF4-FFF2-40B4-BE49-F238E27FC236}">
                <a16:creationId xmlns:a16="http://schemas.microsoft.com/office/drawing/2014/main" id="{E0480490-BB83-4FE8-90FE-9EDE81A728E9}"/>
              </a:ext>
            </a:extLst>
          </p:cNvPr>
          <p:cNvSpPr>
            <a:spLocks/>
          </p:cNvSpPr>
          <p:nvPr/>
        </p:nvSpPr>
        <p:spPr>
          <a:xfrm>
            <a:off x="1837816" y="30111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75" name="9wup_2_official_PredictedAtoms_29">
            <a:extLst>
              <a:ext uri="{FF2B5EF4-FFF2-40B4-BE49-F238E27FC236}">
                <a16:creationId xmlns:a16="http://schemas.microsoft.com/office/drawing/2014/main" id="{FBB42937-093D-417C-B6C3-7E75F5A04EC9}"/>
              </a:ext>
            </a:extLst>
          </p:cNvPr>
          <p:cNvSpPr>
            <a:spLocks/>
          </p:cNvSpPr>
          <p:nvPr/>
        </p:nvSpPr>
        <p:spPr>
          <a:xfrm>
            <a:off x="1759305" y="29276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76" name="9wup_2_official_PredictedAtoms_30">
            <a:extLst>
              <a:ext uri="{FF2B5EF4-FFF2-40B4-BE49-F238E27FC236}">
                <a16:creationId xmlns:a16="http://schemas.microsoft.com/office/drawing/2014/main" id="{3A64E2A0-0895-499B-BF9C-CA2C11621E1D}"/>
              </a:ext>
            </a:extLst>
          </p:cNvPr>
          <p:cNvSpPr>
            <a:spLocks/>
          </p:cNvSpPr>
          <p:nvPr/>
        </p:nvSpPr>
        <p:spPr>
          <a:xfrm>
            <a:off x="1441867" y="31080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77" name="9wup_2_official_PredictedAtoms_31">
            <a:extLst>
              <a:ext uri="{FF2B5EF4-FFF2-40B4-BE49-F238E27FC236}">
                <a16:creationId xmlns:a16="http://schemas.microsoft.com/office/drawing/2014/main" id="{8634A3C5-EB35-4826-A2DA-FEE8A3DF5783}"/>
              </a:ext>
            </a:extLst>
          </p:cNvPr>
          <p:cNvSpPr>
            <a:spLocks/>
          </p:cNvSpPr>
          <p:nvPr/>
        </p:nvSpPr>
        <p:spPr>
          <a:xfrm>
            <a:off x="1520264" y="3085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78" name="9wup_2_official_PredictedAtoms_32">
            <a:extLst>
              <a:ext uri="{FF2B5EF4-FFF2-40B4-BE49-F238E27FC236}">
                <a16:creationId xmlns:a16="http://schemas.microsoft.com/office/drawing/2014/main" id="{1F16817E-19E1-48A1-A9BB-E4760948FAF5}"/>
              </a:ext>
            </a:extLst>
          </p:cNvPr>
          <p:cNvSpPr>
            <a:spLocks/>
          </p:cNvSpPr>
          <p:nvPr/>
        </p:nvSpPr>
        <p:spPr>
          <a:xfrm>
            <a:off x="1335098" y="30425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79" name="9wup_2_official_PredictedAtoms_33">
            <a:extLst>
              <a:ext uri="{FF2B5EF4-FFF2-40B4-BE49-F238E27FC236}">
                <a16:creationId xmlns:a16="http://schemas.microsoft.com/office/drawing/2014/main" id="{4E9B6194-ABF4-46F7-B92C-6DF0D5276939}"/>
              </a:ext>
            </a:extLst>
          </p:cNvPr>
          <p:cNvSpPr>
            <a:spLocks/>
          </p:cNvSpPr>
          <p:nvPr/>
        </p:nvSpPr>
        <p:spPr>
          <a:xfrm>
            <a:off x="1353539" y="29348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80" name="9wup_2_official_PredictedAtoms_34">
            <a:extLst>
              <a:ext uri="{FF2B5EF4-FFF2-40B4-BE49-F238E27FC236}">
                <a16:creationId xmlns:a16="http://schemas.microsoft.com/office/drawing/2014/main" id="{9A900517-FB7A-4593-91DA-915FD8772CD3}"/>
              </a:ext>
            </a:extLst>
          </p:cNvPr>
          <p:cNvSpPr>
            <a:spLocks/>
          </p:cNvSpPr>
          <p:nvPr/>
        </p:nvSpPr>
        <p:spPr>
          <a:xfrm>
            <a:off x="1291755" y="30174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81" name="9wup_2_official_PredictedAtoms_35">
            <a:extLst>
              <a:ext uri="{FF2B5EF4-FFF2-40B4-BE49-F238E27FC236}">
                <a16:creationId xmlns:a16="http://schemas.microsoft.com/office/drawing/2014/main" id="{6558826E-B862-4C8D-BF9A-FA740DFCCF6E}"/>
              </a:ext>
            </a:extLst>
          </p:cNvPr>
          <p:cNvSpPr>
            <a:spLocks/>
          </p:cNvSpPr>
          <p:nvPr/>
        </p:nvSpPr>
        <p:spPr>
          <a:xfrm>
            <a:off x="1172674" y="30230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82" name="9wup_2_official_PredictedAtoms_36">
            <a:extLst>
              <a:ext uri="{FF2B5EF4-FFF2-40B4-BE49-F238E27FC236}">
                <a16:creationId xmlns:a16="http://schemas.microsoft.com/office/drawing/2014/main" id="{623BE5D4-37DD-4CE2-BB9E-21E06DD4DCB6}"/>
              </a:ext>
            </a:extLst>
          </p:cNvPr>
          <p:cNvSpPr>
            <a:spLocks/>
          </p:cNvSpPr>
          <p:nvPr/>
        </p:nvSpPr>
        <p:spPr>
          <a:xfrm>
            <a:off x="1109764" y="29304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83" name="9wup_2_official_PredictedAtoms_37">
            <a:extLst>
              <a:ext uri="{FF2B5EF4-FFF2-40B4-BE49-F238E27FC236}">
                <a16:creationId xmlns:a16="http://schemas.microsoft.com/office/drawing/2014/main" id="{154B8472-7D6F-4ED9-B0C9-7E7186BF0B2E}"/>
              </a:ext>
            </a:extLst>
          </p:cNvPr>
          <p:cNvSpPr>
            <a:spLocks/>
          </p:cNvSpPr>
          <p:nvPr/>
        </p:nvSpPr>
        <p:spPr>
          <a:xfrm>
            <a:off x="1149742" y="28279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84" name="9wup_2_official_PredictedAtoms_38">
            <a:extLst>
              <a:ext uri="{FF2B5EF4-FFF2-40B4-BE49-F238E27FC236}">
                <a16:creationId xmlns:a16="http://schemas.microsoft.com/office/drawing/2014/main" id="{EB44A166-B1DF-4B2A-BBF3-6D483158E542}"/>
              </a:ext>
            </a:extLst>
          </p:cNvPr>
          <p:cNvSpPr>
            <a:spLocks/>
          </p:cNvSpPr>
          <p:nvPr/>
        </p:nvSpPr>
        <p:spPr>
          <a:xfrm>
            <a:off x="1087266" y="27338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85" name="9wup_2_official_PredictedAtoms_39">
            <a:extLst>
              <a:ext uri="{FF2B5EF4-FFF2-40B4-BE49-F238E27FC236}">
                <a16:creationId xmlns:a16="http://schemas.microsoft.com/office/drawing/2014/main" id="{72634AA0-6ACD-4D2B-A47A-AFBB2499C797}"/>
              </a:ext>
            </a:extLst>
          </p:cNvPr>
          <p:cNvSpPr>
            <a:spLocks/>
          </p:cNvSpPr>
          <p:nvPr/>
        </p:nvSpPr>
        <p:spPr>
          <a:xfrm>
            <a:off x="1122984" y="26406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86" name="9wup_2_official_PredictedAtoms_40">
            <a:extLst>
              <a:ext uri="{FF2B5EF4-FFF2-40B4-BE49-F238E27FC236}">
                <a16:creationId xmlns:a16="http://schemas.microsoft.com/office/drawing/2014/main" id="{D3FCEB6F-72F2-40BF-B36B-95A32261B4A3}"/>
              </a:ext>
            </a:extLst>
          </p:cNvPr>
          <p:cNvSpPr>
            <a:spLocks/>
          </p:cNvSpPr>
          <p:nvPr/>
        </p:nvSpPr>
        <p:spPr>
          <a:xfrm>
            <a:off x="980006" y="27390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87" name="9wup_2_official_PredictedAtoms_41">
            <a:extLst>
              <a:ext uri="{FF2B5EF4-FFF2-40B4-BE49-F238E27FC236}">
                <a16:creationId xmlns:a16="http://schemas.microsoft.com/office/drawing/2014/main" id="{1039CC62-655C-451C-AF5B-A5CCF8383D9D}"/>
              </a:ext>
            </a:extLst>
          </p:cNvPr>
          <p:cNvSpPr>
            <a:spLocks/>
          </p:cNvSpPr>
          <p:nvPr/>
        </p:nvSpPr>
        <p:spPr>
          <a:xfrm>
            <a:off x="931302" y="28404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88" name="9wup_2_official_PredictedAtoms_42">
            <a:extLst>
              <a:ext uri="{FF2B5EF4-FFF2-40B4-BE49-F238E27FC236}">
                <a16:creationId xmlns:a16="http://schemas.microsoft.com/office/drawing/2014/main" id="{ADD7FB84-76DA-4EE5-AF21-850168838567}"/>
              </a:ext>
            </a:extLst>
          </p:cNvPr>
          <p:cNvSpPr>
            <a:spLocks/>
          </p:cNvSpPr>
          <p:nvPr/>
        </p:nvSpPr>
        <p:spPr>
          <a:xfrm>
            <a:off x="832665" y="28427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89" name="9wup_2_official_PredictedAtoms_43">
            <a:extLst>
              <a:ext uri="{FF2B5EF4-FFF2-40B4-BE49-F238E27FC236}">
                <a16:creationId xmlns:a16="http://schemas.microsoft.com/office/drawing/2014/main" id="{FCF478C3-A8E2-46F6-A8F3-166EAD68EAEF}"/>
              </a:ext>
            </a:extLst>
          </p:cNvPr>
          <p:cNvSpPr>
            <a:spLocks/>
          </p:cNvSpPr>
          <p:nvPr/>
        </p:nvSpPr>
        <p:spPr>
          <a:xfrm>
            <a:off x="998126" y="29385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90" name="9wup_2_official_PredictedAtoms_44">
            <a:extLst>
              <a:ext uri="{FF2B5EF4-FFF2-40B4-BE49-F238E27FC236}">
                <a16:creationId xmlns:a16="http://schemas.microsoft.com/office/drawing/2014/main" id="{0926091E-2A75-4A36-A495-7FCEE6A55D02}"/>
              </a:ext>
            </a:extLst>
          </p:cNvPr>
          <p:cNvSpPr>
            <a:spLocks/>
          </p:cNvSpPr>
          <p:nvPr/>
        </p:nvSpPr>
        <p:spPr>
          <a:xfrm>
            <a:off x="950481" y="30410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91" name="9wup_2_official_PredictedAtoms_45">
            <a:extLst>
              <a:ext uri="{FF2B5EF4-FFF2-40B4-BE49-F238E27FC236}">
                <a16:creationId xmlns:a16="http://schemas.microsoft.com/office/drawing/2014/main" id="{A91AF564-C441-4036-A019-DADAAA3EBA9E}"/>
              </a:ext>
            </a:extLst>
          </p:cNvPr>
          <p:cNvSpPr>
            <a:spLocks/>
          </p:cNvSpPr>
          <p:nvPr/>
        </p:nvSpPr>
        <p:spPr>
          <a:xfrm>
            <a:off x="1009674" y="31334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92" name="9wup_2_official_PredictedAtoms_46">
            <a:extLst>
              <a:ext uri="{FF2B5EF4-FFF2-40B4-BE49-F238E27FC236}">
                <a16:creationId xmlns:a16="http://schemas.microsoft.com/office/drawing/2014/main" id="{D73CE818-1BF6-4773-9460-B4C340A5A930}"/>
              </a:ext>
            </a:extLst>
          </p:cNvPr>
          <p:cNvSpPr>
            <a:spLocks/>
          </p:cNvSpPr>
          <p:nvPr/>
        </p:nvSpPr>
        <p:spPr>
          <a:xfrm>
            <a:off x="959328" y="32375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93" name="9wup_2_official_PredictedAtoms_47">
            <a:extLst>
              <a:ext uri="{FF2B5EF4-FFF2-40B4-BE49-F238E27FC236}">
                <a16:creationId xmlns:a16="http://schemas.microsoft.com/office/drawing/2014/main" id="{7201810C-62C8-4113-A626-F5B59EA7CD4A}"/>
              </a:ext>
            </a:extLst>
          </p:cNvPr>
          <p:cNvSpPr>
            <a:spLocks/>
          </p:cNvSpPr>
          <p:nvPr/>
        </p:nvSpPr>
        <p:spPr>
          <a:xfrm>
            <a:off x="1016866" y="33373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94" name="9wup_2_official_PredictedAtoms_48">
            <a:extLst>
              <a:ext uri="{FF2B5EF4-FFF2-40B4-BE49-F238E27FC236}">
                <a16:creationId xmlns:a16="http://schemas.microsoft.com/office/drawing/2014/main" id="{D1F9C024-2243-4C92-A83F-9994DC6E1CE6}"/>
              </a:ext>
            </a:extLst>
          </p:cNvPr>
          <p:cNvSpPr>
            <a:spLocks/>
          </p:cNvSpPr>
          <p:nvPr/>
        </p:nvSpPr>
        <p:spPr>
          <a:xfrm>
            <a:off x="953899" y="34449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95" name="9wup_2_official_PredictedAtoms_49">
            <a:extLst>
              <a:ext uri="{FF2B5EF4-FFF2-40B4-BE49-F238E27FC236}">
                <a16:creationId xmlns:a16="http://schemas.microsoft.com/office/drawing/2014/main" id="{D11D3C40-2582-47B0-AAA0-6B2D8E1AC1AF}"/>
              </a:ext>
            </a:extLst>
          </p:cNvPr>
          <p:cNvSpPr>
            <a:spLocks/>
          </p:cNvSpPr>
          <p:nvPr/>
        </p:nvSpPr>
        <p:spPr>
          <a:xfrm>
            <a:off x="1132502" y="33326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96" name="9wup_2_official_PredictedAtoms_50">
            <a:extLst>
              <a:ext uri="{FF2B5EF4-FFF2-40B4-BE49-F238E27FC236}">
                <a16:creationId xmlns:a16="http://schemas.microsoft.com/office/drawing/2014/main" id="{685A814A-9BDB-4E9E-8818-8E1614E6AA80}"/>
              </a:ext>
            </a:extLst>
          </p:cNvPr>
          <p:cNvSpPr>
            <a:spLocks/>
          </p:cNvSpPr>
          <p:nvPr/>
        </p:nvSpPr>
        <p:spPr>
          <a:xfrm>
            <a:off x="1193225" y="34364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97" name="9wup_2_official_PredictedAtoms_51">
            <a:extLst>
              <a:ext uri="{FF2B5EF4-FFF2-40B4-BE49-F238E27FC236}">
                <a16:creationId xmlns:a16="http://schemas.microsoft.com/office/drawing/2014/main" id="{A18444AF-BBB1-479D-987C-ADD91CE837F7}"/>
              </a:ext>
            </a:extLst>
          </p:cNvPr>
          <p:cNvSpPr>
            <a:spLocks/>
          </p:cNvSpPr>
          <p:nvPr/>
        </p:nvSpPr>
        <p:spPr>
          <a:xfrm>
            <a:off x="1181526" y="32274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98" name="9wup_2_official_PredictedAtoms_52">
            <a:extLst>
              <a:ext uri="{FF2B5EF4-FFF2-40B4-BE49-F238E27FC236}">
                <a16:creationId xmlns:a16="http://schemas.microsoft.com/office/drawing/2014/main" id="{DF587D25-2B6F-45BC-B219-02194EF57968}"/>
              </a:ext>
            </a:extLst>
          </p:cNvPr>
          <p:cNvSpPr>
            <a:spLocks/>
          </p:cNvSpPr>
          <p:nvPr/>
        </p:nvSpPr>
        <p:spPr>
          <a:xfrm>
            <a:off x="1124724" y="31263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699" name="stage3-cases-clash_16">
            <a:extLst>
              <a:ext uri="{FF2B5EF4-FFF2-40B4-BE49-F238E27FC236}">
                <a16:creationId xmlns:a16="http://schemas.microsoft.com/office/drawing/2014/main" id="{B42D9675-AEC9-4581-B4CB-D7926077DB8C}"/>
              </a:ext>
            </a:extLst>
          </p:cNvPr>
          <p:cNvSpPr>
            <a:spLocks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700" name="9wup_2_tuned_Receptor">
            <a:extLst>
              <a:ext uri="{FF2B5EF4-FFF2-40B4-BE49-F238E27FC236}">
                <a16:creationId xmlns:a16="http://schemas.microsoft.com/office/drawing/2014/main" id="{6F0142F1-FB5F-4FB6-8E6D-F76E23267E60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7789" y="1302621"/>
                </a:moveTo>
                <a:lnTo>
                  <a:pt x="775173" y="1269229"/>
                </a:lnTo>
                <a:moveTo>
                  <a:pt x="916286" y="321051"/>
                </a:moveTo>
                <a:lnTo>
                  <a:pt x="976106" y="328934"/>
                </a:lnTo>
                <a:moveTo>
                  <a:pt x="741597" y="377506"/>
                </a:moveTo>
                <a:lnTo>
                  <a:pt x="808937" y="390404"/>
                </a:lnTo>
                <a:moveTo>
                  <a:pt x="775173" y="1269229"/>
                </a:moveTo>
                <a:lnTo>
                  <a:pt x="673843" y="1194956"/>
                </a:lnTo>
                <a:moveTo>
                  <a:pt x="673843" y="1194956"/>
                </a:moveTo>
                <a:lnTo>
                  <a:pt x="600396" y="1181351"/>
                </a:lnTo>
                <a:moveTo>
                  <a:pt x="808937" y="390404"/>
                </a:moveTo>
                <a:lnTo>
                  <a:pt x="916286" y="321051"/>
                </a:lnTo>
                <a:moveTo>
                  <a:pt x="808937" y="390404"/>
                </a:moveTo>
                <a:lnTo>
                  <a:pt x="838404" y="514459"/>
                </a:lnTo>
                <a:moveTo>
                  <a:pt x="775173" y="1269229"/>
                </a:moveTo>
                <a:lnTo>
                  <a:pt x="853456" y="1208274"/>
                </a:lnTo>
                <a:moveTo>
                  <a:pt x="2184807" y="622988"/>
                </a:moveTo>
                <a:lnTo>
                  <a:pt x="2073499" y="601301"/>
                </a:lnTo>
                <a:moveTo>
                  <a:pt x="2073499" y="601301"/>
                </a:moveTo>
                <a:lnTo>
                  <a:pt x="2028809" y="499648"/>
                </a:lnTo>
                <a:moveTo>
                  <a:pt x="2250541" y="715980"/>
                </a:moveTo>
                <a:lnTo>
                  <a:pt x="2184807" y="622988"/>
                </a:lnTo>
                <a:moveTo>
                  <a:pt x="838404" y="514459"/>
                </a:moveTo>
                <a:lnTo>
                  <a:pt x="738061" y="587745"/>
                </a:lnTo>
                <a:moveTo>
                  <a:pt x="2355231" y="698251"/>
                </a:moveTo>
                <a:lnTo>
                  <a:pt x="2250541" y="715980"/>
                </a:lnTo>
                <a:moveTo>
                  <a:pt x="818948" y="791811"/>
                </a:moveTo>
                <a:lnTo>
                  <a:pt x="787380" y="903308"/>
                </a:lnTo>
                <a:moveTo>
                  <a:pt x="736534" y="708281"/>
                </a:moveTo>
                <a:lnTo>
                  <a:pt x="818948" y="791811"/>
                </a:lnTo>
                <a:moveTo>
                  <a:pt x="738061" y="587745"/>
                </a:moveTo>
                <a:lnTo>
                  <a:pt x="736534" y="708281"/>
                </a:lnTo>
                <a:moveTo>
                  <a:pt x="738061" y="587745"/>
                </a:moveTo>
                <a:lnTo>
                  <a:pt x="629990" y="553176"/>
                </a:lnTo>
                <a:moveTo>
                  <a:pt x="853456" y="1208274"/>
                </a:moveTo>
                <a:lnTo>
                  <a:pt x="964100" y="1256428"/>
                </a:lnTo>
                <a:moveTo>
                  <a:pt x="787380" y="903308"/>
                </a:moveTo>
                <a:lnTo>
                  <a:pt x="675355" y="933069"/>
                </a:lnTo>
                <a:moveTo>
                  <a:pt x="736534" y="708281"/>
                </a:moveTo>
                <a:lnTo>
                  <a:pt x="624597" y="740934"/>
                </a:lnTo>
                <a:moveTo>
                  <a:pt x="2250752" y="544707"/>
                </a:moveTo>
                <a:lnTo>
                  <a:pt x="2184807" y="622988"/>
                </a:lnTo>
                <a:moveTo>
                  <a:pt x="2092179" y="420087"/>
                </a:moveTo>
                <a:lnTo>
                  <a:pt x="2028809" y="499648"/>
                </a:lnTo>
                <a:moveTo>
                  <a:pt x="629990" y="553176"/>
                </a:moveTo>
                <a:lnTo>
                  <a:pt x="561211" y="644661"/>
                </a:lnTo>
                <a:moveTo>
                  <a:pt x="561211" y="644661"/>
                </a:moveTo>
                <a:lnTo>
                  <a:pt x="624597" y="740934"/>
                </a:lnTo>
                <a:moveTo>
                  <a:pt x="592957" y="853360"/>
                </a:moveTo>
                <a:lnTo>
                  <a:pt x="675355" y="933069"/>
                </a:lnTo>
                <a:moveTo>
                  <a:pt x="624597" y="740934"/>
                </a:moveTo>
                <a:lnTo>
                  <a:pt x="592957" y="853360"/>
                </a:lnTo>
                <a:moveTo>
                  <a:pt x="2359622" y="594519"/>
                </a:moveTo>
                <a:lnTo>
                  <a:pt x="2355231" y="698251"/>
                </a:lnTo>
                <a:moveTo>
                  <a:pt x="2359622" y="594519"/>
                </a:moveTo>
                <a:lnTo>
                  <a:pt x="2250752" y="544707"/>
                </a:lnTo>
                <a:moveTo>
                  <a:pt x="2250752" y="544707"/>
                </a:moveTo>
                <a:lnTo>
                  <a:pt x="2202676" y="441465"/>
                </a:lnTo>
                <a:moveTo>
                  <a:pt x="2202676" y="441465"/>
                </a:moveTo>
                <a:lnTo>
                  <a:pt x="2092179" y="420087"/>
                </a:lnTo>
                <a:moveTo>
                  <a:pt x="853456" y="1208274"/>
                </a:moveTo>
                <a:lnTo>
                  <a:pt x="810226" y="1219598"/>
                </a:lnTo>
                <a:moveTo>
                  <a:pt x="2458035" y="543192"/>
                </a:moveTo>
                <a:lnTo>
                  <a:pt x="2359622" y="594519"/>
                </a:lnTo>
                <a:moveTo>
                  <a:pt x="2545169" y="629361"/>
                </a:moveTo>
                <a:lnTo>
                  <a:pt x="2458035" y="543192"/>
                </a:lnTo>
                <a:moveTo>
                  <a:pt x="2516184" y="1309209"/>
                </a:moveTo>
                <a:lnTo>
                  <a:pt x="2390956" y="1299063"/>
                </a:lnTo>
                <a:moveTo>
                  <a:pt x="2545169" y="629361"/>
                </a:moveTo>
                <a:lnTo>
                  <a:pt x="2650621" y="569937"/>
                </a:lnTo>
                <a:moveTo>
                  <a:pt x="2561664" y="1195909"/>
                </a:moveTo>
                <a:lnTo>
                  <a:pt x="2516184" y="1309209"/>
                </a:lnTo>
                <a:moveTo>
                  <a:pt x="2496624" y="701469"/>
                </a:moveTo>
                <a:lnTo>
                  <a:pt x="2545169" y="629361"/>
                </a:lnTo>
                <a:moveTo>
                  <a:pt x="287933" y="847995"/>
                </a:moveTo>
                <a:lnTo>
                  <a:pt x="335245" y="751422"/>
                </a:lnTo>
                <a:moveTo>
                  <a:pt x="2381927" y="1220617"/>
                </a:moveTo>
                <a:lnTo>
                  <a:pt x="2390956" y="1299063"/>
                </a:lnTo>
                <a:moveTo>
                  <a:pt x="2487145" y="1158136"/>
                </a:moveTo>
                <a:lnTo>
                  <a:pt x="2561664" y="1195909"/>
                </a:lnTo>
                <a:moveTo>
                  <a:pt x="2466458" y="1031618"/>
                </a:moveTo>
                <a:lnTo>
                  <a:pt x="2405270" y="987939"/>
                </a:lnTo>
                <a:moveTo>
                  <a:pt x="2381927" y="1220617"/>
                </a:moveTo>
                <a:lnTo>
                  <a:pt x="2487145" y="1158136"/>
                </a:lnTo>
                <a:moveTo>
                  <a:pt x="1131075" y="1287922"/>
                </a:moveTo>
                <a:lnTo>
                  <a:pt x="1135957" y="1248048"/>
                </a:lnTo>
                <a:moveTo>
                  <a:pt x="2487145" y="1158136"/>
                </a:moveTo>
                <a:lnTo>
                  <a:pt x="2466458" y="1031618"/>
                </a:lnTo>
                <a:moveTo>
                  <a:pt x="285994" y="835304"/>
                </a:moveTo>
                <a:lnTo>
                  <a:pt x="287933" y="847995"/>
                </a:lnTo>
                <a:moveTo>
                  <a:pt x="1027485" y="1250497"/>
                </a:moveTo>
                <a:lnTo>
                  <a:pt x="1131075" y="1287922"/>
                </a:lnTo>
                <a:moveTo>
                  <a:pt x="2392511" y="146924"/>
                </a:moveTo>
                <a:lnTo>
                  <a:pt x="2334855" y="144151"/>
                </a:lnTo>
                <a:moveTo>
                  <a:pt x="1131075" y="1287922"/>
                </a:moveTo>
                <a:lnTo>
                  <a:pt x="1230836" y="1242449"/>
                </a:lnTo>
                <a:moveTo>
                  <a:pt x="399628" y="816659"/>
                </a:moveTo>
                <a:lnTo>
                  <a:pt x="285994" y="835304"/>
                </a:lnTo>
                <a:moveTo>
                  <a:pt x="2130271" y="190291"/>
                </a:moveTo>
                <a:lnTo>
                  <a:pt x="2032580" y="269915"/>
                </a:lnTo>
                <a:moveTo>
                  <a:pt x="285994" y="835304"/>
                </a:moveTo>
                <a:lnTo>
                  <a:pt x="233738" y="939465"/>
                </a:lnTo>
                <a:moveTo>
                  <a:pt x="2239897" y="231395"/>
                </a:moveTo>
                <a:lnTo>
                  <a:pt x="2130271" y="190291"/>
                </a:lnTo>
                <a:moveTo>
                  <a:pt x="1230836" y="1242449"/>
                </a:moveTo>
                <a:lnTo>
                  <a:pt x="1243330" y="1139827"/>
                </a:lnTo>
                <a:moveTo>
                  <a:pt x="685042" y="1288948"/>
                </a:moveTo>
                <a:lnTo>
                  <a:pt x="686347" y="1197039"/>
                </a:lnTo>
                <a:moveTo>
                  <a:pt x="233738" y="939465"/>
                </a:moveTo>
                <a:lnTo>
                  <a:pt x="288302" y="1027293"/>
                </a:lnTo>
                <a:moveTo>
                  <a:pt x="2334855" y="144151"/>
                </a:moveTo>
                <a:lnTo>
                  <a:pt x="2239897" y="231395"/>
                </a:lnTo>
                <a:moveTo>
                  <a:pt x="417034" y="783346"/>
                </a:moveTo>
                <a:lnTo>
                  <a:pt x="399628" y="816659"/>
                </a:lnTo>
                <a:moveTo>
                  <a:pt x="2032580" y="269915"/>
                </a:moveTo>
                <a:lnTo>
                  <a:pt x="2001600" y="271863"/>
                </a:lnTo>
                <a:moveTo>
                  <a:pt x="2334855" y="144151"/>
                </a:moveTo>
                <a:lnTo>
                  <a:pt x="2418293" y="160495"/>
                </a:lnTo>
                <a:moveTo>
                  <a:pt x="539080" y="765489"/>
                </a:moveTo>
                <a:lnTo>
                  <a:pt x="417034" y="783346"/>
                </a:lnTo>
                <a:moveTo>
                  <a:pt x="1909642" y="223939"/>
                </a:moveTo>
                <a:lnTo>
                  <a:pt x="1838155" y="168297"/>
                </a:lnTo>
                <a:moveTo>
                  <a:pt x="2001600" y="271863"/>
                </a:moveTo>
                <a:lnTo>
                  <a:pt x="1909642" y="223939"/>
                </a:lnTo>
                <a:moveTo>
                  <a:pt x="417034" y="783346"/>
                </a:moveTo>
                <a:lnTo>
                  <a:pt x="340182" y="767275"/>
                </a:lnTo>
                <a:moveTo>
                  <a:pt x="2005753" y="780147"/>
                </a:moveTo>
                <a:lnTo>
                  <a:pt x="1931589" y="693084"/>
                </a:lnTo>
                <a:moveTo>
                  <a:pt x="2117960" y="773604"/>
                </a:moveTo>
                <a:lnTo>
                  <a:pt x="2005753" y="780147"/>
                </a:lnTo>
                <a:moveTo>
                  <a:pt x="642467" y="591877"/>
                </a:moveTo>
                <a:lnTo>
                  <a:pt x="725771" y="622111"/>
                </a:lnTo>
                <a:moveTo>
                  <a:pt x="2198537" y="869530"/>
                </a:moveTo>
                <a:lnTo>
                  <a:pt x="2117960" y="773604"/>
                </a:lnTo>
                <a:moveTo>
                  <a:pt x="2418293" y="160495"/>
                </a:moveTo>
                <a:lnTo>
                  <a:pt x="2399529" y="226538"/>
                </a:lnTo>
                <a:moveTo>
                  <a:pt x="550403" y="655063"/>
                </a:moveTo>
                <a:lnTo>
                  <a:pt x="539080" y="765489"/>
                </a:lnTo>
                <a:moveTo>
                  <a:pt x="539080" y="765489"/>
                </a:moveTo>
                <a:lnTo>
                  <a:pt x="577701" y="859482"/>
                </a:lnTo>
                <a:moveTo>
                  <a:pt x="1931589" y="693084"/>
                </a:moveTo>
                <a:lnTo>
                  <a:pt x="1969170" y="598050"/>
                </a:lnTo>
                <a:moveTo>
                  <a:pt x="642467" y="591877"/>
                </a:moveTo>
                <a:lnTo>
                  <a:pt x="550403" y="655063"/>
                </a:lnTo>
                <a:moveTo>
                  <a:pt x="782244" y="896387"/>
                </a:moveTo>
                <a:lnTo>
                  <a:pt x="895552" y="890429"/>
                </a:lnTo>
                <a:moveTo>
                  <a:pt x="594836" y="387547"/>
                </a:moveTo>
                <a:lnTo>
                  <a:pt x="560628" y="279418"/>
                </a:lnTo>
                <a:moveTo>
                  <a:pt x="2117960" y="773604"/>
                </a:moveTo>
                <a:lnTo>
                  <a:pt x="2153518" y="677211"/>
                </a:lnTo>
                <a:moveTo>
                  <a:pt x="2221044" y="942772"/>
                </a:moveTo>
                <a:lnTo>
                  <a:pt x="2198537" y="869530"/>
                </a:lnTo>
                <a:moveTo>
                  <a:pt x="639704" y="478064"/>
                </a:moveTo>
                <a:lnTo>
                  <a:pt x="594836" y="387547"/>
                </a:lnTo>
                <a:moveTo>
                  <a:pt x="639704" y="478064"/>
                </a:moveTo>
                <a:lnTo>
                  <a:pt x="642467" y="591877"/>
                </a:lnTo>
                <a:moveTo>
                  <a:pt x="1909642" y="223939"/>
                </a:moveTo>
                <a:lnTo>
                  <a:pt x="1888942" y="231974"/>
                </a:lnTo>
                <a:moveTo>
                  <a:pt x="701705" y="853438"/>
                </a:moveTo>
                <a:lnTo>
                  <a:pt x="782244" y="896387"/>
                </a:lnTo>
                <a:moveTo>
                  <a:pt x="1969170" y="598050"/>
                </a:moveTo>
                <a:lnTo>
                  <a:pt x="1895663" y="511029"/>
                </a:lnTo>
                <a:moveTo>
                  <a:pt x="560628" y="279418"/>
                </a:moveTo>
                <a:lnTo>
                  <a:pt x="635597" y="190068"/>
                </a:lnTo>
                <a:moveTo>
                  <a:pt x="2079969" y="589606"/>
                </a:moveTo>
                <a:lnTo>
                  <a:pt x="1969170" y="598050"/>
                </a:lnTo>
                <a:moveTo>
                  <a:pt x="2153518" y="677211"/>
                </a:moveTo>
                <a:lnTo>
                  <a:pt x="2079969" y="589606"/>
                </a:lnTo>
                <a:moveTo>
                  <a:pt x="577701" y="859482"/>
                </a:moveTo>
                <a:lnTo>
                  <a:pt x="701705" y="853438"/>
                </a:lnTo>
                <a:moveTo>
                  <a:pt x="2311932" y="1022220"/>
                </a:moveTo>
                <a:lnTo>
                  <a:pt x="2221044" y="942772"/>
                </a:lnTo>
                <a:moveTo>
                  <a:pt x="560628" y="279418"/>
                </a:moveTo>
                <a:lnTo>
                  <a:pt x="453380" y="266759"/>
                </a:lnTo>
                <a:moveTo>
                  <a:pt x="895552" y="890429"/>
                </a:moveTo>
                <a:lnTo>
                  <a:pt x="929837" y="840733"/>
                </a:lnTo>
                <a:moveTo>
                  <a:pt x="635597" y="190068"/>
                </a:moveTo>
                <a:lnTo>
                  <a:pt x="604831" y="91202"/>
                </a:lnTo>
                <a:moveTo>
                  <a:pt x="2113720" y="1004792"/>
                </a:moveTo>
                <a:lnTo>
                  <a:pt x="2085134" y="1092548"/>
                </a:lnTo>
                <a:moveTo>
                  <a:pt x="751486" y="449187"/>
                </a:moveTo>
                <a:lnTo>
                  <a:pt x="639704" y="478064"/>
                </a:lnTo>
                <a:moveTo>
                  <a:pt x="2221044" y="942772"/>
                </a:moveTo>
                <a:lnTo>
                  <a:pt x="2113720" y="1004792"/>
                </a:lnTo>
                <a:moveTo>
                  <a:pt x="453380" y="266759"/>
                </a:moveTo>
                <a:lnTo>
                  <a:pt x="421871" y="168187"/>
                </a:lnTo>
                <a:moveTo>
                  <a:pt x="1304683" y="1046975"/>
                </a:moveTo>
                <a:lnTo>
                  <a:pt x="1423983" y="1043122"/>
                </a:lnTo>
                <a:moveTo>
                  <a:pt x="701705" y="853438"/>
                </a:moveTo>
                <a:lnTo>
                  <a:pt x="738277" y="803468"/>
                </a:lnTo>
                <a:moveTo>
                  <a:pt x="604831" y="91202"/>
                </a:moveTo>
                <a:lnTo>
                  <a:pt x="497841" y="80707"/>
                </a:lnTo>
                <a:moveTo>
                  <a:pt x="929837" y="840733"/>
                </a:moveTo>
                <a:lnTo>
                  <a:pt x="1042836" y="834842"/>
                </a:lnTo>
                <a:moveTo>
                  <a:pt x="421871" y="168187"/>
                </a:moveTo>
                <a:lnTo>
                  <a:pt x="497841" y="80707"/>
                </a:lnTo>
                <a:moveTo>
                  <a:pt x="772672" y="433114"/>
                </a:moveTo>
                <a:lnTo>
                  <a:pt x="751486" y="449187"/>
                </a:lnTo>
                <a:moveTo>
                  <a:pt x="851604" y="797039"/>
                </a:moveTo>
                <a:lnTo>
                  <a:pt x="929837" y="840733"/>
                </a:lnTo>
                <a:moveTo>
                  <a:pt x="1259211" y="1043111"/>
                </a:moveTo>
                <a:lnTo>
                  <a:pt x="1304683" y="1046975"/>
                </a:lnTo>
                <a:moveTo>
                  <a:pt x="1770798" y="911628"/>
                </a:moveTo>
                <a:lnTo>
                  <a:pt x="1684471" y="825983"/>
                </a:lnTo>
                <a:moveTo>
                  <a:pt x="738277" y="803468"/>
                </a:moveTo>
                <a:lnTo>
                  <a:pt x="851604" y="797039"/>
                </a:lnTo>
                <a:moveTo>
                  <a:pt x="974785" y="494197"/>
                </a:moveTo>
                <a:lnTo>
                  <a:pt x="1093856" y="459438"/>
                </a:lnTo>
                <a:moveTo>
                  <a:pt x="892298" y="395832"/>
                </a:moveTo>
                <a:lnTo>
                  <a:pt x="772672" y="433114"/>
                </a:lnTo>
                <a:moveTo>
                  <a:pt x="892298" y="395832"/>
                </a:moveTo>
                <a:lnTo>
                  <a:pt x="974785" y="494197"/>
                </a:lnTo>
                <a:moveTo>
                  <a:pt x="1093856" y="459438"/>
                </a:moveTo>
                <a:lnTo>
                  <a:pt x="1154209" y="395502"/>
                </a:lnTo>
                <a:moveTo>
                  <a:pt x="1684471" y="825983"/>
                </a:moveTo>
                <a:lnTo>
                  <a:pt x="1633129" y="828009"/>
                </a:lnTo>
                <a:moveTo>
                  <a:pt x="772672" y="433114"/>
                </a:moveTo>
                <a:lnTo>
                  <a:pt x="700913" y="446754"/>
                </a:lnTo>
                <a:moveTo>
                  <a:pt x="1274632" y="930948"/>
                </a:moveTo>
                <a:lnTo>
                  <a:pt x="1259211" y="1043111"/>
                </a:lnTo>
                <a:moveTo>
                  <a:pt x="1259211" y="1043111"/>
                </a:moveTo>
                <a:lnTo>
                  <a:pt x="1314952" y="1133607"/>
                </a:lnTo>
                <a:moveTo>
                  <a:pt x="1154209" y="395502"/>
                </a:moveTo>
                <a:lnTo>
                  <a:pt x="1276356" y="406801"/>
                </a:lnTo>
                <a:moveTo>
                  <a:pt x="1276356" y="406801"/>
                </a:moveTo>
                <a:lnTo>
                  <a:pt x="1349784" y="329050"/>
                </a:lnTo>
                <a:moveTo>
                  <a:pt x="896401" y="351910"/>
                </a:moveTo>
                <a:lnTo>
                  <a:pt x="892298" y="395832"/>
                </a:lnTo>
                <a:moveTo>
                  <a:pt x="1349784" y="329050"/>
                </a:moveTo>
                <a:lnTo>
                  <a:pt x="1459429" y="349404"/>
                </a:lnTo>
                <a:moveTo>
                  <a:pt x="1314952" y="1133607"/>
                </a:moveTo>
                <a:lnTo>
                  <a:pt x="1265252" y="1222952"/>
                </a:lnTo>
                <a:moveTo>
                  <a:pt x="1633129" y="828009"/>
                </a:moveTo>
                <a:lnTo>
                  <a:pt x="1596652" y="729038"/>
                </a:lnTo>
                <a:moveTo>
                  <a:pt x="1227696" y="905743"/>
                </a:moveTo>
                <a:lnTo>
                  <a:pt x="1274632" y="930948"/>
                </a:lnTo>
                <a:moveTo>
                  <a:pt x="1633129" y="828009"/>
                </a:moveTo>
                <a:lnTo>
                  <a:pt x="1626707" y="915694"/>
                </a:lnTo>
                <a:moveTo>
                  <a:pt x="1349784" y="329050"/>
                </a:moveTo>
                <a:lnTo>
                  <a:pt x="1316350" y="231758"/>
                </a:lnTo>
                <a:moveTo>
                  <a:pt x="1241829" y="785933"/>
                </a:moveTo>
                <a:lnTo>
                  <a:pt x="1155974" y="706931"/>
                </a:lnTo>
                <a:moveTo>
                  <a:pt x="1596652" y="729038"/>
                </a:moveTo>
                <a:lnTo>
                  <a:pt x="1553464" y="718928"/>
                </a:lnTo>
                <a:moveTo>
                  <a:pt x="1241829" y="785933"/>
                </a:moveTo>
                <a:lnTo>
                  <a:pt x="1227696" y="905743"/>
                </a:lnTo>
                <a:moveTo>
                  <a:pt x="1227696" y="905743"/>
                </a:moveTo>
                <a:lnTo>
                  <a:pt x="1173558" y="975906"/>
                </a:lnTo>
                <a:moveTo>
                  <a:pt x="1355828" y="743320"/>
                </a:moveTo>
                <a:lnTo>
                  <a:pt x="1241829" y="785933"/>
                </a:lnTo>
                <a:moveTo>
                  <a:pt x="1441257" y="780526"/>
                </a:moveTo>
                <a:lnTo>
                  <a:pt x="1355828" y="743320"/>
                </a:lnTo>
                <a:moveTo>
                  <a:pt x="1553464" y="718928"/>
                </a:moveTo>
                <a:lnTo>
                  <a:pt x="1441257" y="780526"/>
                </a:lnTo>
                <a:moveTo>
                  <a:pt x="1553464" y="718928"/>
                </a:moveTo>
                <a:lnTo>
                  <a:pt x="1542708" y="594047"/>
                </a:lnTo>
                <a:moveTo>
                  <a:pt x="1542708" y="594047"/>
                </a:moveTo>
                <a:lnTo>
                  <a:pt x="1652367" y="532196"/>
                </a:lnTo>
                <a:moveTo>
                  <a:pt x="1441257" y="780526"/>
                </a:moveTo>
                <a:lnTo>
                  <a:pt x="1431117" y="862428"/>
                </a:lnTo>
                <a:moveTo>
                  <a:pt x="1542708" y="594047"/>
                </a:moveTo>
                <a:lnTo>
                  <a:pt x="1510246" y="5833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01" name="9wup_2_tuned_ExperimentalDensity">
            <a:extLst>
              <a:ext uri="{FF2B5EF4-FFF2-40B4-BE49-F238E27FC236}">
                <a16:creationId xmlns:a16="http://schemas.microsoft.com/office/drawing/2014/main" id="{24C3404B-09BB-4954-8F8F-1E985630C8EA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8222" y="323450"/>
                </a:moveTo>
                <a:lnTo>
                  <a:pt x="1710621" y="321727"/>
                </a:lnTo>
                <a:moveTo>
                  <a:pt x="1748222" y="323450"/>
                </a:moveTo>
                <a:lnTo>
                  <a:pt x="1714645" y="405363"/>
                </a:lnTo>
                <a:moveTo>
                  <a:pt x="1714747" y="406628"/>
                </a:moveTo>
                <a:lnTo>
                  <a:pt x="1748222" y="323450"/>
                </a:lnTo>
                <a:moveTo>
                  <a:pt x="1748222" y="323450"/>
                </a:moveTo>
                <a:lnTo>
                  <a:pt x="1720897" y="304521"/>
                </a:lnTo>
                <a:moveTo>
                  <a:pt x="1714645" y="405363"/>
                </a:moveTo>
                <a:lnTo>
                  <a:pt x="1710621" y="321727"/>
                </a:lnTo>
                <a:moveTo>
                  <a:pt x="1720897" y="304521"/>
                </a:moveTo>
                <a:lnTo>
                  <a:pt x="1710621" y="321727"/>
                </a:lnTo>
                <a:moveTo>
                  <a:pt x="1714403" y="406602"/>
                </a:moveTo>
                <a:lnTo>
                  <a:pt x="1714645" y="405363"/>
                </a:lnTo>
                <a:moveTo>
                  <a:pt x="1714747" y="406628"/>
                </a:moveTo>
                <a:lnTo>
                  <a:pt x="1714645" y="405363"/>
                </a:lnTo>
                <a:moveTo>
                  <a:pt x="1714747" y="406628"/>
                </a:moveTo>
                <a:lnTo>
                  <a:pt x="1714403" y="406602"/>
                </a:lnTo>
                <a:moveTo>
                  <a:pt x="1615092" y="400980"/>
                </a:moveTo>
                <a:lnTo>
                  <a:pt x="1710621" y="321727"/>
                </a:lnTo>
                <a:moveTo>
                  <a:pt x="1714645" y="405363"/>
                </a:moveTo>
                <a:lnTo>
                  <a:pt x="1615092" y="400980"/>
                </a:lnTo>
                <a:moveTo>
                  <a:pt x="1714403" y="406602"/>
                </a:moveTo>
                <a:lnTo>
                  <a:pt x="1615092" y="400980"/>
                </a:lnTo>
                <a:moveTo>
                  <a:pt x="1821728" y="330538"/>
                </a:moveTo>
                <a:lnTo>
                  <a:pt x="1748222" y="323450"/>
                </a:lnTo>
                <a:moveTo>
                  <a:pt x="1829213" y="751668"/>
                </a:moveTo>
                <a:lnTo>
                  <a:pt x="1823383" y="666550"/>
                </a:lnTo>
                <a:moveTo>
                  <a:pt x="1791423" y="413760"/>
                </a:moveTo>
                <a:lnTo>
                  <a:pt x="1748222" y="323450"/>
                </a:lnTo>
                <a:moveTo>
                  <a:pt x="1922846" y="864948"/>
                </a:moveTo>
                <a:lnTo>
                  <a:pt x="1896754" y="840573"/>
                </a:lnTo>
                <a:moveTo>
                  <a:pt x="1918977" y="673372"/>
                </a:moveTo>
                <a:lnTo>
                  <a:pt x="1823383" y="666550"/>
                </a:lnTo>
                <a:moveTo>
                  <a:pt x="1823383" y="666550"/>
                </a:moveTo>
                <a:lnTo>
                  <a:pt x="1839057" y="584167"/>
                </a:lnTo>
                <a:moveTo>
                  <a:pt x="1710621" y="321727"/>
                </a:moveTo>
                <a:lnTo>
                  <a:pt x="1641318" y="319938"/>
                </a:lnTo>
                <a:moveTo>
                  <a:pt x="1821728" y="330538"/>
                </a:moveTo>
                <a:lnTo>
                  <a:pt x="1720897" y="304521"/>
                </a:lnTo>
                <a:moveTo>
                  <a:pt x="1922846" y="864948"/>
                </a:moveTo>
                <a:lnTo>
                  <a:pt x="1950722" y="844473"/>
                </a:lnTo>
                <a:moveTo>
                  <a:pt x="1918977" y="673372"/>
                </a:moveTo>
                <a:lnTo>
                  <a:pt x="1829213" y="751668"/>
                </a:lnTo>
                <a:moveTo>
                  <a:pt x="1922846" y="864948"/>
                </a:moveTo>
                <a:lnTo>
                  <a:pt x="1845891" y="838167"/>
                </a:lnTo>
                <a:moveTo>
                  <a:pt x="1915727" y="589489"/>
                </a:moveTo>
                <a:lnTo>
                  <a:pt x="1823383" y="666550"/>
                </a:lnTo>
                <a:moveTo>
                  <a:pt x="1903370" y="756884"/>
                </a:moveTo>
                <a:lnTo>
                  <a:pt x="1829213" y="751668"/>
                </a:lnTo>
                <a:moveTo>
                  <a:pt x="1791423" y="413760"/>
                </a:moveTo>
                <a:lnTo>
                  <a:pt x="1714747" y="406628"/>
                </a:lnTo>
                <a:moveTo>
                  <a:pt x="1714403" y="406602"/>
                </a:moveTo>
                <a:lnTo>
                  <a:pt x="1645018" y="472669"/>
                </a:lnTo>
                <a:moveTo>
                  <a:pt x="1615092" y="400980"/>
                </a:moveTo>
                <a:lnTo>
                  <a:pt x="1641318" y="319938"/>
                </a:lnTo>
                <a:moveTo>
                  <a:pt x="1655865" y="297704"/>
                </a:moveTo>
                <a:lnTo>
                  <a:pt x="1710621" y="321727"/>
                </a:lnTo>
                <a:moveTo>
                  <a:pt x="1903370" y="756884"/>
                </a:moveTo>
                <a:lnTo>
                  <a:pt x="1918977" y="673372"/>
                </a:lnTo>
                <a:moveTo>
                  <a:pt x="1896754" y="840573"/>
                </a:moveTo>
                <a:lnTo>
                  <a:pt x="1903370" y="756884"/>
                </a:lnTo>
                <a:moveTo>
                  <a:pt x="1756549" y="496322"/>
                </a:moveTo>
                <a:lnTo>
                  <a:pt x="1714747" y="406628"/>
                </a:lnTo>
                <a:moveTo>
                  <a:pt x="1845891" y="838167"/>
                </a:moveTo>
                <a:lnTo>
                  <a:pt x="1829213" y="751668"/>
                </a:lnTo>
                <a:moveTo>
                  <a:pt x="1645018" y="472669"/>
                </a:moveTo>
                <a:lnTo>
                  <a:pt x="1615092" y="400980"/>
                </a:lnTo>
                <a:moveTo>
                  <a:pt x="1918977" y="673372"/>
                </a:moveTo>
                <a:lnTo>
                  <a:pt x="1915727" y="589489"/>
                </a:lnTo>
                <a:moveTo>
                  <a:pt x="1915727" y="589489"/>
                </a:moveTo>
                <a:lnTo>
                  <a:pt x="1839057" y="584167"/>
                </a:lnTo>
                <a:moveTo>
                  <a:pt x="1950722" y="844473"/>
                </a:moveTo>
                <a:lnTo>
                  <a:pt x="1896754" y="840573"/>
                </a:lnTo>
                <a:moveTo>
                  <a:pt x="1987443" y="848000"/>
                </a:moveTo>
                <a:lnTo>
                  <a:pt x="1922846" y="864948"/>
                </a:lnTo>
                <a:moveTo>
                  <a:pt x="1720897" y="304521"/>
                </a:moveTo>
                <a:lnTo>
                  <a:pt x="1655865" y="297704"/>
                </a:lnTo>
                <a:moveTo>
                  <a:pt x="1823383" y="666550"/>
                </a:moveTo>
                <a:lnTo>
                  <a:pt x="1755278" y="664914"/>
                </a:lnTo>
                <a:moveTo>
                  <a:pt x="1950722" y="844473"/>
                </a:moveTo>
                <a:lnTo>
                  <a:pt x="1903370" y="756884"/>
                </a:lnTo>
                <a:moveTo>
                  <a:pt x="1896754" y="840573"/>
                </a:moveTo>
                <a:lnTo>
                  <a:pt x="1845891" y="838167"/>
                </a:lnTo>
                <a:moveTo>
                  <a:pt x="2164526" y="857614"/>
                </a:moveTo>
                <a:lnTo>
                  <a:pt x="2155906" y="856961"/>
                </a:lnTo>
                <a:moveTo>
                  <a:pt x="1658369" y="490861"/>
                </a:moveTo>
                <a:lnTo>
                  <a:pt x="1714403" y="406602"/>
                </a:lnTo>
                <a:moveTo>
                  <a:pt x="1658369" y="490861"/>
                </a:moveTo>
                <a:lnTo>
                  <a:pt x="1714747" y="406628"/>
                </a:lnTo>
                <a:moveTo>
                  <a:pt x="1903370" y="756884"/>
                </a:moveTo>
                <a:lnTo>
                  <a:pt x="1845891" y="838167"/>
                </a:lnTo>
                <a:moveTo>
                  <a:pt x="1962776" y="677252"/>
                </a:moveTo>
                <a:lnTo>
                  <a:pt x="1918977" y="673372"/>
                </a:lnTo>
                <a:moveTo>
                  <a:pt x="1829213" y="751668"/>
                </a:moveTo>
                <a:lnTo>
                  <a:pt x="1755278" y="664914"/>
                </a:lnTo>
                <a:moveTo>
                  <a:pt x="1791423" y="413760"/>
                </a:moveTo>
                <a:lnTo>
                  <a:pt x="1821728" y="330538"/>
                </a:lnTo>
                <a:moveTo>
                  <a:pt x="1839057" y="584167"/>
                </a:moveTo>
                <a:lnTo>
                  <a:pt x="1763119" y="580841"/>
                </a:lnTo>
                <a:moveTo>
                  <a:pt x="553325" y="698698"/>
                </a:moveTo>
                <a:lnTo>
                  <a:pt x="558816" y="673981"/>
                </a:lnTo>
                <a:moveTo>
                  <a:pt x="1775647" y="274555"/>
                </a:moveTo>
                <a:lnTo>
                  <a:pt x="1720897" y="304521"/>
                </a:lnTo>
                <a:moveTo>
                  <a:pt x="748505" y="264264"/>
                </a:moveTo>
                <a:lnTo>
                  <a:pt x="747062" y="180417"/>
                </a:lnTo>
                <a:moveTo>
                  <a:pt x="558816" y="673981"/>
                </a:moveTo>
                <a:lnTo>
                  <a:pt x="558200" y="620075"/>
                </a:lnTo>
                <a:moveTo>
                  <a:pt x="2155906" y="856961"/>
                </a:moveTo>
                <a:lnTo>
                  <a:pt x="2069125" y="852506"/>
                </a:lnTo>
                <a:moveTo>
                  <a:pt x="1848501" y="839621"/>
                </a:moveTo>
                <a:lnTo>
                  <a:pt x="1829213" y="751668"/>
                </a:lnTo>
                <a:moveTo>
                  <a:pt x="1755278" y="664914"/>
                </a:moveTo>
                <a:lnTo>
                  <a:pt x="1839057" y="584167"/>
                </a:lnTo>
                <a:moveTo>
                  <a:pt x="1962776" y="677252"/>
                </a:moveTo>
                <a:lnTo>
                  <a:pt x="1915727" y="589489"/>
                </a:lnTo>
                <a:moveTo>
                  <a:pt x="1615092" y="400980"/>
                </a:moveTo>
                <a:lnTo>
                  <a:pt x="1557501" y="400681"/>
                </a:lnTo>
                <a:moveTo>
                  <a:pt x="566821" y="590320"/>
                </a:moveTo>
                <a:lnTo>
                  <a:pt x="560349" y="585401"/>
                </a:lnTo>
                <a:moveTo>
                  <a:pt x="1971686" y="762763"/>
                </a:moveTo>
                <a:lnTo>
                  <a:pt x="1918977" y="673372"/>
                </a:lnTo>
                <a:moveTo>
                  <a:pt x="2155906" y="856961"/>
                </a:moveTo>
                <a:lnTo>
                  <a:pt x="2138199" y="772792"/>
                </a:lnTo>
                <a:moveTo>
                  <a:pt x="2164526" y="857614"/>
                </a:moveTo>
                <a:lnTo>
                  <a:pt x="2138199" y="772792"/>
                </a:lnTo>
                <a:moveTo>
                  <a:pt x="1971686" y="762763"/>
                </a:moveTo>
                <a:lnTo>
                  <a:pt x="1903370" y="756884"/>
                </a:lnTo>
                <a:moveTo>
                  <a:pt x="558200" y="620075"/>
                </a:moveTo>
                <a:lnTo>
                  <a:pt x="557830" y="590143"/>
                </a:lnTo>
                <a:moveTo>
                  <a:pt x="473159" y="247557"/>
                </a:moveTo>
                <a:lnTo>
                  <a:pt x="461909" y="264316"/>
                </a:lnTo>
                <a:moveTo>
                  <a:pt x="557830" y="590143"/>
                </a:moveTo>
                <a:lnTo>
                  <a:pt x="560349" y="585401"/>
                </a:lnTo>
                <a:moveTo>
                  <a:pt x="473159" y="247557"/>
                </a:moveTo>
                <a:lnTo>
                  <a:pt x="464222" y="227010"/>
                </a:lnTo>
                <a:moveTo>
                  <a:pt x="1856907" y="872762"/>
                </a:moveTo>
                <a:lnTo>
                  <a:pt x="1845891" y="838167"/>
                </a:lnTo>
                <a:moveTo>
                  <a:pt x="1987443" y="848000"/>
                </a:moveTo>
                <a:lnTo>
                  <a:pt x="1950722" y="844473"/>
                </a:lnTo>
                <a:moveTo>
                  <a:pt x="1950722" y="844473"/>
                </a:moveTo>
                <a:lnTo>
                  <a:pt x="1971686" y="762763"/>
                </a:lnTo>
                <a:moveTo>
                  <a:pt x="1878412" y="525884"/>
                </a:moveTo>
                <a:lnTo>
                  <a:pt x="1839057" y="584167"/>
                </a:lnTo>
                <a:moveTo>
                  <a:pt x="1655865" y="297704"/>
                </a:moveTo>
                <a:lnTo>
                  <a:pt x="1641318" y="319938"/>
                </a:lnTo>
                <a:moveTo>
                  <a:pt x="1791423" y="413760"/>
                </a:moveTo>
                <a:lnTo>
                  <a:pt x="1756549" y="496322"/>
                </a:lnTo>
                <a:moveTo>
                  <a:pt x="2098405" y="939646"/>
                </a:moveTo>
                <a:lnTo>
                  <a:pt x="2155906" y="856961"/>
                </a:lnTo>
                <a:moveTo>
                  <a:pt x="1615092" y="400980"/>
                </a:moveTo>
                <a:lnTo>
                  <a:pt x="1574051" y="318409"/>
                </a:lnTo>
                <a:moveTo>
                  <a:pt x="697274" y="347074"/>
                </a:moveTo>
                <a:lnTo>
                  <a:pt x="748505" y="264264"/>
                </a:lnTo>
                <a:moveTo>
                  <a:pt x="1821728" y="330538"/>
                </a:moveTo>
                <a:lnTo>
                  <a:pt x="1775647" y="274555"/>
                </a:lnTo>
                <a:moveTo>
                  <a:pt x="1763119" y="580841"/>
                </a:moveTo>
                <a:lnTo>
                  <a:pt x="1752700" y="580209"/>
                </a:lnTo>
                <a:moveTo>
                  <a:pt x="748505" y="264264"/>
                </a:moveTo>
                <a:lnTo>
                  <a:pt x="691689" y="346771"/>
                </a:lnTo>
                <a:moveTo>
                  <a:pt x="2138199" y="772792"/>
                </a:moveTo>
                <a:lnTo>
                  <a:pt x="2069125" y="852506"/>
                </a:lnTo>
                <a:moveTo>
                  <a:pt x="1765476" y="497068"/>
                </a:moveTo>
                <a:lnTo>
                  <a:pt x="1791423" y="413760"/>
                </a:lnTo>
                <a:moveTo>
                  <a:pt x="1988254" y="764197"/>
                </a:moveTo>
                <a:lnTo>
                  <a:pt x="1950722" y="844473"/>
                </a:lnTo>
                <a:moveTo>
                  <a:pt x="1848501" y="839621"/>
                </a:moveTo>
                <a:lnTo>
                  <a:pt x="1845891" y="838167"/>
                </a:lnTo>
                <a:moveTo>
                  <a:pt x="1752700" y="580209"/>
                </a:moveTo>
                <a:lnTo>
                  <a:pt x="1756549" y="496322"/>
                </a:lnTo>
                <a:moveTo>
                  <a:pt x="1763119" y="580841"/>
                </a:moveTo>
                <a:lnTo>
                  <a:pt x="1754824" y="610425"/>
                </a:lnTo>
                <a:moveTo>
                  <a:pt x="1754824" y="610425"/>
                </a:moveTo>
                <a:lnTo>
                  <a:pt x="1752700" y="580209"/>
                </a:lnTo>
                <a:moveTo>
                  <a:pt x="1971686" y="762763"/>
                </a:moveTo>
                <a:lnTo>
                  <a:pt x="1962776" y="677252"/>
                </a:lnTo>
                <a:moveTo>
                  <a:pt x="1915727" y="589489"/>
                </a:moveTo>
                <a:lnTo>
                  <a:pt x="1878412" y="525884"/>
                </a:lnTo>
                <a:moveTo>
                  <a:pt x="1755278" y="664914"/>
                </a:moveTo>
                <a:lnTo>
                  <a:pt x="1763119" y="580841"/>
                </a:lnTo>
                <a:moveTo>
                  <a:pt x="558816" y="673981"/>
                </a:moveTo>
                <a:lnTo>
                  <a:pt x="585907" y="648380"/>
                </a:lnTo>
                <a:moveTo>
                  <a:pt x="2235184" y="864163"/>
                </a:moveTo>
                <a:lnTo>
                  <a:pt x="2164526" y="857614"/>
                </a:lnTo>
                <a:moveTo>
                  <a:pt x="2069125" y="852506"/>
                </a:moveTo>
                <a:lnTo>
                  <a:pt x="1987443" y="848000"/>
                </a:lnTo>
                <a:moveTo>
                  <a:pt x="1763119" y="580841"/>
                </a:moveTo>
                <a:lnTo>
                  <a:pt x="1765476" y="497068"/>
                </a:lnTo>
                <a:moveTo>
                  <a:pt x="1765476" y="497068"/>
                </a:moveTo>
                <a:lnTo>
                  <a:pt x="1752700" y="580209"/>
                </a:lnTo>
                <a:moveTo>
                  <a:pt x="1865054" y="504671"/>
                </a:moveTo>
                <a:lnTo>
                  <a:pt x="1839057" y="584167"/>
                </a:lnTo>
                <a:moveTo>
                  <a:pt x="585907" y="648380"/>
                </a:moveTo>
                <a:lnTo>
                  <a:pt x="566821" y="590320"/>
                </a:lnTo>
                <a:moveTo>
                  <a:pt x="560349" y="585401"/>
                </a:moveTo>
                <a:lnTo>
                  <a:pt x="578634" y="508173"/>
                </a:lnTo>
                <a:moveTo>
                  <a:pt x="2002990" y="680668"/>
                </a:moveTo>
                <a:lnTo>
                  <a:pt x="1962776" y="677252"/>
                </a:lnTo>
                <a:moveTo>
                  <a:pt x="1755278" y="664914"/>
                </a:moveTo>
                <a:lnTo>
                  <a:pt x="1754824" y="610425"/>
                </a:lnTo>
                <a:moveTo>
                  <a:pt x="477807" y="333621"/>
                </a:moveTo>
                <a:lnTo>
                  <a:pt x="473159" y="247557"/>
                </a:lnTo>
                <a:moveTo>
                  <a:pt x="1988166" y="596105"/>
                </a:moveTo>
                <a:lnTo>
                  <a:pt x="1915727" y="589489"/>
                </a:lnTo>
                <a:moveTo>
                  <a:pt x="1765476" y="497068"/>
                </a:moveTo>
                <a:lnTo>
                  <a:pt x="1756549" y="496322"/>
                </a:lnTo>
                <a:moveTo>
                  <a:pt x="557830" y="590143"/>
                </a:moveTo>
                <a:lnTo>
                  <a:pt x="578634" y="508173"/>
                </a:lnTo>
                <a:moveTo>
                  <a:pt x="1750405" y="580590"/>
                </a:moveTo>
                <a:lnTo>
                  <a:pt x="1752700" y="580209"/>
                </a:lnTo>
                <a:moveTo>
                  <a:pt x="2093847" y="940028"/>
                </a:moveTo>
                <a:lnTo>
                  <a:pt x="2155906" y="856961"/>
                </a:lnTo>
                <a:moveTo>
                  <a:pt x="585907" y="648380"/>
                </a:moveTo>
                <a:lnTo>
                  <a:pt x="558200" y="620075"/>
                </a:lnTo>
                <a:moveTo>
                  <a:pt x="2164526" y="857614"/>
                </a:moveTo>
                <a:lnTo>
                  <a:pt x="2204445" y="778314"/>
                </a:lnTo>
                <a:moveTo>
                  <a:pt x="1658369" y="490861"/>
                </a:moveTo>
                <a:lnTo>
                  <a:pt x="1645018" y="472669"/>
                </a:lnTo>
                <a:moveTo>
                  <a:pt x="1754824" y="610425"/>
                </a:moveTo>
                <a:lnTo>
                  <a:pt x="1750405" y="580590"/>
                </a:lnTo>
                <a:moveTo>
                  <a:pt x="2069125" y="852506"/>
                </a:moveTo>
                <a:lnTo>
                  <a:pt x="2085517" y="770214"/>
                </a:lnTo>
                <a:moveTo>
                  <a:pt x="2069125" y="852506"/>
                </a:moveTo>
                <a:lnTo>
                  <a:pt x="1988254" y="764197"/>
                </a:lnTo>
                <a:moveTo>
                  <a:pt x="1992665" y="591909"/>
                </a:moveTo>
                <a:lnTo>
                  <a:pt x="1915727" y="589489"/>
                </a:lnTo>
                <a:moveTo>
                  <a:pt x="1752700" y="580209"/>
                </a:moveTo>
                <a:lnTo>
                  <a:pt x="1658369" y="490861"/>
                </a:lnTo>
                <a:moveTo>
                  <a:pt x="461909" y="264316"/>
                </a:moveTo>
                <a:lnTo>
                  <a:pt x="438848" y="246880"/>
                </a:lnTo>
                <a:moveTo>
                  <a:pt x="1856907" y="872762"/>
                </a:moveTo>
                <a:lnTo>
                  <a:pt x="1848501" y="839621"/>
                </a:lnTo>
                <a:moveTo>
                  <a:pt x="477807" y="333621"/>
                </a:moveTo>
                <a:lnTo>
                  <a:pt x="461909" y="264316"/>
                </a:lnTo>
                <a:moveTo>
                  <a:pt x="438848" y="246880"/>
                </a:moveTo>
                <a:lnTo>
                  <a:pt x="464222" y="227010"/>
                </a:lnTo>
                <a:moveTo>
                  <a:pt x="1756549" y="496322"/>
                </a:moveTo>
                <a:lnTo>
                  <a:pt x="1658369" y="490861"/>
                </a:lnTo>
                <a:moveTo>
                  <a:pt x="558919" y="254887"/>
                </a:moveTo>
                <a:lnTo>
                  <a:pt x="473159" y="247557"/>
                </a:lnTo>
                <a:moveTo>
                  <a:pt x="2138199" y="772792"/>
                </a:moveTo>
                <a:lnTo>
                  <a:pt x="2085517" y="770214"/>
                </a:lnTo>
                <a:moveTo>
                  <a:pt x="1645018" y="472669"/>
                </a:moveTo>
                <a:lnTo>
                  <a:pt x="1557501" y="400681"/>
                </a:lnTo>
                <a:moveTo>
                  <a:pt x="2209669" y="909481"/>
                </a:moveTo>
                <a:lnTo>
                  <a:pt x="2155906" y="856961"/>
                </a:lnTo>
                <a:moveTo>
                  <a:pt x="1962776" y="677252"/>
                </a:moveTo>
                <a:lnTo>
                  <a:pt x="1988166" y="596105"/>
                </a:lnTo>
                <a:moveTo>
                  <a:pt x="594138" y="709055"/>
                </a:moveTo>
                <a:lnTo>
                  <a:pt x="558816" y="673981"/>
                </a:lnTo>
                <a:moveTo>
                  <a:pt x="2002990" y="680668"/>
                </a:moveTo>
                <a:lnTo>
                  <a:pt x="1971686" y="762763"/>
                </a:lnTo>
                <a:moveTo>
                  <a:pt x="2209669" y="909481"/>
                </a:moveTo>
                <a:lnTo>
                  <a:pt x="2164526" y="857614"/>
                </a:lnTo>
                <a:moveTo>
                  <a:pt x="1995617" y="596703"/>
                </a:moveTo>
                <a:lnTo>
                  <a:pt x="1962776" y="677252"/>
                </a:lnTo>
                <a:moveTo>
                  <a:pt x="594138" y="709055"/>
                </a:moveTo>
                <a:lnTo>
                  <a:pt x="553325" y="698698"/>
                </a:lnTo>
                <a:moveTo>
                  <a:pt x="2222960" y="780103"/>
                </a:moveTo>
                <a:lnTo>
                  <a:pt x="2164526" y="857614"/>
                </a:lnTo>
                <a:moveTo>
                  <a:pt x="1987443" y="848000"/>
                </a:moveTo>
                <a:lnTo>
                  <a:pt x="1988254" y="764197"/>
                </a:lnTo>
                <a:moveTo>
                  <a:pt x="1988254" y="764197"/>
                </a:moveTo>
                <a:lnTo>
                  <a:pt x="1971686" y="762763"/>
                </a:lnTo>
                <a:moveTo>
                  <a:pt x="1750405" y="580590"/>
                </a:moveTo>
                <a:lnTo>
                  <a:pt x="1658369" y="490861"/>
                </a:lnTo>
                <a:moveTo>
                  <a:pt x="2138199" y="772792"/>
                </a:moveTo>
                <a:lnTo>
                  <a:pt x="2124919" y="688711"/>
                </a:lnTo>
                <a:moveTo>
                  <a:pt x="593836" y="678860"/>
                </a:moveTo>
                <a:lnTo>
                  <a:pt x="553325" y="698698"/>
                </a:lnTo>
                <a:moveTo>
                  <a:pt x="539499" y="338324"/>
                </a:moveTo>
                <a:lnTo>
                  <a:pt x="473159" y="247557"/>
                </a:lnTo>
                <a:moveTo>
                  <a:pt x="1799590" y="754838"/>
                </a:moveTo>
                <a:lnTo>
                  <a:pt x="1829213" y="751668"/>
                </a:lnTo>
                <a:moveTo>
                  <a:pt x="648402" y="513749"/>
                </a:moveTo>
                <a:lnTo>
                  <a:pt x="566821" y="590320"/>
                </a:lnTo>
                <a:moveTo>
                  <a:pt x="2083817" y="939359"/>
                </a:moveTo>
                <a:lnTo>
                  <a:pt x="2069125" y="852506"/>
                </a:lnTo>
                <a:moveTo>
                  <a:pt x="1775647" y="274555"/>
                </a:moveTo>
                <a:lnTo>
                  <a:pt x="1655865" y="297704"/>
                </a:lnTo>
                <a:moveTo>
                  <a:pt x="558919" y="254887"/>
                </a:moveTo>
                <a:lnTo>
                  <a:pt x="464222" y="227010"/>
                </a:lnTo>
                <a:moveTo>
                  <a:pt x="2085517" y="770214"/>
                </a:moveTo>
                <a:lnTo>
                  <a:pt x="2002990" y="680668"/>
                </a:lnTo>
                <a:moveTo>
                  <a:pt x="1988254" y="764197"/>
                </a:moveTo>
                <a:lnTo>
                  <a:pt x="2002990" y="680668"/>
                </a:lnTo>
                <a:moveTo>
                  <a:pt x="1641318" y="319938"/>
                </a:moveTo>
                <a:lnTo>
                  <a:pt x="1574051" y="318409"/>
                </a:lnTo>
                <a:moveTo>
                  <a:pt x="593836" y="678860"/>
                </a:moveTo>
                <a:lnTo>
                  <a:pt x="558200" y="620075"/>
                </a:lnTo>
                <a:moveTo>
                  <a:pt x="578634" y="508173"/>
                </a:moveTo>
                <a:lnTo>
                  <a:pt x="543470" y="506040"/>
                </a:lnTo>
                <a:moveTo>
                  <a:pt x="543470" y="506040"/>
                </a:moveTo>
                <a:lnTo>
                  <a:pt x="472118" y="501651"/>
                </a:lnTo>
                <a:moveTo>
                  <a:pt x="648402" y="513749"/>
                </a:moveTo>
                <a:lnTo>
                  <a:pt x="560349" y="585401"/>
                </a:lnTo>
                <a:moveTo>
                  <a:pt x="553325" y="698698"/>
                </a:moveTo>
                <a:lnTo>
                  <a:pt x="586671" y="712381"/>
                </a:lnTo>
                <a:moveTo>
                  <a:pt x="2085517" y="770214"/>
                </a:moveTo>
                <a:lnTo>
                  <a:pt x="1988254" y="764197"/>
                </a:lnTo>
                <a:moveTo>
                  <a:pt x="629979" y="597204"/>
                </a:moveTo>
                <a:lnTo>
                  <a:pt x="566821" y="590320"/>
                </a:lnTo>
                <a:moveTo>
                  <a:pt x="2204445" y="778314"/>
                </a:moveTo>
                <a:lnTo>
                  <a:pt x="2138199" y="772792"/>
                </a:lnTo>
                <a:moveTo>
                  <a:pt x="697274" y="347074"/>
                </a:moveTo>
                <a:lnTo>
                  <a:pt x="691689" y="346771"/>
                </a:lnTo>
                <a:moveTo>
                  <a:pt x="1865054" y="504671"/>
                </a:moveTo>
                <a:lnTo>
                  <a:pt x="1763119" y="580841"/>
                </a:lnTo>
                <a:moveTo>
                  <a:pt x="697274" y="347074"/>
                </a:moveTo>
                <a:lnTo>
                  <a:pt x="692977" y="355047"/>
                </a:lnTo>
                <a:moveTo>
                  <a:pt x="543470" y="506040"/>
                </a:moveTo>
                <a:lnTo>
                  <a:pt x="476707" y="417858"/>
                </a:lnTo>
                <a:moveTo>
                  <a:pt x="1946683" y="931016"/>
                </a:moveTo>
                <a:lnTo>
                  <a:pt x="1856907" y="872762"/>
                </a:lnTo>
                <a:moveTo>
                  <a:pt x="692977" y="355047"/>
                </a:moveTo>
                <a:lnTo>
                  <a:pt x="691689" y="346771"/>
                </a:lnTo>
                <a:moveTo>
                  <a:pt x="472118" y="501651"/>
                </a:moveTo>
                <a:lnTo>
                  <a:pt x="476707" y="417858"/>
                </a:lnTo>
                <a:moveTo>
                  <a:pt x="1846050" y="420477"/>
                </a:moveTo>
                <a:lnTo>
                  <a:pt x="1821728" y="330538"/>
                </a:lnTo>
                <a:moveTo>
                  <a:pt x="795028" y="270821"/>
                </a:moveTo>
                <a:lnTo>
                  <a:pt x="748505" y="264264"/>
                </a:lnTo>
                <a:moveTo>
                  <a:pt x="691689" y="346771"/>
                </a:moveTo>
                <a:lnTo>
                  <a:pt x="589075" y="256369"/>
                </a:lnTo>
                <a:moveTo>
                  <a:pt x="2124919" y="688711"/>
                </a:moveTo>
                <a:lnTo>
                  <a:pt x="2085517" y="770214"/>
                </a:lnTo>
                <a:moveTo>
                  <a:pt x="476707" y="417858"/>
                </a:moveTo>
                <a:lnTo>
                  <a:pt x="477807" y="333621"/>
                </a:lnTo>
                <a:moveTo>
                  <a:pt x="1865054" y="504671"/>
                </a:moveTo>
                <a:lnTo>
                  <a:pt x="1765476" y="497068"/>
                </a:lnTo>
                <a:moveTo>
                  <a:pt x="2002990" y="680668"/>
                </a:moveTo>
                <a:lnTo>
                  <a:pt x="1995617" y="596703"/>
                </a:lnTo>
                <a:moveTo>
                  <a:pt x="1987484" y="933526"/>
                </a:moveTo>
                <a:lnTo>
                  <a:pt x="1987443" y="848000"/>
                </a:lnTo>
                <a:moveTo>
                  <a:pt x="2097168" y="687319"/>
                </a:moveTo>
                <a:lnTo>
                  <a:pt x="2002990" y="680668"/>
                </a:lnTo>
                <a:moveTo>
                  <a:pt x="2098405" y="939646"/>
                </a:moveTo>
                <a:lnTo>
                  <a:pt x="2089199" y="943733"/>
                </a:lnTo>
                <a:moveTo>
                  <a:pt x="2085517" y="770214"/>
                </a:moveTo>
                <a:lnTo>
                  <a:pt x="2097168" y="687319"/>
                </a:lnTo>
                <a:moveTo>
                  <a:pt x="578634" y="508173"/>
                </a:moveTo>
                <a:lnTo>
                  <a:pt x="534399" y="422042"/>
                </a:lnTo>
                <a:moveTo>
                  <a:pt x="543470" y="506040"/>
                </a:moveTo>
                <a:lnTo>
                  <a:pt x="534399" y="422042"/>
                </a:lnTo>
                <a:moveTo>
                  <a:pt x="792677" y="186955"/>
                </a:moveTo>
                <a:lnTo>
                  <a:pt x="748505" y="264264"/>
                </a:lnTo>
                <a:moveTo>
                  <a:pt x="2093847" y="940028"/>
                </a:moveTo>
                <a:lnTo>
                  <a:pt x="2098405" y="939646"/>
                </a:lnTo>
                <a:moveTo>
                  <a:pt x="1590509" y="296125"/>
                </a:moveTo>
                <a:lnTo>
                  <a:pt x="1641318" y="319938"/>
                </a:lnTo>
                <a:moveTo>
                  <a:pt x="1645018" y="472669"/>
                </a:moveTo>
                <a:lnTo>
                  <a:pt x="1581393" y="443155"/>
                </a:lnTo>
                <a:moveTo>
                  <a:pt x="589075" y="256369"/>
                </a:moveTo>
                <a:lnTo>
                  <a:pt x="558919" y="254887"/>
                </a:lnTo>
                <a:moveTo>
                  <a:pt x="703675" y="432673"/>
                </a:moveTo>
                <a:lnTo>
                  <a:pt x="697274" y="347074"/>
                </a:lnTo>
                <a:moveTo>
                  <a:pt x="2124919" y="688711"/>
                </a:moveTo>
                <a:lnTo>
                  <a:pt x="2097168" y="687319"/>
                </a:lnTo>
                <a:moveTo>
                  <a:pt x="1815888" y="335114"/>
                </a:moveTo>
                <a:lnTo>
                  <a:pt x="1821728" y="330538"/>
                </a:lnTo>
                <a:moveTo>
                  <a:pt x="534399" y="422042"/>
                </a:moveTo>
                <a:lnTo>
                  <a:pt x="476707" y="417858"/>
                </a:lnTo>
                <a:moveTo>
                  <a:pt x="1992665" y="591909"/>
                </a:moveTo>
                <a:lnTo>
                  <a:pt x="1878412" y="525884"/>
                </a:lnTo>
                <a:moveTo>
                  <a:pt x="1846050" y="420477"/>
                </a:moveTo>
                <a:lnTo>
                  <a:pt x="1791423" y="413760"/>
                </a:lnTo>
                <a:moveTo>
                  <a:pt x="659816" y="430154"/>
                </a:moveTo>
                <a:lnTo>
                  <a:pt x="578634" y="508173"/>
                </a:lnTo>
                <a:moveTo>
                  <a:pt x="1995617" y="596703"/>
                </a:moveTo>
                <a:lnTo>
                  <a:pt x="1988166" y="596105"/>
                </a:lnTo>
                <a:moveTo>
                  <a:pt x="703675" y="432673"/>
                </a:moveTo>
                <a:lnTo>
                  <a:pt x="692977" y="355047"/>
                </a:lnTo>
                <a:moveTo>
                  <a:pt x="648402" y="513749"/>
                </a:moveTo>
                <a:lnTo>
                  <a:pt x="578634" y="508173"/>
                </a:lnTo>
                <a:moveTo>
                  <a:pt x="578634" y="508173"/>
                </a:moveTo>
                <a:lnTo>
                  <a:pt x="600075" y="426522"/>
                </a:lnTo>
                <a:moveTo>
                  <a:pt x="2089199" y="943733"/>
                </a:moveTo>
                <a:lnTo>
                  <a:pt x="2083817" y="939359"/>
                </a:lnTo>
                <a:moveTo>
                  <a:pt x="1878412" y="525884"/>
                </a:moveTo>
                <a:lnTo>
                  <a:pt x="1865054" y="504671"/>
                </a:lnTo>
                <a:moveTo>
                  <a:pt x="539499" y="338324"/>
                </a:moveTo>
                <a:lnTo>
                  <a:pt x="477807" y="333621"/>
                </a:lnTo>
                <a:moveTo>
                  <a:pt x="691689" y="346771"/>
                </a:moveTo>
                <a:lnTo>
                  <a:pt x="600932" y="342255"/>
                </a:lnTo>
                <a:moveTo>
                  <a:pt x="1992665" y="591909"/>
                </a:moveTo>
                <a:lnTo>
                  <a:pt x="1988166" y="596105"/>
                </a:lnTo>
                <a:moveTo>
                  <a:pt x="2093847" y="940028"/>
                </a:moveTo>
                <a:lnTo>
                  <a:pt x="2089199" y="943733"/>
                </a:lnTo>
                <a:moveTo>
                  <a:pt x="539499" y="338324"/>
                </a:moveTo>
                <a:lnTo>
                  <a:pt x="476707" y="417858"/>
                </a:lnTo>
                <a:moveTo>
                  <a:pt x="600075" y="426522"/>
                </a:moveTo>
                <a:lnTo>
                  <a:pt x="691689" y="346771"/>
                </a:lnTo>
                <a:moveTo>
                  <a:pt x="2097168" y="687319"/>
                </a:moveTo>
                <a:lnTo>
                  <a:pt x="1995617" y="596703"/>
                </a:lnTo>
                <a:moveTo>
                  <a:pt x="659816" y="430154"/>
                </a:moveTo>
                <a:lnTo>
                  <a:pt x="692977" y="355047"/>
                </a:lnTo>
                <a:moveTo>
                  <a:pt x="789626" y="438353"/>
                </a:moveTo>
                <a:lnTo>
                  <a:pt x="697274" y="347074"/>
                </a:lnTo>
                <a:moveTo>
                  <a:pt x="792677" y="186955"/>
                </a:moveTo>
                <a:lnTo>
                  <a:pt x="747062" y="180417"/>
                </a:lnTo>
                <a:moveTo>
                  <a:pt x="558200" y="620075"/>
                </a:moveTo>
                <a:lnTo>
                  <a:pt x="510289" y="590883"/>
                </a:lnTo>
                <a:moveTo>
                  <a:pt x="593836" y="678860"/>
                </a:moveTo>
                <a:lnTo>
                  <a:pt x="585907" y="648380"/>
                </a:lnTo>
                <a:moveTo>
                  <a:pt x="692977" y="355047"/>
                </a:moveTo>
                <a:lnTo>
                  <a:pt x="600075" y="426522"/>
                </a:lnTo>
                <a:moveTo>
                  <a:pt x="1995617" y="596703"/>
                </a:moveTo>
                <a:lnTo>
                  <a:pt x="1992665" y="591909"/>
                </a:lnTo>
                <a:moveTo>
                  <a:pt x="600932" y="342255"/>
                </a:moveTo>
                <a:lnTo>
                  <a:pt x="589075" y="256369"/>
                </a:lnTo>
                <a:moveTo>
                  <a:pt x="2093847" y="940028"/>
                </a:moveTo>
                <a:lnTo>
                  <a:pt x="2083817" y="939359"/>
                </a:lnTo>
                <a:moveTo>
                  <a:pt x="557830" y="590143"/>
                </a:moveTo>
                <a:lnTo>
                  <a:pt x="510289" y="590883"/>
                </a:lnTo>
                <a:moveTo>
                  <a:pt x="461909" y="264316"/>
                </a:moveTo>
                <a:lnTo>
                  <a:pt x="407318" y="247305"/>
                </a:lnTo>
                <a:moveTo>
                  <a:pt x="1557501" y="400681"/>
                </a:moveTo>
                <a:lnTo>
                  <a:pt x="1574051" y="318409"/>
                </a:lnTo>
                <a:moveTo>
                  <a:pt x="578634" y="508173"/>
                </a:moveTo>
                <a:lnTo>
                  <a:pt x="497078" y="550186"/>
                </a:lnTo>
                <a:moveTo>
                  <a:pt x="2235184" y="864163"/>
                </a:moveTo>
                <a:lnTo>
                  <a:pt x="2209669" y="909481"/>
                </a:lnTo>
                <a:moveTo>
                  <a:pt x="543470" y="506040"/>
                </a:moveTo>
                <a:lnTo>
                  <a:pt x="497078" y="550186"/>
                </a:lnTo>
                <a:moveTo>
                  <a:pt x="2124919" y="688711"/>
                </a:moveTo>
                <a:lnTo>
                  <a:pt x="2111408" y="604626"/>
                </a:lnTo>
                <a:moveTo>
                  <a:pt x="497078" y="550186"/>
                </a:moveTo>
                <a:lnTo>
                  <a:pt x="472118" y="501651"/>
                </a:lnTo>
                <a:moveTo>
                  <a:pt x="1846050" y="420477"/>
                </a:moveTo>
                <a:lnTo>
                  <a:pt x="1765476" y="497068"/>
                </a:lnTo>
                <a:moveTo>
                  <a:pt x="539499" y="338324"/>
                </a:moveTo>
                <a:lnTo>
                  <a:pt x="558919" y="254887"/>
                </a:lnTo>
                <a:moveTo>
                  <a:pt x="629979" y="597204"/>
                </a:moveTo>
                <a:lnTo>
                  <a:pt x="585907" y="648380"/>
                </a:lnTo>
                <a:moveTo>
                  <a:pt x="1987484" y="933526"/>
                </a:moveTo>
                <a:lnTo>
                  <a:pt x="1946683" y="931016"/>
                </a:lnTo>
                <a:moveTo>
                  <a:pt x="914353" y="867301"/>
                </a:moveTo>
                <a:lnTo>
                  <a:pt x="886788" y="865004"/>
                </a:lnTo>
                <a:moveTo>
                  <a:pt x="2208751" y="696004"/>
                </a:moveTo>
                <a:lnTo>
                  <a:pt x="2138199" y="772792"/>
                </a:lnTo>
                <a:moveTo>
                  <a:pt x="517754" y="216673"/>
                </a:moveTo>
                <a:lnTo>
                  <a:pt x="464222" y="227010"/>
                </a:lnTo>
                <a:moveTo>
                  <a:pt x="2235184" y="864163"/>
                </a:moveTo>
                <a:lnTo>
                  <a:pt x="2222960" y="780103"/>
                </a:lnTo>
                <a:moveTo>
                  <a:pt x="1799590" y="754838"/>
                </a:moveTo>
                <a:lnTo>
                  <a:pt x="1755278" y="664914"/>
                </a:lnTo>
                <a:moveTo>
                  <a:pt x="1655865" y="297704"/>
                </a:moveTo>
                <a:lnTo>
                  <a:pt x="1590509" y="296125"/>
                </a:lnTo>
                <a:moveTo>
                  <a:pt x="600932" y="342255"/>
                </a:moveTo>
                <a:lnTo>
                  <a:pt x="558919" y="254887"/>
                </a:lnTo>
                <a:moveTo>
                  <a:pt x="1798802" y="754207"/>
                </a:moveTo>
                <a:lnTo>
                  <a:pt x="1755278" y="664914"/>
                </a:lnTo>
                <a:moveTo>
                  <a:pt x="787407" y="354490"/>
                </a:moveTo>
                <a:lnTo>
                  <a:pt x="697274" y="347074"/>
                </a:lnTo>
                <a:moveTo>
                  <a:pt x="534399" y="422042"/>
                </a:moveTo>
                <a:lnTo>
                  <a:pt x="539499" y="338324"/>
                </a:lnTo>
                <a:moveTo>
                  <a:pt x="886788" y="865004"/>
                </a:moveTo>
                <a:lnTo>
                  <a:pt x="878276" y="781017"/>
                </a:lnTo>
                <a:moveTo>
                  <a:pt x="795028" y="270821"/>
                </a:moveTo>
                <a:lnTo>
                  <a:pt x="697274" y="347074"/>
                </a:lnTo>
                <a:moveTo>
                  <a:pt x="2109906" y="604562"/>
                </a:moveTo>
                <a:lnTo>
                  <a:pt x="1995617" y="596703"/>
                </a:lnTo>
                <a:moveTo>
                  <a:pt x="2209669" y="909481"/>
                </a:moveTo>
                <a:lnTo>
                  <a:pt x="2093847" y="940028"/>
                </a:lnTo>
                <a:moveTo>
                  <a:pt x="2111408" y="604626"/>
                </a:moveTo>
                <a:lnTo>
                  <a:pt x="2097168" y="687319"/>
                </a:lnTo>
                <a:moveTo>
                  <a:pt x="2110336" y="602804"/>
                </a:moveTo>
                <a:lnTo>
                  <a:pt x="1995617" y="596703"/>
                </a:lnTo>
                <a:moveTo>
                  <a:pt x="1750405" y="580590"/>
                </a:moveTo>
                <a:lnTo>
                  <a:pt x="1694057" y="534815"/>
                </a:lnTo>
                <a:moveTo>
                  <a:pt x="600075" y="426522"/>
                </a:moveTo>
                <a:lnTo>
                  <a:pt x="534399" y="422042"/>
                </a:lnTo>
                <a:moveTo>
                  <a:pt x="1909242" y="881734"/>
                </a:moveTo>
                <a:lnTo>
                  <a:pt x="1856907" y="872762"/>
                </a:lnTo>
                <a:moveTo>
                  <a:pt x="2097168" y="687319"/>
                </a:moveTo>
                <a:lnTo>
                  <a:pt x="2109906" y="604562"/>
                </a:lnTo>
                <a:moveTo>
                  <a:pt x="886788" y="865004"/>
                </a:moveTo>
                <a:lnTo>
                  <a:pt x="811495" y="861245"/>
                </a:lnTo>
                <a:moveTo>
                  <a:pt x="703675" y="432673"/>
                </a:moveTo>
                <a:lnTo>
                  <a:pt x="659816" y="430154"/>
                </a:lnTo>
                <a:moveTo>
                  <a:pt x="2222960" y="780103"/>
                </a:moveTo>
                <a:lnTo>
                  <a:pt x="2204445" y="778314"/>
                </a:lnTo>
                <a:moveTo>
                  <a:pt x="591969" y="762999"/>
                </a:moveTo>
                <a:lnTo>
                  <a:pt x="594138" y="709055"/>
                </a:lnTo>
                <a:moveTo>
                  <a:pt x="594138" y="709055"/>
                </a:moveTo>
                <a:lnTo>
                  <a:pt x="593836" y="678860"/>
                </a:lnTo>
                <a:moveTo>
                  <a:pt x="2110336" y="602804"/>
                </a:moveTo>
                <a:lnTo>
                  <a:pt x="1992665" y="591909"/>
                </a:lnTo>
                <a:moveTo>
                  <a:pt x="1904074" y="508058"/>
                </a:moveTo>
                <a:lnTo>
                  <a:pt x="1878412" y="525884"/>
                </a:lnTo>
                <a:moveTo>
                  <a:pt x="706434" y="517401"/>
                </a:moveTo>
                <a:lnTo>
                  <a:pt x="703675" y="432673"/>
                </a:lnTo>
                <a:moveTo>
                  <a:pt x="1581393" y="443155"/>
                </a:moveTo>
                <a:lnTo>
                  <a:pt x="1557501" y="400681"/>
                </a:lnTo>
                <a:moveTo>
                  <a:pt x="1848501" y="839621"/>
                </a:moveTo>
                <a:lnTo>
                  <a:pt x="1799590" y="754838"/>
                </a:lnTo>
                <a:moveTo>
                  <a:pt x="600932" y="342255"/>
                </a:moveTo>
                <a:lnTo>
                  <a:pt x="539499" y="338324"/>
                </a:lnTo>
                <a:moveTo>
                  <a:pt x="607786" y="680586"/>
                </a:moveTo>
                <a:lnTo>
                  <a:pt x="585907" y="648380"/>
                </a:lnTo>
                <a:moveTo>
                  <a:pt x="789626" y="438353"/>
                </a:moveTo>
                <a:lnTo>
                  <a:pt x="703675" y="432673"/>
                </a:lnTo>
                <a:moveTo>
                  <a:pt x="600075" y="426522"/>
                </a:moveTo>
                <a:lnTo>
                  <a:pt x="539499" y="338324"/>
                </a:lnTo>
                <a:moveTo>
                  <a:pt x="1694057" y="534815"/>
                </a:moveTo>
                <a:lnTo>
                  <a:pt x="1658369" y="490861"/>
                </a:lnTo>
                <a:moveTo>
                  <a:pt x="784574" y="522073"/>
                </a:moveTo>
                <a:lnTo>
                  <a:pt x="706434" y="517401"/>
                </a:lnTo>
                <a:moveTo>
                  <a:pt x="648402" y="513749"/>
                </a:moveTo>
                <a:lnTo>
                  <a:pt x="659816" y="430154"/>
                </a:lnTo>
                <a:moveTo>
                  <a:pt x="784574" y="522073"/>
                </a:moveTo>
                <a:lnTo>
                  <a:pt x="789626" y="438353"/>
                </a:lnTo>
                <a:moveTo>
                  <a:pt x="659816" y="430154"/>
                </a:moveTo>
                <a:lnTo>
                  <a:pt x="600075" y="426522"/>
                </a:lnTo>
                <a:moveTo>
                  <a:pt x="847611" y="948051"/>
                </a:moveTo>
                <a:lnTo>
                  <a:pt x="886788" y="865004"/>
                </a:lnTo>
                <a:moveTo>
                  <a:pt x="706434" y="517401"/>
                </a:moveTo>
                <a:lnTo>
                  <a:pt x="659816" y="430154"/>
                </a:lnTo>
                <a:moveTo>
                  <a:pt x="600075" y="426522"/>
                </a:moveTo>
                <a:lnTo>
                  <a:pt x="600932" y="342255"/>
                </a:lnTo>
                <a:moveTo>
                  <a:pt x="2218965" y="759546"/>
                </a:moveTo>
                <a:lnTo>
                  <a:pt x="2204445" y="778314"/>
                </a:lnTo>
                <a:moveTo>
                  <a:pt x="2235184" y="864163"/>
                </a:moveTo>
                <a:lnTo>
                  <a:pt x="2223753" y="780769"/>
                </a:lnTo>
                <a:moveTo>
                  <a:pt x="706434" y="517401"/>
                </a:moveTo>
                <a:lnTo>
                  <a:pt x="648402" y="513749"/>
                </a:lnTo>
                <a:moveTo>
                  <a:pt x="2027590" y="881714"/>
                </a:moveTo>
                <a:lnTo>
                  <a:pt x="2069125" y="852506"/>
                </a:lnTo>
                <a:moveTo>
                  <a:pt x="789626" y="438353"/>
                </a:moveTo>
                <a:lnTo>
                  <a:pt x="706434" y="517401"/>
                </a:lnTo>
                <a:moveTo>
                  <a:pt x="510289" y="590883"/>
                </a:moveTo>
                <a:lnTo>
                  <a:pt x="578634" y="508173"/>
                </a:lnTo>
                <a:moveTo>
                  <a:pt x="1710149" y="275252"/>
                </a:moveTo>
                <a:lnTo>
                  <a:pt x="1655865" y="297704"/>
                </a:lnTo>
                <a:moveTo>
                  <a:pt x="438848" y="246880"/>
                </a:moveTo>
                <a:lnTo>
                  <a:pt x="407318" y="247305"/>
                </a:lnTo>
                <a:moveTo>
                  <a:pt x="591969" y="762999"/>
                </a:moveTo>
                <a:lnTo>
                  <a:pt x="586671" y="712381"/>
                </a:lnTo>
                <a:moveTo>
                  <a:pt x="886788" y="865004"/>
                </a:moveTo>
                <a:lnTo>
                  <a:pt x="818316" y="946489"/>
                </a:lnTo>
                <a:moveTo>
                  <a:pt x="593836" y="678860"/>
                </a:moveTo>
                <a:lnTo>
                  <a:pt x="586671" y="712381"/>
                </a:lnTo>
                <a:moveTo>
                  <a:pt x="1899260" y="846262"/>
                </a:moveTo>
                <a:lnTo>
                  <a:pt x="1856907" y="872762"/>
                </a:lnTo>
                <a:moveTo>
                  <a:pt x="477807" y="333621"/>
                </a:moveTo>
                <a:lnTo>
                  <a:pt x="407318" y="247305"/>
                </a:lnTo>
                <a:moveTo>
                  <a:pt x="629979" y="597204"/>
                </a:moveTo>
                <a:lnTo>
                  <a:pt x="648402" y="513749"/>
                </a:lnTo>
                <a:moveTo>
                  <a:pt x="997509" y="872826"/>
                </a:moveTo>
                <a:lnTo>
                  <a:pt x="914353" y="867301"/>
                </a:lnTo>
                <a:moveTo>
                  <a:pt x="820649" y="524901"/>
                </a:moveTo>
                <a:lnTo>
                  <a:pt x="784574" y="522073"/>
                </a:lnTo>
                <a:moveTo>
                  <a:pt x="2111408" y="604626"/>
                </a:moveTo>
                <a:lnTo>
                  <a:pt x="2109906" y="604562"/>
                </a:lnTo>
                <a:moveTo>
                  <a:pt x="2208751" y="696004"/>
                </a:moveTo>
                <a:lnTo>
                  <a:pt x="2124919" y="688711"/>
                </a:lnTo>
                <a:moveTo>
                  <a:pt x="2111408" y="604626"/>
                </a:moveTo>
                <a:lnTo>
                  <a:pt x="2110336" y="602804"/>
                </a:lnTo>
                <a:moveTo>
                  <a:pt x="2110336" y="602804"/>
                </a:moveTo>
                <a:lnTo>
                  <a:pt x="2109906" y="604562"/>
                </a:lnTo>
                <a:moveTo>
                  <a:pt x="1904074" y="508058"/>
                </a:moveTo>
                <a:lnTo>
                  <a:pt x="1865054" y="504671"/>
                </a:lnTo>
                <a:moveTo>
                  <a:pt x="2217085" y="612349"/>
                </a:moveTo>
                <a:lnTo>
                  <a:pt x="2124919" y="688711"/>
                </a:lnTo>
                <a:moveTo>
                  <a:pt x="878276" y="781017"/>
                </a:moveTo>
                <a:lnTo>
                  <a:pt x="811495" y="861245"/>
                </a:lnTo>
                <a:moveTo>
                  <a:pt x="589075" y="256369"/>
                </a:moveTo>
                <a:lnTo>
                  <a:pt x="517754" y="216673"/>
                </a:lnTo>
                <a:moveTo>
                  <a:pt x="822001" y="609450"/>
                </a:moveTo>
                <a:lnTo>
                  <a:pt x="784574" y="522073"/>
                </a:lnTo>
                <a:moveTo>
                  <a:pt x="605383" y="712158"/>
                </a:moveTo>
                <a:lnTo>
                  <a:pt x="594138" y="709055"/>
                </a:lnTo>
                <a:moveTo>
                  <a:pt x="2027590" y="881714"/>
                </a:moveTo>
                <a:lnTo>
                  <a:pt x="1987443" y="848000"/>
                </a:lnTo>
                <a:moveTo>
                  <a:pt x="607786" y="680586"/>
                </a:moveTo>
                <a:lnTo>
                  <a:pt x="594138" y="709055"/>
                </a:lnTo>
                <a:moveTo>
                  <a:pt x="2222960" y="780103"/>
                </a:moveTo>
                <a:lnTo>
                  <a:pt x="2218965" y="759546"/>
                </a:lnTo>
                <a:moveTo>
                  <a:pt x="477807" y="333621"/>
                </a:moveTo>
                <a:lnTo>
                  <a:pt x="411712" y="332241"/>
                </a:lnTo>
                <a:moveTo>
                  <a:pt x="605383" y="712158"/>
                </a:moveTo>
                <a:lnTo>
                  <a:pt x="591969" y="762999"/>
                </a:lnTo>
                <a:moveTo>
                  <a:pt x="476707" y="417858"/>
                </a:moveTo>
                <a:lnTo>
                  <a:pt x="411712" y="332241"/>
                </a:lnTo>
                <a:moveTo>
                  <a:pt x="607786" y="680586"/>
                </a:moveTo>
                <a:lnTo>
                  <a:pt x="593836" y="678860"/>
                </a:lnTo>
                <a:moveTo>
                  <a:pt x="789626" y="438353"/>
                </a:moveTo>
                <a:lnTo>
                  <a:pt x="787407" y="354490"/>
                </a:lnTo>
                <a:moveTo>
                  <a:pt x="1865054" y="504671"/>
                </a:moveTo>
                <a:lnTo>
                  <a:pt x="1846050" y="420477"/>
                </a:lnTo>
                <a:moveTo>
                  <a:pt x="1952498" y="512034"/>
                </a:moveTo>
                <a:lnTo>
                  <a:pt x="1878412" y="525884"/>
                </a:lnTo>
                <a:moveTo>
                  <a:pt x="472118" y="501651"/>
                </a:moveTo>
                <a:lnTo>
                  <a:pt x="414064" y="416917"/>
                </a:lnTo>
                <a:moveTo>
                  <a:pt x="2208751" y="696004"/>
                </a:moveTo>
                <a:lnTo>
                  <a:pt x="2204445" y="778314"/>
                </a:lnTo>
                <a:moveTo>
                  <a:pt x="1899260" y="846262"/>
                </a:moveTo>
                <a:lnTo>
                  <a:pt x="1848501" y="839621"/>
                </a:lnTo>
                <a:moveTo>
                  <a:pt x="1815888" y="335114"/>
                </a:moveTo>
                <a:lnTo>
                  <a:pt x="1775647" y="274555"/>
                </a:lnTo>
                <a:moveTo>
                  <a:pt x="878276" y="781017"/>
                </a:moveTo>
                <a:lnTo>
                  <a:pt x="877234" y="697177"/>
                </a:lnTo>
                <a:moveTo>
                  <a:pt x="558919" y="254887"/>
                </a:moveTo>
                <a:lnTo>
                  <a:pt x="517754" y="216673"/>
                </a:lnTo>
                <a:moveTo>
                  <a:pt x="1775647" y="274555"/>
                </a:moveTo>
                <a:lnTo>
                  <a:pt x="1710149" y="275252"/>
                </a:lnTo>
                <a:moveTo>
                  <a:pt x="745335" y="605118"/>
                </a:moveTo>
                <a:lnTo>
                  <a:pt x="784574" y="522073"/>
                </a:lnTo>
                <a:moveTo>
                  <a:pt x="476707" y="417858"/>
                </a:moveTo>
                <a:lnTo>
                  <a:pt x="414064" y="416917"/>
                </a:lnTo>
                <a:moveTo>
                  <a:pt x="878276" y="781017"/>
                </a:moveTo>
                <a:lnTo>
                  <a:pt x="820532" y="778017"/>
                </a:lnTo>
                <a:moveTo>
                  <a:pt x="784574" y="522073"/>
                </a:moveTo>
                <a:lnTo>
                  <a:pt x="721254" y="603662"/>
                </a:lnTo>
                <a:moveTo>
                  <a:pt x="2223753" y="780769"/>
                </a:moveTo>
                <a:lnTo>
                  <a:pt x="2222960" y="780103"/>
                </a:lnTo>
                <a:moveTo>
                  <a:pt x="2237220" y="866859"/>
                </a:moveTo>
                <a:lnTo>
                  <a:pt x="2235184" y="864163"/>
                </a:lnTo>
                <a:moveTo>
                  <a:pt x="597964" y="848139"/>
                </a:moveTo>
                <a:lnTo>
                  <a:pt x="591655" y="847907"/>
                </a:lnTo>
                <a:moveTo>
                  <a:pt x="605383" y="712158"/>
                </a:moveTo>
                <a:lnTo>
                  <a:pt x="586671" y="712381"/>
                </a:lnTo>
                <a:moveTo>
                  <a:pt x="597964" y="848139"/>
                </a:moveTo>
                <a:lnTo>
                  <a:pt x="602852" y="764384"/>
                </a:lnTo>
                <a:moveTo>
                  <a:pt x="811495" y="861245"/>
                </a:moveTo>
                <a:lnTo>
                  <a:pt x="820532" y="778017"/>
                </a:lnTo>
                <a:moveTo>
                  <a:pt x="721254" y="603662"/>
                </a:moveTo>
                <a:lnTo>
                  <a:pt x="648402" y="513749"/>
                </a:lnTo>
                <a:moveTo>
                  <a:pt x="822001" y="609450"/>
                </a:moveTo>
                <a:lnTo>
                  <a:pt x="820649" y="524901"/>
                </a:lnTo>
                <a:moveTo>
                  <a:pt x="607786" y="680586"/>
                </a:moveTo>
                <a:lnTo>
                  <a:pt x="629979" y="597204"/>
                </a:lnTo>
                <a:moveTo>
                  <a:pt x="818316" y="946489"/>
                </a:moveTo>
                <a:lnTo>
                  <a:pt x="811495" y="861245"/>
                </a:lnTo>
                <a:moveTo>
                  <a:pt x="892497" y="613659"/>
                </a:moveTo>
                <a:lnTo>
                  <a:pt x="822001" y="609450"/>
                </a:lnTo>
                <a:moveTo>
                  <a:pt x="721254" y="603662"/>
                </a:moveTo>
                <a:lnTo>
                  <a:pt x="706434" y="517401"/>
                </a:lnTo>
                <a:moveTo>
                  <a:pt x="1590509" y="296125"/>
                </a:moveTo>
                <a:lnTo>
                  <a:pt x="1574051" y="318409"/>
                </a:lnTo>
                <a:moveTo>
                  <a:pt x="877234" y="697177"/>
                </a:moveTo>
                <a:lnTo>
                  <a:pt x="892497" y="613659"/>
                </a:lnTo>
                <a:moveTo>
                  <a:pt x="1946683" y="931016"/>
                </a:moveTo>
                <a:lnTo>
                  <a:pt x="1909242" y="881734"/>
                </a:lnTo>
                <a:moveTo>
                  <a:pt x="1992665" y="591909"/>
                </a:moveTo>
                <a:lnTo>
                  <a:pt x="1952498" y="512034"/>
                </a:lnTo>
                <a:moveTo>
                  <a:pt x="2223753" y="780769"/>
                </a:moveTo>
                <a:lnTo>
                  <a:pt x="2218965" y="759546"/>
                </a:lnTo>
                <a:moveTo>
                  <a:pt x="593836" y="678860"/>
                </a:moveTo>
                <a:lnTo>
                  <a:pt x="510289" y="590883"/>
                </a:lnTo>
                <a:moveTo>
                  <a:pt x="602852" y="764384"/>
                </a:moveTo>
                <a:lnTo>
                  <a:pt x="605383" y="712158"/>
                </a:lnTo>
                <a:moveTo>
                  <a:pt x="1642116" y="494636"/>
                </a:moveTo>
                <a:lnTo>
                  <a:pt x="1645018" y="472669"/>
                </a:lnTo>
                <a:moveTo>
                  <a:pt x="787407" y="354490"/>
                </a:moveTo>
                <a:lnTo>
                  <a:pt x="795028" y="270821"/>
                </a:lnTo>
                <a:moveTo>
                  <a:pt x="721254" y="603662"/>
                </a:moveTo>
                <a:lnTo>
                  <a:pt x="629979" y="597204"/>
                </a:lnTo>
                <a:moveTo>
                  <a:pt x="602852" y="764384"/>
                </a:moveTo>
                <a:lnTo>
                  <a:pt x="607786" y="680586"/>
                </a:lnTo>
                <a:moveTo>
                  <a:pt x="847611" y="948051"/>
                </a:moveTo>
                <a:lnTo>
                  <a:pt x="818316" y="946489"/>
                </a:lnTo>
                <a:moveTo>
                  <a:pt x="877234" y="697177"/>
                </a:moveTo>
                <a:lnTo>
                  <a:pt x="820532" y="778017"/>
                </a:lnTo>
                <a:moveTo>
                  <a:pt x="2217085" y="612349"/>
                </a:moveTo>
                <a:lnTo>
                  <a:pt x="2111408" y="604626"/>
                </a:lnTo>
                <a:moveTo>
                  <a:pt x="2079483" y="520177"/>
                </a:moveTo>
                <a:lnTo>
                  <a:pt x="1992665" y="591909"/>
                </a:lnTo>
                <a:moveTo>
                  <a:pt x="1754824" y="610425"/>
                </a:moveTo>
                <a:lnTo>
                  <a:pt x="1727558" y="584037"/>
                </a:lnTo>
                <a:moveTo>
                  <a:pt x="587053" y="763997"/>
                </a:moveTo>
                <a:lnTo>
                  <a:pt x="586671" y="712381"/>
                </a:lnTo>
                <a:moveTo>
                  <a:pt x="607786" y="680586"/>
                </a:moveTo>
                <a:lnTo>
                  <a:pt x="605383" y="712158"/>
                </a:lnTo>
                <a:moveTo>
                  <a:pt x="892497" y="613659"/>
                </a:moveTo>
                <a:lnTo>
                  <a:pt x="826612" y="694413"/>
                </a:lnTo>
                <a:moveTo>
                  <a:pt x="947997" y="912571"/>
                </a:moveTo>
                <a:lnTo>
                  <a:pt x="886788" y="865004"/>
                </a:lnTo>
                <a:moveTo>
                  <a:pt x="1543458" y="403232"/>
                </a:moveTo>
                <a:lnTo>
                  <a:pt x="1557501" y="400681"/>
                </a:lnTo>
                <a:moveTo>
                  <a:pt x="597964" y="848139"/>
                </a:moveTo>
                <a:lnTo>
                  <a:pt x="587053" y="763997"/>
                </a:lnTo>
                <a:moveTo>
                  <a:pt x="885756" y="529707"/>
                </a:moveTo>
                <a:lnTo>
                  <a:pt x="820649" y="524901"/>
                </a:lnTo>
                <a:moveTo>
                  <a:pt x="2218965" y="759546"/>
                </a:moveTo>
                <a:lnTo>
                  <a:pt x="2208751" y="696004"/>
                </a:lnTo>
                <a:moveTo>
                  <a:pt x="826612" y="694413"/>
                </a:moveTo>
                <a:lnTo>
                  <a:pt x="822001" y="609450"/>
                </a:lnTo>
                <a:moveTo>
                  <a:pt x="892497" y="613659"/>
                </a:moveTo>
                <a:lnTo>
                  <a:pt x="885756" y="529707"/>
                </a:lnTo>
                <a:moveTo>
                  <a:pt x="822001" y="609450"/>
                </a:moveTo>
                <a:lnTo>
                  <a:pt x="745335" y="605118"/>
                </a:lnTo>
                <a:moveTo>
                  <a:pt x="2083817" y="939359"/>
                </a:moveTo>
                <a:lnTo>
                  <a:pt x="2027590" y="881714"/>
                </a:lnTo>
                <a:moveTo>
                  <a:pt x="1755388" y="670147"/>
                </a:moveTo>
                <a:lnTo>
                  <a:pt x="1755278" y="664914"/>
                </a:lnTo>
                <a:moveTo>
                  <a:pt x="877234" y="697177"/>
                </a:moveTo>
                <a:lnTo>
                  <a:pt x="826612" y="694413"/>
                </a:lnTo>
                <a:moveTo>
                  <a:pt x="610909" y="934162"/>
                </a:moveTo>
                <a:lnTo>
                  <a:pt x="597964" y="848139"/>
                </a:lnTo>
                <a:moveTo>
                  <a:pt x="591655" y="847907"/>
                </a:moveTo>
                <a:lnTo>
                  <a:pt x="587053" y="763997"/>
                </a:lnTo>
                <a:moveTo>
                  <a:pt x="820532" y="778017"/>
                </a:moveTo>
                <a:lnTo>
                  <a:pt x="826612" y="694413"/>
                </a:lnTo>
                <a:moveTo>
                  <a:pt x="2237220" y="866859"/>
                </a:moveTo>
                <a:lnTo>
                  <a:pt x="2209669" y="909481"/>
                </a:lnTo>
                <a:moveTo>
                  <a:pt x="602852" y="764384"/>
                </a:moveTo>
                <a:lnTo>
                  <a:pt x="587053" y="763997"/>
                </a:lnTo>
                <a:moveTo>
                  <a:pt x="2110336" y="602804"/>
                </a:moveTo>
                <a:lnTo>
                  <a:pt x="2133995" y="523249"/>
                </a:lnTo>
                <a:moveTo>
                  <a:pt x="1631375" y="490094"/>
                </a:moveTo>
                <a:lnTo>
                  <a:pt x="1645018" y="472669"/>
                </a:lnTo>
                <a:moveTo>
                  <a:pt x="1727558" y="584037"/>
                </a:moveTo>
                <a:lnTo>
                  <a:pt x="1750405" y="580590"/>
                </a:lnTo>
                <a:moveTo>
                  <a:pt x="2027590" y="881714"/>
                </a:moveTo>
                <a:lnTo>
                  <a:pt x="1987484" y="933526"/>
                </a:lnTo>
                <a:moveTo>
                  <a:pt x="885756" y="529707"/>
                </a:moveTo>
                <a:lnTo>
                  <a:pt x="822001" y="609450"/>
                </a:lnTo>
                <a:moveTo>
                  <a:pt x="811495" y="861245"/>
                </a:moveTo>
                <a:lnTo>
                  <a:pt x="723786" y="857115"/>
                </a:lnTo>
                <a:moveTo>
                  <a:pt x="2027590" y="881714"/>
                </a:moveTo>
                <a:lnTo>
                  <a:pt x="1946683" y="931016"/>
                </a:lnTo>
                <a:moveTo>
                  <a:pt x="510289" y="590883"/>
                </a:moveTo>
                <a:lnTo>
                  <a:pt x="497078" y="550186"/>
                </a:lnTo>
                <a:moveTo>
                  <a:pt x="847611" y="948051"/>
                </a:moveTo>
                <a:lnTo>
                  <a:pt x="824950" y="988394"/>
                </a:lnTo>
                <a:moveTo>
                  <a:pt x="728345" y="637708"/>
                </a:moveTo>
                <a:lnTo>
                  <a:pt x="629979" y="597204"/>
                </a:lnTo>
                <a:moveTo>
                  <a:pt x="587053" y="763997"/>
                </a:moveTo>
                <a:lnTo>
                  <a:pt x="605383" y="712158"/>
                </a:lnTo>
                <a:moveTo>
                  <a:pt x="701947" y="855721"/>
                </a:moveTo>
                <a:lnTo>
                  <a:pt x="597964" y="848139"/>
                </a:lnTo>
                <a:moveTo>
                  <a:pt x="1811061" y="335968"/>
                </a:moveTo>
                <a:lnTo>
                  <a:pt x="1775647" y="274555"/>
                </a:lnTo>
                <a:moveTo>
                  <a:pt x="2223753" y="780769"/>
                </a:moveTo>
                <a:lnTo>
                  <a:pt x="2208751" y="696004"/>
                </a:lnTo>
                <a:moveTo>
                  <a:pt x="2039179" y="518215"/>
                </a:moveTo>
                <a:lnTo>
                  <a:pt x="1992665" y="591909"/>
                </a:lnTo>
                <a:moveTo>
                  <a:pt x="795028" y="270821"/>
                </a:moveTo>
                <a:lnTo>
                  <a:pt x="792677" y="186955"/>
                </a:lnTo>
                <a:moveTo>
                  <a:pt x="929461" y="955304"/>
                </a:moveTo>
                <a:lnTo>
                  <a:pt x="886788" y="865004"/>
                </a:lnTo>
                <a:moveTo>
                  <a:pt x="453192" y="202277"/>
                </a:moveTo>
                <a:lnTo>
                  <a:pt x="464222" y="227010"/>
                </a:lnTo>
                <a:moveTo>
                  <a:pt x="2110336" y="602804"/>
                </a:moveTo>
                <a:lnTo>
                  <a:pt x="2079483" y="520177"/>
                </a:lnTo>
                <a:moveTo>
                  <a:pt x="435129" y="503904"/>
                </a:moveTo>
                <a:lnTo>
                  <a:pt x="472118" y="501651"/>
                </a:lnTo>
                <a:moveTo>
                  <a:pt x="824950" y="988394"/>
                </a:moveTo>
                <a:lnTo>
                  <a:pt x="818316" y="946489"/>
                </a:lnTo>
                <a:moveTo>
                  <a:pt x="745335" y="605118"/>
                </a:moveTo>
                <a:lnTo>
                  <a:pt x="721254" y="603662"/>
                </a:lnTo>
                <a:moveTo>
                  <a:pt x="947997" y="912571"/>
                </a:moveTo>
                <a:lnTo>
                  <a:pt x="914353" y="867301"/>
                </a:lnTo>
                <a:moveTo>
                  <a:pt x="2210787" y="528405"/>
                </a:moveTo>
                <a:lnTo>
                  <a:pt x="2111408" y="604626"/>
                </a:lnTo>
                <a:moveTo>
                  <a:pt x="948432" y="788040"/>
                </a:moveTo>
                <a:lnTo>
                  <a:pt x="886788" y="865004"/>
                </a:lnTo>
                <a:moveTo>
                  <a:pt x="2210787" y="528405"/>
                </a:moveTo>
                <a:lnTo>
                  <a:pt x="2110336" y="602804"/>
                </a:lnTo>
                <a:moveTo>
                  <a:pt x="1642116" y="494636"/>
                </a:moveTo>
                <a:lnTo>
                  <a:pt x="1658369" y="490861"/>
                </a:lnTo>
                <a:moveTo>
                  <a:pt x="2143589" y="919581"/>
                </a:moveTo>
                <a:lnTo>
                  <a:pt x="2083817" y="939359"/>
                </a:lnTo>
                <a:moveTo>
                  <a:pt x="2143589" y="919581"/>
                </a:moveTo>
                <a:lnTo>
                  <a:pt x="2093847" y="940028"/>
                </a:lnTo>
                <a:moveTo>
                  <a:pt x="1799590" y="754838"/>
                </a:moveTo>
                <a:lnTo>
                  <a:pt x="1798802" y="754207"/>
                </a:lnTo>
                <a:moveTo>
                  <a:pt x="1952498" y="512034"/>
                </a:moveTo>
                <a:lnTo>
                  <a:pt x="1904074" y="508058"/>
                </a:lnTo>
                <a:moveTo>
                  <a:pt x="811495" y="861245"/>
                </a:moveTo>
                <a:lnTo>
                  <a:pt x="733538" y="773979"/>
                </a:lnTo>
                <a:moveTo>
                  <a:pt x="818316" y="946489"/>
                </a:moveTo>
                <a:lnTo>
                  <a:pt x="723786" y="857115"/>
                </a:lnTo>
                <a:moveTo>
                  <a:pt x="701645" y="771895"/>
                </a:moveTo>
                <a:lnTo>
                  <a:pt x="597964" y="848139"/>
                </a:lnTo>
                <a:moveTo>
                  <a:pt x="954554" y="806799"/>
                </a:moveTo>
                <a:lnTo>
                  <a:pt x="914353" y="867301"/>
                </a:lnTo>
                <a:moveTo>
                  <a:pt x="1741985" y="614884"/>
                </a:moveTo>
                <a:lnTo>
                  <a:pt x="1754824" y="610425"/>
                </a:lnTo>
                <a:moveTo>
                  <a:pt x="707855" y="688199"/>
                </a:moveTo>
                <a:lnTo>
                  <a:pt x="629979" y="597204"/>
                </a:lnTo>
                <a:moveTo>
                  <a:pt x="997509" y="872826"/>
                </a:moveTo>
                <a:lnTo>
                  <a:pt x="947997" y="912571"/>
                </a:lnTo>
                <a:moveTo>
                  <a:pt x="2208751" y="696004"/>
                </a:moveTo>
                <a:lnTo>
                  <a:pt x="2217085" y="612349"/>
                </a:lnTo>
                <a:moveTo>
                  <a:pt x="1543458" y="403232"/>
                </a:moveTo>
                <a:lnTo>
                  <a:pt x="1574051" y="318409"/>
                </a:lnTo>
                <a:moveTo>
                  <a:pt x="2237220" y="866859"/>
                </a:moveTo>
                <a:lnTo>
                  <a:pt x="2223753" y="780769"/>
                </a:lnTo>
                <a:moveTo>
                  <a:pt x="1741985" y="614884"/>
                </a:moveTo>
                <a:lnTo>
                  <a:pt x="1755278" y="664914"/>
                </a:lnTo>
                <a:moveTo>
                  <a:pt x="701645" y="771895"/>
                </a:moveTo>
                <a:lnTo>
                  <a:pt x="602852" y="764384"/>
                </a:lnTo>
                <a:moveTo>
                  <a:pt x="1865111" y="761769"/>
                </a:moveTo>
                <a:lnTo>
                  <a:pt x="1848501" y="839621"/>
                </a:lnTo>
                <a:moveTo>
                  <a:pt x="745335" y="605118"/>
                </a:moveTo>
                <a:lnTo>
                  <a:pt x="728345" y="637708"/>
                </a:lnTo>
                <a:moveTo>
                  <a:pt x="728345" y="637708"/>
                </a:moveTo>
                <a:lnTo>
                  <a:pt x="721254" y="603662"/>
                </a:lnTo>
                <a:moveTo>
                  <a:pt x="1550507" y="319552"/>
                </a:moveTo>
                <a:lnTo>
                  <a:pt x="1574051" y="318409"/>
                </a:lnTo>
                <a:moveTo>
                  <a:pt x="1846050" y="420477"/>
                </a:moveTo>
                <a:lnTo>
                  <a:pt x="1815888" y="335114"/>
                </a:lnTo>
                <a:moveTo>
                  <a:pt x="818316" y="946489"/>
                </a:moveTo>
                <a:lnTo>
                  <a:pt x="727793" y="942002"/>
                </a:lnTo>
                <a:moveTo>
                  <a:pt x="701645" y="771895"/>
                </a:moveTo>
                <a:lnTo>
                  <a:pt x="607786" y="680586"/>
                </a:lnTo>
                <a:moveTo>
                  <a:pt x="2209669" y="909481"/>
                </a:moveTo>
                <a:lnTo>
                  <a:pt x="2143589" y="919581"/>
                </a:lnTo>
                <a:moveTo>
                  <a:pt x="948432" y="788040"/>
                </a:moveTo>
                <a:lnTo>
                  <a:pt x="914353" y="867301"/>
                </a:lnTo>
                <a:moveTo>
                  <a:pt x="997509" y="872826"/>
                </a:moveTo>
                <a:lnTo>
                  <a:pt x="954554" y="806799"/>
                </a:lnTo>
                <a:moveTo>
                  <a:pt x="820532" y="778017"/>
                </a:moveTo>
                <a:lnTo>
                  <a:pt x="733538" y="773979"/>
                </a:lnTo>
                <a:moveTo>
                  <a:pt x="591655" y="847907"/>
                </a:moveTo>
                <a:lnTo>
                  <a:pt x="519663" y="845206"/>
                </a:lnTo>
                <a:moveTo>
                  <a:pt x="701947" y="855721"/>
                </a:moveTo>
                <a:lnTo>
                  <a:pt x="610909" y="934162"/>
                </a:lnTo>
                <a:moveTo>
                  <a:pt x="1710149" y="275252"/>
                </a:moveTo>
                <a:lnTo>
                  <a:pt x="1590509" y="296125"/>
                </a:lnTo>
                <a:moveTo>
                  <a:pt x="411712" y="332241"/>
                </a:moveTo>
                <a:lnTo>
                  <a:pt x="407318" y="247305"/>
                </a:lnTo>
                <a:moveTo>
                  <a:pt x="707855" y="688199"/>
                </a:moveTo>
                <a:lnTo>
                  <a:pt x="607786" y="680586"/>
                </a:lnTo>
                <a:moveTo>
                  <a:pt x="738737" y="690263"/>
                </a:moveTo>
                <a:lnTo>
                  <a:pt x="822001" y="609450"/>
                </a:lnTo>
                <a:moveTo>
                  <a:pt x="948432" y="788040"/>
                </a:moveTo>
                <a:lnTo>
                  <a:pt x="878276" y="781017"/>
                </a:lnTo>
                <a:moveTo>
                  <a:pt x="453192" y="202277"/>
                </a:moveTo>
                <a:lnTo>
                  <a:pt x="438848" y="246880"/>
                </a:lnTo>
                <a:moveTo>
                  <a:pt x="820532" y="778017"/>
                </a:moveTo>
                <a:lnTo>
                  <a:pt x="738737" y="690263"/>
                </a:lnTo>
                <a:moveTo>
                  <a:pt x="593836" y="678860"/>
                </a:moveTo>
                <a:lnTo>
                  <a:pt x="536273" y="678565"/>
                </a:lnTo>
                <a:moveTo>
                  <a:pt x="723786" y="857115"/>
                </a:moveTo>
                <a:lnTo>
                  <a:pt x="701947" y="855721"/>
                </a:lnTo>
                <a:moveTo>
                  <a:pt x="856369" y="481597"/>
                </a:moveTo>
                <a:lnTo>
                  <a:pt x="820649" y="524901"/>
                </a:lnTo>
                <a:moveTo>
                  <a:pt x="1581393" y="443155"/>
                </a:moveTo>
                <a:lnTo>
                  <a:pt x="1543458" y="403232"/>
                </a:lnTo>
                <a:moveTo>
                  <a:pt x="683138" y="939169"/>
                </a:moveTo>
                <a:lnTo>
                  <a:pt x="610909" y="934162"/>
                </a:lnTo>
                <a:moveTo>
                  <a:pt x="1846050" y="420477"/>
                </a:moveTo>
                <a:lnTo>
                  <a:pt x="1824017" y="347492"/>
                </a:lnTo>
                <a:moveTo>
                  <a:pt x="526456" y="930447"/>
                </a:moveTo>
                <a:lnTo>
                  <a:pt x="597964" y="848139"/>
                </a:lnTo>
                <a:moveTo>
                  <a:pt x="1933819" y="485313"/>
                </a:moveTo>
                <a:lnTo>
                  <a:pt x="1904074" y="508058"/>
                </a:lnTo>
                <a:moveTo>
                  <a:pt x="929461" y="955304"/>
                </a:moveTo>
                <a:lnTo>
                  <a:pt x="847611" y="948051"/>
                </a:lnTo>
                <a:moveTo>
                  <a:pt x="2217085" y="612349"/>
                </a:moveTo>
                <a:lnTo>
                  <a:pt x="2210787" y="528405"/>
                </a:lnTo>
                <a:moveTo>
                  <a:pt x="826612" y="694413"/>
                </a:moveTo>
                <a:lnTo>
                  <a:pt x="738737" y="690263"/>
                </a:lnTo>
                <a:moveTo>
                  <a:pt x="738737" y="690263"/>
                </a:moveTo>
                <a:lnTo>
                  <a:pt x="745335" y="605118"/>
                </a:lnTo>
                <a:moveTo>
                  <a:pt x="587501" y="177271"/>
                </a:moveTo>
                <a:lnTo>
                  <a:pt x="589075" y="256369"/>
                </a:lnTo>
                <a:moveTo>
                  <a:pt x="683138" y="939169"/>
                </a:moveTo>
                <a:lnTo>
                  <a:pt x="701947" y="855721"/>
                </a:lnTo>
                <a:moveTo>
                  <a:pt x="591655" y="847907"/>
                </a:moveTo>
                <a:lnTo>
                  <a:pt x="526424" y="929977"/>
                </a:lnTo>
                <a:moveTo>
                  <a:pt x="526456" y="930447"/>
                </a:moveTo>
                <a:lnTo>
                  <a:pt x="591655" y="847907"/>
                </a:lnTo>
                <a:moveTo>
                  <a:pt x="534470" y="762712"/>
                </a:moveTo>
                <a:lnTo>
                  <a:pt x="586671" y="712381"/>
                </a:lnTo>
                <a:moveTo>
                  <a:pt x="536273" y="678565"/>
                </a:moveTo>
                <a:lnTo>
                  <a:pt x="586671" y="712381"/>
                </a:lnTo>
                <a:moveTo>
                  <a:pt x="727793" y="942002"/>
                </a:moveTo>
                <a:lnTo>
                  <a:pt x="701947" y="855721"/>
                </a:lnTo>
                <a:moveTo>
                  <a:pt x="727793" y="942002"/>
                </a:moveTo>
                <a:lnTo>
                  <a:pt x="723786" y="857115"/>
                </a:lnTo>
                <a:moveTo>
                  <a:pt x="587053" y="763997"/>
                </a:moveTo>
                <a:lnTo>
                  <a:pt x="519663" y="845206"/>
                </a:lnTo>
                <a:moveTo>
                  <a:pt x="701947" y="855721"/>
                </a:moveTo>
                <a:lnTo>
                  <a:pt x="701645" y="771895"/>
                </a:lnTo>
                <a:moveTo>
                  <a:pt x="2133995" y="523249"/>
                </a:moveTo>
                <a:lnTo>
                  <a:pt x="2079483" y="520177"/>
                </a:lnTo>
                <a:moveTo>
                  <a:pt x="723786" y="857115"/>
                </a:moveTo>
                <a:lnTo>
                  <a:pt x="701645" y="771895"/>
                </a:lnTo>
                <a:moveTo>
                  <a:pt x="414064" y="416917"/>
                </a:moveTo>
                <a:lnTo>
                  <a:pt x="411712" y="332241"/>
                </a:lnTo>
                <a:moveTo>
                  <a:pt x="1909242" y="881734"/>
                </a:moveTo>
                <a:lnTo>
                  <a:pt x="1899260" y="846262"/>
                </a:lnTo>
                <a:moveTo>
                  <a:pt x="2210787" y="528405"/>
                </a:moveTo>
                <a:lnTo>
                  <a:pt x="2133995" y="523249"/>
                </a:lnTo>
                <a:moveTo>
                  <a:pt x="723786" y="857115"/>
                </a:moveTo>
                <a:lnTo>
                  <a:pt x="733538" y="773979"/>
                </a:lnTo>
                <a:moveTo>
                  <a:pt x="2027590" y="881714"/>
                </a:moveTo>
                <a:lnTo>
                  <a:pt x="1909242" y="881734"/>
                </a:lnTo>
                <a:moveTo>
                  <a:pt x="1550507" y="319552"/>
                </a:moveTo>
                <a:lnTo>
                  <a:pt x="1590509" y="296125"/>
                </a:lnTo>
                <a:moveTo>
                  <a:pt x="707855" y="688199"/>
                </a:moveTo>
                <a:lnTo>
                  <a:pt x="728345" y="637708"/>
                </a:lnTo>
                <a:moveTo>
                  <a:pt x="497078" y="550186"/>
                </a:moveTo>
                <a:lnTo>
                  <a:pt x="435129" y="503904"/>
                </a:lnTo>
                <a:moveTo>
                  <a:pt x="727793" y="942002"/>
                </a:moveTo>
                <a:lnTo>
                  <a:pt x="683138" y="939169"/>
                </a:lnTo>
                <a:moveTo>
                  <a:pt x="829678" y="444782"/>
                </a:moveTo>
                <a:lnTo>
                  <a:pt x="784574" y="522073"/>
                </a:lnTo>
                <a:moveTo>
                  <a:pt x="497078" y="550186"/>
                </a:moveTo>
                <a:lnTo>
                  <a:pt x="434875" y="503941"/>
                </a:lnTo>
                <a:moveTo>
                  <a:pt x="742961" y="1028308"/>
                </a:moveTo>
                <a:lnTo>
                  <a:pt x="818316" y="946489"/>
                </a:lnTo>
                <a:moveTo>
                  <a:pt x="885756" y="529707"/>
                </a:moveTo>
                <a:lnTo>
                  <a:pt x="856369" y="481597"/>
                </a:lnTo>
                <a:moveTo>
                  <a:pt x="738737" y="690263"/>
                </a:moveTo>
                <a:lnTo>
                  <a:pt x="728345" y="637708"/>
                </a:lnTo>
                <a:moveTo>
                  <a:pt x="953933" y="620510"/>
                </a:moveTo>
                <a:lnTo>
                  <a:pt x="892497" y="613659"/>
                </a:lnTo>
                <a:moveTo>
                  <a:pt x="1909242" y="881734"/>
                </a:moveTo>
                <a:lnTo>
                  <a:pt x="1924925" y="848218"/>
                </a:lnTo>
                <a:moveTo>
                  <a:pt x="935957" y="703975"/>
                </a:moveTo>
                <a:lnTo>
                  <a:pt x="878276" y="781017"/>
                </a:lnTo>
                <a:moveTo>
                  <a:pt x="1824017" y="347492"/>
                </a:moveTo>
                <a:lnTo>
                  <a:pt x="1815888" y="335114"/>
                </a:lnTo>
                <a:moveTo>
                  <a:pt x="829678" y="444782"/>
                </a:moveTo>
                <a:lnTo>
                  <a:pt x="789626" y="438353"/>
                </a:lnTo>
                <a:moveTo>
                  <a:pt x="733538" y="773979"/>
                </a:moveTo>
                <a:lnTo>
                  <a:pt x="701645" y="771895"/>
                </a:lnTo>
                <a:moveTo>
                  <a:pt x="783997" y="1030616"/>
                </a:moveTo>
                <a:lnTo>
                  <a:pt x="824950" y="988394"/>
                </a:lnTo>
                <a:moveTo>
                  <a:pt x="2039179" y="518215"/>
                </a:moveTo>
                <a:lnTo>
                  <a:pt x="1952498" y="512034"/>
                </a:lnTo>
                <a:moveTo>
                  <a:pt x="953933" y="620510"/>
                </a:moveTo>
                <a:lnTo>
                  <a:pt x="877234" y="697177"/>
                </a:lnTo>
                <a:moveTo>
                  <a:pt x="701645" y="771895"/>
                </a:moveTo>
                <a:lnTo>
                  <a:pt x="707855" y="688199"/>
                </a:lnTo>
                <a:moveTo>
                  <a:pt x="1760521" y="315897"/>
                </a:moveTo>
                <a:lnTo>
                  <a:pt x="1775647" y="274555"/>
                </a:lnTo>
                <a:moveTo>
                  <a:pt x="610909" y="934162"/>
                </a:moveTo>
                <a:lnTo>
                  <a:pt x="526456" y="930447"/>
                </a:lnTo>
                <a:moveTo>
                  <a:pt x="1952498" y="512034"/>
                </a:moveTo>
                <a:lnTo>
                  <a:pt x="1933819" y="485313"/>
                </a:lnTo>
                <a:moveTo>
                  <a:pt x="733538" y="773979"/>
                </a:moveTo>
                <a:lnTo>
                  <a:pt x="707855" y="688199"/>
                </a:lnTo>
                <a:moveTo>
                  <a:pt x="792677" y="186955"/>
                </a:moveTo>
                <a:lnTo>
                  <a:pt x="760231" y="123376"/>
                </a:lnTo>
                <a:moveTo>
                  <a:pt x="824950" y="988394"/>
                </a:moveTo>
                <a:lnTo>
                  <a:pt x="742961" y="1028308"/>
                </a:lnTo>
                <a:moveTo>
                  <a:pt x="587053" y="763997"/>
                </a:moveTo>
                <a:lnTo>
                  <a:pt x="534470" y="762712"/>
                </a:lnTo>
                <a:moveTo>
                  <a:pt x="2079483" y="520177"/>
                </a:moveTo>
                <a:lnTo>
                  <a:pt x="2039179" y="518215"/>
                </a:lnTo>
                <a:moveTo>
                  <a:pt x="733538" y="773979"/>
                </a:moveTo>
                <a:lnTo>
                  <a:pt x="738737" y="690263"/>
                </a:lnTo>
                <a:moveTo>
                  <a:pt x="2013174" y="854147"/>
                </a:moveTo>
                <a:lnTo>
                  <a:pt x="1909242" y="881734"/>
                </a:lnTo>
                <a:moveTo>
                  <a:pt x="1727558" y="584037"/>
                </a:moveTo>
                <a:lnTo>
                  <a:pt x="1694057" y="534815"/>
                </a:lnTo>
                <a:moveTo>
                  <a:pt x="978497" y="875458"/>
                </a:moveTo>
                <a:lnTo>
                  <a:pt x="997509" y="872826"/>
                </a:lnTo>
                <a:moveTo>
                  <a:pt x="829678" y="444782"/>
                </a:moveTo>
                <a:lnTo>
                  <a:pt x="820649" y="524901"/>
                </a:lnTo>
                <a:moveTo>
                  <a:pt x="636164" y="1021751"/>
                </a:moveTo>
                <a:lnTo>
                  <a:pt x="610909" y="934162"/>
                </a:lnTo>
                <a:moveTo>
                  <a:pt x="935957" y="703975"/>
                </a:moveTo>
                <a:lnTo>
                  <a:pt x="877234" y="697177"/>
                </a:lnTo>
                <a:moveTo>
                  <a:pt x="738737" y="690263"/>
                </a:moveTo>
                <a:lnTo>
                  <a:pt x="707855" y="688199"/>
                </a:lnTo>
                <a:moveTo>
                  <a:pt x="2237220" y="866859"/>
                </a:moveTo>
                <a:lnTo>
                  <a:pt x="2143589" y="919581"/>
                </a:lnTo>
                <a:moveTo>
                  <a:pt x="1887759" y="426939"/>
                </a:moveTo>
                <a:lnTo>
                  <a:pt x="1865054" y="504671"/>
                </a:lnTo>
                <a:moveTo>
                  <a:pt x="536273" y="678565"/>
                </a:moveTo>
                <a:lnTo>
                  <a:pt x="510289" y="590883"/>
                </a:lnTo>
                <a:moveTo>
                  <a:pt x="1924925" y="848218"/>
                </a:moveTo>
                <a:lnTo>
                  <a:pt x="1899260" y="846262"/>
                </a:lnTo>
                <a:moveTo>
                  <a:pt x="1694057" y="534815"/>
                </a:moveTo>
                <a:lnTo>
                  <a:pt x="1642116" y="494636"/>
                </a:lnTo>
                <a:moveTo>
                  <a:pt x="1798802" y="754207"/>
                </a:moveTo>
                <a:lnTo>
                  <a:pt x="1755388" y="670147"/>
                </a:lnTo>
                <a:moveTo>
                  <a:pt x="829678" y="444782"/>
                </a:moveTo>
                <a:lnTo>
                  <a:pt x="787407" y="354490"/>
                </a:lnTo>
                <a:moveTo>
                  <a:pt x="1811061" y="335968"/>
                </a:moveTo>
                <a:lnTo>
                  <a:pt x="1815888" y="335114"/>
                </a:lnTo>
                <a:moveTo>
                  <a:pt x="1631375" y="490094"/>
                </a:moveTo>
                <a:lnTo>
                  <a:pt x="1581393" y="443155"/>
                </a:lnTo>
                <a:moveTo>
                  <a:pt x="2133995" y="523249"/>
                </a:moveTo>
                <a:lnTo>
                  <a:pt x="2051499" y="496054"/>
                </a:lnTo>
                <a:moveTo>
                  <a:pt x="742961" y="1028308"/>
                </a:moveTo>
                <a:lnTo>
                  <a:pt x="683138" y="939169"/>
                </a:lnTo>
                <a:moveTo>
                  <a:pt x="929461" y="955304"/>
                </a:moveTo>
                <a:lnTo>
                  <a:pt x="947997" y="912571"/>
                </a:lnTo>
                <a:moveTo>
                  <a:pt x="2143589" y="919581"/>
                </a:moveTo>
                <a:lnTo>
                  <a:pt x="2027590" y="881714"/>
                </a:lnTo>
                <a:moveTo>
                  <a:pt x="644591" y="1022228"/>
                </a:moveTo>
                <a:lnTo>
                  <a:pt x="683138" y="939169"/>
                </a:lnTo>
                <a:moveTo>
                  <a:pt x="683138" y="939169"/>
                </a:moveTo>
                <a:lnTo>
                  <a:pt x="636164" y="1021751"/>
                </a:lnTo>
                <a:moveTo>
                  <a:pt x="742961" y="1028308"/>
                </a:moveTo>
                <a:lnTo>
                  <a:pt x="727793" y="942002"/>
                </a:lnTo>
                <a:moveTo>
                  <a:pt x="1581393" y="443155"/>
                </a:moveTo>
                <a:lnTo>
                  <a:pt x="1530712" y="404299"/>
                </a:lnTo>
                <a:moveTo>
                  <a:pt x="2039179" y="518215"/>
                </a:moveTo>
                <a:lnTo>
                  <a:pt x="1933819" y="485313"/>
                </a:lnTo>
                <a:moveTo>
                  <a:pt x="2027590" y="881714"/>
                </a:moveTo>
                <a:lnTo>
                  <a:pt x="2013174" y="854147"/>
                </a:lnTo>
                <a:moveTo>
                  <a:pt x="1543458" y="403232"/>
                </a:moveTo>
                <a:lnTo>
                  <a:pt x="1550507" y="319552"/>
                </a:lnTo>
                <a:moveTo>
                  <a:pt x="1865111" y="761769"/>
                </a:moveTo>
                <a:lnTo>
                  <a:pt x="1799590" y="754838"/>
                </a:lnTo>
                <a:moveTo>
                  <a:pt x="2079483" y="520177"/>
                </a:moveTo>
                <a:lnTo>
                  <a:pt x="2051499" y="496054"/>
                </a:lnTo>
                <a:moveTo>
                  <a:pt x="1865111" y="761769"/>
                </a:moveTo>
                <a:lnTo>
                  <a:pt x="1798802" y="754207"/>
                </a:lnTo>
                <a:moveTo>
                  <a:pt x="526424" y="929977"/>
                </a:moveTo>
                <a:lnTo>
                  <a:pt x="519663" y="845206"/>
                </a:lnTo>
                <a:moveTo>
                  <a:pt x="1824017" y="347492"/>
                </a:moveTo>
                <a:lnTo>
                  <a:pt x="1811061" y="335968"/>
                </a:lnTo>
                <a:moveTo>
                  <a:pt x="935616" y="536329"/>
                </a:moveTo>
                <a:lnTo>
                  <a:pt x="892497" y="613659"/>
                </a:lnTo>
                <a:moveTo>
                  <a:pt x="535505" y="679161"/>
                </a:moveTo>
                <a:lnTo>
                  <a:pt x="510289" y="590883"/>
                </a:lnTo>
                <a:moveTo>
                  <a:pt x="875783" y="1021600"/>
                </a:moveTo>
                <a:lnTo>
                  <a:pt x="847611" y="948051"/>
                </a:lnTo>
                <a:moveTo>
                  <a:pt x="435129" y="503904"/>
                </a:moveTo>
                <a:lnTo>
                  <a:pt x="414064" y="416917"/>
                </a:lnTo>
                <a:moveTo>
                  <a:pt x="434519" y="503482"/>
                </a:moveTo>
                <a:lnTo>
                  <a:pt x="414064" y="416917"/>
                </a:lnTo>
                <a:moveTo>
                  <a:pt x="954554" y="806799"/>
                </a:moveTo>
                <a:lnTo>
                  <a:pt x="948432" y="788040"/>
                </a:lnTo>
                <a:moveTo>
                  <a:pt x="795028" y="270821"/>
                </a:moveTo>
                <a:lnTo>
                  <a:pt x="783781" y="189730"/>
                </a:lnTo>
                <a:moveTo>
                  <a:pt x="2013174" y="854147"/>
                </a:moveTo>
                <a:lnTo>
                  <a:pt x="1924925" y="848218"/>
                </a:lnTo>
                <a:moveTo>
                  <a:pt x="453192" y="202277"/>
                </a:moveTo>
                <a:lnTo>
                  <a:pt x="407318" y="247305"/>
                </a:lnTo>
                <a:moveTo>
                  <a:pt x="787407" y="354490"/>
                </a:moveTo>
                <a:lnTo>
                  <a:pt x="785686" y="274349"/>
                </a:lnTo>
                <a:moveTo>
                  <a:pt x="519663" y="845206"/>
                </a:moveTo>
                <a:lnTo>
                  <a:pt x="534470" y="762712"/>
                </a:lnTo>
                <a:moveTo>
                  <a:pt x="1887759" y="426939"/>
                </a:moveTo>
                <a:lnTo>
                  <a:pt x="1904074" y="508058"/>
                </a:lnTo>
                <a:moveTo>
                  <a:pt x="517754" y="216673"/>
                </a:moveTo>
                <a:lnTo>
                  <a:pt x="453192" y="202277"/>
                </a:lnTo>
                <a:moveTo>
                  <a:pt x="2170975" y="477842"/>
                </a:moveTo>
                <a:lnTo>
                  <a:pt x="2133995" y="523249"/>
                </a:lnTo>
                <a:moveTo>
                  <a:pt x="785686" y="274349"/>
                </a:moveTo>
                <a:lnTo>
                  <a:pt x="795028" y="270821"/>
                </a:lnTo>
                <a:moveTo>
                  <a:pt x="2027590" y="881714"/>
                </a:moveTo>
                <a:lnTo>
                  <a:pt x="2047879" y="856830"/>
                </a:lnTo>
                <a:moveTo>
                  <a:pt x="1644770" y="274033"/>
                </a:moveTo>
                <a:lnTo>
                  <a:pt x="1590509" y="296125"/>
                </a:lnTo>
                <a:moveTo>
                  <a:pt x="787496" y="358956"/>
                </a:moveTo>
                <a:lnTo>
                  <a:pt x="787407" y="354490"/>
                </a:lnTo>
                <a:moveTo>
                  <a:pt x="2051499" y="496054"/>
                </a:moveTo>
                <a:lnTo>
                  <a:pt x="2039179" y="518215"/>
                </a:lnTo>
                <a:moveTo>
                  <a:pt x="587501" y="177271"/>
                </a:moveTo>
                <a:lnTo>
                  <a:pt x="517754" y="216673"/>
                </a:lnTo>
                <a:moveTo>
                  <a:pt x="1694057" y="534815"/>
                </a:moveTo>
                <a:lnTo>
                  <a:pt x="1641288" y="495714"/>
                </a:lnTo>
                <a:moveTo>
                  <a:pt x="526456" y="930447"/>
                </a:moveTo>
                <a:lnTo>
                  <a:pt x="526424" y="929977"/>
                </a:lnTo>
                <a:moveTo>
                  <a:pt x="1852127" y="747215"/>
                </a:moveTo>
                <a:lnTo>
                  <a:pt x="1798802" y="754207"/>
                </a:lnTo>
                <a:moveTo>
                  <a:pt x="1887759" y="426939"/>
                </a:moveTo>
                <a:lnTo>
                  <a:pt x="1846050" y="420477"/>
                </a:lnTo>
                <a:moveTo>
                  <a:pt x="2051499" y="496054"/>
                </a:moveTo>
                <a:lnTo>
                  <a:pt x="1933819" y="485313"/>
                </a:lnTo>
                <a:moveTo>
                  <a:pt x="783997" y="1030616"/>
                </a:moveTo>
                <a:lnTo>
                  <a:pt x="742961" y="1028308"/>
                </a:lnTo>
                <a:moveTo>
                  <a:pt x="783781" y="189730"/>
                </a:moveTo>
                <a:lnTo>
                  <a:pt x="792677" y="186955"/>
                </a:lnTo>
                <a:moveTo>
                  <a:pt x="935616" y="536329"/>
                </a:moveTo>
                <a:lnTo>
                  <a:pt x="885756" y="529707"/>
                </a:lnTo>
                <a:moveTo>
                  <a:pt x="875783" y="1021600"/>
                </a:moveTo>
                <a:lnTo>
                  <a:pt x="824950" y="988394"/>
                </a:lnTo>
                <a:moveTo>
                  <a:pt x="636164" y="1021751"/>
                </a:moveTo>
                <a:lnTo>
                  <a:pt x="526456" y="930447"/>
                </a:lnTo>
                <a:moveTo>
                  <a:pt x="2210787" y="528405"/>
                </a:moveTo>
                <a:lnTo>
                  <a:pt x="2170975" y="477842"/>
                </a:lnTo>
                <a:moveTo>
                  <a:pt x="742961" y="1028308"/>
                </a:moveTo>
                <a:lnTo>
                  <a:pt x="644591" y="1022228"/>
                </a:lnTo>
                <a:moveTo>
                  <a:pt x="1899260" y="846262"/>
                </a:moveTo>
                <a:lnTo>
                  <a:pt x="1865111" y="761769"/>
                </a:lnTo>
                <a:moveTo>
                  <a:pt x="644591" y="1022228"/>
                </a:moveTo>
                <a:lnTo>
                  <a:pt x="636164" y="1021751"/>
                </a:lnTo>
                <a:moveTo>
                  <a:pt x="572040" y="194185"/>
                </a:moveTo>
                <a:lnTo>
                  <a:pt x="517754" y="216673"/>
                </a:lnTo>
                <a:moveTo>
                  <a:pt x="742961" y="1028308"/>
                </a:moveTo>
                <a:lnTo>
                  <a:pt x="638337" y="1033746"/>
                </a:lnTo>
                <a:moveTo>
                  <a:pt x="978497" y="875458"/>
                </a:moveTo>
                <a:lnTo>
                  <a:pt x="947997" y="912571"/>
                </a:lnTo>
                <a:moveTo>
                  <a:pt x="638337" y="1033746"/>
                </a:moveTo>
                <a:lnTo>
                  <a:pt x="644591" y="1022228"/>
                </a:lnTo>
                <a:moveTo>
                  <a:pt x="534470" y="762712"/>
                </a:moveTo>
                <a:lnTo>
                  <a:pt x="536273" y="678565"/>
                </a:lnTo>
                <a:moveTo>
                  <a:pt x="638337" y="1033746"/>
                </a:moveTo>
                <a:lnTo>
                  <a:pt x="636164" y="1021751"/>
                </a:lnTo>
                <a:moveTo>
                  <a:pt x="1710149" y="275252"/>
                </a:moveTo>
                <a:lnTo>
                  <a:pt x="1644770" y="274033"/>
                </a:lnTo>
                <a:moveTo>
                  <a:pt x="2047879" y="856830"/>
                </a:moveTo>
                <a:lnTo>
                  <a:pt x="2013174" y="854147"/>
                </a:lnTo>
                <a:moveTo>
                  <a:pt x="507859" y="846255"/>
                </a:moveTo>
                <a:lnTo>
                  <a:pt x="519663" y="845206"/>
                </a:lnTo>
                <a:moveTo>
                  <a:pt x="1924925" y="848218"/>
                </a:moveTo>
                <a:lnTo>
                  <a:pt x="1865111" y="761769"/>
                </a:lnTo>
                <a:moveTo>
                  <a:pt x="2237220" y="866859"/>
                </a:moveTo>
                <a:lnTo>
                  <a:pt x="2175257" y="866004"/>
                </a:lnTo>
                <a:moveTo>
                  <a:pt x="2223753" y="780769"/>
                </a:moveTo>
                <a:lnTo>
                  <a:pt x="2192972" y="783880"/>
                </a:lnTo>
                <a:moveTo>
                  <a:pt x="978497" y="875458"/>
                </a:moveTo>
                <a:lnTo>
                  <a:pt x="954554" y="806799"/>
                </a:lnTo>
                <a:moveTo>
                  <a:pt x="533451" y="762940"/>
                </a:moveTo>
                <a:lnTo>
                  <a:pt x="534470" y="762712"/>
                </a:lnTo>
                <a:moveTo>
                  <a:pt x="533451" y="762940"/>
                </a:moveTo>
                <a:lnTo>
                  <a:pt x="536273" y="678565"/>
                </a:lnTo>
                <a:moveTo>
                  <a:pt x="948432" y="788040"/>
                </a:moveTo>
                <a:lnTo>
                  <a:pt x="935957" y="703975"/>
                </a:lnTo>
                <a:moveTo>
                  <a:pt x="783997" y="1030616"/>
                </a:moveTo>
                <a:lnTo>
                  <a:pt x="754762" y="1064740"/>
                </a:lnTo>
                <a:moveTo>
                  <a:pt x="435129" y="503904"/>
                </a:moveTo>
                <a:lnTo>
                  <a:pt x="434519" y="503482"/>
                </a:lnTo>
                <a:moveTo>
                  <a:pt x="856369" y="481597"/>
                </a:moveTo>
                <a:lnTo>
                  <a:pt x="829678" y="444782"/>
                </a:lnTo>
                <a:moveTo>
                  <a:pt x="434875" y="503941"/>
                </a:moveTo>
                <a:lnTo>
                  <a:pt x="435129" y="503904"/>
                </a:lnTo>
                <a:moveTo>
                  <a:pt x="434875" y="503941"/>
                </a:moveTo>
                <a:lnTo>
                  <a:pt x="434519" y="503482"/>
                </a:lnTo>
                <a:moveTo>
                  <a:pt x="2248570" y="618609"/>
                </a:moveTo>
                <a:lnTo>
                  <a:pt x="2208751" y="696004"/>
                </a:lnTo>
                <a:moveTo>
                  <a:pt x="1530712" y="404299"/>
                </a:moveTo>
                <a:lnTo>
                  <a:pt x="1543458" y="403232"/>
                </a:lnTo>
                <a:moveTo>
                  <a:pt x="929461" y="955304"/>
                </a:moveTo>
                <a:lnTo>
                  <a:pt x="978497" y="875458"/>
                </a:lnTo>
                <a:moveTo>
                  <a:pt x="754762" y="1064740"/>
                </a:moveTo>
                <a:lnTo>
                  <a:pt x="742961" y="1028308"/>
                </a:lnTo>
                <a:moveTo>
                  <a:pt x="506354" y="594767"/>
                </a:moveTo>
                <a:lnTo>
                  <a:pt x="510289" y="590883"/>
                </a:lnTo>
                <a:moveTo>
                  <a:pt x="2248570" y="618609"/>
                </a:moveTo>
                <a:lnTo>
                  <a:pt x="2217085" y="612349"/>
                </a:lnTo>
                <a:moveTo>
                  <a:pt x="1760521" y="315897"/>
                </a:moveTo>
                <a:lnTo>
                  <a:pt x="1710149" y="275252"/>
                </a:lnTo>
                <a:moveTo>
                  <a:pt x="526424" y="929977"/>
                </a:moveTo>
                <a:lnTo>
                  <a:pt x="507859" y="846255"/>
                </a:lnTo>
                <a:moveTo>
                  <a:pt x="535505" y="679161"/>
                </a:moveTo>
                <a:lnTo>
                  <a:pt x="536273" y="678565"/>
                </a:lnTo>
                <a:moveTo>
                  <a:pt x="2100228" y="861503"/>
                </a:moveTo>
                <a:lnTo>
                  <a:pt x="2027590" y="881714"/>
                </a:lnTo>
                <a:moveTo>
                  <a:pt x="754762" y="1064740"/>
                </a:moveTo>
                <a:lnTo>
                  <a:pt x="638337" y="1033746"/>
                </a:lnTo>
                <a:moveTo>
                  <a:pt x="484259" y="554317"/>
                </a:moveTo>
                <a:lnTo>
                  <a:pt x="497078" y="550186"/>
                </a:lnTo>
                <a:moveTo>
                  <a:pt x="1887759" y="426939"/>
                </a:moveTo>
                <a:lnTo>
                  <a:pt x="1824017" y="347492"/>
                </a:lnTo>
                <a:moveTo>
                  <a:pt x="1543458" y="403232"/>
                </a:moveTo>
                <a:lnTo>
                  <a:pt x="1537254" y="320754"/>
                </a:lnTo>
                <a:moveTo>
                  <a:pt x="2170975" y="477842"/>
                </a:moveTo>
                <a:lnTo>
                  <a:pt x="2051499" y="496054"/>
                </a:lnTo>
                <a:moveTo>
                  <a:pt x="507859" y="846255"/>
                </a:moveTo>
                <a:lnTo>
                  <a:pt x="534470" y="762712"/>
                </a:lnTo>
                <a:moveTo>
                  <a:pt x="1979399" y="769662"/>
                </a:moveTo>
                <a:lnTo>
                  <a:pt x="1924925" y="848218"/>
                </a:lnTo>
                <a:moveTo>
                  <a:pt x="533451" y="762940"/>
                </a:moveTo>
                <a:lnTo>
                  <a:pt x="535505" y="679161"/>
                </a:lnTo>
                <a:moveTo>
                  <a:pt x="1537254" y="320754"/>
                </a:moveTo>
                <a:lnTo>
                  <a:pt x="1550507" y="319552"/>
                </a:lnTo>
                <a:moveTo>
                  <a:pt x="935957" y="703975"/>
                </a:moveTo>
                <a:lnTo>
                  <a:pt x="953933" y="620510"/>
                </a:lnTo>
                <a:moveTo>
                  <a:pt x="390152" y="419198"/>
                </a:moveTo>
                <a:lnTo>
                  <a:pt x="411712" y="332241"/>
                </a:lnTo>
                <a:moveTo>
                  <a:pt x="1924925" y="848218"/>
                </a:moveTo>
                <a:lnTo>
                  <a:pt x="1963550" y="768754"/>
                </a:lnTo>
                <a:moveTo>
                  <a:pt x="929461" y="955304"/>
                </a:moveTo>
                <a:lnTo>
                  <a:pt x="875783" y="1021600"/>
                </a:lnTo>
                <a:moveTo>
                  <a:pt x="935616" y="536329"/>
                </a:moveTo>
                <a:lnTo>
                  <a:pt x="856369" y="481597"/>
                </a:lnTo>
                <a:moveTo>
                  <a:pt x="1933819" y="485313"/>
                </a:moveTo>
                <a:lnTo>
                  <a:pt x="1887759" y="426939"/>
                </a:lnTo>
                <a:moveTo>
                  <a:pt x="1566495" y="480819"/>
                </a:moveTo>
                <a:lnTo>
                  <a:pt x="1581393" y="443155"/>
                </a:lnTo>
                <a:moveTo>
                  <a:pt x="388553" y="335348"/>
                </a:moveTo>
                <a:lnTo>
                  <a:pt x="407318" y="247305"/>
                </a:lnTo>
                <a:moveTo>
                  <a:pt x="2246119" y="534741"/>
                </a:moveTo>
                <a:lnTo>
                  <a:pt x="2217085" y="612349"/>
                </a:lnTo>
                <a:moveTo>
                  <a:pt x="1642116" y="494636"/>
                </a:moveTo>
                <a:lnTo>
                  <a:pt x="1631375" y="490094"/>
                </a:lnTo>
                <a:moveTo>
                  <a:pt x="2143589" y="919581"/>
                </a:moveTo>
                <a:lnTo>
                  <a:pt x="2175257" y="866004"/>
                </a:lnTo>
                <a:moveTo>
                  <a:pt x="2208723" y="722111"/>
                </a:moveTo>
                <a:lnTo>
                  <a:pt x="2223753" y="780769"/>
                </a:lnTo>
                <a:moveTo>
                  <a:pt x="2237220" y="866859"/>
                </a:moveTo>
                <a:lnTo>
                  <a:pt x="2192972" y="783880"/>
                </a:lnTo>
                <a:moveTo>
                  <a:pt x="507859" y="846255"/>
                </a:moveTo>
                <a:lnTo>
                  <a:pt x="533451" y="762940"/>
                </a:lnTo>
                <a:moveTo>
                  <a:pt x="396785" y="251691"/>
                </a:moveTo>
                <a:lnTo>
                  <a:pt x="407318" y="247305"/>
                </a:lnTo>
                <a:moveTo>
                  <a:pt x="1818511" y="677031"/>
                </a:moveTo>
                <a:lnTo>
                  <a:pt x="1798802" y="754207"/>
                </a:lnTo>
                <a:moveTo>
                  <a:pt x="390152" y="419198"/>
                </a:moveTo>
                <a:lnTo>
                  <a:pt x="414064" y="416917"/>
                </a:lnTo>
                <a:moveTo>
                  <a:pt x="783781" y="189730"/>
                </a:moveTo>
                <a:lnTo>
                  <a:pt x="760231" y="123376"/>
                </a:lnTo>
                <a:moveTo>
                  <a:pt x="2143589" y="919581"/>
                </a:moveTo>
                <a:lnTo>
                  <a:pt x="2100228" y="861503"/>
                </a:lnTo>
                <a:moveTo>
                  <a:pt x="1741985" y="614884"/>
                </a:moveTo>
                <a:lnTo>
                  <a:pt x="1727558" y="584037"/>
                </a:lnTo>
                <a:moveTo>
                  <a:pt x="2216371" y="701793"/>
                </a:moveTo>
                <a:lnTo>
                  <a:pt x="2208751" y="696004"/>
                </a:lnTo>
                <a:moveTo>
                  <a:pt x="2013174" y="854147"/>
                </a:moveTo>
                <a:lnTo>
                  <a:pt x="1979399" y="769662"/>
                </a:lnTo>
                <a:moveTo>
                  <a:pt x="1755388" y="670147"/>
                </a:moveTo>
                <a:lnTo>
                  <a:pt x="1741985" y="614884"/>
                </a:lnTo>
                <a:moveTo>
                  <a:pt x="388553" y="335348"/>
                </a:moveTo>
                <a:lnTo>
                  <a:pt x="411712" y="332241"/>
                </a:lnTo>
                <a:moveTo>
                  <a:pt x="1873312" y="405496"/>
                </a:moveTo>
                <a:lnTo>
                  <a:pt x="1824017" y="347492"/>
                </a:lnTo>
                <a:moveTo>
                  <a:pt x="2208723" y="722111"/>
                </a:moveTo>
                <a:lnTo>
                  <a:pt x="2208751" y="696004"/>
                </a:lnTo>
                <a:moveTo>
                  <a:pt x="1811061" y="335968"/>
                </a:moveTo>
                <a:lnTo>
                  <a:pt x="1760521" y="315897"/>
                </a:lnTo>
                <a:moveTo>
                  <a:pt x="484259" y="554317"/>
                </a:moveTo>
                <a:lnTo>
                  <a:pt x="510289" y="590883"/>
                </a:lnTo>
                <a:moveTo>
                  <a:pt x="1641288" y="495714"/>
                </a:moveTo>
                <a:lnTo>
                  <a:pt x="1642116" y="494636"/>
                </a:lnTo>
                <a:moveTo>
                  <a:pt x="2246119" y="534741"/>
                </a:moveTo>
                <a:lnTo>
                  <a:pt x="2210787" y="528405"/>
                </a:lnTo>
                <a:moveTo>
                  <a:pt x="1732809" y="585883"/>
                </a:moveTo>
                <a:lnTo>
                  <a:pt x="1727558" y="584037"/>
                </a:lnTo>
                <a:moveTo>
                  <a:pt x="953933" y="620510"/>
                </a:moveTo>
                <a:lnTo>
                  <a:pt x="935616" y="536329"/>
                </a:lnTo>
                <a:moveTo>
                  <a:pt x="2100228" y="861503"/>
                </a:moveTo>
                <a:lnTo>
                  <a:pt x="2047879" y="856830"/>
                </a:lnTo>
                <a:moveTo>
                  <a:pt x="1578556" y="286288"/>
                </a:moveTo>
                <a:lnTo>
                  <a:pt x="1590509" y="296125"/>
                </a:lnTo>
                <a:moveTo>
                  <a:pt x="565330" y="1019768"/>
                </a:moveTo>
                <a:lnTo>
                  <a:pt x="526456" y="930447"/>
                </a:lnTo>
                <a:moveTo>
                  <a:pt x="1682290" y="521974"/>
                </a:moveTo>
                <a:lnTo>
                  <a:pt x="1694057" y="534815"/>
                </a:lnTo>
                <a:moveTo>
                  <a:pt x="783778" y="1033499"/>
                </a:moveTo>
                <a:lnTo>
                  <a:pt x="783997" y="1030616"/>
                </a:lnTo>
                <a:moveTo>
                  <a:pt x="636164" y="1021751"/>
                </a:moveTo>
                <a:lnTo>
                  <a:pt x="565330" y="1019768"/>
                </a:lnTo>
                <a:moveTo>
                  <a:pt x="1641288" y="495714"/>
                </a:moveTo>
                <a:lnTo>
                  <a:pt x="1631375" y="490094"/>
                </a:lnTo>
                <a:moveTo>
                  <a:pt x="1865111" y="761769"/>
                </a:moveTo>
                <a:lnTo>
                  <a:pt x="1852127" y="747215"/>
                </a:lnTo>
                <a:moveTo>
                  <a:pt x="1987386" y="474419"/>
                </a:moveTo>
                <a:lnTo>
                  <a:pt x="1933819" y="485313"/>
                </a:lnTo>
                <a:moveTo>
                  <a:pt x="809954" y="1027644"/>
                </a:moveTo>
                <a:lnTo>
                  <a:pt x="824950" y="988394"/>
                </a:lnTo>
                <a:moveTo>
                  <a:pt x="1824017" y="347492"/>
                </a:moveTo>
                <a:lnTo>
                  <a:pt x="1779839" y="337555"/>
                </a:lnTo>
                <a:moveTo>
                  <a:pt x="907376" y="512001"/>
                </a:moveTo>
                <a:lnTo>
                  <a:pt x="856369" y="481597"/>
                </a:lnTo>
                <a:moveTo>
                  <a:pt x="638337" y="1033746"/>
                </a:moveTo>
                <a:lnTo>
                  <a:pt x="565330" y="1019768"/>
                </a:lnTo>
                <a:moveTo>
                  <a:pt x="760231" y="123376"/>
                </a:moveTo>
                <a:lnTo>
                  <a:pt x="694954" y="120512"/>
                </a:lnTo>
                <a:moveTo>
                  <a:pt x="1963550" y="768754"/>
                </a:moveTo>
                <a:lnTo>
                  <a:pt x="1865111" y="761769"/>
                </a:lnTo>
                <a:moveTo>
                  <a:pt x="1530712" y="404299"/>
                </a:moveTo>
                <a:lnTo>
                  <a:pt x="1537254" y="320754"/>
                </a:lnTo>
                <a:moveTo>
                  <a:pt x="434519" y="503482"/>
                </a:moveTo>
                <a:lnTo>
                  <a:pt x="390152" y="419198"/>
                </a:lnTo>
                <a:moveTo>
                  <a:pt x="572040" y="194185"/>
                </a:moveTo>
                <a:lnTo>
                  <a:pt x="453192" y="202277"/>
                </a:lnTo>
                <a:moveTo>
                  <a:pt x="954554" y="806799"/>
                </a:moveTo>
                <a:lnTo>
                  <a:pt x="910524" y="789462"/>
                </a:lnTo>
                <a:moveTo>
                  <a:pt x="829678" y="444782"/>
                </a:moveTo>
                <a:lnTo>
                  <a:pt x="787496" y="358956"/>
                </a:lnTo>
                <a:moveTo>
                  <a:pt x="988456" y="1113115"/>
                </a:moveTo>
                <a:lnTo>
                  <a:pt x="972907" y="1127878"/>
                </a:lnTo>
                <a:moveTo>
                  <a:pt x="1741985" y="614884"/>
                </a:moveTo>
                <a:lnTo>
                  <a:pt x="1732809" y="585883"/>
                </a:lnTo>
                <a:moveTo>
                  <a:pt x="572040" y="194185"/>
                </a:moveTo>
                <a:lnTo>
                  <a:pt x="587501" y="177271"/>
                </a:lnTo>
                <a:moveTo>
                  <a:pt x="2084419" y="818199"/>
                </a:moveTo>
                <a:lnTo>
                  <a:pt x="2047879" y="856830"/>
                </a:lnTo>
                <a:moveTo>
                  <a:pt x="1969575" y="761715"/>
                </a:moveTo>
                <a:lnTo>
                  <a:pt x="1865111" y="761769"/>
                </a:lnTo>
                <a:moveTo>
                  <a:pt x="638337" y="1033746"/>
                </a:moveTo>
                <a:lnTo>
                  <a:pt x="573134" y="1029687"/>
                </a:lnTo>
                <a:moveTo>
                  <a:pt x="2051499" y="496054"/>
                </a:moveTo>
                <a:lnTo>
                  <a:pt x="1987386" y="474419"/>
                </a:lnTo>
                <a:moveTo>
                  <a:pt x="1779839" y="337555"/>
                </a:moveTo>
                <a:lnTo>
                  <a:pt x="1811061" y="335968"/>
                </a:lnTo>
                <a:moveTo>
                  <a:pt x="535505" y="679161"/>
                </a:moveTo>
                <a:lnTo>
                  <a:pt x="506354" y="594767"/>
                </a:lnTo>
                <a:moveTo>
                  <a:pt x="910524" y="789462"/>
                </a:moveTo>
                <a:lnTo>
                  <a:pt x="948432" y="788040"/>
                </a:lnTo>
                <a:moveTo>
                  <a:pt x="2072509" y="777137"/>
                </a:moveTo>
                <a:lnTo>
                  <a:pt x="2013174" y="854147"/>
                </a:lnTo>
                <a:moveTo>
                  <a:pt x="785686" y="274349"/>
                </a:moveTo>
                <a:lnTo>
                  <a:pt x="783781" y="189730"/>
                </a:lnTo>
                <a:moveTo>
                  <a:pt x="856369" y="481597"/>
                </a:moveTo>
                <a:lnTo>
                  <a:pt x="812501" y="446513"/>
                </a:lnTo>
                <a:moveTo>
                  <a:pt x="783778" y="1033499"/>
                </a:moveTo>
                <a:lnTo>
                  <a:pt x="754762" y="1064740"/>
                </a:lnTo>
                <a:moveTo>
                  <a:pt x="1933819" y="485313"/>
                </a:moveTo>
                <a:lnTo>
                  <a:pt x="1894416" y="429479"/>
                </a:lnTo>
                <a:moveTo>
                  <a:pt x="2175257" y="866004"/>
                </a:moveTo>
                <a:lnTo>
                  <a:pt x="2100228" y="861503"/>
                </a:lnTo>
                <a:moveTo>
                  <a:pt x="1979399" y="769662"/>
                </a:moveTo>
                <a:lnTo>
                  <a:pt x="1963550" y="768754"/>
                </a:lnTo>
                <a:moveTo>
                  <a:pt x="1760521" y="315897"/>
                </a:moveTo>
                <a:lnTo>
                  <a:pt x="1644770" y="274033"/>
                </a:lnTo>
                <a:moveTo>
                  <a:pt x="829678" y="444782"/>
                </a:moveTo>
                <a:lnTo>
                  <a:pt x="796496" y="391572"/>
                </a:lnTo>
                <a:moveTo>
                  <a:pt x="948432" y="788040"/>
                </a:moveTo>
                <a:lnTo>
                  <a:pt x="916993" y="705908"/>
                </a:lnTo>
                <a:moveTo>
                  <a:pt x="1818511" y="677031"/>
                </a:moveTo>
                <a:lnTo>
                  <a:pt x="1755388" y="670147"/>
                </a:lnTo>
                <a:moveTo>
                  <a:pt x="689658" y="1059091"/>
                </a:moveTo>
                <a:lnTo>
                  <a:pt x="638337" y="1033746"/>
                </a:lnTo>
                <a:moveTo>
                  <a:pt x="1969575" y="761715"/>
                </a:moveTo>
                <a:lnTo>
                  <a:pt x="1852127" y="747215"/>
                </a:lnTo>
                <a:moveTo>
                  <a:pt x="787496" y="358956"/>
                </a:moveTo>
                <a:lnTo>
                  <a:pt x="785686" y="274349"/>
                </a:lnTo>
                <a:moveTo>
                  <a:pt x="1578556" y="286288"/>
                </a:moveTo>
                <a:lnTo>
                  <a:pt x="1550507" y="319552"/>
                </a:lnTo>
                <a:moveTo>
                  <a:pt x="2072509" y="777137"/>
                </a:moveTo>
                <a:lnTo>
                  <a:pt x="2047879" y="856830"/>
                </a:lnTo>
                <a:moveTo>
                  <a:pt x="484259" y="554317"/>
                </a:moveTo>
                <a:lnTo>
                  <a:pt x="434875" y="503941"/>
                </a:lnTo>
                <a:moveTo>
                  <a:pt x="2107435" y="446954"/>
                </a:moveTo>
                <a:lnTo>
                  <a:pt x="2051499" y="496054"/>
                </a:lnTo>
                <a:moveTo>
                  <a:pt x="1979399" y="769662"/>
                </a:moveTo>
                <a:lnTo>
                  <a:pt x="1969575" y="761715"/>
                </a:lnTo>
                <a:moveTo>
                  <a:pt x="694954" y="120512"/>
                </a:moveTo>
                <a:lnTo>
                  <a:pt x="587501" y="177271"/>
                </a:lnTo>
                <a:moveTo>
                  <a:pt x="2246119" y="534741"/>
                </a:moveTo>
                <a:lnTo>
                  <a:pt x="2170975" y="477842"/>
                </a:lnTo>
                <a:moveTo>
                  <a:pt x="1969575" y="761715"/>
                </a:moveTo>
                <a:lnTo>
                  <a:pt x="1963550" y="768754"/>
                </a:lnTo>
                <a:moveTo>
                  <a:pt x="809954" y="1027644"/>
                </a:moveTo>
                <a:lnTo>
                  <a:pt x="783997" y="1030616"/>
                </a:lnTo>
                <a:moveTo>
                  <a:pt x="960065" y="1129186"/>
                </a:moveTo>
                <a:lnTo>
                  <a:pt x="972907" y="1127878"/>
                </a:lnTo>
                <a:moveTo>
                  <a:pt x="1887759" y="426939"/>
                </a:moveTo>
                <a:lnTo>
                  <a:pt x="1873312" y="405496"/>
                </a:lnTo>
                <a:moveTo>
                  <a:pt x="754762" y="1064740"/>
                </a:moveTo>
                <a:lnTo>
                  <a:pt x="689658" y="1059091"/>
                </a:lnTo>
                <a:moveTo>
                  <a:pt x="396785" y="251691"/>
                </a:moveTo>
                <a:lnTo>
                  <a:pt x="453192" y="202277"/>
                </a:lnTo>
                <a:moveTo>
                  <a:pt x="2175257" y="866004"/>
                </a:moveTo>
                <a:lnTo>
                  <a:pt x="2192972" y="783880"/>
                </a:lnTo>
                <a:moveTo>
                  <a:pt x="2175257" y="866004"/>
                </a:moveTo>
                <a:lnTo>
                  <a:pt x="2084419" y="818199"/>
                </a:lnTo>
                <a:moveTo>
                  <a:pt x="926939" y="960304"/>
                </a:moveTo>
                <a:lnTo>
                  <a:pt x="929461" y="955304"/>
                </a:lnTo>
                <a:moveTo>
                  <a:pt x="1682290" y="521974"/>
                </a:moveTo>
                <a:lnTo>
                  <a:pt x="1727558" y="584037"/>
                </a:lnTo>
                <a:moveTo>
                  <a:pt x="2100228" y="861503"/>
                </a:moveTo>
                <a:lnTo>
                  <a:pt x="2084419" y="818199"/>
                </a:lnTo>
                <a:moveTo>
                  <a:pt x="1809810" y="374006"/>
                </a:moveTo>
                <a:lnTo>
                  <a:pt x="1824017" y="347492"/>
                </a:lnTo>
                <a:moveTo>
                  <a:pt x="978497" y="875458"/>
                </a:moveTo>
                <a:lnTo>
                  <a:pt x="910524" y="789462"/>
                </a:lnTo>
                <a:moveTo>
                  <a:pt x="916993" y="705908"/>
                </a:moveTo>
                <a:lnTo>
                  <a:pt x="935957" y="703975"/>
                </a:lnTo>
                <a:moveTo>
                  <a:pt x="1631375" y="490094"/>
                </a:moveTo>
                <a:lnTo>
                  <a:pt x="1566495" y="480819"/>
                </a:lnTo>
                <a:moveTo>
                  <a:pt x="796496" y="391572"/>
                </a:moveTo>
                <a:lnTo>
                  <a:pt x="787496" y="358956"/>
                </a:lnTo>
                <a:moveTo>
                  <a:pt x="935616" y="536329"/>
                </a:moveTo>
                <a:lnTo>
                  <a:pt x="907376" y="512001"/>
                </a:lnTo>
                <a:moveTo>
                  <a:pt x="2170975" y="477842"/>
                </a:moveTo>
                <a:lnTo>
                  <a:pt x="2107435" y="446954"/>
                </a:lnTo>
                <a:moveTo>
                  <a:pt x="526456" y="930447"/>
                </a:moveTo>
                <a:lnTo>
                  <a:pt x="496083" y="933610"/>
                </a:lnTo>
                <a:moveTo>
                  <a:pt x="812501" y="446513"/>
                </a:moveTo>
                <a:lnTo>
                  <a:pt x="829678" y="444782"/>
                </a:lnTo>
                <a:moveTo>
                  <a:pt x="726848" y="189515"/>
                </a:moveTo>
                <a:lnTo>
                  <a:pt x="760231" y="123376"/>
                </a:lnTo>
                <a:moveTo>
                  <a:pt x="1002834" y="543294"/>
                </a:moveTo>
                <a:lnTo>
                  <a:pt x="953933" y="620510"/>
                </a:lnTo>
                <a:moveTo>
                  <a:pt x="1852127" y="747215"/>
                </a:moveTo>
                <a:lnTo>
                  <a:pt x="1818511" y="677031"/>
                </a:lnTo>
                <a:moveTo>
                  <a:pt x="464337" y="510120"/>
                </a:moveTo>
                <a:lnTo>
                  <a:pt x="434519" y="503482"/>
                </a:lnTo>
                <a:moveTo>
                  <a:pt x="1566495" y="480819"/>
                </a:moveTo>
                <a:lnTo>
                  <a:pt x="1530712" y="404299"/>
                </a:lnTo>
                <a:moveTo>
                  <a:pt x="464337" y="510120"/>
                </a:moveTo>
                <a:lnTo>
                  <a:pt x="434875" y="503941"/>
                </a:lnTo>
                <a:moveTo>
                  <a:pt x="526424" y="929977"/>
                </a:moveTo>
                <a:lnTo>
                  <a:pt x="504207" y="850266"/>
                </a:lnTo>
                <a:moveTo>
                  <a:pt x="1797882" y="592805"/>
                </a:moveTo>
                <a:lnTo>
                  <a:pt x="1755388" y="670147"/>
                </a:lnTo>
                <a:moveTo>
                  <a:pt x="526456" y="930447"/>
                </a:moveTo>
                <a:lnTo>
                  <a:pt x="504207" y="850266"/>
                </a:lnTo>
                <a:moveTo>
                  <a:pt x="988016" y="626821"/>
                </a:moveTo>
                <a:lnTo>
                  <a:pt x="953933" y="620510"/>
                </a:lnTo>
                <a:moveTo>
                  <a:pt x="960065" y="1129186"/>
                </a:moveTo>
                <a:lnTo>
                  <a:pt x="988456" y="1113115"/>
                </a:lnTo>
                <a:moveTo>
                  <a:pt x="2222298" y="503140"/>
                </a:moveTo>
                <a:lnTo>
                  <a:pt x="2170975" y="477842"/>
                </a:lnTo>
                <a:moveTo>
                  <a:pt x="2072509" y="777137"/>
                </a:moveTo>
                <a:lnTo>
                  <a:pt x="1979399" y="769662"/>
                </a:lnTo>
                <a:moveTo>
                  <a:pt x="1575819" y="494413"/>
                </a:moveTo>
                <a:lnTo>
                  <a:pt x="1631375" y="490094"/>
                </a:lnTo>
                <a:moveTo>
                  <a:pt x="1921568" y="480278"/>
                </a:moveTo>
                <a:lnTo>
                  <a:pt x="1933819" y="485313"/>
                </a:lnTo>
                <a:moveTo>
                  <a:pt x="1741985" y="614884"/>
                </a:moveTo>
                <a:lnTo>
                  <a:pt x="1786674" y="591556"/>
                </a:lnTo>
                <a:moveTo>
                  <a:pt x="988016" y="626821"/>
                </a:moveTo>
                <a:lnTo>
                  <a:pt x="935957" y="703975"/>
                </a:lnTo>
                <a:moveTo>
                  <a:pt x="573134" y="1029687"/>
                </a:moveTo>
                <a:lnTo>
                  <a:pt x="565330" y="1019768"/>
                </a:lnTo>
                <a:moveTo>
                  <a:pt x="1779839" y="337555"/>
                </a:moveTo>
                <a:lnTo>
                  <a:pt x="1760521" y="315897"/>
                </a:lnTo>
                <a:moveTo>
                  <a:pt x="843252" y="490545"/>
                </a:moveTo>
                <a:lnTo>
                  <a:pt x="856369" y="481597"/>
                </a:lnTo>
                <a:moveTo>
                  <a:pt x="2175257" y="866004"/>
                </a:moveTo>
                <a:lnTo>
                  <a:pt x="2101990" y="779335"/>
                </a:lnTo>
                <a:moveTo>
                  <a:pt x="918441" y="1186669"/>
                </a:moveTo>
                <a:lnTo>
                  <a:pt x="972907" y="1127878"/>
                </a:lnTo>
                <a:moveTo>
                  <a:pt x="504972" y="220218"/>
                </a:moveTo>
                <a:lnTo>
                  <a:pt x="453192" y="202277"/>
                </a:lnTo>
                <a:moveTo>
                  <a:pt x="2248570" y="618609"/>
                </a:moveTo>
                <a:lnTo>
                  <a:pt x="2246119" y="534741"/>
                </a:lnTo>
                <a:moveTo>
                  <a:pt x="1894416" y="429479"/>
                </a:moveTo>
                <a:lnTo>
                  <a:pt x="1887759" y="426939"/>
                </a:lnTo>
                <a:moveTo>
                  <a:pt x="1644770" y="274033"/>
                </a:moveTo>
                <a:lnTo>
                  <a:pt x="1578556" y="286288"/>
                </a:lnTo>
                <a:moveTo>
                  <a:pt x="390152" y="419198"/>
                </a:moveTo>
                <a:lnTo>
                  <a:pt x="388553" y="335348"/>
                </a:lnTo>
                <a:moveTo>
                  <a:pt x="1578556" y="286288"/>
                </a:moveTo>
                <a:lnTo>
                  <a:pt x="1537254" y="320754"/>
                </a:lnTo>
                <a:moveTo>
                  <a:pt x="1682290" y="521974"/>
                </a:moveTo>
                <a:lnTo>
                  <a:pt x="1641288" y="495714"/>
                </a:lnTo>
                <a:moveTo>
                  <a:pt x="926939" y="960304"/>
                </a:moveTo>
                <a:lnTo>
                  <a:pt x="978497" y="875458"/>
                </a:lnTo>
                <a:moveTo>
                  <a:pt x="1641288" y="495714"/>
                </a:moveTo>
                <a:lnTo>
                  <a:pt x="1575819" y="494413"/>
                </a:lnTo>
                <a:moveTo>
                  <a:pt x="1852127" y="747215"/>
                </a:moveTo>
                <a:lnTo>
                  <a:pt x="1896086" y="682822"/>
                </a:lnTo>
                <a:moveTo>
                  <a:pt x="875783" y="1021600"/>
                </a:moveTo>
                <a:lnTo>
                  <a:pt x="809954" y="1027644"/>
                </a:lnTo>
                <a:moveTo>
                  <a:pt x="1786674" y="591556"/>
                </a:moveTo>
                <a:lnTo>
                  <a:pt x="1732809" y="585883"/>
                </a:lnTo>
                <a:moveTo>
                  <a:pt x="1797882" y="592805"/>
                </a:moveTo>
                <a:lnTo>
                  <a:pt x="1741985" y="614884"/>
                </a:lnTo>
                <a:moveTo>
                  <a:pt x="2216371" y="701793"/>
                </a:moveTo>
                <a:lnTo>
                  <a:pt x="2248570" y="618609"/>
                </a:lnTo>
                <a:moveTo>
                  <a:pt x="1926403" y="684798"/>
                </a:moveTo>
                <a:lnTo>
                  <a:pt x="1852127" y="747215"/>
                </a:lnTo>
                <a:moveTo>
                  <a:pt x="560023" y="1020561"/>
                </a:moveTo>
                <a:lnTo>
                  <a:pt x="565330" y="1019768"/>
                </a:lnTo>
                <a:moveTo>
                  <a:pt x="506354" y="594767"/>
                </a:moveTo>
                <a:lnTo>
                  <a:pt x="484259" y="554317"/>
                </a:lnTo>
                <a:moveTo>
                  <a:pt x="637354" y="183893"/>
                </a:moveTo>
                <a:lnTo>
                  <a:pt x="587501" y="177271"/>
                </a:lnTo>
                <a:moveTo>
                  <a:pt x="1732809" y="585883"/>
                </a:moveTo>
                <a:lnTo>
                  <a:pt x="1682290" y="521974"/>
                </a:lnTo>
                <a:moveTo>
                  <a:pt x="541791" y="768744"/>
                </a:moveTo>
                <a:lnTo>
                  <a:pt x="533451" y="762940"/>
                </a:lnTo>
                <a:moveTo>
                  <a:pt x="1002834" y="543294"/>
                </a:moveTo>
                <a:lnTo>
                  <a:pt x="935616" y="536329"/>
                </a:lnTo>
                <a:moveTo>
                  <a:pt x="2084419" y="818199"/>
                </a:moveTo>
                <a:lnTo>
                  <a:pt x="2072509" y="777137"/>
                </a:lnTo>
                <a:moveTo>
                  <a:pt x="783778" y="1033499"/>
                </a:moveTo>
                <a:lnTo>
                  <a:pt x="689658" y="1059091"/>
                </a:lnTo>
                <a:moveTo>
                  <a:pt x="549610" y="685079"/>
                </a:moveTo>
                <a:lnTo>
                  <a:pt x="533451" y="762940"/>
                </a:lnTo>
                <a:moveTo>
                  <a:pt x="978497" y="875458"/>
                </a:moveTo>
                <a:lnTo>
                  <a:pt x="934320" y="876866"/>
                </a:lnTo>
                <a:moveTo>
                  <a:pt x="507859" y="846255"/>
                </a:moveTo>
                <a:lnTo>
                  <a:pt x="504207" y="850266"/>
                </a:lnTo>
                <a:moveTo>
                  <a:pt x="572040" y="194185"/>
                </a:moveTo>
                <a:lnTo>
                  <a:pt x="504972" y="220218"/>
                </a:lnTo>
                <a:moveTo>
                  <a:pt x="787496" y="358956"/>
                </a:moveTo>
                <a:lnTo>
                  <a:pt x="715738" y="356856"/>
                </a:lnTo>
                <a:moveTo>
                  <a:pt x="388553" y="335348"/>
                </a:moveTo>
                <a:lnTo>
                  <a:pt x="396785" y="251691"/>
                </a:lnTo>
                <a:moveTo>
                  <a:pt x="1695958" y="301509"/>
                </a:moveTo>
                <a:lnTo>
                  <a:pt x="1644770" y="274033"/>
                </a:lnTo>
                <a:moveTo>
                  <a:pt x="812501" y="446513"/>
                </a:moveTo>
                <a:lnTo>
                  <a:pt x="796496" y="391572"/>
                </a:lnTo>
                <a:moveTo>
                  <a:pt x="2208723" y="722111"/>
                </a:moveTo>
                <a:lnTo>
                  <a:pt x="2192972" y="783880"/>
                </a:lnTo>
                <a:moveTo>
                  <a:pt x="1894416" y="429479"/>
                </a:moveTo>
                <a:lnTo>
                  <a:pt x="1873312" y="405496"/>
                </a:lnTo>
                <a:moveTo>
                  <a:pt x="926939" y="960304"/>
                </a:moveTo>
                <a:lnTo>
                  <a:pt x="875783" y="1021600"/>
                </a:lnTo>
                <a:moveTo>
                  <a:pt x="783781" y="189730"/>
                </a:moveTo>
                <a:lnTo>
                  <a:pt x="726848" y="189515"/>
                </a:lnTo>
                <a:moveTo>
                  <a:pt x="623026" y="224932"/>
                </a:moveTo>
                <a:lnTo>
                  <a:pt x="587501" y="177271"/>
                </a:lnTo>
                <a:moveTo>
                  <a:pt x="689658" y="1059091"/>
                </a:moveTo>
                <a:lnTo>
                  <a:pt x="573134" y="1029687"/>
                </a:lnTo>
                <a:moveTo>
                  <a:pt x="573134" y="1029687"/>
                </a:moveTo>
                <a:lnTo>
                  <a:pt x="560023" y="1020561"/>
                </a:lnTo>
                <a:moveTo>
                  <a:pt x="2192972" y="783880"/>
                </a:moveTo>
                <a:lnTo>
                  <a:pt x="2101990" y="779335"/>
                </a:lnTo>
                <a:moveTo>
                  <a:pt x="2084419" y="818199"/>
                </a:moveTo>
                <a:lnTo>
                  <a:pt x="2101990" y="779335"/>
                </a:lnTo>
                <a:moveTo>
                  <a:pt x="716849" y="441374"/>
                </a:moveTo>
                <a:lnTo>
                  <a:pt x="787496" y="358956"/>
                </a:lnTo>
                <a:moveTo>
                  <a:pt x="1796552" y="587858"/>
                </a:moveTo>
                <a:lnTo>
                  <a:pt x="1732809" y="585883"/>
                </a:lnTo>
                <a:moveTo>
                  <a:pt x="549610" y="685079"/>
                </a:moveTo>
                <a:lnTo>
                  <a:pt x="535505" y="679161"/>
                </a:lnTo>
                <a:moveTo>
                  <a:pt x="1969575" y="761715"/>
                </a:moveTo>
                <a:lnTo>
                  <a:pt x="1926403" y="684798"/>
                </a:lnTo>
                <a:moveTo>
                  <a:pt x="785686" y="274349"/>
                </a:moveTo>
                <a:lnTo>
                  <a:pt x="725167" y="273678"/>
                </a:lnTo>
                <a:moveTo>
                  <a:pt x="785686" y="274349"/>
                </a:moveTo>
                <a:lnTo>
                  <a:pt x="726848" y="189515"/>
                </a:lnTo>
                <a:moveTo>
                  <a:pt x="541791" y="768744"/>
                </a:moveTo>
                <a:lnTo>
                  <a:pt x="507859" y="846255"/>
                </a:lnTo>
                <a:moveTo>
                  <a:pt x="573134" y="1029687"/>
                </a:moveTo>
                <a:lnTo>
                  <a:pt x="585456" y="1022328"/>
                </a:lnTo>
                <a:moveTo>
                  <a:pt x="2107435" y="446954"/>
                </a:moveTo>
                <a:lnTo>
                  <a:pt x="1987386" y="474419"/>
                </a:lnTo>
                <a:moveTo>
                  <a:pt x="950987" y="661704"/>
                </a:moveTo>
                <a:lnTo>
                  <a:pt x="935957" y="703975"/>
                </a:lnTo>
                <a:moveTo>
                  <a:pt x="754411" y="443298"/>
                </a:moveTo>
                <a:lnTo>
                  <a:pt x="796496" y="391572"/>
                </a:lnTo>
                <a:moveTo>
                  <a:pt x="787496" y="358956"/>
                </a:moveTo>
                <a:lnTo>
                  <a:pt x="725167" y="273678"/>
                </a:lnTo>
                <a:moveTo>
                  <a:pt x="2042956" y="692735"/>
                </a:moveTo>
                <a:lnTo>
                  <a:pt x="1979399" y="769662"/>
                </a:lnTo>
                <a:moveTo>
                  <a:pt x="1760521" y="315897"/>
                </a:moveTo>
                <a:lnTo>
                  <a:pt x="1695958" y="301509"/>
                </a:lnTo>
                <a:moveTo>
                  <a:pt x="783778" y="1033499"/>
                </a:moveTo>
                <a:lnTo>
                  <a:pt x="701781" y="1030096"/>
                </a:lnTo>
                <a:moveTo>
                  <a:pt x="809954" y="1027644"/>
                </a:moveTo>
                <a:lnTo>
                  <a:pt x="783778" y="1033499"/>
                </a:lnTo>
                <a:moveTo>
                  <a:pt x="623026" y="224932"/>
                </a:moveTo>
                <a:lnTo>
                  <a:pt x="572040" y="194185"/>
                </a:lnTo>
                <a:moveTo>
                  <a:pt x="2216371" y="701793"/>
                </a:moveTo>
                <a:lnTo>
                  <a:pt x="2208723" y="722111"/>
                </a:lnTo>
                <a:moveTo>
                  <a:pt x="1969575" y="761715"/>
                </a:moveTo>
                <a:lnTo>
                  <a:pt x="2013284" y="690702"/>
                </a:lnTo>
                <a:moveTo>
                  <a:pt x="796496" y="391572"/>
                </a:moveTo>
                <a:lnTo>
                  <a:pt x="716849" y="441374"/>
                </a:lnTo>
                <a:moveTo>
                  <a:pt x="545552" y="601180"/>
                </a:moveTo>
                <a:lnTo>
                  <a:pt x="535505" y="679161"/>
                </a:lnTo>
                <a:moveTo>
                  <a:pt x="2101990" y="779335"/>
                </a:moveTo>
                <a:lnTo>
                  <a:pt x="2072509" y="777137"/>
                </a:lnTo>
                <a:moveTo>
                  <a:pt x="464337" y="510120"/>
                </a:moveTo>
                <a:lnTo>
                  <a:pt x="390152" y="419198"/>
                </a:lnTo>
                <a:moveTo>
                  <a:pt x="565330" y="1019768"/>
                </a:moveTo>
                <a:lnTo>
                  <a:pt x="496083" y="933610"/>
                </a:lnTo>
                <a:moveTo>
                  <a:pt x="585456" y="1022328"/>
                </a:moveTo>
                <a:lnTo>
                  <a:pt x="560023" y="1020561"/>
                </a:lnTo>
                <a:moveTo>
                  <a:pt x="520472" y="823349"/>
                </a:moveTo>
                <a:lnTo>
                  <a:pt x="507859" y="846255"/>
                </a:lnTo>
                <a:moveTo>
                  <a:pt x="2042956" y="692735"/>
                </a:moveTo>
                <a:lnTo>
                  <a:pt x="1969575" y="761715"/>
                </a:lnTo>
                <a:moveTo>
                  <a:pt x="2246119" y="534741"/>
                </a:moveTo>
                <a:lnTo>
                  <a:pt x="2222298" y="503140"/>
                </a:lnTo>
                <a:moveTo>
                  <a:pt x="910524" y="789462"/>
                </a:moveTo>
                <a:lnTo>
                  <a:pt x="916993" y="705908"/>
                </a:lnTo>
                <a:moveTo>
                  <a:pt x="1002834" y="543294"/>
                </a:moveTo>
                <a:lnTo>
                  <a:pt x="907376" y="512001"/>
                </a:lnTo>
                <a:moveTo>
                  <a:pt x="2214118" y="702193"/>
                </a:moveTo>
                <a:lnTo>
                  <a:pt x="2216371" y="701793"/>
                </a:lnTo>
                <a:moveTo>
                  <a:pt x="637354" y="183893"/>
                </a:moveTo>
                <a:lnTo>
                  <a:pt x="694954" y="120512"/>
                </a:lnTo>
                <a:moveTo>
                  <a:pt x="1042744" y="1090593"/>
                </a:moveTo>
                <a:lnTo>
                  <a:pt x="988456" y="1113115"/>
                </a:lnTo>
                <a:moveTo>
                  <a:pt x="726848" y="189515"/>
                </a:moveTo>
                <a:lnTo>
                  <a:pt x="694954" y="120512"/>
                </a:lnTo>
                <a:moveTo>
                  <a:pt x="2182074" y="701117"/>
                </a:moveTo>
                <a:lnTo>
                  <a:pt x="2192972" y="783880"/>
                </a:lnTo>
                <a:moveTo>
                  <a:pt x="2214118" y="702193"/>
                </a:moveTo>
                <a:lnTo>
                  <a:pt x="2208723" y="722111"/>
                </a:lnTo>
                <a:moveTo>
                  <a:pt x="666572" y="1028301"/>
                </a:moveTo>
                <a:lnTo>
                  <a:pt x="573134" y="1029687"/>
                </a:lnTo>
                <a:moveTo>
                  <a:pt x="918441" y="1186669"/>
                </a:moveTo>
                <a:lnTo>
                  <a:pt x="960065" y="1129186"/>
                </a:lnTo>
                <a:moveTo>
                  <a:pt x="1896086" y="682822"/>
                </a:moveTo>
                <a:lnTo>
                  <a:pt x="1818511" y="677031"/>
                </a:lnTo>
                <a:moveTo>
                  <a:pt x="504972" y="220218"/>
                </a:moveTo>
                <a:lnTo>
                  <a:pt x="396785" y="251691"/>
                </a:lnTo>
                <a:moveTo>
                  <a:pt x="1873312" y="405496"/>
                </a:moveTo>
                <a:lnTo>
                  <a:pt x="1809810" y="374006"/>
                </a:lnTo>
                <a:moveTo>
                  <a:pt x="689658" y="1059091"/>
                </a:moveTo>
                <a:lnTo>
                  <a:pt x="701781" y="1030096"/>
                </a:lnTo>
                <a:moveTo>
                  <a:pt x="812501" y="446513"/>
                </a:moveTo>
                <a:lnTo>
                  <a:pt x="754411" y="443298"/>
                </a:lnTo>
                <a:moveTo>
                  <a:pt x="399378" y="337698"/>
                </a:moveTo>
                <a:lnTo>
                  <a:pt x="388553" y="335348"/>
                </a:lnTo>
                <a:moveTo>
                  <a:pt x="2237626" y="620805"/>
                </a:moveTo>
                <a:lnTo>
                  <a:pt x="2248570" y="618609"/>
                </a:lnTo>
                <a:moveTo>
                  <a:pt x="2222298" y="503140"/>
                </a:moveTo>
                <a:lnTo>
                  <a:pt x="2107435" y="446954"/>
                </a:lnTo>
                <a:moveTo>
                  <a:pt x="1575819" y="494413"/>
                </a:moveTo>
                <a:lnTo>
                  <a:pt x="1566495" y="480819"/>
                </a:lnTo>
                <a:moveTo>
                  <a:pt x="1818511" y="677031"/>
                </a:moveTo>
                <a:lnTo>
                  <a:pt x="1797882" y="592805"/>
                </a:lnTo>
                <a:moveTo>
                  <a:pt x="2248570" y="618609"/>
                </a:moveTo>
                <a:lnTo>
                  <a:pt x="2242988" y="537110"/>
                </a:lnTo>
                <a:moveTo>
                  <a:pt x="689658" y="1059091"/>
                </a:moveTo>
                <a:lnTo>
                  <a:pt x="666572" y="1028301"/>
                </a:lnTo>
                <a:moveTo>
                  <a:pt x="484259" y="554317"/>
                </a:moveTo>
                <a:lnTo>
                  <a:pt x="464337" y="510120"/>
                </a:lnTo>
                <a:moveTo>
                  <a:pt x="567805" y="517799"/>
                </a:moveTo>
                <a:lnTo>
                  <a:pt x="506354" y="594767"/>
                </a:lnTo>
                <a:moveTo>
                  <a:pt x="560023" y="1020561"/>
                </a:moveTo>
                <a:lnTo>
                  <a:pt x="496083" y="933610"/>
                </a:lnTo>
                <a:moveTo>
                  <a:pt x="666572" y="1028301"/>
                </a:moveTo>
                <a:lnTo>
                  <a:pt x="585456" y="1022328"/>
                </a:lnTo>
                <a:moveTo>
                  <a:pt x="2208723" y="722111"/>
                </a:moveTo>
                <a:lnTo>
                  <a:pt x="2182074" y="701117"/>
                </a:lnTo>
                <a:moveTo>
                  <a:pt x="1682290" y="521974"/>
                </a:moveTo>
                <a:lnTo>
                  <a:pt x="1575819" y="494413"/>
                </a:lnTo>
                <a:moveTo>
                  <a:pt x="2072509" y="777137"/>
                </a:moveTo>
                <a:lnTo>
                  <a:pt x="2042956" y="692735"/>
                </a:lnTo>
                <a:moveTo>
                  <a:pt x="754411" y="443298"/>
                </a:moveTo>
                <a:lnTo>
                  <a:pt x="716849" y="441374"/>
                </a:lnTo>
                <a:moveTo>
                  <a:pt x="1809810" y="374006"/>
                </a:moveTo>
                <a:lnTo>
                  <a:pt x="1779839" y="337555"/>
                </a:lnTo>
                <a:moveTo>
                  <a:pt x="1987386" y="474419"/>
                </a:moveTo>
                <a:lnTo>
                  <a:pt x="1921568" y="480278"/>
                </a:lnTo>
                <a:moveTo>
                  <a:pt x="934320" y="876866"/>
                </a:moveTo>
                <a:lnTo>
                  <a:pt x="910524" y="789462"/>
                </a:lnTo>
                <a:moveTo>
                  <a:pt x="2242988" y="537110"/>
                </a:moveTo>
                <a:lnTo>
                  <a:pt x="2246119" y="534741"/>
                </a:lnTo>
                <a:moveTo>
                  <a:pt x="1926403" y="684798"/>
                </a:moveTo>
                <a:lnTo>
                  <a:pt x="1896086" y="682822"/>
                </a:lnTo>
                <a:moveTo>
                  <a:pt x="907376" y="512001"/>
                </a:moveTo>
                <a:lnTo>
                  <a:pt x="843252" y="490545"/>
                </a:lnTo>
                <a:moveTo>
                  <a:pt x="1797882" y="592805"/>
                </a:moveTo>
                <a:lnTo>
                  <a:pt x="1786674" y="591556"/>
                </a:lnTo>
                <a:moveTo>
                  <a:pt x="2192972" y="783880"/>
                </a:moveTo>
                <a:lnTo>
                  <a:pt x="2138875" y="699649"/>
                </a:lnTo>
                <a:moveTo>
                  <a:pt x="545552" y="601180"/>
                </a:moveTo>
                <a:lnTo>
                  <a:pt x="506354" y="594767"/>
                </a:lnTo>
                <a:moveTo>
                  <a:pt x="2216371" y="701793"/>
                </a:moveTo>
                <a:lnTo>
                  <a:pt x="2237626" y="620805"/>
                </a:lnTo>
                <a:moveTo>
                  <a:pt x="1796552" y="587858"/>
                </a:moveTo>
                <a:lnTo>
                  <a:pt x="1786674" y="591556"/>
                </a:lnTo>
                <a:moveTo>
                  <a:pt x="716849" y="441374"/>
                </a:moveTo>
                <a:lnTo>
                  <a:pt x="715738" y="356856"/>
                </a:lnTo>
                <a:moveTo>
                  <a:pt x="2214118" y="702193"/>
                </a:moveTo>
                <a:lnTo>
                  <a:pt x="2182074" y="701117"/>
                </a:lnTo>
                <a:moveTo>
                  <a:pt x="2101990" y="779335"/>
                </a:moveTo>
                <a:lnTo>
                  <a:pt x="2042956" y="692735"/>
                </a:lnTo>
                <a:moveTo>
                  <a:pt x="701781" y="1030096"/>
                </a:moveTo>
                <a:lnTo>
                  <a:pt x="666572" y="1028301"/>
                </a:lnTo>
                <a:moveTo>
                  <a:pt x="1796552" y="587858"/>
                </a:moveTo>
                <a:lnTo>
                  <a:pt x="1682290" y="521974"/>
                </a:lnTo>
                <a:moveTo>
                  <a:pt x="484259" y="554317"/>
                </a:moveTo>
                <a:lnTo>
                  <a:pt x="514110" y="514018"/>
                </a:lnTo>
                <a:moveTo>
                  <a:pt x="988016" y="626821"/>
                </a:moveTo>
                <a:lnTo>
                  <a:pt x="1002834" y="543294"/>
                </a:lnTo>
                <a:moveTo>
                  <a:pt x="1695958" y="301509"/>
                </a:moveTo>
                <a:lnTo>
                  <a:pt x="1578556" y="286288"/>
                </a:lnTo>
                <a:moveTo>
                  <a:pt x="926939" y="960304"/>
                </a:moveTo>
                <a:lnTo>
                  <a:pt x="809954" y="1027644"/>
                </a:lnTo>
                <a:moveTo>
                  <a:pt x="715738" y="356856"/>
                </a:moveTo>
                <a:lnTo>
                  <a:pt x="725167" y="273678"/>
                </a:lnTo>
                <a:moveTo>
                  <a:pt x="754411" y="443298"/>
                </a:moveTo>
                <a:lnTo>
                  <a:pt x="725857" y="475189"/>
                </a:lnTo>
                <a:moveTo>
                  <a:pt x="716849" y="441374"/>
                </a:moveTo>
                <a:lnTo>
                  <a:pt x="612668" y="435150"/>
                </a:lnTo>
                <a:moveTo>
                  <a:pt x="1732735" y="338590"/>
                </a:moveTo>
                <a:lnTo>
                  <a:pt x="1760521" y="315897"/>
                </a:lnTo>
                <a:moveTo>
                  <a:pt x="2013284" y="690702"/>
                </a:moveTo>
                <a:lnTo>
                  <a:pt x="1926403" y="684798"/>
                </a:lnTo>
                <a:moveTo>
                  <a:pt x="1899195" y="600442"/>
                </a:moveTo>
                <a:lnTo>
                  <a:pt x="1818511" y="677031"/>
                </a:lnTo>
                <a:moveTo>
                  <a:pt x="2214118" y="702193"/>
                </a:moveTo>
                <a:lnTo>
                  <a:pt x="2237626" y="620805"/>
                </a:lnTo>
                <a:moveTo>
                  <a:pt x="2040108" y="477154"/>
                </a:moveTo>
                <a:lnTo>
                  <a:pt x="1987386" y="474419"/>
                </a:lnTo>
                <a:moveTo>
                  <a:pt x="715738" y="356856"/>
                </a:moveTo>
                <a:lnTo>
                  <a:pt x="618805" y="351553"/>
                </a:lnTo>
                <a:moveTo>
                  <a:pt x="560023" y="1020561"/>
                </a:moveTo>
                <a:lnTo>
                  <a:pt x="511118" y="974230"/>
                </a:lnTo>
                <a:moveTo>
                  <a:pt x="1797882" y="592805"/>
                </a:moveTo>
                <a:lnTo>
                  <a:pt x="1796552" y="587858"/>
                </a:lnTo>
                <a:moveTo>
                  <a:pt x="961400" y="493731"/>
                </a:moveTo>
                <a:lnTo>
                  <a:pt x="907376" y="512001"/>
                </a:lnTo>
                <a:moveTo>
                  <a:pt x="567805" y="517799"/>
                </a:moveTo>
                <a:lnTo>
                  <a:pt x="484259" y="554317"/>
                </a:lnTo>
                <a:moveTo>
                  <a:pt x="1046765" y="546633"/>
                </a:moveTo>
                <a:lnTo>
                  <a:pt x="1002834" y="543294"/>
                </a:lnTo>
                <a:moveTo>
                  <a:pt x="910524" y="789462"/>
                </a:moveTo>
                <a:lnTo>
                  <a:pt x="841997" y="703396"/>
                </a:lnTo>
                <a:moveTo>
                  <a:pt x="843252" y="490545"/>
                </a:moveTo>
                <a:lnTo>
                  <a:pt x="812501" y="446513"/>
                </a:lnTo>
                <a:moveTo>
                  <a:pt x="716849" y="441374"/>
                </a:moveTo>
                <a:lnTo>
                  <a:pt x="618805" y="351553"/>
                </a:lnTo>
                <a:moveTo>
                  <a:pt x="1911615" y="640830"/>
                </a:moveTo>
                <a:lnTo>
                  <a:pt x="1896086" y="682822"/>
                </a:lnTo>
                <a:moveTo>
                  <a:pt x="1921568" y="480278"/>
                </a:moveTo>
                <a:lnTo>
                  <a:pt x="1894416" y="429479"/>
                </a:lnTo>
                <a:moveTo>
                  <a:pt x="726848" y="189515"/>
                </a:moveTo>
                <a:lnTo>
                  <a:pt x="637354" y="183893"/>
                </a:lnTo>
                <a:moveTo>
                  <a:pt x="623026" y="224932"/>
                </a:moveTo>
                <a:lnTo>
                  <a:pt x="504972" y="220218"/>
                </a:lnTo>
                <a:moveTo>
                  <a:pt x="725857" y="475189"/>
                </a:moveTo>
                <a:lnTo>
                  <a:pt x="716849" y="441374"/>
                </a:lnTo>
                <a:moveTo>
                  <a:pt x="612668" y="435150"/>
                </a:moveTo>
                <a:lnTo>
                  <a:pt x="602106" y="434656"/>
                </a:lnTo>
                <a:moveTo>
                  <a:pt x="910524" y="789462"/>
                </a:moveTo>
                <a:lnTo>
                  <a:pt x="843207" y="787926"/>
                </a:lnTo>
                <a:moveTo>
                  <a:pt x="725167" y="273678"/>
                </a:moveTo>
                <a:lnTo>
                  <a:pt x="726848" y="189515"/>
                </a:lnTo>
                <a:moveTo>
                  <a:pt x="1926403" y="684798"/>
                </a:moveTo>
                <a:lnTo>
                  <a:pt x="1911615" y="640830"/>
                </a:lnTo>
                <a:moveTo>
                  <a:pt x="746761" y="991161"/>
                </a:moveTo>
                <a:lnTo>
                  <a:pt x="783778" y="1033499"/>
                </a:lnTo>
                <a:moveTo>
                  <a:pt x="612668" y="435150"/>
                </a:moveTo>
                <a:lnTo>
                  <a:pt x="618805" y="351553"/>
                </a:lnTo>
                <a:moveTo>
                  <a:pt x="916993" y="705908"/>
                </a:moveTo>
                <a:lnTo>
                  <a:pt x="841997" y="703396"/>
                </a:lnTo>
                <a:moveTo>
                  <a:pt x="950987" y="661704"/>
                </a:moveTo>
                <a:lnTo>
                  <a:pt x="916993" y="705908"/>
                </a:lnTo>
                <a:moveTo>
                  <a:pt x="2242988" y="537110"/>
                </a:moveTo>
                <a:lnTo>
                  <a:pt x="2222298" y="503140"/>
                </a:lnTo>
                <a:moveTo>
                  <a:pt x="2101990" y="779335"/>
                </a:moveTo>
                <a:lnTo>
                  <a:pt x="2138875" y="699649"/>
                </a:lnTo>
                <a:moveTo>
                  <a:pt x="843252" y="490545"/>
                </a:moveTo>
                <a:lnTo>
                  <a:pt x="754411" y="443298"/>
                </a:lnTo>
                <a:moveTo>
                  <a:pt x="637354" y="183893"/>
                </a:moveTo>
                <a:lnTo>
                  <a:pt x="623026" y="224932"/>
                </a:lnTo>
                <a:moveTo>
                  <a:pt x="715738" y="356856"/>
                </a:moveTo>
                <a:lnTo>
                  <a:pt x="629284" y="268509"/>
                </a:lnTo>
                <a:moveTo>
                  <a:pt x="926939" y="960304"/>
                </a:moveTo>
                <a:lnTo>
                  <a:pt x="934320" y="876866"/>
                </a:lnTo>
                <a:moveTo>
                  <a:pt x="627614" y="1004081"/>
                </a:moveTo>
                <a:lnTo>
                  <a:pt x="560023" y="1020561"/>
                </a:lnTo>
                <a:moveTo>
                  <a:pt x="2042956" y="692735"/>
                </a:moveTo>
                <a:lnTo>
                  <a:pt x="2013284" y="690702"/>
                </a:lnTo>
                <a:moveTo>
                  <a:pt x="496083" y="933610"/>
                </a:moveTo>
                <a:lnTo>
                  <a:pt x="504207" y="850266"/>
                </a:lnTo>
                <a:moveTo>
                  <a:pt x="514110" y="514018"/>
                </a:moveTo>
                <a:lnTo>
                  <a:pt x="464337" y="510120"/>
                </a:lnTo>
                <a:moveTo>
                  <a:pt x="2107435" y="446954"/>
                </a:moveTo>
                <a:lnTo>
                  <a:pt x="2040108" y="477154"/>
                </a:lnTo>
                <a:moveTo>
                  <a:pt x="975014" y="1127298"/>
                </a:moveTo>
                <a:lnTo>
                  <a:pt x="988456" y="1113115"/>
                </a:lnTo>
                <a:moveTo>
                  <a:pt x="627614" y="1004081"/>
                </a:moveTo>
                <a:lnTo>
                  <a:pt x="585456" y="1022328"/>
                </a:lnTo>
                <a:moveTo>
                  <a:pt x="438839" y="258159"/>
                </a:moveTo>
                <a:lnTo>
                  <a:pt x="388553" y="335348"/>
                </a:lnTo>
                <a:moveTo>
                  <a:pt x="1055832" y="632163"/>
                </a:moveTo>
                <a:lnTo>
                  <a:pt x="1002834" y="543294"/>
                </a:lnTo>
                <a:moveTo>
                  <a:pt x="612668" y="435150"/>
                </a:moveTo>
                <a:lnTo>
                  <a:pt x="598990" y="350776"/>
                </a:lnTo>
                <a:moveTo>
                  <a:pt x="436885" y="262677"/>
                </a:moveTo>
                <a:lnTo>
                  <a:pt x="388553" y="335348"/>
                </a:lnTo>
                <a:moveTo>
                  <a:pt x="1566495" y="480819"/>
                </a:moveTo>
                <a:lnTo>
                  <a:pt x="1504554" y="424154"/>
                </a:lnTo>
                <a:moveTo>
                  <a:pt x="438839" y="258159"/>
                </a:moveTo>
                <a:lnTo>
                  <a:pt x="396785" y="251691"/>
                </a:lnTo>
                <a:moveTo>
                  <a:pt x="960616" y="1133341"/>
                </a:moveTo>
                <a:lnTo>
                  <a:pt x="960065" y="1129186"/>
                </a:lnTo>
                <a:moveTo>
                  <a:pt x="2029169" y="653601"/>
                </a:moveTo>
                <a:lnTo>
                  <a:pt x="1926403" y="684798"/>
                </a:lnTo>
                <a:moveTo>
                  <a:pt x="1899195" y="600442"/>
                </a:moveTo>
                <a:lnTo>
                  <a:pt x="1896086" y="682822"/>
                </a:lnTo>
                <a:moveTo>
                  <a:pt x="1504493" y="492367"/>
                </a:moveTo>
                <a:lnTo>
                  <a:pt x="1566495" y="480819"/>
                </a:lnTo>
                <a:moveTo>
                  <a:pt x="1847894" y="430588"/>
                </a:moveTo>
                <a:lnTo>
                  <a:pt x="1873312" y="405496"/>
                </a:lnTo>
                <a:moveTo>
                  <a:pt x="1055832" y="632163"/>
                </a:moveTo>
                <a:lnTo>
                  <a:pt x="988016" y="626821"/>
                </a:lnTo>
                <a:moveTo>
                  <a:pt x="602106" y="434656"/>
                </a:moveTo>
                <a:lnTo>
                  <a:pt x="514110" y="514018"/>
                </a:lnTo>
                <a:moveTo>
                  <a:pt x="629284" y="268509"/>
                </a:moveTo>
                <a:lnTo>
                  <a:pt x="637354" y="183893"/>
                </a:lnTo>
                <a:moveTo>
                  <a:pt x="602106" y="434656"/>
                </a:moveTo>
                <a:lnTo>
                  <a:pt x="598990" y="350776"/>
                </a:lnTo>
                <a:moveTo>
                  <a:pt x="725167" y="273678"/>
                </a:moveTo>
                <a:lnTo>
                  <a:pt x="629284" y="268509"/>
                </a:lnTo>
                <a:moveTo>
                  <a:pt x="629284" y="268509"/>
                </a:moveTo>
                <a:lnTo>
                  <a:pt x="726848" y="189515"/>
                </a:lnTo>
                <a:moveTo>
                  <a:pt x="2214118" y="702193"/>
                </a:moveTo>
                <a:lnTo>
                  <a:pt x="2145642" y="683826"/>
                </a:lnTo>
                <a:moveTo>
                  <a:pt x="618805" y="351553"/>
                </a:moveTo>
                <a:lnTo>
                  <a:pt x="598990" y="350776"/>
                </a:lnTo>
                <a:moveTo>
                  <a:pt x="630873" y="521842"/>
                </a:moveTo>
                <a:lnTo>
                  <a:pt x="716849" y="441374"/>
                </a:lnTo>
                <a:moveTo>
                  <a:pt x="988016" y="626821"/>
                </a:moveTo>
                <a:lnTo>
                  <a:pt x="950987" y="661704"/>
                </a:lnTo>
                <a:moveTo>
                  <a:pt x="1779839" y="337555"/>
                </a:moveTo>
                <a:lnTo>
                  <a:pt x="1732735" y="338590"/>
                </a:lnTo>
                <a:moveTo>
                  <a:pt x="618805" y="351553"/>
                </a:moveTo>
                <a:lnTo>
                  <a:pt x="629284" y="268509"/>
                </a:lnTo>
                <a:moveTo>
                  <a:pt x="1899195" y="600442"/>
                </a:moveTo>
                <a:lnTo>
                  <a:pt x="1797882" y="592805"/>
                </a:lnTo>
                <a:moveTo>
                  <a:pt x="511118" y="974230"/>
                </a:moveTo>
                <a:lnTo>
                  <a:pt x="496083" y="933610"/>
                </a:lnTo>
                <a:moveTo>
                  <a:pt x="629284" y="268509"/>
                </a:moveTo>
                <a:lnTo>
                  <a:pt x="623026" y="224932"/>
                </a:lnTo>
                <a:moveTo>
                  <a:pt x="630873" y="521842"/>
                </a:moveTo>
                <a:lnTo>
                  <a:pt x="612668" y="435150"/>
                </a:lnTo>
                <a:moveTo>
                  <a:pt x="1055832" y="632163"/>
                </a:moveTo>
                <a:lnTo>
                  <a:pt x="1046765" y="546633"/>
                </a:lnTo>
                <a:moveTo>
                  <a:pt x="567805" y="517799"/>
                </a:moveTo>
                <a:lnTo>
                  <a:pt x="602106" y="434656"/>
                </a:lnTo>
                <a:moveTo>
                  <a:pt x="2159265" y="464084"/>
                </a:moveTo>
                <a:lnTo>
                  <a:pt x="2107435" y="446954"/>
                </a:lnTo>
                <a:moveTo>
                  <a:pt x="2029169" y="653601"/>
                </a:moveTo>
                <a:lnTo>
                  <a:pt x="2013284" y="690702"/>
                </a:lnTo>
                <a:moveTo>
                  <a:pt x="1002834" y="543294"/>
                </a:moveTo>
                <a:lnTo>
                  <a:pt x="961400" y="493731"/>
                </a:lnTo>
                <a:moveTo>
                  <a:pt x="534016" y="263418"/>
                </a:moveTo>
                <a:lnTo>
                  <a:pt x="504972" y="220218"/>
                </a:lnTo>
                <a:moveTo>
                  <a:pt x="843252" y="490545"/>
                </a:moveTo>
                <a:lnTo>
                  <a:pt x="725857" y="475189"/>
                </a:lnTo>
                <a:moveTo>
                  <a:pt x="1833471" y="513130"/>
                </a:moveTo>
                <a:lnTo>
                  <a:pt x="1894416" y="429479"/>
                </a:lnTo>
                <a:moveTo>
                  <a:pt x="1102026" y="550889"/>
                </a:moveTo>
                <a:lnTo>
                  <a:pt x="1046765" y="546633"/>
                </a:lnTo>
                <a:moveTo>
                  <a:pt x="630873" y="521842"/>
                </a:moveTo>
                <a:lnTo>
                  <a:pt x="602106" y="434656"/>
                </a:lnTo>
                <a:moveTo>
                  <a:pt x="2182074" y="701117"/>
                </a:moveTo>
                <a:lnTo>
                  <a:pt x="2138875" y="699649"/>
                </a:lnTo>
                <a:moveTo>
                  <a:pt x="1575819" y="494413"/>
                </a:moveTo>
                <a:lnTo>
                  <a:pt x="1504493" y="492367"/>
                </a:lnTo>
                <a:moveTo>
                  <a:pt x="618805" y="351553"/>
                </a:moveTo>
                <a:lnTo>
                  <a:pt x="597959" y="266936"/>
                </a:lnTo>
                <a:moveTo>
                  <a:pt x="602106" y="434656"/>
                </a:moveTo>
                <a:lnTo>
                  <a:pt x="525892" y="431139"/>
                </a:lnTo>
                <a:moveTo>
                  <a:pt x="2237626" y="620805"/>
                </a:moveTo>
                <a:lnTo>
                  <a:pt x="2242988" y="537110"/>
                </a:lnTo>
                <a:moveTo>
                  <a:pt x="1682290" y="521974"/>
                </a:moveTo>
                <a:lnTo>
                  <a:pt x="1721891" y="505965"/>
                </a:lnTo>
                <a:moveTo>
                  <a:pt x="2042956" y="692735"/>
                </a:moveTo>
                <a:lnTo>
                  <a:pt x="2029169" y="653601"/>
                </a:lnTo>
                <a:moveTo>
                  <a:pt x="666572" y="1028301"/>
                </a:moveTo>
                <a:lnTo>
                  <a:pt x="627614" y="1004081"/>
                </a:lnTo>
                <a:moveTo>
                  <a:pt x="597959" y="266936"/>
                </a:moveTo>
                <a:lnTo>
                  <a:pt x="623026" y="224932"/>
                </a:lnTo>
                <a:moveTo>
                  <a:pt x="725857" y="475189"/>
                </a:moveTo>
                <a:lnTo>
                  <a:pt x="630873" y="521842"/>
                </a:lnTo>
                <a:moveTo>
                  <a:pt x="2029169" y="653601"/>
                </a:moveTo>
                <a:lnTo>
                  <a:pt x="1911615" y="640830"/>
                </a:lnTo>
                <a:moveTo>
                  <a:pt x="1682290" y="521974"/>
                </a:moveTo>
                <a:lnTo>
                  <a:pt x="1615583" y="542182"/>
                </a:lnTo>
                <a:moveTo>
                  <a:pt x="2138875" y="699649"/>
                </a:moveTo>
                <a:lnTo>
                  <a:pt x="2042956" y="692735"/>
                </a:lnTo>
                <a:moveTo>
                  <a:pt x="975014" y="1127298"/>
                </a:moveTo>
                <a:lnTo>
                  <a:pt x="960065" y="1129186"/>
                </a:lnTo>
                <a:moveTo>
                  <a:pt x="1615583" y="542182"/>
                </a:moveTo>
                <a:lnTo>
                  <a:pt x="1575819" y="494413"/>
                </a:lnTo>
                <a:moveTo>
                  <a:pt x="1896050" y="516561"/>
                </a:moveTo>
                <a:lnTo>
                  <a:pt x="1797882" y="592805"/>
                </a:lnTo>
                <a:moveTo>
                  <a:pt x="1911615" y="640830"/>
                </a:moveTo>
                <a:lnTo>
                  <a:pt x="1899195" y="600442"/>
                </a:lnTo>
                <a:moveTo>
                  <a:pt x="1069625" y="656995"/>
                </a:moveTo>
                <a:lnTo>
                  <a:pt x="988016" y="626821"/>
                </a:lnTo>
                <a:moveTo>
                  <a:pt x="695346" y="525953"/>
                </a:moveTo>
                <a:lnTo>
                  <a:pt x="725857" y="475189"/>
                </a:lnTo>
                <a:moveTo>
                  <a:pt x="1896050" y="516561"/>
                </a:moveTo>
                <a:lnTo>
                  <a:pt x="1796552" y="587858"/>
                </a:lnTo>
                <a:moveTo>
                  <a:pt x="934320" y="876866"/>
                </a:moveTo>
                <a:lnTo>
                  <a:pt x="843207" y="787926"/>
                </a:lnTo>
                <a:moveTo>
                  <a:pt x="2222298" y="503140"/>
                </a:moveTo>
                <a:lnTo>
                  <a:pt x="2159265" y="464084"/>
                </a:lnTo>
                <a:moveTo>
                  <a:pt x="567805" y="517799"/>
                </a:moveTo>
                <a:lnTo>
                  <a:pt x="514110" y="514018"/>
                </a:lnTo>
                <a:moveTo>
                  <a:pt x="2182074" y="701117"/>
                </a:moveTo>
                <a:lnTo>
                  <a:pt x="2145642" y="683826"/>
                </a:lnTo>
                <a:moveTo>
                  <a:pt x="541791" y="768744"/>
                </a:moveTo>
                <a:lnTo>
                  <a:pt x="549610" y="685079"/>
                </a:lnTo>
                <a:moveTo>
                  <a:pt x="746761" y="991161"/>
                </a:moveTo>
                <a:lnTo>
                  <a:pt x="701781" y="1030096"/>
                </a:lnTo>
                <a:moveTo>
                  <a:pt x="809954" y="1027644"/>
                </a:moveTo>
                <a:lnTo>
                  <a:pt x="746761" y="991161"/>
                </a:lnTo>
                <a:moveTo>
                  <a:pt x="598990" y="350776"/>
                </a:moveTo>
                <a:lnTo>
                  <a:pt x="597959" y="266936"/>
                </a:lnTo>
                <a:moveTo>
                  <a:pt x="1911615" y="640830"/>
                </a:moveTo>
                <a:lnTo>
                  <a:pt x="1926749" y="602345"/>
                </a:lnTo>
                <a:moveTo>
                  <a:pt x="520472" y="823349"/>
                </a:moveTo>
                <a:lnTo>
                  <a:pt x="504207" y="850266"/>
                </a:lnTo>
                <a:moveTo>
                  <a:pt x="1745591" y="507955"/>
                </a:moveTo>
                <a:lnTo>
                  <a:pt x="1682290" y="521974"/>
                </a:lnTo>
                <a:moveTo>
                  <a:pt x="438839" y="258159"/>
                </a:moveTo>
                <a:lnTo>
                  <a:pt x="504972" y="220218"/>
                </a:lnTo>
                <a:moveTo>
                  <a:pt x="514110" y="514018"/>
                </a:moveTo>
                <a:lnTo>
                  <a:pt x="525892" y="431139"/>
                </a:lnTo>
                <a:moveTo>
                  <a:pt x="494563" y="935451"/>
                </a:moveTo>
                <a:lnTo>
                  <a:pt x="496083" y="933610"/>
                </a:lnTo>
                <a:moveTo>
                  <a:pt x="623026" y="224932"/>
                </a:moveTo>
                <a:lnTo>
                  <a:pt x="534016" y="263418"/>
                </a:lnTo>
                <a:moveTo>
                  <a:pt x="813264" y="701556"/>
                </a:moveTo>
                <a:lnTo>
                  <a:pt x="729636" y="696131"/>
                </a:lnTo>
                <a:moveTo>
                  <a:pt x="629284" y="268509"/>
                </a:moveTo>
                <a:lnTo>
                  <a:pt x="597959" y="266936"/>
                </a:lnTo>
                <a:moveTo>
                  <a:pt x="1080697" y="478413"/>
                </a:moveTo>
                <a:lnTo>
                  <a:pt x="1002834" y="543294"/>
                </a:lnTo>
                <a:moveTo>
                  <a:pt x="598990" y="350776"/>
                </a:moveTo>
                <a:lnTo>
                  <a:pt x="525892" y="431139"/>
                </a:lnTo>
                <a:moveTo>
                  <a:pt x="1102026" y="550889"/>
                </a:moveTo>
                <a:lnTo>
                  <a:pt x="1055832" y="632163"/>
                </a:lnTo>
                <a:moveTo>
                  <a:pt x="2145642" y="683826"/>
                </a:moveTo>
                <a:lnTo>
                  <a:pt x="2042956" y="692735"/>
                </a:lnTo>
                <a:moveTo>
                  <a:pt x="729636" y="696131"/>
                </a:moveTo>
                <a:lnTo>
                  <a:pt x="676560" y="693221"/>
                </a:lnTo>
                <a:moveTo>
                  <a:pt x="1894416" y="429479"/>
                </a:moveTo>
                <a:lnTo>
                  <a:pt x="1847894" y="430588"/>
                </a:lnTo>
                <a:moveTo>
                  <a:pt x="960616" y="1133341"/>
                </a:moveTo>
                <a:lnTo>
                  <a:pt x="918441" y="1186669"/>
                </a:lnTo>
                <a:moveTo>
                  <a:pt x="1796552" y="587858"/>
                </a:moveTo>
                <a:lnTo>
                  <a:pt x="1833471" y="513130"/>
                </a:lnTo>
                <a:moveTo>
                  <a:pt x="908170" y="876705"/>
                </a:moveTo>
                <a:lnTo>
                  <a:pt x="934320" y="876866"/>
                </a:lnTo>
                <a:moveTo>
                  <a:pt x="746761" y="991161"/>
                </a:moveTo>
                <a:lnTo>
                  <a:pt x="666572" y="1028301"/>
                </a:lnTo>
                <a:moveTo>
                  <a:pt x="1630957" y="294202"/>
                </a:moveTo>
                <a:lnTo>
                  <a:pt x="1578556" y="286288"/>
                </a:lnTo>
                <a:moveTo>
                  <a:pt x="628125" y="774623"/>
                </a:moveTo>
                <a:lnTo>
                  <a:pt x="541791" y="768744"/>
                </a:lnTo>
                <a:moveTo>
                  <a:pt x="841997" y="703396"/>
                </a:moveTo>
                <a:lnTo>
                  <a:pt x="813264" y="701556"/>
                </a:lnTo>
                <a:moveTo>
                  <a:pt x="436885" y="262677"/>
                </a:moveTo>
                <a:lnTo>
                  <a:pt x="399378" y="337698"/>
                </a:lnTo>
                <a:moveTo>
                  <a:pt x="541791" y="768744"/>
                </a:moveTo>
                <a:lnTo>
                  <a:pt x="520472" y="823349"/>
                </a:lnTo>
                <a:moveTo>
                  <a:pt x="630873" y="521842"/>
                </a:moveTo>
                <a:lnTo>
                  <a:pt x="567805" y="517799"/>
                </a:lnTo>
                <a:moveTo>
                  <a:pt x="2214118" y="702193"/>
                </a:moveTo>
                <a:lnTo>
                  <a:pt x="2169572" y="619176"/>
                </a:lnTo>
                <a:moveTo>
                  <a:pt x="629671" y="690443"/>
                </a:moveTo>
                <a:lnTo>
                  <a:pt x="549610" y="685079"/>
                </a:lnTo>
                <a:moveTo>
                  <a:pt x="1083417" y="634342"/>
                </a:moveTo>
                <a:lnTo>
                  <a:pt x="1055832" y="632163"/>
                </a:lnTo>
                <a:moveTo>
                  <a:pt x="628125" y="774623"/>
                </a:moveTo>
                <a:lnTo>
                  <a:pt x="549610" y="685079"/>
                </a:lnTo>
                <a:moveTo>
                  <a:pt x="494563" y="935451"/>
                </a:moveTo>
                <a:lnTo>
                  <a:pt x="504207" y="850266"/>
                </a:lnTo>
                <a:moveTo>
                  <a:pt x="809954" y="1027644"/>
                </a:moveTo>
                <a:lnTo>
                  <a:pt x="864020" y="959327"/>
                </a:lnTo>
                <a:moveTo>
                  <a:pt x="504222" y="851823"/>
                </a:moveTo>
                <a:lnTo>
                  <a:pt x="504207" y="850266"/>
                </a:lnTo>
                <a:moveTo>
                  <a:pt x="1796552" y="587858"/>
                </a:moveTo>
                <a:lnTo>
                  <a:pt x="1745591" y="507955"/>
                </a:lnTo>
                <a:moveTo>
                  <a:pt x="843207" y="787926"/>
                </a:moveTo>
                <a:lnTo>
                  <a:pt x="813264" y="701556"/>
                </a:lnTo>
                <a:moveTo>
                  <a:pt x="2014015" y="608345"/>
                </a:moveTo>
                <a:lnTo>
                  <a:pt x="1911615" y="640830"/>
                </a:lnTo>
                <a:moveTo>
                  <a:pt x="1083417" y="634342"/>
                </a:moveTo>
                <a:lnTo>
                  <a:pt x="1102026" y="550889"/>
                </a:lnTo>
                <a:moveTo>
                  <a:pt x="2040108" y="477154"/>
                </a:moveTo>
                <a:lnTo>
                  <a:pt x="1921568" y="480278"/>
                </a:lnTo>
                <a:moveTo>
                  <a:pt x="843207" y="787926"/>
                </a:moveTo>
                <a:lnTo>
                  <a:pt x="841997" y="703396"/>
                </a:lnTo>
                <a:moveTo>
                  <a:pt x="1732735" y="338590"/>
                </a:moveTo>
                <a:lnTo>
                  <a:pt x="1695958" y="301509"/>
                </a:lnTo>
                <a:moveTo>
                  <a:pt x="1931794" y="518609"/>
                </a:moveTo>
                <a:lnTo>
                  <a:pt x="1921568" y="480278"/>
                </a:lnTo>
                <a:moveTo>
                  <a:pt x="549610" y="685079"/>
                </a:moveTo>
                <a:lnTo>
                  <a:pt x="545552" y="601180"/>
                </a:lnTo>
                <a:moveTo>
                  <a:pt x="695346" y="525953"/>
                </a:moveTo>
                <a:lnTo>
                  <a:pt x="630873" y="521842"/>
                </a:lnTo>
                <a:moveTo>
                  <a:pt x="1926749" y="602345"/>
                </a:moveTo>
                <a:lnTo>
                  <a:pt x="1899195" y="600442"/>
                </a:lnTo>
                <a:moveTo>
                  <a:pt x="1080697" y="478413"/>
                </a:moveTo>
                <a:lnTo>
                  <a:pt x="1046765" y="546633"/>
                </a:lnTo>
                <a:moveTo>
                  <a:pt x="961400" y="493731"/>
                </a:moveTo>
                <a:lnTo>
                  <a:pt x="843252" y="490545"/>
                </a:lnTo>
                <a:moveTo>
                  <a:pt x="676560" y="693221"/>
                </a:moveTo>
                <a:lnTo>
                  <a:pt x="629671" y="690443"/>
                </a:lnTo>
                <a:moveTo>
                  <a:pt x="676560" y="693221"/>
                </a:moveTo>
                <a:lnTo>
                  <a:pt x="628125" y="774623"/>
                </a:lnTo>
                <a:moveTo>
                  <a:pt x="1173096" y="640051"/>
                </a:moveTo>
                <a:lnTo>
                  <a:pt x="1102026" y="550889"/>
                </a:lnTo>
                <a:moveTo>
                  <a:pt x="742099" y="782093"/>
                </a:moveTo>
                <a:lnTo>
                  <a:pt x="729636" y="696131"/>
                </a:lnTo>
                <a:moveTo>
                  <a:pt x="418656" y="341581"/>
                </a:moveTo>
                <a:lnTo>
                  <a:pt x="399378" y="337698"/>
                </a:lnTo>
                <a:moveTo>
                  <a:pt x="598990" y="350776"/>
                </a:moveTo>
                <a:lnTo>
                  <a:pt x="537960" y="348297"/>
                </a:lnTo>
                <a:moveTo>
                  <a:pt x="627614" y="1004081"/>
                </a:moveTo>
                <a:lnTo>
                  <a:pt x="511118" y="974230"/>
                </a:lnTo>
                <a:moveTo>
                  <a:pt x="1896050" y="516561"/>
                </a:moveTo>
                <a:lnTo>
                  <a:pt x="1921568" y="480278"/>
                </a:lnTo>
                <a:moveTo>
                  <a:pt x="545552" y="601180"/>
                </a:moveTo>
                <a:lnTo>
                  <a:pt x="567805" y="517799"/>
                </a:lnTo>
                <a:moveTo>
                  <a:pt x="1222659" y="642726"/>
                </a:moveTo>
                <a:lnTo>
                  <a:pt x="1173096" y="640051"/>
                </a:lnTo>
                <a:moveTo>
                  <a:pt x="628125" y="774623"/>
                </a:moveTo>
                <a:lnTo>
                  <a:pt x="629671" y="690443"/>
                </a:lnTo>
                <a:moveTo>
                  <a:pt x="659448" y="776703"/>
                </a:moveTo>
                <a:lnTo>
                  <a:pt x="676560" y="693221"/>
                </a:lnTo>
                <a:moveTo>
                  <a:pt x="597959" y="266936"/>
                </a:moveTo>
                <a:lnTo>
                  <a:pt x="534016" y="263418"/>
                </a:lnTo>
                <a:moveTo>
                  <a:pt x="2145642" y="683826"/>
                </a:moveTo>
                <a:lnTo>
                  <a:pt x="2029169" y="653601"/>
                </a:lnTo>
                <a:moveTo>
                  <a:pt x="1069625" y="656995"/>
                </a:moveTo>
                <a:lnTo>
                  <a:pt x="1055832" y="632163"/>
                </a:lnTo>
                <a:moveTo>
                  <a:pt x="1695958" y="301509"/>
                </a:moveTo>
                <a:lnTo>
                  <a:pt x="1630957" y="294202"/>
                </a:lnTo>
                <a:moveTo>
                  <a:pt x="813264" y="701556"/>
                </a:moveTo>
                <a:lnTo>
                  <a:pt x="742099" y="782093"/>
                </a:lnTo>
                <a:moveTo>
                  <a:pt x="659448" y="776703"/>
                </a:moveTo>
                <a:lnTo>
                  <a:pt x="628125" y="774623"/>
                </a:lnTo>
                <a:moveTo>
                  <a:pt x="786000" y="784838"/>
                </a:moveTo>
                <a:lnTo>
                  <a:pt x="813264" y="701556"/>
                </a:lnTo>
                <a:moveTo>
                  <a:pt x="926939" y="960304"/>
                </a:moveTo>
                <a:lnTo>
                  <a:pt x="864020" y="959327"/>
                </a:lnTo>
                <a:moveTo>
                  <a:pt x="629671" y="690443"/>
                </a:moveTo>
                <a:lnTo>
                  <a:pt x="545552" y="601180"/>
                </a:lnTo>
                <a:moveTo>
                  <a:pt x="1173096" y="640051"/>
                </a:moveTo>
                <a:lnTo>
                  <a:pt x="1083417" y="634342"/>
                </a:lnTo>
                <a:moveTo>
                  <a:pt x="885839" y="656752"/>
                </a:moveTo>
                <a:lnTo>
                  <a:pt x="916993" y="705908"/>
                </a:lnTo>
                <a:moveTo>
                  <a:pt x="2145642" y="683826"/>
                </a:moveTo>
                <a:lnTo>
                  <a:pt x="2138875" y="699649"/>
                </a:lnTo>
                <a:moveTo>
                  <a:pt x="1899195" y="600442"/>
                </a:moveTo>
                <a:lnTo>
                  <a:pt x="1896050" y="516561"/>
                </a:lnTo>
                <a:moveTo>
                  <a:pt x="511118" y="974230"/>
                </a:moveTo>
                <a:lnTo>
                  <a:pt x="494563" y="935451"/>
                </a:lnTo>
                <a:moveTo>
                  <a:pt x="1809810" y="374006"/>
                </a:moveTo>
                <a:lnTo>
                  <a:pt x="1732735" y="338590"/>
                </a:lnTo>
                <a:moveTo>
                  <a:pt x="1926749" y="602345"/>
                </a:moveTo>
                <a:lnTo>
                  <a:pt x="1931794" y="518609"/>
                </a:lnTo>
                <a:moveTo>
                  <a:pt x="742099" y="782093"/>
                </a:moveTo>
                <a:lnTo>
                  <a:pt x="676560" y="693221"/>
                </a:lnTo>
                <a:moveTo>
                  <a:pt x="1069625" y="656995"/>
                </a:moveTo>
                <a:lnTo>
                  <a:pt x="950987" y="661704"/>
                </a:lnTo>
                <a:moveTo>
                  <a:pt x="640186" y="801286"/>
                </a:moveTo>
                <a:lnTo>
                  <a:pt x="541791" y="768744"/>
                </a:lnTo>
                <a:moveTo>
                  <a:pt x="2029169" y="653601"/>
                </a:moveTo>
                <a:lnTo>
                  <a:pt x="2014015" y="608345"/>
                </a:lnTo>
                <a:moveTo>
                  <a:pt x="1921568" y="480278"/>
                </a:moveTo>
                <a:lnTo>
                  <a:pt x="1833471" y="513130"/>
                </a:lnTo>
                <a:moveTo>
                  <a:pt x="843207" y="787926"/>
                </a:moveTo>
                <a:lnTo>
                  <a:pt x="786000" y="784838"/>
                </a:lnTo>
                <a:moveTo>
                  <a:pt x="597959" y="266936"/>
                </a:moveTo>
                <a:lnTo>
                  <a:pt x="537960" y="348297"/>
                </a:lnTo>
                <a:moveTo>
                  <a:pt x="908170" y="876705"/>
                </a:moveTo>
                <a:lnTo>
                  <a:pt x="843207" y="787926"/>
                </a:lnTo>
                <a:moveTo>
                  <a:pt x="1926749" y="602345"/>
                </a:moveTo>
                <a:lnTo>
                  <a:pt x="1896050" y="516561"/>
                </a:lnTo>
                <a:moveTo>
                  <a:pt x="2040108" y="477154"/>
                </a:moveTo>
                <a:lnTo>
                  <a:pt x="1931794" y="518609"/>
                </a:lnTo>
                <a:moveTo>
                  <a:pt x="1222659" y="642726"/>
                </a:moveTo>
                <a:lnTo>
                  <a:pt x="1211376" y="558685"/>
                </a:lnTo>
                <a:moveTo>
                  <a:pt x="1083417" y="634342"/>
                </a:moveTo>
                <a:lnTo>
                  <a:pt x="1069625" y="656995"/>
                </a:lnTo>
                <a:moveTo>
                  <a:pt x="1184829" y="557166"/>
                </a:moveTo>
                <a:lnTo>
                  <a:pt x="1102026" y="550889"/>
                </a:lnTo>
                <a:moveTo>
                  <a:pt x="864020" y="959327"/>
                </a:moveTo>
                <a:lnTo>
                  <a:pt x="934320" y="876866"/>
                </a:lnTo>
                <a:moveTo>
                  <a:pt x="525892" y="431139"/>
                </a:moveTo>
                <a:lnTo>
                  <a:pt x="537960" y="348297"/>
                </a:lnTo>
                <a:moveTo>
                  <a:pt x="742099" y="782093"/>
                </a:moveTo>
                <a:lnTo>
                  <a:pt x="659448" y="776703"/>
                </a:lnTo>
                <a:moveTo>
                  <a:pt x="2014015" y="608345"/>
                </a:moveTo>
                <a:lnTo>
                  <a:pt x="1926749" y="602345"/>
                </a:lnTo>
                <a:moveTo>
                  <a:pt x="1931794" y="518609"/>
                </a:moveTo>
                <a:lnTo>
                  <a:pt x="1896050" y="516561"/>
                </a:lnTo>
                <a:moveTo>
                  <a:pt x="1102026" y="550889"/>
                </a:moveTo>
                <a:lnTo>
                  <a:pt x="1080697" y="478413"/>
                </a:lnTo>
                <a:moveTo>
                  <a:pt x="504222" y="851823"/>
                </a:moveTo>
                <a:lnTo>
                  <a:pt x="520472" y="823349"/>
                </a:lnTo>
                <a:moveTo>
                  <a:pt x="2184795" y="536735"/>
                </a:moveTo>
                <a:lnTo>
                  <a:pt x="2222298" y="503140"/>
                </a:lnTo>
                <a:moveTo>
                  <a:pt x="640186" y="801286"/>
                </a:moveTo>
                <a:lnTo>
                  <a:pt x="628125" y="774623"/>
                </a:lnTo>
                <a:moveTo>
                  <a:pt x="1222659" y="642726"/>
                </a:moveTo>
                <a:lnTo>
                  <a:pt x="1185062" y="703931"/>
                </a:lnTo>
                <a:moveTo>
                  <a:pt x="1847894" y="430588"/>
                </a:moveTo>
                <a:lnTo>
                  <a:pt x="1809810" y="374006"/>
                </a:lnTo>
                <a:moveTo>
                  <a:pt x="786000" y="784838"/>
                </a:moveTo>
                <a:lnTo>
                  <a:pt x="742099" y="782093"/>
                </a:lnTo>
                <a:moveTo>
                  <a:pt x="869377" y="922293"/>
                </a:moveTo>
                <a:lnTo>
                  <a:pt x="934320" y="876866"/>
                </a:lnTo>
                <a:moveTo>
                  <a:pt x="537960" y="348297"/>
                </a:moveTo>
                <a:lnTo>
                  <a:pt x="534016" y="263418"/>
                </a:lnTo>
                <a:moveTo>
                  <a:pt x="1211376" y="558685"/>
                </a:moveTo>
                <a:lnTo>
                  <a:pt x="1173096" y="640051"/>
                </a:lnTo>
                <a:moveTo>
                  <a:pt x="1504493" y="492367"/>
                </a:moveTo>
                <a:lnTo>
                  <a:pt x="1504554" y="424154"/>
                </a:lnTo>
                <a:moveTo>
                  <a:pt x="2017420" y="524593"/>
                </a:moveTo>
                <a:lnTo>
                  <a:pt x="1926749" y="602345"/>
                </a:lnTo>
                <a:moveTo>
                  <a:pt x="531853" y="853782"/>
                </a:moveTo>
                <a:lnTo>
                  <a:pt x="520472" y="823349"/>
                </a:lnTo>
                <a:moveTo>
                  <a:pt x="2029169" y="653601"/>
                </a:moveTo>
                <a:lnTo>
                  <a:pt x="2052892" y="611362"/>
                </a:lnTo>
                <a:moveTo>
                  <a:pt x="659448" y="776703"/>
                </a:moveTo>
                <a:lnTo>
                  <a:pt x="640186" y="801286"/>
                </a:lnTo>
                <a:moveTo>
                  <a:pt x="2237626" y="620805"/>
                </a:moveTo>
                <a:lnTo>
                  <a:pt x="2169572" y="619176"/>
                </a:lnTo>
                <a:moveTo>
                  <a:pt x="1173096" y="640051"/>
                </a:moveTo>
                <a:lnTo>
                  <a:pt x="1184829" y="557166"/>
                </a:lnTo>
                <a:moveTo>
                  <a:pt x="1185062" y="703931"/>
                </a:moveTo>
                <a:lnTo>
                  <a:pt x="1083417" y="634342"/>
                </a:lnTo>
                <a:moveTo>
                  <a:pt x="1809810" y="374006"/>
                </a:moveTo>
                <a:lnTo>
                  <a:pt x="1745280" y="359100"/>
                </a:lnTo>
                <a:moveTo>
                  <a:pt x="652346" y="605138"/>
                </a:moveTo>
                <a:lnTo>
                  <a:pt x="567805" y="517799"/>
                </a:lnTo>
                <a:moveTo>
                  <a:pt x="534016" y="263418"/>
                </a:moveTo>
                <a:lnTo>
                  <a:pt x="438839" y="258159"/>
                </a:lnTo>
                <a:moveTo>
                  <a:pt x="2017420" y="524593"/>
                </a:moveTo>
                <a:lnTo>
                  <a:pt x="2040108" y="477154"/>
                </a:lnTo>
                <a:moveTo>
                  <a:pt x="2159265" y="464084"/>
                </a:moveTo>
                <a:lnTo>
                  <a:pt x="2040108" y="477154"/>
                </a:lnTo>
                <a:moveTo>
                  <a:pt x="2017420" y="524593"/>
                </a:moveTo>
                <a:lnTo>
                  <a:pt x="1931794" y="518609"/>
                </a:lnTo>
                <a:moveTo>
                  <a:pt x="494563" y="935451"/>
                </a:moveTo>
                <a:lnTo>
                  <a:pt x="504222" y="851823"/>
                </a:lnTo>
                <a:moveTo>
                  <a:pt x="511118" y="974230"/>
                </a:moveTo>
                <a:lnTo>
                  <a:pt x="540460" y="939254"/>
                </a:lnTo>
                <a:moveTo>
                  <a:pt x="676560" y="693221"/>
                </a:moveTo>
                <a:lnTo>
                  <a:pt x="651747" y="614813"/>
                </a:lnTo>
                <a:moveTo>
                  <a:pt x="1195608" y="533810"/>
                </a:moveTo>
                <a:lnTo>
                  <a:pt x="1102026" y="550889"/>
                </a:lnTo>
                <a:moveTo>
                  <a:pt x="652346" y="605138"/>
                </a:moveTo>
                <a:lnTo>
                  <a:pt x="630873" y="521842"/>
                </a:lnTo>
                <a:moveTo>
                  <a:pt x="1185062" y="703931"/>
                </a:moveTo>
                <a:lnTo>
                  <a:pt x="1173096" y="640051"/>
                </a:lnTo>
                <a:moveTo>
                  <a:pt x="775974" y="519951"/>
                </a:moveTo>
                <a:lnTo>
                  <a:pt x="725857" y="475189"/>
                </a:lnTo>
                <a:moveTo>
                  <a:pt x="746761" y="991161"/>
                </a:moveTo>
                <a:lnTo>
                  <a:pt x="627614" y="1004081"/>
                </a:lnTo>
                <a:moveTo>
                  <a:pt x="1080697" y="478413"/>
                </a:moveTo>
                <a:lnTo>
                  <a:pt x="961400" y="493731"/>
                </a:lnTo>
                <a:moveTo>
                  <a:pt x="1615583" y="542182"/>
                </a:moveTo>
                <a:lnTo>
                  <a:pt x="1504493" y="492367"/>
                </a:lnTo>
                <a:moveTo>
                  <a:pt x="1042744" y="1090593"/>
                </a:moveTo>
                <a:lnTo>
                  <a:pt x="975014" y="1127298"/>
                </a:lnTo>
                <a:moveTo>
                  <a:pt x="1896050" y="516561"/>
                </a:moveTo>
                <a:lnTo>
                  <a:pt x="1833471" y="513130"/>
                </a:lnTo>
                <a:moveTo>
                  <a:pt x="651747" y="614813"/>
                </a:moveTo>
                <a:lnTo>
                  <a:pt x="629671" y="690443"/>
                </a:lnTo>
                <a:moveTo>
                  <a:pt x="652346" y="605138"/>
                </a:moveTo>
                <a:lnTo>
                  <a:pt x="695346" y="525953"/>
                </a:lnTo>
                <a:moveTo>
                  <a:pt x="1175926" y="725624"/>
                </a:moveTo>
                <a:lnTo>
                  <a:pt x="1083417" y="634342"/>
                </a:lnTo>
                <a:moveTo>
                  <a:pt x="1168176" y="893110"/>
                </a:moveTo>
                <a:lnTo>
                  <a:pt x="1067799" y="886816"/>
                </a:lnTo>
                <a:moveTo>
                  <a:pt x="531853" y="853782"/>
                </a:moveTo>
                <a:lnTo>
                  <a:pt x="504222" y="851823"/>
                </a:lnTo>
                <a:moveTo>
                  <a:pt x="769786" y="619762"/>
                </a:moveTo>
                <a:lnTo>
                  <a:pt x="729636" y="696131"/>
                </a:lnTo>
                <a:moveTo>
                  <a:pt x="2119415" y="616063"/>
                </a:moveTo>
                <a:lnTo>
                  <a:pt x="2029169" y="653601"/>
                </a:lnTo>
                <a:moveTo>
                  <a:pt x="2014015" y="608345"/>
                </a:moveTo>
                <a:lnTo>
                  <a:pt x="2017420" y="524593"/>
                </a:lnTo>
                <a:moveTo>
                  <a:pt x="655423" y="609341"/>
                </a:moveTo>
                <a:lnTo>
                  <a:pt x="695346" y="525953"/>
                </a:lnTo>
                <a:moveTo>
                  <a:pt x="1211376" y="558685"/>
                </a:moveTo>
                <a:lnTo>
                  <a:pt x="1184829" y="557166"/>
                </a:lnTo>
                <a:moveTo>
                  <a:pt x="758084" y="808522"/>
                </a:moveTo>
                <a:lnTo>
                  <a:pt x="659448" y="776703"/>
                </a:lnTo>
                <a:moveTo>
                  <a:pt x="813264" y="701556"/>
                </a:moveTo>
                <a:lnTo>
                  <a:pt x="769786" y="619762"/>
                </a:lnTo>
                <a:moveTo>
                  <a:pt x="1745591" y="507955"/>
                </a:moveTo>
                <a:lnTo>
                  <a:pt x="1721891" y="505965"/>
                </a:lnTo>
                <a:moveTo>
                  <a:pt x="598414" y="859319"/>
                </a:moveTo>
                <a:lnTo>
                  <a:pt x="541791" y="768744"/>
                </a:lnTo>
                <a:moveTo>
                  <a:pt x="1304115" y="649972"/>
                </a:moveTo>
                <a:lnTo>
                  <a:pt x="1222659" y="642726"/>
                </a:lnTo>
                <a:moveTo>
                  <a:pt x="1069483" y="466428"/>
                </a:moveTo>
                <a:lnTo>
                  <a:pt x="961400" y="493731"/>
                </a:lnTo>
                <a:moveTo>
                  <a:pt x="1175926" y="725624"/>
                </a:moveTo>
                <a:lnTo>
                  <a:pt x="1069625" y="656995"/>
                </a:lnTo>
                <a:moveTo>
                  <a:pt x="2052892" y="611362"/>
                </a:moveTo>
                <a:lnTo>
                  <a:pt x="2014015" y="608345"/>
                </a:lnTo>
                <a:moveTo>
                  <a:pt x="438839" y="258159"/>
                </a:moveTo>
                <a:lnTo>
                  <a:pt x="436885" y="262677"/>
                </a:lnTo>
                <a:moveTo>
                  <a:pt x="1200106" y="727863"/>
                </a:moveTo>
                <a:lnTo>
                  <a:pt x="1222659" y="642726"/>
                </a:lnTo>
                <a:moveTo>
                  <a:pt x="769786" y="619762"/>
                </a:moveTo>
                <a:lnTo>
                  <a:pt x="676560" y="693221"/>
                </a:lnTo>
                <a:moveTo>
                  <a:pt x="843252" y="490545"/>
                </a:moveTo>
                <a:lnTo>
                  <a:pt x="775974" y="519951"/>
                </a:lnTo>
                <a:moveTo>
                  <a:pt x="758084" y="808522"/>
                </a:moveTo>
                <a:lnTo>
                  <a:pt x="742099" y="782093"/>
                </a:lnTo>
                <a:moveTo>
                  <a:pt x="2237626" y="620805"/>
                </a:moveTo>
                <a:lnTo>
                  <a:pt x="2184795" y="536735"/>
                </a:lnTo>
                <a:moveTo>
                  <a:pt x="786000" y="784838"/>
                </a:moveTo>
                <a:lnTo>
                  <a:pt x="758084" y="808522"/>
                </a:lnTo>
                <a:moveTo>
                  <a:pt x="872657" y="869376"/>
                </a:moveTo>
                <a:lnTo>
                  <a:pt x="843207" y="787926"/>
                </a:lnTo>
                <a:moveTo>
                  <a:pt x="1833471" y="513130"/>
                </a:moveTo>
                <a:lnTo>
                  <a:pt x="1745591" y="507955"/>
                </a:lnTo>
                <a:moveTo>
                  <a:pt x="1084489" y="720185"/>
                </a:moveTo>
                <a:lnTo>
                  <a:pt x="1069625" y="656995"/>
                </a:lnTo>
                <a:moveTo>
                  <a:pt x="540460" y="939254"/>
                </a:moveTo>
                <a:lnTo>
                  <a:pt x="494563" y="935451"/>
                </a:lnTo>
                <a:moveTo>
                  <a:pt x="2145642" y="683826"/>
                </a:moveTo>
                <a:lnTo>
                  <a:pt x="2119415" y="616063"/>
                </a:lnTo>
                <a:moveTo>
                  <a:pt x="2145642" y="683826"/>
                </a:moveTo>
                <a:lnTo>
                  <a:pt x="2169572" y="619176"/>
                </a:lnTo>
                <a:moveTo>
                  <a:pt x="2242988" y="537110"/>
                </a:moveTo>
                <a:lnTo>
                  <a:pt x="2184795" y="536735"/>
                </a:lnTo>
                <a:moveTo>
                  <a:pt x="2052892" y="611362"/>
                </a:moveTo>
                <a:lnTo>
                  <a:pt x="2017420" y="524593"/>
                </a:lnTo>
                <a:moveTo>
                  <a:pt x="540460" y="939254"/>
                </a:moveTo>
                <a:lnTo>
                  <a:pt x="504222" y="851823"/>
                </a:lnTo>
                <a:moveTo>
                  <a:pt x="582609" y="942827"/>
                </a:moveTo>
                <a:lnTo>
                  <a:pt x="511118" y="974230"/>
                </a:lnTo>
                <a:moveTo>
                  <a:pt x="1736708" y="497359"/>
                </a:moveTo>
                <a:lnTo>
                  <a:pt x="1721891" y="505965"/>
                </a:lnTo>
                <a:moveTo>
                  <a:pt x="765268" y="616790"/>
                </a:moveTo>
                <a:lnTo>
                  <a:pt x="695346" y="525953"/>
                </a:lnTo>
                <a:moveTo>
                  <a:pt x="1211376" y="558685"/>
                </a:moveTo>
                <a:lnTo>
                  <a:pt x="1195608" y="533810"/>
                </a:lnTo>
                <a:moveTo>
                  <a:pt x="418656" y="341581"/>
                </a:moveTo>
                <a:lnTo>
                  <a:pt x="436885" y="262677"/>
                </a:lnTo>
                <a:moveTo>
                  <a:pt x="775974" y="519951"/>
                </a:moveTo>
                <a:lnTo>
                  <a:pt x="695346" y="525953"/>
                </a:lnTo>
                <a:moveTo>
                  <a:pt x="1158686" y="809103"/>
                </a:moveTo>
                <a:lnTo>
                  <a:pt x="1067799" y="886816"/>
                </a:lnTo>
                <a:moveTo>
                  <a:pt x="1067799" y="886816"/>
                </a:moveTo>
                <a:lnTo>
                  <a:pt x="1083981" y="804497"/>
                </a:lnTo>
                <a:moveTo>
                  <a:pt x="908170" y="876705"/>
                </a:moveTo>
                <a:lnTo>
                  <a:pt x="869377" y="922293"/>
                </a:lnTo>
                <a:moveTo>
                  <a:pt x="885839" y="656752"/>
                </a:moveTo>
                <a:lnTo>
                  <a:pt x="813264" y="701556"/>
                </a:lnTo>
                <a:moveTo>
                  <a:pt x="1669646" y="523295"/>
                </a:moveTo>
                <a:lnTo>
                  <a:pt x="1682290" y="521974"/>
                </a:lnTo>
                <a:moveTo>
                  <a:pt x="1168176" y="893110"/>
                </a:moveTo>
                <a:lnTo>
                  <a:pt x="1158686" y="809103"/>
                </a:lnTo>
                <a:moveTo>
                  <a:pt x="1195608" y="533810"/>
                </a:moveTo>
                <a:lnTo>
                  <a:pt x="1184829" y="557166"/>
                </a:lnTo>
                <a:moveTo>
                  <a:pt x="1175926" y="725624"/>
                </a:moveTo>
                <a:lnTo>
                  <a:pt x="1185062" y="703931"/>
                </a:lnTo>
                <a:moveTo>
                  <a:pt x="598414" y="859319"/>
                </a:moveTo>
                <a:lnTo>
                  <a:pt x="520472" y="823349"/>
                </a:lnTo>
                <a:moveTo>
                  <a:pt x="885839" y="656752"/>
                </a:moveTo>
                <a:lnTo>
                  <a:pt x="841997" y="703396"/>
                </a:lnTo>
                <a:moveTo>
                  <a:pt x="950987" y="661704"/>
                </a:moveTo>
                <a:lnTo>
                  <a:pt x="885839" y="656752"/>
                </a:lnTo>
                <a:moveTo>
                  <a:pt x="540460" y="939254"/>
                </a:moveTo>
                <a:lnTo>
                  <a:pt x="531853" y="853782"/>
                </a:lnTo>
                <a:moveTo>
                  <a:pt x="872657" y="869376"/>
                </a:moveTo>
                <a:lnTo>
                  <a:pt x="786000" y="784838"/>
                </a:lnTo>
                <a:moveTo>
                  <a:pt x="1833471" y="513130"/>
                </a:moveTo>
                <a:lnTo>
                  <a:pt x="1736708" y="497359"/>
                </a:lnTo>
                <a:moveTo>
                  <a:pt x="908170" y="876705"/>
                </a:moveTo>
                <a:lnTo>
                  <a:pt x="872657" y="869376"/>
                </a:lnTo>
                <a:moveTo>
                  <a:pt x="2070819" y="529265"/>
                </a:moveTo>
                <a:lnTo>
                  <a:pt x="2040108" y="477154"/>
                </a:lnTo>
                <a:moveTo>
                  <a:pt x="1195608" y="533810"/>
                </a:moveTo>
                <a:lnTo>
                  <a:pt x="1080697" y="478413"/>
                </a:lnTo>
                <a:moveTo>
                  <a:pt x="1080697" y="478413"/>
                </a:moveTo>
                <a:lnTo>
                  <a:pt x="1069483" y="466428"/>
                </a:lnTo>
                <a:moveTo>
                  <a:pt x="864020" y="959327"/>
                </a:moveTo>
                <a:lnTo>
                  <a:pt x="746761" y="991161"/>
                </a:lnTo>
                <a:moveTo>
                  <a:pt x="1833471" y="513130"/>
                </a:moveTo>
                <a:lnTo>
                  <a:pt x="1847894" y="430588"/>
                </a:lnTo>
                <a:moveTo>
                  <a:pt x="1668273" y="337417"/>
                </a:moveTo>
                <a:lnTo>
                  <a:pt x="1695958" y="301509"/>
                </a:lnTo>
                <a:moveTo>
                  <a:pt x="897670" y="465922"/>
                </a:moveTo>
                <a:lnTo>
                  <a:pt x="843252" y="490545"/>
                </a:lnTo>
                <a:moveTo>
                  <a:pt x="1745591" y="507955"/>
                </a:moveTo>
                <a:lnTo>
                  <a:pt x="1736708" y="497359"/>
                </a:lnTo>
                <a:moveTo>
                  <a:pt x="877026" y="876604"/>
                </a:moveTo>
                <a:lnTo>
                  <a:pt x="908170" y="876705"/>
                </a:lnTo>
                <a:moveTo>
                  <a:pt x="996127" y="462841"/>
                </a:moveTo>
                <a:lnTo>
                  <a:pt x="961400" y="493731"/>
                </a:lnTo>
                <a:moveTo>
                  <a:pt x="627614" y="1004081"/>
                </a:moveTo>
                <a:lnTo>
                  <a:pt x="582609" y="942827"/>
                </a:lnTo>
                <a:moveTo>
                  <a:pt x="1175926" y="725624"/>
                </a:moveTo>
                <a:lnTo>
                  <a:pt x="1084489" y="720185"/>
                </a:lnTo>
                <a:moveTo>
                  <a:pt x="651747" y="614813"/>
                </a:moveTo>
                <a:lnTo>
                  <a:pt x="655423" y="609341"/>
                </a:lnTo>
                <a:moveTo>
                  <a:pt x="1158686" y="809103"/>
                </a:moveTo>
                <a:lnTo>
                  <a:pt x="1175926" y="725624"/>
                </a:lnTo>
                <a:moveTo>
                  <a:pt x="1175926" y="725624"/>
                </a:moveTo>
                <a:lnTo>
                  <a:pt x="1083981" y="804497"/>
                </a:lnTo>
                <a:moveTo>
                  <a:pt x="655423" y="609341"/>
                </a:moveTo>
                <a:lnTo>
                  <a:pt x="652346" y="605138"/>
                </a:lnTo>
                <a:moveTo>
                  <a:pt x="627614" y="1004081"/>
                </a:moveTo>
                <a:lnTo>
                  <a:pt x="665794" y="948168"/>
                </a:lnTo>
                <a:moveTo>
                  <a:pt x="975014" y="1127298"/>
                </a:moveTo>
                <a:lnTo>
                  <a:pt x="960616" y="1133341"/>
                </a:lnTo>
                <a:moveTo>
                  <a:pt x="1002904" y="677431"/>
                </a:moveTo>
                <a:lnTo>
                  <a:pt x="950987" y="661704"/>
                </a:lnTo>
                <a:moveTo>
                  <a:pt x="2119415" y="616063"/>
                </a:moveTo>
                <a:lnTo>
                  <a:pt x="2052892" y="611362"/>
                </a:lnTo>
                <a:moveTo>
                  <a:pt x="1745280" y="359100"/>
                </a:moveTo>
                <a:lnTo>
                  <a:pt x="1732735" y="338590"/>
                </a:lnTo>
                <a:moveTo>
                  <a:pt x="1097904" y="468760"/>
                </a:moveTo>
                <a:lnTo>
                  <a:pt x="1080697" y="478413"/>
                </a:lnTo>
                <a:moveTo>
                  <a:pt x="708218" y="950943"/>
                </a:moveTo>
                <a:lnTo>
                  <a:pt x="627614" y="1004081"/>
                </a:lnTo>
                <a:moveTo>
                  <a:pt x="1200106" y="727863"/>
                </a:moveTo>
                <a:lnTo>
                  <a:pt x="1185062" y="703931"/>
                </a:lnTo>
                <a:moveTo>
                  <a:pt x="598414" y="859319"/>
                </a:moveTo>
                <a:lnTo>
                  <a:pt x="640186" y="801286"/>
                </a:lnTo>
                <a:moveTo>
                  <a:pt x="1713349" y="507320"/>
                </a:moveTo>
                <a:lnTo>
                  <a:pt x="1721891" y="505965"/>
                </a:lnTo>
                <a:moveTo>
                  <a:pt x="598414" y="859319"/>
                </a:moveTo>
                <a:lnTo>
                  <a:pt x="531853" y="853782"/>
                </a:lnTo>
                <a:moveTo>
                  <a:pt x="1083981" y="804497"/>
                </a:moveTo>
                <a:lnTo>
                  <a:pt x="1084489" y="720185"/>
                </a:lnTo>
                <a:moveTo>
                  <a:pt x="2070819" y="529265"/>
                </a:moveTo>
                <a:lnTo>
                  <a:pt x="2017420" y="524593"/>
                </a:lnTo>
                <a:moveTo>
                  <a:pt x="1158686" y="809103"/>
                </a:moveTo>
                <a:lnTo>
                  <a:pt x="1083981" y="804497"/>
                </a:lnTo>
                <a:moveTo>
                  <a:pt x="2159265" y="464084"/>
                </a:moveTo>
                <a:lnTo>
                  <a:pt x="2070819" y="529265"/>
                </a:lnTo>
                <a:moveTo>
                  <a:pt x="1256566" y="732853"/>
                </a:moveTo>
                <a:lnTo>
                  <a:pt x="1222659" y="642726"/>
                </a:lnTo>
                <a:moveTo>
                  <a:pt x="769786" y="619762"/>
                </a:moveTo>
                <a:lnTo>
                  <a:pt x="651747" y="614813"/>
                </a:lnTo>
                <a:moveTo>
                  <a:pt x="1200106" y="727863"/>
                </a:moveTo>
                <a:lnTo>
                  <a:pt x="1175926" y="725624"/>
                </a:lnTo>
                <a:moveTo>
                  <a:pt x="961400" y="493731"/>
                </a:moveTo>
                <a:lnTo>
                  <a:pt x="897670" y="465922"/>
                </a:lnTo>
                <a:moveTo>
                  <a:pt x="1779262" y="428885"/>
                </a:moveTo>
                <a:lnTo>
                  <a:pt x="1809810" y="374006"/>
                </a:lnTo>
                <a:moveTo>
                  <a:pt x="1276441" y="565607"/>
                </a:moveTo>
                <a:lnTo>
                  <a:pt x="1222659" y="642726"/>
                </a:lnTo>
                <a:moveTo>
                  <a:pt x="869377" y="922293"/>
                </a:moveTo>
                <a:lnTo>
                  <a:pt x="864020" y="959327"/>
                </a:lnTo>
                <a:moveTo>
                  <a:pt x="872657" y="869376"/>
                </a:moveTo>
                <a:lnTo>
                  <a:pt x="758084" y="808522"/>
                </a:lnTo>
                <a:moveTo>
                  <a:pt x="2052892" y="611362"/>
                </a:moveTo>
                <a:lnTo>
                  <a:pt x="2070819" y="529265"/>
                </a:lnTo>
                <a:moveTo>
                  <a:pt x="765268" y="616790"/>
                </a:moveTo>
                <a:lnTo>
                  <a:pt x="651747" y="614813"/>
                </a:lnTo>
                <a:moveTo>
                  <a:pt x="2169572" y="619176"/>
                </a:moveTo>
                <a:lnTo>
                  <a:pt x="2119415" y="616063"/>
                </a:lnTo>
                <a:moveTo>
                  <a:pt x="1097904" y="468760"/>
                </a:moveTo>
                <a:lnTo>
                  <a:pt x="1069483" y="466428"/>
                </a:lnTo>
                <a:moveTo>
                  <a:pt x="2184795" y="536735"/>
                </a:moveTo>
                <a:lnTo>
                  <a:pt x="2159265" y="464084"/>
                </a:lnTo>
                <a:moveTo>
                  <a:pt x="1069625" y="656995"/>
                </a:moveTo>
                <a:lnTo>
                  <a:pt x="1002904" y="677431"/>
                </a:lnTo>
                <a:moveTo>
                  <a:pt x="2106348" y="531986"/>
                </a:moveTo>
                <a:lnTo>
                  <a:pt x="2159265" y="464084"/>
                </a:lnTo>
                <a:moveTo>
                  <a:pt x="765268" y="616790"/>
                </a:moveTo>
                <a:lnTo>
                  <a:pt x="655423" y="609341"/>
                </a:lnTo>
                <a:moveTo>
                  <a:pt x="699316" y="866948"/>
                </a:moveTo>
                <a:lnTo>
                  <a:pt x="659448" y="776703"/>
                </a:lnTo>
                <a:moveTo>
                  <a:pt x="746761" y="991161"/>
                </a:moveTo>
                <a:lnTo>
                  <a:pt x="708218" y="950943"/>
                </a:lnTo>
                <a:moveTo>
                  <a:pt x="598414" y="859319"/>
                </a:moveTo>
                <a:lnTo>
                  <a:pt x="540460" y="939254"/>
                </a:lnTo>
                <a:moveTo>
                  <a:pt x="1548700" y="565222"/>
                </a:moveTo>
                <a:lnTo>
                  <a:pt x="1504493" y="492367"/>
                </a:lnTo>
                <a:moveTo>
                  <a:pt x="1069483" y="466428"/>
                </a:moveTo>
                <a:lnTo>
                  <a:pt x="996127" y="462841"/>
                </a:lnTo>
                <a:moveTo>
                  <a:pt x="2106348" y="531986"/>
                </a:moveTo>
                <a:lnTo>
                  <a:pt x="2052892" y="611362"/>
                </a:lnTo>
                <a:moveTo>
                  <a:pt x="582609" y="942827"/>
                </a:moveTo>
                <a:lnTo>
                  <a:pt x="540460" y="939254"/>
                </a:lnTo>
                <a:moveTo>
                  <a:pt x="1713349" y="507320"/>
                </a:moveTo>
                <a:lnTo>
                  <a:pt x="1736708" y="497359"/>
                </a:lnTo>
                <a:moveTo>
                  <a:pt x="877026" y="876604"/>
                </a:moveTo>
                <a:lnTo>
                  <a:pt x="869377" y="922293"/>
                </a:lnTo>
                <a:moveTo>
                  <a:pt x="728769" y="532252"/>
                </a:moveTo>
                <a:lnTo>
                  <a:pt x="695346" y="525953"/>
                </a:lnTo>
                <a:moveTo>
                  <a:pt x="678123" y="865359"/>
                </a:moveTo>
                <a:lnTo>
                  <a:pt x="640186" y="801286"/>
                </a:lnTo>
                <a:moveTo>
                  <a:pt x="769786" y="619762"/>
                </a:moveTo>
                <a:lnTo>
                  <a:pt x="765268" y="616790"/>
                </a:lnTo>
                <a:moveTo>
                  <a:pt x="1615583" y="542182"/>
                </a:moveTo>
                <a:lnTo>
                  <a:pt x="1548700" y="565222"/>
                </a:lnTo>
                <a:moveTo>
                  <a:pt x="877026" y="876604"/>
                </a:moveTo>
                <a:lnTo>
                  <a:pt x="872657" y="869376"/>
                </a:lnTo>
                <a:moveTo>
                  <a:pt x="1276441" y="565607"/>
                </a:moveTo>
                <a:lnTo>
                  <a:pt x="1211376" y="558685"/>
                </a:lnTo>
                <a:moveTo>
                  <a:pt x="746761" y="991161"/>
                </a:moveTo>
                <a:lnTo>
                  <a:pt x="785779" y="956402"/>
                </a:lnTo>
                <a:moveTo>
                  <a:pt x="699316" y="866948"/>
                </a:moveTo>
                <a:lnTo>
                  <a:pt x="640186" y="801286"/>
                </a:lnTo>
                <a:moveTo>
                  <a:pt x="2169572" y="619176"/>
                </a:moveTo>
                <a:lnTo>
                  <a:pt x="2184795" y="536735"/>
                </a:lnTo>
                <a:moveTo>
                  <a:pt x="1154181" y="473738"/>
                </a:moveTo>
                <a:lnTo>
                  <a:pt x="1080697" y="478413"/>
                </a:lnTo>
                <a:moveTo>
                  <a:pt x="885839" y="656752"/>
                </a:moveTo>
                <a:lnTo>
                  <a:pt x="769786" y="619762"/>
                </a:lnTo>
                <a:moveTo>
                  <a:pt x="2119415" y="616063"/>
                </a:moveTo>
                <a:lnTo>
                  <a:pt x="2106348" y="531986"/>
                </a:lnTo>
                <a:moveTo>
                  <a:pt x="2169572" y="619176"/>
                </a:moveTo>
                <a:lnTo>
                  <a:pt x="2106348" y="531986"/>
                </a:lnTo>
                <a:moveTo>
                  <a:pt x="582609" y="942827"/>
                </a:moveTo>
                <a:lnTo>
                  <a:pt x="598414" y="859319"/>
                </a:lnTo>
                <a:moveTo>
                  <a:pt x="1669646" y="523295"/>
                </a:moveTo>
                <a:lnTo>
                  <a:pt x="1721891" y="505965"/>
                </a:lnTo>
                <a:moveTo>
                  <a:pt x="665794" y="948168"/>
                </a:moveTo>
                <a:lnTo>
                  <a:pt x="598414" y="859319"/>
                </a:lnTo>
                <a:moveTo>
                  <a:pt x="1669646" y="523295"/>
                </a:moveTo>
                <a:lnTo>
                  <a:pt x="1615583" y="542182"/>
                </a:lnTo>
                <a:moveTo>
                  <a:pt x="864020" y="959327"/>
                </a:moveTo>
                <a:lnTo>
                  <a:pt x="785779" y="956402"/>
                </a:lnTo>
                <a:moveTo>
                  <a:pt x="1732735" y="338590"/>
                </a:moveTo>
                <a:lnTo>
                  <a:pt x="1668273" y="337417"/>
                </a:lnTo>
                <a:moveTo>
                  <a:pt x="2106348" y="531986"/>
                </a:moveTo>
                <a:lnTo>
                  <a:pt x="2070819" y="529265"/>
                </a:lnTo>
                <a:moveTo>
                  <a:pt x="1195608" y="533810"/>
                </a:moveTo>
                <a:lnTo>
                  <a:pt x="1154181" y="473738"/>
                </a:lnTo>
                <a:moveTo>
                  <a:pt x="1833471" y="513130"/>
                </a:moveTo>
                <a:lnTo>
                  <a:pt x="1779262" y="428885"/>
                </a:lnTo>
                <a:moveTo>
                  <a:pt x="1276441" y="565607"/>
                </a:moveTo>
                <a:lnTo>
                  <a:pt x="1195608" y="533810"/>
                </a:lnTo>
                <a:moveTo>
                  <a:pt x="699316" y="866948"/>
                </a:moveTo>
                <a:lnTo>
                  <a:pt x="758084" y="808522"/>
                </a:lnTo>
                <a:moveTo>
                  <a:pt x="665794" y="948168"/>
                </a:moveTo>
                <a:lnTo>
                  <a:pt x="582609" y="942827"/>
                </a:lnTo>
                <a:moveTo>
                  <a:pt x="1668273" y="337417"/>
                </a:moveTo>
                <a:lnTo>
                  <a:pt x="1630957" y="294202"/>
                </a:lnTo>
                <a:moveTo>
                  <a:pt x="897670" y="465922"/>
                </a:moveTo>
                <a:lnTo>
                  <a:pt x="775974" y="519951"/>
                </a:lnTo>
                <a:moveTo>
                  <a:pt x="1069483" y="466428"/>
                </a:moveTo>
                <a:lnTo>
                  <a:pt x="1018011" y="433749"/>
                </a:lnTo>
                <a:moveTo>
                  <a:pt x="1028359" y="720071"/>
                </a:moveTo>
                <a:lnTo>
                  <a:pt x="1069625" y="656995"/>
                </a:lnTo>
                <a:moveTo>
                  <a:pt x="2184795" y="536735"/>
                </a:moveTo>
                <a:lnTo>
                  <a:pt x="2106348" y="531986"/>
                </a:lnTo>
                <a:moveTo>
                  <a:pt x="769786" y="619762"/>
                </a:moveTo>
                <a:lnTo>
                  <a:pt x="792761" y="619782"/>
                </a:lnTo>
                <a:moveTo>
                  <a:pt x="708218" y="950943"/>
                </a:moveTo>
                <a:lnTo>
                  <a:pt x="665794" y="948168"/>
                </a:lnTo>
                <a:moveTo>
                  <a:pt x="1256566" y="732853"/>
                </a:moveTo>
                <a:lnTo>
                  <a:pt x="1304115" y="649972"/>
                </a:lnTo>
                <a:moveTo>
                  <a:pt x="1304115" y="649972"/>
                </a:moveTo>
                <a:lnTo>
                  <a:pt x="1276441" y="565607"/>
                </a:lnTo>
                <a:moveTo>
                  <a:pt x="996127" y="462841"/>
                </a:moveTo>
                <a:lnTo>
                  <a:pt x="897670" y="465922"/>
                </a:lnTo>
                <a:moveTo>
                  <a:pt x="1256566" y="732853"/>
                </a:moveTo>
                <a:lnTo>
                  <a:pt x="1200106" y="727863"/>
                </a:lnTo>
                <a:moveTo>
                  <a:pt x="678123" y="865359"/>
                </a:moveTo>
                <a:lnTo>
                  <a:pt x="598414" y="859319"/>
                </a:lnTo>
                <a:moveTo>
                  <a:pt x="1234725" y="756008"/>
                </a:moveTo>
                <a:lnTo>
                  <a:pt x="1175926" y="725624"/>
                </a:lnTo>
                <a:moveTo>
                  <a:pt x="960616" y="1133341"/>
                </a:moveTo>
                <a:lnTo>
                  <a:pt x="907976" y="1133672"/>
                </a:lnTo>
                <a:moveTo>
                  <a:pt x="1154181" y="473738"/>
                </a:moveTo>
                <a:lnTo>
                  <a:pt x="1097904" y="468760"/>
                </a:lnTo>
                <a:moveTo>
                  <a:pt x="792761" y="619782"/>
                </a:moveTo>
                <a:lnTo>
                  <a:pt x="765268" y="616790"/>
                </a:lnTo>
                <a:moveTo>
                  <a:pt x="909211" y="1132913"/>
                </a:moveTo>
                <a:lnTo>
                  <a:pt x="960616" y="1133341"/>
                </a:lnTo>
                <a:moveTo>
                  <a:pt x="1002904" y="677431"/>
                </a:moveTo>
                <a:lnTo>
                  <a:pt x="885839" y="656752"/>
                </a:lnTo>
                <a:moveTo>
                  <a:pt x="1736708" y="497359"/>
                </a:moveTo>
                <a:lnTo>
                  <a:pt x="1779262" y="428885"/>
                </a:lnTo>
                <a:moveTo>
                  <a:pt x="1504493" y="492367"/>
                </a:moveTo>
                <a:lnTo>
                  <a:pt x="1471514" y="495199"/>
                </a:lnTo>
                <a:moveTo>
                  <a:pt x="1745280" y="359100"/>
                </a:moveTo>
                <a:lnTo>
                  <a:pt x="1668273" y="337417"/>
                </a:lnTo>
                <a:moveTo>
                  <a:pt x="1061312" y="891003"/>
                </a:moveTo>
                <a:lnTo>
                  <a:pt x="1067799" y="886816"/>
                </a:lnTo>
                <a:moveTo>
                  <a:pt x="1847894" y="430588"/>
                </a:moveTo>
                <a:lnTo>
                  <a:pt x="1779262" y="428885"/>
                </a:lnTo>
                <a:moveTo>
                  <a:pt x="1097904" y="468760"/>
                </a:moveTo>
                <a:lnTo>
                  <a:pt x="1018011" y="433749"/>
                </a:lnTo>
                <a:moveTo>
                  <a:pt x="1138237" y="895774"/>
                </a:moveTo>
                <a:lnTo>
                  <a:pt x="1168176" y="893110"/>
                </a:lnTo>
                <a:moveTo>
                  <a:pt x="665794" y="948168"/>
                </a:moveTo>
                <a:lnTo>
                  <a:pt x="678123" y="865359"/>
                </a:lnTo>
                <a:moveTo>
                  <a:pt x="803543" y="928408"/>
                </a:moveTo>
                <a:lnTo>
                  <a:pt x="864020" y="959327"/>
                </a:lnTo>
                <a:moveTo>
                  <a:pt x="1779262" y="428885"/>
                </a:moveTo>
                <a:lnTo>
                  <a:pt x="1745280" y="359100"/>
                </a:lnTo>
                <a:moveTo>
                  <a:pt x="1067799" y="886816"/>
                </a:moveTo>
                <a:lnTo>
                  <a:pt x="1036941" y="805540"/>
                </a:lnTo>
                <a:moveTo>
                  <a:pt x="785779" y="956402"/>
                </a:moveTo>
                <a:lnTo>
                  <a:pt x="708218" y="950943"/>
                </a:lnTo>
                <a:moveTo>
                  <a:pt x="808592" y="846976"/>
                </a:moveTo>
                <a:lnTo>
                  <a:pt x="758084" y="808522"/>
                </a:lnTo>
                <a:moveTo>
                  <a:pt x="699316" y="866948"/>
                </a:moveTo>
                <a:lnTo>
                  <a:pt x="665794" y="948168"/>
                </a:lnTo>
                <a:moveTo>
                  <a:pt x="996127" y="462841"/>
                </a:moveTo>
                <a:lnTo>
                  <a:pt x="909603" y="458863"/>
                </a:lnTo>
                <a:moveTo>
                  <a:pt x="1018011" y="433749"/>
                </a:moveTo>
                <a:lnTo>
                  <a:pt x="996127" y="462841"/>
                </a:lnTo>
                <a:moveTo>
                  <a:pt x="1234725" y="756008"/>
                </a:moveTo>
                <a:lnTo>
                  <a:pt x="1200106" y="727863"/>
                </a:lnTo>
                <a:moveTo>
                  <a:pt x="765268" y="616790"/>
                </a:moveTo>
                <a:lnTo>
                  <a:pt x="728769" y="532252"/>
                </a:lnTo>
                <a:moveTo>
                  <a:pt x="869377" y="922293"/>
                </a:moveTo>
                <a:lnTo>
                  <a:pt x="803543" y="928408"/>
                </a:lnTo>
                <a:moveTo>
                  <a:pt x="1084489" y="720185"/>
                </a:moveTo>
                <a:lnTo>
                  <a:pt x="1028359" y="720071"/>
                </a:lnTo>
                <a:moveTo>
                  <a:pt x="1248593" y="532320"/>
                </a:moveTo>
                <a:lnTo>
                  <a:pt x="1195608" y="533810"/>
                </a:lnTo>
                <a:moveTo>
                  <a:pt x="708218" y="950943"/>
                </a:moveTo>
                <a:lnTo>
                  <a:pt x="699316" y="866948"/>
                </a:lnTo>
                <a:moveTo>
                  <a:pt x="728769" y="532252"/>
                </a:moveTo>
                <a:lnTo>
                  <a:pt x="775974" y="519951"/>
                </a:lnTo>
                <a:moveTo>
                  <a:pt x="1083981" y="804497"/>
                </a:moveTo>
                <a:lnTo>
                  <a:pt x="1028359" y="720071"/>
                </a:lnTo>
                <a:moveTo>
                  <a:pt x="1136063" y="438497"/>
                </a:moveTo>
                <a:lnTo>
                  <a:pt x="1097904" y="468760"/>
                </a:lnTo>
                <a:moveTo>
                  <a:pt x="1745280" y="359100"/>
                </a:moveTo>
                <a:lnTo>
                  <a:pt x="1680108" y="354535"/>
                </a:lnTo>
                <a:moveTo>
                  <a:pt x="975014" y="1127298"/>
                </a:moveTo>
                <a:lnTo>
                  <a:pt x="909211" y="1132913"/>
                </a:lnTo>
                <a:moveTo>
                  <a:pt x="1713349" y="507320"/>
                </a:moveTo>
                <a:lnTo>
                  <a:pt x="1779262" y="428885"/>
                </a:lnTo>
                <a:moveTo>
                  <a:pt x="1713349" y="507320"/>
                </a:moveTo>
                <a:lnTo>
                  <a:pt x="1669646" y="523295"/>
                </a:lnTo>
                <a:moveTo>
                  <a:pt x="872657" y="869376"/>
                </a:moveTo>
                <a:lnTo>
                  <a:pt x="808592" y="846976"/>
                </a:lnTo>
                <a:moveTo>
                  <a:pt x="1195608" y="533810"/>
                </a:moveTo>
                <a:lnTo>
                  <a:pt x="1149511" y="475323"/>
                </a:lnTo>
                <a:moveTo>
                  <a:pt x="909603" y="458863"/>
                </a:moveTo>
                <a:lnTo>
                  <a:pt x="897670" y="465922"/>
                </a:lnTo>
                <a:moveTo>
                  <a:pt x="699316" y="866948"/>
                </a:moveTo>
                <a:lnTo>
                  <a:pt x="678123" y="865359"/>
                </a:lnTo>
                <a:moveTo>
                  <a:pt x="785779" y="956402"/>
                </a:moveTo>
                <a:lnTo>
                  <a:pt x="699316" y="866948"/>
                </a:lnTo>
                <a:moveTo>
                  <a:pt x="1083981" y="804497"/>
                </a:moveTo>
                <a:lnTo>
                  <a:pt x="1036941" y="805540"/>
                </a:lnTo>
                <a:moveTo>
                  <a:pt x="826320" y="623634"/>
                </a:moveTo>
                <a:lnTo>
                  <a:pt x="769786" y="619762"/>
                </a:lnTo>
                <a:moveTo>
                  <a:pt x="1170006" y="814966"/>
                </a:moveTo>
                <a:lnTo>
                  <a:pt x="1168176" y="893110"/>
                </a:lnTo>
                <a:moveTo>
                  <a:pt x="1681693" y="507878"/>
                </a:moveTo>
                <a:lnTo>
                  <a:pt x="1713349" y="507320"/>
                </a:lnTo>
                <a:moveTo>
                  <a:pt x="1164905" y="826423"/>
                </a:moveTo>
                <a:lnTo>
                  <a:pt x="1168176" y="893110"/>
                </a:lnTo>
                <a:moveTo>
                  <a:pt x="792761" y="619782"/>
                </a:moveTo>
                <a:lnTo>
                  <a:pt x="728769" y="532252"/>
                </a:lnTo>
                <a:moveTo>
                  <a:pt x="1669646" y="523295"/>
                </a:moveTo>
                <a:lnTo>
                  <a:pt x="1548700" y="565222"/>
                </a:lnTo>
                <a:moveTo>
                  <a:pt x="885839" y="656752"/>
                </a:moveTo>
                <a:lnTo>
                  <a:pt x="826320" y="623634"/>
                </a:lnTo>
                <a:moveTo>
                  <a:pt x="1256566" y="732853"/>
                </a:moveTo>
                <a:lnTo>
                  <a:pt x="1234725" y="756008"/>
                </a:lnTo>
                <a:moveTo>
                  <a:pt x="837278" y="456211"/>
                </a:moveTo>
                <a:lnTo>
                  <a:pt x="775974" y="519951"/>
                </a:lnTo>
                <a:moveTo>
                  <a:pt x="803543" y="928408"/>
                </a:moveTo>
                <a:lnTo>
                  <a:pt x="785779" y="956402"/>
                </a:lnTo>
                <a:moveTo>
                  <a:pt x="1170006" y="814966"/>
                </a:moveTo>
                <a:lnTo>
                  <a:pt x="1175926" y="725624"/>
                </a:lnTo>
                <a:moveTo>
                  <a:pt x="1028359" y="720071"/>
                </a:moveTo>
                <a:lnTo>
                  <a:pt x="1002904" y="677431"/>
                </a:lnTo>
                <a:moveTo>
                  <a:pt x="1154181" y="473738"/>
                </a:moveTo>
                <a:lnTo>
                  <a:pt x="1136063" y="438497"/>
                </a:lnTo>
                <a:moveTo>
                  <a:pt x="832265" y="456052"/>
                </a:moveTo>
                <a:lnTo>
                  <a:pt x="775974" y="519951"/>
                </a:lnTo>
                <a:moveTo>
                  <a:pt x="1336735" y="656254"/>
                </a:moveTo>
                <a:lnTo>
                  <a:pt x="1304115" y="649972"/>
                </a:lnTo>
                <a:moveTo>
                  <a:pt x="1170006" y="814966"/>
                </a:moveTo>
                <a:lnTo>
                  <a:pt x="1158686" y="809103"/>
                </a:lnTo>
                <a:moveTo>
                  <a:pt x="1136063" y="438497"/>
                </a:moveTo>
                <a:lnTo>
                  <a:pt x="1018011" y="433749"/>
                </a:lnTo>
                <a:moveTo>
                  <a:pt x="1707312" y="426759"/>
                </a:moveTo>
                <a:lnTo>
                  <a:pt x="1745280" y="359100"/>
                </a:lnTo>
                <a:moveTo>
                  <a:pt x="1276441" y="565607"/>
                </a:moveTo>
                <a:lnTo>
                  <a:pt x="1248593" y="532320"/>
                </a:lnTo>
                <a:moveTo>
                  <a:pt x="939151" y="649987"/>
                </a:moveTo>
                <a:lnTo>
                  <a:pt x="885839" y="656752"/>
                </a:lnTo>
                <a:moveTo>
                  <a:pt x="1680108" y="354535"/>
                </a:moveTo>
                <a:lnTo>
                  <a:pt x="1668273" y="337417"/>
                </a:lnTo>
                <a:moveTo>
                  <a:pt x="826320" y="623634"/>
                </a:moveTo>
                <a:lnTo>
                  <a:pt x="792761" y="619782"/>
                </a:lnTo>
                <a:moveTo>
                  <a:pt x="897670" y="465922"/>
                </a:moveTo>
                <a:lnTo>
                  <a:pt x="837278" y="456211"/>
                </a:lnTo>
                <a:moveTo>
                  <a:pt x="1548700" y="565222"/>
                </a:moveTo>
                <a:lnTo>
                  <a:pt x="1471514" y="495199"/>
                </a:lnTo>
                <a:moveTo>
                  <a:pt x="822624" y="620625"/>
                </a:moveTo>
                <a:lnTo>
                  <a:pt x="792761" y="619782"/>
                </a:lnTo>
                <a:moveTo>
                  <a:pt x="1149511" y="475323"/>
                </a:moveTo>
                <a:lnTo>
                  <a:pt x="1154181" y="473738"/>
                </a:lnTo>
                <a:moveTo>
                  <a:pt x="953468" y="419050"/>
                </a:moveTo>
                <a:lnTo>
                  <a:pt x="996127" y="462841"/>
                </a:lnTo>
                <a:moveTo>
                  <a:pt x="1002904" y="677431"/>
                </a:moveTo>
                <a:lnTo>
                  <a:pt x="939151" y="649987"/>
                </a:lnTo>
                <a:moveTo>
                  <a:pt x="1681693" y="507878"/>
                </a:moveTo>
                <a:lnTo>
                  <a:pt x="1779262" y="428885"/>
                </a:lnTo>
                <a:moveTo>
                  <a:pt x="1681693" y="507878"/>
                </a:moveTo>
                <a:lnTo>
                  <a:pt x="1669646" y="523295"/>
                </a:lnTo>
                <a:moveTo>
                  <a:pt x="1184604" y="508672"/>
                </a:moveTo>
                <a:lnTo>
                  <a:pt x="1195608" y="533810"/>
                </a:lnTo>
                <a:moveTo>
                  <a:pt x="909211" y="1132913"/>
                </a:moveTo>
                <a:lnTo>
                  <a:pt x="907976" y="1133672"/>
                </a:lnTo>
                <a:moveTo>
                  <a:pt x="909603" y="458863"/>
                </a:moveTo>
                <a:lnTo>
                  <a:pt x="837278" y="456211"/>
                </a:lnTo>
                <a:moveTo>
                  <a:pt x="909603" y="458863"/>
                </a:moveTo>
                <a:lnTo>
                  <a:pt x="832891" y="455028"/>
                </a:lnTo>
                <a:moveTo>
                  <a:pt x="1336735" y="656254"/>
                </a:moveTo>
                <a:lnTo>
                  <a:pt x="1256566" y="732853"/>
                </a:lnTo>
                <a:moveTo>
                  <a:pt x="1548700" y="565222"/>
                </a:moveTo>
                <a:lnTo>
                  <a:pt x="1486139" y="518552"/>
                </a:lnTo>
                <a:moveTo>
                  <a:pt x="1336735" y="656254"/>
                </a:moveTo>
                <a:lnTo>
                  <a:pt x="1276441" y="565607"/>
                </a:lnTo>
                <a:moveTo>
                  <a:pt x="912025" y="630963"/>
                </a:moveTo>
                <a:lnTo>
                  <a:pt x="885839" y="656752"/>
                </a:lnTo>
                <a:moveTo>
                  <a:pt x="1149511" y="475323"/>
                </a:moveTo>
                <a:lnTo>
                  <a:pt x="1136063" y="438497"/>
                </a:lnTo>
                <a:moveTo>
                  <a:pt x="728769" y="532252"/>
                </a:moveTo>
                <a:lnTo>
                  <a:pt x="832265" y="456052"/>
                </a:lnTo>
                <a:moveTo>
                  <a:pt x="1319069" y="739725"/>
                </a:moveTo>
                <a:lnTo>
                  <a:pt x="1256566" y="732853"/>
                </a:lnTo>
                <a:moveTo>
                  <a:pt x="1600709" y="579461"/>
                </a:moveTo>
                <a:lnTo>
                  <a:pt x="1548700" y="565222"/>
                </a:lnTo>
                <a:moveTo>
                  <a:pt x="1036941" y="805540"/>
                </a:moveTo>
                <a:lnTo>
                  <a:pt x="1028359" y="720071"/>
                </a:lnTo>
                <a:moveTo>
                  <a:pt x="1138237" y="895774"/>
                </a:moveTo>
                <a:lnTo>
                  <a:pt x="1061312" y="891003"/>
                </a:lnTo>
                <a:moveTo>
                  <a:pt x="953468" y="419050"/>
                </a:moveTo>
                <a:lnTo>
                  <a:pt x="909603" y="458863"/>
                </a:lnTo>
                <a:moveTo>
                  <a:pt x="1018011" y="433749"/>
                </a:moveTo>
                <a:lnTo>
                  <a:pt x="953468" y="419050"/>
                </a:lnTo>
                <a:moveTo>
                  <a:pt x="826320" y="623634"/>
                </a:moveTo>
                <a:lnTo>
                  <a:pt x="822624" y="620625"/>
                </a:lnTo>
                <a:moveTo>
                  <a:pt x="1779262" y="428885"/>
                </a:moveTo>
                <a:lnTo>
                  <a:pt x="1707312" y="426759"/>
                </a:lnTo>
                <a:moveTo>
                  <a:pt x="1061312" y="891003"/>
                </a:moveTo>
                <a:lnTo>
                  <a:pt x="1036941" y="805540"/>
                </a:lnTo>
                <a:moveTo>
                  <a:pt x="1068810" y="467506"/>
                </a:moveTo>
                <a:lnTo>
                  <a:pt x="1018011" y="433749"/>
                </a:lnTo>
                <a:moveTo>
                  <a:pt x="1170006" y="814966"/>
                </a:moveTo>
                <a:lnTo>
                  <a:pt x="1234725" y="756008"/>
                </a:lnTo>
                <a:moveTo>
                  <a:pt x="1669646" y="523295"/>
                </a:moveTo>
                <a:lnTo>
                  <a:pt x="1600709" y="579461"/>
                </a:lnTo>
                <a:moveTo>
                  <a:pt x="1707312" y="426759"/>
                </a:moveTo>
                <a:lnTo>
                  <a:pt x="1680108" y="354535"/>
                </a:lnTo>
                <a:moveTo>
                  <a:pt x="1287399" y="759520"/>
                </a:moveTo>
                <a:lnTo>
                  <a:pt x="1256566" y="732853"/>
                </a:lnTo>
                <a:moveTo>
                  <a:pt x="1014786" y="722447"/>
                </a:moveTo>
                <a:lnTo>
                  <a:pt x="1002904" y="677431"/>
                </a:lnTo>
                <a:moveTo>
                  <a:pt x="1167401" y="815106"/>
                </a:moveTo>
                <a:lnTo>
                  <a:pt x="1234725" y="756008"/>
                </a:lnTo>
                <a:moveTo>
                  <a:pt x="1061312" y="891003"/>
                </a:moveTo>
                <a:lnTo>
                  <a:pt x="1044521" y="859294"/>
                </a:lnTo>
                <a:moveTo>
                  <a:pt x="1138237" y="895774"/>
                </a:moveTo>
                <a:lnTo>
                  <a:pt x="1044521" y="859294"/>
                </a:lnTo>
                <a:moveTo>
                  <a:pt x="837278" y="456211"/>
                </a:moveTo>
                <a:lnTo>
                  <a:pt x="832265" y="456052"/>
                </a:lnTo>
                <a:moveTo>
                  <a:pt x="837278" y="456211"/>
                </a:moveTo>
                <a:lnTo>
                  <a:pt x="832891" y="455028"/>
                </a:lnTo>
                <a:moveTo>
                  <a:pt x="1681693" y="507878"/>
                </a:moveTo>
                <a:lnTo>
                  <a:pt x="1707312" y="426759"/>
                </a:lnTo>
                <a:moveTo>
                  <a:pt x="1295527" y="571245"/>
                </a:moveTo>
                <a:lnTo>
                  <a:pt x="1276441" y="565607"/>
                </a:lnTo>
                <a:moveTo>
                  <a:pt x="1044521" y="859294"/>
                </a:moveTo>
                <a:lnTo>
                  <a:pt x="1036941" y="805540"/>
                </a:lnTo>
                <a:moveTo>
                  <a:pt x="1486139" y="518552"/>
                </a:moveTo>
                <a:lnTo>
                  <a:pt x="1471514" y="495199"/>
                </a:lnTo>
                <a:moveTo>
                  <a:pt x="832891" y="455028"/>
                </a:moveTo>
                <a:lnTo>
                  <a:pt x="832265" y="456052"/>
                </a:lnTo>
                <a:moveTo>
                  <a:pt x="1136063" y="438497"/>
                </a:moveTo>
                <a:lnTo>
                  <a:pt x="1068810" y="467506"/>
                </a:lnTo>
                <a:moveTo>
                  <a:pt x="1070594" y="472312"/>
                </a:moveTo>
                <a:lnTo>
                  <a:pt x="1136063" y="438497"/>
                </a:lnTo>
                <a:moveTo>
                  <a:pt x="1287399" y="759520"/>
                </a:moveTo>
                <a:lnTo>
                  <a:pt x="1234725" y="756008"/>
                </a:lnTo>
                <a:moveTo>
                  <a:pt x="1164905" y="826423"/>
                </a:moveTo>
                <a:lnTo>
                  <a:pt x="1138237" y="895774"/>
                </a:lnTo>
                <a:moveTo>
                  <a:pt x="1680108" y="354535"/>
                </a:moveTo>
                <a:lnTo>
                  <a:pt x="1614316" y="359975"/>
                </a:lnTo>
                <a:moveTo>
                  <a:pt x="1017068" y="806312"/>
                </a:moveTo>
                <a:lnTo>
                  <a:pt x="1028359" y="720071"/>
                </a:lnTo>
                <a:moveTo>
                  <a:pt x="912025" y="630963"/>
                </a:moveTo>
                <a:lnTo>
                  <a:pt x="826320" y="623634"/>
                </a:lnTo>
                <a:moveTo>
                  <a:pt x="953468" y="419050"/>
                </a:moveTo>
                <a:lnTo>
                  <a:pt x="832891" y="455028"/>
                </a:lnTo>
                <a:moveTo>
                  <a:pt x="991890" y="652447"/>
                </a:moveTo>
                <a:lnTo>
                  <a:pt x="1002904" y="677431"/>
                </a:lnTo>
                <a:moveTo>
                  <a:pt x="912025" y="630963"/>
                </a:moveTo>
                <a:lnTo>
                  <a:pt x="822624" y="620625"/>
                </a:lnTo>
                <a:moveTo>
                  <a:pt x="1464818" y="496780"/>
                </a:moveTo>
                <a:lnTo>
                  <a:pt x="1471514" y="495199"/>
                </a:lnTo>
                <a:moveTo>
                  <a:pt x="1248593" y="532320"/>
                </a:moveTo>
                <a:lnTo>
                  <a:pt x="1184604" y="508672"/>
                </a:lnTo>
                <a:moveTo>
                  <a:pt x="1319069" y="739725"/>
                </a:moveTo>
                <a:lnTo>
                  <a:pt x="1336735" y="656254"/>
                </a:lnTo>
                <a:moveTo>
                  <a:pt x="1149511" y="475323"/>
                </a:moveTo>
                <a:lnTo>
                  <a:pt x="1070594" y="472312"/>
                </a:lnTo>
                <a:moveTo>
                  <a:pt x="1295527" y="571245"/>
                </a:moveTo>
                <a:lnTo>
                  <a:pt x="1248593" y="532320"/>
                </a:lnTo>
                <a:moveTo>
                  <a:pt x="1014786" y="722447"/>
                </a:moveTo>
                <a:lnTo>
                  <a:pt x="1028359" y="720071"/>
                </a:lnTo>
                <a:moveTo>
                  <a:pt x="1164905" y="826423"/>
                </a:moveTo>
                <a:lnTo>
                  <a:pt x="1044521" y="859294"/>
                </a:lnTo>
                <a:moveTo>
                  <a:pt x="1017068" y="806312"/>
                </a:moveTo>
                <a:lnTo>
                  <a:pt x="1036941" y="805540"/>
                </a:lnTo>
                <a:moveTo>
                  <a:pt x="1600709" y="579461"/>
                </a:moveTo>
                <a:lnTo>
                  <a:pt x="1486139" y="518552"/>
                </a:lnTo>
                <a:moveTo>
                  <a:pt x="1184604" y="508672"/>
                </a:moveTo>
                <a:lnTo>
                  <a:pt x="1149511" y="475323"/>
                </a:lnTo>
                <a:moveTo>
                  <a:pt x="939151" y="649987"/>
                </a:moveTo>
                <a:lnTo>
                  <a:pt x="912025" y="630963"/>
                </a:lnTo>
                <a:moveTo>
                  <a:pt x="1260917" y="738579"/>
                </a:moveTo>
                <a:lnTo>
                  <a:pt x="1234725" y="756008"/>
                </a:lnTo>
                <a:moveTo>
                  <a:pt x="1294976" y="571612"/>
                </a:moveTo>
                <a:lnTo>
                  <a:pt x="1248593" y="532320"/>
                </a:lnTo>
                <a:moveTo>
                  <a:pt x="1170006" y="814966"/>
                </a:moveTo>
                <a:lnTo>
                  <a:pt x="1164905" y="826423"/>
                </a:lnTo>
                <a:moveTo>
                  <a:pt x="1486139" y="518552"/>
                </a:moveTo>
                <a:lnTo>
                  <a:pt x="1464818" y="496780"/>
                </a:lnTo>
                <a:moveTo>
                  <a:pt x="1044521" y="859294"/>
                </a:moveTo>
                <a:lnTo>
                  <a:pt x="1017068" y="806312"/>
                </a:lnTo>
                <a:moveTo>
                  <a:pt x="1167401" y="815106"/>
                </a:moveTo>
                <a:lnTo>
                  <a:pt x="1170006" y="814966"/>
                </a:lnTo>
                <a:moveTo>
                  <a:pt x="1387019" y="828986"/>
                </a:moveTo>
                <a:lnTo>
                  <a:pt x="1319069" y="739725"/>
                </a:lnTo>
                <a:moveTo>
                  <a:pt x="1068810" y="467506"/>
                </a:moveTo>
                <a:lnTo>
                  <a:pt x="953468" y="419050"/>
                </a:lnTo>
                <a:moveTo>
                  <a:pt x="1167401" y="815106"/>
                </a:moveTo>
                <a:lnTo>
                  <a:pt x="1164905" y="826423"/>
                </a:lnTo>
                <a:moveTo>
                  <a:pt x="1614316" y="359975"/>
                </a:moveTo>
                <a:lnTo>
                  <a:pt x="1494708" y="380328"/>
                </a:lnTo>
                <a:moveTo>
                  <a:pt x="1336735" y="656254"/>
                </a:moveTo>
                <a:lnTo>
                  <a:pt x="1295527" y="571245"/>
                </a:lnTo>
                <a:moveTo>
                  <a:pt x="1319069" y="739725"/>
                </a:moveTo>
                <a:lnTo>
                  <a:pt x="1287399" y="759520"/>
                </a:lnTo>
                <a:moveTo>
                  <a:pt x="876713" y="601320"/>
                </a:moveTo>
                <a:lnTo>
                  <a:pt x="822624" y="620625"/>
                </a:lnTo>
                <a:moveTo>
                  <a:pt x="1336735" y="656254"/>
                </a:moveTo>
                <a:lnTo>
                  <a:pt x="1298916" y="573746"/>
                </a:lnTo>
                <a:moveTo>
                  <a:pt x="1070594" y="472312"/>
                </a:moveTo>
                <a:lnTo>
                  <a:pt x="1068810" y="467506"/>
                </a:lnTo>
                <a:moveTo>
                  <a:pt x="1656229" y="537067"/>
                </a:moveTo>
                <a:lnTo>
                  <a:pt x="1669646" y="523295"/>
                </a:lnTo>
                <a:moveTo>
                  <a:pt x="1676365" y="512230"/>
                </a:moveTo>
                <a:lnTo>
                  <a:pt x="1681693" y="507878"/>
                </a:lnTo>
                <a:moveTo>
                  <a:pt x="1403741" y="791843"/>
                </a:moveTo>
                <a:lnTo>
                  <a:pt x="1319069" y="739725"/>
                </a:lnTo>
                <a:moveTo>
                  <a:pt x="1056704" y="471816"/>
                </a:moveTo>
                <a:lnTo>
                  <a:pt x="1068810" y="467506"/>
                </a:lnTo>
                <a:moveTo>
                  <a:pt x="1453109" y="412730"/>
                </a:moveTo>
                <a:lnTo>
                  <a:pt x="1494708" y="380328"/>
                </a:lnTo>
                <a:moveTo>
                  <a:pt x="1070594" y="472312"/>
                </a:moveTo>
                <a:lnTo>
                  <a:pt x="1056704" y="471816"/>
                </a:lnTo>
                <a:moveTo>
                  <a:pt x="1387019" y="828986"/>
                </a:moveTo>
                <a:lnTo>
                  <a:pt x="1287399" y="759520"/>
                </a:lnTo>
                <a:moveTo>
                  <a:pt x="1658696" y="427602"/>
                </a:moveTo>
                <a:lnTo>
                  <a:pt x="1680108" y="354535"/>
                </a:lnTo>
                <a:moveTo>
                  <a:pt x="888253" y="415186"/>
                </a:moveTo>
                <a:lnTo>
                  <a:pt x="832891" y="455028"/>
                </a:lnTo>
                <a:moveTo>
                  <a:pt x="1109021" y="561576"/>
                </a:moveTo>
                <a:lnTo>
                  <a:pt x="1149511" y="475323"/>
                </a:lnTo>
                <a:moveTo>
                  <a:pt x="1656229" y="537067"/>
                </a:moveTo>
                <a:lnTo>
                  <a:pt x="1681693" y="507878"/>
                </a:lnTo>
                <a:moveTo>
                  <a:pt x="1681693" y="507878"/>
                </a:moveTo>
                <a:lnTo>
                  <a:pt x="1658696" y="427602"/>
                </a:lnTo>
                <a:moveTo>
                  <a:pt x="1395519" y="746872"/>
                </a:moveTo>
                <a:lnTo>
                  <a:pt x="1319069" y="739725"/>
                </a:lnTo>
                <a:moveTo>
                  <a:pt x="991890" y="652447"/>
                </a:moveTo>
                <a:lnTo>
                  <a:pt x="939151" y="649987"/>
                </a:lnTo>
                <a:moveTo>
                  <a:pt x="1464818" y="496780"/>
                </a:moveTo>
                <a:lnTo>
                  <a:pt x="1453109" y="412730"/>
                </a:lnTo>
                <a:moveTo>
                  <a:pt x="1403741" y="791843"/>
                </a:moveTo>
                <a:lnTo>
                  <a:pt x="1387019" y="828986"/>
                </a:lnTo>
                <a:moveTo>
                  <a:pt x="1017068" y="806312"/>
                </a:moveTo>
                <a:lnTo>
                  <a:pt x="1014786" y="722447"/>
                </a:lnTo>
                <a:moveTo>
                  <a:pt x="1097831" y="852546"/>
                </a:moveTo>
                <a:lnTo>
                  <a:pt x="1044521" y="859294"/>
                </a:lnTo>
                <a:moveTo>
                  <a:pt x="987157" y="638084"/>
                </a:moveTo>
                <a:lnTo>
                  <a:pt x="939151" y="649987"/>
                </a:lnTo>
                <a:moveTo>
                  <a:pt x="990411" y="469140"/>
                </a:moveTo>
                <a:lnTo>
                  <a:pt x="953468" y="419050"/>
                </a:lnTo>
                <a:moveTo>
                  <a:pt x="1535304" y="578663"/>
                </a:moveTo>
                <a:lnTo>
                  <a:pt x="1486139" y="518552"/>
                </a:lnTo>
                <a:moveTo>
                  <a:pt x="1260917" y="738579"/>
                </a:moveTo>
                <a:lnTo>
                  <a:pt x="1167401" y="815106"/>
                </a:lnTo>
                <a:moveTo>
                  <a:pt x="1235055" y="548040"/>
                </a:moveTo>
                <a:lnTo>
                  <a:pt x="1248593" y="532320"/>
                </a:lnTo>
                <a:moveTo>
                  <a:pt x="1384519" y="662836"/>
                </a:moveTo>
                <a:lnTo>
                  <a:pt x="1336735" y="656254"/>
                </a:lnTo>
                <a:moveTo>
                  <a:pt x="953468" y="419050"/>
                </a:moveTo>
                <a:lnTo>
                  <a:pt x="888253" y="415186"/>
                </a:lnTo>
                <a:moveTo>
                  <a:pt x="912025" y="630963"/>
                </a:moveTo>
                <a:lnTo>
                  <a:pt x="876713" y="601320"/>
                </a:lnTo>
                <a:moveTo>
                  <a:pt x="1298916" y="573746"/>
                </a:moveTo>
                <a:lnTo>
                  <a:pt x="1295527" y="571245"/>
                </a:lnTo>
                <a:moveTo>
                  <a:pt x="1068810" y="467506"/>
                </a:moveTo>
                <a:lnTo>
                  <a:pt x="990411" y="469140"/>
                </a:lnTo>
                <a:moveTo>
                  <a:pt x="1384519" y="662836"/>
                </a:moveTo>
                <a:lnTo>
                  <a:pt x="1319069" y="739725"/>
                </a:lnTo>
                <a:moveTo>
                  <a:pt x="1600709" y="579461"/>
                </a:moveTo>
                <a:lnTo>
                  <a:pt x="1535304" y="578663"/>
                </a:lnTo>
                <a:moveTo>
                  <a:pt x="1164905" y="826423"/>
                </a:moveTo>
                <a:lnTo>
                  <a:pt x="1097831" y="852546"/>
                </a:lnTo>
                <a:moveTo>
                  <a:pt x="1486139" y="518552"/>
                </a:moveTo>
                <a:lnTo>
                  <a:pt x="1437286" y="497871"/>
                </a:lnTo>
                <a:moveTo>
                  <a:pt x="1294976" y="571612"/>
                </a:moveTo>
                <a:lnTo>
                  <a:pt x="1295527" y="571245"/>
                </a:lnTo>
                <a:moveTo>
                  <a:pt x="1167401" y="815106"/>
                </a:moveTo>
                <a:lnTo>
                  <a:pt x="1206137" y="735656"/>
                </a:lnTo>
                <a:moveTo>
                  <a:pt x="1434412" y="413129"/>
                </a:moveTo>
                <a:lnTo>
                  <a:pt x="1494708" y="380328"/>
                </a:lnTo>
                <a:moveTo>
                  <a:pt x="1167401" y="815106"/>
                </a:moveTo>
                <a:lnTo>
                  <a:pt x="1097831" y="852546"/>
                </a:lnTo>
                <a:moveTo>
                  <a:pt x="1298916" y="573746"/>
                </a:moveTo>
                <a:lnTo>
                  <a:pt x="1294976" y="571612"/>
                </a:lnTo>
                <a:moveTo>
                  <a:pt x="1298916" y="573746"/>
                </a:moveTo>
                <a:lnTo>
                  <a:pt x="1302132" y="572085"/>
                </a:lnTo>
                <a:moveTo>
                  <a:pt x="1287399" y="759520"/>
                </a:moveTo>
                <a:lnTo>
                  <a:pt x="1260917" y="738579"/>
                </a:lnTo>
                <a:moveTo>
                  <a:pt x="1044521" y="859294"/>
                </a:moveTo>
                <a:lnTo>
                  <a:pt x="1007592" y="808833"/>
                </a:lnTo>
                <a:moveTo>
                  <a:pt x="1056704" y="471816"/>
                </a:moveTo>
                <a:lnTo>
                  <a:pt x="990411" y="469140"/>
                </a:lnTo>
                <a:moveTo>
                  <a:pt x="1302132" y="572085"/>
                </a:moveTo>
                <a:lnTo>
                  <a:pt x="1294976" y="571612"/>
                </a:lnTo>
                <a:moveTo>
                  <a:pt x="1549550" y="348878"/>
                </a:moveTo>
                <a:lnTo>
                  <a:pt x="1494708" y="380328"/>
                </a:lnTo>
                <a:moveTo>
                  <a:pt x="1707312" y="426759"/>
                </a:moveTo>
                <a:lnTo>
                  <a:pt x="1658696" y="427602"/>
                </a:lnTo>
                <a:moveTo>
                  <a:pt x="987157" y="638084"/>
                </a:moveTo>
                <a:lnTo>
                  <a:pt x="912025" y="630963"/>
                </a:lnTo>
                <a:moveTo>
                  <a:pt x="1464818" y="496780"/>
                </a:moveTo>
                <a:lnTo>
                  <a:pt x="1434412" y="413129"/>
                </a:lnTo>
                <a:moveTo>
                  <a:pt x="1167401" y="815106"/>
                </a:moveTo>
                <a:lnTo>
                  <a:pt x="1107600" y="814526"/>
                </a:lnTo>
                <a:moveTo>
                  <a:pt x="1656229" y="537067"/>
                </a:moveTo>
                <a:lnTo>
                  <a:pt x="1600709" y="579461"/>
                </a:lnTo>
                <a:moveTo>
                  <a:pt x="1367304" y="578677"/>
                </a:moveTo>
                <a:lnTo>
                  <a:pt x="1336735" y="656254"/>
                </a:lnTo>
                <a:moveTo>
                  <a:pt x="1109021" y="561576"/>
                </a:moveTo>
                <a:lnTo>
                  <a:pt x="1070594" y="472312"/>
                </a:lnTo>
                <a:moveTo>
                  <a:pt x="1403741" y="791843"/>
                </a:moveTo>
                <a:lnTo>
                  <a:pt x="1395519" y="746872"/>
                </a:lnTo>
                <a:moveTo>
                  <a:pt x="1437286" y="497871"/>
                </a:moveTo>
                <a:lnTo>
                  <a:pt x="1464818" y="496780"/>
                </a:lnTo>
                <a:moveTo>
                  <a:pt x="1014786" y="722447"/>
                </a:moveTo>
                <a:lnTo>
                  <a:pt x="991890" y="652447"/>
                </a:lnTo>
                <a:moveTo>
                  <a:pt x="1056704" y="471816"/>
                </a:moveTo>
                <a:lnTo>
                  <a:pt x="1002003" y="489316"/>
                </a:lnTo>
                <a:moveTo>
                  <a:pt x="1167401" y="815106"/>
                </a:moveTo>
                <a:lnTo>
                  <a:pt x="1115141" y="731108"/>
                </a:lnTo>
                <a:moveTo>
                  <a:pt x="1128342" y="562687"/>
                </a:moveTo>
                <a:lnTo>
                  <a:pt x="1184604" y="508672"/>
                </a:lnTo>
                <a:moveTo>
                  <a:pt x="1614316" y="359975"/>
                </a:moveTo>
                <a:lnTo>
                  <a:pt x="1549550" y="348878"/>
                </a:lnTo>
                <a:moveTo>
                  <a:pt x="1184604" y="508672"/>
                </a:moveTo>
                <a:lnTo>
                  <a:pt x="1109021" y="561576"/>
                </a:lnTo>
                <a:moveTo>
                  <a:pt x="912480" y="466254"/>
                </a:moveTo>
                <a:lnTo>
                  <a:pt x="953468" y="419050"/>
                </a:lnTo>
                <a:moveTo>
                  <a:pt x="1658696" y="427602"/>
                </a:moveTo>
                <a:lnTo>
                  <a:pt x="1614316" y="359975"/>
                </a:lnTo>
                <a:moveTo>
                  <a:pt x="1424854" y="833798"/>
                </a:moveTo>
                <a:lnTo>
                  <a:pt x="1403741" y="791843"/>
                </a:lnTo>
                <a:moveTo>
                  <a:pt x="1434412" y="413129"/>
                </a:moveTo>
                <a:lnTo>
                  <a:pt x="1453109" y="412730"/>
                </a:lnTo>
                <a:moveTo>
                  <a:pt x="1014786" y="722447"/>
                </a:moveTo>
                <a:lnTo>
                  <a:pt x="1002493" y="639430"/>
                </a:lnTo>
                <a:moveTo>
                  <a:pt x="1007592" y="808833"/>
                </a:moveTo>
                <a:lnTo>
                  <a:pt x="1017068" y="806312"/>
                </a:lnTo>
                <a:moveTo>
                  <a:pt x="1336397" y="829526"/>
                </a:moveTo>
                <a:lnTo>
                  <a:pt x="1387019" y="828986"/>
                </a:lnTo>
                <a:moveTo>
                  <a:pt x="1658920" y="428067"/>
                </a:moveTo>
                <a:lnTo>
                  <a:pt x="1614316" y="359975"/>
                </a:lnTo>
                <a:moveTo>
                  <a:pt x="1260917" y="738579"/>
                </a:moveTo>
                <a:lnTo>
                  <a:pt x="1206137" y="735656"/>
                </a:lnTo>
                <a:moveTo>
                  <a:pt x="1032783" y="845977"/>
                </a:moveTo>
                <a:lnTo>
                  <a:pt x="1044521" y="859294"/>
                </a:lnTo>
                <a:moveTo>
                  <a:pt x="1469762" y="580082"/>
                </a:moveTo>
                <a:lnTo>
                  <a:pt x="1486139" y="518552"/>
                </a:lnTo>
                <a:moveTo>
                  <a:pt x="1424854" y="833798"/>
                </a:moveTo>
                <a:lnTo>
                  <a:pt x="1395519" y="746872"/>
                </a:lnTo>
                <a:moveTo>
                  <a:pt x="1336397" y="829526"/>
                </a:moveTo>
                <a:lnTo>
                  <a:pt x="1287399" y="759520"/>
                </a:lnTo>
                <a:moveTo>
                  <a:pt x="1335957" y="829416"/>
                </a:moveTo>
                <a:lnTo>
                  <a:pt x="1287399" y="759520"/>
                </a:lnTo>
                <a:moveTo>
                  <a:pt x="1395519" y="746872"/>
                </a:moveTo>
                <a:lnTo>
                  <a:pt x="1384519" y="662836"/>
                </a:lnTo>
                <a:moveTo>
                  <a:pt x="1025019" y="557918"/>
                </a:moveTo>
                <a:lnTo>
                  <a:pt x="1070594" y="472312"/>
                </a:lnTo>
                <a:moveTo>
                  <a:pt x="1235055" y="548040"/>
                </a:moveTo>
                <a:lnTo>
                  <a:pt x="1184604" y="508672"/>
                </a:lnTo>
                <a:moveTo>
                  <a:pt x="951323" y="553558"/>
                </a:moveTo>
                <a:lnTo>
                  <a:pt x="912025" y="630963"/>
                </a:lnTo>
                <a:moveTo>
                  <a:pt x="1002003" y="489316"/>
                </a:moveTo>
                <a:lnTo>
                  <a:pt x="990411" y="469140"/>
                </a:lnTo>
                <a:moveTo>
                  <a:pt x="1025019" y="557918"/>
                </a:moveTo>
                <a:lnTo>
                  <a:pt x="1056704" y="471816"/>
                </a:lnTo>
                <a:moveTo>
                  <a:pt x="991890" y="652447"/>
                </a:moveTo>
                <a:lnTo>
                  <a:pt x="987157" y="638084"/>
                </a:lnTo>
                <a:moveTo>
                  <a:pt x="1497369" y="335423"/>
                </a:moveTo>
                <a:lnTo>
                  <a:pt x="1494708" y="380328"/>
                </a:lnTo>
                <a:moveTo>
                  <a:pt x="1367304" y="578677"/>
                </a:moveTo>
                <a:lnTo>
                  <a:pt x="1298916" y="573746"/>
                </a:lnTo>
                <a:moveTo>
                  <a:pt x="1082116" y="645595"/>
                </a:moveTo>
                <a:lnTo>
                  <a:pt x="1014786" y="722447"/>
                </a:lnTo>
                <a:moveTo>
                  <a:pt x="1367304" y="578677"/>
                </a:moveTo>
                <a:lnTo>
                  <a:pt x="1302132" y="572085"/>
                </a:lnTo>
                <a:moveTo>
                  <a:pt x="1294976" y="571612"/>
                </a:moveTo>
                <a:lnTo>
                  <a:pt x="1235055" y="548040"/>
                </a:lnTo>
                <a:moveTo>
                  <a:pt x="1302132" y="572085"/>
                </a:moveTo>
                <a:lnTo>
                  <a:pt x="1235055" y="548040"/>
                </a:lnTo>
                <a:moveTo>
                  <a:pt x="991890" y="652447"/>
                </a:moveTo>
                <a:lnTo>
                  <a:pt x="1002493" y="639430"/>
                </a:lnTo>
                <a:moveTo>
                  <a:pt x="1260917" y="738579"/>
                </a:moveTo>
                <a:lnTo>
                  <a:pt x="1224955" y="710956"/>
                </a:lnTo>
                <a:moveTo>
                  <a:pt x="1097831" y="852546"/>
                </a:moveTo>
                <a:lnTo>
                  <a:pt x="1107600" y="814526"/>
                </a:lnTo>
                <a:moveTo>
                  <a:pt x="1128342" y="562687"/>
                </a:moveTo>
                <a:lnTo>
                  <a:pt x="1109021" y="561576"/>
                </a:lnTo>
                <a:moveTo>
                  <a:pt x="1002493" y="639430"/>
                </a:moveTo>
                <a:lnTo>
                  <a:pt x="987157" y="638084"/>
                </a:lnTo>
                <a:moveTo>
                  <a:pt x="1437286" y="497871"/>
                </a:moveTo>
                <a:lnTo>
                  <a:pt x="1434412" y="413129"/>
                </a:lnTo>
                <a:moveTo>
                  <a:pt x="1206137" y="735656"/>
                </a:moveTo>
                <a:lnTo>
                  <a:pt x="1115141" y="731108"/>
                </a:lnTo>
                <a:moveTo>
                  <a:pt x="1656229" y="537067"/>
                </a:moveTo>
                <a:lnTo>
                  <a:pt x="1535304" y="578663"/>
                </a:lnTo>
                <a:moveTo>
                  <a:pt x="1002493" y="639430"/>
                </a:moveTo>
                <a:lnTo>
                  <a:pt x="1109021" y="561576"/>
                </a:lnTo>
                <a:moveTo>
                  <a:pt x="1676365" y="512230"/>
                </a:moveTo>
                <a:lnTo>
                  <a:pt x="1656229" y="537067"/>
                </a:lnTo>
                <a:moveTo>
                  <a:pt x="1224955" y="710956"/>
                </a:moveTo>
                <a:lnTo>
                  <a:pt x="1206137" y="735656"/>
                </a:lnTo>
                <a:moveTo>
                  <a:pt x="1676365" y="512230"/>
                </a:moveTo>
                <a:lnTo>
                  <a:pt x="1658696" y="427602"/>
                </a:lnTo>
                <a:moveTo>
                  <a:pt x="1114058" y="590795"/>
                </a:moveTo>
                <a:lnTo>
                  <a:pt x="1128342" y="562687"/>
                </a:lnTo>
                <a:moveTo>
                  <a:pt x="990411" y="469140"/>
                </a:moveTo>
                <a:lnTo>
                  <a:pt x="912480" y="466254"/>
                </a:lnTo>
                <a:moveTo>
                  <a:pt x="1114058" y="590795"/>
                </a:moveTo>
                <a:lnTo>
                  <a:pt x="1109021" y="561576"/>
                </a:lnTo>
                <a:moveTo>
                  <a:pt x="1353244" y="550574"/>
                </a:moveTo>
                <a:lnTo>
                  <a:pt x="1302132" y="572085"/>
                </a:lnTo>
                <a:moveTo>
                  <a:pt x="876713" y="601320"/>
                </a:moveTo>
                <a:lnTo>
                  <a:pt x="825444" y="545437"/>
                </a:lnTo>
                <a:moveTo>
                  <a:pt x="1676365" y="512230"/>
                </a:moveTo>
                <a:lnTo>
                  <a:pt x="1661554" y="451172"/>
                </a:lnTo>
                <a:moveTo>
                  <a:pt x="1114058" y="590795"/>
                </a:moveTo>
                <a:lnTo>
                  <a:pt x="1002493" y="639430"/>
                </a:lnTo>
                <a:moveTo>
                  <a:pt x="1206137" y="735656"/>
                </a:moveTo>
                <a:lnTo>
                  <a:pt x="1123709" y="647821"/>
                </a:lnTo>
                <a:moveTo>
                  <a:pt x="912480" y="466254"/>
                </a:moveTo>
                <a:lnTo>
                  <a:pt x="888253" y="415186"/>
                </a:lnTo>
                <a:moveTo>
                  <a:pt x="951323" y="553558"/>
                </a:moveTo>
                <a:lnTo>
                  <a:pt x="876713" y="601320"/>
                </a:lnTo>
                <a:moveTo>
                  <a:pt x="1107600" y="814526"/>
                </a:moveTo>
                <a:lnTo>
                  <a:pt x="1115141" y="731108"/>
                </a:lnTo>
                <a:moveTo>
                  <a:pt x="876713" y="601320"/>
                </a:moveTo>
                <a:lnTo>
                  <a:pt x="922590" y="551917"/>
                </a:lnTo>
                <a:moveTo>
                  <a:pt x="1123709" y="647821"/>
                </a:moveTo>
                <a:lnTo>
                  <a:pt x="1128342" y="562687"/>
                </a:lnTo>
                <a:moveTo>
                  <a:pt x="1384519" y="662836"/>
                </a:moveTo>
                <a:lnTo>
                  <a:pt x="1367304" y="578677"/>
                </a:lnTo>
                <a:moveTo>
                  <a:pt x="1235055" y="548040"/>
                </a:moveTo>
                <a:lnTo>
                  <a:pt x="1128342" y="562687"/>
                </a:lnTo>
                <a:moveTo>
                  <a:pt x="922590" y="551917"/>
                </a:moveTo>
                <a:lnTo>
                  <a:pt x="990411" y="469140"/>
                </a:lnTo>
                <a:moveTo>
                  <a:pt x="1661554" y="451172"/>
                </a:moveTo>
                <a:lnTo>
                  <a:pt x="1658696" y="427602"/>
                </a:lnTo>
                <a:moveTo>
                  <a:pt x="1601157" y="369591"/>
                </a:moveTo>
                <a:lnTo>
                  <a:pt x="1614316" y="359975"/>
                </a:lnTo>
                <a:moveTo>
                  <a:pt x="1658920" y="428067"/>
                </a:moveTo>
                <a:lnTo>
                  <a:pt x="1658696" y="427602"/>
                </a:lnTo>
                <a:moveTo>
                  <a:pt x="1123709" y="647821"/>
                </a:moveTo>
                <a:lnTo>
                  <a:pt x="1114058" y="590795"/>
                </a:lnTo>
                <a:moveTo>
                  <a:pt x="1025019" y="557918"/>
                </a:moveTo>
                <a:lnTo>
                  <a:pt x="1002003" y="489316"/>
                </a:lnTo>
                <a:moveTo>
                  <a:pt x="1434754" y="837104"/>
                </a:moveTo>
                <a:lnTo>
                  <a:pt x="1395519" y="746872"/>
                </a:lnTo>
                <a:moveTo>
                  <a:pt x="1109021" y="561576"/>
                </a:moveTo>
                <a:lnTo>
                  <a:pt x="1025019" y="557918"/>
                </a:lnTo>
                <a:moveTo>
                  <a:pt x="987157" y="638084"/>
                </a:moveTo>
                <a:lnTo>
                  <a:pt x="951323" y="553558"/>
                </a:lnTo>
                <a:moveTo>
                  <a:pt x="1082116" y="645595"/>
                </a:moveTo>
                <a:lnTo>
                  <a:pt x="1002493" y="639430"/>
                </a:lnTo>
                <a:moveTo>
                  <a:pt x="1661554" y="451172"/>
                </a:moveTo>
                <a:lnTo>
                  <a:pt x="1658920" y="428067"/>
                </a:lnTo>
                <a:moveTo>
                  <a:pt x="1115141" y="731108"/>
                </a:moveTo>
                <a:lnTo>
                  <a:pt x="1123709" y="647821"/>
                </a:lnTo>
                <a:moveTo>
                  <a:pt x="1441281" y="753414"/>
                </a:moveTo>
                <a:lnTo>
                  <a:pt x="1395519" y="746872"/>
                </a:lnTo>
                <a:moveTo>
                  <a:pt x="1279821" y="744591"/>
                </a:moveTo>
                <a:lnTo>
                  <a:pt x="1287399" y="759520"/>
                </a:lnTo>
                <a:moveTo>
                  <a:pt x="951323" y="553558"/>
                </a:moveTo>
                <a:lnTo>
                  <a:pt x="1002003" y="489316"/>
                </a:lnTo>
                <a:moveTo>
                  <a:pt x="1196861" y="653497"/>
                </a:moveTo>
                <a:lnTo>
                  <a:pt x="1206137" y="735656"/>
                </a:lnTo>
                <a:moveTo>
                  <a:pt x="1002493" y="639430"/>
                </a:moveTo>
                <a:lnTo>
                  <a:pt x="1025019" y="557918"/>
                </a:lnTo>
                <a:moveTo>
                  <a:pt x="1082116" y="645595"/>
                </a:moveTo>
                <a:lnTo>
                  <a:pt x="1114058" y="590795"/>
                </a:lnTo>
                <a:moveTo>
                  <a:pt x="1002003" y="489316"/>
                </a:moveTo>
                <a:lnTo>
                  <a:pt x="922590" y="551917"/>
                </a:lnTo>
                <a:moveTo>
                  <a:pt x="1682593" y="515018"/>
                </a:moveTo>
                <a:lnTo>
                  <a:pt x="1676365" y="512230"/>
                </a:lnTo>
                <a:moveTo>
                  <a:pt x="1002493" y="639430"/>
                </a:moveTo>
                <a:lnTo>
                  <a:pt x="951323" y="553558"/>
                </a:lnTo>
                <a:moveTo>
                  <a:pt x="1210727" y="569951"/>
                </a:moveTo>
                <a:lnTo>
                  <a:pt x="1128342" y="562687"/>
                </a:lnTo>
                <a:moveTo>
                  <a:pt x="1575821" y="592842"/>
                </a:moveTo>
                <a:lnTo>
                  <a:pt x="1535304" y="578663"/>
                </a:lnTo>
                <a:moveTo>
                  <a:pt x="1437286" y="497871"/>
                </a:moveTo>
                <a:lnTo>
                  <a:pt x="1353244" y="550574"/>
                </a:lnTo>
                <a:moveTo>
                  <a:pt x="1097831" y="852546"/>
                </a:moveTo>
                <a:lnTo>
                  <a:pt x="1032783" y="845977"/>
                </a:lnTo>
                <a:moveTo>
                  <a:pt x="1535304" y="578663"/>
                </a:moveTo>
                <a:lnTo>
                  <a:pt x="1469762" y="580082"/>
                </a:lnTo>
                <a:moveTo>
                  <a:pt x="1336397" y="829526"/>
                </a:moveTo>
                <a:lnTo>
                  <a:pt x="1335957" y="829416"/>
                </a:lnTo>
                <a:moveTo>
                  <a:pt x="1196861" y="653497"/>
                </a:moveTo>
                <a:lnTo>
                  <a:pt x="1128342" y="562687"/>
                </a:lnTo>
                <a:moveTo>
                  <a:pt x="1336397" y="829526"/>
                </a:moveTo>
                <a:lnTo>
                  <a:pt x="1336071" y="829532"/>
                </a:lnTo>
                <a:moveTo>
                  <a:pt x="1336071" y="829532"/>
                </a:moveTo>
                <a:lnTo>
                  <a:pt x="1335957" y="829416"/>
                </a:lnTo>
                <a:moveTo>
                  <a:pt x="1438853" y="669547"/>
                </a:moveTo>
                <a:lnTo>
                  <a:pt x="1395519" y="746872"/>
                </a:lnTo>
                <a:moveTo>
                  <a:pt x="1434754" y="837104"/>
                </a:moveTo>
                <a:lnTo>
                  <a:pt x="1424854" y="833798"/>
                </a:lnTo>
                <a:moveTo>
                  <a:pt x="1424088" y="920713"/>
                </a:moveTo>
                <a:lnTo>
                  <a:pt x="1424854" y="833798"/>
                </a:lnTo>
                <a:moveTo>
                  <a:pt x="1123709" y="647821"/>
                </a:moveTo>
                <a:lnTo>
                  <a:pt x="1082116" y="645595"/>
                </a:lnTo>
                <a:moveTo>
                  <a:pt x="1497369" y="335423"/>
                </a:moveTo>
                <a:lnTo>
                  <a:pt x="1434412" y="413129"/>
                </a:lnTo>
                <a:moveTo>
                  <a:pt x="1462972" y="586203"/>
                </a:moveTo>
                <a:lnTo>
                  <a:pt x="1384519" y="662836"/>
                </a:lnTo>
                <a:moveTo>
                  <a:pt x="1434412" y="413129"/>
                </a:moveTo>
                <a:lnTo>
                  <a:pt x="1478590" y="334370"/>
                </a:lnTo>
                <a:moveTo>
                  <a:pt x="1682593" y="515018"/>
                </a:moveTo>
                <a:lnTo>
                  <a:pt x="1656229" y="537067"/>
                </a:lnTo>
                <a:moveTo>
                  <a:pt x="1469762" y="580082"/>
                </a:moveTo>
                <a:lnTo>
                  <a:pt x="1437286" y="497871"/>
                </a:lnTo>
                <a:moveTo>
                  <a:pt x="1107600" y="814526"/>
                </a:moveTo>
                <a:lnTo>
                  <a:pt x="1032783" y="845977"/>
                </a:lnTo>
                <a:moveTo>
                  <a:pt x="1656229" y="537067"/>
                </a:moveTo>
                <a:lnTo>
                  <a:pt x="1575821" y="592842"/>
                </a:lnTo>
                <a:moveTo>
                  <a:pt x="1682593" y="515018"/>
                </a:moveTo>
                <a:lnTo>
                  <a:pt x="1661554" y="451172"/>
                </a:lnTo>
                <a:moveTo>
                  <a:pt x="1549550" y="348878"/>
                </a:moveTo>
                <a:lnTo>
                  <a:pt x="1497369" y="335423"/>
                </a:lnTo>
                <a:moveTo>
                  <a:pt x="1462972" y="586203"/>
                </a:moveTo>
                <a:lnTo>
                  <a:pt x="1437286" y="497871"/>
                </a:lnTo>
                <a:moveTo>
                  <a:pt x="1224955" y="710956"/>
                </a:moveTo>
                <a:lnTo>
                  <a:pt x="1196861" y="653497"/>
                </a:lnTo>
                <a:moveTo>
                  <a:pt x="1367304" y="578677"/>
                </a:moveTo>
                <a:lnTo>
                  <a:pt x="1353244" y="550574"/>
                </a:lnTo>
                <a:moveTo>
                  <a:pt x="1279821" y="744591"/>
                </a:moveTo>
                <a:lnTo>
                  <a:pt x="1260917" y="738579"/>
                </a:lnTo>
                <a:moveTo>
                  <a:pt x="1353244" y="550574"/>
                </a:moveTo>
                <a:lnTo>
                  <a:pt x="1235055" y="548040"/>
                </a:lnTo>
                <a:moveTo>
                  <a:pt x="922590" y="551917"/>
                </a:moveTo>
                <a:lnTo>
                  <a:pt x="912480" y="466254"/>
                </a:lnTo>
                <a:moveTo>
                  <a:pt x="1484910" y="588305"/>
                </a:moveTo>
                <a:lnTo>
                  <a:pt x="1535304" y="578663"/>
                </a:lnTo>
                <a:moveTo>
                  <a:pt x="1032783" y="845977"/>
                </a:moveTo>
                <a:lnTo>
                  <a:pt x="1007592" y="808833"/>
                </a:lnTo>
                <a:moveTo>
                  <a:pt x="1438853" y="669547"/>
                </a:moveTo>
                <a:lnTo>
                  <a:pt x="1384519" y="662836"/>
                </a:lnTo>
                <a:moveTo>
                  <a:pt x="1210727" y="569951"/>
                </a:moveTo>
                <a:lnTo>
                  <a:pt x="1235055" y="548040"/>
                </a:lnTo>
                <a:moveTo>
                  <a:pt x="1196861" y="653497"/>
                </a:moveTo>
                <a:lnTo>
                  <a:pt x="1123709" y="647821"/>
                </a:lnTo>
                <a:moveTo>
                  <a:pt x="1593061" y="594407"/>
                </a:moveTo>
                <a:lnTo>
                  <a:pt x="1656229" y="537067"/>
                </a:lnTo>
                <a:moveTo>
                  <a:pt x="1025019" y="557918"/>
                </a:moveTo>
                <a:lnTo>
                  <a:pt x="951323" y="553558"/>
                </a:lnTo>
                <a:moveTo>
                  <a:pt x="922590" y="551917"/>
                </a:moveTo>
                <a:lnTo>
                  <a:pt x="825444" y="545437"/>
                </a:lnTo>
                <a:moveTo>
                  <a:pt x="1356704" y="916533"/>
                </a:moveTo>
                <a:lnTo>
                  <a:pt x="1336397" y="829526"/>
                </a:lnTo>
                <a:moveTo>
                  <a:pt x="1356704" y="916533"/>
                </a:moveTo>
                <a:lnTo>
                  <a:pt x="1336071" y="829532"/>
                </a:lnTo>
                <a:moveTo>
                  <a:pt x="951323" y="553558"/>
                </a:moveTo>
                <a:lnTo>
                  <a:pt x="922590" y="551917"/>
                </a:lnTo>
                <a:moveTo>
                  <a:pt x="1437286" y="497871"/>
                </a:moveTo>
                <a:lnTo>
                  <a:pt x="1380487" y="497673"/>
                </a:lnTo>
                <a:moveTo>
                  <a:pt x="1462972" y="586203"/>
                </a:moveTo>
                <a:lnTo>
                  <a:pt x="1367304" y="578677"/>
                </a:lnTo>
                <a:moveTo>
                  <a:pt x="1601157" y="369591"/>
                </a:moveTo>
                <a:lnTo>
                  <a:pt x="1549550" y="348878"/>
                </a:lnTo>
                <a:moveTo>
                  <a:pt x="1107600" y="814526"/>
                </a:moveTo>
                <a:lnTo>
                  <a:pt x="1055059" y="814870"/>
                </a:lnTo>
                <a:moveTo>
                  <a:pt x="1434412" y="413129"/>
                </a:moveTo>
                <a:lnTo>
                  <a:pt x="1393216" y="414915"/>
                </a:lnTo>
                <a:moveTo>
                  <a:pt x="1196861" y="653497"/>
                </a:moveTo>
                <a:lnTo>
                  <a:pt x="1210727" y="569951"/>
                </a:lnTo>
                <a:moveTo>
                  <a:pt x="1437286" y="497871"/>
                </a:moveTo>
                <a:lnTo>
                  <a:pt x="1393216" y="414915"/>
                </a:lnTo>
                <a:moveTo>
                  <a:pt x="1462972" y="586203"/>
                </a:moveTo>
                <a:lnTo>
                  <a:pt x="1353244" y="550574"/>
                </a:lnTo>
                <a:moveTo>
                  <a:pt x="1279821" y="744591"/>
                </a:moveTo>
                <a:lnTo>
                  <a:pt x="1224955" y="710956"/>
                </a:lnTo>
                <a:moveTo>
                  <a:pt x="1658920" y="428067"/>
                </a:moveTo>
                <a:lnTo>
                  <a:pt x="1601157" y="369591"/>
                </a:lnTo>
                <a:moveTo>
                  <a:pt x="1275934" y="741810"/>
                </a:moveTo>
                <a:lnTo>
                  <a:pt x="1224955" y="710956"/>
                </a:lnTo>
                <a:moveTo>
                  <a:pt x="1335957" y="829416"/>
                </a:moveTo>
                <a:lnTo>
                  <a:pt x="1279821" y="744591"/>
                </a:lnTo>
                <a:moveTo>
                  <a:pt x="1593061" y="594407"/>
                </a:moveTo>
                <a:lnTo>
                  <a:pt x="1682593" y="515018"/>
                </a:lnTo>
                <a:moveTo>
                  <a:pt x="1424088" y="920713"/>
                </a:moveTo>
                <a:lnTo>
                  <a:pt x="1434754" y="837104"/>
                </a:lnTo>
                <a:moveTo>
                  <a:pt x="1462972" y="586203"/>
                </a:moveTo>
                <a:lnTo>
                  <a:pt x="1469762" y="580082"/>
                </a:lnTo>
                <a:moveTo>
                  <a:pt x="1593061" y="594407"/>
                </a:moveTo>
                <a:lnTo>
                  <a:pt x="1575821" y="592842"/>
                </a:lnTo>
                <a:moveTo>
                  <a:pt x="1434754" y="837104"/>
                </a:moveTo>
                <a:lnTo>
                  <a:pt x="1441281" y="753414"/>
                </a:lnTo>
                <a:moveTo>
                  <a:pt x="1497369" y="335423"/>
                </a:moveTo>
                <a:lnTo>
                  <a:pt x="1478590" y="334370"/>
                </a:lnTo>
                <a:moveTo>
                  <a:pt x="1335957" y="829416"/>
                </a:moveTo>
                <a:lnTo>
                  <a:pt x="1279282" y="744958"/>
                </a:lnTo>
                <a:moveTo>
                  <a:pt x="1336071" y="829532"/>
                </a:moveTo>
                <a:lnTo>
                  <a:pt x="1279282" y="744958"/>
                </a:lnTo>
                <a:moveTo>
                  <a:pt x="1353244" y="550574"/>
                </a:moveTo>
                <a:lnTo>
                  <a:pt x="1380487" y="497673"/>
                </a:lnTo>
                <a:moveTo>
                  <a:pt x="1586927" y="599124"/>
                </a:moveTo>
                <a:lnTo>
                  <a:pt x="1575821" y="592842"/>
                </a:lnTo>
                <a:moveTo>
                  <a:pt x="1691353" y="518165"/>
                </a:moveTo>
                <a:lnTo>
                  <a:pt x="1661554" y="451172"/>
                </a:lnTo>
                <a:moveTo>
                  <a:pt x="1593541" y="595095"/>
                </a:moveTo>
                <a:lnTo>
                  <a:pt x="1682593" y="515018"/>
                </a:lnTo>
                <a:moveTo>
                  <a:pt x="1691353" y="518165"/>
                </a:moveTo>
                <a:lnTo>
                  <a:pt x="1658920" y="428067"/>
                </a:lnTo>
                <a:moveTo>
                  <a:pt x="1497369" y="335423"/>
                </a:moveTo>
                <a:lnTo>
                  <a:pt x="1485457" y="326919"/>
                </a:lnTo>
                <a:moveTo>
                  <a:pt x="1575821" y="592842"/>
                </a:moveTo>
                <a:lnTo>
                  <a:pt x="1484910" y="588305"/>
                </a:lnTo>
                <a:moveTo>
                  <a:pt x="1485457" y="326919"/>
                </a:moveTo>
                <a:lnTo>
                  <a:pt x="1478590" y="334370"/>
                </a:lnTo>
                <a:moveTo>
                  <a:pt x="1289745" y="519043"/>
                </a:moveTo>
                <a:lnTo>
                  <a:pt x="1235055" y="548040"/>
                </a:lnTo>
                <a:moveTo>
                  <a:pt x="1484910" y="588305"/>
                </a:moveTo>
                <a:lnTo>
                  <a:pt x="1469762" y="580082"/>
                </a:lnTo>
                <a:moveTo>
                  <a:pt x="1593061" y="594407"/>
                </a:moveTo>
                <a:lnTo>
                  <a:pt x="1586927" y="599124"/>
                </a:lnTo>
                <a:moveTo>
                  <a:pt x="1438853" y="669547"/>
                </a:moveTo>
                <a:lnTo>
                  <a:pt x="1462972" y="586203"/>
                </a:lnTo>
                <a:moveTo>
                  <a:pt x="1441281" y="753414"/>
                </a:moveTo>
                <a:lnTo>
                  <a:pt x="1438853" y="669547"/>
                </a:lnTo>
                <a:moveTo>
                  <a:pt x="1484910" y="588305"/>
                </a:moveTo>
                <a:lnTo>
                  <a:pt x="1462972" y="586203"/>
                </a:lnTo>
                <a:moveTo>
                  <a:pt x="1032783" y="845977"/>
                </a:moveTo>
                <a:lnTo>
                  <a:pt x="1055059" y="814870"/>
                </a:lnTo>
                <a:moveTo>
                  <a:pt x="1593541" y="595095"/>
                </a:moveTo>
                <a:lnTo>
                  <a:pt x="1593061" y="594407"/>
                </a:lnTo>
                <a:moveTo>
                  <a:pt x="1586927" y="599124"/>
                </a:moveTo>
                <a:lnTo>
                  <a:pt x="1484910" y="588305"/>
                </a:lnTo>
                <a:moveTo>
                  <a:pt x="1353244" y="550574"/>
                </a:moveTo>
                <a:lnTo>
                  <a:pt x="1289745" y="519043"/>
                </a:lnTo>
                <a:moveTo>
                  <a:pt x="1544570" y="341993"/>
                </a:moveTo>
                <a:lnTo>
                  <a:pt x="1549550" y="348878"/>
                </a:lnTo>
                <a:moveTo>
                  <a:pt x="1593541" y="595095"/>
                </a:moveTo>
                <a:lnTo>
                  <a:pt x="1586927" y="599124"/>
                </a:lnTo>
                <a:moveTo>
                  <a:pt x="1467331" y="334831"/>
                </a:moveTo>
                <a:lnTo>
                  <a:pt x="1478590" y="334370"/>
                </a:lnTo>
                <a:moveTo>
                  <a:pt x="1691353" y="518165"/>
                </a:moveTo>
                <a:lnTo>
                  <a:pt x="1682593" y="515018"/>
                </a:lnTo>
                <a:moveTo>
                  <a:pt x="1393216" y="414915"/>
                </a:moveTo>
                <a:lnTo>
                  <a:pt x="1478590" y="334370"/>
                </a:lnTo>
                <a:moveTo>
                  <a:pt x="1467331" y="334831"/>
                </a:moveTo>
                <a:lnTo>
                  <a:pt x="1485457" y="326919"/>
                </a:lnTo>
                <a:moveTo>
                  <a:pt x="1670162" y="433928"/>
                </a:moveTo>
                <a:lnTo>
                  <a:pt x="1658920" y="428067"/>
                </a:lnTo>
                <a:moveTo>
                  <a:pt x="1227349" y="659737"/>
                </a:moveTo>
                <a:lnTo>
                  <a:pt x="1224955" y="710956"/>
                </a:lnTo>
                <a:moveTo>
                  <a:pt x="1336071" y="829532"/>
                </a:moveTo>
                <a:lnTo>
                  <a:pt x="1311842" y="833476"/>
                </a:lnTo>
                <a:moveTo>
                  <a:pt x="1196436" y="572694"/>
                </a:moveTo>
                <a:lnTo>
                  <a:pt x="1210727" y="569951"/>
                </a:lnTo>
                <a:moveTo>
                  <a:pt x="1380487" y="497673"/>
                </a:moveTo>
                <a:lnTo>
                  <a:pt x="1393216" y="414915"/>
                </a:lnTo>
                <a:moveTo>
                  <a:pt x="1279821" y="744591"/>
                </a:moveTo>
                <a:lnTo>
                  <a:pt x="1275934" y="741810"/>
                </a:lnTo>
                <a:moveTo>
                  <a:pt x="1403688" y="922509"/>
                </a:moveTo>
                <a:lnTo>
                  <a:pt x="1424088" y="920713"/>
                </a:lnTo>
                <a:moveTo>
                  <a:pt x="1279821" y="744591"/>
                </a:moveTo>
                <a:lnTo>
                  <a:pt x="1279282" y="744958"/>
                </a:lnTo>
                <a:moveTo>
                  <a:pt x="1380487" y="497673"/>
                </a:moveTo>
                <a:lnTo>
                  <a:pt x="1289745" y="519043"/>
                </a:lnTo>
                <a:moveTo>
                  <a:pt x="1691353" y="518165"/>
                </a:moveTo>
                <a:lnTo>
                  <a:pt x="1593541" y="595095"/>
                </a:lnTo>
                <a:moveTo>
                  <a:pt x="1279282" y="744958"/>
                </a:moveTo>
                <a:lnTo>
                  <a:pt x="1275934" y="741810"/>
                </a:lnTo>
                <a:moveTo>
                  <a:pt x="1520477" y="615184"/>
                </a:moveTo>
                <a:lnTo>
                  <a:pt x="1462972" y="586203"/>
                </a:lnTo>
                <a:moveTo>
                  <a:pt x="1418158" y="356668"/>
                </a:moveTo>
                <a:lnTo>
                  <a:pt x="1478590" y="334370"/>
                </a:lnTo>
                <a:moveTo>
                  <a:pt x="1412001" y="839189"/>
                </a:moveTo>
                <a:lnTo>
                  <a:pt x="1434754" y="837104"/>
                </a:lnTo>
                <a:moveTo>
                  <a:pt x="1424088" y="920713"/>
                </a:moveTo>
                <a:lnTo>
                  <a:pt x="1412001" y="839189"/>
                </a:lnTo>
                <a:moveTo>
                  <a:pt x="1227349" y="659737"/>
                </a:moveTo>
                <a:lnTo>
                  <a:pt x="1210727" y="569951"/>
                </a:lnTo>
                <a:moveTo>
                  <a:pt x="1227349" y="659737"/>
                </a:moveTo>
                <a:lnTo>
                  <a:pt x="1196861" y="653497"/>
                </a:lnTo>
                <a:moveTo>
                  <a:pt x="1544570" y="341993"/>
                </a:moveTo>
                <a:lnTo>
                  <a:pt x="1497369" y="335423"/>
                </a:lnTo>
                <a:moveTo>
                  <a:pt x="1586927" y="599124"/>
                </a:moveTo>
                <a:lnTo>
                  <a:pt x="1520477" y="615184"/>
                </a:lnTo>
                <a:moveTo>
                  <a:pt x="1356704" y="916533"/>
                </a:moveTo>
                <a:lnTo>
                  <a:pt x="1311842" y="833476"/>
                </a:lnTo>
                <a:moveTo>
                  <a:pt x="1520477" y="615184"/>
                </a:moveTo>
                <a:lnTo>
                  <a:pt x="1484910" y="588305"/>
                </a:lnTo>
                <a:moveTo>
                  <a:pt x="1593541" y="595095"/>
                </a:moveTo>
                <a:lnTo>
                  <a:pt x="1520477" y="615184"/>
                </a:lnTo>
                <a:moveTo>
                  <a:pt x="1544570" y="341993"/>
                </a:moveTo>
                <a:lnTo>
                  <a:pt x="1485457" y="326919"/>
                </a:lnTo>
                <a:moveTo>
                  <a:pt x="1418158" y="356668"/>
                </a:moveTo>
                <a:lnTo>
                  <a:pt x="1467331" y="334831"/>
                </a:lnTo>
                <a:moveTo>
                  <a:pt x="1537820" y="335449"/>
                </a:moveTo>
                <a:lnTo>
                  <a:pt x="1485457" y="326919"/>
                </a:lnTo>
                <a:moveTo>
                  <a:pt x="1670162" y="433928"/>
                </a:moveTo>
                <a:lnTo>
                  <a:pt x="1601157" y="369591"/>
                </a:lnTo>
                <a:moveTo>
                  <a:pt x="1601157" y="369591"/>
                </a:moveTo>
                <a:lnTo>
                  <a:pt x="1544570" y="341993"/>
                </a:lnTo>
                <a:moveTo>
                  <a:pt x="1641665" y="569347"/>
                </a:moveTo>
                <a:lnTo>
                  <a:pt x="1593541" y="595095"/>
                </a:lnTo>
                <a:moveTo>
                  <a:pt x="1418158" y="356668"/>
                </a:moveTo>
                <a:lnTo>
                  <a:pt x="1393216" y="414915"/>
                </a:lnTo>
                <a:moveTo>
                  <a:pt x="1434754" y="837104"/>
                </a:moveTo>
                <a:lnTo>
                  <a:pt x="1438514" y="758184"/>
                </a:lnTo>
                <a:moveTo>
                  <a:pt x="1380487" y="497673"/>
                </a:moveTo>
                <a:lnTo>
                  <a:pt x="1321827" y="497238"/>
                </a:lnTo>
                <a:moveTo>
                  <a:pt x="1438514" y="758184"/>
                </a:moveTo>
                <a:lnTo>
                  <a:pt x="1441281" y="753414"/>
                </a:lnTo>
                <a:moveTo>
                  <a:pt x="1275934" y="741810"/>
                </a:moveTo>
                <a:lnTo>
                  <a:pt x="1227349" y="659737"/>
                </a:lnTo>
                <a:moveTo>
                  <a:pt x="1651454" y="411449"/>
                </a:moveTo>
                <a:lnTo>
                  <a:pt x="1601157" y="369591"/>
                </a:lnTo>
                <a:moveTo>
                  <a:pt x="1601157" y="369591"/>
                </a:moveTo>
                <a:lnTo>
                  <a:pt x="1545184" y="342840"/>
                </a:lnTo>
                <a:moveTo>
                  <a:pt x="1311842" y="833476"/>
                </a:moveTo>
                <a:lnTo>
                  <a:pt x="1279282" y="744958"/>
                </a:lnTo>
                <a:moveTo>
                  <a:pt x="1593541" y="595095"/>
                </a:moveTo>
                <a:lnTo>
                  <a:pt x="1544846" y="595928"/>
                </a:lnTo>
                <a:moveTo>
                  <a:pt x="1448059" y="675021"/>
                </a:moveTo>
                <a:lnTo>
                  <a:pt x="1462972" y="586203"/>
                </a:lnTo>
                <a:moveTo>
                  <a:pt x="1691353" y="518165"/>
                </a:moveTo>
                <a:lnTo>
                  <a:pt x="1670162" y="433928"/>
                </a:lnTo>
                <a:moveTo>
                  <a:pt x="1441281" y="753414"/>
                </a:moveTo>
                <a:lnTo>
                  <a:pt x="1448059" y="675021"/>
                </a:lnTo>
                <a:moveTo>
                  <a:pt x="1391188" y="417149"/>
                </a:moveTo>
                <a:lnTo>
                  <a:pt x="1393216" y="414915"/>
                </a:lnTo>
                <a:moveTo>
                  <a:pt x="1321827" y="497238"/>
                </a:moveTo>
                <a:lnTo>
                  <a:pt x="1393216" y="414915"/>
                </a:lnTo>
                <a:moveTo>
                  <a:pt x="1691353" y="518165"/>
                </a:moveTo>
                <a:lnTo>
                  <a:pt x="1641665" y="569347"/>
                </a:lnTo>
                <a:moveTo>
                  <a:pt x="1448059" y="675021"/>
                </a:moveTo>
                <a:lnTo>
                  <a:pt x="1438853" y="669547"/>
                </a:lnTo>
                <a:moveTo>
                  <a:pt x="1321827" y="497238"/>
                </a:moveTo>
                <a:lnTo>
                  <a:pt x="1289745" y="519043"/>
                </a:lnTo>
                <a:moveTo>
                  <a:pt x="1630215" y="754042"/>
                </a:moveTo>
                <a:lnTo>
                  <a:pt x="1621509" y="767406"/>
                </a:lnTo>
                <a:moveTo>
                  <a:pt x="1403688" y="922509"/>
                </a:moveTo>
                <a:lnTo>
                  <a:pt x="1412001" y="839189"/>
                </a:lnTo>
                <a:moveTo>
                  <a:pt x="1275934" y="741810"/>
                </a:moveTo>
                <a:lnTo>
                  <a:pt x="1231373" y="661514"/>
                </a:lnTo>
                <a:moveTo>
                  <a:pt x="1227349" y="659737"/>
                </a:moveTo>
                <a:lnTo>
                  <a:pt x="1196436" y="572694"/>
                </a:lnTo>
                <a:moveTo>
                  <a:pt x="1459314" y="338944"/>
                </a:moveTo>
                <a:lnTo>
                  <a:pt x="1467331" y="334831"/>
                </a:lnTo>
                <a:moveTo>
                  <a:pt x="1391188" y="417149"/>
                </a:moveTo>
                <a:lnTo>
                  <a:pt x="1418158" y="356668"/>
                </a:lnTo>
                <a:moveTo>
                  <a:pt x="1472395" y="334964"/>
                </a:moveTo>
                <a:lnTo>
                  <a:pt x="1485457" y="326919"/>
                </a:lnTo>
                <a:moveTo>
                  <a:pt x="1345554" y="471980"/>
                </a:moveTo>
                <a:lnTo>
                  <a:pt x="1393216" y="414915"/>
                </a:lnTo>
                <a:moveTo>
                  <a:pt x="1544570" y="341993"/>
                </a:moveTo>
                <a:lnTo>
                  <a:pt x="1537820" y="335449"/>
                </a:lnTo>
                <a:moveTo>
                  <a:pt x="1575560" y="579844"/>
                </a:moveTo>
                <a:lnTo>
                  <a:pt x="1593541" y="595095"/>
                </a:lnTo>
                <a:moveTo>
                  <a:pt x="1217615" y="626706"/>
                </a:moveTo>
                <a:lnTo>
                  <a:pt x="1196436" y="572694"/>
                </a:lnTo>
                <a:moveTo>
                  <a:pt x="1299364" y="750616"/>
                </a:moveTo>
                <a:lnTo>
                  <a:pt x="1279282" y="744958"/>
                </a:lnTo>
                <a:moveTo>
                  <a:pt x="1286614" y="834184"/>
                </a:moveTo>
                <a:lnTo>
                  <a:pt x="1279282" y="744958"/>
                </a:lnTo>
                <a:moveTo>
                  <a:pt x="1520477" y="615184"/>
                </a:moveTo>
                <a:lnTo>
                  <a:pt x="1544846" y="595928"/>
                </a:lnTo>
                <a:moveTo>
                  <a:pt x="1670162" y="433928"/>
                </a:moveTo>
                <a:lnTo>
                  <a:pt x="1651454" y="411449"/>
                </a:lnTo>
                <a:moveTo>
                  <a:pt x="1472395" y="334964"/>
                </a:moveTo>
                <a:lnTo>
                  <a:pt x="1467331" y="334831"/>
                </a:lnTo>
                <a:moveTo>
                  <a:pt x="1621509" y="767406"/>
                </a:moveTo>
                <a:lnTo>
                  <a:pt x="1547220" y="764983"/>
                </a:lnTo>
                <a:moveTo>
                  <a:pt x="1545184" y="342840"/>
                </a:moveTo>
                <a:lnTo>
                  <a:pt x="1544570" y="341993"/>
                </a:lnTo>
                <a:moveTo>
                  <a:pt x="1588422" y="372382"/>
                </a:moveTo>
                <a:lnTo>
                  <a:pt x="1601157" y="369591"/>
                </a:lnTo>
                <a:moveTo>
                  <a:pt x="1545184" y="342840"/>
                </a:moveTo>
                <a:lnTo>
                  <a:pt x="1537820" y="335449"/>
                </a:lnTo>
                <a:moveTo>
                  <a:pt x="1412001" y="839189"/>
                </a:moveTo>
                <a:lnTo>
                  <a:pt x="1438514" y="758184"/>
                </a:lnTo>
                <a:moveTo>
                  <a:pt x="1691353" y="518165"/>
                </a:moveTo>
                <a:lnTo>
                  <a:pt x="1680424" y="437391"/>
                </a:lnTo>
                <a:moveTo>
                  <a:pt x="1227349" y="659737"/>
                </a:moveTo>
                <a:lnTo>
                  <a:pt x="1217615" y="626706"/>
                </a:lnTo>
                <a:moveTo>
                  <a:pt x="1679999" y="521714"/>
                </a:moveTo>
                <a:lnTo>
                  <a:pt x="1691353" y="518165"/>
                </a:lnTo>
                <a:moveTo>
                  <a:pt x="1403688" y="922509"/>
                </a:moveTo>
                <a:lnTo>
                  <a:pt x="1339117" y="836945"/>
                </a:lnTo>
                <a:moveTo>
                  <a:pt x="1520477" y="615184"/>
                </a:moveTo>
                <a:lnTo>
                  <a:pt x="1448059" y="675021"/>
                </a:lnTo>
                <a:moveTo>
                  <a:pt x="1520477" y="615184"/>
                </a:moveTo>
                <a:lnTo>
                  <a:pt x="1452328" y="658652"/>
                </a:lnTo>
                <a:moveTo>
                  <a:pt x="1459314" y="338944"/>
                </a:moveTo>
                <a:lnTo>
                  <a:pt x="1418158" y="356668"/>
                </a:lnTo>
                <a:moveTo>
                  <a:pt x="1412001" y="839189"/>
                </a:moveTo>
                <a:lnTo>
                  <a:pt x="1339117" y="836945"/>
                </a:lnTo>
                <a:moveTo>
                  <a:pt x="1565682" y="739181"/>
                </a:moveTo>
                <a:lnTo>
                  <a:pt x="1621509" y="767406"/>
                </a:lnTo>
                <a:moveTo>
                  <a:pt x="1265647" y="705108"/>
                </a:moveTo>
                <a:lnTo>
                  <a:pt x="1275934" y="741810"/>
                </a:lnTo>
                <a:moveTo>
                  <a:pt x="1231373" y="661514"/>
                </a:moveTo>
                <a:lnTo>
                  <a:pt x="1227349" y="659737"/>
                </a:lnTo>
                <a:moveTo>
                  <a:pt x="1265647" y="705108"/>
                </a:moveTo>
                <a:lnTo>
                  <a:pt x="1279282" y="744958"/>
                </a:lnTo>
                <a:moveTo>
                  <a:pt x="1345554" y="471980"/>
                </a:moveTo>
                <a:lnTo>
                  <a:pt x="1391188" y="417149"/>
                </a:lnTo>
                <a:moveTo>
                  <a:pt x="1630215" y="754042"/>
                </a:moveTo>
                <a:lnTo>
                  <a:pt x="1565682" y="739181"/>
                </a:lnTo>
                <a:moveTo>
                  <a:pt x="1345554" y="471980"/>
                </a:moveTo>
                <a:lnTo>
                  <a:pt x="1321827" y="497238"/>
                </a:lnTo>
                <a:moveTo>
                  <a:pt x="1680424" y="437391"/>
                </a:moveTo>
                <a:lnTo>
                  <a:pt x="1670162" y="433928"/>
                </a:lnTo>
                <a:moveTo>
                  <a:pt x="1391188" y="417149"/>
                </a:moveTo>
                <a:lnTo>
                  <a:pt x="1459314" y="338944"/>
                </a:lnTo>
                <a:moveTo>
                  <a:pt x="1231373" y="661514"/>
                </a:moveTo>
                <a:lnTo>
                  <a:pt x="1217615" y="626706"/>
                </a:lnTo>
                <a:moveTo>
                  <a:pt x="1286614" y="834184"/>
                </a:moveTo>
                <a:lnTo>
                  <a:pt x="1311842" y="833476"/>
                </a:lnTo>
                <a:moveTo>
                  <a:pt x="1679999" y="521714"/>
                </a:moveTo>
                <a:lnTo>
                  <a:pt x="1641665" y="569347"/>
                </a:lnTo>
                <a:moveTo>
                  <a:pt x="1379086" y="925466"/>
                </a:moveTo>
                <a:lnTo>
                  <a:pt x="1403688" y="922509"/>
                </a:lnTo>
                <a:moveTo>
                  <a:pt x="1544846" y="595928"/>
                </a:moveTo>
                <a:lnTo>
                  <a:pt x="1452328" y="658652"/>
                </a:lnTo>
                <a:moveTo>
                  <a:pt x="1412001" y="839189"/>
                </a:moveTo>
                <a:lnTo>
                  <a:pt x="1363441" y="755662"/>
                </a:lnTo>
                <a:moveTo>
                  <a:pt x="1438514" y="758184"/>
                </a:moveTo>
                <a:lnTo>
                  <a:pt x="1448059" y="675021"/>
                </a:lnTo>
                <a:moveTo>
                  <a:pt x="1537820" y="335449"/>
                </a:moveTo>
                <a:lnTo>
                  <a:pt x="1472395" y="334964"/>
                </a:lnTo>
                <a:moveTo>
                  <a:pt x="1641665" y="569347"/>
                </a:moveTo>
                <a:lnTo>
                  <a:pt x="1575560" y="579844"/>
                </a:lnTo>
                <a:moveTo>
                  <a:pt x="1680424" y="437391"/>
                </a:moveTo>
                <a:lnTo>
                  <a:pt x="1651454" y="411449"/>
                </a:lnTo>
                <a:moveTo>
                  <a:pt x="1477412" y="341246"/>
                </a:moveTo>
                <a:lnTo>
                  <a:pt x="1537820" y="335449"/>
                </a:lnTo>
                <a:moveTo>
                  <a:pt x="1561170" y="811949"/>
                </a:moveTo>
                <a:lnTo>
                  <a:pt x="1547220" y="764983"/>
                </a:lnTo>
                <a:moveTo>
                  <a:pt x="1257094" y="843057"/>
                </a:moveTo>
                <a:lnTo>
                  <a:pt x="1311842" y="833476"/>
                </a:lnTo>
                <a:moveTo>
                  <a:pt x="1452328" y="658652"/>
                </a:moveTo>
                <a:lnTo>
                  <a:pt x="1448059" y="675021"/>
                </a:lnTo>
                <a:moveTo>
                  <a:pt x="1565682" y="739181"/>
                </a:moveTo>
                <a:lnTo>
                  <a:pt x="1547220" y="764983"/>
                </a:lnTo>
                <a:moveTo>
                  <a:pt x="1575560" y="579844"/>
                </a:moveTo>
                <a:lnTo>
                  <a:pt x="1544846" y="595928"/>
                </a:lnTo>
                <a:moveTo>
                  <a:pt x="1545184" y="342840"/>
                </a:moveTo>
                <a:lnTo>
                  <a:pt x="1477412" y="341246"/>
                </a:lnTo>
                <a:moveTo>
                  <a:pt x="1544846" y="595928"/>
                </a:moveTo>
                <a:lnTo>
                  <a:pt x="1469027" y="593311"/>
                </a:lnTo>
                <a:moveTo>
                  <a:pt x="1321827" y="497238"/>
                </a:moveTo>
                <a:lnTo>
                  <a:pt x="1266421" y="497217"/>
                </a:lnTo>
                <a:moveTo>
                  <a:pt x="1651454" y="411449"/>
                </a:moveTo>
                <a:lnTo>
                  <a:pt x="1588422" y="372382"/>
                </a:lnTo>
                <a:moveTo>
                  <a:pt x="1588422" y="372382"/>
                </a:moveTo>
                <a:lnTo>
                  <a:pt x="1545184" y="342840"/>
                </a:lnTo>
                <a:moveTo>
                  <a:pt x="1441012" y="675229"/>
                </a:moveTo>
                <a:lnTo>
                  <a:pt x="1448059" y="675021"/>
                </a:lnTo>
                <a:moveTo>
                  <a:pt x="1339117" y="836945"/>
                </a:moveTo>
                <a:lnTo>
                  <a:pt x="1299364" y="750616"/>
                </a:lnTo>
                <a:moveTo>
                  <a:pt x="1339117" y="836945"/>
                </a:moveTo>
                <a:lnTo>
                  <a:pt x="1286614" y="834184"/>
                </a:lnTo>
                <a:moveTo>
                  <a:pt x="1441012" y="675229"/>
                </a:moveTo>
                <a:lnTo>
                  <a:pt x="1452328" y="658652"/>
                </a:lnTo>
                <a:moveTo>
                  <a:pt x="1438514" y="758184"/>
                </a:moveTo>
                <a:lnTo>
                  <a:pt x="1363441" y="755662"/>
                </a:lnTo>
                <a:moveTo>
                  <a:pt x="1286614" y="834184"/>
                </a:moveTo>
                <a:lnTo>
                  <a:pt x="1299364" y="750616"/>
                </a:lnTo>
                <a:moveTo>
                  <a:pt x="1279378" y="483622"/>
                </a:moveTo>
                <a:lnTo>
                  <a:pt x="1321827" y="497238"/>
                </a:lnTo>
                <a:moveTo>
                  <a:pt x="1472395" y="334964"/>
                </a:moveTo>
                <a:lnTo>
                  <a:pt x="1459314" y="338944"/>
                </a:lnTo>
                <a:moveTo>
                  <a:pt x="1452328" y="658652"/>
                </a:moveTo>
                <a:lnTo>
                  <a:pt x="1469027" y="593311"/>
                </a:lnTo>
                <a:moveTo>
                  <a:pt x="1363441" y="755662"/>
                </a:moveTo>
                <a:lnTo>
                  <a:pt x="1448059" y="675021"/>
                </a:lnTo>
                <a:moveTo>
                  <a:pt x="1679999" y="521714"/>
                </a:moveTo>
                <a:lnTo>
                  <a:pt x="1680424" y="437391"/>
                </a:lnTo>
                <a:moveTo>
                  <a:pt x="1527771" y="766398"/>
                </a:moveTo>
                <a:lnTo>
                  <a:pt x="1547220" y="764983"/>
                </a:lnTo>
                <a:moveTo>
                  <a:pt x="1339117" y="836945"/>
                </a:moveTo>
                <a:lnTo>
                  <a:pt x="1363441" y="755662"/>
                </a:lnTo>
                <a:moveTo>
                  <a:pt x="1441012" y="675229"/>
                </a:moveTo>
                <a:lnTo>
                  <a:pt x="1469027" y="593311"/>
                </a:lnTo>
                <a:moveTo>
                  <a:pt x="1813409" y="561196"/>
                </a:moveTo>
                <a:lnTo>
                  <a:pt x="1764655" y="525455"/>
                </a:lnTo>
                <a:moveTo>
                  <a:pt x="1679999" y="521714"/>
                </a:moveTo>
                <a:lnTo>
                  <a:pt x="1575560" y="579844"/>
                </a:lnTo>
                <a:moveTo>
                  <a:pt x="1379086" y="925466"/>
                </a:moveTo>
                <a:lnTo>
                  <a:pt x="1339117" y="836945"/>
                </a:lnTo>
                <a:moveTo>
                  <a:pt x="1265647" y="705108"/>
                </a:moveTo>
                <a:lnTo>
                  <a:pt x="1231373" y="661514"/>
                </a:lnTo>
                <a:moveTo>
                  <a:pt x="1363441" y="755662"/>
                </a:moveTo>
                <a:lnTo>
                  <a:pt x="1299364" y="750616"/>
                </a:lnTo>
                <a:moveTo>
                  <a:pt x="1371056" y="913783"/>
                </a:moveTo>
                <a:lnTo>
                  <a:pt x="1339117" y="836945"/>
                </a:lnTo>
                <a:moveTo>
                  <a:pt x="1286614" y="834184"/>
                </a:moveTo>
                <a:lnTo>
                  <a:pt x="1257094" y="843057"/>
                </a:lnTo>
                <a:moveTo>
                  <a:pt x="1477412" y="341246"/>
                </a:moveTo>
                <a:lnTo>
                  <a:pt x="1472395" y="334964"/>
                </a:lnTo>
                <a:moveTo>
                  <a:pt x="1561170" y="811949"/>
                </a:moveTo>
                <a:lnTo>
                  <a:pt x="1527771" y="766398"/>
                </a:lnTo>
                <a:moveTo>
                  <a:pt x="1299364" y="750616"/>
                </a:moveTo>
                <a:lnTo>
                  <a:pt x="1265647" y="705108"/>
                </a:lnTo>
                <a:moveTo>
                  <a:pt x="1796869" y="531524"/>
                </a:moveTo>
                <a:lnTo>
                  <a:pt x="1764655" y="525455"/>
                </a:lnTo>
                <a:moveTo>
                  <a:pt x="1383047" y="720366"/>
                </a:moveTo>
                <a:lnTo>
                  <a:pt x="1448059" y="675021"/>
                </a:lnTo>
                <a:moveTo>
                  <a:pt x="1527771" y="766398"/>
                </a:moveTo>
                <a:lnTo>
                  <a:pt x="1565682" y="739181"/>
                </a:lnTo>
                <a:moveTo>
                  <a:pt x="1345554" y="471980"/>
                </a:moveTo>
                <a:lnTo>
                  <a:pt x="1279378" y="483622"/>
                </a:lnTo>
                <a:moveTo>
                  <a:pt x="1371056" y="913783"/>
                </a:moveTo>
                <a:lnTo>
                  <a:pt x="1286614" y="834184"/>
                </a:lnTo>
                <a:moveTo>
                  <a:pt x="1544846" y="595928"/>
                </a:moveTo>
                <a:lnTo>
                  <a:pt x="1511649" y="514354"/>
                </a:lnTo>
                <a:moveTo>
                  <a:pt x="1517569" y="514739"/>
                </a:moveTo>
                <a:lnTo>
                  <a:pt x="1544846" y="595928"/>
                </a:lnTo>
                <a:moveTo>
                  <a:pt x="1588422" y="372382"/>
                </a:moveTo>
                <a:lnTo>
                  <a:pt x="1477412" y="341246"/>
                </a:lnTo>
                <a:moveTo>
                  <a:pt x="1441012" y="675229"/>
                </a:moveTo>
                <a:lnTo>
                  <a:pt x="1383047" y="720366"/>
                </a:lnTo>
                <a:moveTo>
                  <a:pt x="1632193" y="438282"/>
                </a:moveTo>
                <a:lnTo>
                  <a:pt x="1651454" y="411449"/>
                </a:lnTo>
                <a:moveTo>
                  <a:pt x="1237160" y="665570"/>
                </a:moveTo>
                <a:lnTo>
                  <a:pt x="1231373" y="661514"/>
                </a:lnTo>
                <a:moveTo>
                  <a:pt x="1363441" y="755662"/>
                </a:moveTo>
                <a:lnTo>
                  <a:pt x="1265647" y="705108"/>
                </a:lnTo>
                <a:moveTo>
                  <a:pt x="1606710" y="688172"/>
                </a:moveTo>
                <a:lnTo>
                  <a:pt x="1565682" y="739181"/>
                </a:lnTo>
                <a:moveTo>
                  <a:pt x="1642771" y="690485"/>
                </a:moveTo>
                <a:lnTo>
                  <a:pt x="1565682" y="739181"/>
                </a:lnTo>
                <a:moveTo>
                  <a:pt x="1371056" y="913783"/>
                </a:moveTo>
                <a:lnTo>
                  <a:pt x="1257094" y="843057"/>
                </a:lnTo>
                <a:moveTo>
                  <a:pt x="1205915" y="612802"/>
                </a:moveTo>
                <a:lnTo>
                  <a:pt x="1217615" y="626706"/>
                </a:lnTo>
                <a:moveTo>
                  <a:pt x="1379086" y="925466"/>
                </a:moveTo>
                <a:lnTo>
                  <a:pt x="1371056" y="913783"/>
                </a:lnTo>
                <a:moveTo>
                  <a:pt x="1561170" y="811949"/>
                </a:moveTo>
                <a:lnTo>
                  <a:pt x="1504310" y="766552"/>
                </a:lnTo>
                <a:moveTo>
                  <a:pt x="1373902" y="925746"/>
                </a:moveTo>
                <a:lnTo>
                  <a:pt x="1379086" y="925466"/>
                </a:lnTo>
                <a:moveTo>
                  <a:pt x="1383047" y="720366"/>
                </a:moveTo>
                <a:lnTo>
                  <a:pt x="1363441" y="755662"/>
                </a:lnTo>
                <a:moveTo>
                  <a:pt x="1401801" y="676163"/>
                </a:moveTo>
                <a:lnTo>
                  <a:pt x="1441012" y="675229"/>
                </a:lnTo>
                <a:moveTo>
                  <a:pt x="1679999" y="521714"/>
                </a:moveTo>
                <a:lnTo>
                  <a:pt x="1618450" y="520912"/>
                </a:lnTo>
                <a:moveTo>
                  <a:pt x="1279378" y="483622"/>
                </a:moveTo>
                <a:lnTo>
                  <a:pt x="1266421" y="497217"/>
                </a:lnTo>
                <a:moveTo>
                  <a:pt x="1373902" y="925746"/>
                </a:moveTo>
                <a:lnTo>
                  <a:pt x="1371056" y="913783"/>
                </a:lnTo>
                <a:moveTo>
                  <a:pt x="1575560" y="579844"/>
                </a:moveTo>
                <a:lnTo>
                  <a:pt x="1618450" y="520912"/>
                </a:lnTo>
                <a:moveTo>
                  <a:pt x="1469027" y="593311"/>
                </a:moveTo>
                <a:lnTo>
                  <a:pt x="1401670" y="507393"/>
                </a:lnTo>
                <a:moveTo>
                  <a:pt x="1403649" y="423035"/>
                </a:moveTo>
                <a:lnTo>
                  <a:pt x="1477412" y="341246"/>
                </a:lnTo>
                <a:moveTo>
                  <a:pt x="1383047" y="720366"/>
                </a:moveTo>
                <a:lnTo>
                  <a:pt x="1265647" y="705108"/>
                </a:lnTo>
                <a:moveTo>
                  <a:pt x="1575560" y="579844"/>
                </a:moveTo>
                <a:lnTo>
                  <a:pt x="1517569" y="514739"/>
                </a:lnTo>
                <a:moveTo>
                  <a:pt x="1205915" y="612802"/>
                </a:moveTo>
                <a:lnTo>
                  <a:pt x="1231373" y="661514"/>
                </a:lnTo>
                <a:moveTo>
                  <a:pt x="1469027" y="593311"/>
                </a:moveTo>
                <a:lnTo>
                  <a:pt x="1511649" y="514354"/>
                </a:lnTo>
                <a:moveTo>
                  <a:pt x="1401801" y="676163"/>
                </a:moveTo>
                <a:lnTo>
                  <a:pt x="1469027" y="593311"/>
                </a:lnTo>
                <a:moveTo>
                  <a:pt x="1680424" y="437391"/>
                </a:moveTo>
                <a:lnTo>
                  <a:pt x="1632193" y="438282"/>
                </a:lnTo>
                <a:moveTo>
                  <a:pt x="1527771" y="766398"/>
                </a:moveTo>
                <a:lnTo>
                  <a:pt x="1606710" y="688172"/>
                </a:lnTo>
                <a:moveTo>
                  <a:pt x="1679999" y="521714"/>
                </a:moveTo>
                <a:lnTo>
                  <a:pt x="1632193" y="438282"/>
                </a:lnTo>
                <a:moveTo>
                  <a:pt x="1469027" y="593311"/>
                </a:moveTo>
                <a:lnTo>
                  <a:pt x="1407357" y="592493"/>
                </a:lnTo>
                <a:moveTo>
                  <a:pt x="1265647" y="705108"/>
                </a:moveTo>
                <a:lnTo>
                  <a:pt x="1237160" y="665570"/>
                </a:lnTo>
                <a:moveTo>
                  <a:pt x="1521469" y="396545"/>
                </a:moveTo>
                <a:lnTo>
                  <a:pt x="1477412" y="341246"/>
                </a:lnTo>
                <a:moveTo>
                  <a:pt x="1527771" y="766398"/>
                </a:moveTo>
                <a:lnTo>
                  <a:pt x="1504310" y="766552"/>
                </a:lnTo>
                <a:moveTo>
                  <a:pt x="1813409" y="561196"/>
                </a:moveTo>
                <a:lnTo>
                  <a:pt x="1796869" y="531524"/>
                </a:lnTo>
                <a:moveTo>
                  <a:pt x="1588422" y="372382"/>
                </a:moveTo>
                <a:lnTo>
                  <a:pt x="1521469" y="396545"/>
                </a:lnTo>
                <a:moveTo>
                  <a:pt x="1632193" y="438282"/>
                </a:moveTo>
                <a:lnTo>
                  <a:pt x="1588422" y="372382"/>
                </a:lnTo>
                <a:moveTo>
                  <a:pt x="1642771" y="690485"/>
                </a:moveTo>
                <a:lnTo>
                  <a:pt x="1606710" y="688172"/>
                </a:lnTo>
                <a:moveTo>
                  <a:pt x="1401801" y="676163"/>
                </a:moveTo>
                <a:lnTo>
                  <a:pt x="1383047" y="720366"/>
                </a:lnTo>
                <a:moveTo>
                  <a:pt x="1308841" y="861530"/>
                </a:moveTo>
                <a:lnTo>
                  <a:pt x="1257094" y="843057"/>
                </a:lnTo>
                <a:moveTo>
                  <a:pt x="1504310" y="766552"/>
                </a:moveTo>
                <a:lnTo>
                  <a:pt x="1606710" y="688172"/>
                </a:lnTo>
                <a:moveTo>
                  <a:pt x="1536026" y="433077"/>
                </a:moveTo>
                <a:lnTo>
                  <a:pt x="1588422" y="372382"/>
                </a:lnTo>
                <a:moveTo>
                  <a:pt x="1371056" y="913783"/>
                </a:moveTo>
                <a:lnTo>
                  <a:pt x="1308841" y="861530"/>
                </a:lnTo>
                <a:moveTo>
                  <a:pt x="1622549" y="675058"/>
                </a:moveTo>
                <a:lnTo>
                  <a:pt x="1606710" y="688172"/>
                </a:lnTo>
                <a:moveTo>
                  <a:pt x="1511649" y="514354"/>
                </a:moveTo>
                <a:lnTo>
                  <a:pt x="1401670" y="507393"/>
                </a:lnTo>
                <a:moveTo>
                  <a:pt x="1642771" y="690485"/>
                </a:moveTo>
                <a:lnTo>
                  <a:pt x="1622549" y="675058"/>
                </a:lnTo>
                <a:moveTo>
                  <a:pt x="1618450" y="520912"/>
                </a:moveTo>
                <a:lnTo>
                  <a:pt x="1517569" y="514739"/>
                </a:lnTo>
                <a:moveTo>
                  <a:pt x="1517569" y="514739"/>
                </a:moveTo>
                <a:lnTo>
                  <a:pt x="1511649" y="514354"/>
                </a:lnTo>
                <a:moveTo>
                  <a:pt x="1320330" y="676210"/>
                </a:moveTo>
                <a:lnTo>
                  <a:pt x="1265647" y="705108"/>
                </a:lnTo>
                <a:moveTo>
                  <a:pt x="1521469" y="396545"/>
                </a:moveTo>
                <a:lnTo>
                  <a:pt x="1403649" y="423035"/>
                </a:lnTo>
                <a:moveTo>
                  <a:pt x="1618450" y="520912"/>
                </a:moveTo>
                <a:lnTo>
                  <a:pt x="1514957" y="501589"/>
                </a:lnTo>
                <a:moveTo>
                  <a:pt x="1407357" y="592493"/>
                </a:moveTo>
                <a:lnTo>
                  <a:pt x="1401670" y="507393"/>
                </a:lnTo>
                <a:moveTo>
                  <a:pt x="1514957" y="501589"/>
                </a:moveTo>
                <a:lnTo>
                  <a:pt x="1511649" y="514354"/>
                </a:lnTo>
                <a:moveTo>
                  <a:pt x="1517569" y="514739"/>
                </a:moveTo>
                <a:lnTo>
                  <a:pt x="1514957" y="501589"/>
                </a:lnTo>
                <a:moveTo>
                  <a:pt x="1313894" y="672723"/>
                </a:moveTo>
                <a:lnTo>
                  <a:pt x="1265647" y="705108"/>
                </a:lnTo>
                <a:moveTo>
                  <a:pt x="1401801" y="676163"/>
                </a:moveTo>
                <a:lnTo>
                  <a:pt x="1407357" y="592493"/>
                </a:lnTo>
                <a:moveTo>
                  <a:pt x="1618450" y="520912"/>
                </a:moveTo>
                <a:lnTo>
                  <a:pt x="1632193" y="438282"/>
                </a:lnTo>
                <a:moveTo>
                  <a:pt x="1383047" y="720366"/>
                </a:moveTo>
                <a:lnTo>
                  <a:pt x="1320330" y="676210"/>
                </a:lnTo>
                <a:moveTo>
                  <a:pt x="1606710" y="688172"/>
                </a:moveTo>
                <a:lnTo>
                  <a:pt x="1530141" y="685460"/>
                </a:lnTo>
                <a:moveTo>
                  <a:pt x="1237160" y="665570"/>
                </a:moveTo>
                <a:lnTo>
                  <a:pt x="1205915" y="612802"/>
                </a:lnTo>
                <a:moveTo>
                  <a:pt x="1494118" y="430458"/>
                </a:moveTo>
                <a:lnTo>
                  <a:pt x="1403649" y="423035"/>
                </a:lnTo>
                <a:moveTo>
                  <a:pt x="1504310" y="766552"/>
                </a:moveTo>
                <a:lnTo>
                  <a:pt x="1530141" y="685460"/>
                </a:lnTo>
                <a:moveTo>
                  <a:pt x="1618450" y="520912"/>
                </a:moveTo>
                <a:lnTo>
                  <a:pt x="1536026" y="433077"/>
                </a:lnTo>
                <a:moveTo>
                  <a:pt x="1494118" y="430458"/>
                </a:moveTo>
                <a:lnTo>
                  <a:pt x="1511649" y="514354"/>
                </a:lnTo>
                <a:moveTo>
                  <a:pt x="1514957" y="501589"/>
                </a:moveTo>
                <a:lnTo>
                  <a:pt x="1494118" y="430458"/>
                </a:lnTo>
                <a:moveTo>
                  <a:pt x="1514957" y="501589"/>
                </a:moveTo>
                <a:lnTo>
                  <a:pt x="1536026" y="433077"/>
                </a:lnTo>
                <a:moveTo>
                  <a:pt x="1313894" y="672723"/>
                </a:moveTo>
                <a:lnTo>
                  <a:pt x="1237160" y="665570"/>
                </a:lnTo>
                <a:moveTo>
                  <a:pt x="1401801" y="676163"/>
                </a:moveTo>
                <a:lnTo>
                  <a:pt x="1320330" y="676210"/>
                </a:lnTo>
                <a:moveTo>
                  <a:pt x="1401670" y="507393"/>
                </a:moveTo>
                <a:lnTo>
                  <a:pt x="1336026" y="505521"/>
                </a:lnTo>
                <a:moveTo>
                  <a:pt x="1494118" y="430458"/>
                </a:moveTo>
                <a:lnTo>
                  <a:pt x="1521469" y="396545"/>
                </a:lnTo>
                <a:moveTo>
                  <a:pt x="1536026" y="433077"/>
                </a:moveTo>
                <a:lnTo>
                  <a:pt x="1521469" y="396545"/>
                </a:lnTo>
                <a:moveTo>
                  <a:pt x="1401801" y="676163"/>
                </a:moveTo>
                <a:lnTo>
                  <a:pt x="1322799" y="673141"/>
                </a:lnTo>
                <a:moveTo>
                  <a:pt x="1632193" y="438282"/>
                </a:moveTo>
                <a:lnTo>
                  <a:pt x="1536026" y="433077"/>
                </a:lnTo>
                <a:moveTo>
                  <a:pt x="1558838" y="646923"/>
                </a:moveTo>
                <a:lnTo>
                  <a:pt x="1606710" y="688172"/>
                </a:lnTo>
                <a:moveTo>
                  <a:pt x="1813409" y="561196"/>
                </a:moveTo>
                <a:lnTo>
                  <a:pt x="1789965" y="535699"/>
                </a:lnTo>
                <a:moveTo>
                  <a:pt x="1536026" y="433077"/>
                </a:moveTo>
                <a:lnTo>
                  <a:pt x="1494118" y="430458"/>
                </a:lnTo>
                <a:moveTo>
                  <a:pt x="1347628" y="591922"/>
                </a:moveTo>
                <a:lnTo>
                  <a:pt x="1401670" y="507393"/>
                </a:lnTo>
                <a:moveTo>
                  <a:pt x="1313894" y="672723"/>
                </a:moveTo>
                <a:lnTo>
                  <a:pt x="1205915" y="612802"/>
                </a:lnTo>
                <a:moveTo>
                  <a:pt x="1401801" y="676163"/>
                </a:moveTo>
                <a:lnTo>
                  <a:pt x="1347628" y="591922"/>
                </a:lnTo>
                <a:moveTo>
                  <a:pt x="1789965" y="535699"/>
                </a:moveTo>
                <a:lnTo>
                  <a:pt x="1796869" y="531524"/>
                </a:lnTo>
                <a:moveTo>
                  <a:pt x="1622549" y="675058"/>
                </a:moveTo>
                <a:lnTo>
                  <a:pt x="1558838" y="646923"/>
                </a:lnTo>
                <a:moveTo>
                  <a:pt x="1320330" y="676210"/>
                </a:moveTo>
                <a:lnTo>
                  <a:pt x="1322799" y="673141"/>
                </a:lnTo>
                <a:moveTo>
                  <a:pt x="1407357" y="592493"/>
                </a:moveTo>
                <a:lnTo>
                  <a:pt x="1347628" y="591922"/>
                </a:lnTo>
                <a:moveTo>
                  <a:pt x="1320330" y="676210"/>
                </a:moveTo>
                <a:lnTo>
                  <a:pt x="1313894" y="672723"/>
                </a:lnTo>
                <a:moveTo>
                  <a:pt x="1322799" y="673141"/>
                </a:moveTo>
                <a:lnTo>
                  <a:pt x="1313894" y="672723"/>
                </a:lnTo>
                <a:moveTo>
                  <a:pt x="1336026" y="505521"/>
                </a:moveTo>
                <a:lnTo>
                  <a:pt x="1328136" y="505066"/>
                </a:lnTo>
                <a:moveTo>
                  <a:pt x="1504310" y="766552"/>
                </a:moveTo>
                <a:lnTo>
                  <a:pt x="1467729" y="684548"/>
                </a:lnTo>
                <a:moveTo>
                  <a:pt x="1336026" y="505521"/>
                </a:moveTo>
                <a:lnTo>
                  <a:pt x="1330834" y="506775"/>
                </a:lnTo>
                <a:moveTo>
                  <a:pt x="1330834" y="506775"/>
                </a:moveTo>
                <a:lnTo>
                  <a:pt x="1328136" y="505066"/>
                </a:lnTo>
                <a:moveTo>
                  <a:pt x="1558838" y="646923"/>
                </a:moveTo>
                <a:lnTo>
                  <a:pt x="1530141" y="685460"/>
                </a:lnTo>
                <a:moveTo>
                  <a:pt x="1322799" y="673141"/>
                </a:moveTo>
                <a:lnTo>
                  <a:pt x="1347628" y="591922"/>
                </a:lnTo>
                <a:moveTo>
                  <a:pt x="1347628" y="591922"/>
                </a:moveTo>
                <a:lnTo>
                  <a:pt x="1336026" y="505521"/>
                </a:lnTo>
                <a:moveTo>
                  <a:pt x="1347628" y="591922"/>
                </a:moveTo>
                <a:lnTo>
                  <a:pt x="1330834" y="506775"/>
                </a:lnTo>
                <a:moveTo>
                  <a:pt x="1530141" y="685460"/>
                </a:moveTo>
                <a:lnTo>
                  <a:pt x="1467729" y="684548"/>
                </a:lnTo>
                <a:moveTo>
                  <a:pt x="1257509" y="633729"/>
                </a:moveTo>
                <a:lnTo>
                  <a:pt x="1205915" y="612802"/>
                </a:lnTo>
                <a:moveTo>
                  <a:pt x="1322799" y="673141"/>
                </a:moveTo>
                <a:lnTo>
                  <a:pt x="1257509" y="633729"/>
                </a:lnTo>
                <a:moveTo>
                  <a:pt x="1313894" y="672723"/>
                </a:moveTo>
                <a:lnTo>
                  <a:pt x="1257509" y="633729"/>
                </a:lnTo>
                <a:moveTo>
                  <a:pt x="1330834" y="506775"/>
                </a:moveTo>
                <a:lnTo>
                  <a:pt x="1265070" y="511767"/>
                </a:lnTo>
                <a:moveTo>
                  <a:pt x="1322799" y="673141"/>
                </a:moveTo>
                <a:lnTo>
                  <a:pt x="1282525" y="590668"/>
                </a:lnTo>
                <a:moveTo>
                  <a:pt x="1282525" y="590668"/>
                </a:moveTo>
                <a:lnTo>
                  <a:pt x="1330834" y="506775"/>
                </a:lnTo>
                <a:moveTo>
                  <a:pt x="1347628" y="591922"/>
                </a:moveTo>
                <a:lnTo>
                  <a:pt x="1282525" y="590668"/>
                </a:lnTo>
                <a:moveTo>
                  <a:pt x="1257509" y="633729"/>
                </a:moveTo>
                <a:lnTo>
                  <a:pt x="1282525" y="590668"/>
                </a:lnTo>
                <a:moveTo>
                  <a:pt x="1282525" y="590668"/>
                </a:moveTo>
                <a:lnTo>
                  <a:pt x="1265070" y="51176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02" name="9wup_2_tuned_ReferenceLigand_0">
            <a:extLst>
              <a:ext uri="{FF2B5EF4-FFF2-40B4-BE49-F238E27FC236}">
                <a16:creationId xmlns:a16="http://schemas.microsoft.com/office/drawing/2014/main" id="{7064D04A-9334-49D1-B924-C7FBF6D12A99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5015" y="482068"/>
                </a:moveTo>
                <a:lnTo>
                  <a:pt x="1765266" y="444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03" name="9wup_2_tuned_ReferenceLigand_1">
            <a:extLst>
              <a:ext uri="{FF2B5EF4-FFF2-40B4-BE49-F238E27FC236}">
                <a16:creationId xmlns:a16="http://schemas.microsoft.com/office/drawing/2014/main" id="{5C59905C-CB75-4E02-BFBA-E202A4B4D3F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0382" y="695647"/>
                </a:moveTo>
                <a:lnTo>
                  <a:pt x="1945455" y="7750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04" name="9wup_2_tuned_ReferenceLigand_2">
            <a:extLst>
              <a:ext uri="{FF2B5EF4-FFF2-40B4-BE49-F238E27FC236}">
                <a16:creationId xmlns:a16="http://schemas.microsoft.com/office/drawing/2014/main" id="{CD178442-57BE-4220-B152-F76915E1E616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5015" y="482068"/>
                </a:moveTo>
                <a:lnTo>
                  <a:pt x="1674986" y="397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05" name="9wup_2_tuned_ReferenceLigand_3">
            <a:extLst>
              <a:ext uri="{FF2B5EF4-FFF2-40B4-BE49-F238E27FC236}">
                <a16:creationId xmlns:a16="http://schemas.microsoft.com/office/drawing/2014/main" id="{41A29CD1-9681-4F05-9450-4001BF2187D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5455" y="775094"/>
                </a:moveTo>
                <a:lnTo>
                  <a:pt x="2042812" y="7249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06" name="9wup_2_tuned_ReferenceLigand_4">
            <a:extLst>
              <a:ext uri="{FF2B5EF4-FFF2-40B4-BE49-F238E27FC236}">
                <a16:creationId xmlns:a16="http://schemas.microsoft.com/office/drawing/2014/main" id="{75912AEC-29FF-4890-9C8E-15416EDAEB6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197" y="491043"/>
                </a:moveTo>
                <a:lnTo>
                  <a:pt x="1745015" y="4820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07" name="9wup_2_tuned_ReferenceLigand_5">
            <a:extLst>
              <a:ext uri="{FF2B5EF4-FFF2-40B4-BE49-F238E27FC236}">
                <a16:creationId xmlns:a16="http://schemas.microsoft.com/office/drawing/2014/main" id="{2B5B5211-E8FE-4748-B796-940EE74FEB29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265" y="594991"/>
                </a:moveTo>
                <a:lnTo>
                  <a:pt x="1870382" y="695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08" name="9wup_2_tuned_ReferenceLigand_6">
            <a:extLst>
              <a:ext uri="{FF2B5EF4-FFF2-40B4-BE49-F238E27FC236}">
                <a16:creationId xmlns:a16="http://schemas.microsoft.com/office/drawing/2014/main" id="{8EEB7CB2-8E17-4BEE-A177-C134FD57039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986" y="397478"/>
                </a:moveTo>
                <a:lnTo>
                  <a:pt x="1709741" y="2862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09" name="9wup_2_tuned_ReferenceLigand_7">
            <a:extLst>
              <a:ext uri="{FF2B5EF4-FFF2-40B4-BE49-F238E27FC236}">
                <a16:creationId xmlns:a16="http://schemas.microsoft.com/office/drawing/2014/main" id="{1EC97ED3-DAEC-4198-BB48-49E49856D70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3692" y="764751"/>
                </a:moveTo>
                <a:lnTo>
                  <a:pt x="2183802" y="8706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0" name="9wup_2_tuned_ReferenceLigand_8">
            <a:extLst>
              <a:ext uri="{FF2B5EF4-FFF2-40B4-BE49-F238E27FC236}">
                <a16:creationId xmlns:a16="http://schemas.microsoft.com/office/drawing/2014/main" id="{26E56574-3308-4991-BBB1-C93FAE7A49D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812" y="724948"/>
                </a:moveTo>
                <a:lnTo>
                  <a:pt x="2153692" y="7647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1" name="9wup_2_tuned_ReferenceLigand_9">
            <a:extLst>
              <a:ext uri="{FF2B5EF4-FFF2-40B4-BE49-F238E27FC236}">
                <a16:creationId xmlns:a16="http://schemas.microsoft.com/office/drawing/2014/main" id="{DEA0DBB8-00E9-4AFF-B24D-DC66A1B62CB2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197" y="491043"/>
                </a:moveTo>
                <a:lnTo>
                  <a:pt x="1912265" y="594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2" name="9wup_2_tuned_ReferenceLigand_10">
            <a:extLst>
              <a:ext uri="{FF2B5EF4-FFF2-40B4-BE49-F238E27FC236}">
                <a16:creationId xmlns:a16="http://schemas.microsoft.com/office/drawing/2014/main" id="{62E53619-30EC-4650-AFA1-2AEA61A58B7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083" y="612846"/>
                </a:moveTo>
                <a:lnTo>
                  <a:pt x="2042812" y="7249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3" name="9wup_2_tuned_ReferenceLigand_11">
            <a:extLst>
              <a:ext uri="{FF2B5EF4-FFF2-40B4-BE49-F238E27FC236}">
                <a16:creationId xmlns:a16="http://schemas.microsoft.com/office/drawing/2014/main" id="{70A19E58-1FDC-4CF8-BED0-6A4043E1415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500" y="410695"/>
                </a:moveTo>
                <a:lnTo>
                  <a:pt x="517808" y="3218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4" name="9wup_2_tuned_ReferenceLigand_12">
            <a:extLst>
              <a:ext uri="{FF2B5EF4-FFF2-40B4-BE49-F238E27FC236}">
                <a16:creationId xmlns:a16="http://schemas.microsoft.com/office/drawing/2014/main" id="{49429D2A-7ECF-433F-8906-C7CD2A23712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083" y="612846"/>
                </a:moveTo>
                <a:lnTo>
                  <a:pt x="1912265" y="594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5" name="9wup_2_tuned_ReferenceLigand_13">
            <a:extLst>
              <a:ext uri="{FF2B5EF4-FFF2-40B4-BE49-F238E27FC236}">
                <a16:creationId xmlns:a16="http://schemas.microsoft.com/office/drawing/2014/main" id="{1406B339-2D2D-4273-B4B6-15094704C16B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9228" y="522901"/>
                </a:moveTo>
                <a:lnTo>
                  <a:pt x="606500" y="4106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6" name="9wup_2_tuned_ReferenceLigand_14">
            <a:extLst>
              <a:ext uri="{FF2B5EF4-FFF2-40B4-BE49-F238E27FC236}">
                <a16:creationId xmlns:a16="http://schemas.microsoft.com/office/drawing/2014/main" id="{3D34BFD4-0C5F-4696-A7A5-91A2F2F13780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500" y="410695"/>
                </a:moveTo>
                <a:lnTo>
                  <a:pt x="721603" y="3807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7" name="9wup_2_tuned_ReferenceLigand_15">
            <a:extLst>
              <a:ext uri="{FF2B5EF4-FFF2-40B4-BE49-F238E27FC236}">
                <a16:creationId xmlns:a16="http://schemas.microsoft.com/office/drawing/2014/main" id="{5AB402DF-6B51-481D-87E9-247369CD1ADD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1679" y="607134"/>
                </a:moveTo>
                <a:lnTo>
                  <a:pt x="579228" y="5229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8" name="9wup_2_tuned_ReferenceLigand_16">
            <a:extLst>
              <a:ext uri="{FF2B5EF4-FFF2-40B4-BE49-F238E27FC236}">
                <a16:creationId xmlns:a16="http://schemas.microsoft.com/office/drawing/2014/main" id="{9888B30E-2806-40E4-AD05-E8CE8F8EAFB1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3692" y="764751"/>
                </a:moveTo>
                <a:lnTo>
                  <a:pt x="2231106" y="6923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9" name="9wup_2_tuned_ReferenceLigand_17">
            <a:extLst>
              <a:ext uri="{FF2B5EF4-FFF2-40B4-BE49-F238E27FC236}">
                <a16:creationId xmlns:a16="http://schemas.microsoft.com/office/drawing/2014/main" id="{402C5BDC-952B-4E2F-9265-1922612D53F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8152" y="715847"/>
                </a:moveTo>
                <a:lnTo>
                  <a:pt x="661679" y="6071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0" name="9wup_2_tuned_ReferenceLigand_18">
            <a:extLst>
              <a:ext uri="{FF2B5EF4-FFF2-40B4-BE49-F238E27FC236}">
                <a16:creationId xmlns:a16="http://schemas.microsoft.com/office/drawing/2014/main" id="{EB38FB8D-D859-454E-87CF-F67EE062ED0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03" y="380738"/>
                </a:moveTo>
                <a:lnTo>
                  <a:pt x="754725" y="25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1" name="9wup_2_tuned_ReferenceLigand_19">
            <a:extLst>
              <a:ext uri="{FF2B5EF4-FFF2-40B4-BE49-F238E27FC236}">
                <a16:creationId xmlns:a16="http://schemas.microsoft.com/office/drawing/2014/main" id="{34F35E91-DD57-455D-ABD5-1E4B9EF408A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278" y="912643"/>
                </a:moveTo>
                <a:lnTo>
                  <a:pt x="569222" y="941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2" name="9wup_2_tuned_ReferenceLigand_20">
            <a:extLst>
              <a:ext uri="{FF2B5EF4-FFF2-40B4-BE49-F238E27FC236}">
                <a16:creationId xmlns:a16="http://schemas.microsoft.com/office/drawing/2014/main" id="{74FFD348-AE10-4AC1-B53C-1180DCF9237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3108" y="793387"/>
                </a:moveTo>
                <a:lnTo>
                  <a:pt x="628152" y="7158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3" name="9wup_2_tuned_ReferenceLigand_21">
            <a:extLst>
              <a:ext uri="{FF2B5EF4-FFF2-40B4-BE49-F238E27FC236}">
                <a16:creationId xmlns:a16="http://schemas.microsoft.com/office/drawing/2014/main" id="{FC54868D-CBE4-407F-9502-2570DA627C8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020" y="577123"/>
                </a:moveTo>
                <a:lnTo>
                  <a:pt x="661679" y="6071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4" name="9wup_2_tuned_ReferenceLigand_22">
            <a:extLst>
              <a:ext uri="{FF2B5EF4-FFF2-40B4-BE49-F238E27FC236}">
                <a16:creationId xmlns:a16="http://schemas.microsoft.com/office/drawing/2014/main" id="{E0E6D1CB-C74B-4278-AFBA-319C66B2D14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03" y="380738"/>
                </a:moveTo>
                <a:lnTo>
                  <a:pt x="803453" y="4623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5" name="9wup_2_tuned_ReferenceLigand_23">
            <a:extLst>
              <a:ext uri="{FF2B5EF4-FFF2-40B4-BE49-F238E27FC236}">
                <a16:creationId xmlns:a16="http://schemas.microsoft.com/office/drawing/2014/main" id="{D7E5B3F6-B7DB-4438-B04B-049CE3628EF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278" y="912643"/>
                </a:moveTo>
                <a:lnTo>
                  <a:pt x="703108" y="7933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6" name="9wup_2_tuned_ReferenceLigand_24">
            <a:extLst>
              <a:ext uri="{FF2B5EF4-FFF2-40B4-BE49-F238E27FC236}">
                <a16:creationId xmlns:a16="http://schemas.microsoft.com/office/drawing/2014/main" id="{9DAF3BFA-E991-4F21-8A1B-B9551869AE9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273" y="539979"/>
                </a:moveTo>
                <a:lnTo>
                  <a:pt x="2024083" y="6128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7" name="9wup_2_tuned_ReferenceLigand_25">
            <a:extLst>
              <a:ext uri="{FF2B5EF4-FFF2-40B4-BE49-F238E27FC236}">
                <a16:creationId xmlns:a16="http://schemas.microsoft.com/office/drawing/2014/main" id="{9EB310D4-7F9A-4586-ADC5-3A7B12E40ECD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3453" y="462311"/>
                </a:moveTo>
                <a:lnTo>
                  <a:pt x="776020" y="5771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8" name="9wup_2_tuned_ReferenceLigand_26">
            <a:extLst>
              <a:ext uri="{FF2B5EF4-FFF2-40B4-BE49-F238E27FC236}">
                <a16:creationId xmlns:a16="http://schemas.microsoft.com/office/drawing/2014/main" id="{EA69C686-671B-420E-9EAD-B9926E4774B1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2749" y="986735"/>
                </a:moveTo>
                <a:lnTo>
                  <a:pt x="666278" y="912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9" name="9wup_2_tuned_ReferenceLigand_27">
            <a:extLst>
              <a:ext uri="{FF2B5EF4-FFF2-40B4-BE49-F238E27FC236}">
                <a16:creationId xmlns:a16="http://schemas.microsoft.com/office/drawing/2014/main" id="{5063B148-964F-4BC1-A856-4AFD725F6A4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3108" y="793387"/>
                </a:moveTo>
                <a:lnTo>
                  <a:pt x="821643" y="7718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0" name="9wup_2_tuned_ReferenceLigand_28">
            <a:extLst>
              <a:ext uri="{FF2B5EF4-FFF2-40B4-BE49-F238E27FC236}">
                <a16:creationId xmlns:a16="http://schemas.microsoft.com/office/drawing/2014/main" id="{51263F91-B958-48C5-9FE2-47A6613CA842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020" y="577123"/>
                </a:moveTo>
                <a:lnTo>
                  <a:pt x="854116" y="66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1" name="9wup_2_tuned_ReferenceLigand_29">
            <a:extLst>
              <a:ext uri="{FF2B5EF4-FFF2-40B4-BE49-F238E27FC236}">
                <a16:creationId xmlns:a16="http://schemas.microsoft.com/office/drawing/2014/main" id="{DADD8697-BE8B-40A5-800F-E7CC18C0D4C3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116" y="662008"/>
                </a:moveTo>
                <a:lnTo>
                  <a:pt x="821643" y="7718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2" name="9wup_2_tuned_ReferenceLigand_30">
            <a:extLst>
              <a:ext uri="{FF2B5EF4-FFF2-40B4-BE49-F238E27FC236}">
                <a16:creationId xmlns:a16="http://schemas.microsoft.com/office/drawing/2014/main" id="{27A8BC69-C69E-4172-A6BF-3BD0C85E267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1106" y="692385"/>
                </a:moveTo>
                <a:lnTo>
                  <a:pt x="2200799" y="5868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3" name="9wup_2_tuned_ReferenceLigand_31">
            <a:extLst>
              <a:ext uri="{FF2B5EF4-FFF2-40B4-BE49-F238E27FC236}">
                <a16:creationId xmlns:a16="http://schemas.microsoft.com/office/drawing/2014/main" id="{A728B058-799A-4F95-978A-9103957042C7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539" y="960084"/>
                </a:moveTo>
                <a:lnTo>
                  <a:pt x="752749" y="98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4" name="9wup_2_tuned_ReferenceLigand_32">
            <a:extLst>
              <a:ext uri="{FF2B5EF4-FFF2-40B4-BE49-F238E27FC236}">
                <a16:creationId xmlns:a16="http://schemas.microsoft.com/office/drawing/2014/main" id="{8CFD3E4B-0DA5-4E61-A743-6AE0509584F7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1643" y="771809"/>
                </a:moveTo>
                <a:lnTo>
                  <a:pt x="897557" y="850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5" name="9wup_2_tuned_ReferenceLigand_33">
            <a:extLst>
              <a:ext uri="{FF2B5EF4-FFF2-40B4-BE49-F238E27FC236}">
                <a16:creationId xmlns:a16="http://schemas.microsoft.com/office/drawing/2014/main" id="{A178063A-FF80-4BA5-9CEE-026D6C6F89E1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419" y="637683"/>
                </a:moveTo>
                <a:lnTo>
                  <a:pt x="854116" y="66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6" name="9wup_2_tuned_ReferenceLigand_34">
            <a:extLst>
              <a:ext uri="{FF2B5EF4-FFF2-40B4-BE49-F238E27FC236}">
                <a16:creationId xmlns:a16="http://schemas.microsoft.com/office/drawing/2014/main" id="{C338AB1E-B5ED-45FB-A8DD-481763091890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0799" y="586865"/>
                </a:moveTo>
                <a:lnTo>
                  <a:pt x="2100273" y="5399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7" name="9wup_2_tuned_ReferenceLigand_35">
            <a:extLst>
              <a:ext uri="{FF2B5EF4-FFF2-40B4-BE49-F238E27FC236}">
                <a16:creationId xmlns:a16="http://schemas.microsoft.com/office/drawing/2014/main" id="{037FD606-E6D9-44A2-807A-42E3D3F6E721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57" y="850092"/>
                </a:moveTo>
                <a:lnTo>
                  <a:pt x="866539" y="9600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8" name="9wup_2_tuned_ReferenceLigand_36">
            <a:extLst>
              <a:ext uri="{FF2B5EF4-FFF2-40B4-BE49-F238E27FC236}">
                <a16:creationId xmlns:a16="http://schemas.microsoft.com/office/drawing/2014/main" id="{5F22D13D-32F4-4AEA-A37B-19F02005183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986" y="397478"/>
                </a:moveTo>
                <a:lnTo>
                  <a:pt x="1707475" y="424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9" name="9wup_2_tuned_ReferenceLigand_37">
            <a:extLst>
              <a:ext uri="{FF2B5EF4-FFF2-40B4-BE49-F238E27FC236}">
                <a16:creationId xmlns:a16="http://schemas.microsoft.com/office/drawing/2014/main" id="{E9673778-F37C-4361-B5E3-29B201C107FD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038" y="481552"/>
                </a:moveTo>
                <a:lnTo>
                  <a:pt x="1851197" y="4910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0" name="9wup_2_tuned_ReferenceLigand_38">
            <a:extLst>
              <a:ext uri="{FF2B5EF4-FFF2-40B4-BE49-F238E27FC236}">
                <a16:creationId xmlns:a16="http://schemas.microsoft.com/office/drawing/2014/main" id="{33DDF38F-16AE-40F9-BAFD-775950D1605B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539" y="960084"/>
                </a:moveTo>
                <a:lnTo>
                  <a:pt x="933889" y="10361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1" name="9wup_2_tuned_ReferenceLigand_39">
            <a:extLst>
              <a:ext uri="{FF2B5EF4-FFF2-40B4-BE49-F238E27FC236}">
                <a16:creationId xmlns:a16="http://schemas.microsoft.com/office/drawing/2014/main" id="{C5254B6E-A620-4F63-8F03-BEDC916BADD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475" y="424811"/>
                </a:moveTo>
                <a:lnTo>
                  <a:pt x="1814038" y="4815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2" name="9wup_2_tuned_ReferenceLigand_40">
            <a:extLst>
              <a:ext uri="{FF2B5EF4-FFF2-40B4-BE49-F238E27FC236}">
                <a16:creationId xmlns:a16="http://schemas.microsoft.com/office/drawing/2014/main" id="{7A0AC13C-979B-47A6-91C3-B7B6EDE90FF3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301" y="628526"/>
                </a:moveTo>
                <a:lnTo>
                  <a:pt x="974419" y="6376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3" name="9wup_2_tuned_ReferenceLigand_41">
            <a:extLst>
              <a:ext uri="{FF2B5EF4-FFF2-40B4-BE49-F238E27FC236}">
                <a16:creationId xmlns:a16="http://schemas.microsoft.com/office/drawing/2014/main" id="{6555A3A9-344B-4A9F-AF7C-9D7F6552417A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160" y="500022"/>
                </a:moveTo>
                <a:lnTo>
                  <a:pt x="1707475" y="424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4" name="9wup_2_tuned_ReferenceLigand_42">
            <a:extLst>
              <a:ext uri="{FF2B5EF4-FFF2-40B4-BE49-F238E27FC236}">
                <a16:creationId xmlns:a16="http://schemas.microsoft.com/office/drawing/2014/main" id="{B784174B-04E9-456B-B1C1-2E8C288D9A30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658" y="612687"/>
                </a:moveTo>
                <a:lnTo>
                  <a:pt x="1168616" y="528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5" name="9wup_2_tuned_ReferenceLigand_43">
            <a:extLst>
              <a:ext uri="{FF2B5EF4-FFF2-40B4-BE49-F238E27FC236}">
                <a16:creationId xmlns:a16="http://schemas.microsoft.com/office/drawing/2014/main" id="{F3BA669E-6CAD-411E-BF33-F85824477B3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453" y="722242"/>
                </a:moveTo>
                <a:lnTo>
                  <a:pt x="1134658" y="612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6" name="9wup_2_tuned_ReferenceLigand_44">
            <a:extLst>
              <a:ext uri="{FF2B5EF4-FFF2-40B4-BE49-F238E27FC236}">
                <a16:creationId xmlns:a16="http://schemas.microsoft.com/office/drawing/2014/main" id="{B6E16EEE-70B5-4F69-8C10-495E9063AD6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658" y="612687"/>
                </a:moveTo>
                <a:lnTo>
                  <a:pt x="1006301" y="6285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7" name="9wup_2_tuned_ReferenceLigand_45">
            <a:extLst>
              <a:ext uri="{FF2B5EF4-FFF2-40B4-BE49-F238E27FC236}">
                <a16:creationId xmlns:a16="http://schemas.microsoft.com/office/drawing/2014/main" id="{9209784C-477A-458E-A6CC-5E007855C94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453" y="722242"/>
                </a:moveTo>
                <a:lnTo>
                  <a:pt x="1321398" y="7087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8" name="9wup_2_tuned_ReferenceLigand_46">
            <a:extLst>
              <a:ext uri="{FF2B5EF4-FFF2-40B4-BE49-F238E27FC236}">
                <a16:creationId xmlns:a16="http://schemas.microsoft.com/office/drawing/2014/main" id="{52F23BD2-F55C-4F41-BC3C-51917F37BC60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340" y="808884"/>
                </a:moveTo>
                <a:lnTo>
                  <a:pt x="1200453" y="72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9" name="9wup_2_tuned_ReferenceLigand_47">
            <a:extLst>
              <a:ext uri="{FF2B5EF4-FFF2-40B4-BE49-F238E27FC236}">
                <a16:creationId xmlns:a16="http://schemas.microsoft.com/office/drawing/2014/main" id="{10732FC3-0547-4F4A-B538-8028ED9124FD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301" y="628526"/>
                </a:moveTo>
                <a:lnTo>
                  <a:pt x="945155" y="5396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0" name="9wup_2_tuned_ReferenceLigand_48">
            <a:extLst>
              <a:ext uri="{FF2B5EF4-FFF2-40B4-BE49-F238E27FC236}">
                <a16:creationId xmlns:a16="http://schemas.microsoft.com/office/drawing/2014/main" id="{DCA9C8BB-EB57-4A97-AC9B-1CDDA58F813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079" y="519491"/>
                </a:moveTo>
                <a:lnTo>
                  <a:pt x="1625160" y="5000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1" name="9wup_2_tuned_ReferenceLigand_49">
            <a:extLst>
              <a:ext uri="{FF2B5EF4-FFF2-40B4-BE49-F238E27FC236}">
                <a16:creationId xmlns:a16="http://schemas.microsoft.com/office/drawing/2014/main" id="{96066DE1-BBE8-4552-A24E-8167DE53BF6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398" y="708741"/>
                </a:moveTo>
                <a:lnTo>
                  <a:pt x="1318979" y="6481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2" name="9wup_2_tuned_ReferenceLigand_50">
            <a:extLst>
              <a:ext uri="{FF2B5EF4-FFF2-40B4-BE49-F238E27FC236}">
                <a16:creationId xmlns:a16="http://schemas.microsoft.com/office/drawing/2014/main" id="{019D6280-DF46-4950-9D03-C248E390916A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833" y="521765"/>
                </a:moveTo>
                <a:lnTo>
                  <a:pt x="1670079" y="5194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3" name="9wup_2_tuned_ReferenceLigand_51">
            <a:extLst>
              <a:ext uri="{FF2B5EF4-FFF2-40B4-BE49-F238E27FC236}">
                <a16:creationId xmlns:a16="http://schemas.microsoft.com/office/drawing/2014/main" id="{3CD7E83C-44EE-4649-B2B3-06626B94749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979" y="648148"/>
                </a:moveTo>
                <a:lnTo>
                  <a:pt x="1396625" y="6846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4" name="9wup_2_tuned_ReferenceLigand_52">
            <a:extLst>
              <a:ext uri="{FF2B5EF4-FFF2-40B4-BE49-F238E27FC236}">
                <a16:creationId xmlns:a16="http://schemas.microsoft.com/office/drawing/2014/main" id="{0ED19F53-4DBF-422C-8AFA-A1E652BB4E1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833" y="521765"/>
                </a:moveTo>
                <a:lnTo>
                  <a:pt x="1505451" y="4260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wup_2_tuned_ReferenceLigand_53">
            <a:extLst>
              <a:ext uri="{FF2B5EF4-FFF2-40B4-BE49-F238E27FC236}">
                <a16:creationId xmlns:a16="http://schemas.microsoft.com/office/drawing/2014/main" id="{C27B2C90-DC5A-4EFD-8C8F-EE0CCE630EC3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3652" y="642751"/>
                </a:moveTo>
                <a:lnTo>
                  <a:pt x="1586833" y="521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wup_2_tuned_ReferenceLigand_54">
            <a:extLst>
              <a:ext uri="{FF2B5EF4-FFF2-40B4-BE49-F238E27FC236}">
                <a16:creationId xmlns:a16="http://schemas.microsoft.com/office/drawing/2014/main" id="{C5068E41-64ED-47AA-A20B-2976F390EAD1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625" y="684602"/>
                </a:moveTo>
                <a:lnTo>
                  <a:pt x="1523652" y="6427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wup_2_tuned_ReferenceLigand_55">
            <a:extLst>
              <a:ext uri="{FF2B5EF4-FFF2-40B4-BE49-F238E27FC236}">
                <a16:creationId xmlns:a16="http://schemas.microsoft.com/office/drawing/2014/main" id="{ECBA322F-213A-41EA-B9AB-32994C8A24C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625" y="684602"/>
                </a:moveTo>
                <a:lnTo>
                  <a:pt x="1407325" y="8097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wup_2_tuned_ReferenceLigand_56">
            <a:extLst>
              <a:ext uri="{FF2B5EF4-FFF2-40B4-BE49-F238E27FC236}">
                <a16:creationId xmlns:a16="http://schemas.microsoft.com/office/drawing/2014/main" id="{BBAED07E-FDE4-4529-9005-8BC9A8F88E0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833" y="521765"/>
                </a:moveTo>
                <a:lnTo>
                  <a:pt x="1653817" y="5294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wup_2_tuned_ReferenceLigand_57">
            <a:extLst>
              <a:ext uri="{FF2B5EF4-FFF2-40B4-BE49-F238E27FC236}">
                <a16:creationId xmlns:a16="http://schemas.microsoft.com/office/drawing/2014/main" id="{33AFA37F-209E-4ACD-B5B7-7BEE42A386BD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625" y="684602"/>
                </a:moveTo>
                <a:lnTo>
                  <a:pt x="1355611" y="614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wup_2_tuned_PredictedLigand_0">
            <a:extLst>
              <a:ext uri="{FF2B5EF4-FFF2-40B4-BE49-F238E27FC236}">
                <a16:creationId xmlns:a16="http://schemas.microsoft.com/office/drawing/2014/main" id="{E3F7B2F3-0B85-4040-8F9D-733CB02D670D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8989" y="471064"/>
                </a:moveTo>
                <a:lnTo>
                  <a:pt x="1767010" y="3930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61" name="9wup_2_tuned_PredictedLigand_1">
            <a:extLst>
              <a:ext uri="{FF2B5EF4-FFF2-40B4-BE49-F238E27FC236}">
                <a16:creationId xmlns:a16="http://schemas.microsoft.com/office/drawing/2014/main" id="{AF3A8FC8-A6CC-43A8-B5BA-AAE0248BFC12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8856" y="693233"/>
                </a:moveTo>
                <a:lnTo>
                  <a:pt x="1956137" y="7780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62" name="9wup_2_tuned_PredictedLigand_2">
            <a:extLst>
              <a:ext uri="{FF2B5EF4-FFF2-40B4-BE49-F238E27FC236}">
                <a16:creationId xmlns:a16="http://schemas.microsoft.com/office/drawing/2014/main" id="{2E8B39DF-28FE-432E-AC97-55038383A7ED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6137" y="778056"/>
                </a:moveTo>
                <a:lnTo>
                  <a:pt x="2055814" y="7395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63" name="9wup_2_tuned_PredictedLigand_3">
            <a:extLst>
              <a:ext uri="{FF2B5EF4-FFF2-40B4-BE49-F238E27FC236}">
                <a16:creationId xmlns:a16="http://schemas.microsoft.com/office/drawing/2014/main" id="{1180897B-0ABE-43AB-9F21-36157C05250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877" y="600350"/>
                </a:moveTo>
                <a:lnTo>
                  <a:pt x="1878856" y="6932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64" name="9wup_2_tuned_PredictedLigand_4">
            <a:extLst>
              <a:ext uri="{FF2B5EF4-FFF2-40B4-BE49-F238E27FC236}">
                <a16:creationId xmlns:a16="http://schemas.microsoft.com/office/drawing/2014/main" id="{B765AF9F-BC42-49B6-8AD1-A6F2F85A25D6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651" y="488251"/>
                </a:moveTo>
                <a:lnTo>
                  <a:pt x="1758989" y="4710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65" name="9wup_2_tuned_PredictedLigand_5">
            <a:extLst>
              <a:ext uri="{FF2B5EF4-FFF2-40B4-BE49-F238E27FC236}">
                <a16:creationId xmlns:a16="http://schemas.microsoft.com/office/drawing/2014/main" id="{3AA6D718-5D67-4577-A125-2D0E10A5314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8989" y="471064"/>
                </a:moveTo>
                <a:lnTo>
                  <a:pt x="1670978" y="43307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66" name="9wup_2_tuned_PredictedLigand_6">
            <a:extLst>
              <a:ext uri="{FF2B5EF4-FFF2-40B4-BE49-F238E27FC236}">
                <a16:creationId xmlns:a16="http://schemas.microsoft.com/office/drawing/2014/main" id="{90DE8F54-B6BC-4FA5-A335-109C8B2C6AA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6220" y="784653"/>
                </a:moveTo>
                <a:lnTo>
                  <a:pt x="2195845" y="8873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67" name="9wup_2_tuned_PredictedLigand_7">
            <a:extLst>
              <a:ext uri="{FF2B5EF4-FFF2-40B4-BE49-F238E27FC236}">
                <a16:creationId xmlns:a16="http://schemas.microsoft.com/office/drawing/2014/main" id="{64645C5D-3258-4667-8A97-85D7AA6CEB31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433076"/>
                </a:moveTo>
                <a:lnTo>
                  <a:pt x="1610885" y="3397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68" name="9wup_2_tuned_PredictedLigand_8">
            <a:extLst>
              <a:ext uri="{FF2B5EF4-FFF2-40B4-BE49-F238E27FC236}">
                <a16:creationId xmlns:a16="http://schemas.microsoft.com/office/drawing/2014/main" id="{058BBB3E-9007-43A3-992D-638345E8A82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5814" y="739542"/>
                </a:moveTo>
                <a:lnTo>
                  <a:pt x="2166220" y="784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69" name="9wup_2_tuned_PredictedLigand_9">
            <a:extLst>
              <a:ext uri="{FF2B5EF4-FFF2-40B4-BE49-F238E27FC236}">
                <a16:creationId xmlns:a16="http://schemas.microsoft.com/office/drawing/2014/main" id="{62831A74-002F-409E-853F-D58273EF836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9885" y="390447"/>
                </a:moveTo>
                <a:lnTo>
                  <a:pt x="476181" y="3076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70" name="9wup_2_tuned_PredictedLigand_10">
            <a:extLst>
              <a:ext uri="{FF2B5EF4-FFF2-40B4-BE49-F238E27FC236}">
                <a16:creationId xmlns:a16="http://schemas.microsoft.com/office/drawing/2014/main" id="{DB9BFDAD-FCED-49FA-A88F-AEF68917771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651" y="488251"/>
                </a:moveTo>
                <a:lnTo>
                  <a:pt x="1924877" y="6003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71" name="9wup_2_tuned_PredictedLigand_11">
            <a:extLst>
              <a:ext uri="{FF2B5EF4-FFF2-40B4-BE49-F238E27FC236}">
                <a16:creationId xmlns:a16="http://schemas.microsoft.com/office/drawing/2014/main" id="{3E83E894-7D49-44B1-A9A2-21DCE1E9EA0F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639" y="628869"/>
                </a:moveTo>
                <a:lnTo>
                  <a:pt x="2055814" y="7395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72" name="9wup_2_tuned_PredictedLigand_12">
            <a:extLst>
              <a:ext uri="{FF2B5EF4-FFF2-40B4-BE49-F238E27FC236}">
                <a16:creationId xmlns:a16="http://schemas.microsoft.com/office/drawing/2014/main" id="{69A75D14-F351-4C41-BF7C-5849CCF6231A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639" y="628869"/>
                </a:moveTo>
                <a:lnTo>
                  <a:pt x="1924877" y="6003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73" name="9wup_2_tuned_PredictedLigand_13">
            <a:extLst>
              <a:ext uri="{FF2B5EF4-FFF2-40B4-BE49-F238E27FC236}">
                <a16:creationId xmlns:a16="http://schemas.microsoft.com/office/drawing/2014/main" id="{96B5CB36-FF9D-4852-BCD4-8D1C44E8EF7B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0396" y="350115"/>
                </a:moveTo>
                <a:lnTo>
                  <a:pt x="712380" y="2293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74" name="9wup_2_tuned_PredictedLigand_14">
            <a:extLst>
              <a:ext uri="{FF2B5EF4-FFF2-40B4-BE49-F238E27FC236}">
                <a16:creationId xmlns:a16="http://schemas.microsoft.com/office/drawing/2014/main" id="{ED037AAB-A23E-45EF-9606-016BEFB8458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9885" y="390447"/>
                </a:moveTo>
                <a:lnTo>
                  <a:pt x="680396" y="3501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75" name="9wup_2_tuned_PredictedLigand_15">
            <a:extLst>
              <a:ext uri="{FF2B5EF4-FFF2-40B4-BE49-F238E27FC236}">
                <a16:creationId xmlns:a16="http://schemas.microsoft.com/office/drawing/2014/main" id="{ED5B1989-84FA-4CC5-9297-E3972BF7A96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8637" y="504985"/>
                </a:moveTo>
                <a:lnTo>
                  <a:pt x="569885" y="3904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76" name="9wup_2_tuned_PredictedLigand_16">
            <a:extLst>
              <a:ext uri="{FF2B5EF4-FFF2-40B4-BE49-F238E27FC236}">
                <a16:creationId xmlns:a16="http://schemas.microsoft.com/office/drawing/2014/main" id="{DC2ED58B-E83B-44C6-8D69-7FCDD5168FDA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6220" y="784653"/>
                </a:moveTo>
                <a:lnTo>
                  <a:pt x="2244604" y="7191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77" name="9wup_2_tuned_PredictedLigand_17">
            <a:extLst>
              <a:ext uri="{FF2B5EF4-FFF2-40B4-BE49-F238E27FC236}">
                <a16:creationId xmlns:a16="http://schemas.microsoft.com/office/drawing/2014/main" id="{425493B8-EDB4-4BF7-9570-7239A375ACFA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4580" y="587963"/>
                </a:moveTo>
                <a:lnTo>
                  <a:pt x="548637" y="50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78" name="9wup_2_tuned_PredictedLigand_18">
            <a:extLst>
              <a:ext uri="{FF2B5EF4-FFF2-40B4-BE49-F238E27FC236}">
                <a16:creationId xmlns:a16="http://schemas.microsoft.com/office/drawing/2014/main" id="{CC017EE7-1099-4FBE-B02E-D08C9FE0BF46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0396" y="350115"/>
                </a:moveTo>
                <a:lnTo>
                  <a:pt x="765235" y="43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79" name="9wup_2_tuned_PredictedLigand_19">
            <a:extLst>
              <a:ext uri="{FF2B5EF4-FFF2-40B4-BE49-F238E27FC236}">
                <a16:creationId xmlns:a16="http://schemas.microsoft.com/office/drawing/2014/main" id="{9C868027-318C-4903-9756-27DF60ADCB6D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7774" y="697590"/>
                </a:moveTo>
                <a:lnTo>
                  <a:pt x="634580" y="5879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0" name="9wup_2_tuned_PredictedLigand_20">
            <a:extLst>
              <a:ext uri="{FF2B5EF4-FFF2-40B4-BE49-F238E27FC236}">
                <a16:creationId xmlns:a16="http://schemas.microsoft.com/office/drawing/2014/main" id="{BD3EA1C0-129A-4C64-A403-C611854F6E1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4736" y="553261"/>
                </a:moveTo>
                <a:lnTo>
                  <a:pt x="634580" y="5879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1" name="9wup_2_tuned_PredictedLigand_21">
            <a:extLst>
              <a:ext uri="{FF2B5EF4-FFF2-40B4-BE49-F238E27FC236}">
                <a16:creationId xmlns:a16="http://schemas.microsoft.com/office/drawing/2014/main" id="{304BE3F7-BFE7-4A01-96BB-0DCB35EDEF99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5235" y="433558"/>
                </a:moveTo>
                <a:lnTo>
                  <a:pt x="744736" y="5532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2" name="9wup_2_tuned_PredictedLigand_22">
            <a:extLst>
              <a:ext uri="{FF2B5EF4-FFF2-40B4-BE49-F238E27FC236}">
                <a16:creationId xmlns:a16="http://schemas.microsoft.com/office/drawing/2014/main" id="{C83B60FE-E58A-4F23-A2B1-81B7F7A7888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352" y="782153"/>
                </a:moveTo>
                <a:lnTo>
                  <a:pt x="607774" y="6975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3" name="9wup_2_tuned_PredictedLigand_23">
            <a:extLst>
              <a:ext uri="{FF2B5EF4-FFF2-40B4-BE49-F238E27FC236}">
                <a16:creationId xmlns:a16="http://schemas.microsoft.com/office/drawing/2014/main" id="{CE84152D-A099-4B2D-8F4E-0256885E819B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31" y="901846"/>
                </a:moveTo>
                <a:lnTo>
                  <a:pt x="561914" y="9398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4" name="9wup_2_tuned_PredictedLigand_24">
            <a:extLst>
              <a:ext uri="{FF2B5EF4-FFF2-40B4-BE49-F238E27FC236}">
                <a16:creationId xmlns:a16="http://schemas.microsoft.com/office/drawing/2014/main" id="{525C268C-03F8-4844-900C-B1A0A8C1C643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31" y="901846"/>
                </a:moveTo>
                <a:lnTo>
                  <a:pt x="687352" y="782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5" name="9wup_2_tuned_PredictedLigand_25">
            <a:extLst>
              <a:ext uri="{FF2B5EF4-FFF2-40B4-BE49-F238E27FC236}">
                <a16:creationId xmlns:a16="http://schemas.microsoft.com/office/drawing/2014/main" id="{DAE5FC9A-6DA6-464D-A8AA-D0B244DDD4C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352" y="782153"/>
                </a:moveTo>
                <a:lnTo>
                  <a:pt x="798458" y="7475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6" name="9wup_2_tuned_PredictedLigand_26">
            <a:extLst>
              <a:ext uri="{FF2B5EF4-FFF2-40B4-BE49-F238E27FC236}">
                <a16:creationId xmlns:a16="http://schemas.microsoft.com/office/drawing/2014/main" id="{7C6D81F3-C61C-4D4A-8740-2647ED58A84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701" y="570039"/>
                </a:moveTo>
                <a:lnTo>
                  <a:pt x="2033639" y="62886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7" name="9wup_2_tuned_PredictedLigand_27">
            <a:extLst>
              <a:ext uri="{FF2B5EF4-FFF2-40B4-BE49-F238E27FC236}">
                <a16:creationId xmlns:a16="http://schemas.microsoft.com/office/drawing/2014/main" id="{5FFEAFBF-DC2A-4166-9A41-55E1B6C3DB4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4736" y="553261"/>
                </a:moveTo>
                <a:lnTo>
                  <a:pt x="825503" y="6362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8" name="9wup_2_tuned_PredictedLigand_28">
            <a:extLst>
              <a:ext uri="{FF2B5EF4-FFF2-40B4-BE49-F238E27FC236}">
                <a16:creationId xmlns:a16="http://schemas.microsoft.com/office/drawing/2014/main" id="{61047EFA-6D54-480C-ACAA-5A7CAB58CC9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643" y="976921"/>
                </a:moveTo>
                <a:lnTo>
                  <a:pt x="658031" y="9018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9" name="9wup_2_tuned_PredictedLigand_29">
            <a:extLst>
              <a:ext uri="{FF2B5EF4-FFF2-40B4-BE49-F238E27FC236}">
                <a16:creationId xmlns:a16="http://schemas.microsoft.com/office/drawing/2014/main" id="{76041E94-4203-4343-85E1-FF24BBB36F0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5503" y="636293"/>
                </a:moveTo>
                <a:lnTo>
                  <a:pt x="798458" y="7475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0" name="9wup_2_tuned_PredictedLigand_30">
            <a:extLst>
              <a:ext uri="{FF2B5EF4-FFF2-40B4-BE49-F238E27FC236}">
                <a16:creationId xmlns:a16="http://schemas.microsoft.com/office/drawing/2014/main" id="{4AF26AB7-FCC6-44FF-9966-F05289EAE1A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906" y="460359"/>
                </a:moveTo>
                <a:lnTo>
                  <a:pt x="1865651" y="488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1" name="9wup_2_tuned_PredictedLigand_31">
            <a:extLst>
              <a:ext uri="{FF2B5EF4-FFF2-40B4-BE49-F238E27FC236}">
                <a16:creationId xmlns:a16="http://schemas.microsoft.com/office/drawing/2014/main" id="{E5F3BF34-88EB-43D7-AEC8-7DC113C8E92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209" y="944763"/>
                </a:moveTo>
                <a:lnTo>
                  <a:pt x="746643" y="976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2" name="9wup_2_tuned_PredictedLigand_32">
            <a:extLst>
              <a:ext uri="{FF2B5EF4-FFF2-40B4-BE49-F238E27FC236}">
                <a16:creationId xmlns:a16="http://schemas.microsoft.com/office/drawing/2014/main" id="{E6622355-AA74-436E-A090-60246236A779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8458" y="747502"/>
                </a:moveTo>
                <a:lnTo>
                  <a:pt x="874777" y="832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3" name="9wup_2_tuned_PredictedLigand_33">
            <a:extLst>
              <a:ext uri="{FF2B5EF4-FFF2-40B4-BE49-F238E27FC236}">
                <a16:creationId xmlns:a16="http://schemas.microsoft.com/office/drawing/2014/main" id="{ABCBB31A-18E8-4740-A057-C9FC782E764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4777" y="832941"/>
                </a:moveTo>
                <a:lnTo>
                  <a:pt x="858209" y="9447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4" name="9wup_2_tuned_PredictedLigand_34">
            <a:extLst>
              <a:ext uri="{FF2B5EF4-FFF2-40B4-BE49-F238E27FC236}">
                <a16:creationId xmlns:a16="http://schemas.microsoft.com/office/drawing/2014/main" id="{FD07585D-7054-44C5-9C97-D08731E28F71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433076"/>
                </a:moveTo>
                <a:lnTo>
                  <a:pt x="1728619" y="406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5" name="9wup_2_tuned_PredictedLigand_35">
            <a:extLst>
              <a:ext uri="{FF2B5EF4-FFF2-40B4-BE49-F238E27FC236}">
                <a16:creationId xmlns:a16="http://schemas.microsoft.com/office/drawing/2014/main" id="{7CB6820B-CC16-4B75-B61B-01D6BD7A18C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209" y="944763"/>
                </a:moveTo>
                <a:lnTo>
                  <a:pt x="936545" y="10218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6" name="9wup_2_tuned_PredictedLigand_36">
            <a:extLst>
              <a:ext uri="{FF2B5EF4-FFF2-40B4-BE49-F238E27FC236}">
                <a16:creationId xmlns:a16="http://schemas.microsoft.com/office/drawing/2014/main" id="{0694851B-9344-4CD5-9F64-13B5A135CD43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604" y="719173"/>
                </a:moveTo>
                <a:lnTo>
                  <a:pt x="2218334" y="6143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7" name="9wup_2_tuned_PredictedLigand_37">
            <a:extLst>
              <a:ext uri="{FF2B5EF4-FFF2-40B4-BE49-F238E27FC236}">
                <a16:creationId xmlns:a16="http://schemas.microsoft.com/office/drawing/2014/main" id="{72D8B738-4B6F-4156-91A2-349B5B1D2C2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808" y="614028"/>
                </a:moveTo>
                <a:lnTo>
                  <a:pt x="825503" y="6362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8" name="9wup_2_tuned_PredictedLigand_38">
            <a:extLst>
              <a:ext uri="{FF2B5EF4-FFF2-40B4-BE49-F238E27FC236}">
                <a16:creationId xmlns:a16="http://schemas.microsoft.com/office/drawing/2014/main" id="{2B4F7A94-0E94-453F-9774-7337BED46138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8334" y="614312"/>
                </a:moveTo>
                <a:lnTo>
                  <a:pt x="2112701" y="5700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9" name="9wup_2_tuned_PredictedLigand_39">
            <a:extLst>
              <a:ext uri="{FF2B5EF4-FFF2-40B4-BE49-F238E27FC236}">
                <a16:creationId xmlns:a16="http://schemas.microsoft.com/office/drawing/2014/main" id="{383A5464-4205-4C24-A131-0BD677445B03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619" y="406998"/>
                </a:moveTo>
                <a:lnTo>
                  <a:pt x="1836906" y="460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0" name="9wup_2_tuned_PredictedLigand_40">
            <a:extLst>
              <a:ext uri="{FF2B5EF4-FFF2-40B4-BE49-F238E27FC236}">
                <a16:creationId xmlns:a16="http://schemas.microsoft.com/office/drawing/2014/main" id="{7D09DC84-BB5D-47BD-A0C2-65A9805B9E7D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2743" y="634687"/>
                </a:moveTo>
                <a:lnTo>
                  <a:pt x="946808" y="6140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1" name="9wup_2_tuned_PredictedLigand_41">
            <a:extLst>
              <a:ext uri="{FF2B5EF4-FFF2-40B4-BE49-F238E27FC236}">
                <a16:creationId xmlns:a16="http://schemas.microsoft.com/office/drawing/2014/main" id="{D296D11C-9387-43A3-BB75-4A9DAF10FF55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313" y="410201"/>
                </a:moveTo>
                <a:lnTo>
                  <a:pt x="1728619" y="406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2" name="9wup_2_tuned_PredictedLigand_42">
            <a:extLst>
              <a:ext uri="{FF2B5EF4-FFF2-40B4-BE49-F238E27FC236}">
                <a16:creationId xmlns:a16="http://schemas.microsoft.com/office/drawing/2014/main" id="{E457616B-426F-4AAC-A413-4B406B6873DD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883" y="835775"/>
                </a:moveTo>
                <a:lnTo>
                  <a:pt x="1171581" y="7433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3" name="9wup_2_tuned_PredictedLigand_43">
            <a:extLst>
              <a:ext uri="{FF2B5EF4-FFF2-40B4-BE49-F238E27FC236}">
                <a16:creationId xmlns:a16="http://schemas.microsoft.com/office/drawing/2014/main" id="{6D94A2BA-F1C9-4A67-B221-F617B2F87DA1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2513" y="635525"/>
                </a:moveTo>
                <a:lnTo>
                  <a:pt x="1164976" y="5426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4" name="9wup_2_tuned_PredictedLigand_44">
            <a:extLst>
              <a:ext uri="{FF2B5EF4-FFF2-40B4-BE49-F238E27FC236}">
                <a16:creationId xmlns:a16="http://schemas.microsoft.com/office/drawing/2014/main" id="{4E15F7BC-FE9E-4A03-851E-9DE9225D4626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1581" y="743382"/>
                </a:moveTo>
                <a:lnTo>
                  <a:pt x="1112513" y="6355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5" name="9wup_2_tuned_PredictedLigand_45">
            <a:extLst>
              <a:ext uri="{FF2B5EF4-FFF2-40B4-BE49-F238E27FC236}">
                <a16:creationId xmlns:a16="http://schemas.microsoft.com/office/drawing/2014/main" id="{E8425A38-F025-4BEA-8C3B-80EC4E127FD7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2513" y="635525"/>
                </a:moveTo>
                <a:lnTo>
                  <a:pt x="982743" y="6346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6" name="9wup_2_tuned_PredictedLigand_46">
            <a:extLst>
              <a:ext uri="{FF2B5EF4-FFF2-40B4-BE49-F238E27FC236}">
                <a16:creationId xmlns:a16="http://schemas.microsoft.com/office/drawing/2014/main" id="{0F4E84E7-F2E9-4C29-80F4-D0B13533F467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2743" y="634687"/>
                </a:moveTo>
                <a:lnTo>
                  <a:pt x="926026" y="553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7" name="9wup_2_tuned_PredictedLigand_47">
            <a:extLst>
              <a:ext uri="{FF2B5EF4-FFF2-40B4-BE49-F238E27FC236}">
                <a16:creationId xmlns:a16="http://schemas.microsoft.com/office/drawing/2014/main" id="{1086987F-8593-4A25-8551-D17A0B1A4729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528" y="517616"/>
                </a:moveTo>
                <a:lnTo>
                  <a:pt x="1646313" y="4102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wup_2_tuned_PredictedLigand_48">
            <a:extLst>
              <a:ext uri="{FF2B5EF4-FFF2-40B4-BE49-F238E27FC236}">
                <a16:creationId xmlns:a16="http://schemas.microsoft.com/office/drawing/2014/main" id="{078B57E4-430A-4ECD-BCBA-CEA5E155D74B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1581" y="743382"/>
                </a:moveTo>
                <a:lnTo>
                  <a:pt x="1262262" y="7600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wup_2_tuned_PredictedLigand_49">
            <a:extLst>
              <a:ext uri="{FF2B5EF4-FFF2-40B4-BE49-F238E27FC236}">
                <a16:creationId xmlns:a16="http://schemas.microsoft.com/office/drawing/2014/main" id="{48DDC91B-06AD-498C-90D3-BACE67D60A5D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2262" y="760067"/>
                </a:moveTo>
                <a:lnTo>
                  <a:pt x="1279981" y="6668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wup_2_tuned_PredictedLigand_50">
            <a:extLst>
              <a:ext uri="{FF2B5EF4-FFF2-40B4-BE49-F238E27FC236}">
                <a16:creationId xmlns:a16="http://schemas.microsoft.com/office/drawing/2014/main" id="{16E8984B-D39B-437A-8BE1-8292CA102460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0337" y="527614"/>
                </a:moveTo>
                <a:lnTo>
                  <a:pt x="1653528" y="5176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wup_2_tuned_PredictedLigand_51">
            <a:extLst>
              <a:ext uri="{FF2B5EF4-FFF2-40B4-BE49-F238E27FC236}">
                <a16:creationId xmlns:a16="http://schemas.microsoft.com/office/drawing/2014/main" id="{DBCF4020-5669-4F27-8F3F-A062B9FC8F7E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0365" y="626411"/>
                </a:moveTo>
                <a:lnTo>
                  <a:pt x="1580337" y="5276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wup_2_tuned_PredictedLigand_52">
            <a:extLst>
              <a:ext uri="{FF2B5EF4-FFF2-40B4-BE49-F238E27FC236}">
                <a16:creationId xmlns:a16="http://schemas.microsoft.com/office/drawing/2014/main" id="{7AE2899C-DF95-4AFE-8122-707A8E1D0939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0337" y="527614"/>
                </a:moveTo>
                <a:lnTo>
                  <a:pt x="1517569" y="4185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wup_2_tuned_PredictedLigand_53">
            <a:extLst>
              <a:ext uri="{FF2B5EF4-FFF2-40B4-BE49-F238E27FC236}">
                <a16:creationId xmlns:a16="http://schemas.microsoft.com/office/drawing/2014/main" id="{7FCB934B-22E5-4DDC-BB69-3A01BFE350D6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333" y="671740"/>
                </a:moveTo>
                <a:lnTo>
                  <a:pt x="1490365" y="6264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wup_2_tuned_PredictedLigand_54">
            <a:extLst>
              <a:ext uri="{FF2B5EF4-FFF2-40B4-BE49-F238E27FC236}">
                <a16:creationId xmlns:a16="http://schemas.microsoft.com/office/drawing/2014/main" id="{F7F952FD-0F34-41FA-BFBE-FA92A7251F70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9981" y="666836"/>
                </a:moveTo>
                <a:lnTo>
                  <a:pt x="1388333" y="6717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wup_2_tuned_PredictedLigand_55">
            <a:extLst>
              <a:ext uri="{FF2B5EF4-FFF2-40B4-BE49-F238E27FC236}">
                <a16:creationId xmlns:a16="http://schemas.microsoft.com/office/drawing/2014/main" id="{89940DB4-89D9-4101-8780-FA6BDF1D370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0337" y="527614"/>
                </a:moveTo>
                <a:lnTo>
                  <a:pt x="1649706" y="559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wup_2_tuned_PredictedLigand_56">
            <a:extLst>
              <a:ext uri="{FF2B5EF4-FFF2-40B4-BE49-F238E27FC236}">
                <a16:creationId xmlns:a16="http://schemas.microsoft.com/office/drawing/2014/main" id="{EF0FC553-ABEC-43B8-9112-64BCFB8A11E4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333" y="671740"/>
                </a:moveTo>
                <a:lnTo>
                  <a:pt x="1407066" y="7873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wup_2_tuned_PredictedLigand_57">
            <a:extLst>
              <a:ext uri="{FF2B5EF4-FFF2-40B4-BE49-F238E27FC236}">
                <a16:creationId xmlns:a16="http://schemas.microsoft.com/office/drawing/2014/main" id="{52492DC4-5A4A-4865-BA95-7364F6246E1C}"/>
              </a:ext>
            </a:extLst>
          </p:cNvPr>
          <p:cNvSpPr>
            <a:spLocks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333" y="671740"/>
                </a:moveTo>
                <a:lnTo>
                  <a:pt x="1385597" y="5958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wup_2_tuned_PredictedAtoms_0">
            <a:extLst>
              <a:ext uri="{FF2B5EF4-FFF2-40B4-BE49-F238E27FC236}">
                <a16:creationId xmlns:a16="http://schemas.microsoft.com/office/drawing/2014/main" id="{D2F5842A-7ED8-4CAA-96BA-64353C8C934B}"/>
              </a:ext>
            </a:extLst>
          </p:cNvPr>
          <p:cNvSpPr>
            <a:spLocks/>
          </p:cNvSpPr>
          <p:nvPr/>
        </p:nvSpPr>
        <p:spPr>
          <a:xfrm>
            <a:off x="4294090" y="34008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9" name="9wup_2_tuned_PredictedAtoms_1">
            <a:extLst>
              <a:ext uri="{FF2B5EF4-FFF2-40B4-BE49-F238E27FC236}">
                <a16:creationId xmlns:a16="http://schemas.microsoft.com/office/drawing/2014/main" id="{F2370DB5-4257-4D60-9981-12BDD66F4707}"/>
              </a:ext>
            </a:extLst>
          </p:cNvPr>
          <p:cNvSpPr>
            <a:spLocks/>
          </p:cNvSpPr>
          <p:nvPr/>
        </p:nvSpPr>
        <p:spPr>
          <a:xfrm>
            <a:off x="4355788" y="33084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0" name="9wup_2_tuned_PredictedAtoms_2">
            <a:extLst>
              <a:ext uri="{FF2B5EF4-FFF2-40B4-BE49-F238E27FC236}">
                <a16:creationId xmlns:a16="http://schemas.microsoft.com/office/drawing/2014/main" id="{94F2FCE1-759C-4E80-A83B-E692D1EF4F96}"/>
              </a:ext>
            </a:extLst>
          </p:cNvPr>
          <p:cNvSpPr>
            <a:spLocks/>
          </p:cNvSpPr>
          <p:nvPr/>
        </p:nvSpPr>
        <p:spPr>
          <a:xfrm>
            <a:off x="4446470" y="33251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1" name="9wup_2_tuned_PredictedAtoms_3">
            <a:extLst>
              <a:ext uri="{FF2B5EF4-FFF2-40B4-BE49-F238E27FC236}">
                <a16:creationId xmlns:a16="http://schemas.microsoft.com/office/drawing/2014/main" id="{12D8AD78-27CB-4B76-92C6-7CC3B5AC64A5}"/>
              </a:ext>
            </a:extLst>
          </p:cNvPr>
          <p:cNvSpPr>
            <a:spLocks/>
          </p:cNvSpPr>
          <p:nvPr/>
        </p:nvSpPr>
        <p:spPr>
          <a:xfrm>
            <a:off x="4464189" y="32319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2" name="9wup_2_tuned_PredictedAtoms_4">
            <a:extLst>
              <a:ext uri="{FF2B5EF4-FFF2-40B4-BE49-F238E27FC236}">
                <a16:creationId xmlns:a16="http://schemas.microsoft.com/office/drawing/2014/main" id="{975265BC-8A34-4132-90AA-992780D04320}"/>
              </a:ext>
            </a:extLst>
          </p:cNvPr>
          <p:cNvSpPr>
            <a:spLocks/>
          </p:cNvSpPr>
          <p:nvPr/>
        </p:nvSpPr>
        <p:spPr>
          <a:xfrm>
            <a:off x="4572541" y="32368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3" name="9wup_2_tuned_PredictedAtoms_5">
            <a:extLst>
              <a:ext uri="{FF2B5EF4-FFF2-40B4-BE49-F238E27FC236}">
                <a16:creationId xmlns:a16="http://schemas.microsoft.com/office/drawing/2014/main" id="{41F347F2-6DD6-438E-8334-7BF6BBDE52B6}"/>
              </a:ext>
            </a:extLst>
          </p:cNvPr>
          <p:cNvSpPr>
            <a:spLocks/>
          </p:cNvSpPr>
          <p:nvPr/>
        </p:nvSpPr>
        <p:spPr>
          <a:xfrm>
            <a:off x="4591273" y="33524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4" name="9wup_2_tuned_PredictedAtoms_6">
            <a:extLst>
              <a:ext uri="{FF2B5EF4-FFF2-40B4-BE49-F238E27FC236}">
                <a16:creationId xmlns:a16="http://schemas.microsoft.com/office/drawing/2014/main" id="{E7FF7633-C545-41E3-9EBE-01B60D4FA8D1}"/>
              </a:ext>
            </a:extLst>
          </p:cNvPr>
          <p:cNvSpPr>
            <a:spLocks/>
          </p:cNvSpPr>
          <p:nvPr/>
        </p:nvSpPr>
        <p:spPr>
          <a:xfrm>
            <a:off x="4569804" y="3160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5" name="9wup_2_tuned_PredictedAtoms_7">
            <a:extLst>
              <a:ext uri="{FF2B5EF4-FFF2-40B4-BE49-F238E27FC236}">
                <a16:creationId xmlns:a16="http://schemas.microsoft.com/office/drawing/2014/main" id="{5C649DC5-A9B7-44E0-A4C0-A9A6DA8B73D2}"/>
              </a:ext>
            </a:extLst>
          </p:cNvPr>
          <p:cNvSpPr>
            <a:spLocks/>
          </p:cNvSpPr>
          <p:nvPr/>
        </p:nvSpPr>
        <p:spPr>
          <a:xfrm>
            <a:off x="4674572" y="31914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6" name="9wup_2_tuned_PredictedAtoms_8">
            <a:extLst>
              <a:ext uri="{FF2B5EF4-FFF2-40B4-BE49-F238E27FC236}">
                <a16:creationId xmlns:a16="http://schemas.microsoft.com/office/drawing/2014/main" id="{11AECB93-4893-4A57-A5A5-6BF5EDF7BB0E}"/>
              </a:ext>
            </a:extLst>
          </p:cNvPr>
          <p:cNvSpPr>
            <a:spLocks/>
          </p:cNvSpPr>
          <p:nvPr/>
        </p:nvSpPr>
        <p:spPr>
          <a:xfrm>
            <a:off x="4764545" y="3092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7" name="9wup_2_tuned_PredictedAtoms_9">
            <a:extLst>
              <a:ext uri="{FF2B5EF4-FFF2-40B4-BE49-F238E27FC236}">
                <a16:creationId xmlns:a16="http://schemas.microsoft.com/office/drawing/2014/main" id="{CD62BD38-6FCC-4CFA-938F-CF444B137143}"/>
              </a:ext>
            </a:extLst>
          </p:cNvPr>
          <p:cNvSpPr>
            <a:spLocks/>
          </p:cNvSpPr>
          <p:nvPr/>
        </p:nvSpPr>
        <p:spPr>
          <a:xfrm>
            <a:off x="4833913" y="31249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8" name="9wup_2_tuned_PredictedAtoms_10">
            <a:extLst>
              <a:ext uri="{FF2B5EF4-FFF2-40B4-BE49-F238E27FC236}">
                <a16:creationId xmlns:a16="http://schemas.microsoft.com/office/drawing/2014/main" id="{9C6365D8-80E7-4046-81D1-B4C91E6DB8D8}"/>
              </a:ext>
            </a:extLst>
          </p:cNvPr>
          <p:cNvSpPr>
            <a:spLocks/>
          </p:cNvSpPr>
          <p:nvPr/>
        </p:nvSpPr>
        <p:spPr>
          <a:xfrm>
            <a:off x="4701777" y="29836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9" name="9wup_2_tuned_PredictedAtoms_11">
            <a:extLst>
              <a:ext uri="{FF2B5EF4-FFF2-40B4-BE49-F238E27FC236}">
                <a16:creationId xmlns:a16="http://schemas.microsoft.com/office/drawing/2014/main" id="{A44EBB59-826C-4ECD-BBA2-8A25067DB178}"/>
              </a:ext>
            </a:extLst>
          </p:cNvPr>
          <p:cNvSpPr>
            <a:spLocks/>
          </p:cNvSpPr>
          <p:nvPr/>
        </p:nvSpPr>
        <p:spPr>
          <a:xfrm>
            <a:off x="4837736" y="3082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0" name="9wup_2_tuned_PredictedAtoms_12">
            <a:extLst>
              <a:ext uri="{FF2B5EF4-FFF2-40B4-BE49-F238E27FC236}">
                <a16:creationId xmlns:a16="http://schemas.microsoft.com/office/drawing/2014/main" id="{7A8E52FF-EC28-47FD-884C-2FF3D290A34A}"/>
              </a:ext>
            </a:extLst>
          </p:cNvPr>
          <p:cNvSpPr>
            <a:spLocks/>
          </p:cNvSpPr>
          <p:nvPr/>
        </p:nvSpPr>
        <p:spPr>
          <a:xfrm>
            <a:off x="4830521" y="29752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1" name="9wup_2_tuned_PredictedAtoms_13">
            <a:extLst>
              <a:ext uri="{FF2B5EF4-FFF2-40B4-BE49-F238E27FC236}">
                <a16:creationId xmlns:a16="http://schemas.microsoft.com/office/drawing/2014/main" id="{27B35DF9-69D5-486B-AA25-669E5B89B879}"/>
              </a:ext>
            </a:extLst>
          </p:cNvPr>
          <p:cNvSpPr>
            <a:spLocks/>
          </p:cNvSpPr>
          <p:nvPr/>
        </p:nvSpPr>
        <p:spPr>
          <a:xfrm>
            <a:off x="4912826" y="29720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2" name="9wup_2_tuned_PredictedAtoms_14">
            <a:extLst>
              <a:ext uri="{FF2B5EF4-FFF2-40B4-BE49-F238E27FC236}">
                <a16:creationId xmlns:a16="http://schemas.microsoft.com/office/drawing/2014/main" id="{7B6786C7-3660-4D30-B011-1C26FC7F4658}"/>
              </a:ext>
            </a:extLst>
          </p:cNvPr>
          <p:cNvSpPr>
            <a:spLocks/>
          </p:cNvSpPr>
          <p:nvPr/>
        </p:nvSpPr>
        <p:spPr>
          <a:xfrm>
            <a:off x="5021114" y="30254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3" name="9wup_2_tuned_PredictedAtoms_15">
            <a:extLst>
              <a:ext uri="{FF2B5EF4-FFF2-40B4-BE49-F238E27FC236}">
                <a16:creationId xmlns:a16="http://schemas.microsoft.com/office/drawing/2014/main" id="{DA98E3ED-9441-4D0B-8075-77272F535C24}"/>
              </a:ext>
            </a:extLst>
          </p:cNvPr>
          <p:cNvSpPr>
            <a:spLocks/>
          </p:cNvSpPr>
          <p:nvPr/>
        </p:nvSpPr>
        <p:spPr>
          <a:xfrm>
            <a:off x="5049858" y="30533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4" name="9wup_2_tuned_PredictedAtoms_16">
            <a:extLst>
              <a:ext uri="{FF2B5EF4-FFF2-40B4-BE49-F238E27FC236}">
                <a16:creationId xmlns:a16="http://schemas.microsoft.com/office/drawing/2014/main" id="{6F585F7A-F472-4ABC-8FCF-7344DE901185}"/>
              </a:ext>
            </a:extLst>
          </p:cNvPr>
          <p:cNvSpPr>
            <a:spLocks/>
          </p:cNvSpPr>
          <p:nvPr/>
        </p:nvSpPr>
        <p:spPr>
          <a:xfrm>
            <a:off x="5109084" y="31654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5" name="9wup_2_tuned_PredictedAtoms_17">
            <a:extLst>
              <a:ext uri="{FF2B5EF4-FFF2-40B4-BE49-F238E27FC236}">
                <a16:creationId xmlns:a16="http://schemas.microsoft.com/office/drawing/2014/main" id="{06E7E3A8-F298-4704-ABF3-2F90092206FC}"/>
              </a:ext>
            </a:extLst>
          </p:cNvPr>
          <p:cNvSpPr>
            <a:spLocks/>
          </p:cNvSpPr>
          <p:nvPr/>
        </p:nvSpPr>
        <p:spPr>
          <a:xfrm>
            <a:off x="5063063" y="32583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6" name="9wup_2_tuned_PredictedAtoms_18">
            <a:extLst>
              <a:ext uri="{FF2B5EF4-FFF2-40B4-BE49-F238E27FC236}">
                <a16:creationId xmlns:a16="http://schemas.microsoft.com/office/drawing/2014/main" id="{02B5E729-D36F-42D6-9CAF-A90DB55EB8A3}"/>
              </a:ext>
            </a:extLst>
          </p:cNvPr>
          <p:cNvSpPr>
            <a:spLocks/>
          </p:cNvSpPr>
          <p:nvPr/>
        </p:nvSpPr>
        <p:spPr>
          <a:xfrm>
            <a:off x="5140344" y="3343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7" name="9wup_2_tuned_PredictedAtoms_19">
            <a:extLst>
              <a:ext uri="{FF2B5EF4-FFF2-40B4-BE49-F238E27FC236}">
                <a16:creationId xmlns:a16="http://schemas.microsoft.com/office/drawing/2014/main" id="{6513F339-8F20-438E-B266-762296584E6B}"/>
              </a:ext>
            </a:extLst>
          </p:cNvPr>
          <p:cNvSpPr>
            <a:spLocks/>
          </p:cNvSpPr>
          <p:nvPr/>
        </p:nvSpPr>
        <p:spPr>
          <a:xfrm>
            <a:off x="5240022" y="3304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8" name="9wup_2_tuned_PredictedAtoms_20">
            <a:extLst>
              <a:ext uri="{FF2B5EF4-FFF2-40B4-BE49-F238E27FC236}">
                <a16:creationId xmlns:a16="http://schemas.microsoft.com/office/drawing/2014/main" id="{A5F81B3F-5943-4971-876B-AA6563F5C4C3}"/>
              </a:ext>
            </a:extLst>
          </p:cNvPr>
          <p:cNvSpPr>
            <a:spLocks/>
          </p:cNvSpPr>
          <p:nvPr/>
        </p:nvSpPr>
        <p:spPr>
          <a:xfrm>
            <a:off x="5350427" y="33497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9" name="9wup_2_tuned_PredictedAtoms_21">
            <a:extLst>
              <a:ext uri="{FF2B5EF4-FFF2-40B4-BE49-F238E27FC236}">
                <a16:creationId xmlns:a16="http://schemas.microsoft.com/office/drawing/2014/main" id="{C581D9C9-A3CB-4D00-A0B7-9EC7203523D4}"/>
              </a:ext>
            </a:extLst>
          </p:cNvPr>
          <p:cNvSpPr>
            <a:spLocks/>
          </p:cNvSpPr>
          <p:nvPr/>
        </p:nvSpPr>
        <p:spPr>
          <a:xfrm>
            <a:off x="5380053" y="34524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0" name="9wup_2_tuned_PredictedAtoms_22">
            <a:extLst>
              <a:ext uri="{FF2B5EF4-FFF2-40B4-BE49-F238E27FC236}">
                <a16:creationId xmlns:a16="http://schemas.microsoft.com/office/drawing/2014/main" id="{BEADAFFC-B250-4CA4-86A1-018A1FEDE232}"/>
              </a:ext>
            </a:extLst>
          </p:cNvPr>
          <p:cNvSpPr>
            <a:spLocks/>
          </p:cNvSpPr>
          <p:nvPr/>
        </p:nvSpPr>
        <p:spPr>
          <a:xfrm>
            <a:off x="5428812" y="3284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1" name="9wup_2_tuned_PredictedAtoms_23">
            <a:extLst>
              <a:ext uri="{FF2B5EF4-FFF2-40B4-BE49-F238E27FC236}">
                <a16:creationId xmlns:a16="http://schemas.microsoft.com/office/drawing/2014/main" id="{C94F8C72-B121-4326-AF93-1777D000672E}"/>
              </a:ext>
            </a:extLst>
          </p:cNvPr>
          <p:cNvSpPr>
            <a:spLocks/>
          </p:cNvSpPr>
          <p:nvPr/>
        </p:nvSpPr>
        <p:spPr>
          <a:xfrm>
            <a:off x="5402541" y="31793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2" name="9wup_2_tuned_PredictedAtoms_24">
            <a:extLst>
              <a:ext uri="{FF2B5EF4-FFF2-40B4-BE49-F238E27FC236}">
                <a16:creationId xmlns:a16="http://schemas.microsoft.com/office/drawing/2014/main" id="{BCAED017-91E8-4FAE-ADAB-C489DD813C77}"/>
              </a:ext>
            </a:extLst>
          </p:cNvPr>
          <p:cNvSpPr>
            <a:spLocks/>
          </p:cNvSpPr>
          <p:nvPr/>
        </p:nvSpPr>
        <p:spPr>
          <a:xfrm>
            <a:off x="5296909" y="31351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3" name="9wup_2_tuned_PredictedAtoms_25">
            <a:extLst>
              <a:ext uri="{FF2B5EF4-FFF2-40B4-BE49-F238E27FC236}">
                <a16:creationId xmlns:a16="http://schemas.microsoft.com/office/drawing/2014/main" id="{6EC7EFBC-4937-4C65-A104-5AAB68636539}"/>
              </a:ext>
            </a:extLst>
          </p:cNvPr>
          <p:cNvSpPr>
            <a:spLocks/>
          </p:cNvSpPr>
          <p:nvPr/>
        </p:nvSpPr>
        <p:spPr>
          <a:xfrm>
            <a:off x="5217846" y="31939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wup_2_tuned_PredictedAtoms_26">
            <a:extLst>
              <a:ext uri="{FF2B5EF4-FFF2-40B4-BE49-F238E27FC236}">
                <a16:creationId xmlns:a16="http://schemas.microsoft.com/office/drawing/2014/main" id="{85C8F3C8-594D-4FBF-B738-ED24B415243E}"/>
              </a:ext>
            </a:extLst>
          </p:cNvPr>
          <p:cNvSpPr>
            <a:spLocks/>
          </p:cNvSpPr>
          <p:nvPr/>
        </p:nvSpPr>
        <p:spPr>
          <a:xfrm>
            <a:off x="4943197" y="30361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wup_2_tuned_PredictedAtoms_27">
            <a:extLst>
              <a:ext uri="{FF2B5EF4-FFF2-40B4-BE49-F238E27FC236}">
                <a16:creationId xmlns:a16="http://schemas.microsoft.com/office/drawing/2014/main" id="{4FB1E975-E81B-4DAF-BBBD-23D3D663C9C9}"/>
              </a:ext>
            </a:extLst>
          </p:cNvPr>
          <p:cNvSpPr>
            <a:spLocks/>
          </p:cNvSpPr>
          <p:nvPr/>
        </p:nvSpPr>
        <p:spPr>
          <a:xfrm>
            <a:off x="4951217" y="29581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wup_2_tuned_PredictedAtoms_28">
            <a:extLst>
              <a:ext uri="{FF2B5EF4-FFF2-40B4-BE49-F238E27FC236}">
                <a16:creationId xmlns:a16="http://schemas.microsoft.com/office/drawing/2014/main" id="{7CB1459E-5A39-445C-9157-F54A95D91478}"/>
              </a:ext>
            </a:extLst>
          </p:cNvPr>
          <p:cNvSpPr>
            <a:spLocks/>
          </p:cNvSpPr>
          <p:nvPr/>
        </p:nvSpPr>
        <p:spPr>
          <a:xfrm>
            <a:off x="4855185" y="29981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wup_2_tuned_PredictedAtoms_29">
            <a:extLst>
              <a:ext uri="{FF2B5EF4-FFF2-40B4-BE49-F238E27FC236}">
                <a16:creationId xmlns:a16="http://schemas.microsoft.com/office/drawing/2014/main" id="{2BCDC56B-C8B3-4768-8D84-D1C22C1322CE}"/>
              </a:ext>
            </a:extLst>
          </p:cNvPr>
          <p:cNvSpPr>
            <a:spLocks/>
          </p:cNvSpPr>
          <p:nvPr/>
        </p:nvSpPr>
        <p:spPr>
          <a:xfrm>
            <a:off x="4795093" y="29048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wup_2_tuned_PredictedAtoms_30">
            <a:extLst>
              <a:ext uri="{FF2B5EF4-FFF2-40B4-BE49-F238E27FC236}">
                <a16:creationId xmlns:a16="http://schemas.microsoft.com/office/drawing/2014/main" id="{15A0BB66-5DF8-4738-B034-82D2CFFD898C}"/>
              </a:ext>
            </a:extLst>
          </p:cNvPr>
          <p:cNvSpPr>
            <a:spLocks/>
          </p:cNvSpPr>
          <p:nvPr/>
        </p:nvSpPr>
        <p:spPr>
          <a:xfrm>
            <a:off x="4296721" y="320060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wup_2_tuned_PredictedAtoms_31">
            <a:extLst>
              <a:ext uri="{FF2B5EF4-FFF2-40B4-BE49-F238E27FC236}">
                <a16:creationId xmlns:a16="http://schemas.microsoft.com/office/drawing/2014/main" id="{27BE8C51-527A-4A80-853E-2CACF8676033}"/>
              </a:ext>
            </a:extLst>
          </p:cNvPr>
          <p:cNvSpPr>
            <a:spLocks/>
          </p:cNvSpPr>
          <p:nvPr/>
        </p:nvSpPr>
        <p:spPr>
          <a:xfrm>
            <a:off x="4349183" y="31077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wup_2_tuned_PredictedAtoms_32">
            <a:extLst>
              <a:ext uri="{FF2B5EF4-FFF2-40B4-BE49-F238E27FC236}">
                <a16:creationId xmlns:a16="http://schemas.microsoft.com/office/drawing/2014/main" id="{215507EB-3875-4EAF-A22F-DFAEA1D65A37}"/>
              </a:ext>
            </a:extLst>
          </p:cNvPr>
          <p:cNvSpPr>
            <a:spLocks/>
          </p:cNvSpPr>
          <p:nvPr/>
        </p:nvSpPr>
        <p:spPr>
          <a:xfrm>
            <a:off x="4166950" y="31997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wup_2_tuned_PredictedAtoms_33">
            <a:extLst>
              <a:ext uri="{FF2B5EF4-FFF2-40B4-BE49-F238E27FC236}">
                <a16:creationId xmlns:a16="http://schemas.microsoft.com/office/drawing/2014/main" id="{BC03873C-1C98-4AF9-B706-D7BDE5264C62}"/>
              </a:ext>
            </a:extLst>
          </p:cNvPr>
          <p:cNvSpPr>
            <a:spLocks/>
          </p:cNvSpPr>
          <p:nvPr/>
        </p:nvSpPr>
        <p:spPr>
          <a:xfrm>
            <a:off x="4110234" y="31182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wup_2_tuned_PredictedAtoms_34">
            <a:extLst>
              <a:ext uri="{FF2B5EF4-FFF2-40B4-BE49-F238E27FC236}">
                <a16:creationId xmlns:a16="http://schemas.microsoft.com/office/drawing/2014/main" id="{43796B76-A2D0-4767-BA7B-61A3086E1313}"/>
              </a:ext>
            </a:extLst>
          </p:cNvPr>
          <p:cNvSpPr>
            <a:spLocks/>
          </p:cNvSpPr>
          <p:nvPr/>
        </p:nvSpPr>
        <p:spPr>
          <a:xfrm>
            <a:off x="4131016" y="31791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wup_2_tuned_PredictedAtoms_35">
            <a:extLst>
              <a:ext uri="{FF2B5EF4-FFF2-40B4-BE49-F238E27FC236}">
                <a16:creationId xmlns:a16="http://schemas.microsoft.com/office/drawing/2014/main" id="{64F83D95-1722-4BEF-B515-A57DE18F7DE7}"/>
              </a:ext>
            </a:extLst>
          </p:cNvPr>
          <p:cNvSpPr>
            <a:spLocks/>
          </p:cNvSpPr>
          <p:nvPr/>
        </p:nvSpPr>
        <p:spPr>
          <a:xfrm>
            <a:off x="4009711" y="32013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wup_2_tuned_PredictedAtoms_36">
            <a:extLst>
              <a:ext uri="{FF2B5EF4-FFF2-40B4-BE49-F238E27FC236}">
                <a16:creationId xmlns:a16="http://schemas.microsoft.com/office/drawing/2014/main" id="{A7E25E91-6526-4B8A-BA39-80884FACF8AE}"/>
              </a:ext>
            </a:extLst>
          </p:cNvPr>
          <p:cNvSpPr>
            <a:spLocks/>
          </p:cNvSpPr>
          <p:nvPr/>
        </p:nvSpPr>
        <p:spPr>
          <a:xfrm>
            <a:off x="3982666" y="33125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wup_2_tuned_PredictedAtoms_37">
            <a:extLst>
              <a:ext uri="{FF2B5EF4-FFF2-40B4-BE49-F238E27FC236}">
                <a16:creationId xmlns:a16="http://schemas.microsoft.com/office/drawing/2014/main" id="{9E1A8440-9655-4B90-B7BA-86CEB30CC470}"/>
              </a:ext>
            </a:extLst>
          </p:cNvPr>
          <p:cNvSpPr>
            <a:spLocks/>
          </p:cNvSpPr>
          <p:nvPr/>
        </p:nvSpPr>
        <p:spPr>
          <a:xfrm>
            <a:off x="4058985" y="33980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wup_2_tuned_PredictedAtoms_38">
            <a:extLst>
              <a:ext uri="{FF2B5EF4-FFF2-40B4-BE49-F238E27FC236}">
                <a16:creationId xmlns:a16="http://schemas.microsoft.com/office/drawing/2014/main" id="{99074B7A-80B3-484D-BC54-39847280CE6D}"/>
              </a:ext>
            </a:extLst>
          </p:cNvPr>
          <p:cNvSpPr>
            <a:spLocks/>
          </p:cNvSpPr>
          <p:nvPr/>
        </p:nvSpPr>
        <p:spPr>
          <a:xfrm>
            <a:off x="4042416" y="35098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wup_2_tuned_PredictedAtoms_39">
            <a:extLst>
              <a:ext uri="{FF2B5EF4-FFF2-40B4-BE49-F238E27FC236}">
                <a16:creationId xmlns:a16="http://schemas.microsoft.com/office/drawing/2014/main" id="{6664E72E-B22D-4B72-A668-5B14AEE0F2F6}"/>
              </a:ext>
            </a:extLst>
          </p:cNvPr>
          <p:cNvSpPr>
            <a:spLocks/>
          </p:cNvSpPr>
          <p:nvPr/>
        </p:nvSpPr>
        <p:spPr>
          <a:xfrm>
            <a:off x="4120753" y="358690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wup_2_tuned_PredictedAtoms_40">
            <a:extLst>
              <a:ext uri="{FF2B5EF4-FFF2-40B4-BE49-F238E27FC236}">
                <a16:creationId xmlns:a16="http://schemas.microsoft.com/office/drawing/2014/main" id="{E591AEB5-764E-4CB3-9F63-A787E638A124}"/>
              </a:ext>
            </a:extLst>
          </p:cNvPr>
          <p:cNvSpPr>
            <a:spLocks/>
          </p:cNvSpPr>
          <p:nvPr/>
        </p:nvSpPr>
        <p:spPr>
          <a:xfrm>
            <a:off x="3930851" y="35420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wup_2_tuned_PredictedAtoms_41">
            <a:extLst>
              <a:ext uri="{FF2B5EF4-FFF2-40B4-BE49-F238E27FC236}">
                <a16:creationId xmlns:a16="http://schemas.microsoft.com/office/drawing/2014/main" id="{BBFBD5FB-48E1-4496-8286-CB8F745A3A94}"/>
              </a:ext>
            </a:extLst>
          </p:cNvPr>
          <p:cNvSpPr>
            <a:spLocks/>
          </p:cNvSpPr>
          <p:nvPr/>
        </p:nvSpPr>
        <p:spPr>
          <a:xfrm>
            <a:off x="3842239" y="34669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wup_2_tuned_PredictedAtoms_42">
            <a:extLst>
              <a:ext uri="{FF2B5EF4-FFF2-40B4-BE49-F238E27FC236}">
                <a16:creationId xmlns:a16="http://schemas.microsoft.com/office/drawing/2014/main" id="{A9B769A9-4D5B-4AE3-9C6C-A7F798759D44}"/>
              </a:ext>
            </a:extLst>
          </p:cNvPr>
          <p:cNvSpPr>
            <a:spLocks/>
          </p:cNvSpPr>
          <p:nvPr/>
        </p:nvSpPr>
        <p:spPr>
          <a:xfrm>
            <a:off x="3746122" y="35048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wup_2_tuned_PredictedAtoms_43">
            <a:extLst>
              <a:ext uri="{FF2B5EF4-FFF2-40B4-BE49-F238E27FC236}">
                <a16:creationId xmlns:a16="http://schemas.microsoft.com/office/drawing/2014/main" id="{EC0DBCC7-E91B-433C-98BC-21A24FBC3E20}"/>
              </a:ext>
            </a:extLst>
          </p:cNvPr>
          <p:cNvSpPr>
            <a:spLocks/>
          </p:cNvSpPr>
          <p:nvPr/>
        </p:nvSpPr>
        <p:spPr>
          <a:xfrm>
            <a:off x="3871560" y="33472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wup_2_tuned_PredictedAtoms_44">
            <a:extLst>
              <a:ext uri="{FF2B5EF4-FFF2-40B4-BE49-F238E27FC236}">
                <a16:creationId xmlns:a16="http://schemas.microsoft.com/office/drawing/2014/main" id="{0E8414DE-265A-475D-B795-12C19A52511D}"/>
              </a:ext>
            </a:extLst>
          </p:cNvPr>
          <p:cNvSpPr>
            <a:spLocks/>
          </p:cNvSpPr>
          <p:nvPr/>
        </p:nvSpPr>
        <p:spPr>
          <a:xfrm>
            <a:off x="3791982" y="32626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wup_2_tuned_PredictedAtoms_45">
            <a:extLst>
              <a:ext uri="{FF2B5EF4-FFF2-40B4-BE49-F238E27FC236}">
                <a16:creationId xmlns:a16="http://schemas.microsoft.com/office/drawing/2014/main" id="{18D865B3-A141-47D0-AE6C-832F23CE4A87}"/>
              </a:ext>
            </a:extLst>
          </p:cNvPr>
          <p:cNvSpPr>
            <a:spLocks/>
          </p:cNvSpPr>
          <p:nvPr/>
        </p:nvSpPr>
        <p:spPr>
          <a:xfrm>
            <a:off x="3818788" y="31530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wup_2_tuned_PredictedAtoms_46">
            <a:extLst>
              <a:ext uri="{FF2B5EF4-FFF2-40B4-BE49-F238E27FC236}">
                <a16:creationId xmlns:a16="http://schemas.microsoft.com/office/drawing/2014/main" id="{844CF9CA-1C43-4025-AE19-DE5CB9FEBDD6}"/>
              </a:ext>
            </a:extLst>
          </p:cNvPr>
          <p:cNvSpPr>
            <a:spLocks/>
          </p:cNvSpPr>
          <p:nvPr/>
        </p:nvSpPr>
        <p:spPr>
          <a:xfrm>
            <a:off x="3732844" y="30700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wup_2_tuned_PredictedAtoms_47">
            <a:extLst>
              <a:ext uri="{FF2B5EF4-FFF2-40B4-BE49-F238E27FC236}">
                <a16:creationId xmlns:a16="http://schemas.microsoft.com/office/drawing/2014/main" id="{41E29224-0BB6-4416-AFC9-ADBAC5A3884C}"/>
              </a:ext>
            </a:extLst>
          </p:cNvPr>
          <p:cNvSpPr>
            <a:spLocks/>
          </p:cNvSpPr>
          <p:nvPr/>
        </p:nvSpPr>
        <p:spPr>
          <a:xfrm>
            <a:off x="3754093" y="29555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wup_2_tuned_PredictedAtoms_48">
            <a:extLst>
              <a:ext uri="{FF2B5EF4-FFF2-40B4-BE49-F238E27FC236}">
                <a16:creationId xmlns:a16="http://schemas.microsoft.com/office/drawing/2014/main" id="{4AEC70C0-919D-44C4-AA25-A9F163EB71F3}"/>
              </a:ext>
            </a:extLst>
          </p:cNvPr>
          <p:cNvSpPr>
            <a:spLocks/>
          </p:cNvSpPr>
          <p:nvPr/>
        </p:nvSpPr>
        <p:spPr>
          <a:xfrm>
            <a:off x="3660388" y="28727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wup_2_tuned_PredictedAtoms_49">
            <a:extLst>
              <a:ext uri="{FF2B5EF4-FFF2-40B4-BE49-F238E27FC236}">
                <a16:creationId xmlns:a16="http://schemas.microsoft.com/office/drawing/2014/main" id="{7F17618A-12DD-4D2D-B905-0761891BF6A5}"/>
              </a:ext>
            </a:extLst>
          </p:cNvPr>
          <p:cNvSpPr>
            <a:spLocks/>
          </p:cNvSpPr>
          <p:nvPr/>
        </p:nvSpPr>
        <p:spPr>
          <a:xfrm>
            <a:off x="3864603" y="29151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wup_2_tuned_PredictedAtoms_50">
            <a:extLst>
              <a:ext uri="{FF2B5EF4-FFF2-40B4-BE49-F238E27FC236}">
                <a16:creationId xmlns:a16="http://schemas.microsoft.com/office/drawing/2014/main" id="{17272E41-FD10-4438-A9DB-7C5100A91B9F}"/>
              </a:ext>
            </a:extLst>
          </p:cNvPr>
          <p:cNvSpPr>
            <a:spLocks/>
          </p:cNvSpPr>
          <p:nvPr/>
        </p:nvSpPr>
        <p:spPr>
          <a:xfrm>
            <a:off x="3896587" y="27944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wup_2_tuned_PredictedAtoms_51">
            <a:extLst>
              <a:ext uri="{FF2B5EF4-FFF2-40B4-BE49-F238E27FC236}">
                <a16:creationId xmlns:a16="http://schemas.microsoft.com/office/drawing/2014/main" id="{20DD02D2-A2D4-403B-A17C-C698A9390FD0}"/>
              </a:ext>
            </a:extLst>
          </p:cNvPr>
          <p:cNvSpPr>
            <a:spLocks/>
          </p:cNvSpPr>
          <p:nvPr/>
        </p:nvSpPr>
        <p:spPr>
          <a:xfrm>
            <a:off x="3949442" y="2998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wup_2_tuned_PredictedAtoms_52">
            <a:extLst>
              <a:ext uri="{FF2B5EF4-FFF2-40B4-BE49-F238E27FC236}">
                <a16:creationId xmlns:a16="http://schemas.microsoft.com/office/drawing/2014/main" id="{B020DA69-428A-403A-9312-A7C4E269B532}"/>
              </a:ext>
            </a:extLst>
          </p:cNvPr>
          <p:cNvSpPr>
            <a:spLocks/>
          </p:cNvSpPr>
          <p:nvPr/>
        </p:nvSpPr>
        <p:spPr>
          <a:xfrm>
            <a:off x="3928944" y="3118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stage3-cases-clash_18">
            <a:extLst>
              <a:ext uri="{FF2B5EF4-FFF2-40B4-BE49-F238E27FC236}">
                <a16:creationId xmlns:a16="http://schemas.microsoft.com/office/drawing/2014/main" id="{C7523634-B988-4BE3-976C-9A6B1C2F48EF}"/>
              </a:ext>
            </a:extLst>
          </p:cNvPr>
          <p:cNvSpPr>
            <a:spLocks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872" name="9wup_2_build_Receptor">
            <a:extLst>
              <a:ext uri="{FF2B5EF4-FFF2-40B4-BE49-F238E27FC236}">
                <a16:creationId xmlns:a16="http://schemas.microsoft.com/office/drawing/2014/main" id="{7FCE6723-0C37-4879-86A1-47274E67327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7789" y="1302621"/>
                </a:moveTo>
                <a:lnTo>
                  <a:pt x="775173" y="1269229"/>
                </a:lnTo>
                <a:moveTo>
                  <a:pt x="916286" y="321051"/>
                </a:moveTo>
                <a:lnTo>
                  <a:pt x="976106" y="328934"/>
                </a:lnTo>
                <a:moveTo>
                  <a:pt x="741597" y="377506"/>
                </a:moveTo>
                <a:lnTo>
                  <a:pt x="808937" y="390404"/>
                </a:lnTo>
                <a:moveTo>
                  <a:pt x="775173" y="1269229"/>
                </a:moveTo>
                <a:lnTo>
                  <a:pt x="673843" y="1194956"/>
                </a:lnTo>
                <a:moveTo>
                  <a:pt x="673843" y="1194956"/>
                </a:moveTo>
                <a:lnTo>
                  <a:pt x="600396" y="1181351"/>
                </a:lnTo>
                <a:moveTo>
                  <a:pt x="808937" y="390404"/>
                </a:moveTo>
                <a:lnTo>
                  <a:pt x="916286" y="321051"/>
                </a:lnTo>
                <a:moveTo>
                  <a:pt x="808937" y="390404"/>
                </a:moveTo>
                <a:lnTo>
                  <a:pt x="838404" y="514459"/>
                </a:lnTo>
                <a:moveTo>
                  <a:pt x="775173" y="1269229"/>
                </a:moveTo>
                <a:lnTo>
                  <a:pt x="853456" y="1208274"/>
                </a:lnTo>
                <a:moveTo>
                  <a:pt x="2184807" y="622988"/>
                </a:moveTo>
                <a:lnTo>
                  <a:pt x="2073499" y="601301"/>
                </a:lnTo>
                <a:moveTo>
                  <a:pt x="2073499" y="601301"/>
                </a:moveTo>
                <a:lnTo>
                  <a:pt x="2028809" y="499648"/>
                </a:lnTo>
                <a:moveTo>
                  <a:pt x="2250541" y="715980"/>
                </a:moveTo>
                <a:lnTo>
                  <a:pt x="2184807" y="622988"/>
                </a:lnTo>
                <a:moveTo>
                  <a:pt x="838404" y="514459"/>
                </a:moveTo>
                <a:lnTo>
                  <a:pt x="738061" y="587745"/>
                </a:lnTo>
                <a:moveTo>
                  <a:pt x="2355231" y="698251"/>
                </a:moveTo>
                <a:lnTo>
                  <a:pt x="2250541" y="715980"/>
                </a:lnTo>
                <a:moveTo>
                  <a:pt x="818948" y="791811"/>
                </a:moveTo>
                <a:lnTo>
                  <a:pt x="787380" y="903308"/>
                </a:lnTo>
                <a:moveTo>
                  <a:pt x="736534" y="708281"/>
                </a:moveTo>
                <a:lnTo>
                  <a:pt x="818948" y="791811"/>
                </a:lnTo>
                <a:moveTo>
                  <a:pt x="738061" y="587745"/>
                </a:moveTo>
                <a:lnTo>
                  <a:pt x="736534" y="708281"/>
                </a:lnTo>
                <a:moveTo>
                  <a:pt x="738061" y="587745"/>
                </a:moveTo>
                <a:lnTo>
                  <a:pt x="629990" y="553176"/>
                </a:lnTo>
                <a:moveTo>
                  <a:pt x="853456" y="1208274"/>
                </a:moveTo>
                <a:lnTo>
                  <a:pt x="964100" y="1256428"/>
                </a:lnTo>
                <a:moveTo>
                  <a:pt x="787380" y="903308"/>
                </a:moveTo>
                <a:lnTo>
                  <a:pt x="675355" y="933069"/>
                </a:lnTo>
                <a:moveTo>
                  <a:pt x="736534" y="708281"/>
                </a:moveTo>
                <a:lnTo>
                  <a:pt x="624597" y="740934"/>
                </a:lnTo>
                <a:moveTo>
                  <a:pt x="2250752" y="544707"/>
                </a:moveTo>
                <a:lnTo>
                  <a:pt x="2184807" y="622988"/>
                </a:lnTo>
                <a:moveTo>
                  <a:pt x="2092179" y="420087"/>
                </a:moveTo>
                <a:lnTo>
                  <a:pt x="2028809" y="499648"/>
                </a:lnTo>
                <a:moveTo>
                  <a:pt x="629990" y="553176"/>
                </a:moveTo>
                <a:lnTo>
                  <a:pt x="561211" y="644661"/>
                </a:lnTo>
                <a:moveTo>
                  <a:pt x="561211" y="644661"/>
                </a:moveTo>
                <a:lnTo>
                  <a:pt x="624597" y="740934"/>
                </a:lnTo>
                <a:moveTo>
                  <a:pt x="592957" y="853360"/>
                </a:moveTo>
                <a:lnTo>
                  <a:pt x="675355" y="933069"/>
                </a:lnTo>
                <a:moveTo>
                  <a:pt x="624597" y="740934"/>
                </a:moveTo>
                <a:lnTo>
                  <a:pt x="592957" y="853360"/>
                </a:lnTo>
                <a:moveTo>
                  <a:pt x="2359622" y="594519"/>
                </a:moveTo>
                <a:lnTo>
                  <a:pt x="2355231" y="698251"/>
                </a:lnTo>
                <a:moveTo>
                  <a:pt x="2359622" y="594519"/>
                </a:moveTo>
                <a:lnTo>
                  <a:pt x="2250752" y="544707"/>
                </a:lnTo>
                <a:moveTo>
                  <a:pt x="2250752" y="544707"/>
                </a:moveTo>
                <a:lnTo>
                  <a:pt x="2202676" y="441465"/>
                </a:lnTo>
                <a:moveTo>
                  <a:pt x="2202676" y="441465"/>
                </a:moveTo>
                <a:lnTo>
                  <a:pt x="2092179" y="420087"/>
                </a:lnTo>
                <a:moveTo>
                  <a:pt x="853456" y="1208274"/>
                </a:moveTo>
                <a:lnTo>
                  <a:pt x="810226" y="1219598"/>
                </a:lnTo>
                <a:moveTo>
                  <a:pt x="2458035" y="543192"/>
                </a:moveTo>
                <a:lnTo>
                  <a:pt x="2359622" y="594519"/>
                </a:lnTo>
                <a:moveTo>
                  <a:pt x="2545169" y="629361"/>
                </a:moveTo>
                <a:lnTo>
                  <a:pt x="2458035" y="543192"/>
                </a:lnTo>
                <a:moveTo>
                  <a:pt x="2516184" y="1309209"/>
                </a:moveTo>
                <a:lnTo>
                  <a:pt x="2390956" y="1299063"/>
                </a:lnTo>
                <a:moveTo>
                  <a:pt x="2545169" y="629361"/>
                </a:moveTo>
                <a:lnTo>
                  <a:pt x="2650621" y="569937"/>
                </a:lnTo>
                <a:moveTo>
                  <a:pt x="2561664" y="1195909"/>
                </a:moveTo>
                <a:lnTo>
                  <a:pt x="2516184" y="1309209"/>
                </a:lnTo>
                <a:moveTo>
                  <a:pt x="2496624" y="701469"/>
                </a:moveTo>
                <a:lnTo>
                  <a:pt x="2545169" y="629361"/>
                </a:lnTo>
                <a:moveTo>
                  <a:pt x="287933" y="847995"/>
                </a:moveTo>
                <a:lnTo>
                  <a:pt x="335245" y="751422"/>
                </a:lnTo>
                <a:moveTo>
                  <a:pt x="2381927" y="1220617"/>
                </a:moveTo>
                <a:lnTo>
                  <a:pt x="2390956" y="1299063"/>
                </a:lnTo>
                <a:moveTo>
                  <a:pt x="2487145" y="1158136"/>
                </a:moveTo>
                <a:lnTo>
                  <a:pt x="2561664" y="1195909"/>
                </a:lnTo>
                <a:moveTo>
                  <a:pt x="2466458" y="1031618"/>
                </a:moveTo>
                <a:lnTo>
                  <a:pt x="2405270" y="987939"/>
                </a:lnTo>
                <a:moveTo>
                  <a:pt x="2381927" y="1220617"/>
                </a:moveTo>
                <a:lnTo>
                  <a:pt x="2487145" y="1158136"/>
                </a:lnTo>
                <a:moveTo>
                  <a:pt x="1131075" y="1287922"/>
                </a:moveTo>
                <a:lnTo>
                  <a:pt x="1135957" y="1248048"/>
                </a:lnTo>
                <a:moveTo>
                  <a:pt x="2487145" y="1158136"/>
                </a:moveTo>
                <a:lnTo>
                  <a:pt x="2466458" y="1031618"/>
                </a:lnTo>
                <a:moveTo>
                  <a:pt x="285994" y="835304"/>
                </a:moveTo>
                <a:lnTo>
                  <a:pt x="287933" y="847995"/>
                </a:lnTo>
                <a:moveTo>
                  <a:pt x="1027485" y="1250497"/>
                </a:moveTo>
                <a:lnTo>
                  <a:pt x="1131075" y="1287922"/>
                </a:lnTo>
                <a:moveTo>
                  <a:pt x="2392511" y="146924"/>
                </a:moveTo>
                <a:lnTo>
                  <a:pt x="2334855" y="144151"/>
                </a:lnTo>
                <a:moveTo>
                  <a:pt x="1131075" y="1287922"/>
                </a:moveTo>
                <a:lnTo>
                  <a:pt x="1230836" y="1242449"/>
                </a:lnTo>
                <a:moveTo>
                  <a:pt x="399628" y="816659"/>
                </a:moveTo>
                <a:lnTo>
                  <a:pt x="285994" y="835304"/>
                </a:lnTo>
                <a:moveTo>
                  <a:pt x="2130271" y="190291"/>
                </a:moveTo>
                <a:lnTo>
                  <a:pt x="2032580" y="269915"/>
                </a:lnTo>
                <a:moveTo>
                  <a:pt x="285994" y="835304"/>
                </a:moveTo>
                <a:lnTo>
                  <a:pt x="233738" y="939465"/>
                </a:lnTo>
                <a:moveTo>
                  <a:pt x="2239897" y="231395"/>
                </a:moveTo>
                <a:lnTo>
                  <a:pt x="2130271" y="190291"/>
                </a:lnTo>
                <a:moveTo>
                  <a:pt x="1230836" y="1242449"/>
                </a:moveTo>
                <a:lnTo>
                  <a:pt x="1243330" y="1139827"/>
                </a:lnTo>
                <a:moveTo>
                  <a:pt x="685042" y="1288948"/>
                </a:moveTo>
                <a:lnTo>
                  <a:pt x="686347" y="1197039"/>
                </a:lnTo>
                <a:moveTo>
                  <a:pt x="233738" y="939465"/>
                </a:moveTo>
                <a:lnTo>
                  <a:pt x="288302" y="1027293"/>
                </a:lnTo>
                <a:moveTo>
                  <a:pt x="2334855" y="144151"/>
                </a:moveTo>
                <a:lnTo>
                  <a:pt x="2239897" y="231395"/>
                </a:lnTo>
                <a:moveTo>
                  <a:pt x="417034" y="783346"/>
                </a:moveTo>
                <a:lnTo>
                  <a:pt x="399628" y="816659"/>
                </a:lnTo>
                <a:moveTo>
                  <a:pt x="2032580" y="269915"/>
                </a:moveTo>
                <a:lnTo>
                  <a:pt x="2001600" y="271863"/>
                </a:lnTo>
                <a:moveTo>
                  <a:pt x="2334855" y="144151"/>
                </a:moveTo>
                <a:lnTo>
                  <a:pt x="2418293" y="160495"/>
                </a:lnTo>
                <a:moveTo>
                  <a:pt x="539080" y="765489"/>
                </a:moveTo>
                <a:lnTo>
                  <a:pt x="417034" y="783346"/>
                </a:lnTo>
                <a:moveTo>
                  <a:pt x="1909642" y="223939"/>
                </a:moveTo>
                <a:lnTo>
                  <a:pt x="1838155" y="168297"/>
                </a:lnTo>
                <a:moveTo>
                  <a:pt x="2001600" y="271863"/>
                </a:moveTo>
                <a:lnTo>
                  <a:pt x="1909642" y="223939"/>
                </a:lnTo>
                <a:moveTo>
                  <a:pt x="417034" y="783346"/>
                </a:moveTo>
                <a:lnTo>
                  <a:pt x="340182" y="767275"/>
                </a:lnTo>
                <a:moveTo>
                  <a:pt x="2005753" y="780147"/>
                </a:moveTo>
                <a:lnTo>
                  <a:pt x="1931589" y="693084"/>
                </a:lnTo>
                <a:moveTo>
                  <a:pt x="2117960" y="773604"/>
                </a:moveTo>
                <a:lnTo>
                  <a:pt x="2005753" y="780147"/>
                </a:lnTo>
                <a:moveTo>
                  <a:pt x="642467" y="591877"/>
                </a:moveTo>
                <a:lnTo>
                  <a:pt x="725771" y="622111"/>
                </a:lnTo>
                <a:moveTo>
                  <a:pt x="2198537" y="869530"/>
                </a:moveTo>
                <a:lnTo>
                  <a:pt x="2117960" y="773604"/>
                </a:lnTo>
                <a:moveTo>
                  <a:pt x="2418293" y="160495"/>
                </a:moveTo>
                <a:lnTo>
                  <a:pt x="2399529" y="226538"/>
                </a:lnTo>
                <a:moveTo>
                  <a:pt x="550403" y="655063"/>
                </a:moveTo>
                <a:lnTo>
                  <a:pt x="539080" y="765489"/>
                </a:lnTo>
                <a:moveTo>
                  <a:pt x="539080" y="765489"/>
                </a:moveTo>
                <a:lnTo>
                  <a:pt x="577701" y="859482"/>
                </a:lnTo>
                <a:moveTo>
                  <a:pt x="1931589" y="693084"/>
                </a:moveTo>
                <a:lnTo>
                  <a:pt x="1969170" y="598050"/>
                </a:lnTo>
                <a:moveTo>
                  <a:pt x="642467" y="591877"/>
                </a:moveTo>
                <a:lnTo>
                  <a:pt x="550403" y="655063"/>
                </a:lnTo>
                <a:moveTo>
                  <a:pt x="782244" y="896387"/>
                </a:moveTo>
                <a:lnTo>
                  <a:pt x="895552" y="890429"/>
                </a:lnTo>
                <a:moveTo>
                  <a:pt x="594836" y="387547"/>
                </a:moveTo>
                <a:lnTo>
                  <a:pt x="560628" y="279418"/>
                </a:lnTo>
                <a:moveTo>
                  <a:pt x="2117960" y="773604"/>
                </a:moveTo>
                <a:lnTo>
                  <a:pt x="2153518" y="677211"/>
                </a:lnTo>
                <a:moveTo>
                  <a:pt x="2221044" y="942772"/>
                </a:moveTo>
                <a:lnTo>
                  <a:pt x="2198537" y="869530"/>
                </a:lnTo>
                <a:moveTo>
                  <a:pt x="639704" y="478064"/>
                </a:moveTo>
                <a:lnTo>
                  <a:pt x="594836" y="387547"/>
                </a:lnTo>
                <a:moveTo>
                  <a:pt x="639704" y="478064"/>
                </a:moveTo>
                <a:lnTo>
                  <a:pt x="642467" y="591877"/>
                </a:lnTo>
                <a:moveTo>
                  <a:pt x="1909642" y="223939"/>
                </a:moveTo>
                <a:lnTo>
                  <a:pt x="1888942" y="231974"/>
                </a:lnTo>
                <a:moveTo>
                  <a:pt x="701705" y="853438"/>
                </a:moveTo>
                <a:lnTo>
                  <a:pt x="782244" y="896387"/>
                </a:lnTo>
                <a:moveTo>
                  <a:pt x="1969170" y="598050"/>
                </a:moveTo>
                <a:lnTo>
                  <a:pt x="1895663" y="511029"/>
                </a:lnTo>
                <a:moveTo>
                  <a:pt x="560628" y="279418"/>
                </a:moveTo>
                <a:lnTo>
                  <a:pt x="635597" y="190068"/>
                </a:lnTo>
                <a:moveTo>
                  <a:pt x="2079969" y="589606"/>
                </a:moveTo>
                <a:lnTo>
                  <a:pt x="1969170" y="598050"/>
                </a:lnTo>
                <a:moveTo>
                  <a:pt x="2153518" y="677211"/>
                </a:moveTo>
                <a:lnTo>
                  <a:pt x="2079969" y="589606"/>
                </a:lnTo>
                <a:moveTo>
                  <a:pt x="577701" y="859482"/>
                </a:moveTo>
                <a:lnTo>
                  <a:pt x="701705" y="853438"/>
                </a:lnTo>
                <a:moveTo>
                  <a:pt x="2311932" y="1022220"/>
                </a:moveTo>
                <a:lnTo>
                  <a:pt x="2221044" y="942772"/>
                </a:lnTo>
                <a:moveTo>
                  <a:pt x="560628" y="279418"/>
                </a:moveTo>
                <a:lnTo>
                  <a:pt x="453380" y="266759"/>
                </a:lnTo>
                <a:moveTo>
                  <a:pt x="895552" y="890429"/>
                </a:moveTo>
                <a:lnTo>
                  <a:pt x="929837" y="840733"/>
                </a:lnTo>
                <a:moveTo>
                  <a:pt x="635597" y="190068"/>
                </a:moveTo>
                <a:lnTo>
                  <a:pt x="604831" y="91202"/>
                </a:lnTo>
                <a:moveTo>
                  <a:pt x="2113720" y="1004792"/>
                </a:moveTo>
                <a:lnTo>
                  <a:pt x="2085134" y="1092548"/>
                </a:lnTo>
                <a:moveTo>
                  <a:pt x="751486" y="449187"/>
                </a:moveTo>
                <a:lnTo>
                  <a:pt x="639704" y="478064"/>
                </a:lnTo>
                <a:moveTo>
                  <a:pt x="2221044" y="942772"/>
                </a:moveTo>
                <a:lnTo>
                  <a:pt x="2113720" y="1004792"/>
                </a:lnTo>
                <a:moveTo>
                  <a:pt x="453380" y="266759"/>
                </a:moveTo>
                <a:lnTo>
                  <a:pt x="421871" y="168187"/>
                </a:lnTo>
                <a:moveTo>
                  <a:pt x="1304683" y="1046975"/>
                </a:moveTo>
                <a:lnTo>
                  <a:pt x="1423983" y="1043122"/>
                </a:lnTo>
                <a:moveTo>
                  <a:pt x="701705" y="853438"/>
                </a:moveTo>
                <a:lnTo>
                  <a:pt x="738277" y="803468"/>
                </a:lnTo>
                <a:moveTo>
                  <a:pt x="604831" y="91202"/>
                </a:moveTo>
                <a:lnTo>
                  <a:pt x="497841" y="80707"/>
                </a:lnTo>
                <a:moveTo>
                  <a:pt x="929837" y="840733"/>
                </a:moveTo>
                <a:lnTo>
                  <a:pt x="1042836" y="834842"/>
                </a:lnTo>
                <a:moveTo>
                  <a:pt x="421871" y="168187"/>
                </a:moveTo>
                <a:lnTo>
                  <a:pt x="497841" y="80707"/>
                </a:lnTo>
                <a:moveTo>
                  <a:pt x="772672" y="433114"/>
                </a:moveTo>
                <a:lnTo>
                  <a:pt x="751486" y="449187"/>
                </a:lnTo>
                <a:moveTo>
                  <a:pt x="851604" y="797039"/>
                </a:moveTo>
                <a:lnTo>
                  <a:pt x="929837" y="840733"/>
                </a:lnTo>
                <a:moveTo>
                  <a:pt x="1259211" y="1043111"/>
                </a:moveTo>
                <a:lnTo>
                  <a:pt x="1304683" y="1046975"/>
                </a:lnTo>
                <a:moveTo>
                  <a:pt x="1770798" y="911628"/>
                </a:moveTo>
                <a:lnTo>
                  <a:pt x="1684471" y="825983"/>
                </a:lnTo>
                <a:moveTo>
                  <a:pt x="738277" y="803468"/>
                </a:moveTo>
                <a:lnTo>
                  <a:pt x="851604" y="797039"/>
                </a:lnTo>
                <a:moveTo>
                  <a:pt x="974785" y="494197"/>
                </a:moveTo>
                <a:lnTo>
                  <a:pt x="1093856" y="459438"/>
                </a:lnTo>
                <a:moveTo>
                  <a:pt x="892298" y="395832"/>
                </a:moveTo>
                <a:lnTo>
                  <a:pt x="772672" y="433114"/>
                </a:lnTo>
                <a:moveTo>
                  <a:pt x="892298" y="395832"/>
                </a:moveTo>
                <a:lnTo>
                  <a:pt x="974785" y="494197"/>
                </a:lnTo>
                <a:moveTo>
                  <a:pt x="1093856" y="459438"/>
                </a:moveTo>
                <a:lnTo>
                  <a:pt x="1154209" y="395502"/>
                </a:lnTo>
                <a:moveTo>
                  <a:pt x="1684471" y="825983"/>
                </a:moveTo>
                <a:lnTo>
                  <a:pt x="1633129" y="828009"/>
                </a:lnTo>
                <a:moveTo>
                  <a:pt x="772672" y="433114"/>
                </a:moveTo>
                <a:lnTo>
                  <a:pt x="700913" y="446754"/>
                </a:lnTo>
                <a:moveTo>
                  <a:pt x="1274632" y="930948"/>
                </a:moveTo>
                <a:lnTo>
                  <a:pt x="1259211" y="1043111"/>
                </a:lnTo>
                <a:moveTo>
                  <a:pt x="1259211" y="1043111"/>
                </a:moveTo>
                <a:lnTo>
                  <a:pt x="1314952" y="1133607"/>
                </a:lnTo>
                <a:moveTo>
                  <a:pt x="1154209" y="395502"/>
                </a:moveTo>
                <a:lnTo>
                  <a:pt x="1276356" y="406801"/>
                </a:lnTo>
                <a:moveTo>
                  <a:pt x="1276356" y="406801"/>
                </a:moveTo>
                <a:lnTo>
                  <a:pt x="1349784" y="329050"/>
                </a:lnTo>
                <a:moveTo>
                  <a:pt x="896401" y="351910"/>
                </a:moveTo>
                <a:lnTo>
                  <a:pt x="892298" y="395832"/>
                </a:lnTo>
                <a:moveTo>
                  <a:pt x="1349784" y="329050"/>
                </a:moveTo>
                <a:lnTo>
                  <a:pt x="1459429" y="349404"/>
                </a:lnTo>
                <a:moveTo>
                  <a:pt x="1314952" y="1133607"/>
                </a:moveTo>
                <a:lnTo>
                  <a:pt x="1265252" y="1222952"/>
                </a:lnTo>
                <a:moveTo>
                  <a:pt x="1633129" y="828009"/>
                </a:moveTo>
                <a:lnTo>
                  <a:pt x="1596652" y="729038"/>
                </a:lnTo>
                <a:moveTo>
                  <a:pt x="1227696" y="905743"/>
                </a:moveTo>
                <a:lnTo>
                  <a:pt x="1274632" y="930948"/>
                </a:lnTo>
                <a:moveTo>
                  <a:pt x="1633129" y="828009"/>
                </a:moveTo>
                <a:lnTo>
                  <a:pt x="1626707" y="915694"/>
                </a:lnTo>
                <a:moveTo>
                  <a:pt x="1349784" y="329050"/>
                </a:moveTo>
                <a:lnTo>
                  <a:pt x="1316350" y="231758"/>
                </a:lnTo>
                <a:moveTo>
                  <a:pt x="1241829" y="785933"/>
                </a:moveTo>
                <a:lnTo>
                  <a:pt x="1155974" y="706931"/>
                </a:lnTo>
                <a:moveTo>
                  <a:pt x="1596652" y="729038"/>
                </a:moveTo>
                <a:lnTo>
                  <a:pt x="1553464" y="718928"/>
                </a:lnTo>
                <a:moveTo>
                  <a:pt x="1241829" y="785933"/>
                </a:moveTo>
                <a:lnTo>
                  <a:pt x="1227696" y="905743"/>
                </a:lnTo>
                <a:moveTo>
                  <a:pt x="1227696" y="905743"/>
                </a:moveTo>
                <a:lnTo>
                  <a:pt x="1173558" y="975906"/>
                </a:lnTo>
                <a:moveTo>
                  <a:pt x="1355828" y="743320"/>
                </a:moveTo>
                <a:lnTo>
                  <a:pt x="1241829" y="785933"/>
                </a:lnTo>
                <a:moveTo>
                  <a:pt x="1441257" y="780526"/>
                </a:moveTo>
                <a:lnTo>
                  <a:pt x="1355828" y="743320"/>
                </a:lnTo>
                <a:moveTo>
                  <a:pt x="1553464" y="718928"/>
                </a:moveTo>
                <a:lnTo>
                  <a:pt x="1441257" y="780526"/>
                </a:lnTo>
                <a:moveTo>
                  <a:pt x="1553464" y="718928"/>
                </a:moveTo>
                <a:lnTo>
                  <a:pt x="1542708" y="594047"/>
                </a:lnTo>
                <a:moveTo>
                  <a:pt x="1542708" y="594047"/>
                </a:moveTo>
                <a:lnTo>
                  <a:pt x="1652367" y="532196"/>
                </a:lnTo>
                <a:moveTo>
                  <a:pt x="1441257" y="780526"/>
                </a:moveTo>
                <a:lnTo>
                  <a:pt x="1431117" y="862428"/>
                </a:lnTo>
                <a:moveTo>
                  <a:pt x="1542708" y="594047"/>
                </a:moveTo>
                <a:lnTo>
                  <a:pt x="1510246" y="5833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73" name="9wup_2_build_ExperimentalDensity">
            <a:extLst>
              <a:ext uri="{FF2B5EF4-FFF2-40B4-BE49-F238E27FC236}">
                <a16:creationId xmlns:a16="http://schemas.microsoft.com/office/drawing/2014/main" id="{7FD09C89-8E10-4391-A566-5CA830D1060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8222" y="323450"/>
                </a:moveTo>
                <a:lnTo>
                  <a:pt x="1710621" y="321727"/>
                </a:lnTo>
                <a:moveTo>
                  <a:pt x="1748222" y="323450"/>
                </a:moveTo>
                <a:lnTo>
                  <a:pt x="1714645" y="405363"/>
                </a:lnTo>
                <a:moveTo>
                  <a:pt x="1714747" y="406628"/>
                </a:moveTo>
                <a:lnTo>
                  <a:pt x="1748222" y="323450"/>
                </a:lnTo>
                <a:moveTo>
                  <a:pt x="1748222" y="323450"/>
                </a:moveTo>
                <a:lnTo>
                  <a:pt x="1720897" y="304521"/>
                </a:lnTo>
                <a:moveTo>
                  <a:pt x="1714645" y="405363"/>
                </a:moveTo>
                <a:lnTo>
                  <a:pt x="1710621" y="321727"/>
                </a:lnTo>
                <a:moveTo>
                  <a:pt x="1720897" y="304521"/>
                </a:moveTo>
                <a:lnTo>
                  <a:pt x="1710621" y="321727"/>
                </a:lnTo>
                <a:moveTo>
                  <a:pt x="1714403" y="406602"/>
                </a:moveTo>
                <a:lnTo>
                  <a:pt x="1714645" y="405363"/>
                </a:lnTo>
                <a:moveTo>
                  <a:pt x="1714747" y="406628"/>
                </a:moveTo>
                <a:lnTo>
                  <a:pt x="1714645" y="405363"/>
                </a:lnTo>
                <a:moveTo>
                  <a:pt x="1714747" y="406628"/>
                </a:moveTo>
                <a:lnTo>
                  <a:pt x="1714403" y="406602"/>
                </a:lnTo>
                <a:moveTo>
                  <a:pt x="1615092" y="400980"/>
                </a:moveTo>
                <a:lnTo>
                  <a:pt x="1710621" y="321727"/>
                </a:lnTo>
                <a:moveTo>
                  <a:pt x="1714645" y="405363"/>
                </a:moveTo>
                <a:lnTo>
                  <a:pt x="1615092" y="400980"/>
                </a:lnTo>
                <a:moveTo>
                  <a:pt x="1714403" y="406602"/>
                </a:moveTo>
                <a:lnTo>
                  <a:pt x="1615092" y="400980"/>
                </a:lnTo>
                <a:moveTo>
                  <a:pt x="1821728" y="330538"/>
                </a:moveTo>
                <a:lnTo>
                  <a:pt x="1748222" y="323450"/>
                </a:lnTo>
                <a:moveTo>
                  <a:pt x="1829213" y="751668"/>
                </a:moveTo>
                <a:lnTo>
                  <a:pt x="1823383" y="666550"/>
                </a:lnTo>
                <a:moveTo>
                  <a:pt x="1791423" y="413760"/>
                </a:moveTo>
                <a:lnTo>
                  <a:pt x="1748222" y="323450"/>
                </a:lnTo>
                <a:moveTo>
                  <a:pt x="1922846" y="864948"/>
                </a:moveTo>
                <a:lnTo>
                  <a:pt x="1896754" y="840573"/>
                </a:lnTo>
                <a:moveTo>
                  <a:pt x="1918977" y="673372"/>
                </a:moveTo>
                <a:lnTo>
                  <a:pt x="1823383" y="666550"/>
                </a:lnTo>
                <a:moveTo>
                  <a:pt x="1823383" y="666550"/>
                </a:moveTo>
                <a:lnTo>
                  <a:pt x="1839057" y="584167"/>
                </a:lnTo>
                <a:moveTo>
                  <a:pt x="1710621" y="321727"/>
                </a:moveTo>
                <a:lnTo>
                  <a:pt x="1641318" y="319938"/>
                </a:lnTo>
                <a:moveTo>
                  <a:pt x="1821728" y="330538"/>
                </a:moveTo>
                <a:lnTo>
                  <a:pt x="1720897" y="304521"/>
                </a:lnTo>
                <a:moveTo>
                  <a:pt x="1922846" y="864948"/>
                </a:moveTo>
                <a:lnTo>
                  <a:pt x="1950722" y="844473"/>
                </a:lnTo>
                <a:moveTo>
                  <a:pt x="1918977" y="673372"/>
                </a:moveTo>
                <a:lnTo>
                  <a:pt x="1829213" y="751668"/>
                </a:lnTo>
                <a:moveTo>
                  <a:pt x="1922846" y="864948"/>
                </a:moveTo>
                <a:lnTo>
                  <a:pt x="1845891" y="838167"/>
                </a:lnTo>
                <a:moveTo>
                  <a:pt x="1915727" y="589489"/>
                </a:moveTo>
                <a:lnTo>
                  <a:pt x="1823383" y="666550"/>
                </a:lnTo>
                <a:moveTo>
                  <a:pt x="1903370" y="756884"/>
                </a:moveTo>
                <a:lnTo>
                  <a:pt x="1829213" y="751668"/>
                </a:lnTo>
                <a:moveTo>
                  <a:pt x="1791423" y="413760"/>
                </a:moveTo>
                <a:lnTo>
                  <a:pt x="1714747" y="406628"/>
                </a:lnTo>
                <a:moveTo>
                  <a:pt x="1714403" y="406602"/>
                </a:moveTo>
                <a:lnTo>
                  <a:pt x="1645018" y="472669"/>
                </a:lnTo>
                <a:moveTo>
                  <a:pt x="1615092" y="400980"/>
                </a:moveTo>
                <a:lnTo>
                  <a:pt x="1641318" y="319938"/>
                </a:lnTo>
                <a:moveTo>
                  <a:pt x="1655865" y="297704"/>
                </a:moveTo>
                <a:lnTo>
                  <a:pt x="1710621" y="321727"/>
                </a:lnTo>
                <a:moveTo>
                  <a:pt x="1903370" y="756884"/>
                </a:moveTo>
                <a:lnTo>
                  <a:pt x="1918977" y="673372"/>
                </a:lnTo>
                <a:moveTo>
                  <a:pt x="1896754" y="840573"/>
                </a:moveTo>
                <a:lnTo>
                  <a:pt x="1903370" y="756884"/>
                </a:lnTo>
                <a:moveTo>
                  <a:pt x="1756549" y="496322"/>
                </a:moveTo>
                <a:lnTo>
                  <a:pt x="1714747" y="406628"/>
                </a:lnTo>
                <a:moveTo>
                  <a:pt x="1845891" y="838167"/>
                </a:moveTo>
                <a:lnTo>
                  <a:pt x="1829213" y="751668"/>
                </a:lnTo>
                <a:moveTo>
                  <a:pt x="1645018" y="472669"/>
                </a:moveTo>
                <a:lnTo>
                  <a:pt x="1615092" y="400980"/>
                </a:lnTo>
                <a:moveTo>
                  <a:pt x="1918977" y="673372"/>
                </a:moveTo>
                <a:lnTo>
                  <a:pt x="1915727" y="589489"/>
                </a:lnTo>
                <a:moveTo>
                  <a:pt x="1915727" y="589489"/>
                </a:moveTo>
                <a:lnTo>
                  <a:pt x="1839057" y="584167"/>
                </a:lnTo>
                <a:moveTo>
                  <a:pt x="1950722" y="844473"/>
                </a:moveTo>
                <a:lnTo>
                  <a:pt x="1896754" y="840573"/>
                </a:lnTo>
                <a:moveTo>
                  <a:pt x="1987443" y="848000"/>
                </a:moveTo>
                <a:lnTo>
                  <a:pt x="1922846" y="864948"/>
                </a:lnTo>
                <a:moveTo>
                  <a:pt x="1720897" y="304521"/>
                </a:moveTo>
                <a:lnTo>
                  <a:pt x="1655865" y="297704"/>
                </a:lnTo>
                <a:moveTo>
                  <a:pt x="1823383" y="666550"/>
                </a:moveTo>
                <a:lnTo>
                  <a:pt x="1755278" y="664914"/>
                </a:lnTo>
                <a:moveTo>
                  <a:pt x="1950722" y="844473"/>
                </a:moveTo>
                <a:lnTo>
                  <a:pt x="1903370" y="756884"/>
                </a:lnTo>
                <a:moveTo>
                  <a:pt x="1896754" y="840573"/>
                </a:moveTo>
                <a:lnTo>
                  <a:pt x="1845891" y="838167"/>
                </a:lnTo>
                <a:moveTo>
                  <a:pt x="2164526" y="857614"/>
                </a:moveTo>
                <a:lnTo>
                  <a:pt x="2155906" y="856961"/>
                </a:lnTo>
                <a:moveTo>
                  <a:pt x="1658369" y="490861"/>
                </a:moveTo>
                <a:lnTo>
                  <a:pt x="1714403" y="406602"/>
                </a:lnTo>
                <a:moveTo>
                  <a:pt x="1658369" y="490861"/>
                </a:moveTo>
                <a:lnTo>
                  <a:pt x="1714747" y="406628"/>
                </a:lnTo>
                <a:moveTo>
                  <a:pt x="1903370" y="756884"/>
                </a:moveTo>
                <a:lnTo>
                  <a:pt x="1845891" y="838167"/>
                </a:lnTo>
                <a:moveTo>
                  <a:pt x="1962776" y="677252"/>
                </a:moveTo>
                <a:lnTo>
                  <a:pt x="1918977" y="673372"/>
                </a:lnTo>
                <a:moveTo>
                  <a:pt x="1829213" y="751668"/>
                </a:moveTo>
                <a:lnTo>
                  <a:pt x="1755278" y="664914"/>
                </a:lnTo>
                <a:moveTo>
                  <a:pt x="1791423" y="413760"/>
                </a:moveTo>
                <a:lnTo>
                  <a:pt x="1821728" y="330538"/>
                </a:lnTo>
                <a:moveTo>
                  <a:pt x="1839057" y="584167"/>
                </a:moveTo>
                <a:lnTo>
                  <a:pt x="1763119" y="580841"/>
                </a:lnTo>
                <a:moveTo>
                  <a:pt x="553325" y="698698"/>
                </a:moveTo>
                <a:lnTo>
                  <a:pt x="558816" y="673981"/>
                </a:lnTo>
                <a:moveTo>
                  <a:pt x="1775647" y="274555"/>
                </a:moveTo>
                <a:lnTo>
                  <a:pt x="1720897" y="304521"/>
                </a:lnTo>
                <a:moveTo>
                  <a:pt x="748505" y="264264"/>
                </a:moveTo>
                <a:lnTo>
                  <a:pt x="747062" y="180417"/>
                </a:lnTo>
                <a:moveTo>
                  <a:pt x="558816" y="673981"/>
                </a:moveTo>
                <a:lnTo>
                  <a:pt x="558200" y="620075"/>
                </a:lnTo>
                <a:moveTo>
                  <a:pt x="2155906" y="856961"/>
                </a:moveTo>
                <a:lnTo>
                  <a:pt x="2069125" y="852506"/>
                </a:lnTo>
                <a:moveTo>
                  <a:pt x="1848501" y="839621"/>
                </a:moveTo>
                <a:lnTo>
                  <a:pt x="1829213" y="751668"/>
                </a:lnTo>
                <a:moveTo>
                  <a:pt x="1755278" y="664914"/>
                </a:moveTo>
                <a:lnTo>
                  <a:pt x="1839057" y="584167"/>
                </a:lnTo>
                <a:moveTo>
                  <a:pt x="1962776" y="677252"/>
                </a:moveTo>
                <a:lnTo>
                  <a:pt x="1915727" y="589489"/>
                </a:lnTo>
                <a:moveTo>
                  <a:pt x="1615092" y="400980"/>
                </a:moveTo>
                <a:lnTo>
                  <a:pt x="1557501" y="400681"/>
                </a:lnTo>
                <a:moveTo>
                  <a:pt x="566821" y="590320"/>
                </a:moveTo>
                <a:lnTo>
                  <a:pt x="560349" y="585401"/>
                </a:lnTo>
                <a:moveTo>
                  <a:pt x="1971686" y="762763"/>
                </a:moveTo>
                <a:lnTo>
                  <a:pt x="1918977" y="673372"/>
                </a:lnTo>
                <a:moveTo>
                  <a:pt x="2155906" y="856961"/>
                </a:moveTo>
                <a:lnTo>
                  <a:pt x="2138199" y="772792"/>
                </a:lnTo>
                <a:moveTo>
                  <a:pt x="2164526" y="857614"/>
                </a:moveTo>
                <a:lnTo>
                  <a:pt x="2138199" y="772792"/>
                </a:lnTo>
                <a:moveTo>
                  <a:pt x="1971686" y="762763"/>
                </a:moveTo>
                <a:lnTo>
                  <a:pt x="1903370" y="756884"/>
                </a:lnTo>
                <a:moveTo>
                  <a:pt x="558200" y="620075"/>
                </a:moveTo>
                <a:lnTo>
                  <a:pt x="557830" y="590143"/>
                </a:lnTo>
                <a:moveTo>
                  <a:pt x="473159" y="247557"/>
                </a:moveTo>
                <a:lnTo>
                  <a:pt x="461909" y="264316"/>
                </a:lnTo>
                <a:moveTo>
                  <a:pt x="557830" y="590143"/>
                </a:moveTo>
                <a:lnTo>
                  <a:pt x="560349" y="585401"/>
                </a:lnTo>
                <a:moveTo>
                  <a:pt x="473159" y="247557"/>
                </a:moveTo>
                <a:lnTo>
                  <a:pt x="464222" y="227010"/>
                </a:lnTo>
                <a:moveTo>
                  <a:pt x="1856907" y="872762"/>
                </a:moveTo>
                <a:lnTo>
                  <a:pt x="1845891" y="838167"/>
                </a:lnTo>
                <a:moveTo>
                  <a:pt x="1987443" y="848000"/>
                </a:moveTo>
                <a:lnTo>
                  <a:pt x="1950722" y="844473"/>
                </a:lnTo>
                <a:moveTo>
                  <a:pt x="1950722" y="844473"/>
                </a:moveTo>
                <a:lnTo>
                  <a:pt x="1971686" y="762763"/>
                </a:lnTo>
                <a:moveTo>
                  <a:pt x="1878412" y="525884"/>
                </a:moveTo>
                <a:lnTo>
                  <a:pt x="1839057" y="584167"/>
                </a:lnTo>
                <a:moveTo>
                  <a:pt x="1655865" y="297704"/>
                </a:moveTo>
                <a:lnTo>
                  <a:pt x="1641318" y="319938"/>
                </a:lnTo>
                <a:moveTo>
                  <a:pt x="1791423" y="413760"/>
                </a:moveTo>
                <a:lnTo>
                  <a:pt x="1756549" y="496322"/>
                </a:lnTo>
                <a:moveTo>
                  <a:pt x="2098405" y="939646"/>
                </a:moveTo>
                <a:lnTo>
                  <a:pt x="2155906" y="856961"/>
                </a:lnTo>
                <a:moveTo>
                  <a:pt x="1615092" y="400980"/>
                </a:moveTo>
                <a:lnTo>
                  <a:pt x="1574051" y="318409"/>
                </a:lnTo>
                <a:moveTo>
                  <a:pt x="697274" y="347074"/>
                </a:moveTo>
                <a:lnTo>
                  <a:pt x="748505" y="264264"/>
                </a:lnTo>
                <a:moveTo>
                  <a:pt x="1821728" y="330538"/>
                </a:moveTo>
                <a:lnTo>
                  <a:pt x="1775647" y="274555"/>
                </a:lnTo>
                <a:moveTo>
                  <a:pt x="1763119" y="580841"/>
                </a:moveTo>
                <a:lnTo>
                  <a:pt x="1752700" y="580209"/>
                </a:lnTo>
                <a:moveTo>
                  <a:pt x="748505" y="264264"/>
                </a:moveTo>
                <a:lnTo>
                  <a:pt x="691689" y="346771"/>
                </a:lnTo>
                <a:moveTo>
                  <a:pt x="2138199" y="772792"/>
                </a:moveTo>
                <a:lnTo>
                  <a:pt x="2069125" y="852506"/>
                </a:lnTo>
                <a:moveTo>
                  <a:pt x="1765476" y="497068"/>
                </a:moveTo>
                <a:lnTo>
                  <a:pt x="1791423" y="413760"/>
                </a:lnTo>
                <a:moveTo>
                  <a:pt x="1988254" y="764197"/>
                </a:moveTo>
                <a:lnTo>
                  <a:pt x="1950722" y="844473"/>
                </a:lnTo>
                <a:moveTo>
                  <a:pt x="1848501" y="839621"/>
                </a:moveTo>
                <a:lnTo>
                  <a:pt x="1845891" y="838167"/>
                </a:lnTo>
                <a:moveTo>
                  <a:pt x="1752700" y="580209"/>
                </a:moveTo>
                <a:lnTo>
                  <a:pt x="1756549" y="496322"/>
                </a:lnTo>
                <a:moveTo>
                  <a:pt x="1763119" y="580841"/>
                </a:moveTo>
                <a:lnTo>
                  <a:pt x="1754824" y="610425"/>
                </a:lnTo>
                <a:moveTo>
                  <a:pt x="1754824" y="610425"/>
                </a:moveTo>
                <a:lnTo>
                  <a:pt x="1752700" y="580209"/>
                </a:lnTo>
                <a:moveTo>
                  <a:pt x="1971686" y="762763"/>
                </a:moveTo>
                <a:lnTo>
                  <a:pt x="1962776" y="677252"/>
                </a:lnTo>
                <a:moveTo>
                  <a:pt x="1915727" y="589489"/>
                </a:moveTo>
                <a:lnTo>
                  <a:pt x="1878412" y="525884"/>
                </a:lnTo>
                <a:moveTo>
                  <a:pt x="1755278" y="664914"/>
                </a:moveTo>
                <a:lnTo>
                  <a:pt x="1763119" y="580841"/>
                </a:lnTo>
                <a:moveTo>
                  <a:pt x="558816" y="673981"/>
                </a:moveTo>
                <a:lnTo>
                  <a:pt x="585907" y="648380"/>
                </a:lnTo>
                <a:moveTo>
                  <a:pt x="2235184" y="864163"/>
                </a:moveTo>
                <a:lnTo>
                  <a:pt x="2164526" y="857614"/>
                </a:lnTo>
                <a:moveTo>
                  <a:pt x="2069125" y="852506"/>
                </a:moveTo>
                <a:lnTo>
                  <a:pt x="1987443" y="848000"/>
                </a:lnTo>
                <a:moveTo>
                  <a:pt x="1763119" y="580841"/>
                </a:moveTo>
                <a:lnTo>
                  <a:pt x="1765476" y="497068"/>
                </a:lnTo>
                <a:moveTo>
                  <a:pt x="1765476" y="497068"/>
                </a:moveTo>
                <a:lnTo>
                  <a:pt x="1752700" y="580209"/>
                </a:lnTo>
                <a:moveTo>
                  <a:pt x="1865054" y="504671"/>
                </a:moveTo>
                <a:lnTo>
                  <a:pt x="1839057" y="584167"/>
                </a:lnTo>
                <a:moveTo>
                  <a:pt x="585907" y="648380"/>
                </a:moveTo>
                <a:lnTo>
                  <a:pt x="566821" y="590320"/>
                </a:lnTo>
                <a:moveTo>
                  <a:pt x="560349" y="585401"/>
                </a:moveTo>
                <a:lnTo>
                  <a:pt x="578634" y="508173"/>
                </a:lnTo>
                <a:moveTo>
                  <a:pt x="2002990" y="680668"/>
                </a:moveTo>
                <a:lnTo>
                  <a:pt x="1962776" y="677252"/>
                </a:lnTo>
                <a:moveTo>
                  <a:pt x="1755278" y="664914"/>
                </a:moveTo>
                <a:lnTo>
                  <a:pt x="1754824" y="610425"/>
                </a:lnTo>
                <a:moveTo>
                  <a:pt x="477807" y="333621"/>
                </a:moveTo>
                <a:lnTo>
                  <a:pt x="473159" y="247557"/>
                </a:lnTo>
                <a:moveTo>
                  <a:pt x="1988166" y="596105"/>
                </a:moveTo>
                <a:lnTo>
                  <a:pt x="1915727" y="589489"/>
                </a:lnTo>
                <a:moveTo>
                  <a:pt x="1765476" y="497068"/>
                </a:moveTo>
                <a:lnTo>
                  <a:pt x="1756549" y="496322"/>
                </a:lnTo>
                <a:moveTo>
                  <a:pt x="557830" y="590143"/>
                </a:moveTo>
                <a:lnTo>
                  <a:pt x="578634" y="508173"/>
                </a:lnTo>
                <a:moveTo>
                  <a:pt x="1750405" y="580590"/>
                </a:moveTo>
                <a:lnTo>
                  <a:pt x="1752700" y="580209"/>
                </a:lnTo>
                <a:moveTo>
                  <a:pt x="2093847" y="940028"/>
                </a:moveTo>
                <a:lnTo>
                  <a:pt x="2155906" y="856961"/>
                </a:lnTo>
                <a:moveTo>
                  <a:pt x="585907" y="648380"/>
                </a:moveTo>
                <a:lnTo>
                  <a:pt x="558200" y="620075"/>
                </a:lnTo>
                <a:moveTo>
                  <a:pt x="2164526" y="857614"/>
                </a:moveTo>
                <a:lnTo>
                  <a:pt x="2204445" y="778314"/>
                </a:lnTo>
                <a:moveTo>
                  <a:pt x="1658369" y="490861"/>
                </a:moveTo>
                <a:lnTo>
                  <a:pt x="1645018" y="472669"/>
                </a:lnTo>
                <a:moveTo>
                  <a:pt x="1754824" y="610425"/>
                </a:moveTo>
                <a:lnTo>
                  <a:pt x="1750405" y="580590"/>
                </a:lnTo>
                <a:moveTo>
                  <a:pt x="2069125" y="852506"/>
                </a:moveTo>
                <a:lnTo>
                  <a:pt x="2085517" y="770214"/>
                </a:lnTo>
                <a:moveTo>
                  <a:pt x="2069125" y="852506"/>
                </a:moveTo>
                <a:lnTo>
                  <a:pt x="1988254" y="764197"/>
                </a:lnTo>
                <a:moveTo>
                  <a:pt x="1992665" y="591909"/>
                </a:moveTo>
                <a:lnTo>
                  <a:pt x="1915727" y="589489"/>
                </a:lnTo>
                <a:moveTo>
                  <a:pt x="1752700" y="580209"/>
                </a:moveTo>
                <a:lnTo>
                  <a:pt x="1658369" y="490861"/>
                </a:lnTo>
                <a:moveTo>
                  <a:pt x="461909" y="264316"/>
                </a:moveTo>
                <a:lnTo>
                  <a:pt x="438848" y="246880"/>
                </a:lnTo>
                <a:moveTo>
                  <a:pt x="1856907" y="872762"/>
                </a:moveTo>
                <a:lnTo>
                  <a:pt x="1848501" y="839621"/>
                </a:lnTo>
                <a:moveTo>
                  <a:pt x="477807" y="333621"/>
                </a:moveTo>
                <a:lnTo>
                  <a:pt x="461909" y="264316"/>
                </a:lnTo>
                <a:moveTo>
                  <a:pt x="438848" y="246880"/>
                </a:moveTo>
                <a:lnTo>
                  <a:pt x="464222" y="227010"/>
                </a:lnTo>
                <a:moveTo>
                  <a:pt x="1756549" y="496322"/>
                </a:moveTo>
                <a:lnTo>
                  <a:pt x="1658369" y="490861"/>
                </a:lnTo>
                <a:moveTo>
                  <a:pt x="558919" y="254887"/>
                </a:moveTo>
                <a:lnTo>
                  <a:pt x="473159" y="247557"/>
                </a:lnTo>
                <a:moveTo>
                  <a:pt x="2138199" y="772792"/>
                </a:moveTo>
                <a:lnTo>
                  <a:pt x="2085517" y="770214"/>
                </a:lnTo>
                <a:moveTo>
                  <a:pt x="1645018" y="472669"/>
                </a:moveTo>
                <a:lnTo>
                  <a:pt x="1557501" y="400681"/>
                </a:lnTo>
                <a:moveTo>
                  <a:pt x="2209669" y="909481"/>
                </a:moveTo>
                <a:lnTo>
                  <a:pt x="2155906" y="856961"/>
                </a:lnTo>
                <a:moveTo>
                  <a:pt x="1962776" y="677252"/>
                </a:moveTo>
                <a:lnTo>
                  <a:pt x="1988166" y="596105"/>
                </a:lnTo>
                <a:moveTo>
                  <a:pt x="594138" y="709055"/>
                </a:moveTo>
                <a:lnTo>
                  <a:pt x="558816" y="673981"/>
                </a:lnTo>
                <a:moveTo>
                  <a:pt x="2002990" y="680668"/>
                </a:moveTo>
                <a:lnTo>
                  <a:pt x="1971686" y="762763"/>
                </a:lnTo>
                <a:moveTo>
                  <a:pt x="2209669" y="909481"/>
                </a:moveTo>
                <a:lnTo>
                  <a:pt x="2164526" y="857614"/>
                </a:lnTo>
                <a:moveTo>
                  <a:pt x="1995617" y="596703"/>
                </a:moveTo>
                <a:lnTo>
                  <a:pt x="1962776" y="677252"/>
                </a:lnTo>
                <a:moveTo>
                  <a:pt x="594138" y="709055"/>
                </a:moveTo>
                <a:lnTo>
                  <a:pt x="553325" y="698698"/>
                </a:lnTo>
                <a:moveTo>
                  <a:pt x="2222960" y="780103"/>
                </a:moveTo>
                <a:lnTo>
                  <a:pt x="2164526" y="857614"/>
                </a:lnTo>
                <a:moveTo>
                  <a:pt x="1987443" y="848000"/>
                </a:moveTo>
                <a:lnTo>
                  <a:pt x="1988254" y="764197"/>
                </a:lnTo>
                <a:moveTo>
                  <a:pt x="1988254" y="764197"/>
                </a:moveTo>
                <a:lnTo>
                  <a:pt x="1971686" y="762763"/>
                </a:lnTo>
                <a:moveTo>
                  <a:pt x="1750405" y="580590"/>
                </a:moveTo>
                <a:lnTo>
                  <a:pt x="1658369" y="490861"/>
                </a:lnTo>
                <a:moveTo>
                  <a:pt x="2138199" y="772792"/>
                </a:moveTo>
                <a:lnTo>
                  <a:pt x="2124919" y="688711"/>
                </a:lnTo>
                <a:moveTo>
                  <a:pt x="593836" y="678860"/>
                </a:moveTo>
                <a:lnTo>
                  <a:pt x="553325" y="698698"/>
                </a:lnTo>
                <a:moveTo>
                  <a:pt x="539499" y="338324"/>
                </a:moveTo>
                <a:lnTo>
                  <a:pt x="473159" y="247557"/>
                </a:lnTo>
                <a:moveTo>
                  <a:pt x="1799590" y="754838"/>
                </a:moveTo>
                <a:lnTo>
                  <a:pt x="1829213" y="751668"/>
                </a:lnTo>
                <a:moveTo>
                  <a:pt x="648402" y="513749"/>
                </a:moveTo>
                <a:lnTo>
                  <a:pt x="566821" y="590320"/>
                </a:lnTo>
                <a:moveTo>
                  <a:pt x="2083817" y="939359"/>
                </a:moveTo>
                <a:lnTo>
                  <a:pt x="2069125" y="852506"/>
                </a:lnTo>
                <a:moveTo>
                  <a:pt x="1775647" y="274555"/>
                </a:moveTo>
                <a:lnTo>
                  <a:pt x="1655865" y="297704"/>
                </a:lnTo>
                <a:moveTo>
                  <a:pt x="558919" y="254887"/>
                </a:moveTo>
                <a:lnTo>
                  <a:pt x="464222" y="227010"/>
                </a:lnTo>
                <a:moveTo>
                  <a:pt x="2085517" y="770214"/>
                </a:moveTo>
                <a:lnTo>
                  <a:pt x="2002990" y="680668"/>
                </a:lnTo>
                <a:moveTo>
                  <a:pt x="1988254" y="764197"/>
                </a:moveTo>
                <a:lnTo>
                  <a:pt x="2002990" y="680668"/>
                </a:lnTo>
                <a:moveTo>
                  <a:pt x="1641318" y="319938"/>
                </a:moveTo>
                <a:lnTo>
                  <a:pt x="1574051" y="318409"/>
                </a:lnTo>
                <a:moveTo>
                  <a:pt x="593836" y="678860"/>
                </a:moveTo>
                <a:lnTo>
                  <a:pt x="558200" y="620075"/>
                </a:lnTo>
                <a:moveTo>
                  <a:pt x="578634" y="508173"/>
                </a:moveTo>
                <a:lnTo>
                  <a:pt x="543470" y="506040"/>
                </a:lnTo>
                <a:moveTo>
                  <a:pt x="543470" y="506040"/>
                </a:moveTo>
                <a:lnTo>
                  <a:pt x="472118" y="501651"/>
                </a:lnTo>
                <a:moveTo>
                  <a:pt x="648402" y="513749"/>
                </a:moveTo>
                <a:lnTo>
                  <a:pt x="560349" y="585401"/>
                </a:lnTo>
                <a:moveTo>
                  <a:pt x="553325" y="698698"/>
                </a:moveTo>
                <a:lnTo>
                  <a:pt x="586671" y="712381"/>
                </a:lnTo>
                <a:moveTo>
                  <a:pt x="2085517" y="770214"/>
                </a:moveTo>
                <a:lnTo>
                  <a:pt x="1988254" y="764197"/>
                </a:lnTo>
                <a:moveTo>
                  <a:pt x="629979" y="597204"/>
                </a:moveTo>
                <a:lnTo>
                  <a:pt x="566821" y="590320"/>
                </a:lnTo>
                <a:moveTo>
                  <a:pt x="2204445" y="778314"/>
                </a:moveTo>
                <a:lnTo>
                  <a:pt x="2138199" y="772792"/>
                </a:lnTo>
                <a:moveTo>
                  <a:pt x="697274" y="347074"/>
                </a:moveTo>
                <a:lnTo>
                  <a:pt x="691689" y="346771"/>
                </a:lnTo>
                <a:moveTo>
                  <a:pt x="1865054" y="504671"/>
                </a:moveTo>
                <a:lnTo>
                  <a:pt x="1763119" y="580841"/>
                </a:lnTo>
                <a:moveTo>
                  <a:pt x="697274" y="347074"/>
                </a:moveTo>
                <a:lnTo>
                  <a:pt x="692977" y="355047"/>
                </a:lnTo>
                <a:moveTo>
                  <a:pt x="543470" y="506040"/>
                </a:moveTo>
                <a:lnTo>
                  <a:pt x="476707" y="417858"/>
                </a:lnTo>
                <a:moveTo>
                  <a:pt x="1946683" y="931016"/>
                </a:moveTo>
                <a:lnTo>
                  <a:pt x="1856907" y="872762"/>
                </a:lnTo>
                <a:moveTo>
                  <a:pt x="692977" y="355047"/>
                </a:moveTo>
                <a:lnTo>
                  <a:pt x="691689" y="346771"/>
                </a:lnTo>
                <a:moveTo>
                  <a:pt x="472118" y="501651"/>
                </a:moveTo>
                <a:lnTo>
                  <a:pt x="476707" y="417858"/>
                </a:lnTo>
                <a:moveTo>
                  <a:pt x="1846050" y="420477"/>
                </a:moveTo>
                <a:lnTo>
                  <a:pt x="1821728" y="330538"/>
                </a:lnTo>
                <a:moveTo>
                  <a:pt x="795028" y="270821"/>
                </a:moveTo>
                <a:lnTo>
                  <a:pt x="748505" y="264264"/>
                </a:lnTo>
                <a:moveTo>
                  <a:pt x="691689" y="346771"/>
                </a:moveTo>
                <a:lnTo>
                  <a:pt x="589075" y="256369"/>
                </a:lnTo>
                <a:moveTo>
                  <a:pt x="2124919" y="688711"/>
                </a:moveTo>
                <a:lnTo>
                  <a:pt x="2085517" y="770214"/>
                </a:lnTo>
                <a:moveTo>
                  <a:pt x="476707" y="417858"/>
                </a:moveTo>
                <a:lnTo>
                  <a:pt x="477807" y="333621"/>
                </a:lnTo>
                <a:moveTo>
                  <a:pt x="1865054" y="504671"/>
                </a:moveTo>
                <a:lnTo>
                  <a:pt x="1765476" y="497068"/>
                </a:lnTo>
                <a:moveTo>
                  <a:pt x="2002990" y="680668"/>
                </a:moveTo>
                <a:lnTo>
                  <a:pt x="1995617" y="596703"/>
                </a:lnTo>
                <a:moveTo>
                  <a:pt x="1987484" y="933526"/>
                </a:moveTo>
                <a:lnTo>
                  <a:pt x="1987443" y="848000"/>
                </a:lnTo>
                <a:moveTo>
                  <a:pt x="2097168" y="687319"/>
                </a:moveTo>
                <a:lnTo>
                  <a:pt x="2002990" y="680668"/>
                </a:lnTo>
                <a:moveTo>
                  <a:pt x="2098405" y="939646"/>
                </a:moveTo>
                <a:lnTo>
                  <a:pt x="2089199" y="943733"/>
                </a:lnTo>
                <a:moveTo>
                  <a:pt x="2085517" y="770214"/>
                </a:moveTo>
                <a:lnTo>
                  <a:pt x="2097168" y="687319"/>
                </a:lnTo>
                <a:moveTo>
                  <a:pt x="578634" y="508173"/>
                </a:moveTo>
                <a:lnTo>
                  <a:pt x="534399" y="422042"/>
                </a:lnTo>
                <a:moveTo>
                  <a:pt x="543470" y="506040"/>
                </a:moveTo>
                <a:lnTo>
                  <a:pt x="534399" y="422042"/>
                </a:lnTo>
                <a:moveTo>
                  <a:pt x="792677" y="186955"/>
                </a:moveTo>
                <a:lnTo>
                  <a:pt x="748505" y="264264"/>
                </a:lnTo>
                <a:moveTo>
                  <a:pt x="2093847" y="940028"/>
                </a:moveTo>
                <a:lnTo>
                  <a:pt x="2098405" y="939646"/>
                </a:lnTo>
                <a:moveTo>
                  <a:pt x="1590509" y="296125"/>
                </a:moveTo>
                <a:lnTo>
                  <a:pt x="1641318" y="319938"/>
                </a:lnTo>
                <a:moveTo>
                  <a:pt x="1645018" y="472669"/>
                </a:moveTo>
                <a:lnTo>
                  <a:pt x="1581393" y="443155"/>
                </a:lnTo>
                <a:moveTo>
                  <a:pt x="589075" y="256369"/>
                </a:moveTo>
                <a:lnTo>
                  <a:pt x="558919" y="254887"/>
                </a:lnTo>
                <a:moveTo>
                  <a:pt x="703675" y="432673"/>
                </a:moveTo>
                <a:lnTo>
                  <a:pt x="697274" y="347074"/>
                </a:lnTo>
                <a:moveTo>
                  <a:pt x="2124919" y="688711"/>
                </a:moveTo>
                <a:lnTo>
                  <a:pt x="2097168" y="687319"/>
                </a:lnTo>
                <a:moveTo>
                  <a:pt x="1815888" y="335114"/>
                </a:moveTo>
                <a:lnTo>
                  <a:pt x="1821728" y="330538"/>
                </a:lnTo>
                <a:moveTo>
                  <a:pt x="534399" y="422042"/>
                </a:moveTo>
                <a:lnTo>
                  <a:pt x="476707" y="417858"/>
                </a:lnTo>
                <a:moveTo>
                  <a:pt x="1992665" y="591909"/>
                </a:moveTo>
                <a:lnTo>
                  <a:pt x="1878412" y="525884"/>
                </a:lnTo>
                <a:moveTo>
                  <a:pt x="1846050" y="420477"/>
                </a:moveTo>
                <a:lnTo>
                  <a:pt x="1791423" y="413760"/>
                </a:lnTo>
                <a:moveTo>
                  <a:pt x="659816" y="430154"/>
                </a:moveTo>
                <a:lnTo>
                  <a:pt x="578634" y="508173"/>
                </a:lnTo>
                <a:moveTo>
                  <a:pt x="1995617" y="596703"/>
                </a:moveTo>
                <a:lnTo>
                  <a:pt x="1988166" y="596105"/>
                </a:lnTo>
                <a:moveTo>
                  <a:pt x="703675" y="432673"/>
                </a:moveTo>
                <a:lnTo>
                  <a:pt x="692977" y="355047"/>
                </a:lnTo>
                <a:moveTo>
                  <a:pt x="648402" y="513749"/>
                </a:moveTo>
                <a:lnTo>
                  <a:pt x="578634" y="508173"/>
                </a:lnTo>
                <a:moveTo>
                  <a:pt x="578634" y="508173"/>
                </a:moveTo>
                <a:lnTo>
                  <a:pt x="600075" y="426522"/>
                </a:lnTo>
                <a:moveTo>
                  <a:pt x="2089199" y="943733"/>
                </a:moveTo>
                <a:lnTo>
                  <a:pt x="2083817" y="939359"/>
                </a:lnTo>
                <a:moveTo>
                  <a:pt x="1878412" y="525884"/>
                </a:moveTo>
                <a:lnTo>
                  <a:pt x="1865054" y="504671"/>
                </a:lnTo>
                <a:moveTo>
                  <a:pt x="539499" y="338324"/>
                </a:moveTo>
                <a:lnTo>
                  <a:pt x="477807" y="333621"/>
                </a:lnTo>
                <a:moveTo>
                  <a:pt x="691689" y="346771"/>
                </a:moveTo>
                <a:lnTo>
                  <a:pt x="600932" y="342255"/>
                </a:lnTo>
                <a:moveTo>
                  <a:pt x="1992665" y="591909"/>
                </a:moveTo>
                <a:lnTo>
                  <a:pt x="1988166" y="596105"/>
                </a:lnTo>
                <a:moveTo>
                  <a:pt x="2093847" y="940028"/>
                </a:moveTo>
                <a:lnTo>
                  <a:pt x="2089199" y="943733"/>
                </a:lnTo>
                <a:moveTo>
                  <a:pt x="539499" y="338324"/>
                </a:moveTo>
                <a:lnTo>
                  <a:pt x="476707" y="417858"/>
                </a:lnTo>
                <a:moveTo>
                  <a:pt x="600075" y="426522"/>
                </a:moveTo>
                <a:lnTo>
                  <a:pt x="691689" y="346771"/>
                </a:lnTo>
                <a:moveTo>
                  <a:pt x="2097168" y="687319"/>
                </a:moveTo>
                <a:lnTo>
                  <a:pt x="1995617" y="596703"/>
                </a:lnTo>
                <a:moveTo>
                  <a:pt x="659816" y="430154"/>
                </a:moveTo>
                <a:lnTo>
                  <a:pt x="692977" y="355047"/>
                </a:lnTo>
                <a:moveTo>
                  <a:pt x="789626" y="438353"/>
                </a:moveTo>
                <a:lnTo>
                  <a:pt x="697274" y="347074"/>
                </a:lnTo>
                <a:moveTo>
                  <a:pt x="792677" y="186955"/>
                </a:moveTo>
                <a:lnTo>
                  <a:pt x="747062" y="180417"/>
                </a:lnTo>
                <a:moveTo>
                  <a:pt x="558200" y="620075"/>
                </a:moveTo>
                <a:lnTo>
                  <a:pt x="510289" y="590883"/>
                </a:lnTo>
                <a:moveTo>
                  <a:pt x="593836" y="678860"/>
                </a:moveTo>
                <a:lnTo>
                  <a:pt x="585907" y="648380"/>
                </a:lnTo>
                <a:moveTo>
                  <a:pt x="692977" y="355047"/>
                </a:moveTo>
                <a:lnTo>
                  <a:pt x="600075" y="426522"/>
                </a:lnTo>
                <a:moveTo>
                  <a:pt x="1995617" y="596703"/>
                </a:moveTo>
                <a:lnTo>
                  <a:pt x="1992665" y="591909"/>
                </a:lnTo>
                <a:moveTo>
                  <a:pt x="600932" y="342255"/>
                </a:moveTo>
                <a:lnTo>
                  <a:pt x="589075" y="256369"/>
                </a:lnTo>
                <a:moveTo>
                  <a:pt x="2093847" y="940028"/>
                </a:moveTo>
                <a:lnTo>
                  <a:pt x="2083817" y="939359"/>
                </a:lnTo>
                <a:moveTo>
                  <a:pt x="557830" y="590143"/>
                </a:moveTo>
                <a:lnTo>
                  <a:pt x="510289" y="590883"/>
                </a:lnTo>
                <a:moveTo>
                  <a:pt x="461909" y="264316"/>
                </a:moveTo>
                <a:lnTo>
                  <a:pt x="407318" y="247305"/>
                </a:lnTo>
                <a:moveTo>
                  <a:pt x="1557501" y="400681"/>
                </a:moveTo>
                <a:lnTo>
                  <a:pt x="1574051" y="318409"/>
                </a:lnTo>
                <a:moveTo>
                  <a:pt x="578634" y="508173"/>
                </a:moveTo>
                <a:lnTo>
                  <a:pt x="497078" y="550186"/>
                </a:lnTo>
                <a:moveTo>
                  <a:pt x="2235184" y="864163"/>
                </a:moveTo>
                <a:lnTo>
                  <a:pt x="2209669" y="909481"/>
                </a:lnTo>
                <a:moveTo>
                  <a:pt x="543470" y="506040"/>
                </a:moveTo>
                <a:lnTo>
                  <a:pt x="497078" y="550186"/>
                </a:lnTo>
                <a:moveTo>
                  <a:pt x="2124919" y="688711"/>
                </a:moveTo>
                <a:lnTo>
                  <a:pt x="2111408" y="604626"/>
                </a:lnTo>
                <a:moveTo>
                  <a:pt x="497078" y="550186"/>
                </a:moveTo>
                <a:lnTo>
                  <a:pt x="472118" y="501651"/>
                </a:lnTo>
                <a:moveTo>
                  <a:pt x="1846050" y="420477"/>
                </a:moveTo>
                <a:lnTo>
                  <a:pt x="1765476" y="497068"/>
                </a:lnTo>
                <a:moveTo>
                  <a:pt x="539499" y="338324"/>
                </a:moveTo>
                <a:lnTo>
                  <a:pt x="558919" y="254887"/>
                </a:lnTo>
                <a:moveTo>
                  <a:pt x="629979" y="597204"/>
                </a:moveTo>
                <a:lnTo>
                  <a:pt x="585907" y="648380"/>
                </a:lnTo>
                <a:moveTo>
                  <a:pt x="1987484" y="933526"/>
                </a:moveTo>
                <a:lnTo>
                  <a:pt x="1946683" y="931016"/>
                </a:lnTo>
                <a:moveTo>
                  <a:pt x="914353" y="867301"/>
                </a:moveTo>
                <a:lnTo>
                  <a:pt x="886788" y="865004"/>
                </a:lnTo>
                <a:moveTo>
                  <a:pt x="2208751" y="696004"/>
                </a:moveTo>
                <a:lnTo>
                  <a:pt x="2138199" y="772792"/>
                </a:lnTo>
                <a:moveTo>
                  <a:pt x="517754" y="216673"/>
                </a:moveTo>
                <a:lnTo>
                  <a:pt x="464222" y="227010"/>
                </a:lnTo>
                <a:moveTo>
                  <a:pt x="2235184" y="864163"/>
                </a:moveTo>
                <a:lnTo>
                  <a:pt x="2222960" y="780103"/>
                </a:lnTo>
                <a:moveTo>
                  <a:pt x="1799590" y="754838"/>
                </a:moveTo>
                <a:lnTo>
                  <a:pt x="1755278" y="664914"/>
                </a:lnTo>
                <a:moveTo>
                  <a:pt x="1655865" y="297704"/>
                </a:moveTo>
                <a:lnTo>
                  <a:pt x="1590509" y="296125"/>
                </a:lnTo>
                <a:moveTo>
                  <a:pt x="600932" y="342255"/>
                </a:moveTo>
                <a:lnTo>
                  <a:pt x="558919" y="254887"/>
                </a:lnTo>
                <a:moveTo>
                  <a:pt x="1798802" y="754207"/>
                </a:moveTo>
                <a:lnTo>
                  <a:pt x="1755278" y="664914"/>
                </a:lnTo>
                <a:moveTo>
                  <a:pt x="787407" y="354490"/>
                </a:moveTo>
                <a:lnTo>
                  <a:pt x="697274" y="347074"/>
                </a:lnTo>
                <a:moveTo>
                  <a:pt x="534399" y="422042"/>
                </a:moveTo>
                <a:lnTo>
                  <a:pt x="539499" y="338324"/>
                </a:lnTo>
                <a:moveTo>
                  <a:pt x="886788" y="865004"/>
                </a:moveTo>
                <a:lnTo>
                  <a:pt x="878276" y="781017"/>
                </a:lnTo>
                <a:moveTo>
                  <a:pt x="795028" y="270821"/>
                </a:moveTo>
                <a:lnTo>
                  <a:pt x="697274" y="347074"/>
                </a:lnTo>
                <a:moveTo>
                  <a:pt x="2109906" y="604562"/>
                </a:moveTo>
                <a:lnTo>
                  <a:pt x="1995617" y="596703"/>
                </a:lnTo>
                <a:moveTo>
                  <a:pt x="2209669" y="909481"/>
                </a:moveTo>
                <a:lnTo>
                  <a:pt x="2093847" y="940028"/>
                </a:lnTo>
                <a:moveTo>
                  <a:pt x="2111408" y="604626"/>
                </a:moveTo>
                <a:lnTo>
                  <a:pt x="2097168" y="687319"/>
                </a:lnTo>
                <a:moveTo>
                  <a:pt x="2110336" y="602804"/>
                </a:moveTo>
                <a:lnTo>
                  <a:pt x="1995617" y="596703"/>
                </a:lnTo>
                <a:moveTo>
                  <a:pt x="1750405" y="580590"/>
                </a:moveTo>
                <a:lnTo>
                  <a:pt x="1694057" y="534815"/>
                </a:lnTo>
                <a:moveTo>
                  <a:pt x="600075" y="426522"/>
                </a:moveTo>
                <a:lnTo>
                  <a:pt x="534399" y="422042"/>
                </a:lnTo>
                <a:moveTo>
                  <a:pt x="1909242" y="881734"/>
                </a:moveTo>
                <a:lnTo>
                  <a:pt x="1856907" y="872762"/>
                </a:lnTo>
                <a:moveTo>
                  <a:pt x="2097168" y="687319"/>
                </a:moveTo>
                <a:lnTo>
                  <a:pt x="2109906" y="604562"/>
                </a:lnTo>
                <a:moveTo>
                  <a:pt x="886788" y="865004"/>
                </a:moveTo>
                <a:lnTo>
                  <a:pt x="811495" y="861245"/>
                </a:lnTo>
                <a:moveTo>
                  <a:pt x="703675" y="432673"/>
                </a:moveTo>
                <a:lnTo>
                  <a:pt x="659816" y="430154"/>
                </a:lnTo>
                <a:moveTo>
                  <a:pt x="2222960" y="780103"/>
                </a:moveTo>
                <a:lnTo>
                  <a:pt x="2204445" y="778314"/>
                </a:lnTo>
                <a:moveTo>
                  <a:pt x="591969" y="762999"/>
                </a:moveTo>
                <a:lnTo>
                  <a:pt x="594138" y="709055"/>
                </a:lnTo>
                <a:moveTo>
                  <a:pt x="594138" y="709055"/>
                </a:moveTo>
                <a:lnTo>
                  <a:pt x="593836" y="678860"/>
                </a:lnTo>
                <a:moveTo>
                  <a:pt x="2110336" y="602804"/>
                </a:moveTo>
                <a:lnTo>
                  <a:pt x="1992665" y="591909"/>
                </a:lnTo>
                <a:moveTo>
                  <a:pt x="1904074" y="508058"/>
                </a:moveTo>
                <a:lnTo>
                  <a:pt x="1878412" y="525884"/>
                </a:lnTo>
                <a:moveTo>
                  <a:pt x="706434" y="517401"/>
                </a:moveTo>
                <a:lnTo>
                  <a:pt x="703675" y="432673"/>
                </a:lnTo>
                <a:moveTo>
                  <a:pt x="1581393" y="443155"/>
                </a:moveTo>
                <a:lnTo>
                  <a:pt x="1557501" y="400681"/>
                </a:lnTo>
                <a:moveTo>
                  <a:pt x="1848501" y="839621"/>
                </a:moveTo>
                <a:lnTo>
                  <a:pt x="1799590" y="754838"/>
                </a:lnTo>
                <a:moveTo>
                  <a:pt x="600932" y="342255"/>
                </a:moveTo>
                <a:lnTo>
                  <a:pt x="539499" y="338324"/>
                </a:lnTo>
                <a:moveTo>
                  <a:pt x="607786" y="680586"/>
                </a:moveTo>
                <a:lnTo>
                  <a:pt x="585907" y="648380"/>
                </a:lnTo>
                <a:moveTo>
                  <a:pt x="789626" y="438353"/>
                </a:moveTo>
                <a:lnTo>
                  <a:pt x="703675" y="432673"/>
                </a:lnTo>
                <a:moveTo>
                  <a:pt x="600075" y="426522"/>
                </a:moveTo>
                <a:lnTo>
                  <a:pt x="539499" y="338324"/>
                </a:lnTo>
                <a:moveTo>
                  <a:pt x="1694057" y="534815"/>
                </a:moveTo>
                <a:lnTo>
                  <a:pt x="1658369" y="490861"/>
                </a:lnTo>
                <a:moveTo>
                  <a:pt x="784574" y="522073"/>
                </a:moveTo>
                <a:lnTo>
                  <a:pt x="706434" y="517401"/>
                </a:lnTo>
                <a:moveTo>
                  <a:pt x="648402" y="513749"/>
                </a:moveTo>
                <a:lnTo>
                  <a:pt x="659816" y="430154"/>
                </a:lnTo>
                <a:moveTo>
                  <a:pt x="784574" y="522073"/>
                </a:moveTo>
                <a:lnTo>
                  <a:pt x="789626" y="438353"/>
                </a:lnTo>
                <a:moveTo>
                  <a:pt x="659816" y="430154"/>
                </a:moveTo>
                <a:lnTo>
                  <a:pt x="600075" y="426522"/>
                </a:lnTo>
                <a:moveTo>
                  <a:pt x="847611" y="948051"/>
                </a:moveTo>
                <a:lnTo>
                  <a:pt x="886788" y="865004"/>
                </a:lnTo>
                <a:moveTo>
                  <a:pt x="706434" y="517401"/>
                </a:moveTo>
                <a:lnTo>
                  <a:pt x="659816" y="430154"/>
                </a:lnTo>
                <a:moveTo>
                  <a:pt x="600075" y="426522"/>
                </a:moveTo>
                <a:lnTo>
                  <a:pt x="600932" y="342255"/>
                </a:lnTo>
                <a:moveTo>
                  <a:pt x="2218965" y="759546"/>
                </a:moveTo>
                <a:lnTo>
                  <a:pt x="2204445" y="778314"/>
                </a:lnTo>
                <a:moveTo>
                  <a:pt x="2235184" y="864163"/>
                </a:moveTo>
                <a:lnTo>
                  <a:pt x="2223753" y="780769"/>
                </a:lnTo>
                <a:moveTo>
                  <a:pt x="706434" y="517401"/>
                </a:moveTo>
                <a:lnTo>
                  <a:pt x="648402" y="513749"/>
                </a:lnTo>
                <a:moveTo>
                  <a:pt x="2027590" y="881714"/>
                </a:moveTo>
                <a:lnTo>
                  <a:pt x="2069125" y="852506"/>
                </a:lnTo>
                <a:moveTo>
                  <a:pt x="789626" y="438353"/>
                </a:moveTo>
                <a:lnTo>
                  <a:pt x="706434" y="517401"/>
                </a:lnTo>
                <a:moveTo>
                  <a:pt x="510289" y="590883"/>
                </a:moveTo>
                <a:lnTo>
                  <a:pt x="578634" y="508173"/>
                </a:lnTo>
                <a:moveTo>
                  <a:pt x="1710149" y="275252"/>
                </a:moveTo>
                <a:lnTo>
                  <a:pt x="1655865" y="297704"/>
                </a:lnTo>
                <a:moveTo>
                  <a:pt x="438848" y="246880"/>
                </a:moveTo>
                <a:lnTo>
                  <a:pt x="407318" y="247305"/>
                </a:lnTo>
                <a:moveTo>
                  <a:pt x="591969" y="762999"/>
                </a:moveTo>
                <a:lnTo>
                  <a:pt x="586671" y="712381"/>
                </a:lnTo>
                <a:moveTo>
                  <a:pt x="886788" y="865004"/>
                </a:moveTo>
                <a:lnTo>
                  <a:pt x="818316" y="946489"/>
                </a:lnTo>
                <a:moveTo>
                  <a:pt x="593836" y="678860"/>
                </a:moveTo>
                <a:lnTo>
                  <a:pt x="586671" y="712381"/>
                </a:lnTo>
                <a:moveTo>
                  <a:pt x="1899260" y="846262"/>
                </a:moveTo>
                <a:lnTo>
                  <a:pt x="1856907" y="872762"/>
                </a:lnTo>
                <a:moveTo>
                  <a:pt x="477807" y="333621"/>
                </a:moveTo>
                <a:lnTo>
                  <a:pt x="407318" y="247305"/>
                </a:lnTo>
                <a:moveTo>
                  <a:pt x="629979" y="597204"/>
                </a:moveTo>
                <a:lnTo>
                  <a:pt x="648402" y="513749"/>
                </a:lnTo>
                <a:moveTo>
                  <a:pt x="997509" y="872826"/>
                </a:moveTo>
                <a:lnTo>
                  <a:pt x="914353" y="867301"/>
                </a:lnTo>
                <a:moveTo>
                  <a:pt x="820649" y="524901"/>
                </a:moveTo>
                <a:lnTo>
                  <a:pt x="784574" y="522073"/>
                </a:lnTo>
                <a:moveTo>
                  <a:pt x="2111408" y="604626"/>
                </a:moveTo>
                <a:lnTo>
                  <a:pt x="2109906" y="604562"/>
                </a:lnTo>
                <a:moveTo>
                  <a:pt x="2208751" y="696004"/>
                </a:moveTo>
                <a:lnTo>
                  <a:pt x="2124919" y="688711"/>
                </a:lnTo>
                <a:moveTo>
                  <a:pt x="2111408" y="604626"/>
                </a:moveTo>
                <a:lnTo>
                  <a:pt x="2110336" y="602804"/>
                </a:lnTo>
                <a:moveTo>
                  <a:pt x="2110336" y="602804"/>
                </a:moveTo>
                <a:lnTo>
                  <a:pt x="2109906" y="604562"/>
                </a:lnTo>
                <a:moveTo>
                  <a:pt x="1904074" y="508058"/>
                </a:moveTo>
                <a:lnTo>
                  <a:pt x="1865054" y="504671"/>
                </a:lnTo>
                <a:moveTo>
                  <a:pt x="2217085" y="612349"/>
                </a:moveTo>
                <a:lnTo>
                  <a:pt x="2124919" y="688711"/>
                </a:lnTo>
                <a:moveTo>
                  <a:pt x="878276" y="781017"/>
                </a:moveTo>
                <a:lnTo>
                  <a:pt x="811495" y="861245"/>
                </a:lnTo>
                <a:moveTo>
                  <a:pt x="589075" y="256369"/>
                </a:moveTo>
                <a:lnTo>
                  <a:pt x="517754" y="216673"/>
                </a:lnTo>
                <a:moveTo>
                  <a:pt x="822001" y="609450"/>
                </a:moveTo>
                <a:lnTo>
                  <a:pt x="784574" y="522073"/>
                </a:lnTo>
                <a:moveTo>
                  <a:pt x="605383" y="712158"/>
                </a:moveTo>
                <a:lnTo>
                  <a:pt x="594138" y="709055"/>
                </a:lnTo>
                <a:moveTo>
                  <a:pt x="2027590" y="881714"/>
                </a:moveTo>
                <a:lnTo>
                  <a:pt x="1987443" y="848000"/>
                </a:lnTo>
                <a:moveTo>
                  <a:pt x="607786" y="680586"/>
                </a:moveTo>
                <a:lnTo>
                  <a:pt x="594138" y="709055"/>
                </a:lnTo>
                <a:moveTo>
                  <a:pt x="2222960" y="780103"/>
                </a:moveTo>
                <a:lnTo>
                  <a:pt x="2218965" y="759546"/>
                </a:lnTo>
                <a:moveTo>
                  <a:pt x="477807" y="333621"/>
                </a:moveTo>
                <a:lnTo>
                  <a:pt x="411712" y="332241"/>
                </a:lnTo>
                <a:moveTo>
                  <a:pt x="605383" y="712158"/>
                </a:moveTo>
                <a:lnTo>
                  <a:pt x="591969" y="762999"/>
                </a:lnTo>
                <a:moveTo>
                  <a:pt x="476707" y="417858"/>
                </a:moveTo>
                <a:lnTo>
                  <a:pt x="411712" y="332241"/>
                </a:lnTo>
                <a:moveTo>
                  <a:pt x="607786" y="680586"/>
                </a:moveTo>
                <a:lnTo>
                  <a:pt x="593836" y="678860"/>
                </a:lnTo>
                <a:moveTo>
                  <a:pt x="789626" y="438353"/>
                </a:moveTo>
                <a:lnTo>
                  <a:pt x="787407" y="354490"/>
                </a:lnTo>
                <a:moveTo>
                  <a:pt x="1865054" y="504671"/>
                </a:moveTo>
                <a:lnTo>
                  <a:pt x="1846050" y="420477"/>
                </a:lnTo>
                <a:moveTo>
                  <a:pt x="1952498" y="512034"/>
                </a:moveTo>
                <a:lnTo>
                  <a:pt x="1878412" y="525884"/>
                </a:lnTo>
                <a:moveTo>
                  <a:pt x="472118" y="501651"/>
                </a:moveTo>
                <a:lnTo>
                  <a:pt x="414064" y="416917"/>
                </a:lnTo>
                <a:moveTo>
                  <a:pt x="2208751" y="696004"/>
                </a:moveTo>
                <a:lnTo>
                  <a:pt x="2204445" y="778314"/>
                </a:lnTo>
                <a:moveTo>
                  <a:pt x="1899260" y="846262"/>
                </a:moveTo>
                <a:lnTo>
                  <a:pt x="1848501" y="839621"/>
                </a:lnTo>
                <a:moveTo>
                  <a:pt x="1815888" y="335114"/>
                </a:moveTo>
                <a:lnTo>
                  <a:pt x="1775647" y="274555"/>
                </a:lnTo>
                <a:moveTo>
                  <a:pt x="878276" y="781017"/>
                </a:moveTo>
                <a:lnTo>
                  <a:pt x="877234" y="697177"/>
                </a:lnTo>
                <a:moveTo>
                  <a:pt x="558919" y="254887"/>
                </a:moveTo>
                <a:lnTo>
                  <a:pt x="517754" y="216673"/>
                </a:lnTo>
                <a:moveTo>
                  <a:pt x="1775647" y="274555"/>
                </a:moveTo>
                <a:lnTo>
                  <a:pt x="1710149" y="275252"/>
                </a:lnTo>
                <a:moveTo>
                  <a:pt x="745335" y="605118"/>
                </a:moveTo>
                <a:lnTo>
                  <a:pt x="784574" y="522073"/>
                </a:lnTo>
                <a:moveTo>
                  <a:pt x="476707" y="417858"/>
                </a:moveTo>
                <a:lnTo>
                  <a:pt x="414064" y="416917"/>
                </a:lnTo>
                <a:moveTo>
                  <a:pt x="878276" y="781017"/>
                </a:moveTo>
                <a:lnTo>
                  <a:pt x="820532" y="778017"/>
                </a:lnTo>
                <a:moveTo>
                  <a:pt x="784574" y="522073"/>
                </a:moveTo>
                <a:lnTo>
                  <a:pt x="721254" y="603662"/>
                </a:lnTo>
                <a:moveTo>
                  <a:pt x="2223753" y="780769"/>
                </a:moveTo>
                <a:lnTo>
                  <a:pt x="2222960" y="780103"/>
                </a:lnTo>
                <a:moveTo>
                  <a:pt x="2237220" y="866859"/>
                </a:moveTo>
                <a:lnTo>
                  <a:pt x="2235184" y="864163"/>
                </a:lnTo>
                <a:moveTo>
                  <a:pt x="597964" y="848139"/>
                </a:moveTo>
                <a:lnTo>
                  <a:pt x="591655" y="847907"/>
                </a:lnTo>
                <a:moveTo>
                  <a:pt x="605383" y="712158"/>
                </a:moveTo>
                <a:lnTo>
                  <a:pt x="586671" y="712381"/>
                </a:lnTo>
                <a:moveTo>
                  <a:pt x="597964" y="848139"/>
                </a:moveTo>
                <a:lnTo>
                  <a:pt x="602852" y="764384"/>
                </a:lnTo>
                <a:moveTo>
                  <a:pt x="811495" y="861245"/>
                </a:moveTo>
                <a:lnTo>
                  <a:pt x="820532" y="778017"/>
                </a:lnTo>
                <a:moveTo>
                  <a:pt x="721254" y="603662"/>
                </a:moveTo>
                <a:lnTo>
                  <a:pt x="648402" y="513749"/>
                </a:lnTo>
                <a:moveTo>
                  <a:pt x="822001" y="609450"/>
                </a:moveTo>
                <a:lnTo>
                  <a:pt x="820649" y="524901"/>
                </a:lnTo>
                <a:moveTo>
                  <a:pt x="607786" y="680586"/>
                </a:moveTo>
                <a:lnTo>
                  <a:pt x="629979" y="597204"/>
                </a:lnTo>
                <a:moveTo>
                  <a:pt x="818316" y="946489"/>
                </a:moveTo>
                <a:lnTo>
                  <a:pt x="811495" y="861245"/>
                </a:lnTo>
                <a:moveTo>
                  <a:pt x="892497" y="613659"/>
                </a:moveTo>
                <a:lnTo>
                  <a:pt x="822001" y="609450"/>
                </a:lnTo>
                <a:moveTo>
                  <a:pt x="721254" y="603662"/>
                </a:moveTo>
                <a:lnTo>
                  <a:pt x="706434" y="517401"/>
                </a:lnTo>
                <a:moveTo>
                  <a:pt x="1590509" y="296125"/>
                </a:moveTo>
                <a:lnTo>
                  <a:pt x="1574051" y="318409"/>
                </a:lnTo>
                <a:moveTo>
                  <a:pt x="877234" y="697177"/>
                </a:moveTo>
                <a:lnTo>
                  <a:pt x="892497" y="613659"/>
                </a:lnTo>
                <a:moveTo>
                  <a:pt x="1946683" y="931016"/>
                </a:moveTo>
                <a:lnTo>
                  <a:pt x="1909242" y="881734"/>
                </a:lnTo>
                <a:moveTo>
                  <a:pt x="1992665" y="591909"/>
                </a:moveTo>
                <a:lnTo>
                  <a:pt x="1952498" y="512034"/>
                </a:lnTo>
                <a:moveTo>
                  <a:pt x="2223753" y="780769"/>
                </a:moveTo>
                <a:lnTo>
                  <a:pt x="2218965" y="759546"/>
                </a:lnTo>
                <a:moveTo>
                  <a:pt x="593836" y="678860"/>
                </a:moveTo>
                <a:lnTo>
                  <a:pt x="510289" y="590883"/>
                </a:lnTo>
                <a:moveTo>
                  <a:pt x="602852" y="764384"/>
                </a:moveTo>
                <a:lnTo>
                  <a:pt x="605383" y="712158"/>
                </a:lnTo>
                <a:moveTo>
                  <a:pt x="1642116" y="494636"/>
                </a:moveTo>
                <a:lnTo>
                  <a:pt x="1645018" y="472669"/>
                </a:lnTo>
                <a:moveTo>
                  <a:pt x="787407" y="354490"/>
                </a:moveTo>
                <a:lnTo>
                  <a:pt x="795028" y="270821"/>
                </a:lnTo>
                <a:moveTo>
                  <a:pt x="721254" y="603662"/>
                </a:moveTo>
                <a:lnTo>
                  <a:pt x="629979" y="597204"/>
                </a:lnTo>
                <a:moveTo>
                  <a:pt x="602852" y="764384"/>
                </a:moveTo>
                <a:lnTo>
                  <a:pt x="607786" y="680586"/>
                </a:lnTo>
                <a:moveTo>
                  <a:pt x="847611" y="948051"/>
                </a:moveTo>
                <a:lnTo>
                  <a:pt x="818316" y="946489"/>
                </a:lnTo>
                <a:moveTo>
                  <a:pt x="877234" y="697177"/>
                </a:moveTo>
                <a:lnTo>
                  <a:pt x="820532" y="778017"/>
                </a:lnTo>
                <a:moveTo>
                  <a:pt x="2217085" y="612349"/>
                </a:moveTo>
                <a:lnTo>
                  <a:pt x="2111408" y="604626"/>
                </a:lnTo>
                <a:moveTo>
                  <a:pt x="2079483" y="520177"/>
                </a:moveTo>
                <a:lnTo>
                  <a:pt x="1992665" y="591909"/>
                </a:lnTo>
                <a:moveTo>
                  <a:pt x="1754824" y="610425"/>
                </a:moveTo>
                <a:lnTo>
                  <a:pt x="1727558" y="584037"/>
                </a:lnTo>
                <a:moveTo>
                  <a:pt x="587053" y="763997"/>
                </a:moveTo>
                <a:lnTo>
                  <a:pt x="586671" y="712381"/>
                </a:lnTo>
                <a:moveTo>
                  <a:pt x="607786" y="680586"/>
                </a:moveTo>
                <a:lnTo>
                  <a:pt x="605383" y="712158"/>
                </a:lnTo>
                <a:moveTo>
                  <a:pt x="892497" y="613659"/>
                </a:moveTo>
                <a:lnTo>
                  <a:pt x="826612" y="694413"/>
                </a:lnTo>
                <a:moveTo>
                  <a:pt x="947997" y="912571"/>
                </a:moveTo>
                <a:lnTo>
                  <a:pt x="886788" y="865004"/>
                </a:lnTo>
                <a:moveTo>
                  <a:pt x="1543458" y="403232"/>
                </a:moveTo>
                <a:lnTo>
                  <a:pt x="1557501" y="400681"/>
                </a:lnTo>
                <a:moveTo>
                  <a:pt x="597964" y="848139"/>
                </a:moveTo>
                <a:lnTo>
                  <a:pt x="587053" y="763997"/>
                </a:lnTo>
                <a:moveTo>
                  <a:pt x="885756" y="529707"/>
                </a:moveTo>
                <a:lnTo>
                  <a:pt x="820649" y="524901"/>
                </a:lnTo>
                <a:moveTo>
                  <a:pt x="2218965" y="759546"/>
                </a:moveTo>
                <a:lnTo>
                  <a:pt x="2208751" y="696004"/>
                </a:lnTo>
                <a:moveTo>
                  <a:pt x="826612" y="694413"/>
                </a:moveTo>
                <a:lnTo>
                  <a:pt x="822001" y="609450"/>
                </a:lnTo>
                <a:moveTo>
                  <a:pt x="892497" y="613659"/>
                </a:moveTo>
                <a:lnTo>
                  <a:pt x="885756" y="529707"/>
                </a:lnTo>
                <a:moveTo>
                  <a:pt x="822001" y="609450"/>
                </a:moveTo>
                <a:lnTo>
                  <a:pt x="745335" y="605118"/>
                </a:lnTo>
                <a:moveTo>
                  <a:pt x="2083817" y="939359"/>
                </a:moveTo>
                <a:lnTo>
                  <a:pt x="2027590" y="881714"/>
                </a:lnTo>
                <a:moveTo>
                  <a:pt x="1755388" y="670147"/>
                </a:moveTo>
                <a:lnTo>
                  <a:pt x="1755278" y="664914"/>
                </a:lnTo>
                <a:moveTo>
                  <a:pt x="877234" y="697177"/>
                </a:moveTo>
                <a:lnTo>
                  <a:pt x="826612" y="694413"/>
                </a:lnTo>
                <a:moveTo>
                  <a:pt x="610909" y="934162"/>
                </a:moveTo>
                <a:lnTo>
                  <a:pt x="597964" y="848139"/>
                </a:lnTo>
                <a:moveTo>
                  <a:pt x="591655" y="847907"/>
                </a:moveTo>
                <a:lnTo>
                  <a:pt x="587053" y="763997"/>
                </a:lnTo>
                <a:moveTo>
                  <a:pt x="820532" y="778017"/>
                </a:moveTo>
                <a:lnTo>
                  <a:pt x="826612" y="694413"/>
                </a:lnTo>
                <a:moveTo>
                  <a:pt x="2237220" y="866859"/>
                </a:moveTo>
                <a:lnTo>
                  <a:pt x="2209669" y="909481"/>
                </a:lnTo>
                <a:moveTo>
                  <a:pt x="602852" y="764384"/>
                </a:moveTo>
                <a:lnTo>
                  <a:pt x="587053" y="763997"/>
                </a:lnTo>
                <a:moveTo>
                  <a:pt x="2110336" y="602804"/>
                </a:moveTo>
                <a:lnTo>
                  <a:pt x="2133995" y="523249"/>
                </a:lnTo>
                <a:moveTo>
                  <a:pt x="1631375" y="490094"/>
                </a:moveTo>
                <a:lnTo>
                  <a:pt x="1645018" y="472669"/>
                </a:lnTo>
                <a:moveTo>
                  <a:pt x="1727558" y="584037"/>
                </a:moveTo>
                <a:lnTo>
                  <a:pt x="1750405" y="580590"/>
                </a:lnTo>
                <a:moveTo>
                  <a:pt x="2027590" y="881714"/>
                </a:moveTo>
                <a:lnTo>
                  <a:pt x="1987484" y="933526"/>
                </a:lnTo>
                <a:moveTo>
                  <a:pt x="885756" y="529707"/>
                </a:moveTo>
                <a:lnTo>
                  <a:pt x="822001" y="609450"/>
                </a:lnTo>
                <a:moveTo>
                  <a:pt x="811495" y="861245"/>
                </a:moveTo>
                <a:lnTo>
                  <a:pt x="723786" y="857115"/>
                </a:lnTo>
                <a:moveTo>
                  <a:pt x="2027590" y="881714"/>
                </a:moveTo>
                <a:lnTo>
                  <a:pt x="1946683" y="931016"/>
                </a:lnTo>
                <a:moveTo>
                  <a:pt x="510289" y="590883"/>
                </a:moveTo>
                <a:lnTo>
                  <a:pt x="497078" y="550186"/>
                </a:lnTo>
                <a:moveTo>
                  <a:pt x="847611" y="948051"/>
                </a:moveTo>
                <a:lnTo>
                  <a:pt x="824950" y="988394"/>
                </a:lnTo>
                <a:moveTo>
                  <a:pt x="728345" y="637708"/>
                </a:moveTo>
                <a:lnTo>
                  <a:pt x="629979" y="597204"/>
                </a:lnTo>
                <a:moveTo>
                  <a:pt x="587053" y="763997"/>
                </a:moveTo>
                <a:lnTo>
                  <a:pt x="605383" y="712158"/>
                </a:lnTo>
                <a:moveTo>
                  <a:pt x="701947" y="855721"/>
                </a:moveTo>
                <a:lnTo>
                  <a:pt x="597964" y="848139"/>
                </a:lnTo>
                <a:moveTo>
                  <a:pt x="1811061" y="335968"/>
                </a:moveTo>
                <a:lnTo>
                  <a:pt x="1775647" y="274555"/>
                </a:lnTo>
                <a:moveTo>
                  <a:pt x="2223753" y="780769"/>
                </a:moveTo>
                <a:lnTo>
                  <a:pt x="2208751" y="696004"/>
                </a:lnTo>
                <a:moveTo>
                  <a:pt x="2039179" y="518215"/>
                </a:moveTo>
                <a:lnTo>
                  <a:pt x="1992665" y="591909"/>
                </a:lnTo>
                <a:moveTo>
                  <a:pt x="795028" y="270821"/>
                </a:moveTo>
                <a:lnTo>
                  <a:pt x="792677" y="186955"/>
                </a:lnTo>
                <a:moveTo>
                  <a:pt x="929461" y="955304"/>
                </a:moveTo>
                <a:lnTo>
                  <a:pt x="886788" y="865004"/>
                </a:lnTo>
                <a:moveTo>
                  <a:pt x="453192" y="202277"/>
                </a:moveTo>
                <a:lnTo>
                  <a:pt x="464222" y="227010"/>
                </a:lnTo>
                <a:moveTo>
                  <a:pt x="2110336" y="602804"/>
                </a:moveTo>
                <a:lnTo>
                  <a:pt x="2079483" y="520177"/>
                </a:lnTo>
                <a:moveTo>
                  <a:pt x="435129" y="503904"/>
                </a:moveTo>
                <a:lnTo>
                  <a:pt x="472118" y="501651"/>
                </a:lnTo>
                <a:moveTo>
                  <a:pt x="824950" y="988394"/>
                </a:moveTo>
                <a:lnTo>
                  <a:pt x="818316" y="946489"/>
                </a:lnTo>
                <a:moveTo>
                  <a:pt x="745335" y="605118"/>
                </a:moveTo>
                <a:lnTo>
                  <a:pt x="721254" y="603662"/>
                </a:lnTo>
                <a:moveTo>
                  <a:pt x="947997" y="912571"/>
                </a:moveTo>
                <a:lnTo>
                  <a:pt x="914353" y="867301"/>
                </a:lnTo>
                <a:moveTo>
                  <a:pt x="2210787" y="528405"/>
                </a:moveTo>
                <a:lnTo>
                  <a:pt x="2111408" y="604626"/>
                </a:lnTo>
                <a:moveTo>
                  <a:pt x="948432" y="788040"/>
                </a:moveTo>
                <a:lnTo>
                  <a:pt x="886788" y="865004"/>
                </a:lnTo>
                <a:moveTo>
                  <a:pt x="2210787" y="528405"/>
                </a:moveTo>
                <a:lnTo>
                  <a:pt x="2110336" y="602804"/>
                </a:lnTo>
                <a:moveTo>
                  <a:pt x="1642116" y="494636"/>
                </a:moveTo>
                <a:lnTo>
                  <a:pt x="1658369" y="490861"/>
                </a:lnTo>
                <a:moveTo>
                  <a:pt x="2143589" y="919581"/>
                </a:moveTo>
                <a:lnTo>
                  <a:pt x="2083817" y="939359"/>
                </a:lnTo>
                <a:moveTo>
                  <a:pt x="2143589" y="919581"/>
                </a:moveTo>
                <a:lnTo>
                  <a:pt x="2093847" y="940028"/>
                </a:lnTo>
                <a:moveTo>
                  <a:pt x="1799590" y="754838"/>
                </a:moveTo>
                <a:lnTo>
                  <a:pt x="1798802" y="754207"/>
                </a:lnTo>
                <a:moveTo>
                  <a:pt x="1952498" y="512034"/>
                </a:moveTo>
                <a:lnTo>
                  <a:pt x="1904074" y="508058"/>
                </a:lnTo>
                <a:moveTo>
                  <a:pt x="811495" y="861245"/>
                </a:moveTo>
                <a:lnTo>
                  <a:pt x="733538" y="773979"/>
                </a:lnTo>
                <a:moveTo>
                  <a:pt x="818316" y="946489"/>
                </a:moveTo>
                <a:lnTo>
                  <a:pt x="723786" y="857115"/>
                </a:lnTo>
                <a:moveTo>
                  <a:pt x="701645" y="771895"/>
                </a:moveTo>
                <a:lnTo>
                  <a:pt x="597964" y="848139"/>
                </a:lnTo>
                <a:moveTo>
                  <a:pt x="954554" y="806799"/>
                </a:moveTo>
                <a:lnTo>
                  <a:pt x="914353" y="867301"/>
                </a:lnTo>
                <a:moveTo>
                  <a:pt x="1741985" y="614884"/>
                </a:moveTo>
                <a:lnTo>
                  <a:pt x="1754824" y="610425"/>
                </a:lnTo>
                <a:moveTo>
                  <a:pt x="707855" y="688199"/>
                </a:moveTo>
                <a:lnTo>
                  <a:pt x="629979" y="597204"/>
                </a:lnTo>
                <a:moveTo>
                  <a:pt x="997509" y="872826"/>
                </a:moveTo>
                <a:lnTo>
                  <a:pt x="947997" y="912571"/>
                </a:lnTo>
                <a:moveTo>
                  <a:pt x="2208751" y="696004"/>
                </a:moveTo>
                <a:lnTo>
                  <a:pt x="2217085" y="612349"/>
                </a:lnTo>
                <a:moveTo>
                  <a:pt x="1543458" y="403232"/>
                </a:moveTo>
                <a:lnTo>
                  <a:pt x="1574051" y="318409"/>
                </a:lnTo>
                <a:moveTo>
                  <a:pt x="2237220" y="866859"/>
                </a:moveTo>
                <a:lnTo>
                  <a:pt x="2223753" y="780769"/>
                </a:lnTo>
                <a:moveTo>
                  <a:pt x="1741985" y="614884"/>
                </a:moveTo>
                <a:lnTo>
                  <a:pt x="1755278" y="664914"/>
                </a:lnTo>
                <a:moveTo>
                  <a:pt x="701645" y="771895"/>
                </a:moveTo>
                <a:lnTo>
                  <a:pt x="602852" y="764384"/>
                </a:lnTo>
                <a:moveTo>
                  <a:pt x="1865111" y="761769"/>
                </a:moveTo>
                <a:lnTo>
                  <a:pt x="1848501" y="839621"/>
                </a:lnTo>
                <a:moveTo>
                  <a:pt x="745335" y="605118"/>
                </a:moveTo>
                <a:lnTo>
                  <a:pt x="728345" y="637708"/>
                </a:lnTo>
                <a:moveTo>
                  <a:pt x="728345" y="637708"/>
                </a:moveTo>
                <a:lnTo>
                  <a:pt x="721254" y="603662"/>
                </a:lnTo>
                <a:moveTo>
                  <a:pt x="1550507" y="319552"/>
                </a:moveTo>
                <a:lnTo>
                  <a:pt x="1574051" y="318409"/>
                </a:lnTo>
                <a:moveTo>
                  <a:pt x="1846050" y="420477"/>
                </a:moveTo>
                <a:lnTo>
                  <a:pt x="1815888" y="335114"/>
                </a:lnTo>
                <a:moveTo>
                  <a:pt x="818316" y="946489"/>
                </a:moveTo>
                <a:lnTo>
                  <a:pt x="727793" y="942002"/>
                </a:lnTo>
                <a:moveTo>
                  <a:pt x="701645" y="771895"/>
                </a:moveTo>
                <a:lnTo>
                  <a:pt x="607786" y="680586"/>
                </a:lnTo>
                <a:moveTo>
                  <a:pt x="2209669" y="909481"/>
                </a:moveTo>
                <a:lnTo>
                  <a:pt x="2143589" y="919581"/>
                </a:lnTo>
                <a:moveTo>
                  <a:pt x="948432" y="788040"/>
                </a:moveTo>
                <a:lnTo>
                  <a:pt x="914353" y="867301"/>
                </a:lnTo>
                <a:moveTo>
                  <a:pt x="997509" y="872826"/>
                </a:moveTo>
                <a:lnTo>
                  <a:pt x="954554" y="806799"/>
                </a:lnTo>
                <a:moveTo>
                  <a:pt x="820532" y="778017"/>
                </a:moveTo>
                <a:lnTo>
                  <a:pt x="733538" y="773979"/>
                </a:lnTo>
                <a:moveTo>
                  <a:pt x="591655" y="847907"/>
                </a:moveTo>
                <a:lnTo>
                  <a:pt x="519663" y="845206"/>
                </a:lnTo>
                <a:moveTo>
                  <a:pt x="701947" y="855721"/>
                </a:moveTo>
                <a:lnTo>
                  <a:pt x="610909" y="934162"/>
                </a:lnTo>
                <a:moveTo>
                  <a:pt x="1710149" y="275252"/>
                </a:moveTo>
                <a:lnTo>
                  <a:pt x="1590509" y="296125"/>
                </a:lnTo>
                <a:moveTo>
                  <a:pt x="411712" y="332241"/>
                </a:moveTo>
                <a:lnTo>
                  <a:pt x="407318" y="247305"/>
                </a:lnTo>
                <a:moveTo>
                  <a:pt x="707855" y="688199"/>
                </a:moveTo>
                <a:lnTo>
                  <a:pt x="607786" y="680586"/>
                </a:lnTo>
                <a:moveTo>
                  <a:pt x="738737" y="690263"/>
                </a:moveTo>
                <a:lnTo>
                  <a:pt x="822001" y="609450"/>
                </a:lnTo>
                <a:moveTo>
                  <a:pt x="948432" y="788040"/>
                </a:moveTo>
                <a:lnTo>
                  <a:pt x="878276" y="781017"/>
                </a:lnTo>
                <a:moveTo>
                  <a:pt x="453192" y="202277"/>
                </a:moveTo>
                <a:lnTo>
                  <a:pt x="438848" y="246880"/>
                </a:lnTo>
                <a:moveTo>
                  <a:pt x="820532" y="778017"/>
                </a:moveTo>
                <a:lnTo>
                  <a:pt x="738737" y="690263"/>
                </a:lnTo>
                <a:moveTo>
                  <a:pt x="593836" y="678860"/>
                </a:moveTo>
                <a:lnTo>
                  <a:pt x="536273" y="678565"/>
                </a:lnTo>
                <a:moveTo>
                  <a:pt x="723786" y="857115"/>
                </a:moveTo>
                <a:lnTo>
                  <a:pt x="701947" y="855721"/>
                </a:lnTo>
                <a:moveTo>
                  <a:pt x="856369" y="481597"/>
                </a:moveTo>
                <a:lnTo>
                  <a:pt x="820649" y="524901"/>
                </a:lnTo>
                <a:moveTo>
                  <a:pt x="1581393" y="443155"/>
                </a:moveTo>
                <a:lnTo>
                  <a:pt x="1543458" y="403232"/>
                </a:lnTo>
                <a:moveTo>
                  <a:pt x="683138" y="939169"/>
                </a:moveTo>
                <a:lnTo>
                  <a:pt x="610909" y="934162"/>
                </a:lnTo>
                <a:moveTo>
                  <a:pt x="1846050" y="420477"/>
                </a:moveTo>
                <a:lnTo>
                  <a:pt x="1824017" y="347492"/>
                </a:lnTo>
                <a:moveTo>
                  <a:pt x="526456" y="930447"/>
                </a:moveTo>
                <a:lnTo>
                  <a:pt x="597964" y="848139"/>
                </a:lnTo>
                <a:moveTo>
                  <a:pt x="1933819" y="485313"/>
                </a:moveTo>
                <a:lnTo>
                  <a:pt x="1904074" y="508058"/>
                </a:lnTo>
                <a:moveTo>
                  <a:pt x="929461" y="955304"/>
                </a:moveTo>
                <a:lnTo>
                  <a:pt x="847611" y="948051"/>
                </a:lnTo>
                <a:moveTo>
                  <a:pt x="2217085" y="612349"/>
                </a:moveTo>
                <a:lnTo>
                  <a:pt x="2210787" y="528405"/>
                </a:lnTo>
                <a:moveTo>
                  <a:pt x="826612" y="694413"/>
                </a:moveTo>
                <a:lnTo>
                  <a:pt x="738737" y="690263"/>
                </a:lnTo>
                <a:moveTo>
                  <a:pt x="738737" y="690263"/>
                </a:moveTo>
                <a:lnTo>
                  <a:pt x="745335" y="605118"/>
                </a:lnTo>
                <a:moveTo>
                  <a:pt x="587501" y="177271"/>
                </a:moveTo>
                <a:lnTo>
                  <a:pt x="589075" y="256369"/>
                </a:lnTo>
                <a:moveTo>
                  <a:pt x="683138" y="939169"/>
                </a:moveTo>
                <a:lnTo>
                  <a:pt x="701947" y="855721"/>
                </a:lnTo>
                <a:moveTo>
                  <a:pt x="591655" y="847907"/>
                </a:moveTo>
                <a:lnTo>
                  <a:pt x="526424" y="929977"/>
                </a:lnTo>
                <a:moveTo>
                  <a:pt x="526456" y="930447"/>
                </a:moveTo>
                <a:lnTo>
                  <a:pt x="591655" y="847907"/>
                </a:lnTo>
                <a:moveTo>
                  <a:pt x="534470" y="762712"/>
                </a:moveTo>
                <a:lnTo>
                  <a:pt x="586671" y="712381"/>
                </a:lnTo>
                <a:moveTo>
                  <a:pt x="536273" y="678565"/>
                </a:moveTo>
                <a:lnTo>
                  <a:pt x="586671" y="712381"/>
                </a:lnTo>
                <a:moveTo>
                  <a:pt x="727793" y="942002"/>
                </a:moveTo>
                <a:lnTo>
                  <a:pt x="701947" y="855721"/>
                </a:lnTo>
                <a:moveTo>
                  <a:pt x="727793" y="942002"/>
                </a:moveTo>
                <a:lnTo>
                  <a:pt x="723786" y="857115"/>
                </a:lnTo>
                <a:moveTo>
                  <a:pt x="587053" y="763997"/>
                </a:moveTo>
                <a:lnTo>
                  <a:pt x="519663" y="845206"/>
                </a:lnTo>
                <a:moveTo>
                  <a:pt x="701947" y="855721"/>
                </a:moveTo>
                <a:lnTo>
                  <a:pt x="701645" y="771895"/>
                </a:lnTo>
                <a:moveTo>
                  <a:pt x="2133995" y="523249"/>
                </a:moveTo>
                <a:lnTo>
                  <a:pt x="2079483" y="520177"/>
                </a:lnTo>
                <a:moveTo>
                  <a:pt x="723786" y="857115"/>
                </a:moveTo>
                <a:lnTo>
                  <a:pt x="701645" y="771895"/>
                </a:lnTo>
                <a:moveTo>
                  <a:pt x="414064" y="416917"/>
                </a:moveTo>
                <a:lnTo>
                  <a:pt x="411712" y="332241"/>
                </a:lnTo>
                <a:moveTo>
                  <a:pt x="1909242" y="881734"/>
                </a:moveTo>
                <a:lnTo>
                  <a:pt x="1899260" y="846262"/>
                </a:lnTo>
                <a:moveTo>
                  <a:pt x="2210787" y="528405"/>
                </a:moveTo>
                <a:lnTo>
                  <a:pt x="2133995" y="523249"/>
                </a:lnTo>
                <a:moveTo>
                  <a:pt x="723786" y="857115"/>
                </a:moveTo>
                <a:lnTo>
                  <a:pt x="733538" y="773979"/>
                </a:lnTo>
                <a:moveTo>
                  <a:pt x="2027590" y="881714"/>
                </a:moveTo>
                <a:lnTo>
                  <a:pt x="1909242" y="881734"/>
                </a:lnTo>
                <a:moveTo>
                  <a:pt x="1550507" y="319552"/>
                </a:moveTo>
                <a:lnTo>
                  <a:pt x="1590509" y="296125"/>
                </a:lnTo>
                <a:moveTo>
                  <a:pt x="707855" y="688199"/>
                </a:moveTo>
                <a:lnTo>
                  <a:pt x="728345" y="637708"/>
                </a:lnTo>
                <a:moveTo>
                  <a:pt x="497078" y="550186"/>
                </a:moveTo>
                <a:lnTo>
                  <a:pt x="435129" y="503904"/>
                </a:lnTo>
                <a:moveTo>
                  <a:pt x="727793" y="942002"/>
                </a:moveTo>
                <a:lnTo>
                  <a:pt x="683138" y="939169"/>
                </a:lnTo>
                <a:moveTo>
                  <a:pt x="829678" y="444782"/>
                </a:moveTo>
                <a:lnTo>
                  <a:pt x="784574" y="522073"/>
                </a:lnTo>
                <a:moveTo>
                  <a:pt x="497078" y="550186"/>
                </a:moveTo>
                <a:lnTo>
                  <a:pt x="434875" y="503941"/>
                </a:lnTo>
                <a:moveTo>
                  <a:pt x="742961" y="1028308"/>
                </a:moveTo>
                <a:lnTo>
                  <a:pt x="818316" y="946489"/>
                </a:lnTo>
                <a:moveTo>
                  <a:pt x="885756" y="529707"/>
                </a:moveTo>
                <a:lnTo>
                  <a:pt x="856369" y="481597"/>
                </a:lnTo>
                <a:moveTo>
                  <a:pt x="738737" y="690263"/>
                </a:moveTo>
                <a:lnTo>
                  <a:pt x="728345" y="637708"/>
                </a:lnTo>
                <a:moveTo>
                  <a:pt x="953933" y="620510"/>
                </a:moveTo>
                <a:lnTo>
                  <a:pt x="892497" y="613659"/>
                </a:lnTo>
                <a:moveTo>
                  <a:pt x="1909242" y="881734"/>
                </a:moveTo>
                <a:lnTo>
                  <a:pt x="1924925" y="848218"/>
                </a:lnTo>
                <a:moveTo>
                  <a:pt x="935957" y="703975"/>
                </a:moveTo>
                <a:lnTo>
                  <a:pt x="878276" y="781017"/>
                </a:lnTo>
                <a:moveTo>
                  <a:pt x="1824017" y="347492"/>
                </a:moveTo>
                <a:lnTo>
                  <a:pt x="1815888" y="335114"/>
                </a:lnTo>
                <a:moveTo>
                  <a:pt x="829678" y="444782"/>
                </a:moveTo>
                <a:lnTo>
                  <a:pt x="789626" y="438353"/>
                </a:lnTo>
                <a:moveTo>
                  <a:pt x="733538" y="773979"/>
                </a:moveTo>
                <a:lnTo>
                  <a:pt x="701645" y="771895"/>
                </a:lnTo>
                <a:moveTo>
                  <a:pt x="783997" y="1030616"/>
                </a:moveTo>
                <a:lnTo>
                  <a:pt x="824950" y="988394"/>
                </a:lnTo>
                <a:moveTo>
                  <a:pt x="2039179" y="518215"/>
                </a:moveTo>
                <a:lnTo>
                  <a:pt x="1952498" y="512034"/>
                </a:lnTo>
                <a:moveTo>
                  <a:pt x="953933" y="620510"/>
                </a:moveTo>
                <a:lnTo>
                  <a:pt x="877234" y="697177"/>
                </a:lnTo>
                <a:moveTo>
                  <a:pt x="701645" y="771895"/>
                </a:moveTo>
                <a:lnTo>
                  <a:pt x="707855" y="688199"/>
                </a:lnTo>
                <a:moveTo>
                  <a:pt x="1760521" y="315897"/>
                </a:moveTo>
                <a:lnTo>
                  <a:pt x="1775647" y="274555"/>
                </a:lnTo>
                <a:moveTo>
                  <a:pt x="610909" y="934162"/>
                </a:moveTo>
                <a:lnTo>
                  <a:pt x="526456" y="930447"/>
                </a:lnTo>
                <a:moveTo>
                  <a:pt x="1952498" y="512034"/>
                </a:moveTo>
                <a:lnTo>
                  <a:pt x="1933819" y="485313"/>
                </a:lnTo>
                <a:moveTo>
                  <a:pt x="733538" y="773979"/>
                </a:moveTo>
                <a:lnTo>
                  <a:pt x="707855" y="688199"/>
                </a:lnTo>
                <a:moveTo>
                  <a:pt x="792677" y="186955"/>
                </a:moveTo>
                <a:lnTo>
                  <a:pt x="760231" y="123376"/>
                </a:lnTo>
                <a:moveTo>
                  <a:pt x="824950" y="988394"/>
                </a:moveTo>
                <a:lnTo>
                  <a:pt x="742961" y="1028308"/>
                </a:lnTo>
                <a:moveTo>
                  <a:pt x="587053" y="763997"/>
                </a:moveTo>
                <a:lnTo>
                  <a:pt x="534470" y="762712"/>
                </a:lnTo>
                <a:moveTo>
                  <a:pt x="2079483" y="520177"/>
                </a:moveTo>
                <a:lnTo>
                  <a:pt x="2039179" y="518215"/>
                </a:lnTo>
                <a:moveTo>
                  <a:pt x="733538" y="773979"/>
                </a:moveTo>
                <a:lnTo>
                  <a:pt x="738737" y="690263"/>
                </a:lnTo>
                <a:moveTo>
                  <a:pt x="2013174" y="854147"/>
                </a:moveTo>
                <a:lnTo>
                  <a:pt x="1909242" y="881734"/>
                </a:lnTo>
                <a:moveTo>
                  <a:pt x="1727558" y="584037"/>
                </a:moveTo>
                <a:lnTo>
                  <a:pt x="1694057" y="534815"/>
                </a:lnTo>
                <a:moveTo>
                  <a:pt x="978497" y="875458"/>
                </a:moveTo>
                <a:lnTo>
                  <a:pt x="997509" y="872826"/>
                </a:lnTo>
                <a:moveTo>
                  <a:pt x="829678" y="444782"/>
                </a:moveTo>
                <a:lnTo>
                  <a:pt x="820649" y="524901"/>
                </a:lnTo>
                <a:moveTo>
                  <a:pt x="636164" y="1021751"/>
                </a:moveTo>
                <a:lnTo>
                  <a:pt x="610909" y="934162"/>
                </a:lnTo>
                <a:moveTo>
                  <a:pt x="935957" y="703975"/>
                </a:moveTo>
                <a:lnTo>
                  <a:pt x="877234" y="697177"/>
                </a:lnTo>
                <a:moveTo>
                  <a:pt x="738737" y="690263"/>
                </a:moveTo>
                <a:lnTo>
                  <a:pt x="707855" y="688199"/>
                </a:lnTo>
                <a:moveTo>
                  <a:pt x="2237220" y="866859"/>
                </a:moveTo>
                <a:lnTo>
                  <a:pt x="2143589" y="919581"/>
                </a:lnTo>
                <a:moveTo>
                  <a:pt x="1887759" y="426939"/>
                </a:moveTo>
                <a:lnTo>
                  <a:pt x="1865054" y="504671"/>
                </a:lnTo>
                <a:moveTo>
                  <a:pt x="536273" y="678565"/>
                </a:moveTo>
                <a:lnTo>
                  <a:pt x="510289" y="590883"/>
                </a:lnTo>
                <a:moveTo>
                  <a:pt x="1924925" y="848218"/>
                </a:moveTo>
                <a:lnTo>
                  <a:pt x="1899260" y="846262"/>
                </a:lnTo>
                <a:moveTo>
                  <a:pt x="1694057" y="534815"/>
                </a:moveTo>
                <a:lnTo>
                  <a:pt x="1642116" y="494636"/>
                </a:lnTo>
                <a:moveTo>
                  <a:pt x="1798802" y="754207"/>
                </a:moveTo>
                <a:lnTo>
                  <a:pt x="1755388" y="670147"/>
                </a:lnTo>
                <a:moveTo>
                  <a:pt x="829678" y="444782"/>
                </a:moveTo>
                <a:lnTo>
                  <a:pt x="787407" y="354490"/>
                </a:lnTo>
                <a:moveTo>
                  <a:pt x="1811061" y="335968"/>
                </a:moveTo>
                <a:lnTo>
                  <a:pt x="1815888" y="335114"/>
                </a:lnTo>
                <a:moveTo>
                  <a:pt x="1631375" y="490094"/>
                </a:moveTo>
                <a:lnTo>
                  <a:pt x="1581393" y="443155"/>
                </a:lnTo>
                <a:moveTo>
                  <a:pt x="2133995" y="523249"/>
                </a:moveTo>
                <a:lnTo>
                  <a:pt x="2051499" y="496054"/>
                </a:lnTo>
                <a:moveTo>
                  <a:pt x="742961" y="1028308"/>
                </a:moveTo>
                <a:lnTo>
                  <a:pt x="683138" y="939169"/>
                </a:lnTo>
                <a:moveTo>
                  <a:pt x="929461" y="955304"/>
                </a:moveTo>
                <a:lnTo>
                  <a:pt x="947997" y="912571"/>
                </a:lnTo>
                <a:moveTo>
                  <a:pt x="2143589" y="919581"/>
                </a:moveTo>
                <a:lnTo>
                  <a:pt x="2027590" y="881714"/>
                </a:lnTo>
                <a:moveTo>
                  <a:pt x="644591" y="1022228"/>
                </a:moveTo>
                <a:lnTo>
                  <a:pt x="683138" y="939169"/>
                </a:lnTo>
                <a:moveTo>
                  <a:pt x="683138" y="939169"/>
                </a:moveTo>
                <a:lnTo>
                  <a:pt x="636164" y="1021751"/>
                </a:lnTo>
                <a:moveTo>
                  <a:pt x="742961" y="1028308"/>
                </a:moveTo>
                <a:lnTo>
                  <a:pt x="727793" y="942002"/>
                </a:lnTo>
                <a:moveTo>
                  <a:pt x="1581393" y="443155"/>
                </a:moveTo>
                <a:lnTo>
                  <a:pt x="1530712" y="404299"/>
                </a:lnTo>
                <a:moveTo>
                  <a:pt x="2039179" y="518215"/>
                </a:moveTo>
                <a:lnTo>
                  <a:pt x="1933819" y="485313"/>
                </a:lnTo>
                <a:moveTo>
                  <a:pt x="2027590" y="881714"/>
                </a:moveTo>
                <a:lnTo>
                  <a:pt x="2013174" y="854147"/>
                </a:lnTo>
                <a:moveTo>
                  <a:pt x="1543458" y="403232"/>
                </a:moveTo>
                <a:lnTo>
                  <a:pt x="1550507" y="319552"/>
                </a:lnTo>
                <a:moveTo>
                  <a:pt x="1865111" y="761769"/>
                </a:moveTo>
                <a:lnTo>
                  <a:pt x="1799590" y="754838"/>
                </a:lnTo>
                <a:moveTo>
                  <a:pt x="2079483" y="520177"/>
                </a:moveTo>
                <a:lnTo>
                  <a:pt x="2051499" y="496054"/>
                </a:lnTo>
                <a:moveTo>
                  <a:pt x="1865111" y="761769"/>
                </a:moveTo>
                <a:lnTo>
                  <a:pt x="1798802" y="754207"/>
                </a:lnTo>
                <a:moveTo>
                  <a:pt x="526424" y="929977"/>
                </a:moveTo>
                <a:lnTo>
                  <a:pt x="519663" y="845206"/>
                </a:lnTo>
                <a:moveTo>
                  <a:pt x="1824017" y="347492"/>
                </a:moveTo>
                <a:lnTo>
                  <a:pt x="1811061" y="335968"/>
                </a:lnTo>
                <a:moveTo>
                  <a:pt x="935616" y="536329"/>
                </a:moveTo>
                <a:lnTo>
                  <a:pt x="892497" y="613659"/>
                </a:lnTo>
                <a:moveTo>
                  <a:pt x="535505" y="679161"/>
                </a:moveTo>
                <a:lnTo>
                  <a:pt x="510289" y="590883"/>
                </a:lnTo>
                <a:moveTo>
                  <a:pt x="875783" y="1021600"/>
                </a:moveTo>
                <a:lnTo>
                  <a:pt x="847611" y="948051"/>
                </a:lnTo>
                <a:moveTo>
                  <a:pt x="435129" y="503904"/>
                </a:moveTo>
                <a:lnTo>
                  <a:pt x="414064" y="416917"/>
                </a:lnTo>
                <a:moveTo>
                  <a:pt x="434519" y="503482"/>
                </a:moveTo>
                <a:lnTo>
                  <a:pt x="414064" y="416917"/>
                </a:lnTo>
                <a:moveTo>
                  <a:pt x="954554" y="806799"/>
                </a:moveTo>
                <a:lnTo>
                  <a:pt x="948432" y="788040"/>
                </a:lnTo>
                <a:moveTo>
                  <a:pt x="795028" y="270821"/>
                </a:moveTo>
                <a:lnTo>
                  <a:pt x="783781" y="189730"/>
                </a:lnTo>
                <a:moveTo>
                  <a:pt x="2013174" y="854147"/>
                </a:moveTo>
                <a:lnTo>
                  <a:pt x="1924925" y="848218"/>
                </a:lnTo>
                <a:moveTo>
                  <a:pt x="453192" y="202277"/>
                </a:moveTo>
                <a:lnTo>
                  <a:pt x="407318" y="247305"/>
                </a:lnTo>
                <a:moveTo>
                  <a:pt x="787407" y="354490"/>
                </a:moveTo>
                <a:lnTo>
                  <a:pt x="785686" y="274349"/>
                </a:lnTo>
                <a:moveTo>
                  <a:pt x="519663" y="845206"/>
                </a:moveTo>
                <a:lnTo>
                  <a:pt x="534470" y="762712"/>
                </a:lnTo>
                <a:moveTo>
                  <a:pt x="1887759" y="426939"/>
                </a:moveTo>
                <a:lnTo>
                  <a:pt x="1904074" y="508058"/>
                </a:lnTo>
                <a:moveTo>
                  <a:pt x="517754" y="216673"/>
                </a:moveTo>
                <a:lnTo>
                  <a:pt x="453192" y="202277"/>
                </a:lnTo>
                <a:moveTo>
                  <a:pt x="2170975" y="477842"/>
                </a:moveTo>
                <a:lnTo>
                  <a:pt x="2133995" y="523249"/>
                </a:lnTo>
                <a:moveTo>
                  <a:pt x="785686" y="274349"/>
                </a:moveTo>
                <a:lnTo>
                  <a:pt x="795028" y="270821"/>
                </a:lnTo>
                <a:moveTo>
                  <a:pt x="2027590" y="881714"/>
                </a:moveTo>
                <a:lnTo>
                  <a:pt x="2047879" y="856830"/>
                </a:lnTo>
                <a:moveTo>
                  <a:pt x="1644770" y="274033"/>
                </a:moveTo>
                <a:lnTo>
                  <a:pt x="1590509" y="296125"/>
                </a:lnTo>
                <a:moveTo>
                  <a:pt x="787496" y="358956"/>
                </a:moveTo>
                <a:lnTo>
                  <a:pt x="787407" y="354490"/>
                </a:lnTo>
                <a:moveTo>
                  <a:pt x="2051499" y="496054"/>
                </a:moveTo>
                <a:lnTo>
                  <a:pt x="2039179" y="518215"/>
                </a:lnTo>
                <a:moveTo>
                  <a:pt x="587501" y="177271"/>
                </a:moveTo>
                <a:lnTo>
                  <a:pt x="517754" y="216673"/>
                </a:lnTo>
                <a:moveTo>
                  <a:pt x="1694057" y="534815"/>
                </a:moveTo>
                <a:lnTo>
                  <a:pt x="1641288" y="495714"/>
                </a:lnTo>
                <a:moveTo>
                  <a:pt x="526456" y="930447"/>
                </a:moveTo>
                <a:lnTo>
                  <a:pt x="526424" y="929977"/>
                </a:lnTo>
                <a:moveTo>
                  <a:pt x="1852127" y="747215"/>
                </a:moveTo>
                <a:lnTo>
                  <a:pt x="1798802" y="754207"/>
                </a:lnTo>
                <a:moveTo>
                  <a:pt x="1887759" y="426939"/>
                </a:moveTo>
                <a:lnTo>
                  <a:pt x="1846050" y="420477"/>
                </a:lnTo>
                <a:moveTo>
                  <a:pt x="2051499" y="496054"/>
                </a:moveTo>
                <a:lnTo>
                  <a:pt x="1933819" y="485313"/>
                </a:lnTo>
                <a:moveTo>
                  <a:pt x="783997" y="1030616"/>
                </a:moveTo>
                <a:lnTo>
                  <a:pt x="742961" y="1028308"/>
                </a:lnTo>
                <a:moveTo>
                  <a:pt x="783781" y="189730"/>
                </a:moveTo>
                <a:lnTo>
                  <a:pt x="792677" y="186955"/>
                </a:lnTo>
                <a:moveTo>
                  <a:pt x="935616" y="536329"/>
                </a:moveTo>
                <a:lnTo>
                  <a:pt x="885756" y="529707"/>
                </a:lnTo>
                <a:moveTo>
                  <a:pt x="875783" y="1021600"/>
                </a:moveTo>
                <a:lnTo>
                  <a:pt x="824950" y="988394"/>
                </a:lnTo>
                <a:moveTo>
                  <a:pt x="636164" y="1021751"/>
                </a:moveTo>
                <a:lnTo>
                  <a:pt x="526456" y="930447"/>
                </a:lnTo>
                <a:moveTo>
                  <a:pt x="2210787" y="528405"/>
                </a:moveTo>
                <a:lnTo>
                  <a:pt x="2170975" y="477842"/>
                </a:lnTo>
                <a:moveTo>
                  <a:pt x="742961" y="1028308"/>
                </a:moveTo>
                <a:lnTo>
                  <a:pt x="644591" y="1022228"/>
                </a:lnTo>
                <a:moveTo>
                  <a:pt x="1899260" y="846262"/>
                </a:moveTo>
                <a:lnTo>
                  <a:pt x="1865111" y="761769"/>
                </a:lnTo>
                <a:moveTo>
                  <a:pt x="644591" y="1022228"/>
                </a:moveTo>
                <a:lnTo>
                  <a:pt x="636164" y="1021751"/>
                </a:lnTo>
                <a:moveTo>
                  <a:pt x="572040" y="194185"/>
                </a:moveTo>
                <a:lnTo>
                  <a:pt x="517754" y="216673"/>
                </a:lnTo>
                <a:moveTo>
                  <a:pt x="742961" y="1028308"/>
                </a:moveTo>
                <a:lnTo>
                  <a:pt x="638337" y="1033746"/>
                </a:lnTo>
                <a:moveTo>
                  <a:pt x="978497" y="875458"/>
                </a:moveTo>
                <a:lnTo>
                  <a:pt x="947997" y="912571"/>
                </a:lnTo>
                <a:moveTo>
                  <a:pt x="638337" y="1033746"/>
                </a:moveTo>
                <a:lnTo>
                  <a:pt x="644591" y="1022228"/>
                </a:lnTo>
                <a:moveTo>
                  <a:pt x="534470" y="762712"/>
                </a:moveTo>
                <a:lnTo>
                  <a:pt x="536273" y="678565"/>
                </a:lnTo>
                <a:moveTo>
                  <a:pt x="638337" y="1033746"/>
                </a:moveTo>
                <a:lnTo>
                  <a:pt x="636164" y="1021751"/>
                </a:lnTo>
                <a:moveTo>
                  <a:pt x="1710149" y="275252"/>
                </a:moveTo>
                <a:lnTo>
                  <a:pt x="1644770" y="274033"/>
                </a:lnTo>
                <a:moveTo>
                  <a:pt x="2047879" y="856830"/>
                </a:moveTo>
                <a:lnTo>
                  <a:pt x="2013174" y="854147"/>
                </a:lnTo>
                <a:moveTo>
                  <a:pt x="507859" y="846255"/>
                </a:moveTo>
                <a:lnTo>
                  <a:pt x="519663" y="845206"/>
                </a:lnTo>
                <a:moveTo>
                  <a:pt x="1924925" y="848218"/>
                </a:moveTo>
                <a:lnTo>
                  <a:pt x="1865111" y="761769"/>
                </a:lnTo>
                <a:moveTo>
                  <a:pt x="2237220" y="866859"/>
                </a:moveTo>
                <a:lnTo>
                  <a:pt x="2175257" y="866004"/>
                </a:lnTo>
                <a:moveTo>
                  <a:pt x="2223753" y="780769"/>
                </a:moveTo>
                <a:lnTo>
                  <a:pt x="2192972" y="783880"/>
                </a:lnTo>
                <a:moveTo>
                  <a:pt x="978497" y="875458"/>
                </a:moveTo>
                <a:lnTo>
                  <a:pt x="954554" y="806799"/>
                </a:lnTo>
                <a:moveTo>
                  <a:pt x="533451" y="762940"/>
                </a:moveTo>
                <a:lnTo>
                  <a:pt x="534470" y="762712"/>
                </a:lnTo>
                <a:moveTo>
                  <a:pt x="533451" y="762940"/>
                </a:moveTo>
                <a:lnTo>
                  <a:pt x="536273" y="678565"/>
                </a:lnTo>
                <a:moveTo>
                  <a:pt x="948432" y="788040"/>
                </a:moveTo>
                <a:lnTo>
                  <a:pt x="935957" y="703975"/>
                </a:lnTo>
                <a:moveTo>
                  <a:pt x="783997" y="1030616"/>
                </a:moveTo>
                <a:lnTo>
                  <a:pt x="754762" y="1064740"/>
                </a:lnTo>
                <a:moveTo>
                  <a:pt x="435129" y="503904"/>
                </a:moveTo>
                <a:lnTo>
                  <a:pt x="434519" y="503482"/>
                </a:lnTo>
                <a:moveTo>
                  <a:pt x="856369" y="481597"/>
                </a:moveTo>
                <a:lnTo>
                  <a:pt x="829678" y="444782"/>
                </a:lnTo>
                <a:moveTo>
                  <a:pt x="434875" y="503941"/>
                </a:moveTo>
                <a:lnTo>
                  <a:pt x="435129" y="503904"/>
                </a:lnTo>
                <a:moveTo>
                  <a:pt x="434875" y="503941"/>
                </a:moveTo>
                <a:lnTo>
                  <a:pt x="434519" y="503482"/>
                </a:lnTo>
                <a:moveTo>
                  <a:pt x="2248570" y="618609"/>
                </a:moveTo>
                <a:lnTo>
                  <a:pt x="2208751" y="696004"/>
                </a:lnTo>
                <a:moveTo>
                  <a:pt x="1530712" y="404299"/>
                </a:moveTo>
                <a:lnTo>
                  <a:pt x="1543458" y="403232"/>
                </a:lnTo>
                <a:moveTo>
                  <a:pt x="929461" y="955304"/>
                </a:moveTo>
                <a:lnTo>
                  <a:pt x="978497" y="875458"/>
                </a:lnTo>
                <a:moveTo>
                  <a:pt x="754762" y="1064740"/>
                </a:moveTo>
                <a:lnTo>
                  <a:pt x="742961" y="1028308"/>
                </a:lnTo>
                <a:moveTo>
                  <a:pt x="506354" y="594767"/>
                </a:moveTo>
                <a:lnTo>
                  <a:pt x="510289" y="590883"/>
                </a:lnTo>
                <a:moveTo>
                  <a:pt x="2248570" y="618609"/>
                </a:moveTo>
                <a:lnTo>
                  <a:pt x="2217085" y="612349"/>
                </a:lnTo>
                <a:moveTo>
                  <a:pt x="1760521" y="315897"/>
                </a:moveTo>
                <a:lnTo>
                  <a:pt x="1710149" y="275252"/>
                </a:lnTo>
                <a:moveTo>
                  <a:pt x="526424" y="929977"/>
                </a:moveTo>
                <a:lnTo>
                  <a:pt x="507859" y="846255"/>
                </a:lnTo>
                <a:moveTo>
                  <a:pt x="535505" y="679161"/>
                </a:moveTo>
                <a:lnTo>
                  <a:pt x="536273" y="678565"/>
                </a:lnTo>
                <a:moveTo>
                  <a:pt x="2100228" y="861503"/>
                </a:moveTo>
                <a:lnTo>
                  <a:pt x="2027590" y="881714"/>
                </a:lnTo>
                <a:moveTo>
                  <a:pt x="754762" y="1064740"/>
                </a:moveTo>
                <a:lnTo>
                  <a:pt x="638337" y="1033746"/>
                </a:lnTo>
                <a:moveTo>
                  <a:pt x="484259" y="554317"/>
                </a:moveTo>
                <a:lnTo>
                  <a:pt x="497078" y="550186"/>
                </a:lnTo>
                <a:moveTo>
                  <a:pt x="1887759" y="426939"/>
                </a:moveTo>
                <a:lnTo>
                  <a:pt x="1824017" y="347492"/>
                </a:lnTo>
                <a:moveTo>
                  <a:pt x="1543458" y="403232"/>
                </a:moveTo>
                <a:lnTo>
                  <a:pt x="1537254" y="320754"/>
                </a:lnTo>
                <a:moveTo>
                  <a:pt x="2170975" y="477842"/>
                </a:moveTo>
                <a:lnTo>
                  <a:pt x="2051499" y="496054"/>
                </a:lnTo>
                <a:moveTo>
                  <a:pt x="507859" y="846255"/>
                </a:moveTo>
                <a:lnTo>
                  <a:pt x="534470" y="762712"/>
                </a:lnTo>
                <a:moveTo>
                  <a:pt x="1979399" y="769662"/>
                </a:moveTo>
                <a:lnTo>
                  <a:pt x="1924925" y="848218"/>
                </a:lnTo>
                <a:moveTo>
                  <a:pt x="533451" y="762940"/>
                </a:moveTo>
                <a:lnTo>
                  <a:pt x="535505" y="679161"/>
                </a:lnTo>
                <a:moveTo>
                  <a:pt x="1537254" y="320754"/>
                </a:moveTo>
                <a:lnTo>
                  <a:pt x="1550507" y="319552"/>
                </a:lnTo>
                <a:moveTo>
                  <a:pt x="935957" y="703975"/>
                </a:moveTo>
                <a:lnTo>
                  <a:pt x="953933" y="620510"/>
                </a:lnTo>
                <a:moveTo>
                  <a:pt x="390152" y="419198"/>
                </a:moveTo>
                <a:lnTo>
                  <a:pt x="411712" y="332241"/>
                </a:lnTo>
                <a:moveTo>
                  <a:pt x="1924925" y="848218"/>
                </a:moveTo>
                <a:lnTo>
                  <a:pt x="1963550" y="768754"/>
                </a:lnTo>
                <a:moveTo>
                  <a:pt x="929461" y="955304"/>
                </a:moveTo>
                <a:lnTo>
                  <a:pt x="875783" y="1021600"/>
                </a:lnTo>
                <a:moveTo>
                  <a:pt x="935616" y="536329"/>
                </a:moveTo>
                <a:lnTo>
                  <a:pt x="856369" y="481597"/>
                </a:lnTo>
                <a:moveTo>
                  <a:pt x="1933819" y="485313"/>
                </a:moveTo>
                <a:lnTo>
                  <a:pt x="1887759" y="426939"/>
                </a:lnTo>
                <a:moveTo>
                  <a:pt x="1566495" y="480819"/>
                </a:moveTo>
                <a:lnTo>
                  <a:pt x="1581393" y="443155"/>
                </a:lnTo>
                <a:moveTo>
                  <a:pt x="388553" y="335348"/>
                </a:moveTo>
                <a:lnTo>
                  <a:pt x="407318" y="247305"/>
                </a:lnTo>
                <a:moveTo>
                  <a:pt x="2246119" y="534741"/>
                </a:moveTo>
                <a:lnTo>
                  <a:pt x="2217085" y="612349"/>
                </a:lnTo>
                <a:moveTo>
                  <a:pt x="1642116" y="494636"/>
                </a:moveTo>
                <a:lnTo>
                  <a:pt x="1631375" y="490094"/>
                </a:lnTo>
                <a:moveTo>
                  <a:pt x="2143589" y="919581"/>
                </a:moveTo>
                <a:lnTo>
                  <a:pt x="2175257" y="866004"/>
                </a:lnTo>
                <a:moveTo>
                  <a:pt x="2208723" y="722111"/>
                </a:moveTo>
                <a:lnTo>
                  <a:pt x="2223753" y="780769"/>
                </a:lnTo>
                <a:moveTo>
                  <a:pt x="2237220" y="866859"/>
                </a:moveTo>
                <a:lnTo>
                  <a:pt x="2192972" y="783880"/>
                </a:lnTo>
                <a:moveTo>
                  <a:pt x="507859" y="846255"/>
                </a:moveTo>
                <a:lnTo>
                  <a:pt x="533451" y="762940"/>
                </a:lnTo>
                <a:moveTo>
                  <a:pt x="396785" y="251691"/>
                </a:moveTo>
                <a:lnTo>
                  <a:pt x="407318" y="247305"/>
                </a:lnTo>
                <a:moveTo>
                  <a:pt x="1818511" y="677031"/>
                </a:moveTo>
                <a:lnTo>
                  <a:pt x="1798802" y="754207"/>
                </a:lnTo>
                <a:moveTo>
                  <a:pt x="390152" y="419198"/>
                </a:moveTo>
                <a:lnTo>
                  <a:pt x="414064" y="416917"/>
                </a:lnTo>
                <a:moveTo>
                  <a:pt x="783781" y="189730"/>
                </a:moveTo>
                <a:lnTo>
                  <a:pt x="760231" y="123376"/>
                </a:lnTo>
                <a:moveTo>
                  <a:pt x="2143589" y="919581"/>
                </a:moveTo>
                <a:lnTo>
                  <a:pt x="2100228" y="861503"/>
                </a:lnTo>
                <a:moveTo>
                  <a:pt x="1741985" y="614884"/>
                </a:moveTo>
                <a:lnTo>
                  <a:pt x="1727558" y="584037"/>
                </a:lnTo>
                <a:moveTo>
                  <a:pt x="2216371" y="701793"/>
                </a:moveTo>
                <a:lnTo>
                  <a:pt x="2208751" y="696004"/>
                </a:lnTo>
                <a:moveTo>
                  <a:pt x="2013174" y="854147"/>
                </a:moveTo>
                <a:lnTo>
                  <a:pt x="1979399" y="769662"/>
                </a:lnTo>
                <a:moveTo>
                  <a:pt x="1755388" y="670147"/>
                </a:moveTo>
                <a:lnTo>
                  <a:pt x="1741985" y="614884"/>
                </a:lnTo>
                <a:moveTo>
                  <a:pt x="388553" y="335348"/>
                </a:moveTo>
                <a:lnTo>
                  <a:pt x="411712" y="332241"/>
                </a:lnTo>
                <a:moveTo>
                  <a:pt x="1873312" y="405496"/>
                </a:moveTo>
                <a:lnTo>
                  <a:pt x="1824017" y="347492"/>
                </a:lnTo>
                <a:moveTo>
                  <a:pt x="2208723" y="722111"/>
                </a:moveTo>
                <a:lnTo>
                  <a:pt x="2208751" y="696004"/>
                </a:lnTo>
                <a:moveTo>
                  <a:pt x="1811061" y="335968"/>
                </a:moveTo>
                <a:lnTo>
                  <a:pt x="1760521" y="315897"/>
                </a:lnTo>
                <a:moveTo>
                  <a:pt x="484259" y="554317"/>
                </a:moveTo>
                <a:lnTo>
                  <a:pt x="510289" y="590883"/>
                </a:lnTo>
                <a:moveTo>
                  <a:pt x="1641288" y="495714"/>
                </a:moveTo>
                <a:lnTo>
                  <a:pt x="1642116" y="494636"/>
                </a:lnTo>
                <a:moveTo>
                  <a:pt x="2246119" y="534741"/>
                </a:moveTo>
                <a:lnTo>
                  <a:pt x="2210787" y="528405"/>
                </a:lnTo>
                <a:moveTo>
                  <a:pt x="1732809" y="585883"/>
                </a:moveTo>
                <a:lnTo>
                  <a:pt x="1727558" y="584037"/>
                </a:lnTo>
                <a:moveTo>
                  <a:pt x="953933" y="620510"/>
                </a:moveTo>
                <a:lnTo>
                  <a:pt x="935616" y="536329"/>
                </a:lnTo>
                <a:moveTo>
                  <a:pt x="2100228" y="861503"/>
                </a:moveTo>
                <a:lnTo>
                  <a:pt x="2047879" y="856830"/>
                </a:lnTo>
                <a:moveTo>
                  <a:pt x="1578556" y="286288"/>
                </a:moveTo>
                <a:lnTo>
                  <a:pt x="1590509" y="296125"/>
                </a:lnTo>
                <a:moveTo>
                  <a:pt x="565330" y="1019768"/>
                </a:moveTo>
                <a:lnTo>
                  <a:pt x="526456" y="930447"/>
                </a:lnTo>
                <a:moveTo>
                  <a:pt x="1682290" y="521974"/>
                </a:moveTo>
                <a:lnTo>
                  <a:pt x="1694057" y="534815"/>
                </a:lnTo>
                <a:moveTo>
                  <a:pt x="783778" y="1033499"/>
                </a:moveTo>
                <a:lnTo>
                  <a:pt x="783997" y="1030616"/>
                </a:lnTo>
                <a:moveTo>
                  <a:pt x="636164" y="1021751"/>
                </a:moveTo>
                <a:lnTo>
                  <a:pt x="565330" y="1019768"/>
                </a:lnTo>
                <a:moveTo>
                  <a:pt x="1641288" y="495714"/>
                </a:moveTo>
                <a:lnTo>
                  <a:pt x="1631375" y="490094"/>
                </a:lnTo>
                <a:moveTo>
                  <a:pt x="1865111" y="761769"/>
                </a:moveTo>
                <a:lnTo>
                  <a:pt x="1852127" y="747215"/>
                </a:lnTo>
                <a:moveTo>
                  <a:pt x="1987386" y="474419"/>
                </a:moveTo>
                <a:lnTo>
                  <a:pt x="1933819" y="485313"/>
                </a:lnTo>
                <a:moveTo>
                  <a:pt x="809954" y="1027644"/>
                </a:moveTo>
                <a:lnTo>
                  <a:pt x="824950" y="988394"/>
                </a:lnTo>
                <a:moveTo>
                  <a:pt x="1824017" y="347492"/>
                </a:moveTo>
                <a:lnTo>
                  <a:pt x="1779839" y="337555"/>
                </a:lnTo>
                <a:moveTo>
                  <a:pt x="907376" y="512001"/>
                </a:moveTo>
                <a:lnTo>
                  <a:pt x="856369" y="481597"/>
                </a:lnTo>
                <a:moveTo>
                  <a:pt x="638337" y="1033746"/>
                </a:moveTo>
                <a:lnTo>
                  <a:pt x="565330" y="1019768"/>
                </a:lnTo>
                <a:moveTo>
                  <a:pt x="760231" y="123376"/>
                </a:moveTo>
                <a:lnTo>
                  <a:pt x="694954" y="120512"/>
                </a:lnTo>
                <a:moveTo>
                  <a:pt x="1963550" y="768754"/>
                </a:moveTo>
                <a:lnTo>
                  <a:pt x="1865111" y="761769"/>
                </a:lnTo>
                <a:moveTo>
                  <a:pt x="1530712" y="404299"/>
                </a:moveTo>
                <a:lnTo>
                  <a:pt x="1537254" y="320754"/>
                </a:lnTo>
                <a:moveTo>
                  <a:pt x="434519" y="503482"/>
                </a:moveTo>
                <a:lnTo>
                  <a:pt x="390152" y="419198"/>
                </a:lnTo>
                <a:moveTo>
                  <a:pt x="572040" y="194185"/>
                </a:moveTo>
                <a:lnTo>
                  <a:pt x="453192" y="202277"/>
                </a:lnTo>
                <a:moveTo>
                  <a:pt x="954554" y="806799"/>
                </a:moveTo>
                <a:lnTo>
                  <a:pt x="910524" y="789462"/>
                </a:lnTo>
                <a:moveTo>
                  <a:pt x="829678" y="444782"/>
                </a:moveTo>
                <a:lnTo>
                  <a:pt x="787496" y="358956"/>
                </a:lnTo>
                <a:moveTo>
                  <a:pt x="988456" y="1113115"/>
                </a:moveTo>
                <a:lnTo>
                  <a:pt x="972907" y="1127878"/>
                </a:lnTo>
                <a:moveTo>
                  <a:pt x="1741985" y="614884"/>
                </a:moveTo>
                <a:lnTo>
                  <a:pt x="1732809" y="585883"/>
                </a:lnTo>
                <a:moveTo>
                  <a:pt x="572040" y="194185"/>
                </a:moveTo>
                <a:lnTo>
                  <a:pt x="587501" y="177271"/>
                </a:lnTo>
                <a:moveTo>
                  <a:pt x="2084419" y="818199"/>
                </a:moveTo>
                <a:lnTo>
                  <a:pt x="2047879" y="856830"/>
                </a:lnTo>
                <a:moveTo>
                  <a:pt x="1969575" y="761715"/>
                </a:moveTo>
                <a:lnTo>
                  <a:pt x="1865111" y="761769"/>
                </a:lnTo>
                <a:moveTo>
                  <a:pt x="638337" y="1033746"/>
                </a:moveTo>
                <a:lnTo>
                  <a:pt x="573134" y="1029687"/>
                </a:lnTo>
                <a:moveTo>
                  <a:pt x="2051499" y="496054"/>
                </a:moveTo>
                <a:lnTo>
                  <a:pt x="1987386" y="474419"/>
                </a:lnTo>
                <a:moveTo>
                  <a:pt x="1779839" y="337555"/>
                </a:moveTo>
                <a:lnTo>
                  <a:pt x="1811061" y="335968"/>
                </a:lnTo>
                <a:moveTo>
                  <a:pt x="535505" y="679161"/>
                </a:moveTo>
                <a:lnTo>
                  <a:pt x="506354" y="594767"/>
                </a:lnTo>
                <a:moveTo>
                  <a:pt x="910524" y="789462"/>
                </a:moveTo>
                <a:lnTo>
                  <a:pt x="948432" y="788040"/>
                </a:lnTo>
                <a:moveTo>
                  <a:pt x="2072509" y="777137"/>
                </a:moveTo>
                <a:lnTo>
                  <a:pt x="2013174" y="854147"/>
                </a:lnTo>
                <a:moveTo>
                  <a:pt x="785686" y="274349"/>
                </a:moveTo>
                <a:lnTo>
                  <a:pt x="783781" y="189730"/>
                </a:lnTo>
                <a:moveTo>
                  <a:pt x="856369" y="481597"/>
                </a:moveTo>
                <a:lnTo>
                  <a:pt x="812501" y="446513"/>
                </a:lnTo>
                <a:moveTo>
                  <a:pt x="783778" y="1033499"/>
                </a:moveTo>
                <a:lnTo>
                  <a:pt x="754762" y="1064740"/>
                </a:lnTo>
                <a:moveTo>
                  <a:pt x="1933819" y="485313"/>
                </a:moveTo>
                <a:lnTo>
                  <a:pt x="1894416" y="429479"/>
                </a:lnTo>
                <a:moveTo>
                  <a:pt x="2175257" y="866004"/>
                </a:moveTo>
                <a:lnTo>
                  <a:pt x="2100228" y="861503"/>
                </a:lnTo>
                <a:moveTo>
                  <a:pt x="1979399" y="769662"/>
                </a:moveTo>
                <a:lnTo>
                  <a:pt x="1963550" y="768754"/>
                </a:lnTo>
                <a:moveTo>
                  <a:pt x="1760521" y="315897"/>
                </a:moveTo>
                <a:lnTo>
                  <a:pt x="1644770" y="274033"/>
                </a:lnTo>
                <a:moveTo>
                  <a:pt x="829678" y="444782"/>
                </a:moveTo>
                <a:lnTo>
                  <a:pt x="796496" y="391572"/>
                </a:lnTo>
                <a:moveTo>
                  <a:pt x="948432" y="788040"/>
                </a:moveTo>
                <a:lnTo>
                  <a:pt x="916993" y="705908"/>
                </a:lnTo>
                <a:moveTo>
                  <a:pt x="1818511" y="677031"/>
                </a:moveTo>
                <a:lnTo>
                  <a:pt x="1755388" y="670147"/>
                </a:lnTo>
                <a:moveTo>
                  <a:pt x="689658" y="1059091"/>
                </a:moveTo>
                <a:lnTo>
                  <a:pt x="638337" y="1033746"/>
                </a:lnTo>
                <a:moveTo>
                  <a:pt x="1969575" y="761715"/>
                </a:moveTo>
                <a:lnTo>
                  <a:pt x="1852127" y="747215"/>
                </a:lnTo>
                <a:moveTo>
                  <a:pt x="787496" y="358956"/>
                </a:moveTo>
                <a:lnTo>
                  <a:pt x="785686" y="274349"/>
                </a:lnTo>
                <a:moveTo>
                  <a:pt x="1578556" y="286288"/>
                </a:moveTo>
                <a:lnTo>
                  <a:pt x="1550507" y="319552"/>
                </a:lnTo>
                <a:moveTo>
                  <a:pt x="2072509" y="777137"/>
                </a:moveTo>
                <a:lnTo>
                  <a:pt x="2047879" y="856830"/>
                </a:lnTo>
                <a:moveTo>
                  <a:pt x="484259" y="554317"/>
                </a:moveTo>
                <a:lnTo>
                  <a:pt x="434875" y="503941"/>
                </a:lnTo>
                <a:moveTo>
                  <a:pt x="2107435" y="446954"/>
                </a:moveTo>
                <a:lnTo>
                  <a:pt x="2051499" y="496054"/>
                </a:lnTo>
                <a:moveTo>
                  <a:pt x="1979399" y="769662"/>
                </a:moveTo>
                <a:lnTo>
                  <a:pt x="1969575" y="761715"/>
                </a:lnTo>
                <a:moveTo>
                  <a:pt x="694954" y="120512"/>
                </a:moveTo>
                <a:lnTo>
                  <a:pt x="587501" y="177271"/>
                </a:lnTo>
                <a:moveTo>
                  <a:pt x="2246119" y="534741"/>
                </a:moveTo>
                <a:lnTo>
                  <a:pt x="2170975" y="477842"/>
                </a:lnTo>
                <a:moveTo>
                  <a:pt x="1969575" y="761715"/>
                </a:moveTo>
                <a:lnTo>
                  <a:pt x="1963550" y="768754"/>
                </a:lnTo>
                <a:moveTo>
                  <a:pt x="809954" y="1027644"/>
                </a:moveTo>
                <a:lnTo>
                  <a:pt x="783997" y="1030616"/>
                </a:lnTo>
                <a:moveTo>
                  <a:pt x="960065" y="1129186"/>
                </a:moveTo>
                <a:lnTo>
                  <a:pt x="972907" y="1127878"/>
                </a:lnTo>
                <a:moveTo>
                  <a:pt x="1887759" y="426939"/>
                </a:moveTo>
                <a:lnTo>
                  <a:pt x="1873312" y="405496"/>
                </a:lnTo>
                <a:moveTo>
                  <a:pt x="754762" y="1064740"/>
                </a:moveTo>
                <a:lnTo>
                  <a:pt x="689658" y="1059091"/>
                </a:lnTo>
                <a:moveTo>
                  <a:pt x="396785" y="251691"/>
                </a:moveTo>
                <a:lnTo>
                  <a:pt x="453192" y="202277"/>
                </a:lnTo>
                <a:moveTo>
                  <a:pt x="2175257" y="866004"/>
                </a:moveTo>
                <a:lnTo>
                  <a:pt x="2192972" y="783880"/>
                </a:lnTo>
                <a:moveTo>
                  <a:pt x="2175257" y="866004"/>
                </a:moveTo>
                <a:lnTo>
                  <a:pt x="2084419" y="818199"/>
                </a:lnTo>
                <a:moveTo>
                  <a:pt x="926939" y="960304"/>
                </a:moveTo>
                <a:lnTo>
                  <a:pt x="929461" y="955304"/>
                </a:lnTo>
                <a:moveTo>
                  <a:pt x="1682290" y="521974"/>
                </a:moveTo>
                <a:lnTo>
                  <a:pt x="1727558" y="584037"/>
                </a:lnTo>
                <a:moveTo>
                  <a:pt x="2100228" y="861503"/>
                </a:moveTo>
                <a:lnTo>
                  <a:pt x="2084419" y="818199"/>
                </a:lnTo>
                <a:moveTo>
                  <a:pt x="1809810" y="374006"/>
                </a:moveTo>
                <a:lnTo>
                  <a:pt x="1824017" y="347492"/>
                </a:lnTo>
                <a:moveTo>
                  <a:pt x="978497" y="875458"/>
                </a:moveTo>
                <a:lnTo>
                  <a:pt x="910524" y="789462"/>
                </a:lnTo>
                <a:moveTo>
                  <a:pt x="916993" y="705908"/>
                </a:moveTo>
                <a:lnTo>
                  <a:pt x="935957" y="703975"/>
                </a:lnTo>
                <a:moveTo>
                  <a:pt x="1631375" y="490094"/>
                </a:moveTo>
                <a:lnTo>
                  <a:pt x="1566495" y="480819"/>
                </a:lnTo>
                <a:moveTo>
                  <a:pt x="796496" y="391572"/>
                </a:moveTo>
                <a:lnTo>
                  <a:pt x="787496" y="358956"/>
                </a:lnTo>
                <a:moveTo>
                  <a:pt x="935616" y="536329"/>
                </a:moveTo>
                <a:lnTo>
                  <a:pt x="907376" y="512001"/>
                </a:lnTo>
                <a:moveTo>
                  <a:pt x="2170975" y="477842"/>
                </a:moveTo>
                <a:lnTo>
                  <a:pt x="2107435" y="446954"/>
                </a:lnTo>
                <a:moveTo>
                  <a:pt x="526456" y="930447"/>
                </a:moveTo>
                <a:lnTo>
                  <a:pt x="496083" y="933610"/>
                </a:lnTo>
                <a:moveTo>
                  <a:pt x="812501" y="446513"/>
                </a:moveTo>
                <a:lnTo>
                  <a:pt x="829678" y="444782"/>
                </a:lnTo>
                <a:moveTo>
                  <a:pt x="726848" y="189515"/>
                </a:moveTo>
                <a:lnTo>
                  <a:pt x="760231" y="123376"/>
                </a:lnTo>
                <a:moveTo>
                  <a:pt x="1002834" y="543294"/>
                </a:moveTo>
                <a:lnTo>
                  <a:pt x="953933" y="620510"/>
                </a:lnTo>
                <a:moveTo>
                  <a:pt x="1852127" y="747215"/>
                </a:moveTo>
                <a:lnTo>
                  <a:pt x="1818511" y="677031"/>
                </a:lnTo>
                <a:moveTo>
                  <a:pt x="464337" y="510120"/>
                </a:moveTo>
                <a:lnTo>
                  <a:pt x="434519" y="503482"/>
                </a:lnTo>
                <a:moveTo>
                  <a:pt x="1566495" y="480819"/>
                </a:moveTo>
                <a:lnTo>
                  <a:pt x="1530712" y="404299"/>
                </a:lnTo>
                <a:moveTo>
                  <a:pt x="464337" y="510120"/>
                </a:moveTo>
                <a:lnTo>
                  <a:pt x="434875" y="503941"/>
                </a:lnTo>
                <a:moveTo>
                  <a:pt x="526424" y="929977"/>
                </a:moveTo>
                <a:lnTo>
                  <a:pt x="504207" y="850266"/>
                </a:lnTo>
                <a:moveTo>
                  <a:pt x="1797882" y="592805"/>
                </a:moveTo>
                <a:lnTo>
                  <a:pt x="1755388" y="670147"/>
                </a:lnTo>
                <a:moveTo>
                  <a:pt x="526456" y="930447"/>
                </a:moveTo>
                <a:lnTo>
                  <a:pt x="504207" y="850266"/>
                </a:lnTo>
                <a:moveTo>
                  <a:pt x="988016" y="626821"/>
                </a:moveTo>
                <a:lnTo>
                  <a:pt x="953933" y="620510"/>
                </a:lnTo>
                <a:moveTo>
                  <a:pt x="960065" y="1129186"/>
                </a:moveTo>
                <a:lnTo>
                  <a:pt x="988456" y="1113115"/>
                </a:lnTo>
                <a:moveTo>
                  <a:pt x="2222298" y="503140"/>
                </a:moveTo>
                <a:lnTo>
                  <a:pt x="2170975" y="477842"/>
                </a:lnTo>
                <a:moveTo>
                  <a:pt x="2072509" y="777137"/>
                </a:moveTo>
                <a:lnTo>
                  <a:pt x="1979399" y="769662"/>
                </a:lnTo>
                <a:moveTo>
                  <a:pt x="1575819" y="494413"/>
                </a:moveTo>
                <a:lnTo>
                  <a:pt x="1631375" y="490094"/>
                </a:lnTo>
                <a:moveTo>
                  <a:pt x="1921568" y="480278"/>
                </a:moveTo>
                <a:lnTo>
                  <a:pt x="1933819" y="485313"/>
                </a:lnTo>
                <a:moveTo>
                  <a:pt x="1741985" y="614884"/>
                </a:moveTo>
                <a:lnTo>
                  <a:pt x="1786674" y="591556"/>
                </a:lnTo>
                <a:moveTo>
                  <a:pt x="988016" y="626821"/>
                </a:moveTo>
                <a:lnTo>
                  <a:pt x="935957" y="703975"/>
                </a:lnTo>
                <a:moveTo>
                  <a:pt x="573134" y="1029687"/>
                </a:moveTo>
                <a:lnTo>
                  <a:pt x="565330" y="1019768"/>
                </a:lnTo>
                <a:moveTo>
                  <a:pt x="1779839" y="337555"/>
                </a:moveTo>
                <a:lnTo>
                  <a:pt x="1760521" y="315897"/>
                </a:lnTo>
                <a:moveTo>
                  <a:pt x="843252" y="490545"/>
                </a:moveTo>
                <a:lnTo>
                  <a:pt x="856369" y="481597"/>
                </a:lnTo>
                <a:moveTo>
                  <a:pt x="2175257" y="866004"/>
                </a:moveTo>
                <a:lnTo>
                  <a:pt x="2101990" y="779335"/>
                </a:lnTo>
                <a:moveTo>
                  <a:pt x="918441" y="1186669"/>
                </a:moveTo>
                <a:lnTo>
                  <a:pt x="972907" y="1127878"/>
                </a:lnTo>
                <a:moveTo>
                  <a:pt x="504972" y="220218"/>
                </a:moveTo>
                <a:lnTo>
                  <a:pt x="453192" y="202277"/>
                </a:lnTo>
                <a:moveTo>
                  <a:pt x="2248570" y="618609"/>
                </a:moveTo>
                <a:lnTo>
                  <a:pt x="2246119" y="534741"/>
                </a:lnTo>
                <a:moveTo>
                  <a:pt x="1894416" y="429479"/>
                </a:moveTo>
                <a:lnTo>
                  <a:pt x="1887759" y="426939"/>
                </a:lnTo>
                <a:moveTo>
                  <a:pt x="1644770" y="274033"/>
                </a:moveTo>
                <a:lnTo>
                  <a:pt x="1578556" y="286288"/>
                </a:lnTo>
                <a:moveTo>
                  <a:pt x="390152" y="419198"/>
                </a:moveTo>
                <a:lnTo>
                  <a:pt x="388553" y="335348"/>
                </a:lnTo>
                <a:moveTo>
                  <a:pt x="1578556" y="286288"/>
                </a:moveTo>
                <a:lnTo>
                  <a:pt x="1537254" y="320754"/>
                </a:lnTo>
                <a:moveTo>
                  <a:pt x="1682290" y="521974"/>
                </a:moveTo>
                <a:lnTo>
                  <a:pt x="1641288" y="495714"/>
                </a:lnTo>
                <a:moveTo>
                  <a:pt x="926939" y="960304"/>
                </a:moveTo>
                <a:lnTo>
                  <a:pt x="978497" y="875458"/>
                </a:lnTo>
                <a:moveTo>
                  <a:pt x="1641288" y="495714"/>
                </a:moveTo>
                <a:lnTo>
                  <a:pt x="1575819" y="494413"/>
                </a:lnTo>
                <a:moveTo>
                  <a:pt x="1852127" y="747215"/>
                </a:moveTo>
                <a:lnTo>
                  <a:pt x="1896086" y="682822"/>
                </a:lnTo>
                <a:moveTo>
                  <a:pt x="875783" y="1021600"/>
                </a:moveTo>
                <a:lnTo>
                  <a:pt x="809954" y="1027644"/>
                </a:lnTo>
                <a:moveTo>
                  <a:pt x="1786674" y="591556"/>
                </a:moveTo>
                <a:lnTo>
                  <a:pt x="1732809" y="585883"/>
                </a:lnTo>
                <a:moveTo>
                  <a:pt x="1797882" y="592805"/>
                </a:moveTo>
                <a:lnTo>
                  <a:pt x="1741985" y="614884"/>
                </a:lnTo>
                <a:moveTo>
                  <a:pt x="2216371" y="701793"/>
                </a:moveTo>
                <a:lnTo>
                  <a:pt x="2248570" y="618609"/>
                </a:lnTo>
                <a:moveTo>
                  <a:pt x="1926403" y="684798"/>
                </a:moveTo>
                <a:lnTo>
                  <a:pt x="1852127" y="747215"/>
                </a:lnTo>
                <a:moveTo>
                  <a:pt x="560023" y="1020561"/>
                </a:moveTo>
                <a:lnTo>
                  <a:pt x="565330" y="1019768"/>
                </a:lnTo>
                <a:moveTo>
                  <a:pt x="506354" y="594767"/>
                </a:moveTo>
                <a:lnTo>
                  <a:pt x="484259" y="554317"/>
                </a:lnTo>
                <a:moveTo>
                  <a:pt x="637354" y="183893"/>
                </a:moveTo>
                <a:lnTo>
                  <a:pt x="587501" y="177271"/>
                </a:lnTo>
                <a:moveTo>
                  <a:pt x="1732809" y="585883"/>
                </a:moveTo>
                <a:lnTo>
                  <a:pt x="1682290" y="521974"/>
                </a:lnTo>
                <a:moveTo>
                  <a:pt x="541791" y="768744"/>
                </a:moveTo>
                <a:lnTo>
                  <a:pt x="533451" y="762940"/>
                </a:lnTo>
                <a:moveTo>
                  <a:pt x="1002834" y="543294"/>
                </a:moveTo>
                <a:lnTo>
                  <a:pt x="935616" y="536329"/>
                </a:lnTo>
                <a:moveTo>
                  <a:pt x="2084419" y="818199"/>
                </a:moveTo>
                <a:lnTo>
                  <a:pt x="2072509" y="777137"/>
                </a:lnTo>
                <a:moveTo>
                  <a:pt x="783778" y="1033499"/>
                </a:moveTo>
                <a:lnTo>
                  <a:pt x="689658" y="1059091"/>
                </a:lnTo>
                <a:moveTo>
                  <a:pt x="549610" y="685079"/>
                </a:moveTo>
                <a:lnTo>
                  <a:pt x="533451" y="762940"/>
                </a:lnTo>
                <a:moveTo>
                  <a:pt x="978497" y="875458"/>
                </a:moveTo>
                <a:lnTo>
                  <a:pt x="934320" y="876866"/>
                </a:lnTo>
                <a:moveTo>
                  <a:pt x="507859" y="846255"/>
                </a:moveTo>
                <a:lnTo>
                  <a:pt x="504207" y="850266"/>
                </a:lnTo>
                <a:moveTo>
                  <a:pt x="572040" y="194185"/>
                </a:moveTo>
                <a:lnTo>
                  <a:pt x="504972" y="220218"/>
                </a:lnTo>
                <a:moveTo>
                  <a:pt x="787496" y="358956"/>
                </a:moveTo>
                <a:lnTo>
                  <a:pt x="715738" y="356856"/>
                </a:lnTo>
                <a:moveTo>
                  <a:pt x="388553" y="335348"/>
                </a:moveTo>
                <a:lnTo>
                  <a:pt x="396785" y="251691"/>
                </a:lnTo>
                <a:moveTo>
                  <a:pt x="1695958" y="301509"/>
                </a:moveTo>
                <a:lnTo>
                  <a:pt x="1644770" y="274033"/>
                </a:lnTo>
                <a:moveTo>
                  <a:pt x="812501" y="446513"/>
                </a:moveTo>
                <a:lnTo>
                  <a:pt x="796496" y="391572"/>
                </a:lnTo>
                <a:moveTo>
                  <a:pt x="2208723" y="722111"/>
                </a:moveTo>
                <a:lnTo>
                  <a:pt x="2192972" y="783880"/>
                </a:lnTo>
                <a:moveTo>
                  <a:pt x="1894416" y="429479"/>
                </a:moveTo>
                <a:lnTo>
                  <a:pt x="1873312" y="405496"/>
                </a:lnTo>
                <a:moveTo>
                  <a:pt x="926939" y="960304"/>
                </a:moveTo>
                <a:lnTo>
                  <a:pt x="875783" y="1021600"/>
                </a:lnTo>
                <a:moveTo>
                  <a:pt x="783781" y="189730"/>
                </a:moveTo>
                <a:lnTo>
                  <a:pt x="726848" y="189515"/>
                </a:lnTo>
                <a:moveTo>
                  <a:pt x="623026" y="224932"/>
                </a:moveTo>
                <a:lnTo>
                  <a:pt x="587501" y="177271"/>
                </a:lnTo>
                <a:moveTo>
                  <a:pt x="689658" y="1059091"/>
                </a:moveTo>
                <a:lnTo>
                  <a:pt x="573134" y="1029687"/>
                </a:lnTo>
                <a:moveTo>
                  <a:pt x="573134" y="1029687"/>
                </a:moveTo>
                <a:lnTo>
                  <a:pt x="560023" y="1020561"/>
                </a:lnTo>
                <a:moveTo>
                  <a:pt x="2192972" y="783880"/>
                </a:moveTo>
                <a:lnTo>
                  <a:pt x="2101990" y="779335"/>
                </a:lnTo>
                <a:moveTo>
                  <a:pt x="2084419" y="818199"/>
                </a:moveTo>
                <a:lnTo>
                  <a:pt x="2101990" y="779335"/>
                </a:lnTo>
                <a:moveTo>
                  <a:pt x="716849" y="441374"/>
                </a:moveTo>
                <a:lnTo>
                  <a:pt x="787496" y="358956"/>
                </a:lnTo>
                <a:moveTo>
                  <a:pt x="1796552" y="587858"/>
                </a:moveTo>
                <a:lnTo>
                  <a:pt x="1732809" y="585883"/>
                </a:lnTo>
                <a:moveTo>
                  <a:pt x="549610" y="685079"/>
                </a:moveTo>
                <a:lnTo>
                  <a:pt x="535505" y="679161"/>
                </a:lnTo>
                <a:moveTo>
                  <a:pt x="1969575" y="761715"/>
                </a:moveTo>
                <a:lnTo>
                  <a:pt x="1926403" y="684798"/>
                </a:lnTo>
                <a:moveTo>
                  <a:pt x="785686" y="274349"/>
                </a:moveTo>
                <a:lnTo>
                  <a:pt x="725167" y="273678"/>
                </a:lnTo>
                <a:moveTo>
                  <a:pt x="785686" y="274349"/>
                </a:moveTo>
                <a:lnTo>
                  <a:pt x="726848" y="189515"/>
                </a:lnTo>
                <a:moveTo>
                  <a:pt x="541791" y="768744"/>
                </a:moveTo>
                <a:lnTo>
                  <a:pt x="507859" y="846255"/>
                </a:lnTo>
                <a:moveTo>
                  <a:pt x="573134" y="1029687"/>
                </a:moveTo>
                <a:lnTo>
                  <a:pt x="585456" y="1022328"/>
                </a:lnTo>
                <a:moveTo>
                  <a:pt x="2107435" y="446954"/>
                </a:moveTo>
                <a:lnTo>
                  <a:pt x="1987386" y="474419"/>
                </a:lnTo>
                <a:moveTo>
                  <a:pt x="950987" y="661704"/>
                </a:moveTo>
                <a:lnTo>
                  <a:pt x="935957" y="703975"/>
                </a:lnTo>
                <a:moveTo>
                  <a:pt x="754411" y="443298"/>
                </a:moveTo>
                <a:lnTo>
                  <a:pt x="796496" y="391572"/>
                </a:lnTo>
                <a:moveTo>
                  <a:pt x="787496" y="358956"/>
                </a:moveTo>
                <a:lnTo>
                  <a:pt x="725167" y="273678"/>
                </a:lnTo>
                <a:moveTo>
                  <a:pt x="2042956" y="692735"/>
                </a:moveTo>
                <a:lnTo>
                  <a:pt x="1979399" y="769662"/>
                </a:lnTo>
                <a:moveTo>
                  <a:pt x="1760521" y="315897"/>
                </a:moveTo>
                <a:lnTo>
                  <a:pt x="1695958" y="301509"/>
                </a:lnTo>
                <a:moveTo>
                  <a:pt x="783778" y="1033499"/>
                </a:moveTo>
                <a:lnTo>
                  <a:pt x="701781" y="1030096"/>
                </a:lnTo>
                <a:moveTo>
                  <a:pt x="809954" y="1027644"/>
                </a:moveTo>
                <a:lnTo>
                  <a:pt x="783778" y="1033499"/>
                </a:lnTo>
                <a:moveTo>
                  <a:pt x="623026" y="224932"/>
                </a:moveTo>
                <a:lnTo>
                  <a:pt x="572040" y="194185"/>
                </a:lnTo>
                <a:moveTo>
                  <a:pt x="2216371" y="701793"/>
                </a:moveTo>
                <a:lnTo>
                  <a:pt x="2208723" y="722111"/>
                </a:lnTo>
                <a:moveTo>
                  <a:pt x="1969575" y="761715"/>
                </a:moveTo>
                <a:lnTo>
                  <a:pt x="2013284" y="690702"/>
                </a:lnTo>
                <a:moveTo>
                  <a:pt x="796496" y="391572"/>
                </a:moveTo>
                <a:lnTo>
                  <a:pt x="716849" y="441374"/>
                </a:lnTo>
                <a:moveTo>
                  <a:pt x="545552" y="601180"/>
                </a:moveTo>
                <a:lnTo>
                  <a:pt x="535505" y="679161"/>
                </a:lnTo>
                <a:moveTo>
                  <a:pt x="2101990" y="779335"/>
                </a:moveTo>
                <a:lnTo>
                  <a:pt x="2072509" y="777137"/>
                </a:lnTo>
                <a:moveTo>
                  <a:pt x="464337" y="510120"/>
                </a:moveTo>
                <a:lnTo>
                  <a:pt x="390152" y="419198"/>
                </a:lnTo>
                <a:moveTo>
                  <a:pt x="565330" y="1019768"/>
                </a:moveTo>
                <a:lnTo>
                  <a:pt x="496083" y="933610"/>
                </a:lnTo>
                <a:moveTo>
                  <a:pt x="585456" y="1022328"/>
                </a:moveTo>
                <a:lnTo>
                  <a:pt x="560023" y="1020561"/>
                </a:lnTo>
                <a:moveTo>
                  <a:pt x="520472" y="823349"/>
                </a:moveTo>
                <a:lnTo>
                  <a:pt x="507859" y="846255"/>
                </a:lnTo>
                <a:moveTo>
                  <a:pt x="2042956" y="692735"/>
                </a:moveTo>
                <a:lnTo>
                  <a:pt x="1969575" y="761715"/>
                </a:lnTo>
                <a:moveTo>
                  <a:pt x="2246119" y="534741"/>
                </a:moveTo>
                <a:lnTo>
                  <a:pt x="2222298" y="503140"/>
                </a:lnTo>
                <a:moveTo>
                  <a:pt x="910524" y="789462"/>
                </a:moveTo>
                <a:lnTo>
                  <a:pt x="916993" y="705908"/>
                </a:lnTo>
                <a:moveTo>
                  <a:pt x="1002834" y="543294"/>
                </a:moveTo>
                <a:lnTo>
                  <a:pt x="907376" y="512001"/>
                </a:lnTo>
                <a:moveTo>
                  <a:pt x="2214118" y="702193"/>
                </a:moveTo>
                <a:lnTo>
                  <a:pt x="2216371" y="701793"/>
                </a:lnTo>
                <a:moveTo>
                  <a:pt x="637354" y="183893"/>
                </a:moveTo>
                <a:lnTo>
                  <a:pt x="694954" y="120512"/>
                </a:lnTo>
                <a:moveTo>
                  <a:pt x="1042744" y="1090593"/>
                </a:moveTo>
                <a:lnTo>
                  <a:pt x="988456" y="1113115"/>
                </a:lnTo>
                <a:moveTo>
                  <a:pt x="726848" y="189515"/>
                </a:moveTo>
                <a:lnTo>
                  <a:pt x="694954" y="120512"/>
                </a:lnTo>
                <a:moveTo>
                  <a:pt x="2182074" y="701117"/>
                </a:moveTo>
                <a:lnTo>
                  <a:pt x="2192972" y="783880"/>
                </a:lnTo>
                <a:moveTo>
                  <a:pt x="2214118" y="702193"/>
                </a:moveTo>
                <a:lnTo>
                  <a:pt x="2208723" y="722111"/>
                </a:lnTo>
                <a:moveTo>
                  <a:pt x="666572" y="1028301"/>
                </a:moveTo>
                <a:lnTo>
                  <a:pt x="573134" y="1029687"/>
                </a:lnTo>
                <a:moveTo>
                  <a:pt x="918441" y="1186669"/>
                </a:moveTo>
                <a:lnTo>
                  <a:pt x="960065" y="1129186"/>
                </a:lnTo>
                <a:moveTo>
                  <a:pt x="1896086" y="682822"/>
                </a:moveTo>
                <a:lnTo>
                  <a:pt x="1818511" y="677031"/>
                </a:lnTo>
                <a:moveTo>
                  <a:pt x="504972" y="220218"/>
                </a:moveTo>
                <a:lnTo>
                  <a:pt x="396785" y="251691"/>
                </a:lnTo>
                <a:moveTo>
                  <a:pt x="1873312" y="405496"/>
                </a:moveTo>
                <a:lnTo>
                  <a:pt x="1809810" y="374006"/>
                </a:lnTo>
                <a:moveTo>
                  <a:pt x="689658" y="1059091"/>
                </a:moveTo>
                <a:lnTo>
                  <a:pt x="701781" y="1030096"/>
                </a:lnTo>
                <a:moveTo>
                  <a:pt x="812501" y="446513"/>
                </a:moveTo>
                <a:lnTo>
                  <a:pt x="754411" y="443298"/>
                </a:lnTo>
                <a:moveTo>
                  <a:pt x="399378" y="337698"/>
                </a:moveTo>
                <a:lnTo>
                  <a:pt x="388553" y="335348"/>
                </a:lnTo>
                <a:moveTo>
                  <a:pt x="2237626" y="620805"/>
                </a:moveTo>
                <a:lnTo>
                  <a:pt x="2248570" y="618609"/>
                </a:lnTo>
                <a:moveTo>
                  <a:pt x="2222298" y="503140"/>
                </a:moveTo>
                <a:lnTo>
                  <a:pt x="2107435" y="446954"/>
                </a:lnTo>
                <a:moveTo>
                  <a:pt x="1575819" y="494413"/>
                </a:moveTo>
                <a:lnTo>
                  <a:pt x="1566495" y="480819"/>
                </a:lnTo>
                <a:moveTo>
                  <a:pt x="1818511" y="677031"/>
                </a:moveTo>
                <a:lnTo>
                  <a:pt x="1797882" y="592805"/>
                </a:lnTo>
                <a:moveTo>
                  <a:pt x="2248570" y="618609"/>
                </a:moveTo>
                <a:lnTo>
                  <a:pt x="2242988" y="537110"/>
                </a:lnTo>
                <a:moveTo>
                  <a:pt x="689658" y="1059091"/>
                </a:moveTo>
                <a:lnTo>
                  <a:pt x="666572" y="1028301"/>
                </a:lnTo>
                <a:moveTo>
                  <a:pt x="484259" y="554317"/>
                </a:moveTo>
                <a:lnTo>
                  <a:pt x="464337" y="510120"/>
                </a:lnTo>
                <a:moveTo>
                  <a:pt x="567805" y="517799"/>
                </a:moveTo>
                <a:lnTo>
                  <a:pt x="506354" y="594767"/>
                </a:lnTo>
                <a:moveTo>
                  <a:pt x="560023" y="1020561"/>
                </a:moveTo>
                <a:lnTo>
                  <a:pt x="496083" y="933610"/>
                </a:lnTo>
                <a:moveTo>
                  <a:pt x="666572" y="1028301"/>
                </a:moveTo>
                <a:lnTo>
                  <a:pt x="585456" y="1022328"/>
                </a:lnTo>
                <a:moveTo>
                  <a:pt x="2208723" y="722111"/>
                </a:moveTo>
                <a:lnTo>
                  <a:pt x="2182074" y="701117"/>
                </a:lnTo>
                <a:moveTo>
                  <a:pt x="1682290" y="521974"/>
                </a:moveTo>
                <a:lnTo>
                  <a:pt x="1575819" y="494413"/>
                </a:lnTo>
                <a:moveTo>
                  <a:pt x="2072509" y="777137"/>
                </a:moveTo>
                <a:lnTo>
                  <a:pt x="2042956" y="692735"/>
                </a:lnTo>
                <a:moveTo>
                  <a:pt x="754411" y="443298"/>
                </a:moveTo>
                <a:lnTo>
                  <a:pt x="716849" y="441374"/>
                </a:lnTo>
                <a:moveTo>
                  <a:pt x="1809810" y="374006"/>
                </a:moveTo>
                <a:lnTo>
                  <a:pt x="1779839" y="337555"/>
                </a:lnTo>
                <a:moveTo>
                  <a:pt x="1987386" y="474419"/>
                </a:moveTo>
                <a:lnTo>
                  <a:pt x="1921568" y="480278"/>
                </a:lnTo>
                <a:moveTo>
                  <a:pt x="934320" y="876866"/>
                </a:moveTo>
                <a:lnTo>
                  <a:pt x="910524" y="789462"/>
                </a:lnTo>
                <a:moveTo>
                  <a:pt x="2242988" y="537110"/>
                </a:moveTo>
                <a:lnTo>
                  <a:pt x="2246119" y="534741"/>
                </a:lnTo>
                <a:moveTo>
                  <a:pt x="1926403" y="684798"/>
                </a:moveTo>
                <a:lnTo>
                  <a:pt x="1896086" y="682822"/>
                </a:lnTo>
                <a:moveTo>
                  <a:pt x="907376" y="512001"/>
                </a:moveTo>
                <a:lnTo>
                  <a:pt x="843252" y="490545"/>
                </a:lnTo>
                <a:moveTo>
                  <a:pt x="1797882" y="592805"/>
                </a:moveTo>
                <a:lnTo>
                  <a:pt x="1786674" y="591556"/>
                </a:lnTo>
                <a:moveTo>
                  <a:pt x="2192972" y="783880"/>
                </a:moveTo>
                <a:lnTo>
                  <a:pt x="2138875" y="699649"/>
                </a:lnTo>
                <a:moveTo>
                  <a:pt x="545552" y="601180"/>
                </a:moveTo>
                <a:lnTo>
                  <a:pt x="506354" y="594767"/>
                </a:lnTo>
                <a:moveTo>
                  <a:pt x="2216371" y="701793"/>
                </a:moveTo>
                <a:lnTo>
                  <a:pt x="2237626" y="620805"/>
                </a:lnTo>
                <a:moveTo>
                  <a:pt x="1796552" y="587858"/>
                </a:moveTo>
                <a:lnTo>
                  <a:pt x="1786674" y="591556"/>
                </a:lnTo>
                <a:moveTo>
                  <a:pt x="716849" y="441374"/>
                </a:moveTo>
                <a:lnTo>
                  <a:pt x="715738" y="356856"/>
                </a:lnTo>
                <a:moveTo>
                  <a:pt x="2214118" y="702193"/>
                </a:moveTo>
                <a:lnTo>
                  <a:pt x="2182074" y="701117"/>
                </a:lnTo>
                <a:moveTo>
                  <a:pt x="2101990" y="779335"/>
                </a:moveTo>
                <a:lnTo>
                  <a:pt x="2042956" y="692735"/>
                </a:lnTo>
                <a:moveTo>
                  <a:pt x="701781" y="1030096"/>
                </a:moveTo>
                <a:lnTo>
                  <a:pt x="666572" y="1028301"/>
                </a:lnTo>
                <a:moveTo>
                  <a:pt x="1796552" y="587858"/>
                </a:moveTo>
                <a:lnTo>
                  <a:pt x="1682290" y="521974"/>
                </a:lnTo>
                <a:moveTo>
                  <a:pt x="484259" y="554317"/>
                </a:moveTo>
                <a:lnTo>
                  <a:pt x="514110" y="514018"/>
                </a:lnTo>
                <a:moveTo>
                  <a:pt x="988016" y="626821"/>
                </a:moveTo>
                <a:lnTo>
                  <a:pt x="1002834" y="543294"/>
                </a:lnTo>
                <a:moveTo>
                  <a:pt x="1695958" y="301509"/>
                </a:moveTo>
                <a:lnTo>
                  <a:pt x="1578556" y="286288"/>
                </a:lnTo>
                <a:moveTo>
                  <a:pt x="926939" y="960304"/>
                </a:moveTo>
                <a:lnTo>
                  <a:pt x="809954" y="1027644"/>
                </a:lnTo>
                <a:moveTo>
                  <a:pt x="715738" y="356856"/>
                </a:moveTo>
                <a:lnTo>
                  <a:pt x="725167" y="273678"/>
                </a:lnTo>
                <a:moveTo>
                  <a:pt x="754411" y="443298"/>
                </a:moveTo>
                <a:lnTo>
                  <a:pt x="725857" y="475189"/>
                </a:lnTo>
                <a:moveTo>
                  <a:pt x="716849" y="441374"/>
                </a:moveTo>
                <a:lnTo>
                  <a:pt x="612668" y="435150"/>
                </a:lnTo>
                <a:moveTo>
                  <a:pt x="1732735" y="338590"/>
                </a:moveTo>
                <a:lnTo>
                  <a:pt x="1760521" y="315897"/>
                </a:lnTo>
                <a:moveTo>
                  <a:pt x="2013284" y="690702"/>
                </a:moveTo>
                <a:lnTo>
                  <a:pt x="1926403" y="684798"/>
                </a:lnTo>
                <a:moveTo>
                  <a:pt x="1899195" y="600442"/>
                </a:moveTo>
                <a:lnTo>
                  <a:pt x="1818511" y="677031"/>
                </a:lnTo>
                <a:moveTo>
                  <a:pt x="2214118" y="702193"/>
                </a:moveTo>
                <a:lnTo>
                  <a:pt x="2237626" y="620805"/>
                </a:lnTo>
                <a:moveTo>
                  <a:pt x="2040108" y="477154"/>
                </a:moveTo>
                <a:lnTo>
                  <a:pt x="1987386" y="474419"/>
                </a:lnTo>
                <a:moveTo>
                  <a:pt x="715738" y="356856"/>
                </a:moveTo>
                <a:lnTo>
                  <a:pt x="618805" y="351553"/>
                </a:lnTo>
                <a:moveTo>
                  <a:pt x="560023" y="1020561"/>
                </a:moveTo>
                <a:lnTo>
                  <a:pt x="511118" y="974230"/>
                </a:lnTo>
                <a:moveTo>
                  <a:pt x="1797882" y="592805"/>
                </a:moveTo>
                <a:lnTo>
                  <a:pt x="1796552" y="587858"/>
                </a:lnTo>
                <a:moveTo>
                  <a:pt x="961400" y="493731"/>
                </a:moveTo>
                <a:lnTo>
                  <a:pt x="907376" y="512001"/>
                </a:lnTo>
                <a:moveTo>
                  <a:pt x="567805" y="517799"/>
                </a:moveTo>
                <a:lnTo>
                  <a:pt x="484259" y="554317"/>
                </a:lnTo>
                <a:moveTo>
                  <a:pt x="1046765" y="546633"/>
                </a:moveTo>
                <a:lnTo>
                  <a:pt x="1002834" y="543294"/>
                </a:lnTo>
                <a:moveTo>
                  <a:pt x="910524" y="789462"/>
                </a:moveTo>
                <a:lnTo>
                  <a:pt x="841997" y="703396"/>
                </a:lnTo>
                <a:moveTo>
                  <a:pt x="843252" y="490545"/>
                </a:moveTo>
                <a:lnTo>
                  <a:pt x="812501" y="446513"/>
                </a:lnTo>
                <a:moveTo>
                  <a:pt x="716849" y="441374"/>
                </a:moveTo>
                <a:lnTo>
                  <a:pt x="618805" y="351553"/>
                </a:lnTo>
                <a:moveTo>
                  <a:pt x="1911615" y="640830"/>
                </a:moveTo>
                <a:lnTo>
                  <a:pt x="1896086" y="682822"/>
                </a:lnTo>
                <a:moveTo>
                  <a:pt x="1921568" y="480278"/>
                </a:moveTo>
                <a:lnTo>
                  <a:pt x="1894416" y="429479"/>
                </a:lnTo>
                <a:moveTo>
                  <a:pt x="726848" y="189515"/>
                </a:moveTo>
                <a:lnTo>
                  <a:pt x="637354" y="183893"/>
                </a:lnTo>
                <a:moveTo>
                  <a:pt x="623026" y="224932"/>
                </a:moveTo>
                <a:lnTo>
                  <a:pt x="504972" y="220218"/>
                </a:lnTo>
                <a:moveTo>
                  <a:pt x="725857" y="475189"/>
                </a:moveTo>
                <a:lnTo>
                  <a:pt x="716849" y="441374"/>
                </a:lnTo>
                <a:moveTo>
                  <a:pt x="612668" y="435150"/>
                </a:moveTo>
                <a:lnTo>
                  <a:pt x="602106" y="434656"/>
                </a:lnTo>
                <a:moveTo>
                  <a:pt x="910524" y="789462"/>
                </a:moveTo>
                <a:lnTo>
                  <a:pt x="843207" y="787926"/>
                </a:lnTo>
                <a:moveTo>
                  <a:pt x="725167" y="273678"/>
                </a:moveTo>
                <a:lnTo>
                  <a:pt x="726848" y="189515"/>
                </a:lnTo>
                <a:moveTo>
                  <a:pt x="1926403" y="684798"/>
                </a:moveTo>
                <a:lnTo>
                  <a:pt x="1911615" y="640830"/>
                </a:lnTo>
                <a:moveTo>
                  <a:pt x="746761" y="991161"/>
                </a:moveTo>
                <a:lnTo>
                  <a:pt x="783778" y="1033499"/>
                </a:lnTo>
                <a:moveTo>
                  <a:pt x="612668" y="435150"/>
                </a:moveTo>
                <a:lnTo>
                  <a:pt x="618805" y="351553"/>
                </a:lnTo>
                <a:moveTo>
                  <a:pt x="916993" y="705908"/>
                </a:moveTo>
                <a:lnTo>
                  <a:pt x="841997" y="703396"/>
                </a:lnTo>
                <a:moveTo>
                  <a:pt x="950987" y="661704"/>
                </a:moveTo>
                <a:lnTo>
                  <a:pt x="916993" y="705908"/>
                </a:lnTo>
                <a:moveTo>
                  <a:pt x="2242988" y="537110"/>
                </a:moveTo>
                <a:lnTo>
                  <a:pt x="2222298" y="503140"/>
                </a:lnTo>
                <a:moveTo>
                  <a:pt x="2101990" y="779335"/>
                </a:moveTo>
                <a:lnTo>
                  <a:pt x="2138875" y="699649"/>
                </a:lnTo>
                <a:moveTo>
                  <a:pt x="843252" y="490545"/>
                </a:moveTo>
                <a:lnTo>
                  <a:pt x="754411" y="443298"/>
                </a:lnTo>
                <a:moveTo>
                  <a:pt x="637354" y="183893"/>
                </a:moveTo>
                <a:lnTo>
                  <a:pt x="623026" y="224932"/>
                </a:lnTo>
                <a:moveTo>
                  <a:pt x="715738" y="356856"/>
                </a:moveTo>
                <a:lnTo>
                  <a:pt x="629284" y="268509"/>
                </a:lnTo>
                <a:moveTo>
                  <a:pt x="926939" y="960304"/>
                </a:moveTo>
                <a:lnTo>
                  <a:pt x="934320" y="876866"/>
                </a:lnTo>
                <a:moveTo>
                  <a:pt x="627614" y="1004081"/>
                </a:moveTo>
                <a:lnTo>
                  <a:pt x="560023" y="1020561"/>
                </a:lnTo>
                <a:moveTo>
                  <a:pt x="2042956" y="692735"/>
                </a:moveTo>
                <a:lnTo>
                  <a:pt x="2013284" y="690702"/>
                </a:lnTo>
                <a:moveTo>
                  <a:pt x="496083" y="933610"/>
                </a:moveTo>
                <a:lnTo>
                  <a:pt x="504207" y="850266"/>
                </a:lnTo>
                <a:moveTo>
                  <a:pt x="514110" y="514018"/>
                </a:moveTo>
                <a:lnTo>
                  <a:pt x="464337" y="510120"/>
                </a:lnTo>
                <a:moveTo>
                  <a:pt x="2107435" y="446954"/>
                </a:moveTo>
                <a:lnTo>
                  <a:pt x="2040108" y="477154"/>
                </a:lnTo>
                <a:moveTo>
                  <a:pt x="975014" y="1127298"/>
                </a:moveTo>
                <a:lnTo>
                  <a:pt x="988456" y="1113115"/>
                </a:lnTo>
                <a:moveTo>
                  <a:pt x="627614" y="1004081"/>
                </a:moveTo>
                <a:lnTo>
                  <a:pt x="585456" y="1022328"/>
                </a:lnTo>
                <a:moveTo>
                  <a:pt x="438839" y="258159"/>
                </a:moveTo>
                <a:lnTo>
                  <a:pt x="388553" y="335348"/>
                </a:lnTo>
                <a:moveTo>
                  <a:pt x="1055832" y="632163"/>
                </a:moveTo>
                <a:lnTo>
                  <a:pt x="1002834" y="543294"/>
                </a:lnTo>
                <a:moveTo>
                  <a:pt x="612668" y="435150"/>
                </a:moveTo>
                <a:lnTo>
                  <a:pt x="598990" y="350776"/>
                </a:lnTo>
                <a:moveTo>
                  <a:pt x="436885" y="262677"/>
                </a:moveTo>
                <a:lnTo>
                  <a:pt x="388553" y="335348"/>
                </a:lnTo>
                <a:moveTo>
                  <a:pt x="1566495" y="480819"/>
                </a:moveTo>
                <a:lnTo>
                  <a:pt x="1504554" y="424154"/>
                </a:lnTo>
                <a:moveTo>
                  <a:pt x="438839" y="258159"/>
                </a:moveTo>
                <a:lnTo>
                  <a:pt x="396785" y="251691"/>
                </a:lnTo>
                <a:moveTo>
                  <a:pt x="960616" y="1133341"/>
                </a:moveTo>
                <a:lnTo>
                  <a:pt x="960065" y="1129186"/>
                </a:lnTo>
                <a:moveTo>
                  <a:pt x="2029169" y="653601"/>
                </a:moveTo>
                <a:lnTo>
                  <a:pt x="1926403" y="684798"/>
                </a:lnTo>
                <a:moveTo>
                  <a:pt x="1899195" y="600442"/>
                </a:moveTo>
                <a:lnTo>
                  <a:pt x="1896086" y="682822"/>
                </a:lnTo>
                <a:moveTo>
                  <a:pt x="1504493" y="492367"/>
                </a:moveTo>
                <a:lnTo>
                  <a:pt x="1566495" y="480819"/>
                </a:lnTo>
                <a:moveTo>
                  <a:pt x="1847894" y="430588"/>
                </a:moveTo>
                <a:lnTo>
                  <a:pt x="1873312" y="405496"/>
                </a:lnTo>
                <a:moveTo>
                  <a:pt x="1055832" y="632163"/>
                </a:moveTo>
                <a:lnTo>
                  <a:pt x="988016" y="626821"/>
                </a:lnTo>
                <a:moveTo>
                  <a:pt x="602106" y="434656"/>
                </a:moveTo>
                <a:lnTo>
                  <a:pt x="514110" y="514018"/>
                </a:lnTo>
                <a:moveTo>
                  <a:pt x="629284" y="268509"/>
                </a:moveTo>
                <a:lnTo>
                  <a:pt x="637354" y="183893"/>
                </a:lnTo>
                <a:moveTo>
                  <a:pt x="602106" y="434656"/>
                </a:moveTo>
                <a:lnTo>
                  <a:pt x="598990" y="350776"/>
                </a:lnTo>
                <a:moveTo>
                  <a:pt x="725167" y="273678"/>
                </a:moveTo>
                <a:lnTo>
                  <a:pt x="629284" y="268509"/>
                </a:lnTo>
                <a:moveTo>
                  <a:pt x="629284" y="268509"/>
                </a:moveTo>
                <a:lnTo>
                  <a:pt x="726848" y="189515"/>
                </a:lnTo>
                <a:moveTo>
                  <a:pt x="2214118" y="702193"/>
                </a:moveTo>
                <a:lnTo>
                  <a:pt x="2145642" y="683826"/>
                </a:lnTo>
                <a:moveTo>
                  <a:pt x="618805" y="351553"/>
                </a:moveTo>
                <a:lnTo>
                  <a:pt x="598990" y="350776"/>
                </a:lnTo>
                <a:moveTo>
                  <a:pt x="630873" y="521842"/>
                </a:moveTo>
                <a:lnTo>
                  <a:pt x="716849" y="441374"/>
                </a:lnTo>
                <a:moveTo>
                  <a:pt x="988016" y="626821"/>
                </a:moveTo>
                <a:lnTo>
                  <a:pt x="950987" y="661704"/>
                </a:lnTo>
                <a:moveTo>
                  <a:pt x="1779839" y="337555"/>
                </a:moveTo>
                <a:lnTo>
                  <a:pt x="1732735" y="338590"/>
                </a:lnTo>
                <a:moveTo>
                  <a:pt x="618805" y="351553"/>
                </a:moveTo>
                <a:lnTo>
                  <a:pt x="629284" y="268509"/>
                </a:lnTo>
                <a:moveTo>
                  <a:pt x="1899195" y="600442"/>
                </a:moveTo>
                <a:lnTo>
                  <a:pt x="1797882" y="592805"/>
                </a:lnTo>
                <a:moveTo>
                  <a:pt x="511118" y="974230"/>
                </a:moveTo>
                <a:lnTo>
                  <a:pt x="496083" y="933610"/>
                </a:lnTo>
                <a:moveTo>
                  <a:pt x="629284" y="268509"/>
                </a:moveTo>
                <a:lnTo>
                  <a:pt x="623026" y="224932"/>
                </a:lnTo>
                <a:moveTo>
                  <a:pt x="630873" y="521842"/>
                </a:moveTo>
                <a:lnTo>
                  <a:pt x="612668" y="435150"/>
                </a:lnTo>
                <a:moveTo>
                  <a:pt x="1055832" y="632163"/>
                </a:moveTo>
                <a:lnTo>
                  <a:pt x="1046765" y="546633"/>
                </a:lnTo>
                <a:moveTo>
                  <a:pt x="567805" y="517799"/>
                </a:moveTo>
                <a:lnTo>
                  <a:pt x="602106" y="434656"/>
                </a:lnTo>
                <a:moveTo>
                  <a:pt x="2159265" y="464084"/>
                </a:moveTo>
                <a:lnTo>
                  <a:pt x="2107435" y="446954"/>
                </a:lnTo>
                <a:moveTo>
                  <a:pt x="2029169" y="653601"/>
                </a:moveTo>
                <a:lnTo>
                  <a:pt x="2013284" y="690702"/>
                </a:lnTo>
                <a:moveTo>
                  <a:pt x="1002834" y="543294"/>
                </a:moveTo>
                <a:lnTo>
                  <a:pt x="961400" y="493731"/>
                </a:lnTo>
                <a:moveTo>
                  <a:pt x="534016" y="263418"/>
                </a:moveTo>
                <a:lnTo>
                  <a:pt x="504972" y="220218"/>
                </a:lnTo>
                <a:moveTo>
                  <a:pt x="843252" y="490545"/>
                </a:moveTo>
                <a:lnTo>
                  <a:pt x="725857" y="475189"/>
                </a:lnTo>
                <a:moveTo>
                  <a:pt x="1833471" y="513130"/>
                </a:moveTo>
                <a:lnTo>
                  <a:pt x="1894416" y="429479"/>
                </a:lnTo>
                <a:moveTo>
                  <a:pt x="1102026" y="550889"/>
                </a:moveTo>
                <a:lnTo>
                  <a:pt x="1046765" y="546633"/>
                </a:lnTo>
                <a:moveTo>
                  <a:pt x="630873" y="521842"/>
                </a:moveTo>
                <a:lnTo>
                  <a:pt x="602106" y="434656"/>
                </a:lnTo>
                <a:moveTo>
                  <a:pt x="2182074" y="701117"/>
                </a:moveTo>
                <a:lnTo>
                  <a:pt x="2138875" y="699649"/>
                </a:lnTo>
                <a:moveTo>
                  <a:pt x="1575819" y="494413"/>
                </a:moveTo>
                <a:lnTo>
                  <a:pt x="1504493" y="492367"/>
                </a:lnTo>
                <a:moveTo>
                  <a:pt x="618805" y="351553"/>
                </a:moveTo>
                <a:lnTo>
                  <a:pt x="597959" y="266936"/>
                </a:lnTo>
                <a:moveTo>
                  <a:pt x="602106" y="434656"/>
                </a:moveTo>
                <a:lnTo>
                  <a:pt x="525892" y="431139"/>
                </a:lnTo>
                <a:moveTo>
                  <a:pt x="2237626" y="620805"/>
                </a:moveTo>
                <a:lnTo>
                  <a:pt x="2242988" y="537110"/>
                </a:lnTo>
                <a:moveTo>
                  <a:pt x="1682290" y="521974"/>
                </a:moveTo>
                <a:lnTo>
                  <a:pt x="1721891" y="505965"/>
                </a:lnTo>
                <a:moveTo>
                  <a:pt x="2042956" y="692735"/>
                </a:moveTo>
                <a:lnTo>
                  <a:pt x="2029169" y="653601"/>
                </a:lnTo>
                <a:moveTo>
                  <a:pt x="666572" y="1028301"/>
                </a:moveTo>
                <a:lnTo>
                  <a:pt x="627614" y="1004081"/>
                </a:lnTo>
                <a:moveTo>
                  <a:pt x="597959" y="266936"/>
                </a:moveTo>
                <a:lnTo>
                  <a:pt x="623026" y="224932"/>
                </a:lnTo>
                <a:moveTo>
                  <a:pt x="725857" y="475189"/>
                </a:moveTo>
                <a:lnTo>
                  <a:pt x="630873" y="521842"/>
                </a:lnTo>
                <a:moveTo>
                  <a:pt x="2029169" y="653601"/>
                </a:moveTo>
                <a:lnTo>
                  <a:pt x="1911615" y="640830"/>
                </a:lnTo>
                <a:moveTo>
                  <a:pt x="1682290" y="521974"/>
                </a:moveTo>
                <a:lnTo>
                  <a:pt x="1615583" y="542182"/>
                </a:lnTo>
                <a:moveTo>
                  <a:pt x="2138875" y="699649"/>
                </a:moveTo>
                <a:lnTo>
                  <a:pt x="2042956" y="692735"/>
                </a:lnTo>
                <a:moveTo>
                  <a:pt x="975014" y="1127298"/>
                </a:moveTo>
                <a:lnTo>
                  <a:pt x="960065" y="1129186"/>
                </a:lnTo>
                <a:moveTo>
                  <a:pt x="1615583" y="542182"/>
                </a:moveTo>
                <a:lnTo>
                  <a:pt x="1575819" y="494413"/>
                </a:lnTo>
                <a:moveTo>
                  <a:pt x="1896050" y="516561"/>
                </a:moveTo>
                <a:lnTo>
                  <a:pt x="1797882" y="592805"/>
                </a:lnTo>
                <a:moveTo>
                  <a:pt x="1911615" y="640830"/>
                </a:moveTo>
                <a:lnTo>
                  <a:pt x="1899195" y="600442"/>
                </a:lnTo>
                <a:moveTo>
                  <a:pt x="1069625" y="656995"/>
                </a:moveTo>
                <a:lnTo>
                  <a:pt x="988016" y="626821"/>
                </a:lnTo>
                <a:moveTo>
                  <a:pt x="695346" y="525953"/>
                </a:moveTo>
                <a:lnTo>
                  <a:pt x="725857" y="475189"/>
                </a:lnTo>
                <a:moveTo>
                  <a:pt x="1896050" y="516561"/>
                </a:moveTo>
                <a:lnTo>
                  <a:pt x="1796552" y="587858"/>
                </a:lnTo>
                <a:moveTo>
                  <a:pt x="934320" y="876866"/>
                </a:moveTo>
                <a:lnTo>
                  <a:pt x="843207" y="787926"/>
                </a:lnTo>
                <a:moveTo>
                  <a:pt x="2222298" y="503140"/>
                </a:moveTo>
                <a:lnTo>
                  <a:pt x="2159265" y="464084"/>
                </a:lnTo>
                <a:moveTo>
                  <a:pt x="567805" y="517799"/>
                </a:moveTo>
                <a:lnTo>
                  <a:pt x="514110" y="514018"/>
                </a:lnTo>
                <a:moveTo>
                  <a:pt x="2182074" y="701117"/>
                </a:moveTo>
                <a:lnTo>
                  <a:pt x="2145642" y="683826"/>
                </a:lnTo>
                <a:moveTo>
                  <a:pt x="541791" y="768744"/>
                </a:moveTo>
                <a:lnTo>
                  <a:pt x="549610" y="685079"/>
                </a:lnTo>
                <a:moveTo>
                  <a:pt x="746761" y="991161"/>
                </a:moveTo>
                <a:lnTo>
                  <a:pt x="701781" y="1030096"/>
                </a:lnTo>
                <a:moveTo>
                  <a:pt x="809954" y="1027644"/>
                </a:moveTo>
                <a:lnTo>
                  <a:pt x="746761" y="991161"/>
                </a:lnTo>
                <a:moveTo>
                  <a:pt x="598990" y="350776"/>
                </a:moveTo>
                <a:lnTo>
                  <a:pt x="597959" y="266936"/>
                </a:lnTo>
                <a:moveTo>
                  <a:pt x="1911615" y="640830"/>
                </a:moveTo>
                <a:lnTo>
                  <a:pt x="1926749" y="602345"/>
                </a:lnTo>
                <a:moveTo>
                  <a:pt x="520472" y="823349"/>
                </a:moveTo>
                <a:lnTo>
                  <a:pt x="504207" y="850266"/>
                </a:lnTo>
                <a:moveTo>
                  <a:pt x="1745591" y="507955"/>
                </a:moveTo>
                <a:lnTo>
                  <a:pt x="1682290" y="521974"/>
                </a:lnTo>
                <a:moveTo>
                  <a:pt x="438839" y="258159"/>
                </a:moveTo>
                <a:lnTo>
                  <a:pt x="504972" y="220218"/>
                </a:lnTo>
                <a:moveTo>
                  <a:pt x="514110" y="514018"/>
                </a:moveTo>
                <a:lnTo>
                  <a:pt x="525892" y="431139"/>
                </a:lnTo>
                <a:moveTo>
                  <a:pt x="494563" y="935451"/>
                </a:moveTo>
                <a:lnTo>
                  <a:pt x="496083" y="933610"/>
                </a:lnTo>
                <a:moveTo>
                  <a:pt x="623026" y="224932"/>
                </a:moveTo>
                <a:lnTo>
                  <a:pt x="534016" y="263418"/>
                </a:lnTo>
                <a:moveTo>
                  <a:pt x="813264" y="701556"/>
                </a:moveTo>
                <a:lnTo>
                  <a:pt x="729636" y="696131"/>
                </a:lnTo>
                <a:moveTo>
                  <a:pt x="629284" y="268509"/>
                </a:moveTo>
                <a:lnTo>
                  <a:pt x="597959" y="266936"/>
                </a:lnTo>
                <a:moveTo>
                  <a:pt x="1080697" y="478413"/>
                </a:moveTo>
                <a:lnTo>
                  <a:pt x="1002834" y="543294"/>
                </a:lnTo>
                <a:moveTo>
                  <a:pt x="598990" y="350776"/>
                </a:moveTo>
                <a:lnTo>
                  <a:pt x="525892" y="431139"/>
                </a:lnTo>
                <a:moveTo>
                  <a:pt x="1102026" y="550889"/>
                </a:moveTo>
                <a:lnTo>
                  <a:pt x="1055832" y="632163"/>
                </a:lnTo>
                <a:moveTo>
                  <a:pt x="2145642" y="683826"/>
                </a:moveTo>
                <a:lnTo>
                  <a:pt x="2042956" y="692735"/>
                </a:lnTo>
                <a:moveTo>
                  <a:pt x="729636" y="696131"/>
                </a:moveTo>
                <a:lnTo>
                  <a:pt x="676560" y="693221"/>
                </a:lnTo>
                <a:moveTo>
                  <a:pt x="1894416" y="429479"/>
                </a:moveTo>
                <a:lnTo>
                  <a:pt x="1847894" y="430588"/>
                </a:lnTo>
                <a:moveTo>
                  <a:pt x="960616" y="1133341"/>
                </a:moveTo>
                <a:lnTo>
                  <a:pt x="918441" y="1186669"/>
                </a:lnTo>
                <a:moveTo>
                  <a:pt x="1796552" y="587858"/>
                </a:moveTo>
                <a:lnTo>
                  <a:pt x="1833471" y="513130"/>
                </a:lnTo>
                <a:moveTo>
                  <a:pt x="908170" y="876705"/>
                </a:moveTo>
                <a:lnTo>
                  <a:pt x="934320" y="876866"/>
                </a:lnTo>
                <a:moveTo>
                  <a:pt x="746761" y="991161"/>
                </a:moveTo>
                <a:lnTo>
                  <a:pt x="666572" y="1028301"/>
                </a:lnTo>
                <a:moveTo>
                  <a:pt x="1630957" y="294202"/>
                </a:moveTo>
                <a:lnTo>
                  <a:pt x="1578556" y="286288"/>
                </a:lnTo>
                <a:moveTo>
                  <a:pt x="628125" y="774623"/>
                </a:moveTo>
                <a:lnTo>
                  <a:pt x="541791" y="768744"/>
                </a:lnTo>
                <a:moveTo>
                  <a:pt x="841997" y="703396"/>
                </a:moveTo>
                <a:lnTo>
                  <a:pt x="813264" y="701556"/>
                </a:lnTo>
                <a:moveTo>
                  <a:pt x="436885" y="262677"/>
                </a:moveTo>
                <a:lnTo>
                  <a:pt x="399378" y="337698"/>
                </a:lnTo>
                <a:moveTo>
                  <a:pt x="541791" y="768744"/>
                </a:moveTo>
                <a:lnTo>
                  <a:pt x="520472" y="823349"/>
                </a:lnTo>
                <a:moveTo>
                  <a:pt x="630873" y="521842"/>
                </a:moveTo>
                <a:lnTo>
                  <a:pt x="567805" y="517799"/>
                </a:lnTo>
                <a:moveTo>
                  <a:pt x="2214118" y="702193"/>
                </a:moveTo>
                <a:lnTo>
                  <a:pt x="2169572" y="619176"/>
                </a:lnTo>
                <a:moveTo>
                  <a:pt x="629671" y="690443"/>
                </a:moveTo>
                <a:lnTo>
                  <a:pt x="549610" y="685079"/>
                </a:lnTo>
                <a:moveTo>
                  <a:pt x="1083417" y="634342"/>
                </a:moveTo>
                <a:lnTo>
                  <a:pt x="1055832" y="632163"/>
                </a:lnTo>
                <a:moveTo>
                  <a:pt x="628125" y="774623"/>
                </a:moveTo>
                <a:lnTo>
                  <a:pt x="549610" y="685079"/>
                </a:lnTo>
                <a:moveTo>
                  <a:pt x="494563" y="935451"/>
                </a:moveTo>
                <a:lnTo>
                  <a:pt x="504207" y="850266"/>
                </a:lnTo>
                <a:moveTo>
                  <a:pt x="809954" y="1027644"/>
                </a:moveTo>
                <a:lnTo>
                  <a:pt x="864020" y="959327"/>
                </a:lnTo>
                <a:moveTo>
                  <a:pt x="504222" y="851823"/>
                </a:moveTo>
                <a:lnTo>
                  <a:pt x="504207" y="850266"/>
                </a:lnTo>
                <a:moveTo>
                  <a:pt x="1796552" y="587858"/>
                </a:moveTo>
                <a:lnTo>
                  <a:pt x="1745591" y="507955"/>
                </a:lnTo>
                <a:moveTo>
                  <a:pt x="843207" y="787926"/>
                </a:moveTo>
                <a:lnTo>
                  <a:pt x="813264" y="701556"/>
                </a:lnTo>
                <a:moveTo>
                  <a:pt x="2014015" y="608345"/>
                </a:moveTo>
                <a:lnTo>
                  <a:pt x="1911615" y="640830"/>
                </a:lnTo>
                <a:moveTo>
                  <a:pt x="1083417" y="634342"/>
                </a:moveTo>
                <a:lnTo>
                  <a:pt x="1102026" y="550889"/>
                </a:lnTo>
                <a:moveTo>
                  <a:pt x="2040108" y="477154"/>
                </a:moveTo>
                <a:lnTo>
                  <a:pt x="1921568" y="480278"/>
                </a:lnTo>
                <a:moveTo>
                  <a:pt x="843207" y="787926"/>
                </a:moveTo>
                <a:lnTo>
                  <a:pt x="841997" y="703396"/>
                </a:lnTo>
                <a:moveTo>
                  <a:pt x="1732735" y="338590"/>
                </a:moveTo>
                <a:lnTo>
                  <a:pt x="1695958" y="301509"/>
                </a:lnTo>
                <a:moveTo>
                  <a:pt x="1931794" y="518609"/>
                </a:moveTo>
                <a:lnTo>
                  <a:pt x="1921568" y="480278"/>
                </a:lnTo>
                <a:moveTo>
                  <a:pt x="549610" y="685079"/>
                </a:moveTo>
                <a:lnTo>
                  <a:pt x="545552" y="601180"/>
                </a:lnTo>
                <a:moveTo>
                  <a:pt x="695346" y="525953"/>
                </a:moveTo>
                <a:lnTo>
                  <a:pt x="630873" y="521842"/>
                </a:lnTo>
                <a:moveTo>
                  <a:pt x="1926749" y="602345"/>
                </a:moveTo>
                <a:lnTo>
                  <a:pt x="1899195" y="600442"/>
                </a:lnTo>
                <a:moveTo>
                  <a:pt x="1080697" y="478413"/>
                </a:moveTo>
                <a:lnTo>
                  <a:pt x="1046765" y="546633"/>
                </a:lnTo>
                <a:moveTo>
                  <a:pt x="961400" y="493731"/>
                </a:moveTo>
                <a:lnTo>
                  <a:pt x="843252" y="490545"/>
                </a:lnTo>
                <a:moveTo>
                  <a:pt x="676560" y="693221"/>
                </a:moveTo>
                <a:lnTo>
                  <a:pt x="629671" y="690443"/>
                </a:lnTo>
                <a:moveTo>
                  <a:pt x="676560" y="693221"/>
                </a:moveTo>
                <a:lnTo>
                  <a:pt x="628125" y="774623"/>
                </a:lnTo>
                <a:moveTo>
                  <a:pt x="1173096" y="640051"/>
                </a:moveTo>
                <a:lnTo>
                  <a:pt x="1102026" y="550889"/>
                </a:lnTo>
                <a:moveTo>
                  <a:pt x="742099" y="782093"/>
                </a:moveTo>
                <a:lnTo>
                  <a:pt x="729636" y="696131"/>
                </a:lnTo>
                <a:moveTo>
                  <a:pt x="418656" y="341581"/>
                </a:moveTo>
                <a:lnTo>
                  <a:pt x="399378" y="337698"/>
                </a:lnTo>
                <a:moveTo>
                  <a:pt x="598990" y="350776"/>
                </a:moveTo>
                <a:lnTo>
                  <a:pt x="537960" y="348297"/>
                </a:lnTo>
                <a:moveTo>
                  <a:pt x="627614" y="1004081"/>
                </a:moveTo>
                <a:lnTo>
                  <a:pt x="511118" y="974230"/>
                </a:lnTo>
                <a:moveTo>
                  <a:pt x="1896050" y="516561"/>
                </a:moveTo>
                <a:lnTo>
                  <a:pt x="1921568" y="480278"/>
                </a:lnTo>
                <a:moveTo>
                  <a:pt x="545552" y="601180"/>
                </a:moveTo>
                <a:lnTo>
                  <a:pt x="567805" y="517799"/>
                </a:lnTo>
                <a:moveTo>
                  <a:pt x="1222659" y="642726"/>
                </a:moveTo>
                <a:lnTo>
                  <a:pt x="1173096" y="640051"/>
                </a:lnTo>
                <a:moveTo>
                  <a:pt x="628125" y="774623"/>
                </a:moveTo>
                <a:lnTo>
                  <a:pt x="629671" y="690443"/>
                </a:lnTo>
                <a:moveTo>
                  <a:pt x="659448" y="776703"/>
                </a:moveTo>
                <a:lnTo>
                  <a:pt x="676560" y="693221"/>
                </a:lnTo>
                <a:moveTo>
                  <a:pt x="597959" y="266936"/>
                </a:moveTo>
                <a:lnTo>
                  <a:pt x="534016" y="263418"/>
                </a:lnTo>
                <a:moveTo>
                  <a:pt x="2145642" y="683826"/>
                </a:moveTo>
                <a:lnTo>
                  <a:pt x="2029169" y="653601"/>
                </a:lnTo>
                <a:moveTo>
                  <a:pt x="1069625" y="656995"/>
                </a:moveTo>
                <a:lnTo>
                  <a:pt x="1055832" y="632163"/>
                </a:lnTo>
                <a:moveTo>
                  <a:pt x="1695958" y="301509"/>
                </a:moveTo>
                <a:lnTo>
                  <a:pt x="1630957" y="294202"/>
                </a:lnTo>
                <a:moveTo>
                  <a:pt x="813264" y="701556"/>
                </a:moveTo>
                <a:lnTo>
                  <a:pt x="742099" y="782093"/>
                </a:lnTo>
                <a:moveTo>
                  <a:pt x="659448" y="776703"/>
                </a:moveTo>
                <a:lnTo>
                  <a:pt x="628125" y="774623"/>
                </a:lnTo>
                <a:moveTo>
                  <a:pt x="786000" y="784838"/>
                </a:moveTo>
                <a:lnTo>
                  <a:pt x="813264" y="701556"/>
                </a:lnTo>
                <a:moveTo>
                  <a:pt x="926939" y="960304"/>
                </a:moveTo>
                <a:lnTo>
                  <a:pt x="864020" y="959327"/>
                </a:lnTo>
                <a:moveTo>
                  <a:pt x="629671" y="690443"/>
                </a:moveTo>
                <a:lnTo>
                  <a:pt x="545552" y="601180"/>
                </a:lnTo>
                <a:moveTo>
                  <a:pt x="1173096" y="640051"/>
                </a:moveTo>
                <a:lnTo>
                  <a:pt x="1083417" y="634342"/>
                </a:lnTo>
                <a:moveTo>
                  <a:pt x="885839" y="656752"/>
                </a:moveTo>
                <a:lnTo>
                  <a:pt x="916993" y="705908"/>
                </a:lnTo>
                <a:moveTo>
                  <a:pt x="2145642" y="683826"/>
                </a:moveTo>
                <a:lnTo>
                  <a:pt x="2138875" y="699649"/>
                </a:lnTo>
                <a:moveTo>
                  <a:pt x="1899195" y="600442"/>
                </a:moveTo>
                <a:lnTo>
                  <a:pt x="1896050" y="516561"/>
                </a:lnTo>
                <a:moveTo>
                  <a:pt x="511118" y="974230"/>
                </a:moveTo>
                <a:lnTo>
                  <a:pt x="494563" y="935451"/>
                </a:lnTo>
                <a:moveTo>
                  <a:pt x="1809810" y="374006"/>
                </a:moveTo>
                <a:lnTo>
                  <a:pt x="1732735" y="338590"/>
                </a:lnTo>
                <a:moveTo>
                  <a:pt x="1926749" y="602345"/>
                </a:moveTo>
                <a:lnTo>
                  <a:pt x="1931794" y="518609"/>
                </a:lnTo>
                <a:moveTo>
                  <a:pt x="742099" y="782093"/>
                </a:moveTo>
                <a:lnTo>
                  <a:pt x="676560" y="693221"/>
                </a:lnTo>
                <a:moveTo>
                  <a:pt x="1069625" y="656995"/>
                </a:moveTo>
                <a:lnTo>
                  <a:pt x="950987" y="661704"/>
                </a:lnTo>
                <a:moveTo>
                  <a:pt x="640186" y="801286"/>
                </a:moveTo>
                <a:lnTo>
                  <a:pt x="541791" y="768744"/>
                </a:lnTo>
                <a:moveTo>
                  <a:pt x="2029169" y="653601"/>
                </a:moveTo>
                <a:lnTo>
                  <a:pt x="2014015" y="608345"/>
                </a:lnTo>
                <a:moveTo>
                  <a:pt x="1921568" y="480278"/>
                </a:moveTo>
                <a:lnTo>
                  <a:pt x="1833471" y="513130"/>
                </a:lnTo>
                <a:moveTo>
                  <a:pt x="843207" y="787926"/>
                </a:moveTo>
                <a:lnTo>
                  <a:pt x="786000" y="784838"/>
                </a:lnTo>
                <a:moveTo>
                  <a:pt x="597959" y="266936"/>
                </a:moveTo>
                <a:lnTo>
                  <a:pt x="537960" y="348297"/>
                </a:lnTo>
                <a:moveTo>
                  <a:pt x="908170" y="876705"/>
                </a:moveTo>
                <a:lnTo>
                  <a:pt x="843207" y="787926"/>
                </a:lnTo>
                <a:moveTo>
                  <a:pt x="1926749" y="602345"/>
                </a:moveTo>
                <a:lnTo>
                  <a:pt x="1896050" y="516561"/>
                </a:lnTo>
                <a:moveTo>
                  <a:pt x="2040108" y="477154"/>
                </a:moveTo>
                <a:lnTo>
                  <a:pt x="1931794" y="518609"/>
                </a:lnTo>
                <a:moveTo>
                  <a:pt x="1222659" y="642726"/>
                </a:moveTo>
                <a:lnTo>
                  <a:pt x="1211376" y="558685"/>
                </a:lnTo>
                <a:moveTo>
                  <a:pt x="1083417" y="634342"/>
                </a:moveTo>
                <a:lnTo>
                  <a:pt x="1069625" y="656995"/>
                </a:lnTo>
                <a:moveTo>
                  <a:pt x="1184829" y="557166"/>
                </a:moveTo>
                <a:lnTo>
                  <a:pt x="1102026" y="550889"/>
                </a:lnTo>
                <a:moveTo>
                  <a:pt x="864020" y="959327"/>
                </a:moveTo>
                <a:lnTo>
                  <a:pt x="934320" y="876866"/>
                </a:lnTo>
                <a:moveTo>
                  <a:pt x="525892" y="431139"/>
                </a:moveTo>
                <a:lnTo>
                  <a:pt x="537960" y="348297"/>
                </a:lnTo>
                <a:moveTo>
                  <a:pt x="742099" y="782093"/>
                </a:moveTo>
                <a:lnTo>
                  <a:pt x="659448" y="776703"/>
                </a:lnTo>
                <a:moveTo>
                  <a:pt x="2014015" y="608345"/>
                </a:moveTo>
                <a:lnTo>
                  <a:pt x="1926749" y="602345"/>
                </a:lnTo>
                <a:moveTo>
                  <a:pt x="1931794" y="518609"/>
                </a:moveTo>
                <a:lnTo>
                  <a:pt x="1896050" y="516561"/>
                </a:lnTo>
                <a:moveTo>
                  <a:pt x="1102026" y="550889"/>
                </a:moveTo>
                <a:lnTo>
                  <a:pt x="1080697" y="478413"/>
                </a:lnTo>
                <a:moveTo>
                  <a:pt x="504222" y="851823"/>
                </a:moveTo>
                <a:lnTo>
                  <a:pt x="520472" y="823349"/>
                </a:lnTo>
                <a:moveTo>
                  <a:pt x="2184795" y="536735"/>
                </a:moveTo>
                <a:lnTo>
                  <a:pt x="2222298" y="503140"/>
                </a:lnTo>
                <a:moveTo>
                  <a:pt x="640186" y="801286"/>
                </a:moveTo>
                <a:lnTo>
                  <a:pt x="628125" y="774623"/>
                </a:lnTo>
                <a:moveTo>
                  <a:pt x="1222659" y="642726"/>
                </a:moveTo>
                <a:lnTo>
                  <a:pt x="1185062" y="703931"/>
                </a:lnTo>
                <a:moveTo>
                  <a:pt x="1847894" y="430588"/>
                </a:moveTo>
                <a:lnTo>
                  <a:pt x="1809810" y="374006"/>
                </a:lnTo>
                <a:moveTo>
                  <a:pt x="786000" y="784838"/>
                </a:moveTo>
                <a:lnTo>
                  <a:pt x="742099" y="782093"/>
                </a:lnTo>
                <a:moveTo>
                  <a:pt x="869377" y="922293"/>
                </a:moveTo>
                <a:lnTo>
                  <a:pt x="934320" y="876866"/>
                </a:lnTo>
                <a:moveTo>
                  <a:pt x="537960" y="348297"/>
                </a:moveTo>
                <a:lnTo>
                  <a:pt x="534016" y="263418"/>
                </a:lnTo>
                <a:moveTo>
                  <a:pt x="1211376" y="558685"/>
                </a:moveTo>
                <a:lnTo>
                  <a:pt x="1173096" y="640051"/>
                </a:lnTo>
                <a:moveTo>
                  <a:pt x="1504493" y="492367"/>
                </a:moveTo>
                <a:lnTo>
                  <a:pt x="1504554" y="424154"/>
                </a:lnTo>
                <a:moveTo>
                  <a:pt x="2017420" y="524593"/>
                </a:moveTo>
                <a:lnTo>
                  <a:pt x="1926749" y="602345"/>
                </a:lnTo>
                <a:moveTo>
                  <a:pt x="531853" y="853782"/>
                </a:moveTo>
                <a:lnTo>
                  <a:pt x="520472" y="823349"/>
                </a:lnTo>
                <a:moveTo>
                  <a:pt x="2029169" y="653601"/>
                </a:moveTo>
                <a:lnTo>
                  <a:pt x="2052892" y="611362"/>
                </a:lnTo>
                <a:moveTo>
                  <a:pt x="659448" y="776703"/>
                </a:moveTo>
                <a:lnTo>
                  <a:pt x="640186" y="801286"/>
                </a:lnTo>
                <a:moveTo>
                  <a:pt x="2237626" y="620805"/>
                </a:moveTo>
                <a:lnTo>
                  <a:pt x="2169572" y="619176"/>
                </a:lnTo>
                <a:moveTo>
                  <a:pt x="1173096" y="640051"/>
                </a:moveTo>
                <a:lnTo>
                  <a:pt x="1184829" y="557166"/>
                </a:lnTo>
                <a:moveTo>
                  <a:pt x="1185062" y="703931"/>
                </a:moveTo>
                <a:lnTo>
                  <a:pt x="1083417" y="634342"/>
                </a:lnTo>
                <a:moveTo>
                  <a:pt x="1809810" y="374006"/>
                </a:moveTo>
                <a:lnTo>
                  <a:pt x="1745280" y="359100"/>
                </a:lnTo>
                <a:moveTo>
                  <a:pt x="652346" y="605138"/>
                </a:moveTo>
                <a:lnTo>
                  <a:pt x="567805" y="517799"/>
                </a:lnTo>
                <a:moveTo>
                  <a:pt x="534016" y="263418"/>
                </a:moveTo>
                <a:lnTo>
                  <a:pt x="438839" y="258159"/>
                </a:lnTo>
                <a:moveTo>
                  <a:pt x="2017420" y="524593"/>
                </a:moveTo>
                <a:lnTo>
                  <a:pt x="2040108" y="477154"/>
                </a:lnTo>
                <a:moveTo>
                  <a:pt x="2159265" y="464084"/>
                </a:moveTo>
                <a:lnTo>
                  <a:pt x="2040108" y="477154"/>
                </a:lnTo>
                <a:moveTo>
                  <a:pt x="2017420" y="524593"/>
                </a:moveTo>
                <a:lnTo>
                  <a:pt x="1931794" y="518609"/>
                </a:lnTo>
                <a:moveTo>
                  <a:pt x="494563" y="935451"/>
                </a:moveTo>
                <a:lnTo>
                  <a:pt x="504222" y="851823"/>
                </a:lnTo>
                <a:moveTo>
                  <a:pt x="511118" y="974230"/>
                </a:moveTo>
                <a:lnTo>
                  <a:pt x="540460" y="939254"/>
                </a:lnTo>
                <a:moveTo>
                  <a:pt x="676560" y="693221"/>
                </a:moveTo>
                <a:lnTo>
                  <a:pt x="651747" y="614813"/>
                </a:lnTo>
                <a:moveTo>
                  <a:pt x="1195608" y="533810"/>
                </a:moveTo>
                <a:lnTo>
                  <a:pt x="1102026" y="550889"/>
                </a:lnTo>
                <a:moveTo>
                  <a:pt x="652346" y="605138"/>
                </a:moveTo>
                <a:lnTo>
                  <a:pt x="630873" y="521842"/>
                </a:lnTo>
                <a:moveTo>
                  <a:pt x="1185062" y="703931"/>
                </a:moveTo>
                <a:lnTo>
                  <a:pt x="1173096" y="640051"/>
                </a:lnTo>
                <a:moveTo>
                  <a:pt x="775974" y="519951"/>
                </a:moveTo>
                <a:lnTo>
                  <a:pt x="725857" y="475189"/>
                </a:lnTo>
                <a:moveTo>
                  <a:pt x="746761" y="991161"/>
                </a:moveTo>
                <a:lnTo>
                  <a:pt x="627614" y="1004081"/>
                </a:lnTo>
                <a:moveTo>
                  <a:pt x="1080697" y="478413"/>
                </a:moveTo>
                <a:lnTo>
                  <a:pt x="961400" y="493731"/>
                </a:lnTo>
                <a:moveTo>
                  <a:pt x="1615583" y="542182"/>
                </a:moveTo>
                <a:lnTo>
                  <a:pt x="1504493" y="492367"/>
                </a:lnTo>
                <a:moveTo>
                  <a:pt x="1042744" y="1090593"/>
                </a:moveTo>
                <a:lnTo>
                  <a:pt x="975014" y="1127298"/>
                </a:lnTo>
                <a:moveTo>
                  <a:pt x="1896050" y="516561"/>
                </a:moveTo>
                <a:lnTo>
                  <a:pt x="1833471" y="513130"/>
                </a:lnTo>
                <a:moveTo>
                  <a:pt x="651747" y="614813"/>
                </a:moveTo>
                <a:lnTo>
                  <a:pt x="629671" y="690443"/>
                </a:lnTo>
                <a:moveTo>
                  <a:pt x="652346" y="605138"/>
                </a:moveTo>
                <a:lnTo>
                  <a:pt x="695346" y="525953"/>
                </a:lnTo>
                <a:moveTo>
                  <a:pt x="1175926" y="725624"/>
                </a:moveTo>
                <a:lnTo>
                  <a:pt x="1083417" y="634342"/>
                </a:lnTo>
                <a:moveTo>
                  <a:pt x="1168176" y="893110"/>
                </a:moveTo>
                <a:lnTo>
                  <a:pt x="1067799" y="886816"/>
                </a:lnTo>
                <a:moveTo>
                  <a:pt x="531853" y="853782"/>
                </a:moveTo>
                <a:lnTo>
                  <a:pt x="504222" y="851823"/>
                </a:lnTo>
                <a:moveTo>
                  <a:pt x="769786" y="619762"/>
                </a:moveTo>
                <a:lnTo>
                  <a:pt x="729636" y="696131"/>
                </a:lnTo>
                <a:moveTo>
                  <a:pt x="2119415" y="616063"/>
                </a:moveTo>
                <a:lnTo>
                  <a:pt x="2029169" y="653601"/>
                </a:lnTo>
                <a:moveTo>
                  <a:pt x="2014015" y="608345"/>
                </a:moveTo>
                <a:lnTo>
                  <a:pt x="2017420" y="524593"/>
                </a:lnTo>
                <a:moveTo>
                  <a:pt x="655423" y="609341"/>
                </a:moveTo>
                <a:lnTo>
                  <a:pt x="695346" y="525953"/>
                </a:lnTo>
                <a:moveTo>
                  <a:pt x="1211376" y="558685"/>
                </a:moveTo>
                <a:lnTo>
                  <a:pt x="1184829" y="557166"/>
                </a:lnTo>
                <a:moveTo>
                  <a:pt x="758084" y="808522"/>
                </a:moveTo>
                <a:lnTo>
                  <a:pt x="659448" y="776703"/>
                </a:lnTo>
                <a:moveTo>
                  <a:pt x="813264" y="701556"/>
                </a:moveTo>
                <a:lnTo>
                  <a:pt x="769786" y="619762"/>
                </a:lnTo>
                <a:moveTo>
                  <a:pt x="1745591" y="507955"/>
                </a:moveTo>
                <a:lnTo>
                  <a:pt x="1721891" y="505965"/>
                </a:lnTo>
                <a:moveTo>
                  <a:pt x="598414" y="859319"/>
                </a:moveTo>
                <a:lnTo>
                  <a:pt x="541791" y="768744"/>
                </a:lnTo>
                <a:moveTo>
                  <a:pt x="1304115" y="649972"/>
                </a:moveTo>
                <a:lnTo>
                  <a:pt x="1222659" y="642726"/>
                </a:lnTo>
                <a:moveTo>
                  <a:pt x="1069483" y="466428"/>
                </a:moveTo>
                <a:lnTo>
                  <a:pt x="961400" y="493731"/>
                </a:lnTo>
                <a:moveTo>
                  <a:pt x="1175926" y="725624"/>
                </a:moveTo>
                <a:lnTo>
                  <a:pt x="1069625" y="656995"/>
                </a:lnTo>
                <a:moveTo>
                  <a:pt x="2052892" y="611362"/>
                </a:moveTo>
                <a:lnTo>
                  <a:pt x="2014015" y="608345"/>
                </a:lnTo>
                <a:moveTo>
                  <a:pt x="438839" y="258159"/>
                </a:moveTo>
                <a:lnTo>
                  <a:pt x="436885" y="262677"/>
                </a:lnTo>
                <a:moveTo>
                  <a:pt x="1200106" y="727863"/>
                </a:moveTo>
                <a:lnTo>
                  <a:pt x="1222659" y="642726"/>
                </a:lnTo>
                <a:moveTo>
                  <a:pt x="769786" y="619762"/>
                </a:moveTo>
                <a:lnTo>
                  <a:pt x="676560" y="693221"/>
                </a:lnTo>
                <a:moveTo>
                  <a:pt x="843252" y="490545"/>
                </a:moveTo>
                <a:lnTo>
                  <a:pt x="775974" y="519951"/>
                </a:lnTo>
                <a:moveTo>
                  <a:pt x="758084" y="808522"/>
                </a:moveTo>
                <a:lnTo>
                  <a:pt x="742099" y="782093"/>
                </a:lnTo>
                <a:moveTo>
                  <a:pt x="2237626" y="620805"/>
                </a:moveTo>
                <a:lnTo>
                  <a:pt x="2184795" y="536735"/>
                </a:lnTo>
                <a:moveTo>
                  <a:pt x="786000" y="784838"/>
                </a:moveTo>
                <a:lnTo>
                  <a:pt x="758084" y="808522"/>
                </a:lnTo>
                <a:moveTo>
                  <a:pt x="872657" y="869376"/>
                </a:moveTo>
                <a:lnTo>
                  <a:pt x="843207" y="787926"/>
                </a:lnTo>
                <a:moveTo>
                  <a:pt x="1833471" y="513130"/>
                </a:moveTo>
                <a:lnTo>
                  <a:pt x="1745591" y="507955"/>
                </a:lnTo>
                <a:moveTo>
                  <a:pt x="1084489" y="720185"/>
                </a:moveTo>
                <a:lnTo>
                  <a:pt x="1069625" y="656995"/>
                </a:lnTo>
                <a:moveTo>
                  <a:pt x="540460" y="939254"/>
                </a:moveTo>
                <a:lnTo>
                  <a:pt x="494563" y="935451"/>
                </a:lnTo>
                <a:moveTo>
                  <a:pt x="2145642" y="683826"/>
                </a:moveTo>
                <a:lnTo>
                  <a:pt x="2119415" y="616063"/>
                </a:lnTo>
                <a:moveTo>
                  <a:pt x="2145642" y="683826"/>
                </a:moveTo>
                <a:lnTo>
                  <a:pt x="2169572" y="619176"/>
                </a:lnTo>
                <a:moveTo>
                  <a:pt x="2242988" y="537110"/>
                </a:moveTo>
                <a:lnTo>
                  <a:pt x="2184795" y="536735"/>
                </a:lnTo>
                <a:moveTo>
                  <a:pt x="2052892" y="611362"/>
                </a:moveTo>
                <a:lnTo>
                  <a:pt x="2017420" y="524593"/>
                </a:lnTo>
                <a:moveTo>
                  <a:pt x="540460" y="939254"/>
                </a:moveTo>
                <a:lnTo>
                  <a:pt x="504222" y="851823"/>
                </a:lnTo>
                <a:moveTo>
                  <a:pt x="582609" y="942827"/>
                </a:moveTo>
                <a:lnTo>
                  <a:pt x="511118" y="974230"/>
                </a:lnTo>
                <a:moveTo>
                  <a:pt x="1736708" y="497359"/>
                </a:moveTo>
                <a:lnTo>
                  <a:pt x="1721891" y="505965"/>
                </a:lnTo>
                <a:moveTo>
                  <a:pt x="765268" y="616790"/>
                </a:moveTo>
                <a:lnTo>
                  <a:pt x="695346" y="525953"/>
                </a:lnTo>
                <a:moveTo>
                  <a:pt x="1211376" y="558685"/>
                </a:moveTo>
                <a:lnTo>
                  <a:pt x="1195608" y="533810"/>
                </a:lnTo>
                <a:moveTo>
                  <a:pt x="418656" y="341581"/>
                </a:moveTo>
                <a:lnTo>
                  <a:pt x="436885" y="262677"/>
                </a:lnTo>
                <a:moveTo>
                  <a:pt x="775974" y="519951"/>
                </a:moveTo>
                <a:lnTo>
                  <a:pt x="695346" y="525953"/>
                </a:lnTo>
                <a:moveTo>
                  <a:pt x="1158686" y="809103"/>
                </a:moveTo>
                <a:lnTo>
                  <a:pt x="1067799" y="886816"/>
                </a:lnTo>
                <a:moveTo>
                  <a:pt x="1067799" y="886816"/>
                </a:moveTo>
                <a:lnTo>
                  <a:pt x="1083981" y="804497"/>
                </a:lnTo>
                <a:moveTo>
                  <a:pt x="908170" y="876705"/>
                </a:moveTo>
                <a:lnTo>
                  <a:pt x="869377" y="922293"/>
                </a:lnTo>
                <a:moveTo>
                  <a:pt x="885839" y="656752"/>
                </a:moveTo>
                <a:lnTo>
                  <a:pt x="813264" y="701556"/>
                </a:lnTo>
                <a:moveTo>
                  <a:pt x="1669646" y="523295"/>
                </a:moveTo>
                <a:lnTo>
                  <a:pt x="1682290" y="521974"/>
                </a:lnTo>
                <a:moveTo>
                  <a:pt x="1168176" y="893110"/>
                </a:moveTo>
                <a:lnTo>
                  <a:pt x="1158686" y="809103"/>
                </a:lnTo>
                <a:moveTo>
                  <a:pt x="1195608" y="533810"/>
                </a:moveTo>
                <a:lnTo>
                  <a:pt x="1184829" y="557166"/>
                </a:lnTo>
                <a:moveTo>
                  <a:pt x="1175926" y="725624"/>
                </a:moveTo>
                <a:lnTo>
                  <a:pt x="1185062" y="703931"/>
                </a:lnTo>
                <a:moveTo>
                  <a:pt x="598414" y="859319"/>
                </a:moveTo>
                <a:lnTo>
                  <a:pt x="520472" y="823349"/>
                </a:lnTo>
                <a:moveTo>
                  <a:pt x="885839" y="656752"/>
                </a:moveTo>
                <a:lnTo>
                  <a:pt x="841997" y="703396"/>
                </a:lnTo>
                <a:moveTo>
                  <a:pt x="950987" y="661704"/>
                </a:moveTo>
                <a:lnTo>
                  <a:pt x="885839" y="656752"/>
                </a:lnTo>
                <a:moveTo>
                  <a:pt x="540460" y="939254"/>
                </a:moveTo>
                <a:lnTo>
                  <a:pt x="531853" y="853782"/>
                </a:lnTo>
                <a:moveTo>
                  <a:pt x="872657" y="869376"/>
                </a:moveTo>
                <a:lnTo>
                  <a:pt x="786000" y="784838"/>
                </a:lnTo>
                <a:moveTo>
                  <a:pt x="1833471" y="513130"/>
                </a:moveTo>
                <a:lnTo>
                  <a:pt x="1736708" y="497359"/>
                </a:lnTo>
                <a:moveTo>
                  <a:pt x="908170" y="876705"/>
                </a:moveTo>
                <a:lnTo>
                  <a:pt x="872657" y="869376"/>
                </a:lnTo>
                <a:moveTo>
                  <a:pt x="2070819" y="529265"/>
                </a:moveTo>
                <a:lnTo>
                  <a:pt x="2040108" y="477154"/>
                </a:lnTo>
                <a:moveTo>
                  <a:pt x="1195608" y="533810"/>
                </a:moveTo>
                <a:lnTo>
                  <a:pt x="1080697" y="478413"/>
                </a:lnTo>
                <a:moveTo>
                  <a:pt x="1080697" y="478413"/>
                </a:moveTo>
                <a:lnTo>
                  <a:pt x="1069483" y="466428"/>
                </a:lnTo>
                <a:moveTo>
                  <a:pt x="864020" y="959327"/>
                </a:moveTo>
                <a:lnTo>
                  <a:pt x="746761" y="991161"/>
                </a:lnTo>
                <a:moveTo>
                  <a:pt x="1833471" y="513130"/>
                </a:moveTo>
                <a:lnTo>
                  <a:pt x="1847894" y="430588"/>
                </a:lnTo>
                <a:moveTo>
                  <a:pt x="1668273" y="337417"/>
                </a:moveTo>
                <a:lnTo>
                  <a:pt x="1695958" y="301509"/>
                </a:lnTo>
                <a:moveTo>
                  <a:pt x="897670" y="465922"/>
                </a:moveTo>
                <a:lnTo>
                  <a:pt x="843252" y="490545"/>
                </a:lnTo>
                <a:moveTo>
                  <a:pt x="1745591" y="507955"/>
                </a:moveTo>
                <a:lnTo>
                  <a:pt x="1736708" y="497359"/>
                </a:lnTo>
                <a:moveTo>
                  <a:pt x="877026" y="876604"/>
                </a:moveTo>
                <a:lnTo>
                  <a:pt x="908170" y="876705"/>
                </a:lnTo>
                <a:moveTo>
                  <a:pt x="996127" y="462841"/>
                </a:moveTo>
                <a:lnTo>
                  <a:pt x="961400" y="493731"/>
                </a:lnTo>
                <a:moveTo>
                  <a:pt x="627614" y="1004081"/>
                </a:moveTo>
                <a:lnTo>
                  <a:pt x="582609" y="942827"/>
                </a:lnTo>
                <a:moveTo>
                  <a:pt x="1175926" y="725624"/>
                </a:moveTo>
                <a:lnTo>
                  <a:pt x="1084489" y="720185"/>
                </a:lnTo>
                <a:moveTo>
                  <a:pt x="651747" y="614813"/>
                </a:moveTo>
                <a:lnTo>
                  <a:pt x="655423" y="609341"/>
                </a:lnTo>
                <a:moveTo>
                  <a:pt x="1158686" y="809103"/>
                </a:moveTo>
                <a:lnTo>
                  <a:pt x="1175926" y="725624"/>
                </a:lnTo>
                <a:moveTo>
                  <a:pt x="1175926" y="725624"/>
                </a:moveTo>
                <a:lnTo>
                  <a:pt x="1083981" y="804497"/>
                </a:lnTo>
                <a:moveTo>
                  <a:pt x="655423" y="609341"/>
                </a:moveTo>
                <a:lnTo>
                  <a:pt x="652346" y="605138"/>
                </a:lnTo>
                <a:moveTo>
                  <a:pt x="627614" y="1004081"/>
                </a:moveTo>
                <a:lnTo>
                  <a:pt x="665794" y="948168"/>
                </a:lnTo>
                <a:moveTo>
                  <a:pt x="975014" y="1127298"/>
                </a:moveTo>
                <a:lnTo>
                  <a:pt x="960616" y="1133341"/>
                </a:lnTo>
                <a:moveTo>
                  <a:pt x="1002904" y="677431"/>
                </a:moveTo>
                <a:lnTo>
                  <a:pt x="950987" y="661704"/>
                </a:lnTo>
                <a:moveTo>
                  <a:pt x="2119415" y="616063"/>
                </a:moveTo>
                <a:lnTo>
                  <a:pt x="2052892" y="611362"/>
                </a:lnTo>
                <a:moveTo>
                  <a:pt x="1745280" y="359100"/>
                </a:moveTo>
                <a:lnTo>
                  <a:pt x="1732735" y="338590"/>
                </a:lnTo>
                <a:moveTo>
                  <a:pt x="1097904" y="468760"/>
                </a:moveTo>
                <a:lnTo>
                  <a:pt x="1080697" y="478413"/>
                </a:lnTo>
                <a:moveTo>
                  <a:pt x="708218" y="950943"/>
                </a:moveTo>
                <a:lnTo>
                  <a:pt x="627614" y="1004081"/>
                </a:lnTo>
                <a:moveTo>
                  <a:pt x="1200106" y="727863"/>
                </a:moveTo>
                <a:lnTo>
                  <a:pt x="1185062" y="703931"/>
                </a:lnTo>
                <a:moveTo>
                  <a:pt x="598414" y="859319"/>
                </a:moveTo>
                <a:lnTo>
                  <a:pt x="640186" y="801286"/>
                </a:lnTo>
                <a:moveTo>
                  <a:pt x="1713349" y="507320"/>
                </a:moveTo>
                <a:lnTo>
                  <a:pt x="1721891" y="505965"/>
                </a:lnTo>
                <a:moveTo>
                  <a:pt x="598414" y="859319"/>
                </a:moveTo>
                <a:lnTo>
                  <a:pt x="531853" y="853782"/>
                </a:lnTo>
                <a:moveTo>
                  <a:pt x="1083981" y="804497"/>
                </a:moveTo>
                <a:lnTo>
                  <a:pt x="1084489" y="720185"/>
                </a:lnTo>
                <a:moveTo>
                  <a:pt x="2070819" y="529265"/>
                </a:moveTo>
                <a:lnTo>
                  <a:pt x="2017420" y="524593"/>
                </a:lnTo>
                <a:moveTo>
                  <a:pt x="1158686" y="809103"/>
                </a:moveTo>
                <a:lnTo>
                  <a:pt x="1083981" y="804497"/>
                </a:lnTo>
                <a:moveTo>
                  <a:pt x="2159265" y="464084"/>
                </a:moveTo>
                <a:lnTo>
                  <a:pt x="2070819" y="529265"/>
                </a:lnTo>
                <a:moveTo>
                  <a:pt x="1256566" y="732853"/>
                </a:moveTo>
                <a:lnTo>
                  <a:pt x="1222659" y="642726"/>
                </a:lnTo>
                <a:moveTo>
                  <a:pt x="769786" y="619762"/>
                </a:moveTo>
                <a:lnTo>
                  <a:pt x="651747" y="614813"/>
                </a:lnTo>
                <a:moveTo>
                  <a:pt x="1200106" y="727863"/>
                </a:moveTo>
                <a:lnTo>
                  <a:pt x="1175926" y="725624"/>
                </a:lnTo>
                <a:moveTo>
                  <a:pt x="961400" y="493731"/>
                </a:moveTo>
                <a:lnTo>
                  <a:pt x="897670" y="465922"/>
                </a:lnTo>
                <a:moveTo>
                  <a:pt x="1779262" y="428885"/>
                </a:moveTo>
                <a:lnTo>
                  <a:pt x="1809810" y="374006"/>
                </a:lnTo>
                <a:moveTo>
                  <a:pt x="1276441" y="565607"/>
                </a:moveTo>
                <a:lnTo>
                  <a:pt x="1222659" y="642726"/>
                </a:lnTo>
                <a:moveTo>
                  <a:pt x="869377" y="922293"/>
                </a:moveTo>
                <a:lnTo>
                  <a:pt x="864020" y="959327"/>
                </a:lnTo>
                <a:moveTo>
                  <a:pt x="872657" y="869376"/>
                </a:moveTo>
                <a:lnTo>
                  <a:pt x="758084" y="808522"/>
                </a:lnTo>
                <a:moveTo>
                  <a:pt x="2052892" y="611362"/>
                </a:moveTo>
                <a:lnTo>
                  <a:pt x="2070819" y="529265"/>
                </a:lnTo>
                <a:moveTo>
                  <a:pt x="765268" y="616790"/>
                </a:moveTo>
                <a:lnTo>
                  <a:pt x="651747" y="614813"/>
                </a:lnTo>
                <a:moveTo>
                  <a:pt x="2169572" y="619176"/>
                </a:moveTo>
                <a:lnTo>
                  <a:pt x="2119415" y="616063"/>
                </a:lnTo>
                <a:moveTo>
                  <a:pt x="1097904" y="468760"/>
                </a:moveTo>
                <a:lnTo>
                  <a:pt x="1069483" y="466428"/>
                </a:lnTo>
                <a:moveTo>
                  <a:pt x="2184795" y="536735"/>
                </a:moveTo>
                <a:lnTo>
                  <a:pt x="2159265" y="464084"/>
                </a:lnTo>
                <a:moveTo>
                  <a:pt x="1069625" y="656995"/>
                </a:moveTo>
                <a:lnTo>
                  <a:pt x="1002904" y="677431"/>
                </a:lnTo>
                <a:moveTo>
                  <a:pt x="2106348" y="531986"/>
                </a:moveTo>
                <a:lnTo>
                  <a:pt x="2159265" y="464084"/>
                </a:lnTo>
                <a:moveTo>
                  <a:pt x="765268" y="616790"/>
                </a:moveTo>
                <a:lnTo>
                  <a:pt x="655423" y="609341"/>
                </a:lnTo>
                <a:moveTo>
                  <a:pt x="699316" y="866948"/>
                </a:moveTo>
                <a:lnTo>
                  <a:pt x="659448" y="776703"/>
                </a:lnTo>
                <a:moveTo>
                  <a:pt x="746761" y="991161"/>
                </a:moveTo>
                <a:lnTo>
                  <a:pt x="708218" y="950943"/>
                </a:lnTo>
                <a:moveTo>
                  <a:pt x="598414" y="859319"/>
                </a:moveTo>
                <a:lnTo>
                  <a:pt x="540460" y="939254"/>
                </a:lnTo>
                <a:moveTo>
                  <a:pt x="1548700" y="565222"/>
                </a:moveTo>
                <a:lnTo>
                  <a:pt x="1504493" y="492367"/>
                </a:lnTo>
                <a:moveTo>
                  <a:pt x="1069483" y="466428"/>
                </a:moveTo>
                <a:lnTo>
                  <a:pt x="996127" y="462841"/>
                </a:lnTo>
                <a:moveTo>
                  <a:pt x="2106348" y="531986"/>
                </a:moveTo>
                <a:lnTo>
                  <a:pt x="2052892" y="611362"/>
                </a:lnTo>
                <a:moveTo>
                  <a:pt x="582609" y="942827"/>
                </a:moveTo>
                <a:lnTo>
                  <a:pt x="540460" y="939254"/>
                </a:lnTo>
                <a:moveTo>
                  <a:pt x="1713349" y="507320"/>
                </a:moveTo>
                <a:lnTo>
                  <a:pt x="1736708" y="497359"/>
                </a:lnTo>
                <a:moveTo>
                  <a:pt x="877026" y="876604"/>
                </a:moveTo>
                <a:lnTo>
                  <a:pt x="869377" y="922293"/>
                </a:lnTo>
                <a:moveTo>
                  <a:pt x="728769" y="532252"/>
                </a:moveTo>
                <a:lnTo>
                  <a:pt x="695346" y="525953"/>
                </a:lnTo>
                <a:moveTo>
                  <a:pt x="678123" y="865359"/>
                </a:moveTo>
                <a:lnTo>
                  <a:pt x="640186" y="801286"/>
                </a:lnTo>
                <a:moveTo>
                  <a:pt x="769786" y="619762"/>
                </a:moveTo>
                <a:lnTo>
                  <a:pt x="765268" y="616790"/>
                </a:lnTo>
                <a:moveTo>
                  <a:pt x="1615583" y="542182"/>
                </a:moveTo>
                <a:lnTo>
                  <a:pt x="1548700" y="565222"/>
                </a:lnTo>
                <a:moveTo>
                  <a:pt x="877026" y="876604"/>
                </a:moveTo>
                <a:lnTo>
                  <a:pt x="872657" y="869376"/>
                </a:lnTo>
                <a:moveTo>
                  <a:pt x="1276441" y="565607"/>
                </a:moveTo>
                <a:lnTo>
                  <a:pt x="1211376" y="558685"/>
                </a:lnTo>
                <a:moveTo>
                  <a:pt x="746761" y="991161"/>
                </a:moveTo>
                <a:lnTo>
                  <a:pt x="785779" y="956402"/>
                </a:lnTo>
                <a:moveTo>
                  <a:pt x="699316" y="866948"/>
                </a:moveTo>
                <a:lnTo>
                  <a:pt x="640186" y="801286"/>
                </a:lnTo>
                <a:moveTo>
                  <a:pt x="2169572" y="619176"/>
                </a:moveTo>
                <a:lnTo>
                  <a:pt x="2184795" y="536735"/>
                </a:lnTo>
                <a:moveTo>
                  <a:pt x="1154181" y="473738"/>
                </a:moveTo>
                <a:lnTo>
                  <a:pt x="1080697" y="478413"/>
                </a:lnTo>
                <a:moveTo>
                  <a:pt x="885839" y="656752"/>
                </a:moveTo>
                <a:lnTo>
                  <a:pt x="769786" y="619762"/>
                </a:lnTo>
                <a:moveTo>
                  <a:pt x="2119415" y="616063"/>
                </a:moveTo>
                <a:lnTo>
                  <a:pt x="2106348" y="531986"/>
                </a:lnTo>
                <a:moveTo>
                  <a:pt x="2169572" y="619176"/>
                </a:moveTo>
                <a:lnTo>
                  <a:pt x="2106348" y="531986"/>
                </a:lnTo>
                <a:moveTo>
                  <a:pt x="582609" y="942827"/>
                </a:moveTo>
                <a:lnTo>
                  <a:pt x="598414" y="859319"/>
                </a:lnTo>
                <a:moveTo>
                  <a:pt x="1669646" y="523295"/>
                </a:moveTo>
                <a:lnTo>
                  <a:pt x="1721891" y="505965"/>
                </a:lnTo>
                <a:moveTo>
                  <a:pt x="665794" y="948168"/>
                </a:moveTo>
                <a:lnTo>
                  <a:pt x="598414" y="859319"/>
                </a:lnTo>
                <a:moveTo>
                  <a:pt x="1669646" y="523295"/>
                </a:moveTo>
                <a:lnTo>
                  <a:pt x="1615583" y="542182"/>
                </a:lnTo>
                <a:moveTo>
                  <a:pt x="864020" y="959327"/>
                </a:moveTo>
                <a:lnTo>
                  <a:pt x="785779" y="956402"/>
                </a:lnTo>
                <a:moveTo>
                  <a:pt x="1732735" y="338590"/>
                </a:moveTo>
                <a:lnTo>
                  <a:pt x="1668273" y="337417"/>
                </a:lnTo>
                <a:moveTo>
                  <a:pt x="2106348" y="531986"/>
                </a:moveTo>
                <a:lnTo>
                  <a:pt x="2070819" y="529265"/>
                </a:lnTo>
                <a:moveTo>
                  <a:pt x="1195608" y="533810"/>
                </a:moveTo>
                <a:lnTo>
                  <a:pt x="1154181" y="473738"/>
                </a:lnTo>
                <a:moveTo>
                  <a:pt x="1833471" y="513130"/>
                </a:moveTo>
                <a:lnTo>
                  <a:pt x="1779262" y="428885"/>
                </a:lnTo>
                <a:moveTo>
                  <a:pt x="1276441" y="565607"/>
                </a:moveTo>
                <a:lnTo>
                  <a:pt x="1195608" y="533810"/>
                </a:lnTo>
                <a:moveTo>
                  <a:pt x="699316" y="866948"/>
                </a:moveTo>
                <a:lnTo>
                  <a:pt x="758084" y="808522"/>
                </a:lnTo>
                <a:moveTo>
                  <a:pt x="665794" y="948168"/>
                </a:moveTo>
                <a:lnTo>
                  <a:pt x="582609" y="942827"/>
                </a:lnTo>
                <a:moveTo>
                  <a:pt x="1668273" y="337417"/>
                </a:moveTo>
                <a:lnTo>
                  <a:pt x="1630957" y="294202"/>
                </a:lnTo>
                <a:moveTo>
                  <a:pt x="897670" y="465922"/>
                </a:moveTo>
                <a:lnTo>
                  <a:pt x="775974" y="519951"/>
                </a:lnTo>
                <a:moveTo>
                  <a:pt x="1069483" y="466428"/>
                </a:moveTo>
                <a:lnTo>
                  <a:pt x="1018011" y="433749"/>
                </a:lnTo>
                <a:moveTo>
                  <a:pt x="1028359" y="720071"/>
                </a:moveTo>
                <a:lnTo>
                  <a:pt x="1069625" y="656995"/>
                </a:lnTo>
                <a:moveTo>
                  <a:pt x="2184795" y="536735"/>
                </a:moveTo>
                <a:lnTo>
                  <a:pt x="2106348" y="531986"/>
                </a:lnTo>
                <a:moveTo>
                  <a:pt x="769786" y="619762"/>
                </a:moveTo>
                <a:lnTo>
                  <a:pt x="792761" y="619782"/>
                </a:lnTo>
                <a:moveTo>
                  <a:pt x="708218" y="950943"/>
                </a:moveTo>
                <a:lnTo>
                  <a:pt x="665794" y="948168"/>
                </a:lnTo>
                <a:moveTo>
                  <a:pt x="1256566" y="732853"/>
                </a:moveTo>
                <a:lnTo>
                  <a:pt x="1304115" y="649972"/>
                </a:lnTo>
                <a:moveTo>
                  <a:pt x="1304115" y="649972"/>
                </a:moveTo>
                <a:lnTo>
                  <a:pt x="1276441" y="565607"/>
                </a:lnTo>
                <a:moveTo>
                  <a:pt x="996127" y="462841"/>
                </a:moveTo>
                <a:lnTo>
                  <a:pt x="897670" y="465922"/>
                </a:lnTo>
                <a:moveTo>
                  <a:pt x="1256566" y="732853"/>
                </a:moveTo>
                <a:lnTo>
                  <a:pt x="1200106" y="727863"/>
                </a:lnTo>
                <a:moveTo>
                  <a:pt x="678123" y="865359"/>
                </a:moveTo>
                <a:lnTo>
                  <a:pt x="598414" y="859319"/>
                </a:lnTo>
                <a:moveTo>
                  <a:pt x="1234725" y="756008"/>
                </a:moveTo>
                <a:lnTo>
                  <a:pt x="1175926" y="725624"/>
                </a:lnTo>
                <a:moveTo>
                  <a:pt x="960616" y="1133341"/>
                </a:moveTo>
                <a:lnTo>
                  <a:pt x="907976" y="1133672"/>
                </a:lnTo>
                <a:moveTo>
                  <a:pt x="1154181" y="473738"/>
                </a:moveTo>
                <a:lnTo>
                  <a:pt x="1097904" y="468760"/>
                </a:lnTo>
                <a:moveTo>
                  <a:pt x="792761" y="619782"/>
                </a:moveTo>
                <a:lnTo>
                  <a:pt x="765268" y="616790"/>
                </a:lnTo>
                <a:moveTo>
                  <a:pt x="909211" y="1132913"/>
                </a:moveTo>
                <a:lnTo>
                  <a:pt x="960616" y="1133341"/>
                </a:lnTo>
                <a:moveTo>
                  <a:pt x="1002904" y="677431"/>
                </a:moveTo>
                <a:lnTo>
                  <a:pt x="885839" y="656752"/>
                </a:lnTo>
                <a:moveTo>
                  <a:pt x="1736708" y="497359"/>
                </a:moveTo>
                <a:lnTo>
                  <a:pt x="1779262" y="428885"/>
                </a:lnTo>
                <a:moveTo>
                  <a:pt x="1504493" y="492367"/>
                </a:moveTo>
                <a:lnTo>
                  <a:pt x="1471514" y="495199"/>
                </a:lnTo>
                <a:moveTo>
                  <a:pt x="1745280" y="359100"/>
                </a:moveTo>
                <a:lnTo>
                  <a:pt x="1668273" y="337417"/>
                </a:lnTo>
                <a:moveTo>
                  <a:pt x="1061312" y="891003"/>
                </a:moveTo>
                <a:lnTo>
                  <a:pt x="1067799" y="886816"/>
                </a:lnTo>
                <a:moveTo>
                  <a:pt x="1847894" y="430588"/>
                </a:moveTo>
                <a:lnTo>
                  <a:pt x="1779262" y="428885"/>
                </a:lnTo>
                <a:moveTo>
                  <a:pt x="1097904" y="468760"/>
                </a:moveTo>
                <a:lnTo>
                  <a:pt x="1018011" y="433749"/>
                </a:lnTo>
                <a:moveTo>
                  <a:pt x="1138237" y="895774"/>
                </a:moveTo>
                <a:lnTo>
                  <a:pt x="1168176" y="893110"/>
                </a:lnTo>
                <a:moveTo>
                  <a:pt x="665794" y="948168"/>
                </a:moveTo>
                <a:lnTo>
                  <a:pt x="678123" y="865359"/>
                </a:lnTo>
                <a:moveTo>
                  <a:pt x="803543" y="928408"/>
                </a:moveTo>
                <a:lnTo>
                  <a:pt x="864020" y="959327"/>
                </a:lnTo>
                <a:moveTo>
                  <a:pt x="1779262" y="428885"/>
                </a:moveTo>
                <a:lnTo>
                  <a:pt x="1745280" y="359100"/>
                </a:lnTo>
                <a:moveTo>
                  <a:pt x="1067799" y="886816"/>
                </a:moveTo>
                <a:lnTo>
                  <a:pt x="1036941" y="805540"/>
                </a:lnTo>
                <a:moveTo>
                  <a:pt x="785779" y="956402"/>
                </a:moveTo>
                <a:lnTo>
                  <a:pt x="708218" y="950943"/>
                </a:lnTo>
                <a:moveTo>
                  <a:pt x="808592" y="846976"/>
                </a:moveTo>
                <a:lnTo>
                  <a:pt x="758084" y="808522"/>
                </a:lnTo>
                <a:moveTo>
                  <a:pt x="699316" y="866948"/>
                </a:moveTo>
                <a:lnTo>
                  <a:pt x="665794" y="948168"/>
                </a:lnTo>
                <a:moveTo>
                  <a:pt x="996127" y="462841"/>
                </a:moveTo>
                <a:lnTo>
                  <a:pt x="909603" y="458863"/>
                </a:lnTo>
                <a:moveTo>
                  <a:pt x="1018011" y="433749"/>
                </a:moveTo>
                <a:lnTo>
                  <a:pt x="996127" y="462841"/>
                </a:lnTo>
                <a:moveTo>
                  <a:pt x="1234725" y="756008"/>
                </a:moveTo>
                <a:lnTo>
                  <a:pt x="1200106" y="727863"/>
                </a:lnTo>
                <a:moveTo>
                  <a:pt x="765268" y="616790"/>
                </a:moveTo>
                <a:lnTo>
                  <a:pt x="728769" y="532252"/>
                </a:lnTo>
                <a:moveTo>
                  <a:pt x="869377" y="922293"/>
                </a:moveTo>
                <a:lnTo>
                  <a:pt x="803543" y="928408"/>
                </a:lnTo>
                <a:moveTo>
                  <a:pt x="1084489" y="720185"/>
                </a:moveTo>
                <a:lnTo>
                  <a:pt x="1028359" y="720071"/>
                </a:lnTo>
                <a:moveTo>
                  <a:pt x="1248593" y="532320"/>
                </a:moveTo>
                <a:lnTo>
                  <a:pt x="1195608" y="533810"/>
                </a:lnTo>
                <a:moveTo>
                  <a:pt x="708218" y="950943"/>
                </a:moveTo>
                <a:lnTo>
                  <a:pt x="699316" y="866948"/>
                </a:lnTo>
                <a:moveTo>
                  <a:pt x="728769" y="532252"/>
                </a:moveTo>
                <a:lnTo>
                  <a:pt x="775974" y="519951"/>
                </a:lnTo>
                <a:moveTo>
                  <a:pt x="1083981" y="804497"/>
                </a:moveTo>
                <a:lnTo>
                  <a:pt x="1028359" y="720071"/>
                </a:lnTo>
                <a:moveTo>
                  <a:pt x="1136063" y="438497"/>
                </a:moveTo>
                <a:lnTo>
                  <a:pt x="1097904" y="468760"/>
                </a:lnTo>
                <a:moveTo>
                  <a:pt x="1745280" y="359100"/>
                </a:moveTo>
                <a:lnTo>
                  <a:pt x="1680108" y="354535"/>
                </a:lnTo>
                <a:moveTo>
                  <a:pt x="975014" y="1127298"/>
                </a:moveTo>
                <a:lnTo>
                  <a:pt x="909211" y="1132913"/>
                </a:lnTo>
                <a:moveTo>
                  <a:pt x="1713349" y="507320"/>
                </a:moveTo>
                <a:lnTo>
                  <a:pt x="1779262" y="428885"/>
                </a:lnTo>
                <a:moveTo>
                  <a:pt x="1713349" y="507320"/>
                </a:moveTo>
                <a:lnTo>
                  <a:pt x="1669646" y="523295"/>
                </a:lnTo>
                <a:moveTo>
                  <a:pt x="872657" y="869376"/>
                </a:moveTo>
                <a:lnTo>
                  <a:pt x="808592" y="846976"/>
                </a:lnTo>
                <a:moveTo>
                  <a:pt x="1195608" y="533810"/>
                </a:moveTo>
                <a:lnTo>
                  <a:pt x="1149511" y="475323"/>
                </a:lnTo>
                <a:moveTo>
                  <a:pt x="909603" y="458863"/>
                </a:moveTo>
                <a:lnTo>
                  <a:pt x="897670" y="465922"/>
                </a:lnTo>
                <a:moveTo>
                  <a:pt x="699316" y="866948"/>
                </a:moveTo>
                <a:lnTo>
                  <a:pt x="678123" y="865359"/>
                </a:lnTo>
                <a:moveTo>
                  <a:pt x="785779" y="956402"/>
                </a:moveTo>
                <a:lnTo>
                  <a:pt x="699316" y="866948"/>
                </a:lnTo>
                <a:moveTo>
                  <a:pt x="1083981" y="804497"/>
                </a:moveTo>
                <a:lnTo>
                  <a:pt x="1036941" y="805540"/>
                </a:lnTo>
                <a:moveTo>
                  <a:pt x="826320" y="623634"/>
                </a:moveTo>
                <a:lnTo>
                  <a:pt x="769786" y="619762"/>
                </a:lnTo>
                <a:moveTo>
                  <a:pt x="1170006" y="814966"/>
                </a:moveTo>
                <a:lnTo>
                  <a:pt x="1168176" y="893110"/>
                </a:lnTo>
                <a:moveTo>
                  <a:pt x="1681693" y="507878"/>
                </a:moveTo>
                <a:lnTo>
                  <a:pt x="1713349" y="507320"/>
                </a:lnTo>
                <a:moveTo>
                  <a:pt x="1164905" y="826423"/>
                </a:moveTo>
                <a:lnTo>
                  <a:pt x="1168176" y="893110"/>
                </a:lnTo>
                <a:moveTo>
                  <a:pt x="792761" y="619782"/>
                </a:moveTo>
                <a:lnTo>
                  <a:pt x="728769" y="532252"/>
                </a:lnTo>
                <a:moveTo>
                  <a:pt x="1669646" y="523295"/>
                </a:moveTo>
                <a:lnTo>
                  <a:pt x="1548700" y="565222"/>
                </a:lnTo>
                <a:moveTo>
                  <a:pt x="885839" y="656752"/>
                </a:moveTo>
                <a:lnTo>
                  <a:pt x="826320" y="623634"/>
                </a:lnTo>
                <a:moveTo>
                  <a:pt x="1256566" y="732853"/>
                </a:moveTo>
                <a:lnTo>
                  <a:pt x="1234725" y="756008"/>
                </a:lnTo>
                <a:moveTo>
                  <a:pt x="837278" y="456211"/>
                </a:moveTo>
                <a:lnTo>
                  <a:pt x="775974" y="519951"/>
                </a:lnTo>
                <a:moveTo>
                  <a:pt x="803543" y="928408"/>
                </a:moveTo>
                <a:lnTo>
                  <a:pt x="785779" y="956402"/>
                </a:lnTo>
                <a:moveTo>
                  <a:pt x="1170006" y="814966"/>
                </a:moveTo>
                <a:lnTo>
                  <a:pt x="1175926" y="725624"/>
                </a:lnTo>
                <a:moveTo>
                  <a:pt x="1028359" y="720071"/>
                </a:moveTo>
                <a:lnTo>
                  <a:pt x="1002904" y="677431"/>
                </a:lnTo>
                <a:moveTo>
                  <a:pt x="1154181" y="473738"/>
                </a:moveTo>
                <a:lnTo>
                  <a:pt x="1136063" y="438497"/>
                </a:lnTo>
                <a:moveTo>
                  <a:pt x="832265" y="456052"/>
                </a:moveTo>
                <a:lnTo>
                  <a:pt x="775974" y="519951"/>
                </a:lnTo>
                <a:moveTo>
                  <a:pt x="1336735" y="656254"/>
                </a:moveTo>
                <a:lnTo>
                  <a:pt x="1304115" y="649972"/>
                </a:lnTo>
                <a:moveTo>
                  <a:pt x="1170006" y="814966"/>
                </a:moveTo>
                <a:lnTo>
                  <a:pt x="1158686" y="809103"/>
                </a:lnTo>
                <a:moveTo>
                  <a:pt x="1136063" y="438497"/>
                </a:moveTo>
                <a:lnTo>
                  <a:pt x="1018011" y="433749"/>
                </a:lnTo>
                <a:moveTo>
                  <a:pt x="1707312" y="426759"/>
                </a:moveTo>
                <a:lnTo>
                  <a:pt x="1745280" y="359100"/>
                </a:lnTo>
                <a:moveTo>
                  <a:pt x="1276441" y="565607"/>
                </a:moveTo>
                <a:lnTo>
                  <a:pt x="1248593" y="532320"/>
                </a:lnTo>
                <a:moveTo>
                  <a:pt x="939151" y="649987"/>
                </a:moveTo>
                <a:lnTo>
                  <a:pt x="885839" y="656752"/>
                </a:lnTo>
                <a:moveTo>
                  <a:pt x="1680108" y="354535"/>
                </a:moveTo>
                <a:lnTo>
                  <a:pt x="1668273" y="337417"/>
                </a:lnTo>
                <a:moveTo>
                  <a:pt x="826320" y="623634"/>
                </a:moveTo>
                <a:lnTo>
                  <a:pt x="792761" y="619782"/>
                </a:lnTo>
                <a:moveTo>
                  <a:pt x="897670" y="465922"/>
                </a:moveTo>
                <a:lnTo>
                  <a:pt x="837278" y="456211"/>
                </a:lnTo>
                <a:moveTo>
                  <a:pt x="1548700" y="565222"/>
                </a:moveTo>
                <a:lnTo>
                  <a:pt x="1471514" y="495199"/>
                </a:lnTo>
                <a:moveTo>
                  <a:pt x="822624" y="620625"/>
                </a:moveTo>
                <a:lnTo>
                  <a:pt x="792761" y="619782"/>
                </a:lnTo>
                <a:moveTo>
                  <a:pt x="1149511" y="475323"/>
                </a:moveTo>
                <a:lnTo>
                  <a:pt x="1154181" y="473738"/>
                </a:lnTo>
                <a:moveTo>
                  <a:pt x="953468" y="419050"/>
                </a:moveTo>
                <a:lnTo>
                  <a:pt x="996127" y="462841"/>
                </a:lnTo>
                <a:moveTo>
                  <a:pt x="1002904" y="677431"/>
                </a:moveTo>
                <a:lnTo>
                  <a:pt x="939151" y="649987"/>
                </a:lnTo>
                <a:moveTo>
                  <a:pt x="1681693" y="507878"/>
                </a:moveTo>
                <a:lnTo>
                  <a:pt x="1779262" y="428885"/>
                </a:lnTo>
                <a:moveTo>
                  <a:pt x="1681693" y="507878"/>
                </a:moveTo>
                <a:lnTo>
                  <a:pt x="1669646" y="523295"/>
                </a:lnTo>
                <a:moveTo>
                  <a:pt x="1184604" y="508672"/>
                </a:moveTo>
                <a:lnTo>
                  <a:pt x="1195608" y="533810"/>
                </a:lnTo>
                <a:moveTo>
                  <a:pt x="909211" y="1132913"/>
                </a:moveTo>
                <a:lnTo>
                  <a:pt x="907976" y="1133672"/>
                </a:lnTo>
                <a:moveTo>
                  <a:pt x="909603" y="458863"/>
                </a:moveTo>
                <a:lnTo>
                  <a:pt x="837278" y="456211"/>
                </a:lnTo>
                <a:moveTo>
                  <a:pt x="909603" y="458863"/>
                </a:moveTo>
                <a:lnTo>
                  <a:pt x="832891" y="455028"/>
                </a:lnTo>
                <a:moveTo>
                  <a:pt x="1336735" y="656254"/>
                </a:moveTo>
                <a:lnTo>
                  <a:pt x="1256566" y="732853"/>
                </a:lnTo>
                <a:moveTo>
                  <a:pt x="1548700" y="565222"/>
                </a:moveTo>
                <a:lnTo>
                  <a:pt x="1486139" y="518552"/>
                </a:lnTo>
                <a:moveTo>
                  <a:pt x="1336735" y="656254"/>
                </a:moveTo>
                <a:lnTo>
                  <a:pt x="1276441" y="565607"/>
                </a:lnTo>
                <a:moveTo>
                  <a:pt x="912025" y="630963"/>
                </a:moveTo>
                <a:lnTo>
                  <a:pt x="885839" y="656752"/>
                </a:lnTo>
                <a:moveTo>
                  <a:pt x="1149511" y="475323"/>
                </a:moveTo>
                <a:lnTo>
                  <a:pt x="1136063" y="438497"/>
                </a:lnTo>
                <a:moveTo>
                  <a:pt x="728769" y="532252"/>
                </a:moveTo>
                <a:lnTo>
                  <a:pt x="832265" y="456052"/>
                </a:lnTo>
                <a:moveTo>
                  <a:pt x="1319069" y="739725"/>
                </a:moveTo>
                <a:lnTo>
                  <a:pt x="1256566" y="732853"/>
                </a:lnTo>
                <a:moveTo>
                  <a:pt x="1600709" y="579461"/>
                </a:moveTo>
                <a:lnTo>
                  <a:pt x="1548700" y="565222"/>
                </a:lnTo>
                <a:moveTo>
                  <a:pt x="1036941" y="805540"/>
                </a:moveTo>
                <a:lnTo>
                  <a:pt x="1028359" y="720071"/>
                </a:lnTo>
                <a:moveTo>
                  <a:pt x="1138237" y="895774"/>
                </a:moveTo>
                <a:lnTo>
                  <a:pt x="1061312" y="891003"/>
                </a:lnTo>
                <a:moveTo>
                  <a:pt x="953468" y="419050"/>
                </a:moveTo>
                <a:lnTo>
                  <a:pt x="909603" y="458863"/>
                </a:lnTo>
                <a:moveTo>
                  <a:pt x="1018011" y="433749"/>
                </a:moveTo>
                <a:lnTo>
                  <a:pt x="953468" y="419050"/>
                </a:lnTo>
                <a:moveTo>
                  <a:pt x="826320" y="623634"/>
                </a:moveTo>
                <a:lnTo>
                  <a:pt x="822624" y="620625"/>
                </a:lnTo>
                <a:moveTo>
                  <a:pt x="1779262" y="428885"/>
                </a:moveTo>
                <a:lnTo>
                  <a:pt x="1707312" y="426759"/>
                </a:lnTo>
                <a:moveTo>
                  <a:pt x="1061312" y="891003"/>
                </a:moveTo>
                <a:lnTo>
                  <a:pt x="1036941" y="805540"/>
                </a:lnTo>
                <a:moveTo>
                  <a:pt x="1068810" y="467506"/>
                </a:moveTo>
                <a:lnTo>
                  <a:pt x="1018011" y="433749"/>
                </a:lnTo>
                <a:moveTo>
                  <a:pt x="1170006" y="814966"/>
                </a:moveTo>
                <a:lnTo>
                  <a:pt x="1234725" y="756008"/>
                </a:lnTo>
                <a:moveTo>
                  <a:pt x="1669646" y="523295"/>
                </a:moveTo>
                <a:lnTo>
                  <a:pt x="1600709" y="579461"/>
                </a:lnTo>
                <a:moveTo>
                  <a:pt x="1707312" y="426759"/>
                </a:moveTo>
                <a:lnTo>
                  <a:pt x="1680108" y="354535"/>
                </a:lnTo>
                <a:moveTo>
                  <a:pt x="1287399" y="759520"/>
                </a:moveTo>
                <a:lnTo>
                  <a:pt x="1256566" y="732853"/>
                </a:lnTo>
                <a:moveTo>
                  <a:pt x="1014786" y="722447"/>
                </a:moveTo>
                <a:lnTo>
                  <a:pt x="1002904" y="677431"/>
                </a:lnTo>
                <a:moveTo>
                  <a:pt x="1167401" y="815106"/>
                </a:moveTo>
                <a:lnTo>
                  <a:pt x="1234725" y="756008"/>
                </a:lnTo>
                <a:moveTo>
                  <a:pt x="1061312" y="891003"/>
                </a:moveTo>
                <a:lnTo>
                  <a:pt x="1044521" y="859294"/>
                </a:lnTo>
                <a:moveTo>
                  <a:pt x="1138237" y="895774"/>
                </a:moveTo>
                <a:lnTo>
                  <a:pt x="1044521" y="859294"/>
                </a:lnTo>
                <a:moveTo>
                  <a:pt x="837278" y="456211"/>
                </a:moveTo>
                <a:lnTo>
                  <a:pt x="832265" y="456052"/>
                </a:lnTo>
                <a:moveTo>
                  <a:pt x="837278" y="456211"/>
                </a:moveTo>
                <a:lnTo>
                  <a:pt x="832891" y="455028"/>
                </a:lnTo>
                <a:moveTo>
                  <a:pt x="1681693" y="507878"/>
                </a:moveTo>
                <a:lnTo>
                  <a:pt x="1707312" y="426759"/>
                </a:lnTo>
                <a:moveTo>
                  <a:pt x="1295527" y="571245"/>
                </a:moveTo>
                <a:lnTo>
                  <a:pt x="1276441" y="565607"/>
                </a:lnTo>
                <a:moveTo>
                  <a:pt x="1044521" y="859294"/>
                </a:moveTo>
                <a:lnTo>
                  <a:pt x="1036941" y="805540"/>
                </a:lnTo>
                <a:moveTo>
                  <a:pt x="1486139" y="518552"/>
                </a:moveTo>
                <a:lnTo>
                  <a:pt x="1471514" y="495199"/>
                </a:lnTo>
                <a:moveTo>
                  <a:pt x="832891" y="455028"/>
                </a:moveTo>
                <a:lnTo>
                  <a:pt x="832265" y="456052"/>
                </a:lnTo>
                <a:moveTo>
                  <a:pt x="1136063" y="438497"/>
                </a:moveTo>
                <a:lnTo>
                  <a:pt x="1068810" y="467506"/>
                </a:lnTo>
                <a:moveTo>
                  <a:pt x="1070594" y="472312"/>
                </a:moveTo>
                <a:lnTo>
                  <a:pt x="1136063" y="438497"/>
                </a:lnTo>
                <a:moveTo>
                  <a:pt x="1287399" y="759520"/>
                </a:moveTo>
                <a:lnTo>
                  <a:pt x="1234725" y="756008"/>
                </a:lnTo>
                <a:moveTo>
                  <a:pt x="1164905" y="826423"/>
                </a:moveTo>
                <a:lnTo>
                  <a:pt x="1138237" y="895774"/>
                </a:lnTo>
                <a:moveTo>
                  <a:pt x="1680108" y="354535"/>
                </a:moveTo>
                <a:lnTo>
                  <a:pt x="1614316" y="359975"/>
                </a:lnTo>
                <a:moveTo>
                  <a:pt x="1017068" y="806312"/>
                </a:moveTo>
                <a:lnTo>
                  <a:pt x="1028359" y="720071"/>
                </a:lnTo>
                <a:moveTo>
                  <a:pt x="912025" y="630963"/>
                </a:moveTo>
                <a:lnTo>
                  <a:pt x="826320" y="623634"/>
                </a:lnTo>
                <a:moveTo>
                  <a:pt x="953468" y="419050"/>
                </a:moveTo>
                <a:lnTo>
                  <a:pt x="832891" y="455028"/>
                </a:lnTo>
                <a:moveTo>
                  <a:pt x="991890" y="652447"/>
                </a:moveTo>
                <a:lnTo>
                  <a:pt x="1002904" y="677431"/>
                </a:lnTo>
                <a:moveTo>
                  <a:pt x="912025" y="630963"/>
                </a:moveTo>
                <a:lnTo>
                  <a:pt x="822624" y="620625"/>
                </a:lnTo>
                <a:moveTo>
                  <a:pt x="1464818" y="496780"/>
                </a:moveTo>
                <a:lnTo>
                  <a:pt x="1471514" y="495199"/>
                </a:lnTo>
                <a:moveTo>
                  <a:pt x="1248593" y="532320"/>
                </a:moveTo>
                <a:lnTo>
                  <a:pt x="1184604" y="508672"/>
                </a:lnTo>
                <a:moveTo>
                  <a:pt x="1319069" y="739725"/>
                </a:moveTo>
                <a:lnTo>
                  <a:pt x="1336735" y="656254"/>
                </a:lnTo>
                <a:moveTo>
                  <a:pt x="1149511" y="475323"/>
                </a:moveTo>
                <a:lnTo>
                  <a:pt x="1070594" y="472312"/>
                </a:lnTo>
                <a:moveTo>
                  <a:pt x="1295527" y="571245"/>
                </a:moveTo>
                <a:lnTo>
                  <a:pt x="1248593" y="532320"/>
                </a:lnTo>
                <a:moveTo>
                  <a:pt x="1014786" y="722447"/>
                </a:moveTo>
                <a:lnTo>
                  <a:pt x="1028359" y="720071"/>
                </a:lnTo>
                <a:moveTo>
                  <a:pt x="1164905" y="826423"/>
                </a:moveTo>
                <a:lnTo>
                  <a:pt x="1044521" y="859294"/>
                </a:lnTo>
                <a:moveTo>
                  <a:pt x="1017068" y="806312"/>
                </a:moveTo>
                <a:lnTo>
                  <a:pt x="1036941" y="805540"/>
                </a:lnTo>
                <a:moveTo>
                  <a:pt x="1600709" y="579461"/>
                </a:moveTo>
                <a:lnTo>
                  <a:pt x="1486139" y="518552"/>
                </a:lnTo>
                <a:moveTo>
                  <a:pt x="1184604" y="508672"/>
                </a:moveTo>
                <a:lnTo>
                  <a:pt x="1149511" y="475323"/>
                </a:lnTo>
                <a:moveTo>
                  <a:pt x="939151" y="649987"/>
                </a:moveTo>
                <a:lnTo>
                  <a:pt x="912025" y="630963"/>
                </a:lnTo>
                <a:moveTo>
                  <a:pt x="1260917" y="738579"/>
                </a:moveTo>
                <a:lnTo>
                  <a:pt x="1234725" y="756008"/>
                </a:lnTo>
                <a:moveTo>
                  <a:pt x="1294976" y="571612"/>
                </a:moveTo>
                <a:lnTo>
                  <a:pt x="1248593" y="532320"/>
                </a:lnTo>
                <a:moveTo>
                  <a:pt x="1170006" y="814966"/>
                </a:moveTo>
                <a:lnTo>
                  <a:pt x="1164905" y="826423"/>
                </a:lnTo>
                <a:moveTo>
                  <a:pt x="1486139" y="518552"/>
                </a:moveTo>
                <a:lnTo>
                  <a:pt x="1464818" y="496780"/>
                </a:lnTo>
                <a:moveTo>
                  <a:pt x="1044521" y="859294"/>
                </a:moveTo>
                <a:lnTo>
                  <a:pt x="1017068" y="806312"/>
                </a:lnTo>
                <a:moveTo>
                  <a:pt x="1167401" y="815106"/>
                </a:moveTo>
                <a:lnTo>
                  <a:pt x="1170006" y="814966"/>
                </a:lnTo>
                <a:moveTo>
                  <a:pt x="1387019" y="828986"/>
                </a:moveTo>
                <a:lnTo>
                  <a:pt x="1319069" y="739725"/>
                </a:lnTo>
                <a:moveTo>
                  <a:pt x="1068810" y="467506"/>
                </a:moveTo>
                <a:lnTo>
                  <a:pt x="953468" y="419050"/>
                </a:lnTo>
                <a:moveTo>
                  <a:pt x="1167401" y="815106"/>
                </a:moveTo>
                <a:lnTo>
                  <a:pt x="1164905" y="826423"/>
                </a:lnTo>
                <a:moveTo>
                  <a:pt x="1614316" y="359975"/>
                </a:moveTo>
                <a:lnTo>
                  <a:pt x="1494708" y="380328"/>
                </a:lnTo>
                <a:moveTo>
                  <a:pt x="1336735" y="656254"/>
                </a:moveTo>
                <a:lnTo>
                  <a:pt x="1295527" y="571245"/>
                </a:lnTo>
                <a:moveTo>
                  <a:pt x="1319069" y="739725"/>
                </a:moveTo>
                <a:lnTo>
                  <a:pt x="1287399" y="759520"/>
                </a:lnTo>
                <a:moveTo>
                  <a:pt x="876713" y="601320"/>
                </a:moveTo>
                <a:lnTo>
                  <a:pt x="822624" y="620625"/>
                </a:lnTo>
                <a:moveTo>
                  <a:pt x="1336735" y="656254"/>
                </a:moveTo>
                <a:lnTo>
                  <a:pt x="1298916" y="573746"/>
                </a:lnTo>
                <a:moveTo>
                  <a:pt x="1070594" y="472312"/>
                </a:moveTo>
                <a:lnTo>
                  <a:pt x="1068810" y="467506"/>
                </a:lnTo>
                <a:moveTo>
                  <a:pt x="1656229" y="537067"/>
                </a:moveTo>
                <a:lnTo>
                  <a:pt x="1669646" y="523295"/>
                </a:lnTo>
                <a:moveTo>
                  <a:pt x="1676365" y="512230"/>
                </a:moveTo>
                <a:lnTo>
                  <a:pt x="1681693" y="507878"/>
                </a:lnTo>
                <a:moveTo>
                  <a:pt x="1403741" y="791843"/>
                </a:moveTo>
                <a:lnTo>
                  <a:pt x="1319069" y="739725"/>
                </a:lnTo>
                <a:moveTo>
                  <a:pt x="1056704" y="471816"/>
                </a:moveTo>
                <a:lnTo>
                  <a:pt x="1068810" y="467506"/>
                </a:lnTo>
                <a:moveTo>
                  <a:pt x="1453109" y="412730"/>
                </a:moveTo>
                <a:lnTo>
                  <a:pt x="1494708" y="380328"/>
                </a:lnTo>
                <a:moveTo>
                  <a:pt x="1070594" y="472312"/>
                </a:moveTo>
                <a:lnTo>
                  <a:pt x="1056704" y="471816"/>
                </a:lnTo>
                <a:moveTo>
                  <a:pt x="1387019" y="828986"/>
                </a:moveTo>
                <a:lnTo>
                  <a:pt x="1287399" y="759520"/>
                </a:lnTo>
                <a:moveTo>
                  <a:pt x="1658696" y="427602"/>
                </a:moveTo>
                <a:lnTo>
                  <a:pt x="1680108" y="354535"/>
                </a:lnTo>
                <a:moveTo>
                  <a:pt x="888253" y="415186"/>
                </a:moveTo>
                <a:lnTo>
                  <a:pt x="832891" y="455028"/>
                </a:lnTo>
                <a:moveTo>
                  <a:pt x="1109021" y="561576"/>
                </a:moveTo>
                <a:lnTo>
                  <a:pt x="1149511" y="475323"/>
                </a:lnTo>
                <a:moveTo>
                  <a:pt x="1656229" y="537067"/>
                </a:moveTo>
                <a:lnTo>
                  <a:pt x="1681693" y="507878"/>
                </a:lnTo>
                <a:moveTo>
                  <a:pt x="1681693" y="507878"/>
                </a:moveTo>
                <a:lnTo>
                  <a:pt x="1658696" y="427602"/>
                </a:lnTo>
                <a:moveTo>
                  <a:pt x="1395519" y="746872"/>
                </a:moveTo>
                <a:lnTo>
                  <a:pt x="1319069" y="739725"/>
                </a:lnTo>
                <a:moveTo>
                  <a:pt x="991890" y="652447"/>
                </a:moveTo>
                <a:lnTo>
                  <a:pt x="939151" y="649987"/>
                </a:lnTo>
                <a:moveTo>
                  <a:pt x="1464818" y="496780"/>
                </a:moveTo>
                <a:lnTo>
                  <a:pt x="1453109" y="412730"/>
                </a:lnTo>
                <a:moveTo>
                  <a:pt x="1403741" y="791843"/>
                </a:moveTo>
                <a:lnTo>
                  <a:pt x="1387019" y="828986"/>
                </a:lnTo>
                <a:moveTo>
                  <a:pt x="1017068" y="806312"/>
                </a:moveTo>
                <a:lnTo>
                  <a:pt x="1014786" y="722447"/>
                </a:lnTo>
                <a:moveTo>
                  <a:pt x="1097831" y="852546"/>
                </a:moveTo>
                <a:lnTo>
                  <a:pt x="1044521" y="859294"/>
                </a:lnTo>
                <a:moveTo>
                  <a:pt x="987157" y="638084"/>
                </a:moveTo>
                <a:lnTo>
                  <a:pt x="939151" y="649987"/>
                </a:lnTo>
                <a:moveTo>
                  <a:pt x="990411" y="469140"/>
                </a:moveTo>
                <a:lnTo>
                  <a:pt x="953468" y="419050"/>
                </a:lnTo>
                <a:moveTo>
                  <a:pt x="1535304" y="578663"/>
                </a:moveTo>
                <a:lnTo>
                  <a:pt x="1486139" y="518552"/>
                </a:lnTo>
                <a:moveTo>
                  <a:pt x="1260917" y="738579"/>
                </a:moveTo>
                <a:lnTo>
                  <a:pt x="1167401" y="815106"/>
                </a:lnTo>
                <a:moveTo>
                  <a:pt x="1235055" y="548040"/>
                </a:moveTo>
                <a:lnTo>
                  <a:pt x="1248593" y="532320"/>
                </a:lnTo>
                <a:moveTo>
                  <a:pt x="1384519" y="662836"/>
                </a:moveTo>
                <a:lnTo>
                  <a:pt x="1336735" y="656254"/>
                </a:lnTo>
                <a:moveTo>
                  <a:pt x="953468" y="419050"/>
                </a:moveTo>
                <a:lnTo>
                  <a:pt x="888253" y="415186"/>
                </a:lnTo>
                <a:moveTo>
                  <a:pt x="912025" y="630963"/>
                </a:moveTo>
                <a:lnTo>
                  <a:pt x="876713" y="601320"/>
                </a:lnTo>
                <a:moveTo>
                  <a:pt x="1298916" y="573746"/>
                </a:moveTo>
                <a:lnTo>
                  <a:pt x="1295527" y="571245"/>
                </a:lnTo>
                <a:moveTo>
                  <a:pt x="1068810" y="467506"/>
                </a:moveTo>
                <a:lnTo>
                  <a:pt x="990411" y="469140"/>
                </a:lnTo>
                <a:moveTo>
                  <a:pt x="1384519" y="662836"/>
                </a:moveTo>
                <a:lnTo>
                  <a:pt x="1319069" y="739725"/>
                </a:lnTo>
                <a:moveTo>
                  <a:pt x="1600709" y="579461"/>
                </a:moveTo>
                <a:lnTo>
                  <a:pt x="1535304" y="578663"/>
                </a:lnTo>
                <a:moveTo>
                  <a:pt x="1164905" y="826423"/>
                </a:moveTo>
                <a:lnTo>
                  <a:pt x="1097831" y="852546"/>
                </a:lnTo>
                <a:moveTo>
                  <a:pt x="1486139" y="518552"/>
                </a:moveTo>
                <a:lnTo>
                  <a:pt x="1437286" y="497871"/>
                </a:lnTo>
                <a:moveTo>
                  <a:pt x="1294976" y="571612"/>
                </a:moveTo>
                <a:lnTo>
                  <a:pt x="1295527" y="571245"/>
                </a:lnTo>
                <a:moveTo>
                  <a:pt x="1167401" y="815106"/>
                </a:moveTo>
                <a:lnTo>
                  <a:pt x="1206137" y="735656"/>
                </a:lnTo>
                <a:moveTo>
                  <a:pt x="1434412" y="413129"/>
                </a:moveTo>
                <a:lnTo>
                  <a:pt x="1494708" y="380328"/>
                </a:lnTo>
                <a:moveTo>
                  <a:pt x="1167401" y="815106"/>
                </a:moveTo>
                <a:lnTo>
                  <a:pt x="1097831" y="852546"/>
                </a:lnTo>
                <a:moveTo>
                  <a:pt x="1298916" y="573746"/>
                </a:moveTo>
                <a:lnTo>
                  <a:pt x="1294976" y="571612"/>
                </a:lnTo>
                <a:moveTo>
                  <a:pt x="1298916" y="573746"/>
                </a:moveTo>
                <a:lnTo>
                  <a:pt x="1302132" y="572085"/>
                </a:lnTo>
                <a:moveTo>
                  <a:pt x="1287399" y="759520"/>
                </a:moveTo>
                <a:lnTo>
                  <a:pt x="1260917" y="738579"/>
                </a:lnTo>
                <a:moveTo>
                  <a:pt x="1044521" y="859294"/>
                </a:moveTo>
                <a:lnTo>
                  <a:pt x="1007592" y="808833"/>
                </a:lnTo>
                <a:moveTo>
                  <a:pt x="1056704" y="471816"/>
                </a:moveTo>
                <a:lnTo>
                  <a:pt x="990411" y="469140"/>
                </a:lnTo>
                <a:moveTo>
                  <a:pt x="1302132" y="572085"/>
                </a:moveTo>
                <a:lnTo>
                  <a:pt x="1294976" y="571612"/>
                </a:lnTo>
                <a:moveTo>
                  <a:pt x="1549550" y="348878"/>
                </a:moveTo>
                <a:lnTo>
                  <a:pt x="1494708" y="380328"/>
                </a:lnTo>
                <a:moveTo>
                  <a:pt x="1707312" y="426759"/>
                </a:moveTo>
                <a:lnTo>
                  <a:pt x="1658696" y="427602"/>
                </a:lnTo>
                <a:moveTo>
                  <a:pt x="987157" y="638084"/>
                </a:moveTo>
                <a:lnTo>
                  <a:pt x="912025" y="630963"/>
                </a:lnTo>
                <a:moveTo>
                  <a:pt x="1464818" y="496780"/>
                </a:moveTo>
                <a:lnTo>
                  <a:pt x="1434412" y="413129"/>
                </a:lnTo>
                <a:moveTo>
                  <a:pt x="1167401" y="815106"/>
                </a:moveTo>
                <a:lnTo>
                  <a:pt x="1107600" y="814526"/>
                </a:lnTo>
                <a:moveTo>
                  <a:pt x="1656229" y="537067"/>
                </a:moveTo>
                <a:lnTo>
                  <a:pt x="1600709" y="579461"/>
                </a:lnTo>
                <a:moveTo>
                  <a:pt x="1367304" y="578677"/>
                </a:moveTo>
                <a:lnTo>
                  <a:pt x="1336735" y="656254"/>
                </a:lnTo>
                <a:moveTo>
                  <a:pt x="1109021" y="561576"/>
                </a:moveTo>
                <a:lnTo>
                  <a:pt x="1070594" y="472312"/>
                </a:lnTo>
                <a:moveTo>
                  <a:pt x="1403741" y="791843"/>
                </a:moveTo>
                <a:lnTo>
                  <a:pt x="1395519" y="746872"/>
                </a:lnTo>
                <a:moveTo>
                  <a:pt x="1437286" y="497871"/>
                </a:moveTo>
                <a:lnTo>
                  <a:pt x="1464818" y="496780"/>
                </a:lnTo>
                <a:moveTo>
                  <a:pt x="1014786" y="722447"/>
                </a:moveTo>
                <a:lnTo>
                  <a:pt x="991890" y="652447"/>
                </a:lnTo>
                <a:moveTo>
                  <a:pt x="1056704" y="471816"/>
                </a:moveTo>
                <a:lnTo>
                  <a:pt x="1002003" y="489316"/>
                </a:lnTo>
                <a:moveTo>
                  <a:pt x="1167401" y="815106"/>
                </a:moveTo>
                <a:lnTo>
                  <a:pt x="1115141" y="731108"/>
                </a:lnTo>
                <a:moveTo>
                  <a:pt x="1128342" y="562687"/>
                </a:moveTo>
                <a:lnTo>
                  <a:pt x="1184604" y="508672"/>
                </a:lnTo>
                <a:moveTo>
                  <a:pt x="1614316" y="359975"/>
                </a:moveTo>
                <a:lnTo>
                  <a:pt x="1549550" y="348878"/>
                </a:lnTo>
                <a:moveTo>
                  <a:pt x="1184604" y="508672"/>
                </a:moveTo>
                <a:lnTo>
                  <a:pt x="1109021" y="561576"/>
                </a:lnTo>
                <a:moveTo>
                  <a:pt x="912480" y="466254"/>
                </a:moveTo>
                <a:lnTo>
                  <a:pt x="953468" y="419050"/>
                </a:lnTo>
                <a:moveTo>
                  <a:pt x="1658696" y="427602"/>
                </a:moveTo>
                <a:lnTo>
                  <a:pt x="1614316" y="359975"/>
                </a:lnTo>
                <a:moveTo>
                  <a:pt x="1424854" y="833798"/>
                </a:moveTo>
                <a:lnTo>
                  <a:pt x="1403741" y="791843"/>
                </a:lnTo>
                <a:moveTo>
                  <a:pt x="1434412" y="413129"/>
                </a:moveTo>
                <a:lnTo>
                  <a:pt x="1453109" y="412730"/>
                </a:lnTo>
                <a:moveTo>
                  <a:pt x="1014786" y="722447"/>
                </a:moveTo>
                <a:lnTo>
                  <a:pt x="1002493" y="639430"/>
                </a:lnTo>
                <a:moveTo>
                  <a:pt x="1007592" y="808833"/>
                </a:moveTo>
                <a:lnTo>
                  <a:pt x="1017068" y="806312"/>
                </a:lnTo>
                <a:moveTo>
                  <a:pt x="1336397" y="829526"/>
                </a:moveTo>
                <a:lnTo>
                  <a:pt x="1387019" y="828986"/>
                </a:lnTo>
                <a:moveTo>
                  <a:pt x="1658920" y="428067"/>
                </a:moveTo>
                <a:lnTo>
                  <a:pt x="1614316" y="359975"/>
                </a:lnTo>
                <a:moveTo>
                  <a:pt x="1260917" y="738579"/>
                </a:moveTo>
                <a:lnTo>
                  <a:pt x="1206137" y="735656"/>
                </a:lnTo>
                <a:moveTo>
                  <a:pt x="1032783" y="845977"/>
                </a:moveTo>
                <a:lnTo>
                  <a:pt x="1044521" y="859294"/>
                </a:lnTo>
                <a:moveTo>
                  <a:pt x="1469762" y="580082"/>
                </a:moveTo>
                <a:lnTo>
                  <a:pt x="1486139" y="518552"/>
                </a:lnTo>
                <a:moveTo>
                  <a:pt x="1424854" y="833798"/>
                </a:moveTo>
                <a:lnTo>
                  <a:pt x="1395519" y="746872"/>
                </a:lnTo>
                <a:moveTo>
                  <a:pt x="1336397" y="829526"/>
                </a:moveTo>
                <a:lnTo>
                  <a:pt x="1287399" y="759520"/>
                </a:lnTo>
                <a:moveTo>
                  <a:pt x="1335957" y="829416"/>
                </a:moveTo>
                <a:lnTo>
                  <a:pt x="1287399" y="759520"/>
                </a:lnTo>
                <a:moveTo>
                  <a:pt x="1395519" y="746872"/>
                </a:moveTo>
                <a:lnTo>
                  <a:pt x="1384519" y="662836"/>
                </a:lnTo>
                <a:moveTo>
                  <a:pt x="1025019" y="557918"/>
                </a:moveTo>
                <a:lnTo>
                  <a:pt x="1070594" y="472312"/>
                </a:lnTo>
                <a:moveTo>
                  <a:pt x="1235055" y="548040"/>
                </a:moveTo>
                <a:lnTo>
                  <a:pt x="1184604" y="508672"/>
                </a:lnTo>
                <a:moveTo>
                  <a:pt x="951323" y="553558"/>
                </a:moveTo>
                <a:lnTo>
                  <a:pt x="912025" y="630963"/>
                </a:lnTo>
                <a:moveTo>
                  <a:pt x="1002003" y="489316"/>
                </a:moveTo>
                <a:lnTo>
                  <a:pt x="990411" y="469140"/>
                </a:lnTo>
                <a:moveTo>
                  <a:pt x="1025019" y="557918"/>
                </a:moveTo>
                <a:lnTo>
                  <a:pt x="1056704" y="471816"/>
                </a:lnTo>
                <a:moveTo>
                  <a:pt x="991890" y="652447"/>
                </a:moveTo>
                <a:lnTo>
                  <a:pt x="987157" y="638084"/>
                </a:lnTo>
                <a:moveTo>
                  <a:pt x="1497369" y="335423"/>
                </a:moveTo>
                <a:lnTo>
                  <a:pt x="1494708" y="380328"/>
                </a:lnTo>
                <a:moveTo>
                  <a:pt x="1367304" y="578677"/>
                </a:moveTo>
                <a:lnTo>
                  <a:pt x="1298916" y="573746"/>
                </a:lnTo>
                <a:moveTo>
                  <a:pt x="1082116" y="645595"/>
                </a:moveTo>
                <a:lnTo>
                  <a:pt x="1014786" y="722447"/>
                </a:lnTo>
                <a:moveTo>
                  <a:pt x="1367304" y="578677"/>
                </a:moveTo>
                <a:lnTo>
                  <a:pt x="1302132" y="572085"/>
                </a:lnTo>
                <a:moveTo>
                  <a:pt x="1294976" y="571612"/>
                </a:moveTo>
                <a:lnTo>
                  <a:pt x="1235055" y="548040"/>
                </a:lnTo>
                <a:moveTo>
                  <a:pt x="1302132" y="572085"/>
                </a:moveTo>
                <a:lnTo>
                  <a:pt x="1235055" y="548040"/>
                </a:lnTo>
                <a:moveTo>
                  <a:pt x="991890" y="652447"/>
                </a:moveTo>
                <a:lnTo>
                  <a:pt x="1002493" y="639430"/>
                </a:lnTo>
                <a:moveTo>
                  <a:pt x="1260917" y="738579"/>
                </a:moveTo>
                <a:lnTo>
                  <a:pt x="1224955" y="710956"/>
                </a:lnTo>
                <a:moveTo>
                  <a:pt x="1097831" y="852546"/>
                </a:moveTo>
                <a:lnTo>
                  <a:pt x="1107600" y="814526"/>
                </a:lnTo>
                <a:moveTo>
                  <a:pt x="1128342" y="562687"/>
                </a:moveTo>
                <a:lnTo>
                  <a:pt x="1109021" y="561576"/>
                </a:lnTo>
                <a:moveTo>
                  <a:pt x="1002493" y="639430"/>
                </a:moveTo>
                <a:lnTo>
                  <a:pt x="987157" y="638084"/>
                </a:lnTo>
                <a:moveTo>
                  <a:pt x="1437286" y="497871"/>
                </a:moveTo>
                <a:lnTo>
                  <a:pt x="1434412" y="413129"/>
                </a:lnTo>
                <a:moveTo>
                  <a:pt x="1206137" y="735656"/>
                </a:moveTo>
                <a:lnTo>
                  <a:pt x="1115141" y="731108"/>
                </a:lnTo>
                <a:moveTo>
                  <a:pt x="1656229" y="537067"/>
                </a:moveTo>
                <a:lnTo>
                  <a:pt x="1535304" y="578663"/>
                </a:lnTo>
                <a:moveTo>
                  <a:pt x="1002493" y="639430"/>
                </a:moveTo>
                <a:lnTo>
                  <a:pt x="1109021" y="561576"/>
                </a:lnTo>
                <a:moveTo>
                  <a:pt x="1676365" y="512230"/>
                </a:moveTo>
                <a:lnTo>
                  <a:pt x="1656229" y="537067"/>
                </a:lnTo>
                <a:moveTo>
                  <a:pt x="1224955" y="710956"/>
                </a:moveTo>
                <a:lnTo>
                  <a:pt x="1206137" y="735656"/>
                </a:lnTo>
                <a:moveTo>
                  <a:pt x="1676365" y="512230"/>
                </a:moveTo>
                <a:lnTo>
                  <a:pt x="1658696" y="427602"/>
                </a:lnTo>
                <a:moveTo>
                  <a:pt x="1114058" y="590795"/>
                </a:moveTo>
                <a:lnTo>
                  <a:pt x="1128342" y="562687"/>
                </a:lnTo>
                <a:moveTo>
                  <a:pt x="990411" y="469140"/>
                </a:moveTo>
                <a:lnTo>
                  <a:pt x="912480" y="466254"/>
                </a:lnTo>
                <a:moveTo>
                  <a:pt x="1114058" y="590795"/>
                </a:moveTo>
                <a:lnTo>
                  <a:pt x="1109021" y="561576"/>
                </a:lnTo>
                <a:moveTo>
                  <a:pt x="1353244" y="550574"/>
                </a:moveTo>
                <a:lnTo>
                  <a:pt x="1302132" y="572085"/>
                </a:lnTo>
                <a:moveTo>
                  <a:pt x="876713" y="601320"/>
                </a:moveTo>
                <a:lnTo>
                  <a:pt x="825444" y="545437"/>
                </a:lnTo>
                <a:moveTo>
                  <a:pt x="1676365" y="512230"/>
                </a:moveTo>
                <a:lnTo>
                  <a:pt x="1661554" y="451172"/>
                </a:lnTo>
                <a:moveTo>
                  <a:pt x="1114058" y="590795"/>
                </a:moveTo>
                <a:lnTo>
                  <a:pt x="1002493" y="639430"/>
                </a:lnTo>
                <a:moveTo>
                  <a:pt x="1206137" y="735656"/>
                </a:moveTo>
                <a:lnTo>
                  <a:pt x="1123709" y="647821"/>
                </a:lnTo>
                <a:moveTo>
                  <a:pt x="912480" y="466254"/>
                </a:moveTo>
                <a:lnTo>
                  <a:pt x="888253" y="415186"/>
                </a:lnTo>
                <a:moveTo>
                  <a:pt x="951323" y="553558"/>
                </a:moveTo>
                <a:lnTo>
                  <a:pt x="876713" y="601320"/>
                </a:lnTo>
                <a:moveTo>
                  <a:pt x="1107600" y="814526"/>
                </a:moveTo>
                <a:lnTo>
                  <a:pt x="1115141" y="731108"/>
                </a:lnTo>
                <a:moveTo>
                  <a:pt x="876713" y="601320"/>
                </a:moveTo>
                <a:lnTo>
                  <a:pt x="922590" y="551917"/>
                </a:lnTo>
                <a:moveTo>
                  <a:pt x="1123709" y="647821"/>
                </a:moveTo>
                <a:lnTo>
                  <a:pt x="1128342" y="562687"/>
                </a:lnTo>
                <a:moveTo>
                  <a:pt x="1384519" y="662836"/>
                </a:moveTo>
                <a:lnTo>
                  <a:pt x="1367304" y="578677"/>
                </a:lnTo>
                <a:moveTo>
                  <a:pt x="1235055" y="548040"/>
                </a:moveTo>
                <a:lnTo>
                  <a:pt x="1128342" y="562687"/>
                </a:lnTo>
                <a:moveTo>
                  <a:pt x="922590" y="551917"/>
                </a:moveTo>
                <a:lnTo>
                  <a:pt x="990411" y="469140"/>
                </a:lnTo>
                <a:moveTo>
                  <a:pt x="1661554" y="451172"/>
                </a:moveTo>
                <a:lnTo>
                  <a:pt x="1658696" y="427602"/>
                </a:lnTo>
                <a:moveTo>
                  <a:pt x="1601157" y="369591"/>
                </a:moveTo>
                <a:lnTo>
                  <a:pt x="1614316" y="359975"/>
                </a:lnTo>
                <a:moveTo>
                  <a:pt x="1658920" y="428067"/>
                </a:moveTo>
                <a:lnTo>
                  <a:pt x="1658696" y="427602"/>
                </a:lnTo>
                <a:moveTo>
                  <a:pt x="1123709" y="647821"/>
                </a:moveTo>
                <a:lnTo>
                  <a:pt x="1114058" y="590795"/>
                </a:lnTo>
                <a:moveTo>
                  <a:pt x="1025019" y="557918"/>
                </a:moveTo>
                <a:lnTo>
                  <a:pt x="1002003" y="489316"/>
                </a:lnTo>
                <a:moveTo>
                  <a:pt x="1434754" y="837104"/>
                </a:moveTo>
                <a:lnTo>
                  <a:pt x="1395519" y="746872"/>
                </a:lnTo>
                <a:moveTo>
                  <a:pt x="1109021" y="561576"/>
                </a:moveTo>
                <a:lnTo>
                  <a:pt x="1025019" y="557918"/>
                </a:lnTo>
                <a:moveTo>
                  <a:pt x="987157" y="638084"/>
                </a:moveTo>
                <a:lnTo>
                  <a:pt x="951323" y="553558"/>
                </a:lnTo>
                <a:moveTo>
                  <a:pt x="1082116" y="645595"/>
                </a:moveTo>
                <a:lnTo>
                  <a:pt x="1002493" y="639430"/>
                </a:lnTo>
                <a:moveTo>
                  <a:pt x="1661554" y="451172"/>
                </a:moveTo>
                <a:lnTo>
                  <a:pt x="1658920" y="428067"/>
                </a:lnTo>
                <a:moveTo>
                  <a:pt x="1115141" y="731108"/>
                </a:moveTo>
                <a:lnTo>
                  <a:pt x="1123709" y="647821"/>
                </a:lnTo>
                <a:moveTo>
                  <a:pt x="1441281" y="753414"/>
                </a:moveTo>
                <a:lnTo>
                  <a:pt x="1395519" y="746872"/>
                </a:lnTo>
                <a:moveTo>
                  <a:pt x="1279821" y="744591"/>
                </a:moveTo>
                <a:lnTo>
                  <a:pt x="1287399" y="759520"/>
                </a:lnTo>
                <a:moveTo>
                  <a:pt x="951323" y="553558"/>
                </a:moveTo>
                <a:lnTo>
                  <a:pt x="1002003" y="489316"/>
                </a:lnTo>
                <a:moveTo>
                  <a:pt x="1196861" y="653497"/>
                </a:moveTo>
                <a:lnTo>
                  <a:pt x="1206137" y="735656"/>
                </a:lnTo>
                <a:moveTo>
                  <a:pt x="1002493" y="639430"/>
                </a:moveTo>
                <a:lnTo>
                  <a:pt x="1025019" y="557918"/>
                </a:lnTo>
                <a:moveTo>
                  <a:pt x="1082116" y="645595"/>
                </a:moveTo>
                <a:lnTo>
                  <a:pt x="1114058" y="590795"/>
                </a:lnTo>
                <a:moveTo>
                  <a:pt x="1002003" y="489316"/>
                </a:moveTo>
                <a:lnTo>
                  <a:pt x="922590" y="551917"/>
                </a:lnTo>
                <a:moveTo>
                  <a:pt x="1682593" y="515018"/>
                </a:moveTo>
                <a:lnTo>
                  <a:pt x="1676365" y="512230"/>
                </a:lnTo>
                <a:moveTo>
                  <a:pt x="1002493" y="639430"/>
                </a:moveTo>
                <a:lnTo>
                  <a:pt x="951323" y="553558"/>
                </a:lnTo>
                <a:moveTo>
                  <a:pt x="1210727" y="569951"/>
                </a:moveTo>
                <a:lnTo>
                  <a:pt x="1128342" y="562687"/>
                </a:lnTo>
                <a:moveTo>
                  <a:pt x="1575821" y="592842"/>
                </a:moveTo>
                <a:lnTo>
                  <a:pt x="1535304" y="578663"/>
                </a:lnTo>
                <a:moveTo>
                  <a:pt x="1437286" y="497871"/>
                </a:moveTo>
                <a:lnTo>
                  <a:pt x="1353244" y="550574"/>
                </a:lnTo>
                <a:moveTo>
                  <a:pt x="1097831" y="852546"/>
                </a:moveTo>
                <a:lnTo>
                  <a:pt x="1032783" y="845977"/>
                </a:lnTo>
                <a:moveTo>
                  <a:pt x="1535304" y="578663"/>
                </a:moveTo>
                <a:lnTo>
                  <a:pt x="1469762" y="580082"/>
                </a:lnTo>
                <a:moveTo>
                  <a:pt x="1336397" y="829526"/>
                </a:moveTo>
                <a:lnTo>
                  <a:pt x="1335957" y="829416"/>
                </a:lnTo>
                <a:moveTo>
                  <a:pt x="1196861" y="653497"/>
                </a:moveTo>
                <a:lnTo>
                  <a:pt x="1128342" y="562687"/>
                </a:lnTo>
                <a:moveTo>
                  <a:pt x="1336397" y="829526"/>
                </a:moveTo>
                <a:lnTo>
                  <a:pt x="1336071" y="829532"/>
                </a:lnTo>
                <a:moveTo>
                  <a:pt x="1336071" y="829532"/>
                </a:moveTo>
                <a:lnTo>
                  <a:pt x="1335957" y="829416"/>
                </a:lnTo>
                <a:moveTo>
                  <a:pt x="1438853" y="669547"/>
                </a:moveTo>
                <a:lnTo>
                  <a:pt x="1395519" y="746872"/>
                </a:lnTo>
                <a:moveTo>
                  <a:pt x="1434754" y="837104"/>
                </a:moveTo>
                <a:lnTo>
                  <a:pt x="1424854" y="833798"/>
                </a:lnTo>
                <a:moveTo>
                  <a:pt x="1424088" y="920713"/>
                </a:moveTo>
                <a:lnTo>
                  <a:pt x="1424854" y="833798"/>
                </a:lnTo>
                <a:moveTo>
                  <a:pt x="1123709" y="647821"/>
                </a:moveTo>
                <a:lnTo>
                  <a:pt x="1082116" y="645595"/>
                </a:lnTo>
                <a:moveTo>
                  <a:pt x="1497369" y="335423"/>
                </a:moveTo>
                <a:lnTo>
                  <a:pt x="1434412" y="413129"/>
                </a:lnTo>
                <a:moveTo>
                  <a:pt x="1462972" y="586203"/>
                </a:moveTo>
                <a:lnTo>
                  <a:pt x="1384519" y="662836"/>
                </a:lnTo>
                <a:moveTo>
                  <a:pt x="1434412" y="413129"/>
                </a:moveTo>
                <a:lnTo>
                  <a:pt x="1478590" y="334370"/>
                </a:lnTo>
                <a:moveTo>
                  <a:pt x="1682593" y="515018"/>
                </a:moveTo>
                <a:lnTo>
                  <a:pt x="1656229" y="537067"/>
                </a:lnTo>
                <a:moveTo>
                  <a:pt x="1469762" y="580082"/>
                </a:moveTo>
                <a:lnTo>
                  <a:pt x="1437286" y="497871"/>
                </a:lnTo>
                <a:moveTo>
                  <a:pt x="1107600" y="814526"/>
                </a:moveTo>
                <a:lnTo>
                  <a:pt x="1032783" y="845977"/>
                </a:lnTo>
                <a:moveTo>
                  <a:pt x="1656229" y="537067"/>
                </a:moveTo>
                <a:lnTo>
                  <a:pt x="1575821" y="592842"/>
                </a:lnTo>
                <a:moveTo>
                  <a:pt x="1682593" y="515018"/>
                </a:moveTo>
                <a:lnTo>
                  <a:pt x="1661554" y="451172"/>
                </a:lnTo>
                <a:moveTo>
                  <a:pt x="1549550" y="348878"/>
                </a:moveTo>
                <a:lnTo>
                  <a:pt x="1497369" y="335423"/>
                </a:lnTo>
                <a:moveTo>
                  <a:pt x="1462972" y="586203"/>
                </a:moveTo>
                <a:lnTo>
                  <a:pt x="1437286" y="497871"/>
                </a:lnTo>
                <a:moveTo>
                  <a:pt x="1224955" y="710956"/>
                </a:moveTo>
                <a:lnTo>
                  <a:pt x="1196861" y="653497"/>
                </a:lnTo>
                <a:moveTo>
                  <a:pt x="1367304" y="578677"/>
                </a:moveTo>
                <a:lnTo>
                  <a:pt x="1353244" y="550574"/>
                </a:lnTo>
                <a:moveTo>
                  <a:pt x="1279821" y="744591"/>
                </a:moveTo>
                <a:lnTo>
                  <a:pt x="1260917" y="738579"/>
                </a:lnTo>
                <a:moveTo>
                  <a:pt x="1353244" y="550574"/>
                </a:moveTo>
                <a:lnTo>
                  <a:pt x="1235055" y="548040"/>
                </a:lnTo>
                <a:moveTo>
                  <a:pt x="922590" y="551917"/>
                </a:moveTo>
                <a:lnTo>
                  <a:pt x="912480" y="466254"/>
                </a:lnTo>
                <a:moveTo>
                  <a:pt x="1484910" y="588305"/>
                </a:moveTo>
                <a:lnTo>
                  <a:pt x="1535304" y="578663"/>
                </a:lnTo>
                <a:moveTo>
                  <a:pt x="1032783" y="845977"/>
                </a:moveTo>
                <a:lnTo>
                  <a:pt x="1007592" y="808833"/>
                </a:lnTo>
                <a:moveTo>
                  <a:pt x="1438853" y="669547"/>
                </a:moveTo>
                <a:lnTo>
                  <a:pt x="1384519" y="662836"/>
                </a:lnTo>
                <a:moveTo>
                  <a:pt x="1210727" y="569951"/>
                </a:moveTo>
                <a:lnTo>
                  <a:pt x="1235055" y="548040"/>
                </a:lnTo>
                <a:moveTo>
                  <a:pt x="1196861" y="653497"/>
                </a:moveTo>
                <a:lnTo>
                  <a:pt x="1123709" y="647821"/>
                </a:lnTo>
                <a:moveTo>
                  <a:pt x="1593061" y="594407"/>
                </a:moveTo>
                <a:lnTo>
                  <a:pt x="1656229" y="537067"/>
                </a:lnTo>
                <a:moveTo>
                  <a:pt x="1025019" y="557918"/>
                </a:moveTo>
                <a:lnTo>
                  <a:pt x="951323" y="553558"/>
                </a:lnTo>
                <a:moveTo>
                  <a:pt x="922590" y="551917"/>
                </a:moveTo>
                <a:lnTo>
                  <a:pt x="825444" y="545437"/>
                </a:lnTo>
                <a:moveTo>
                  <a:pt x="1356704" y="916533"/>
                </a:moveTo>
                <a:lnTo>
                  <a:pt x="1336397" y="829526"/>
                </a:lnTo>
                <a:moveTo>
                  <a:pt x="1356704" y="916533"/>
                </a:moveTo>
                <a:lnTo>
                  <a:pt x="1336071" y="829532"/>
                </a:lnTo>
                <a:moveTo>
                  <a:pt x="951323" y="553558"/>
                </a:moveTo>
                <a:lnTo>
                  <a:pt x="922590" y="551917"/>
                </a:lnTo>
                <a:moveTo>
                  <a:pt x="1437286" y="497871"/>
                </a:moveTo>
                <a:lnTo>
                  <a:pt x="1380487" y="497673"/>
                </a:lnTo>
                <a:moveTo>
                  <a:pt x="1462972" y="586203"/>
                </a:moveTo>
                <a:lnTo>
                  <a:pt x="1367304" y="578677"/>
                </a:lnTo>
                <a:moveTo>
                  <a:pt x="1601157" y="369591"/>
                </a:moveTo>
                <a:lnTo>
                  <a:pt x="1549550" y="348878"/>
                </a:lnTo>
                <a:moveTo>
                  <a:pt x="1107600" y="814526"/>
                </a:moveTo>
                <a:lnTo>
                  <a:pt x="1055059" y="814870"/>
                </a:lnTo>
                <a:moveTo>
                  <a:pt x="1434412" y="413129"/>
                </a:moveTo>
                <a:lnTo>
                  <a:pt x="1393216" y="414915"/>
                </a:lnTo>
                <a:moveTo>
                  <a:pt x="1196861" y="653497"/>
                </a:moveTo>
                <a:lnTo>
                  <a:pt x="1210727" y="569951"/>
                </a:lnTo>
                <a:moveTo>
                  <a:pt x="1437286" y="497871"/>
                </a:moveTo>
                <a:lnTo>
                  <a:pt x="1393216" y="414915"/>
                </a:lnTo>
                <a:moveTo>
                  <a:pt x="1462972" y="586203"/>
                </a:moveTo>
                <a:lnTo>
                  <a:pt x="1353244" y="550574"/>
                </a:lnTo>
                <a:moveTo>
                  <a:pt x="1279821" y="744591"/>
                </a:moveTo>
                <a:lnTo>
                  <a:pt x="1224955" y="710956"/>
                </a:lnTo>
                <a:moveTo>
                  <a:pt x="1658920" y="428067"/>
                </a:moveTo>
                <a:lnTo>
                  <a:pt x="1601157" y="369591"/>
                </a:lnTo>
                <a:moveTo>
                  <a:pt x="1275934" y="741810"/>
                </a:moveTo>
                <a:lnTo>
                  <a:pt x="1224955" y="710956"/>
                </a:lnTo>
                <a:moveTo>
                  <a:pt x="1335957" y="829416"/>
                </a:moveTo>
                <a:lnTo>
                  <a:pt x="1279821" y="744591"/>
                </a:lnTo>
                <a:moveTo>
                  <a:pt x="1593061" y="594407"/>
                </a:moveTo>
                <a:lnTo>
                  <a:pt x="1682593" y="515018"/>
                </a:lnTo>
                <a:moveTo>
                  <a:pt x="1424088" y="920713"/>
                </a:moveTo>
                <a:lnTo>
                  <a:pt x="1434754" y="837104"/>
                </a:lnTo>
                <a:moveTo>
                  <a:pt x="1462972" y="586203"/>
                </a:moveTo>
                <a:lnTo>
                  <a:pt x="1469762" y="580082"/>
                </a:lnTo>
                <a:moveTo>
                  <a:pt x="1593061" y="594407"/>
                </a:moveTo>
                <a:lnTo>
                  <a:pt x="1575821" y="592842"/>
                </a:lnTo>
                <a:moveTo>
                  <a:pt x="1434754" y="837104"/>
                </a:moveTo>
                <a:lnTo>
                  <a:pt x="1441281" y="753414"/>
                </a:lnTo>
                <a:moveTo>
                  <a:pt x="1497369" y="335423"/>
                </a:moveTo>
                <a:lnTo>
                  <a:pt x="1478590" y="334370"/>
                </a:lnTo>
                <a:moveTo>
                  <a:pt x="1335957" y="829416"/>
                </a:moveTo>
                <a:lnTo>
                  <a:pt x="1279282" y="744958"/>
                </a:lnTo>
                <a:moveTo>
                  <a:pt x="1336071" y="829532"/>
                </a:moveTo>
                <a:lnTo>
                  <a:pt x="1279282" y="744958"/>
                </a:lnTo>
                <a:moveTo>
                  <a:pt x="1353244" y="550574"/>
                </a:moveTo>
                <a:lnTo>
                  <a:pt x="1380487" y="497673"/>
                </a:lnTo>
                <a:moveTo>
                  <a:pt x="1586927" y="599124"/>
                </a:moveTo>
                <a:lnTo>
                  <a:pt x="1575821" y="592842"/>
                </a:lnTo>
                <a:moveTo>
                  <a:pt x="1691353" y="518165"/>
                </a:moveTo>
                <a:lnTo>
                  <a:pt x="1661554" y="451172"/>
                </a:lnTo>
                <a:moveTo>
                  <a:pt x="1593541" y="595095"/>
                </a:moveTo>
                <a:lnTo>
                  <a:pt x="1682593" y="515018"/>
                </a:lnTo>
                <a:moveTo>
                  <a:pt x="1691353" y="518165"/>
                </a:moveTo>
                <a:lnTo>
                  <a:pt x="1658920" y="428067"/>
                </a:lnTo>
                <a:moveTo>
                  <a:pt x="1497369" y="335423"/>
                </a:moveTo>
                <a:lnTo>
                  <a:pt x="1485457" y="326919"/>
                </a:lnTo>
                <a:moveTo>
                  <a:pt x="1575821" y="592842"/>
                </a:moveTo>
                <a:lnTo>
                  <a:pt x="1484910" y="588305"/>
                </a:lnTo>
                <a:moveTo>
                  <a:pt x="1485457" y="326919"/>
                </a:moveTo>
                <a:lnTo>
                  <a:pt x="1478590" y="334370"/>
                </a:lnTo>
                <a:moveTo>
                  <a:pt x="1289745" y="519043"/>
                </a:moveTo>
                <a:lnTo>
                  <a:pt x="1235055" y="548040"/>
                </a:lnTo>
                <a:moveTo>
                  <a:pt x="1484910" y="588305"/>
                </a:moveTo>
                <a:lnTo>
                  <a:pt x="1469762" y="580082"/>
                </a:lnTo>
                <a:moveTo>
                  <a:pt x="1593061" y="594407"/>
                </a:moveTo>
                <a:lnTo>
                  <a:pt x="1586927" y="599124"/>
                </a:lnTo>
                <a:moveTo>
                  <a:pt x="1438853" y="669547"/>
                </a:moveTo>
                <a:lnTo>
                  <a:pt x="1462972" y="586203"/>
                </a:lnTo>
                <a:moveTo>
                  <a:pt x="1441281" y="753414"/>
                </a:moveTo>
                <a:lnTo>
                  <a:pt x="1438853" y="669547"/>
                </a:lnTo>
                <a:moveTo>
                  <a:pt x="1484910" y="588305"/>
                </a:moveTo>
                <a:lnTo>
                  <a:pt x="1462972" y="586203"/>
                </a:lnTo>
                <a:moveTo>
                  <a:pt x="1032783" y="845977"/>
                </a:moveTo>
                <a:lnTo>
                  <a:pt x="1055059" y="814870"/>
                </a:lnTo>
                <a:moveTo>
                  <a:pt x="1593541" y="595095"/>
                </a:moveTo>
                <a:lnTo>
                  <a:pt x="1593061" y="594407"/>
                </a:lnTo>
                <a:moveTo>
                  <a:pt x="1586927" y="599124"/>
                </a:moveTo>
                <a:lnTo>
                  <a:pt x="1484910" y="588305"/>
                </a:lnTo>
                <a:moveTo>
                  <a:pt x="1353244" y="550574"/>
                </a:moveTo>
                <a:lnTo>
                  <a:pt x="1289745" y="519043"/>
                </a:lnTo>
                <a:moveTo>
                  <a:pt x="1544570" y="341993"/>
                </a:moveTo>
                <a:lnTo>
                  <a:pt x="1549550" y="348878"/>
                </a:lnTo>
                <a:moveTo>
                  <a:pt x="1593541" y="595095"/>
                </a:moveTo>
                <a:lnTo>
                  <a:pt x="1586927" y="599124"/>
                </a:lnTo>
                <a:moveTo>
                  <a:pt x="1467331" y="334831"/>
                </a:moveTo>
                <a:lnTo>
                  <a:pt x="1478590" y="334370"/>
                </a:lnTo>
                <a:moveTo>
                  <a:pt x="1691353" y="518165"/>
                </a:moveTo>
                <a:lnTo>
                  <a:pt x="1682593" y="515018"/>
                </a:lnTo>
                <a:moveTo>
                  <a:pt x="1393216" y="414915"/>
                </a:moveTo>
                <a:lnTo>
                  <a:pt x="1478590" y="334370"/>
                </a:lnTo>
                <a:moveTo>
                  <a:pt x="1467331" y="334831"/>
                </a:moveTo>
                <a:lnTo>
                  <a:pt x="1485457" y="326919"/>
                </a:lnTo>
                <a:moveTo>
                  <a:pt x="1670162" y="433928"/>
                </a:moveTo>
                <a:lnTo>
                  <a:pt x="1658920" y="428067"/>
                </a:lnTo>
                <a:moveTo>
                  <a:pt x="1227349" y="659737"/>
                </a:moveTo>
                <a:lnTo>
                  <a:pt x="1224955" y="710956"/>
                </a:lnTo>
                <a:moveTo>
                  <a:pt x="1336071" y="829532"/>
                </a:moveTo>
                <a:lnTo>
                  <a:pt x="1311842" y="833476"/>
                </a:lnTo>
                <a:moveTo>
                  <a:pt x="1196436" y="572694"/>
                </a:moveTo>
                <a:lnTo>
                  <a:pt x="1210727" y="569951"/>
                </a:lnTo>
                <a:moveTo>
                  <a:pt x="1380487" y="497673"/>
                </a:moveTo>
                <a:lnTo>
                  <a:pt x="1393216" y="414915"/>
                </a:lnTo>
                <a:moveTo>
                  <a:pt x="1279821" y="744591"/>
                </a:moveTo>
                <a:lnTo>
                  <a:pt x="1275934" y="741810"/>
                </a:lnTo>
                <a:moveTo>
                  <a:pt x="1403688" y="922509"/>
                </a:moveTo>
                <a:lnTo>
                  <a:pt x="1424088" y="920713"/>
                </a:lnTo>
                <a:moveTo>
                  <a:pt x="1279821" y="744591"/>
                </a:moveTo>
                <a:lnTo>
                  <a:pt x="1279282" y="744958"/>
                </a:lnTo>
                <a:moveTo>
                  <a:pt x="1380487" y="497673"/>
                </a:moveTo>
                <a:lnTo>
                  <a:pt x="1289745" y="519043"/>
                </a:lnTo>
                <a:moveTo>
                  <a:pt x="1691353" y="518165"/>
                </a:moveTo>
                <a:lnTo>
                  <a:pt x="1593541" y="595095"/>
                </a:lnTo>
                <a:moveTo>
                  <a:pt x="1279282" y="744958"/>
                </a:moveTo>
                <a:lnTo>
                  <a:pt x="1275934" y="741810"/>
                </a:lnTo>
                <a:moveTo>
                  <a:pt x="1520477" y="615184"/>
                </a:moveTo>
                <a:lnTo>
                  <a:pt x="1462972" y="586203"/>
                </a:lnTo>
                <a:moveTo>
                  <a:pt x="1418158" y="356668"/>
                </a:moveTo>
                <a:lnTo>
                  <a:pt x="1478590" y="334370"/>
                </a:lnTo>
                <a:moveTo>
                  <a:pt x="1412001" y="839189"/>
                </a:moveTo>
                <a:lnTo>
                  <a:pt x="1434754" y="837104"/>
                </a:lnTo>
                <a:moveTo>
                  <a:pt x="1424088" y="920713"/>
                </a:moveTo>
                <a:lnTo>
                  <a:pt x="1412001" y="839189"/>
                </a:lnTo>
                <a:moveTo>
                  <a:pt x="1227349" y="659737"/>
                </a:moveTo>
                <a:lnTo>
                  <a:pt x="1210727" y="569951"/>
                </a:lnTo>
                <a:moveTo>
                  <a:pt x="1227349" y="659737"/>
                </a:moveTo>
                <a:lnTo>
                  <a:pt x="1196861" y="653497"/>
                </a:lnTo>
                <a:moveTo>
                  <a:pt x="1544570" y="341993"/>
                </a:moveTo>
                <a:lnTo>
                  <a:pt x="1497369" y="335423"/>
                </a:lnTo>
                <a:moveTo>
                  <a:pt x="1586927" y="599124"/>
                </a:moveTo>
                <a:lnTo>
                  <a:pt x="1520477" y="615184"/>
                </a:lnTo>
                <a:moveTo>
                  <a:pt x="1356704" y="916533"/>
                </a:moveTo>
                <a:lnTo>
                  <a:pt x="1311842" y="833476"/>
                </a:lnTo>
                <a:moveTo>
                  <a:pt x="1520477" y="615184"/>
                </a:moveTo>
                <a:lnTo>
                  <a:pt x="1484910" y="588305"/>
                </a:lnTo>
                <a:moveTo>
                  <a:pt x="1593541" y="595095"/>
                </a:moveTo>
                <a:lnTo>
                  <a:pt x="1520477" y="615184"/>
                </a:lnTo>
                <a:moveTo>
                  <a:pt x="1544570" y="341993"/>
                </a:moveTo>
                <a:lnTo>
                  <a:pt x="1485457" y="326919"/>
                </a:lnTo>
                <a:moveTo>
                  <a:pt x="1418158" y="356668"/>
                </a:moveTo>
                <a:lnTo>
                  <a:pt x="1467331" y="334831"/>
                </a:lnTo>
                <a:moveTo>
                  <a:pt x="1537820" y="335449"/>
                </a:moveTo>
                <a:lnTo>
                  <a:pt x="1485457" y="326919"/>
                </a:lnTo>
                <a:moveTo>
                  <a:pt x="1670162" y="433928"/>
                </a:moveTo>
                <a:lnTo>
                  <a:pt x="1601157" y="369591"/>
                </a:lnTo>
                <a:moveTo>
                  <a:pt x="1601157" y="369591"/>
                </a:moveTo>
                <a:lnTo>
                  <a:pt x="1544570" y="341993"/>
                </a:lnTo>
                <a:moveTo>
                  <a:pt x="1641665" y="569347"/>
                </a:moveTo>
                <a:lnTo>
                  <a:pt x="1593541" y="595095"/>
                </a:lnTo>
                <a:moveTo>
                  <a:pt x="1418158" y="356668"/>
                </a:moveTo>
                <a:lnTo>
                  <a:pt x="1393216" y="414915"/>
                </a:lnTo>
                <a:moveTo>
                  <a:pt x="1434754" y="837104"/>
                </a:moveTo>
                <a:lnTo>
                  <a:pt x="1438514" y="758184"/>
                </a:lnTo>
                <a:moveTo>
                  <a:pt x="1380487" y="497673"/>
                </a:moveTo>
                <a:lnTo>
                  <a:pt x="1321827" y="497238"/>
                </a:lnTo>
                <a:moveTo>
                  <a:pt x="1438514" y="758184"/>
                </a:moveTo>
                <a:lnTo>
                  <a:pt x="1441281" y="753414"/>
                </a:lnTo>
                <a:moveTo>
                  <a:pt x="1275934" y="741810"/>
                </a:moveTo>
                <a:lnTo>
                  <a:pt x="1227349" y="659737"/>
                </a:lnTo>
                <a:moveTo>
                  <a:pt x="1651454" y="411449"/>
                </a:moveTo>
                <a:lnTo>
                  <a:pt x="1601157" y="369591"/>
                </a:lnTo>
                <a:moveTo>
                  <a:pt x="1601157" y="369591"/>
                </a:moveTo>
                <a:lnTo>
                  <a:pt x="1545184" y="342840"/>
                </a:lnTo>
                <a:moveTo>
                  <a:pt x="1311842" y="833476"/>
                </a:moveTo>
                <a:lnTo>
                  <a:pt x="1279282" y="744958"/>
                </a:lnTo>
                <a:moveTo>
                  <a:pt x="1593541" y="595095"/>
                </a:moveTo>
                <a:lnTo>
                  <a:pt x="1544846" y="595928"/>
                </a:lnTo>
                <a:moveTo>
                  <a:pt x="1448059" y="675021"/>
                </a:moveTo>
                <a:lnTo>
                  <a:pt x="1462972" y="586203"/>
                </a:lnTo>
                <a:moveTo>
                  <a:pt x="1691353" y="518165"/>
                </a:moveTo>
                <a:lnTo>
                  <a:pt x="1670162" y="433928"/>
                </a:lnTo>
                <a:moveTo>
                  <a:pt x="1441281" y="753414"/>
                </a:moveTo>
                <a:lnTo>
                  <a:pt x="1448059" y="675021"/>
                </a:lnTo>
                <a:moveTo>
                  <a:pt x="1391188" y="417149"/>
                </a:moveTo>
                <a:lnTo>
                  <a:pt x="1393216" y="414915"/>
                </a:lnTo>
                <a:moveTo>
                  <a:pt x="1321827" y="497238"/>
                </a:moveTo>
                <a:lnTo>
                  <a:pt x="1393216" y="414915"/>
                </a:lnTo>
                <a:moveTo>
                  <a:pt x="1691353" y="518165"/>
                </a:moveTo>
                <a:lnTo>
                  <a:pt x="1641665" y="569347"/>
                </a:lnTo>
                <a:moveTo>
                  <a:pt x="1448059" y="675021"/>
                </a:moveTo>
                <a:lnTo>
                  <a:pt x="1438853" y="669547"/>
                </a:lnTo>
                <a:moveTo>
                  <a:pt x="1321827" y="497238"/>
                </a:moveTo>
                <a:lnTo>
                  <a:pt x="1289745" y="519043"/>
                </a:lnTo>
                <a:moveTo>
                  <a:pt x="1630215" y="754042"/>
                </a:moveTo>
                <a:lnTo>
                  <a:pt x="1621509" y="767406"/>
                </a:lnTo>
                <a:moveTo>
                  <a:pt x="1403688" y="922509"/>
                </a:moveTo>
                <a:lnTo>
                  <a:pt x="1412001" y="839189"/>
                </a:lnTo>
                <a:moveTo>
                  <a:pt x="1275934" y="741810"/>
                </a:moveTo>
                <a:lnTo>
                  <a:pt x="1231373" y="661514"/>
                </a:lnTo>
                <a:moveTo>
                  <a:pt x="1227349" y="659737"/>
                </a:moveTo>
                <a:lnTo>
                  <a:pt x="1196436" y="572694"/>
                </a:lnTo>
                <a:moveTo>
                  <a:pt x="1459314" y="338944"/>
                </a:moveTo>
                <a:lnTo>
                  <a:pt x="1467331" y="334831"/>
                </a:lnTo>
                <a:moveTo>
                  <a:pt x="1391188" y="417149"/>
                </a:moveTo>
                <a:lnTo>
                  <a:pt x="1418158" y="356668"/>
                </a:lnTo>
                <a:moveTo>
                  <a:pt x="1472395" y="334964"/>
                </a:moveTo>
                <a:lnTo>
                  <a:pt x="1485457" y="326919"/>
                </a:lnTo>
                <a:moveTo>
                  <a:pt x="1345554" y="471980"/>
                </a:moveTo>
                <a:lnTo>
                  <a:pt x="1393216" y="414915"/>
                </a:lnTo>
                <a:moveTo>
                  <a:pt x="1544570" y="341993"/>
                </a:moveTo>
                <a:lnTo>
                  <a:pt x="1537820" y="335449"/>
                </a:lnTo>
                <a:moveTo>
                  <a:pt x="1575560" y="579844"/>
                </a:moveTo>
                <a:lnTo>
                  <a:pt x="1593541" y="595095"/>
                </a:lnTo>
                <a:moveTo>
                  <a:pt x="1217615" y="626706"/>
                </a:moveTo>
                <a:lnTo>
                  <a:pt x="1196436" y="572694"/>
                </a:lnTo>
                <a:moveTo>
                  <a:pt x="1299364" y="750616"/>
                </a:moveTo>
                <a:lnTo>
                  <a:pt x="1279282" y="744958"/>
                </a:lnTo>
                <a:moveTo>
                  <a:pt x="1286614" y="834184"/>
                </a:moveTo>
                <a:lnTo>
                  <a:pt x="1279282" y="744958"/>
                </a:lnTo>
                <a:moveTo>
                  <a:pt x="1520477" y="615184"/>
                </a:moveTo>
                <a:lnTo>
                  <a:pt x="1544846" y="595928"/>
                </a:lnTo>
                <a:moveTo>
                  <a:pt x="1670162" y="433928"/>
                </a:moveTo>
                <a:lnTo>
                  <a:pt x="1651454" y="411449"/>
                </a:lnTo>
                <a:moveTo>
                  <a:pt x="1472395" y="334964"/>
                </a:moveTo>
                <a:lnTo>
                  <a:pt x="1467331" y="334831"/>
                </a:lnTo>
                <a:moveTo>
                  <a:pt x="1621509" y="767406"/>
                </a:moveTo>
                <a:lnTo>
                  <a:pt x="1547220" y="764983"/>
                </a:lnTo>
                <a:moveTo>
                  <a:pt x="1545184" y="342840"/>
                </a:moveTo>
                <a:lnTo>
                  <a:pt x="1544570" y="341993"/>
                </a:lnTo>
                <a:moveTo>
                  <a:pt x="1588422" y="372382"/>
                </a:moveTo>
                <a:lnTo>
                  <a:pt x="1601157" y="369591"/>
                </a:lnTo>
                <a:moveTo>
                  <a:pt x="1545184" y="342840"/>
                </a:moveTo>
                <a:lnTo>
                  <a:pt x="1537820" y="335449"/>
                </a:lnTo>
                <a:moveTo>
                  <a:pt x="1412001" y="839189"/>
                </a:moveTo>
                <a:lnTo>
                  <a:pt x="1438514" y="758184"/>
                </a:lnTo>
                <a:moveTo>
                  <a:pt x="1691353" y="518165"/>
                </a:moveTo>
                <a:lnTo>
                  <a:pt x="1680424" y="437391"/>
                </a:lnTo>
                <a:moveTo>
                  <a:pt x="1227349" y="659737"/>
                </a:moveTo>
                <a:lnTo>
                  <a:pt x="1217615" y="626706"/>
                </a:lnTo>
                <a:moveTo>
                  <a:pt x="1679999" y="521714"/>
                </a:moveTo>
                <a:lnTo>
                  <a:pt x="1691353" y="518165"/>
                </a:lnTo>
                <a:moveTo>
                  <a:pt x="1403688" y="922509"/>
                </a:moveTo>
                <a:lnTo>
                  <a:pt x="1339117" y="836945"/>
                </a:lnTo>
                <a:moveTo>
                  <a:pt x="1520477" y="615184"/>
                </a:moveTo>
                <a:lnTo>
                  <a:pt x="1448059" y="675021"/>
                </a:lnTo>
                <a:moveTo>
                  <a:pt x="1520477" y="615184"/>
                </a:moveTo>
                <a:lnTo>
                  <a:pt x="1452328" y="658652"/>
                </a:lnTo>
                <a:moveTo>
                  <a:pt x="1459314" y="338944"/>
                </a:moveTo>
                <a:lnTo>
                  <a:pt x="1418158" y="356668"/>
                </a:lnTo>
                <a:moveTo>
                  <a:pt x="1412001" y="839189"/>
                </a:moveTo>
                <a:lnTo>
                  <a:pt x="1339117" y="836945"/>
                </a:lnTo>
                <a:moveTo>
                  <a:pt x="1565682" y="739181"/>
                </a:moveTo>
                <a:lnTo>
                  <a:pt x="1621509" y="767406"/>
                </a:lnTo>
                <a:moveTo>
                  <a:pt x="1265647" y="705108"/>
                </a:moveTo>
                <a:lnTo>
                  <a:pt x="1275934" y="741810"/>
                </a:lnTo>
                <a:moveTo>
                  <a:pt x="1231373" y="661514"/>
                </a:moveTo>
                <a:lnTo>
                  <a:pt x="1227349" y="659737"/>
                </a:lnTo>
                <a:moveTo>
                  <a:pt x="1265647" y="705108"/>
                </a:moveTo>
                <a:lnTo>
                  <a:pt x="1279282" y="744958"/>
                </a:lnTo>
                <a:moveTo>
                  <a:pt x="1345554" y="471980"/>
                </a:moveTo>
                <a:lnTo>
                  <a:pt x="1391188" y="417149"/>
                </a:lnTo>
                <a:moveTo>
                  <a:pt x="1630215" y="754042"/>
                </a:moveTo>
                <a:lnTo>
                  <a:pt x="1565682" y="739181"/>
                </a:lnTo>
                <a:moveTo>
                  <a:pt x="1345554" y="471980"/>
                </a:moveTo>
                <a:lnTo>
                  <a:pt x="1321827" y="497238"/>
                </a:lnTo>
                <a:moveTo>
                  <a:pt x="1680424" y="437391"/>
                </a:moveTo>
                <a:lnTo>
                  <a:pt x="1670162" y="433928"/>
                </a:lnTo>
                <a:moveTo>
                  <a:pt x="1391188" y="417149"/>
                </a:moveTo>
                <a:lnTo>
                  <a:pt x="1459314" y="338944"/>
                </a:lnTo>
                <a:moveTo>
                  <a:pt x="1231373" y="661514"/>
                </a:moveTo>
                <a:lnTo>
                  <a:pt x="1217615" y="626706"/>
                </a:lnTo>
                <a:moveTo>
                  <a:pt x="1286614" y="834184"/>
                </a:moveTo>
                <a:lnTo>
                  <a:pt x="1311842" y="833476"/>
                </a:lnTo>
                <a:moveTo>
                  <a:pt x="1679999" y="521714"/>
                </a:moveTo>
                <a:lnTo>
                  <a:pt x="1641665" y="569347"/>
                </a:lnTo>
                <a:moveTo>
                  <a:pt x="1379086" y="925466"/>
                </a:moveTo>
                <a:lnTo>
                  <a:pt x="1403688" y="922509"/>
                </a:lnTo>
                <a:moveTo>
                  <a:pt x="1544846" y="595928"/>
                </a:moveTo>
                <a:lnTo>
                  <a:pt x="1452328" y="658652"/>
                </a:lnTo>
                <a:moveTo>
                  <a:pt x="1412001" y="839189"/>
                </a:moveTo>
                <a:lnTo>
                  <a:pt x="1363441" y="755662"/>
                </a:lnTo>
                <a:moveTo>
                  <a:pt x="1438514" y="758184"/>
                </a:moveTo>
                <a:lnTo>
                  <a:pt x="1448059" y="675021"/>
                </a:lnTo>
                <a:moveTo>
                  <a:pt x="1537820" y="335449"/>
                </a:moveTo>
                <a:lnTo>
                  <a:pt x="1472395" y="334964"/>
                </a:lnTo>
                <a:moveTo>
                  <a:pt x="1641665" y="569347"/>
                </a:moveTo>
                <a:lnTo>
                  <a:pt x="1575560" y="579844"/>
                </a:lnTo>
                <a:moveTo>
                  <a:pt x="1680424" y="437391"/>
                </a:moveTo>
                <a:lnTo>
                  <a:pt x="1651454" y="411449"/>
                </a:lnTo>
                <a:moveTo>
                  <a:pt x="1477412" y="341246"/>
                </a:moveTo>
                <a:lnTo>
                  <a:pt x="1537820" y="335449"/>
                </a:lnTo>
                <a:moveTo>
                  <a:pt x="1561170" y="811949"/>
                </a:moveTo>
                <a:lnTo>
                  <a:pt x="1547220" y="764983"/>
                </a:lnTo>
                <a:moveTo>
                  <a:pt x="1257094" y="843057"/>
                </a:moveTo>
                <a:lnTo>
                  <a:pt x="1311842" y="833476"/>
                </a:lnTo>
                <a:moveTo>
                  <a:pt x="1452328" y="658652"/>
                </a:moveTo>
                <a:lnTo>
                  <a:pt x="1448059" y="675021"/>
                </a:lnTo>
                <a:moveTo>
                  <a:pt x="1565682" y="739181"/>
                </a:moveTo>
                <a:lnTo>
                  <a:pt x="1547220" y="764983"/>
                </a:lnTo>
                <a:moveTo>
                  <a:pt x="1575560" y="579844"/>
                </a:moveTo>
                <a:lnTo>
                  <a:pt x="1544846" y="595928"/>
                </a:lnTo>
                <a:moveTo>
                  <a:pt x="1545184" y="342840"/>
                </a:moveTo>
                <a:lnTo>
                  <a:pt x="1477412" y="341246"/>
                </a:lnTo>
                <a:moveTo>
                  <a:pt x="1544846" y="595928"/>
                </a:moveTo>
                <a:lnTo>
                  <a:pt x="1469027" y="593311"/>
                </a:lnTo>
                <a:moveTo>
                  <a:pt x="1321827" y="497238"/>
                </a:moveTo>
                <a:lnTo>
                  <a:pt x="1266421" y="497217"/>
                </a:lnTo>
                <a:moveTo>
                  <a:pt x="1651454" y="411449"/>
                </a:moveTo>
                <a:lnTo>
                  <a:pt x="1588422" y="372382"/>
                </a:lnTo>
                <a:moveTo>
                  <a:pt x="1588422" y="372382"/>
                </a:moveTo>
                <a:lnTo>
                  <a:pt x="1545184" y="342840"/>
                </a:lnTo>
                <a:moveTo>
                  <a:pt x="1441012" y="675229"/>
                </a:moveTo>
                <a:lnTo>
                  <a:pt x="1448059" y="675021"/>
                </a:lnTo>
                <a:moveTo>
                  <a:pt x="1339117" y="836945"/>
                </a:moveTo>
                <a:lnTo>
                  <a:pt x="1299364" y="750616"/>
                </a:lnTo>
                <a:moveTo>
                  <a:pt x="1339117" y="836945"/>
                </a:moveTo>
                <a:lnTo>
                  <a:pt x="1286614" y="834184"/>
                </a:lnTo>
                <a:moveTo>
                  <a:pt x="1441012" y="675229"/>
                </a:moveTo>
                <a:lnTo>
                  <a:pt x="1452328" y="658652"/>
                </a:lnTo>
                <a:moveTo>
                  <a:pt x="1438514" y="758184"/>
                </a:moveTo>
                <a:lnTo>
                  <a:pt x="1363441" y="755662"/>
                </a:lnTo>
                <a:moveTo>
                  <a:pt x="1286614" y="834184"/>
                </a:moveTo>
                <a:lnTo>
                  <a:pt x="1299364" y="750616"/>
                </a:lnTo>
                <a:moveTo>
                  <a:pt x="1279378" y="483622"/>
                </a:moveTo>
                <a:lnTo>
                  <a:pt x="1321827" y="497238"/>
                </a:lnTo>
                <a:moveTo>
                  <a:pt x="1472395" y="334964"/>
                </a:moveTo>
                <a:lnTo>
                  <a:pt x="1459314" y="338944"/>
                </a:lnTo>
                <a:moveTo>
                  <a:pt x="1452328" y="658652"/>
                </a:moveTo>
                <a:lnTo>
                  <a:pt x="1469027" y="593311"/>
                </a:lnTo>
                <a:moveTo>
                  <a:pt x="1363441" y="755662"/>
                </a:moveTo>
                <a:lnTo>
                  <a:pt x="1448059" y="675021"/>
                </a:lnTo>
                <a:moveTo>
                  <a:pt x="1679999" y="521714"/>
                </a:moveTo>
                <a:lnTo>
                  <a:pt x="1680424" y="437391"/>
                </a:lnTo>
                <a:moveTo>
                  <a:pt x="1527771" y="766398"/>
                </a:moveTo>
                <a:lnTo>
                  <a:pt x="1547220" y="764983"/>
                </a:lnTo>
                <a:moveTo>
                  <a:pt x="1339117" y="836945"/>
                </a:moveTo>
                <a:lnTo>
                  <a:pt x="1363441" y="755662"/>
                </a:lnTo>
                <a:moveTo>
                  <a:pt x="1441012" y="675229"/>
                </a:moveTo>
                <a:lnTo>
                  <a:pt x="1469027" y="593311"/>
                </a:lnTo>
                <a:moveTo>
                  <a:pt x="1813409" y="561196"/>
                </a:moveTo>
                <a:lnTo>
                  <a:pt x="1764655" y="525455"/>
                </a:lnTo>
                <a:moveTo>
                  <a:pt x="1679999" y="521714"/>
                </a:moveTo>
                <a:lnTo>
                  <a:pt x="1575560" y="579844"/>
                </a:lnTo>
                <a:moveTo>
                  <a:pt x="1379086" y="925466"/>
                </a:moveTo>
                <a:lnTo>
                  <a:pt x="1339117" y="836945"/>
                </a:lnTo>
                <a:moveTo>
                  <a:pt x="1265647" y="705108"/>
                </a:moveTo>
                <a:lnTo>
                  <a:pt x="1231373" y="661514"/>
                </a:lnTo>
                <a:moveTo>
                  <a:pt x="1363441" y="755662"/>
                </a:moveTo>
                <a:lnTo>
                  <a:pt x="1299364" y="750616"/>
                </a:lnTo>
                <a:moveTo>
                  <a:pt x="1371056" y="913783"/>
                </a:moveTo>
                <a:lnTo>
                  <a:pt x="1339117" y="836945"/>
                </a:lnTo>
                <a:moveTo>
                  <a:pt x="1286614" y="834184"/>
                </a:moveTo>
                <a:lnTo>
                  <a:pt x="1257094" y="843057"/>
                </a:lnTo>
                <a:moveTo>
                  <a:pt x="1477412" y="341246"/>
                </a:moveTo>
                <a:lnTo>
                  <a:pt x="1472395" y="334964"/>
                </a:lnTo>
                <a:moveTo>
                  <a:pt x="1561170" y="811949"/>
                </a:moveTo>
                <a:lnTo>
                  <a:pt x="1527771" y="766398"/>
                </a:lnTo>
                <a:moveTo>
                  <a:pt x="1299364" y="750616"/>
                </a:moveTo>
                <a:lnTo>
                  <a:pt x="1265647" y="705108"/>
                </a:lnTo>
                <a:moveTo>
                  <a:pt x="1796869" y="531524"/>
                </a:moveTo>
                <a:lnTo>
                  <a:pt x="1764655" y="525455"/>
                </a:lnTo>
                <a:moveTo>
                  <a:pt x="1383047" y="720366"/>
                </a:moveTo>
                <a:lnTo>
                  <a:pt x="1448059" y="675021"/>
                </a:lnTo>
                <a:moveTo>
                  <a:pt x="1527771" y="766398"/>
                </a:moveTo>
                <a:lnTo>
                  <a:pt x="1565682" y="739181"/>
                </a:lnTo>
                <a:moveTo>
                  <a:pt x="1345554" y="471980"/>
                </a:moveTo>
                <a:lnTo>
                  <a:pt x="1279378" y="483622"/>
                </a:lnTo>
                <a:moveTo>
                  <a:pt x="1371056" y="913783"/>
                </a:moveTo>
                <a:lnTo>
                  <a:pt x="1286614" y="834184"/>
                </a:lnTo>
                <a:moveTo>
                  <a:pt x="1544846" y="595928"/>
                </a:moveTo>
                <a:lnTo>
                  <a:pt x="1511649" y="514354"/>
                </a:lnTo>
                <a:moveTo>
                  <a:pt x="1517569" y="514739"/>
                </a:moveTo>
                <a:lnTo>
                  <a:pt x="1544846" y="595928"/>
                </a:lnTo>
                <a:moveTo>
                  <a:pt x="1588422" y="372382"/>
                </a:moveTo>
                <a:lnTo>
                  <a:pt x="1477412" y="341246"/>
                </a:lnTo>
                <a:moveTo>
                  <a:pt x="1441012" y="675229"/>
                </a:moveTo>
                <a:lnTo>
                  <a:pt x="1383047" y="720366"/>
                </a:lnTo>
                <a:moveTo>
                  <a:pt x="1632193" y="438282"/>
                </a:moveTo>
                <a:lnTo>
                  <a:pt x="1651454" y="411449"/>
                </a:lnTo>
                <a:moveTo>
                  <a:pt x="1237160" y="665570"/>
                </a:moveTo>
                <a:lnTo>
                  <a:pt x="1231373" y="661514"/>
                </a:lnTo>
                <a:moveTo>
                  <a:pt x="1363441" y="755662"/>
                </a:moveTo>
                <a:lnTo>
                  <a:pt x="1265647" y="705108"/>
                </a:lnTo>
                <a:moveTo>
                  <a:pt x="1606710" y="688172"/>
                </a:moveTo>
                <a:lnTo>
                  <a:pt x="1565682" y="739181"/>
                </a:lnTo>
                <a:moveTo>
                  <a:pt x="1642771" y="690485"/>
                </a:moveTo>
                <a:lnTo>
                  <a:pt x="1565682" y="739181"/>
                </a:lnTo>
                <a:moveTo>
                  <a:pt x="1371056" y="913783"/>
                </a:moveTo>
                <a:lnTo>
                  <a:pt x="1257094" y="843057"/>
                </a:lnTo>
                <a:moveTo>
                  <a:pt x="1205915" y="612802"/>
                </a:moveTo>
                <a:lnTo>
                  <a:pt x="1217615" y="626706"/>
                </a:lnTo>
                <a:moveTo>
                  <a:pt x="1379086" y="925466"/>
                </a:moveTo>
                <a:lnTo>
                  <a:pt x="1371056" y="913783"/>
                </a:lnTo>
                <a:moveTo>
                  <a:pt x="1561170" y="811949"/>
                </a:moveTo>
                <a:lnTo>
                  <a:pt x="1504310" y="766552"/>
                </a:lnTo>
                <a:moveTo>
                  <a:pt x="1373902" y="925746"/>
                </a:moveTo>
                <a:lnTo>
                  <a:pt x="1379086" y="925466"/>
                </a:lnTo>
                <a:moveTo>
                  <a:pt x="1383047" y="720366"/>
                </a:moveTo>
                <a:lnTo>
                  <a:pt x="1363441" y="755662"/>
                </a:lnTo>
                <a:moveTo>
                  <a:pt x="1401801" y="676163"/>
                </a:moveTo>
                <a:lnTo>
                  <a:pt x="1441012" y="675229"/>
                </a:lnTo>
                <a:moveTo>
                  <a:pt x="1679999" y="521714"/>
                </a:moveTo>
                <a:lnTo>
                  <a:pt x="1618450" y="520912"/>
                </a:lnTo>
                <a:moveTo>
                  <a:pt x="1279378" y="483622"/>
                </a:moveTo>
                <a:lnTo>
                  <a:pt x="1266421" y="497217"/>
                </a:lnTo>
                <a:moveTo>
                  <a:pt x="1373902" y="925746"/>
                </a:moveTo>
                <a:lnTo>
                  <a:pt x="1371056" y="913783"/>
                </a:lnTo>
                <a:moveTo>
                  <a:pt x="1575560" y="579844"/>
                </a:moveTo>
                <a:lnTo>
                  <a:pt x="1618450" y="520912"/>
                </a:lnTo>
                <a:moveTo>
                  <a:pt x="1469027" y="593311"/>
                </a:moveTo>
                <a:lnTo>
                  <a:pt x="1401670" y="507393"/>
                </a:lnTo>
                <a:moveTo>
                  <a:pt x="1403649" y="423035"/>
                </a:moveTo>
                <a:lnTo>
                  <a:pt x="1477412" y="341246"/>
                </a:lnTo>
                <a:moveTo>
                  <a:pt x="1383047" y="720366"/>
                </a:moveTo>
                <a:lnTo>
                  <a:pt x="1265647" y="705108"/>
                </a:lnTo>
                <a:moveTo>
                  <a:pt x="1575560" y="579844"/>
                </a:moveTo>
                <a:lnTo>
                  <a:pt x="1517569" y="514739"/>
                </a:lnTo>
                <a:moveTo>
                  <a:pt x="1205915" y="612802"/>
                </a:moveTo>
                <a:lnTo>
                  <a:pt x="1231373" y="661514"/>
                </a:lnTo>
                <a:moveTo>
                  <a:pt x="1469027" y="593311"/>
                </a:moveTo>
                <a:lnTo>
                  <a:pt x="1511649" y="514354"/>
                </a:lnTo>
                <a:moveTo>
                  <a:pt x="1401801" y="676163"/>
                </a:moveTo>
                <a:lnTo>
                  <a:pt x="1469027" y="593311"/>
                </a:lnTo>
                <a:moveTo>
                  <a:pt x="1680424" y="437391"/>
                </a:moveTo>
                <a:lnTo>
                  <a:pt x="1632193" y="438282"/>
                </a:lnTo>
                <a:moveTo>
                  <a:pt x="1527771" y="766398"/>
                </a:moveTo>
                <a:lnTo>
                  <a:pt x="1606710" y="688172"/>
                </a:lnTo>
                <a:moveTo>
                  <a:pt x="1679999" y="521714"/>
                </a:moveTo>
                <a:lnTo>
                  <a:pt x="1632193" y="438282"/>
                </a:lnTo>
                <a:moveTo>
                  <a:pt x="1469027" y="593311"/>
                </a:moveTo>
                <a:lnTo>
                  <a:pt x="1407357" y="592493"/>
                </a:lnTo>
                <a:moveTo>
                  <a:pt x="1265647" y="705108"/>
                </a:moveTo>
                <a:lnTo>
                  <a:pt x="1237160" y="665570"/>
                </a:lnTo>
                <a:moveTo>
                  <a:pt x="1521469" y="396545"/>
                </a:moveTo>
                <a:lnTo>
                  <a:pt x="1477412" y="341246"/>
                </a:lnTo>
                <a:moveTo>
                  <a:pt x="1527771" y="766398"/>
                </a:moveTo>
                <a:lnTo>
                  <a:pt x="1504310" y="766552"/>
                </a:lnTo>
                <a:moveTo>
                  <a:pt x="1813409" y="561196"/>
                </a:moveTo>
                <a:lnTo>
                  <a:pt x="1796869" y="531524"/>
                </a:lnTo>
                <a:moveTo>
                  <a:pt x="1588422" y="372382"/>
                </a:moveTo>
                <a:lnTo>
                  <a:pt x="1521469" y="396545"/>
                </a:lnTo>
                <a:moveTo>
                  <a:pt x="1632193" y="438282"/>
                </a:moveTo>
                <a:lnTo>
                  <a:pt x="1588422" y="372382"/>
                </a:lnTo>
                <a:moveTo>
                  <a:pt x="1642771" y="690485"/>
                </a:moveTo>
                <a:lnTo>
                  <a:pt x="1606710" y="688172"/>
                </a:lnTo>
                <a:moveTo>
                  <a:pt x="1401801" y="676163"/>
                </a:moveTo>
                <a:lnTo>
                  <a:pt x="1383047" y="720366"/>
                </a:lnTo>
                <a:moveTo>
                  <a:pt x="1308841" y="861530"/>
                </a:moveTo>
                <a:lnTo>
                  <a:pt x="1257094" y="843057"/>
                </a:lnTo>
                <a:moveTo>
                  <a:pt x="1504310" y="766552"/>
                </a:moveTo>
                <a:lnTo>
                  <a:pt x="1606710" y="688172"/>
                </a:lnTo>
                <a:moveTo>
                  <a:pt x="1536026" y="433077"/>
                </a:moveTo>
                <a:lnTo>
                  <a:pt x="1588422" y="372382"/>
                </a:lnTo>
                <a:moveTo>
                  <a:pt x="1371056" y="913783"/>
                </a:moveTo>
                <a:lnTo>
                  <a:pt x="1308841" y="861530"/>
                </a:lnTo>
                <a:moveTo>
                  <a:pt x="1622549" y="675058"/>
                </a:moveTo>
                <a:lnTo>
                  <a:pt x="1606710" y="688172"/>
                </a:lnTo>
                <a:moveTo>
                  <a:pt x="1511649" y="514354"/>
                </a:moveTo>
                <a:lnTo>
                  <a:pt x="1401670" y="507393"/>
                </a:lnTo>
                <a:moveTo>
                  <a:pt x="1642771" y="690485"/>
                </a:moveTo>
                <a:lnTo>
                  <a:pt x="1622549" y="675058"/>
                </a:lnTo>
                <a:moveTo>
                  <a:pt x="1618450" y="520912"/>
                </a:moveTo>
                <a:lnTo>
                  <a:pt x="1517569" y="514739"/>
                </a:lnTo>
                <a:moveTo>
                  <a:pt x="1517569" y="514739"/>
                </a:moveTo>
                <a:lnTo>
                  <a:pt x="1511649" y="514354"/>
                </a:lnTo>
                <a:moveTo>
                  <a:pt x="1320330" y="676210"/>
                </a:moveTo>
                <a:lnTo>
                  <a:pt x="1265647" y="705108"/>
                </a:lnTo>
                <a:moveTo>
                  <a:pt x="1521469" y="396545"/>
                </a:moveTo>
                <a:lnTo>
                  <a:pt x="1403649" y="423035"/>
                </a:lnTo>
                <a:moveTo>
                  <a:pt x="1618450" y="520912"/>
                </a:moveTo>
                <a:lnTo>
                  <a:pt x="1514957" y="501589"/>
                </a:lnTo>
                <a:moveTo>
                  <a:pt x="1407357" y="592493"/>
                </a:moveTo>
                <a:lnTo>
                  <a:pt x="1401670" y="507393"/>
                </a:lnTo>
                <a:moveTo>
                  <a:pt x="1514957" y="501589"/>
                </a:moveTo>
                <a:lnTo>
                  <a:pt x="1511649" y="514354"/>
                </a:lnTo>
                <a:moveTo>
                  <a:pt x="1517569" y="514739"/>
                </a:moveTo>
                <a:lnTo>
                  <a:pt x="1514957" y="501589"/>
                </a:lnTo>
                <a:moveTo>
                  <a:pt x="1313894" y="672723"/>
                </a:moveTo>
                <a:lnTo>
                  <a:pt x="1265647" y="705108"/>
                </a:lnTo>
                <a:moveTo>
                  <a:pt x="1401801" y="676163"/>
                </a:moveTo>
                <a:lnTo>
                  <a:pt x="1407357" y="592493"/>
                </a:lnTo>
                <a:moveTo>
                  <a:pt x="1618450" y="520912"/>
                </a:moveTo>
                <a:lnTo>
                  <a:pt x="1632193" y="438282"/>
                </a:lnTo>
                <a:moveTo>
                  <a:pt x="1383047" y="720366"/>
                </a:moveTo>
                <a:lnTo>
                  <a:pt x="1320330" y="676210"/>
                </a:lnTo>
                <a:moveTo>
                  <a:pt x="1606710" y="688172"/>
                </a:moveTo>
                <a:lnTo>
                  <a:pt x="1530141" y="685460"/>
                </a:lnTo>
                <a:moveTo>
                  <a:pt x="1237160" y="665570"/>
                </a:moveTo>
                <a:lnTo>
                  <a:pt x="1205915" y="612802"/>
                </a:lnTo>
                <a:moveTo>
                  <a:pt x="1494118" y="430458"/>
                </a:moveTo>
                <a:lnTo>
                  <a:pt x="1403649" y="423035"/>
                </a:lnTo>
                <a:moveTo>
                  <a:pt x="1504310" y="766552"/>
                </a:moveTo>
                <a:lnTo>
                  <a:pt x="1530141" y="685460"/>
                </a:lnTo>
                <a:moveTo>
                  <a:pt x="1618450" y="520912"/>
                </a:moveTo>
                <a:lnTo>
                  <a:pt x="1536026" y="433077"/>
                </a:lnTo>
                <a:moveTo>
                  <a:pt x="1494118" y="430458"/>
                </a:moveTo>
                <a:lnTo>
                  <a:pt x="1511649" y="514354"/>
                </a:lnTo>
                <a:moveTo>
                  <a:pt x="1514957" y="501589"/>
                </a:moveTo>
                <a:lnTo>
                  <a:pt x="1494118" y="430458"/>
                </a:lnTo>
                <a:moveTo>
                  <a:pt x="1514957" y="501589"/>
                </a:moveTo>
                <a:lnTo>
                  <a:pt x="1536026" y="433077"/>
                </a:lnTo>
                <a:moveTo>
                  <a:pt x="1313894" y="672723"/>
                </a:moveTo>
                <a:lnTo>
                  <a:pt x="1237160" y="665570"/>
                </a:lnTo>
                <a:moveTo>
                  <a:pt x="1401801" y="676163"/>
                </a:moveTo>
                <a:lnTo>
                  <a:pt x="1320330" y="676210"/>
                </a:lnTo>
                <a:moveTo>
                  <a:pt x="1401670" y="507393"/>
                </a:moveTo>
                <a:lnTo>
                  <a:pt x="1336026" y="505521"/>
                </a:lnTo>
                <a:moveTo>
                  <a:pt x="1494118" y="430458"/>
                </a:moveTo>
                <a:lnTo>
                  <a:pt x="1521469" y="396545"/>
                </a:lnTo>
                <a:moveTo>
                  <a:pt x="1536026" y="433077"/>
                </a:moveTo>
                <a:lnTo>
                  <a:pt x="1521469" y="396545"/>
                </a:lnTo>
                <a:moveTo>
                  <a:pt x="1401801" y="676163"/>
                </a:moveTo>
                <a:lnTo>
                  <a:pt x="1322799" y="673141"/>
                </a:lnTo>
                <a:moveTo>
                  <a:pt x="1632193" y="438282"/>
                </a:moveTo>
                <a:lnTo>
                  <a:pt x="1536026" y="433077"/>
                </a:lnTo>
                <a:moveTo>
                  <a:pt x="1558838" y="646923"/>
                </a:moveTo>
                <a:lnTo>
                  <a:pt x="1606710" y="688172"/>
                </a:lnTo>
                <a:moveTo>
                  <a:pt x="1813409" y="561196"/>
                </a:moveTo>
                <a:lnTo>
                  <a:pt x="1789965" y="535699"/>
                </a:lnTo>
                <a:moveTo>
                  <a:pt x="1536026" y="433077"/>
                </a:moveTo>
                <a:lnTo>
                  <a:pt x="1494118" y="430458"/>
                </a:lnTo>
                <a:moveTo>
                  <a:pt x="1347628" y="591922"/>
                </a:moveTo>
                <a:lnTo>
                  <a:pt x="1401670" y="507393"/>
                </a:lnTo>
                <a:moveTo>
                  <a:pt x="1313894" y="672723"/>
                </a:moveTo>
                <a:lnTo>
                  <a:pt x="1205915" y="612802"/>
                </a:lnTo>
                <a:moveTo>
                  <a:pt x="1401801" y="676163"/>
                </a:moveTo>
                <a:lnTo>
                  <a:pt x="1347628" y="591922"/>
                </a:lnTo>
                <a:moveTo>
                  <a:pt x="1789965" y="535699"/>
                </a:moveTo>
                <a:lnTo>
                  <a:pt x="1796869" y="531524"/>
                </a:lnTo>
                <a:moveTo>
                  <a:pt x="1622549" y="675058"/>
                </a:moveTo>
                <a:lnTo>
                  <a:pt x="1558838" y="646923"/>
                </a:lnTo>
                <a:moveTo>
                  <a:pt x="1320330" y="676210"/>
                </a:moveTo>
                <a:lnTo>
                  <a:pt x="1322799" y="673141"/>
                </a:lnTo>
                <a:moveTo>
                  <a:pt x="1407357" y="592493"/>
                </a:moveTo>
                <a:lnTo>
                  <a:pt x="1347628" y="591922"/>
                </a:lnTo>
                <a:moveTo>
                  <a:pt x="1320330" y="676210"/>
                </a:moveTo>
                <a:lnTo>
                  <a:pt x="1313894" y="672723"/>
                </a:lnTo>
                <a:moveTo>
                  <a:pt x="1322799" y="673141"/>
                </a:moveTo>
                <a:lnTo>
                  <a:pt x="1313894" y="672723"/>
                </a:lnTo>
                <a:moveTo>
                  <a:pt x="1336026" y="505521"/>
                </a:moveTo>
                <a:lnTo>
                  <a:pt x="1328136" y="505066"/>
                </a:lnTo>
                <a:moveTo>
                  <a:pt x="1504310" y="766552"/>
                </a:moveTo>
                <a:lnTo>
                  <a:pt x="1467729" y="684548"/>
                </a:lnTo>
                <a:moveTo>
                  <a:pt x="1336026" y="505521"/>
                </a:moveTo>
                <a:lnTo>
                  <a:pt x="1330834" y="506775"/>
                </a:lnTo>
                <a:moveTo>
                  <a:pt x="1330834" y="506775"/>
                </a:moveTo>
                <a:lnTo>
                  <a:pt x="1328136" y="505066"/>
                </a:lnTo>
                <a:moveTo>
                  <a:pt x="1558838" y="646923"/>
                </a:moveTo>
                <a:lnTo>
                  <a:pt x="1530141" y="685460"/>
                </a:lnTo>
                <a:moveTo>
                  <a:pt x="1322799" y="673141"/>
                </a:moveTo>
                <a:lnTo>
                  <a:pt x="1347628" y="591922"/>
                </a:lnTo>
                <a:moveTo>
                  <a:pt x="1347628" y="591922"/>
                </a:moveTo>
                <a:lnTo>
                  <a:pt x="1336026" y="505521"/>
                </a:lnTo>
                <a:moveTo>
                  <a:pt x="1347628" y="591922"/>
                </a:moveTo>
                <a:lnTo>
                  <a:pt x="1330834" y="506775"/>
                </a:lnTo>
                <a:moveTo>
                  <a:pt x="1530141" y="685460"/>
                </a:moveTo>
                <a:lnTo>
                  <a:pt x="1467729" y="684548"/>
                </a:lnTo>
                <a:moveTo>
                  <a:pt x="1257509" y="633729"/>
                </a:moveTo>
                <a:lnTo>
                  <a:pt x="1205915" y="612802"/>
                </a:lnTo>
                <a:moveTo>
                  <a:pt x="1322799" y="673141"/>
                </a:moveTo>
                <a:lnTo>
                  <a:pt x="1257509" y="633729"/>
                </a:lnTo>
                <a:moveTo>
                  <a:pt x="1313894" y="672723"/>
                </a:moveTo>
                <a:lnTo>
                  <a:pt x="1257509" y="633729"/>
                </a:lnTo>
                <a:moveTo>
                  <a:pt x="1330834" y="506775"/>
                </a:moveTo>
                <a:lnTo>
                  <a:pt x="1265070" y="511767"/>
                </a:lnTo>
                <a:moveTo>
                  <a:pt x="1322799" y="673141"/>
                </a:moveTo>
                <a:lnTo>
                  <a:pt x="1282525" y="590668"/>
                </a:lnTo>
                <a:moveTo>
                  <a:pt x="1282525" y="590668"/>
                </a:moveTo>
                <a:lnTo>
                  <a:pt x="1330834" y="506775"/>
                </a:lnTo>
                <a:moveTo>
                  <a:pt x="1347628" y="591922"/>
                </a:moveTo>
                <a:lnTo>
                  <a:pt x="1282525" y="590668"/>
                </a:lnTo>
                <a:moveTo>
                  <a:pt x="1257509" y="633729"/>
                </a:moveTo>
                <a:lnTo>
                  <a:pt x="1282525" y="590668"/>
                </a:lnTo>
                <a:moveTo>
                  <a:pt x="1282525" y="590668"/>
                </a:moveTo>
                <a:lnTo>
                  <a:pt x="1265070" y="51176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74" name="9wup_2_build_ReferenceLigand_0">
            <a:extLst>
              <a:ext uri="{FF2B5EF4-FFF2-40B4-BE49-F238E27FC236}">
                <a16:creationId xmlns:a16="http://schemas.microsoft.com/office/drawing/2014/main" id="{1950E978-9A4B-41F6-9D2C-236788BFD01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5015" y="482068"/>
                </a:moveTo>
                <a:lnTo>
                  <a:pt x="1765266" y="444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5" name="9wup_2_build_ReferenceLigand_1">
            <a:extLst>
              <a:ext uri="{FF2B5EF4-FFF2-40B4-BE49-F238E27FC236}">
                <a16:creationId xmlns:a16="http://schemas.microsoft.com/office/drawing/2014/main" id="{E644D3D6-DCFD-44F9-901A-9EFDF2CE8CC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0382" y="695647"/>
                </a:moveTo>
                <a:lnTo>
                  <a:pt x="1945455" y="7750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6" name="9wup_2_build_ReferenceLigand_2">
            <a:extLst>
              <a:ext uri="{FF2B5EF4-FFF2-40B4-BE49-F238E27FC236}">
                <a16:creationId xmlns:a16="http://schemas.microsoft.com/office/drawing/2014/main" id="{5D223E5B-C123-4070-9DD5-F63CEDE9B54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5015" y="482068"/>
                </a:moveTo>
                <a:lnTo>
                  <a:pt x="1674986" y="397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7" name="9wup_2_build_ReferenceLigand_3">
            <a:extLst>
              <a:ext uri="{FF2B5EF4-FFF2-40B4-BE49-F238E27FC236}">
                <a16:creationId xmlns:a16="http://schemas.microsoft.com/office/drawing/2014/main" id="{2B77C165-FDCC-4D44-B53C-3B93AEC7D578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5455" y="775094"/>
                </a:moveTo>
                <a:lnTo>
                  <a:pt x="2042812" y="7249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8" name="9wup_2_build_ReferenceLigand_4">
            <a:extLst>
              <a:ext uri="{FF2B5EF4-FFF2-40B4-BE49-F238E27FC236}">
                <a16:creationId xmlns:a16="http://schemas.microsoft.com/office/drawing/2014/main" id="{36C62D1B-B7F9-46F8-A4EB-65D1E3958C9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197" y="491043"/>
                </a:moveTo>
                <a:lnTo>
                  <a:pt x="1745015" y="4820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9" name="9wup_2_build_ReferenceLigand_5">
            <a:extLst>
              <a:ext uri="{FF2B5EF4-FFF2-40B4-BE49-F238E27FC236}">
                <a16:creationId xmlns:a16="http://schemas.microsoft.com/office/drawing/2014/main" id="{46BB1AB0-D1C1-4992-A0BC-82EF10CF5F34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265" y="594991"/>
                </a:moveTo>
                <a:lnTo>
                  <a:pt x="1870382" y="695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0" name="9wup_2_build_ReferenceLigand_6">
            <a:extLst>
              <a:ext uri="{FF2B5EF4-FFF2-40B4-BE49-F238E27FC236}">
                <a16:creationId xmlns:a16="http://schemas.microsoft.com/office/drawing/2014/main" id="{AA234CF6-3FAE-4769-BDCF-B94A216F5D2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986" y="397478"/>
                </a:moveTo>
                <a:lnTo>
                  <a:pt x="1709741" y="2862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1" name="9wup_2_build_ReferenceLigand_7">
            <a:extLst>
              <a:ext uri="{FF2B5EF4-FFF2-40B4-BE49-F238E27FC236}">
                <a16:creationId xmlns:a16="http://schemas.microsoft.com/office/drawing/2014/main" id="{C61D6BE9-BF4A-4518-AB6C-C6D4321542CE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3692" y="764751"/>
                </a:moveTo>
                <a:lnTo>
                  <a:pt x="2183802" y="8706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2" name="9wup_2_build_ReferenceLigand_8">
            <a:extLst>
              <a:ext uri="{FF2B5EF4-FFF2-40B4-BE49-F238E27FC236}">
                <a16:creationId xmlns:a16="http://schemas.microsoft.com/office/drawing/2014/main" id="{736CAA91-AA7C-40A0-B3D8-67C58D401E4A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812" y="724948"/>
                </a:moveTo>
                <a:lnTo>
                  <a:pt x="2153692" y="7647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wup_2_build_ReferenceLigand_9">
            <a:extLst>
              <a:ext uri="{FF2B5EF4-FFF2-40B4-BE49-F238E27FC236}">
                <a16:creationId xmlns:a16="http://schemas.microsoft.com/office/drawing/2014/main" id="{D52B7110-9DC4-44BF-B144-4150EDE9ECD8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197" y="491043"/>
                </a:moveTo>
                <a:lnTo>
                  <a:pt x="1912265" y="594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wup_2_build_ReferenceLigand_10">
            <a:extLst>
              <a:ext uri="{FF2B5EF4-FFF2-40B4-BE49-F238E27FC236}">
                <a16:creationId xmlns:a16="http://schemas.microsoft.com/office/drawing/2014/main" id="{4C29CBB6-CAC6-407C-A702-DAC82EB338AD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083" y="612846"/>
                </a:moveTo>
                <a:lnTo>
                  <a:pt x="2042812" y="7249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wup_2_build_ReferenceLigand_11">
            <a:extLst>
              <a:ext uri="{FF2B5EF4-FFF2-40B4-BE49-F238E27FC236}">
                <a16:creationId xmlns:a16="http://schemas.microsoft.com/office/drawing/2014/main" id="{B80693BF-1636-4269-AB6F-E803CE22B4E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500" y="410695"/>
                </a:moveTo>
                <a:lnTo>
                  <a:pt x="517808" y="3218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wup_2_build_ReferenceLigand_12">
            <a:extLst>
              <a:ext uri="{FF2B5EF4-FFF2-40B4-BE49-F238E27FC236}">
                <a16:creationId xmlns:a16="http://schemas.microsoft.com/office/drawing/2014/main" id="{96AA0A68-68AD-4BAA-B54A-94FF8761999C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083" y="612846"/>
                </a:moveTo>
                <a:lnTo>
                  <a:pt x="1912265" y="594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wup_2_build_ReferenceLigand_13">
            <a:extLst>
              <a:ext uri="{FF2B5EF4-FFF2-40B4-BE49-F238E27FC236}">
                <a16:creationId xmlns:a16="http://schemas.microsoft.com/office/drawing/2014/main" id="{66E1D6A3-3A43-48E1-A9B8-02AC1D097378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9228" y="522901"/>
                </a:moveTo>
                <a:lnTo>
                  <a:pt x="606500" y="4106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wup_2_build_ReferenceLigand_14">
            <a:extLst>
              <a:ext uri="{FF2B5EF4-FFF2-40B4-BE49-F238E27FC236}">
                <a16:creationId xmlns:a16="http://schemas.microsoft.com/office/drawing/2014/main" id="{D49B6909-4B9C-4AC0-B32A-600578B0A0F2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500" y="410695"/>
                </a:moveTo>
                <a:lnTo>
                  <a:pt x="721603" y="3807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wup_2_build_ReferenceLigand_15">
            <a:extLst>
              <a:ext uri="{FF2B5EF4-FFF2-40B4-BE49-F238E27FC236}">
                <a16:creationId xmlns:a16="http://schemas.microsoft.com/office/drawing/2014/main" id="{EA520493-0226-437B-9FBE-B65265F5212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1679" y="607134"/>
                </a:moveTo>
                <a:lnTo>
                  <a:pt x="579228" y="5229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wup_2_build_ReferenceLigand_16">
            <a:extLst>
              <a:ext uri="{FF2B5EF4-FFF2-40B4-BE49-F238E27FC236}">
                <a16:creationId xmlns:a16="http://schemas.microsoft.com/office/drawing/2014/main" id="{EE9A8216-2BD4-424F-9B9A-B5DE54A79F76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3692" y="764751"/>
                </a:moveTo>
                <a:lnTo>
                  <a:pt x="2231106" y="6923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wup_2_build_ReferenceLigand_17">
            <a:extLst>
              <a:ext uri="{FF2B5EF4-FFF2-40B4-BE49-F238E27FC236}">
                <a16:creationId xmlns:a16="http://schemas.microsoft.com/office/drawing/2014/main" id="{9DF70BE1-72C6-40BA-A5DC-0122277C4D5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8152" y="715847"/>
                </a:moveTo>
                <a:lnTo>
                  <a:pt x="661679" y="6071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wup_2_build_ReferenceLigand_18">
            <a:extLst>
              <a:ext uri="{FF2B5EF4-FFF2-40B4-BE49-F238E27FC236}">
                <a16:creationId xmlns:a16="http://schemas.microsoft.com/office/drawing/2014/main" id="{C3EDE54B-63D2-4F57-BD49-9E1B07C5ACB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03" y="380738"/>
                </a:moveTo>
                <a:lnTo>
                  <a:pt x="754725" y="25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wup_2_build_ReferenceLigand_19">
            <a:extLst>
              <a:ext uri="{FF2B5EF4-FFF2-40B4-BE49-F238E27FC236}">
                <a16:creationId xmlns:a16="http://schemas.microsoft.com/office/drawing/2014/main" id="{7726EB5B-4268-418B-BB9D-28ACD50A7A4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278" y="912643"/>
                </a:moveTo>
                <a:lnTo>
                  <a:pt x="569222" y="941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wup_2_build_ReferenceLigand_20">
            <a:extLst>
              <a:ext uri="{FF2B5EF4-FFF2-40B4-BE49-F238E27FC236}">
                <a16:creationId xmlns:a16="http://schemas.microsoft.com/office/drawing/2014/main" id="{93292735-C19C-48F0-9312-37D495625BC2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3108" y="793387"/>
                </a:moveTo>
                <a:lnTo>
                  <a:pt x="628152" y="7158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wup_2_build_ReferenceLigand_21">
            <a:extLst>
              <a:ext uri="{FF2B5EF4-FFF2-40B4-BE49-F238E27FC236}">
                <a16:creationId xmlns:a16="http://schemas.microsoft.com/office/drawing/2014/main" id="{E68414D5-7ACB-4916-A6FE-7ED12A430CC4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020" y="577123"/>
                </a:moveTo>
                <a:lnTo>
                  <a:pt x="661679" y="6071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wup_2_build_ReferenceLigand_22">
            <a:extLst>
              <a:ext uri="{FF2B5EF4-FFF2-40B4-BE49-F238E27FC236}">
                <a16:creationId xmlns:a16="http://schemas.microsoft.com/office/drawing/2014/main" id="{6388FC18-E9DC-4FB9-890F-4E4AE36EC092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03" y="380738"/>
                </a:moveTo>
                <a:lnTo>
                  <a:pt x="803453" y="4623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wup_2_build_ReferenceLigand_23">
            <a:extLst>
              <a:ext uri="{FF2B5EF4-FFF2-40B4-BE49-F238E27FC236}">
                <a16:creationId xmlns:a16="http://schemas.microsoft.com/office/drawing/2014/main" id="{D4F6B5A6-B79D-4605-A8A9-06000FA6D76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278" y="912643"/>
                </a:moveTo>
                <a:lnTo>
                  <a:pt x="703108" y="7933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wup_2_build_ReferenceLigand_24">
            <a:extLst>
              <a:ext uri="{FF2B5EF4-FFF2-40B4-BE49-F238E27FC236}">
                <a16:creationId xmlns:a16="http://schemas.microsoft.com/office/drawing/2014/main" id="{4D0FAE76-2C17-42C0-827C-CAB3E1DB5436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273" y="539979"/>
                </a:moveTo>
                <a:lnTo>
                  <a:pt x="2024083" y="6128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wup_2_build_ReferenceLigand_25">
            <a:extLst>
              <a:ext uri="{FF2B5EF4-FFF2-40B4-BE49-F238E27FC236}">
                <a16:creationId xmlns:a16="http://schemas.microsoft.com/office/drawing/2014/main" id="{585553EF-B80F-412A-BC6C-08041BCD6F8C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3453" y="462311"/>
                </a:moveTo>
                <a:lnTo>
                  <a:pt x="776020" y="5771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wup_2_build_ReferenceLigand_26">
            <a:extLst>
              <a:ext uri="{FF2B5EF4-FFF2-40B4-BE49-F238E27FC236}">
                <a16:creationId xmlns:a16="http://schemas.microsoft.com/office/drawing/2014/main" id="{E8789DB4-7DF4-4DA9-8FAB-E6E851B6E2A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2749" y="986735"/>
                </a:moveTo>
                <a:lnTo>
                  <a:pt x="666278" y="912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wup_2_build_ReferenceLigand_27">
            <a:extLst>
              <a:ext uri="{FF2B5EF4-FFF2-40B4-BE49-F238E27FC236}">
                <a16:creationId xmlns:a16="http://schemas.microsoft.com/office/drawing/2014/main" id="{7A765771-4FDB-45B4-9C28-AA51DB0166F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3108" y="793387"/>
                </a:moveTo>
                <a:lnTo>
                  <a:pt x="821643" y="7718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wup_2_build_ReferenceLigand_28">
            <a:extLst>
              <a:ext uri="{FF2B5EF4-FFF2-40B4-BE49-F238E27FC236}">
                <a16:creationId xmlns:a16="http://schemas.microsoft.com/office/drawing/2014/main" id="{7ADF76F7-3F50-4088-AAB3-A0904DA68D9D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020" y="577123"/>
                </a:moveTo>
                <a:lnTo>
                  <a:pt x="854116" y="66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wup_2_build_ReferenceLigand_29">
            <a:extLst>
              <a:ext uri="{FF2B5EF4-FFF2-40B4-BE49-F238E27FC236}">
                <a16:creationId xmlns:a16="http://schemas.microsoft.com/office/drawing/2014/main" id="{BB60B055-C46C-4D9A-AC8D-F68FD8BBFC1E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116" y="662008"/>
                </a:moveTo>
                <a:lnTo>
                  <a:pt x="821643" y="7718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wup_2_build_ReferenceLigand_30">
            <a:extLst>
              <a:ext uri="{FF2B5EF4-FFF2-40B4-BE49-F238E27FC236}">
                <a16:creationId xmlns:a16="http://schemas.microsoft.com/office/drawing/2014/main" id="{34DDD93C-66FB-4BA8-B184-911BA5F67F91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1106" y="692385"/>
                </a:moveTo>
                <a:lnTo>
                  <a:pt x="2200799" y="5868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wup_2_build_ReferenceLigand_31">
            <a:extLst>
              <a:ext uri="{FF2B5EF4-FFF2-40B4-BE49-F238E27FC236}">
                <a16:creationId xmlns:a16="http://schemas.microsoft.com/office/drawing/2014/main" id="{12DE7D11-03FC-4D2E-9418-31762DFFB28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539" y="960084"/>
                </a:moveTo>
                <a:lnTo>
                  <a:pt x="752749" y="98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wup_2_build_ReferenceLigand_32">
            <a:extLst>
              <a:ext uri="{FF2B5EF4-FFF2-40B4-BE49-F238E27FC236}">
                <a16:creationId xmlns:a16="http://schemas.microsoft.com/office/drawing/2014/main" id="{FE52DF43-7887-40C3-8540-0F5EBC4DC322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1643" y="771809"/>
                </a:moveTo>
                <a:lnTo>
                  <a:pt x="897557" y="850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wup_2_build_ReferenceLigand_33">
            <a:extLst>
              <a:ext uri="{FF2B5EF4-FFF2-40B4-BE49-F238E27FC236}">
                <a16:creationId xmlns:a16="http://schemas.microsoft.com/office/drawing/2014/main" id="{61764EBA-6FD5-4A21-90FC-925DA53474A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419" y="637683"/>
                </a:moveTo>
                <a:lnTo>
                  <a:pt x="854116" y="66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wup_2_build_ReferenceLigand_34">
            <a:extLst>
              <a:ext uri="{FF2B5EF4-FFF2-40B4-BE49-F238E27FC236}">
                <a16:creationId xmlns:a16="http://schemas.microsoft.com/office/drawing/2014/main" id="{21654862-0788-4222-AF33-CCBAB91508F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0799" y="586865"/>
                </a:moveTo>
                <a:lnTo>
                  <a:pt x="2100273" y="5399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wup_2_build_ReferenceLigand_35">
            <a:extLst>
              <a:ext uri="{FF2B5EF4-FFF2-40B4-BE49-F238E27FC236}">
                <a16:creationId xmlns:a16="http://schemas.microsoft.com/office/drawing/2014/main" id="{9CA70482-34E6-4840-9CAF-2AE4E88CA6D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57" y="850092"/>
                </a:moveTo>
                <a:lnTo>
                  <a:pt x="866539" y="9600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wup_2_build_ReferenceLigand_36">
            <a:extLst>
              <a:ext uri="{FF2B5EF4-FFF2-40B4-BE49-F238E27FC236}">
                <a16:creationId xmlns:a16="http://schemas.microsoft.com/office/drawing/2014/main" id="{B8187F9A-C609-4B20-B12E-4EA9A6A59E6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986" y="397478"/>
                </a:moveTo>
                <a:lnTo>
                  <a:pt x="1707475" y="424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wup_2_build_ReferenceLigand_37">
            <a:extLst>
              <a:ext uri="{FF2B5EF4-FFF2-40B4-BE49-F238E27FC236}">
                <a16:creationId xmlns:a16="http://schemas.microsoft.com/office/drawing/2014/main" id="{7CEF03B0-4A99-4A14-90EA-0A0AA0AE4FAD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038" y="481552"/>
                </a:moveTo>
                <a:lnTo>
                  <a:pt x="1851197" y="4910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wup_2_build_ReferenceLigand_38">
            <a:extLst>
              <a:ext uri="{FF2B5EF4-FFF2-40B4-BE49-F238E27FC236}">
                <a16:creationId xmlns:a16="http://schemas.microsoft.com/office/drawing/2014/main" id="{0BA1B1CA-33C6-4191-ACC7-F78F901672E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539" y="960084"/>
                </a:moveTo>
                <a:lnTo>
                  <a:pt x="933889" y="10361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wup_2_build_ReferenceLigand_39">
            <a:extLst>
              <a:ext uri="{FF2B5EF4-FFF2-40B4-BE49-F238E27FC236}">
                <a16:creationId xmlns:a16="http://schemas.microsoft.com/office/drawing/2014/main" id="{4A2C5E6E-CB15-4583-8D5E-3E088D487DC8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475" y="424811"/>
                </a:moveTo>
                <a:lnTo>
                  <a:pt x="1814038" y="4815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wup_2_build_ReferenceLigand_40">
            <a:extLst>
              <a:ext uri="{FF2B5EF4-FFF2-40B4-BE49-F238E27FC236}">
                <a16:creationId xmlns:a16="http://schemas.microsoft.com/office/drawing/2014/main" id="{14824123-E7FB-4CD6-8DF6-C6BAD7FC635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301" y="628526"/>
                </a:moveTo>
                <a:lnTo>
                  <a:pt x="974419" y="6376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wup_2_build_ReferenceLigand_41">
            <a:extLst>
              <a:ext uri="{FF2B5EF4-FFF2-40B4-BE49-F238E27FC236}">
                <a16:creationId xmlns:a16="http://schemas.microsoft.com/office/drawing/2014/main" id="{9895CDEA-88BF-44DC-8A7E-EE5823FECECC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160" y="500022"/>
                </a:moveTo>
                <a:lnTo>
                  <a:pt x="1707475" y="4248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wup_2_build_ReferenceLigand_42">
            <a:extLst>
              <a:ext uri="{FF2B5EF4-FFF2-40B4-BE49-F238E27FC236}">
                <a16:creationId xmlns:a16="http://schemas.microsoft.com/office/drawing/2014/main" id="{440E37A7-BFC1-4662-886C-E2599034DEC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658" y="612687"/>
                </a:moveTo>
                <a:lnTo>
                  <a:pt x="1168616" y="528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wup_2_build_ReferenceLigand_43">
            <a:extLst>
              <a:ext uri="{FF2B5EF4-FFF2-40B4-BE49-F238E27FC236}">
                <a16:creationId xmlns:a16="http://schemas.microsoft.com/office/drawing/2014/main" id="{539E6F39-2E53-4482-B7E9-B8B93FA54CD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453" y="722242"/>
                </a:moveTo>
                <a:lnTo>
                  <a:pt x="1134658" y="612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wup_2_build_ReferenceLigand_44">
            <a:extLst>
              <a:ext uri="{FF2B5EF4-FFF2-40B4-BE49-F238E27FC236}">
                <a16:creationId xmlns:a16="http://schemas.microsoft.com/office/drawing/2014/main" id="{9B375098-4A42-44E3-8108-EFDE4CC5FA94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4658" y="612687"/>
                </a:moveTo>
                <a:lnTo>
                  <a:pt x="1006301" y="6285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9" name="9wup_2_build_ReferenceLigand_45">
            <a:extLst>
              <a:ext uri="{FF2B5EF4-FFF2-40B4-BE49-F238E27FC236}">
                <a16:creationId xmlns:a16="http://schemas.microsoft.com/office/drawing/2014/main" id="{394F0278-DEC2-4419-AAE3-AD6029524464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453" y="722242"/>
                </a:moveTo>
                <a:lnTo>
                  <a:pt x="1321398" y="7087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0" name="9wup_2_build_ReferenceLigand_46">
            <a:extLst>
              <a:ext uri="{FF2B5EF4-FFF2-40B4-BE49-F238E27FC236}">
                <a16:creationId xmlns:a16="http://schemas.microsoft.com/office/drawing/2014/main" id="{1B0BE274-847C-456B-B5FE-519F813072A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340" y="808884"/>
                </a:moveTo>
                <a:lnTo>
                  <a:pt x="1200453" y="72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1" name="9wup_2_build_ReferenceLigand_47">
            <a:extLst>
              <a:ext uri="{FF2B5EF4-FFF2-40B4-BE49-F238E27FC236}">
                <a16:creationId xmlns:a16="http://schemas.microsoft.com/office/drawing/2014/main" id="{2F189ACA-46EF-4CF1-B18F-94A01CEAA5B2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301" y="628526"/>
                </a:moveTo>
                <a:lnTo>
                  <a:pt x="945155" y="5396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2" name="9wup_2_build_ReferenceLigand_48">
            <a:extLst>
              <a:ext uri="{FF2B5EF4-FFF2-40B4-BE49-F238E27FC236}">
                <a16:creationId xmlns:a16="http://schemas.microsoft.com/office/drawing/2014/main" id="{AC24953D-0157-4B5C-AD34-2D2740D75E2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079" y="519491"/>
                </a:moveTo>
                <a:lnTo>
                  <a:pt x="1625160" y="5000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3" name="9wup_2_build_ReferenceLigand_49">
            <a:extLst>
              <a:ext uri="{FF2B5EF4-FFF2-40B4-BE49-F238E27FC236}">
                <a16:creationId xmlns:a16="http://schemas.microsoft.com/office/drawing/2014/main" id="{2667398A-85A1-4BEC-A800-199AB5C95F2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398" y="708741"/>
                </a:moveTo>
                <a:lnTo>
                  <a:pt x="1318979" y="6481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4" name="9wup_2_build_ReferenceLigand_50">
            <a:extLst>
              <a:ext uri="{FF2B5EF4-FFF2-40B4-BE49-F238E27FC236}">
                <a16:creationId xmlns:a16="http://schemas.microsoft.com/office/drawing/2014/main" id="{4379E4C5-0AB7-41E5-82AF-782A47CDB28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833" y="521765"/>
                </a:moveTo>
                <a:lnTo>
                  <a:pt x="1670079" y="5194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5" name="9wup_2_build_ReferenceLigand_51">
            <a:extLst>
              <a:ext uri="{FF2B5EF4-FFF2-40B4-BE49-F238E27FC236}">
                <a16:creationId xmlns:a16="http://schemas.microsoft.com/office/drawing/2014/main" id="{B7759A28-ECDF-4915-A13E-EDC048FB9E0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979" y="648148"/>
                </a:moveTo>
                <a:lnTo>
                  <a:pt x="1396625" y="6846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6" name="9wup_2_build_ReferenceLigand_52">
            <a:extLst>
              <a:ext uri="{FF2B5EF4-FFF2-40B4-BE49-F238E27FC236}">
                <a16:creationId xmlns:a16="http://schemas.microsoft.com/office/drawing/2014/main" id="{1217263E-CD28-4E60-BEB6-C002E424F308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833" y="521765"/>
                </a:moveTo>
                <a:lnTo>
                  <a:pt x="1505451" y="4260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7" name="9wup_2_build_ReferenceLigand_53">
            <a:extLst>
              <a:ext uri="{FF2B5EF4-FFF2-40B4-BE49-F238E27FC236}">
                <a16:creationId xmlns:a16="http://schemas.microsoft.com/office/drawing/2014/main" id="{6AAD8EF4-020B-47EA-9CE6-9F7DD5912BD6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3652" y="642751"/>
                </a:moveTo>
                <a:lnTo>
                  <a:pt x="1586833" y="521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8" name="9wup_2_build_ReferenceLigand_54">
            <a:extLst>
              <a:ext uri="{FF2B5EF4-FFF2-40B4-BE49-F238E27FC236}">
                <a16:creationId xmlns:a16="http://schemas.microsoft.com/office/drawing/2014/main" id="{548A7D81-E72B-48C3-9185-C8DB3FA234B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625" y="684602"/>
                </a:moveTo>
                <a:lnTo>
                  <a:pt x="1523652" y="6427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9" name="9wup_2_build_ReferenceLigand_55">
            <a:extLst>
              <a:ext uri="{FF2B5EF4-FFF2-40B4-BE49-F238E27FC236}">
                <a16:creationId xmlns:a16="http://schemas.microsoft.com/office/drawing/2014/main" id="{7EDD38A1-2E08-44C3-88CF-541549914716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625" y="684602"/>
                </a:moveTo>
                <a:lnTo>
                  <a:pt x="1407325" y="8097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0" name="9wup_2_build_ReferenceLigand_56">
            <a:extLst>
              <a:ext uri="{FF2B5EF4-FFF2-40B4-BE49-F238E27FC236}">
                <a16:creationId xmlns:a16="http://schemas.microsoft.com/office/drawing/2014/main" id="{33453913-C852-4A2A-A3C3-FD19C80127D2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6833" y="521765"/>
                </a:moveTo>
                <a:lnTo>
                  <a:pt x="1653817" y="5294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1" name="9wup_2_build_ReferenceLigand_57">
            <a:extLst>
              <a:ext uri="{FF2B5EF4-FFF2-40B4-BE49-F238E27FC236}">
                <a16:creationId xmlns:a16="http://schemas.microsoft.com/office/drawing/2014/main" id="{D366FCA8-B479-4AF7-8796-0E65B55032C2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6625" y="684602"/>
                </a:moveTo>
                <a:lnTo>
                  <a:pt x="1355611" y="614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2" name="9wup_2_build_PredictedLigand_0">
            <a:extLst>
              <a:ext uri="{FF2B5EF4-FFF2-40B4-BE49-F238E27FC236}">
                <a16:creationId xmlns:a16="http://schemas.microsoft.com/office/drawing/2014/main" id="{367311D7-A55E-4970-8081-D393EE575AB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2108" y="609556"/>
                </a:moveTo>
                <a:lnTo>
                  <a:pt x="958391" y="6824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wup_2_build_PredictedLigand_1">
            <a:extLst>
              <a:ext uri="{FF2B5EF4-FFF2-40B4-BE49-F238E27FC236}">
                <a16:creationId xmlns:a16="http://schemas.microsoft.com/office/drawing/2014/main" id="{DAD3A00F-1A0F-47E0-B467-9A8B81198256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2108" y="609556"/>
                </a:moveTo>
                <a:lnTo>
                  <a:pt x="752470" y="9500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wup_2_build_PredictedLigand_2">
            <a:extLst>
              <a:ext uri="{FF2B5EF4-FFF2-40B4-BE49-F238E27FC236}">
                <a16:creationId xmlns:a16="http://schemas.microsoft.com/office/drawing/2014/main" id="{D2A7B842-3880-4A1E-BBA8-14721705E0B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4622" y="380833"/>
                </a:moveTo>
                <a:lnTo>
                  <a:pt x="1758084" y="359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wup_2_build_PredictedLigand_3">
            <a:extLst>
              <a:ext uri="{FF2B5EF4-FFF2-40B4-BE49-F238E27FC236}">
                <a16:creationId xmlns:a16="http://schemas.microsoft.com/office/drawing/2014/main" id="{C07CED10-6AC4-40F9-8B43-7FD5C4DB6526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5675" y="796893"/>
                </a:moveTo>
                <a:lnTo>
                  <a:pt x="932108" y="6095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wup_2_build_PredictedLigand_4">
            <a:extLst>
              <a:ext uri="{FF2B5EF4-FFF2-40B4-BE49-F238E27FC236}">
                <a16:creationId xmlns:a16="http://schemas.microsoft.com/office/drawing/2014/main" id="{9463E91D-6D51-46BD-A177-B486A37044B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6730" y="227676"/>
                </a:moveTo>
                <a:lnTo>
                  <a:pt x="837345" y="2710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wup_2_build_PredictedLigand_5">
            <a:extLst>
              <a:ext uri="{FF2B5EF4-FFF2-40B4-BE49-F238E27FC236}">
                <a16:creationId xmlns:a16="http://schemas.microsoft.com/office/drawing/2014/main" id="{E02CC35A-86F7-48F7-89EF-B233A0D5AD0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7086" y="709101"/>
                </a:moveTo>
                <a:lnTo>
                  <a:pt x="1895616" y="7811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wup_2_build_PredictedLigand_6">
            <a:extLst>
              <a:ext uri="{FF2B5EF4-FFF2-40B4-BE49-F238E27FC236}">
                <a16:creationId xmlns:a16="http://schemas.microsoft.com/office/drawing/2014/main" id="{E5BB5C85-F10F-4A05-BE6A-5DDEFFB51B71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616" y="781193"/>
                </a:moveTo>
                <a:lnTo>
                  <a:pt x="2035913" y="7201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wup_2_build_PredictedLigand_7">
            <a:extLst>
              <a:ext uri="{FF2B5EF4-FFF2-40B4-BE49-F238E27FC236}">
                <a16:creationId xmlns:a16="http://schemas.microsoft.com/office/drawing/2014/main" id="{B5F926E4-B391-4D28-8CE8-C44F635BA59E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6730" y="227676"/>
                </a:moveTo>
                <a:lnTo>
                  <a:pt x="732457" y="4824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wup_2_build_PredictedLigand_8">
            <a:extLst>
              <a:ext uri="{FF2B5EF4-FFF2-40B4-BE49-F238E27FC236}">
                <a16:creationId xmlns:a16="http://schemas.microsoft.com/office/drawing/2014/main" id="{A7F39A4A-ED18-4CAC-8A35-6F8F2CF56A8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328" y="485889"/>
                </a:moveTo>
                <a:lnTo>
                  <a:pt x="1794622" y="3808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wup_2_build_PredictedLigand_9">
            <a:extLst>
              <a:ext uri="{FF2B5EF4-FFF2-40B4-BE49-F238E27FC236}">
                <a16:creationId xmlns:a16="http://schemas.microsoft.com/office/drawing/2014/main" id="{BAB0B20F-F02B-4DEA-BF5A-1E27590AA43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559" y="806400"/>
                </a:moveTo>
                <a:lnTo>
                  <a:pt x="2104702" y="9258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wup_2_build_PredictedLigand_10">
            <a:extLst>
              <a:ext uri="{FF2B5EF4-FFF2-40B4-BE49-F238E27FC236}">
                <a16:creationId xmlns:a16="http://schemas.microsoft.com/office/drawing/2014/main" id="{3465D318-E4B8-470F-935B-214D8394F46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5913" y="720163"/>
                </a:moveTo>
                <a:lnTo>
                  <a:pt x="2128559" y="806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wup_2_build_PredictedLigand_11">
            <a:extLst>
              <a:ext uri="{FF2B5EF4-FFF2-40B4-BE49-F238E27FC236}">
                <a16:creationId xmlns:a16="http://schemas.microsoft.com/office/drawing/2014/main" id="{FF089A91-F649-41C2-9A15-0159027A0DB2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5454" y="617423"/>
                </a:moveTo>
                <a:lnTo>
                  <a:pt x="2192532" y="5961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wup_2_build_PredictedLigand_12">
            <a:extLst>
              <a:ext uri="{FF2B5EF4-FFF2-40B4-BE49-F238E27FC236}">
                <a16:creationId xmlns:a16="http://schemas.microsoft.com/office/drawing/2014/main" id="{B9EAF27E-B600-4440-81EC-6E9217D663FD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559" y="806400"/>
                </a:moveTo>
                <a:lnTo>
                  <a:pt x="2225454" y="6174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wup_2_build_PredictedLigand_13">
            <a:extLst>
              <a:ext uri="{FF2B5EF4-FFF2-40B4-BE49-F238E27FC236}">
                <a16:creationId xmlns:a16="http://schemas.microsoft.com/office/drawing/2014/main" id="{505FE0BB-F6BF-44C5-8013-BC7971947CD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2470" y="950003"/>
                </a:moveTo>
                <a:lnTo>
                  <a:pt x="769749" y="11175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wup_2_build_PredictedLigand_14">
            <a:extLst>
              <a:ext uri="{FF2B5EF4-FFF2-40B4-BE49-F238E27FC236}">
                <a16:creationId xmlns:a16="http://schemas.microsoft.com/office/drawing/2014/main" id="{BACBF720-7725-4919-A6AD-F19563DC822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9951" y="477666"/>
                </a:moveTo>
                <a:lnTo>
                  <a:pt x="1877086" y="7091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wup_2_build_PredictedLigand_15">
            <a:extLst>
              <a:ext uri="{FF2B5EF4-FFF2-40B4-BE49-F238E27FC236}">
                <a16:creationId xmlns:a16="http://schemas.microsoft.com/office/drawing/2014/main" id="{133CED09-7524-42FA-BC57-6ABB450B4ED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328" y="485889"/>
                </a:moveTo>
                <a:lnTo>
                  <a:pt x="1949951" y="477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wup_2_build_PredictedLigand_16">
            <a:extLst>
              <a:ext uri="{FF2B5EF4-FFF2-40B4-BE49-F238E27FC236}">
                <a16:creationId xmlns:a16="http://schemas.microsoft.com/office/drawing/2014/main" id="{4FE148D2-E405-4E1A-B5F7-D10B6DBE6BC4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8538" y="317855"/>
                </a:moveTo>
                <a:lnTo>
                  <a:pt x="736730" y="2276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wup_2_build_PredictedLigand_17">
            <a:extLst>
              <a:ext uri="{FF2B5EF4-FFF2-40B4-BE49-F238E27FC236}">
                <a16:creationId xmlns:a16="http://schemas.microsoft.com/office/drawing/2014/main" id="{95BF767D-8006-45FD-9BA2-2D7B078EF8C4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6816" y="649520"/>
                </a:moveTo>
                <a:lnTo>
                  <a:pt x="2035913" y="7201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wup_2_build_PredictedLigand_18">
            <a:extLst>
              <a:ext uri="{FF2B5EF4-FFF2-40B4-BE49-F238E27FC236}">
                <a16:creationId xmlns:a16="http://schemas.microsoft.com/office/drawing/2014/main" id="{AD90AEB4-25F7-4F24-A5B6-57206AF29C8A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4622" y="380833"/>
                </a:moveTo>
                <a:lnTo>
                  <a:pt x="1717897" y="362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wup_2_build_PredictedLigand_19">
            <a:extLst>
              <a:ext uri="{FF2B5EF4-FFF2-40B4-BE49-F238E27FC236}">
                <a16:creationId xmlns:a16="http://schemas.microsoft.com/office/drawing/2014/main" id="{B673E395-66E5-4B83-BEB8-1A78B083657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749" y="1117588"/>
                </a:moveTo>
                <a:lnTo>
                  <a:pt x="758128" y="11995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wup_2_build_PredictedLigand_20">
            <a:extLst>
              <a:ext uri="{FF2B5EF4-FFF2-40B4-BE49-F238E27FC236}">
                <a16:creationId xmlns:a16="http://schemas.microsoft.com/office/drawing/2014/main" id="{753EFB7C-3BED-4E21-8591-BADD8208CD7D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749" y="1117588"/>
                </a:moveTo>
                <a:lnTo>
                  <a:pt x="690210" y="8636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wup_2_build_PredictedLigand_21">
            <a:extLst>
              <a:ext uri="{FF2B5EF4-FFF2-40B4-BE49-F238E27FC236}">
                <a16:creationId xmlns:a16="http://schemas.microsoft.com/office/drawing/2014/main" id="{8D29B455-3372-45B9-A515-E0934F85553A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046" y="548867"/>
                </a:moveTo>
                <a:lnTo>
                  <a:pt x="1851328" y="4858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wup_2_build_PredictedLigand_22">
            <a:extLst>
              <a:ext uri="{FF2B5EF4-FFF2-40B4-BE49-F238E27FC236}">
                <a16:creationId xmlns:a16="http://schemas.microsoft.com/office/drawing/2014/main" id="{5A8197E2-03BC-488E-A726-90D494E0F23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0210" y="863612"/>
                </a:moveTo>
                <a:lnTo>
                  <a:pt x="734208" y="9107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5" name="9wup_2_build_PredictedLigand_23">
            <a:extLst>
              <a:ext uri="{FF2B5EF4-FFF2-40B4-BE49-F238E27FC236}">
                <a16:creationId xmlns:a16="http://schemas.microsoft.com/office/drawing/2014/main" id="{C953669C-AE29-48C8-A975-352F2452D45C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4208" y="910700"/>
                </a:moveTo>
                <a:lnTo>
                  <a:pt x="885675" y="7968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6" name="9wup_2_build_PredictedLigand_24">
            <a:extLst>
              <a:ext uri="{FF2B5EF4-FFF2-40B4-BE49-F238E27FC236}">
                <a16:creationId xmlns:a16="http://schemas.microsoft.com/office/drawing/2014/main" id="{FE0FFDF9-A49B-4394-A3C2-35B8AB85A67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6816" y="649520"/>
                </a:moveTo>
                <a:lnTo>
                  <a:pt x="1949951" y="477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7" name="9wup_2_build_PredictedLigand_25">
            <a:extLst>
              <a:ext uri="{FF2B5EF4-FFF2-40B4-BE49-F238E27FC236}">
                <a16:creationId xmlns:a16="http://schemas.microsoft.com/office/drawing/2014/main" id="{310BAC12-D2AE-459A-B310-678EBE572731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2457" y="482492"/>
                </a:moveTo>
                <a:lnTo>
                  <a:pt x="715591" y="5810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8" name="9wup_2_build_PredictedLigand_26">
            <a:extLst>
              <a:ext uri="{FF2B5EF4-FFF2-40B4-BE49-F238E27FC236}">
                <a16:creationId xmlns:a16="http://schemas.microsoft.com/office/drawing/2014/main" id="{E3E74D3C-113A-4146-9D97-0A09024219D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2532" y="596146"/>
                </a:moveTo>
                <a:lnTo>
                  <a:pt x="2115323" y="5788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9" name="9wup_2_build_PredictedLigand_27">
            <a:extLst>
              <a:ext uri="{FF2B5EF4-FFF2-40B4-BE49-F238E27FC236}">
                <a16:creationId xmlns:a16="http://schemas.microsoft.com/office/drawing/2014/main" id="{E63C3307-8C38-409A-8E8C-1420375802AA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897" y="362578"/>
                </a:moveTo>
                <a:lnTo>
                  <a:pt x="1645416" y="2891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0" name="9wup_2_build_PredictedLigand_28">
            <a:extLst>
              <a:ext uri="{FF2B5EF4-FFF2-40B4-BE49-F238E27FC236}">
                <a16:creationId xmlns:a16="http://schemas.microsoft.com/office/drawing/2014/main" id="{FD93EAFD-A558-436F-BAD2-E13B33A398F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4706" y="653589"/>
                </a:moveTo>
                <a:lnTo>
                  <a:pt x="1094873" y="7443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1" name="9wup_2_build_PredictedLigand_29">
            <a:extLst>
              <a:ext uri="{FF2B5EF4-FFF2-40B4-BE49-F238E27FC236}">
                <a16:creationId xmlns:a16="http://schemas.microsoft.com/office/drawing/2014/main" id="{2CEBEC8B-C4BA-4F53-9937-910648BAEB58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8538" y="317855"/>
                </a:moveTo>
                <a:lnTo>
                  <a:pt x="464711" y="2721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2" name="9wup_2_build_PredictedLigand_30">
            <a:extLst>
              <a:ext uri="{FF2B5EF4-FFF2-40B4-BE49-F238E27FC236}">
                <a16:creationId xmlns:a16="http://schemas.microsoft.com/office/drawing/2014/main" id="{8A4DBE5C-6401-494C-B8BE-8C6D31F55D31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323" y="578852"/>
                </a:moveTo>
                <a:lnTo>
                  <a:pt x="2026816" y="6495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3" name="9wup_2_build_PredictedLigand_31">
            <a:extLst>
              <a:ext uri="{FF2B5EF4-FFF2-40B4-BE49-F238E27FC236}">
                <a16:creationId xmlns:a16="http://schemas.microsoft.com/office/drawing/2014/main" id="{5956B1BF-328F-4BD5-8271-62335773F26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897" y="362578"/>
                </a:moveTo>
                <a:lnTo>
                  <a:pt x="1680137" y="4884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4" name="9wup_2_build_PredictedLigand_32">
            <a:extLst>
              <a:ext uri="{FF2B5EF4-FFF2-40B4-BE49-F238E27FC236}">
                <a16:creationId xmlns:a16="http://schemas.microsoft.com/office/drawing/2014/main" id="{1A238F00-E0F8-48DA-86CF-0E1506774296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37" y="488498"/>
                </a:moveTo>
                <a:lnTo>
                  <a:pt x="1784046" y="5488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5" name="9wup_2_build_PredictedLigand_33">
            <a:extLst>
              <a:ext uri="{FF2B5EF4-FFF2-40B4-BE49-F238E27FC236}">
                <a16:creationId xmlns:a16="http://schemas.microsoft.com/office/drawing/2014/main" id="{2740DF08-1025-4C65-9A27-CEE46968038E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4706" y="653589"/>
                </a:moveTo>
                <a:lnTo>
                  <a:pt x="954629" y="6069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6" name="9wup_2_build_PredictedLigand_34">
            <a:extLst>
              <a:ext uri="{FF2B5EF4-FFF2-40B4-BE49-F238E27FC236}">
                <a16:creationId xmlns:a16="http://schemas.microsoft.com/office/drawing/2014/main" id="{D3BD5FF9-6B59-4E20-BD35-8347FF30695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0210" y="863612"/>
                </a:moveTo>
                <a:lnTo>
                  <a:pt x="576447" y="7064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7" name="9wup_2_build_PredictedLigand_35">
            <a:extLst>
              <a:ext uri="{FF2B5EF4-FFF2-40B4-BE49-F238E27FC236}">
                <a16:creationId xmlns:a16="http://schemas.microsoft.com/office/drawing/2014/main" id="{867DC9E1-530C-49CF-9FFC-C19D5DB411B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3997" y="496686"/>
                </a:moveTo>
                <a:lnTo>
                  <a:pt x="528538" y="3178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8" name="9wup_2_build_PredictedLigand_36">
            <a:extLst>
              <a:ext uri="{FF2B5EF4-FFF2-40B4-BE49-F238E27FC236}">
                <a16:creationId xmlns:a16="http://schemas.microsoft.com/office/drawing/2014/main" id="{4CE0C108-0120-484E-83FF-072A64211BFD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5591" y="581005"/>
                </a:moveTo>
                <a:lnTo>
                  <a:pt x="598372" y="5949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9" name="9wup_2_build_PredictedLigand_37">
            <a:extLst>
              <a:ext uri="{FF2B5EF4-FFF2-40B4-BE49-F238E27FC236}">
                <a16:creationId xmlns:a16="http://schemas.microsoft.com/office/drawing/2014/main" id="{CA36F20B-C0C2-4393-A748-EFB7FF1A0E6E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377" y="536104"/>
                </a:moveTo>
                <a:lnTo>
                  <a:pt x="1680137" y="4884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0" name="9wup_2_build_PredictedLigand_38">
            <a:extLst>
              <a:ext uri="{FF2B5EF4-FFF2-40B4-BE49-F238E27FC236}">
                <a16:creationId xmlns:a16="http://schemas.microsoft.com/office/drawing/2014/main" id="{3740D32A-C47B-40CF-8823-76C306DC99C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974" y="629798"/>
                </a:moveTo>
                <a:lnTo>
                  <a:pt x="734208" y="9107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1" name="9wup_2_build_PredictedLigand_39">
            <a:extLst>
              <a:ext uri="{FF2B5EF4-FFF2-40B4-BE49-F238E27FC236}">
                <a16:creationId xmlns:a16="http://schemas.microsoft.com/office/drawing/2014/main" id="{BAE5E97A-305C-4E87-BDB5-AB6930A3B46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7644" y="693679"/>
                </a:moveTo>
                <a:lnTo>
                  <a:pt x="1084706" y="6535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2" name="9wup_2_build_PredictedLigand_40">
            <a:extLst>
              <a:ext uri="{FF2B5EF4-FFF2-40B4-BE49-F238E27FC236}">
                <a16:creationId xmlns:a16="http://schemas.microsoft.com/office/drawing/2014/main" id="{A5A10ED2-4FF7-4909-896B-A00C3277CF58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5591" y="581005"/>
                </a:moveTo>
                <a:lnTo>
                  <a:pt x="881974" y="6297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3" name="9wup_2_build_PredictedLigand_41">
            <a:extLst>
              <a:ext uri="{FF2B5EF4-FFF2-40B4-BE49-F238E27FC236}">
                <a16:creationId xmlns:a16="http://schemas.microsoft.com/office/drawing/2014/main" id="{4E1428B7-4121-4CE0-9A16-10268FA9F7FB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4629" y="606942"/>
                </a:moveTo>
                <a:lnTo>
                  <a:pt x="881974" y="6297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4" name="9wup_2_build_PredictedLigand_42">
            <a:extLst>
              <a:ext uri="{FF2B5EF4-FFF2-40B4-BE49-F238E27FC236}">
                <a16:creationId xmlns:a16="http://schemas.microsoft.com/office/drawing/2014/main" id="{8DBB1B63-0D17-406C-B28D-B423449C9EE1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8372" y="594922"/>
                </a:moveTo>
                <a:lnTo>
                  <a:pt x="533997" y="4966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5" name="9wup_2_build_PredictedLigand_43">
            <a:extLst>
              <a:ext uri="{FF2B5EF4-FFF2-40B4-BE49-F238E27FC236}">
                <a16:creationId xmlns:a16="http://schemas.microsoft.com/office/drawing/2014/main" id="{D343BF23-58FB-454C-924D-B6630918A7D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6447" y="706410"/>
                </a:moveTo>
                <a:lnTo>
                  <a:pt x="598372" y="5949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6" name="9wup_2_build_PredictedLigand_44">
            <a:extLst>
              <a:ext uri="{FF2B5EF4-FFF2-40B4-BE49-F238E27FC236}">
                <a16:creationId xmlns:a16="http://schemas.microsoft.com/office/drawing/2014/main" id="{E8F6C8BC-2791-4F17-93C3-77A09379D24E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1093" y="589694"/>
                </a:moveTo>
                <a:lnTo>
                  <a:pt x="1137644" y="6936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7" name="9wup_2_build_PredictedLigand_45">
            <a:extLst>
              <a:ext uri="{FF2B5EF4-FFF2-40B4-BE49-F238E27FC236}">
                <a16:creationId xmlns:a16="http://schemas.microsoft.com/office/drawing/2014/main" id="{05CA0C8D-13FA-4BCE-9045-21CCC207A32A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543" y="540578"/>
                </a:moveTo>
                <a:lnTo>
                  <a:pt x="1608377" y="5361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8" name="9wup_2_build_PredictedLigand_46">
            <a:extLst>
              <a:ext uri="{FF2B5EF4-FFF2-40B4-BE49-F238E27FC236}">
                <a16:creationId xmlns:a16="http://schemas.microsoft.com/office/drawing/2014/main" id="{97B3C174-BDC4-4500-84A8-944BB5CC316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7644" y="693679"/>
                </a:moveTo>
                <a:lnTo>
                  <a:pt x="1098622" y="7436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9" name="9wup_2_build_PredictedLigand_47">
            <a:extLst>
              <a:ext uri="{FF2B5EF4-FFF2-40B4-BE49-F238E27FC236}">
                <a16:creationId xmlns:a16="http://schemas.microsoft.com/office/drawing/2014/main" id="{6D4265C4-30E5-4275-82AE-1803205660C6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368" y="514729"/>
                </a:moveTo>
                <a:lnTo>
                  <a:pt x="1171093" y="5896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0" name="9wup_2_build_PredictedLigand_48">
            <a:extLst>
              <a:ext uri="{FF2B5EF4-FFF2-40B4-BE49-F238E27FC236}">
                <a16:creationId xmlns:a16="http://schemas.microsoft.com/office/drawing/2014/main" id="{B7CA14D2-F06F-4369-A28A-506513B4F03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1093" y="589694"/>
                </a:moveTo>
                <a:lnTo>
                  <a:pt x="1258102" y="631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1" name="9wup_2_build_PredictedLigand_49">
            <a:extLst>
              <a:ext uri="{FF2B5EF4-FFF2-40B4-BE49-F238E27FC236}">
                <a16:creationId xmlns:a16="http://schemas.microsoft.com/office/drawing/2014/main" id="{A15C8DD3-807C-4A28-BFCA-59D645E77A1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8102" y="631381"/>
                </a:moveTo>
                <a:lnTo>
                  <a:pt x="1251516" y="585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2" name="9wup_2_build_PredictedLigand_50">
            <a:extLst>
              <a:ext uri="{FF2B5EF4-FFF2-40B4-BE49-F238E27FC236}">
                <a16:creationId xmlns:a16="http://schemas.microsoft.com/office/drawing/2014/main" id="{F0B6E0CE-191D-4099-8B4E-8A9BFF148CFE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842" y="522910"/>
                </a:moveTo>
                <a:lnTo>
                  <a:pt x="1654543" y="540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3" name="9wup_2_build_PredictedLigand_51">
            <a:extLst>
              <a:ext uri="{FF2B5EF4-FFF2-40B4-BE49-F238E27FC236}">
                <a16:creationId xmlns:a16="http://schemas.microsoft.com/office/drawing/2014/main" id="{F948FB2F-0056-4AB0-809A-E4788E8C3824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0367" y="617896"/>
                </a:moveTo>
                <a:lnTo>
                  <a:pt x="1581842" y="5229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4" name="9wup_2_build_PredictedLigand_52">
            <a:extLst>
              <a:ext uri="{FF2B5EF4-FFF2-40B4-BE49-F238E27FC236}">
                <a16:creationId xmlns:a16="http://schemas.microsoft.com/office/drawing/2014/main" id="{1F9D59F3-7577-4DEE-9460-F12772EE8B22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842" y="522910"/>
                </a:moveTo>
                <a:lnTo>
                  <a:pt x="1546623" y="4018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5" name="9wup_2_build_PredictedLigand_53">
            <a:extLst>
              <a:ext uri="{FF2B5EF4-FFF2-40B4-BE49-F238E27FC236}">
                <a16:creationId xmlns:a16="http://schemas.microsoft.com/office/drawing/2014/main" id="{5585E2C1-DF71-4E79-A959-B3127D1BA7E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8777" y="623892"/>
                </a:moveTo>
                <a:lnTo>
                  <a:pt x="1480367" y="6178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6" name="9wup_2_build_PredictedLigand_54">
            <a:extLst>
              <a:ext uri="{FF2B5EF4-FFF2-40B4-BE49-F238E27FC236}">
                <a16:creationId xmlns:a16="http://schemas.microsoft.com/office/drawing/2014/main" id="{30A4BAD2-6233-4E6C-B61B-F3C78F45F5D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516" y="585246"/>
                </a:moveTo>
                <a:lnTo>
                  <a:pt x="1368777" y="6238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7" name="9wup_2_build_PredictedLigand_55">
            <a:extLst>
              <a:ext uri="{FF2B5EF4-FFF2-40B4-BE49-F238E27FC236}">
                <a16:creationId xmlns:a16="http://schemas.microsoft.com/office/drawing/2014/main" id="{B3DF3DDC-C757-4501-815C-911170203B93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842" y="522910"/>
                </a:moveTo>
                <a:lnTo>
                  <a:pt x="1658292" y="5581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8" name="9wup_2_build_PredictedLigand_56">
            <a:extLst>
              <a:ext uri="{FF2B5EF4-FFF2-40B4-BE49-F238E27FC236}">
                <a16:creationId xmlns:a16="http://schemas.microsoft.com/office/drawing/2014/main" id="{1DBE83DD-8E99-4045-906B-D71EC81DB93A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8777" y="623892"/>
                </a:moveTo>
                <a:lnTo>
                  <a:pt x="1348070" y="7406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9" name="9wup_2_build_PredictedLigand_57">
            <a:extLst>
              <a:ext uri="{FF2B5EF4-FFF2-40B4-BE49-F238E27FC236}">
                <a16:creationId xmlns:a16="http://schemas.microsoft.com/office/drawing/2014/main" id="{CCBE9CF0-3E9D-4027-B14E-7B29208B60A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8777" y="623892"/>
                </a:moveTo>
                <a:lnTo>
                  <a:pt x="1376332" y="5530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90" name="9wup_2_build_PredictedAtoms_0">
            <a:extLst>
              <a:ext uri="{FF2B5EF4-FFF2-40B4-BE49-F238E27FC236}">
                <a16:creationId xmlns:a16="http://schemas.microsoft.com/office/drawing/2014/main" id="{8DD4A868-AFA1-4FA4-B0D9-DAE0690976E4}"/>
              </a:ext>
            </a:extLst>
          </p:cNvPr>
          <p:cNvSpPr>
            <a:spLocks/>
          </p:cNvSpPr>
          <p:nvPr/>
        </p:nvSpPr>
        <p:spPr>
          <a:xfrm>
            <a:off x="7399375" y="30798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1" name="9wup_2_build_PredictedAtoms_1">
            <a:extLst>
              <a:ext uri="{FF2B5EF4-FFF2-40B4-BE49-F238E27FC236}">
                <a16:creationId xmlns:a16="http://schemas.microsoft.com/office/drawing/2014/main" id="{5E714EC8-22B4-4FA5-85B9-86B6129239BB}"/>
              </a:ext>
            </a:extLst>
          </p:cNvPr>
          <p:cNvSpPr>
            <a:spLocks/>
          </p:cNvSpPr>
          <p:nvPr/>
        </p:nvSpPr>
        <p:spPr>
          <a:xfrm>
            <a:off x="7327100" y="31547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2" name="9wup_2_build_PredictedAtoms_2">
            <a:extLst>
              <a:ext uri="{FF2B5EF4-FFF2-40B4-BE49-F238E27FC236}">
                <a16:creationId xmlns:a16="http://schemas.microsoft.com/office/drawing/2014/main" id="{62FD1E91-0074-4145-8636-97C52C572002}"/>
              </a:ext>
            </a:extLst>
          </p:cNvPr>
          <p:cNvSpPr>
            <a:spLocks/>
          </p:cNvSpPr>
          <p:nvPr/>
        </p:nvSpPr>
        <p:spPr>
          <a:xfrm>
            <a:off x="7414109" y="31964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3" name="9wup_2_build_PredictedAtoms_3">
            <a:extLst>
              <a:ext uri="{FF2B5EF4-FFF2-40B4-BE49-F238E27FC236}">
                <a16:creationId xmlns:a16="http://schemas.microsoft.com/office/drawing/2014/main" id="{138D9076-EFA8-43FD-AB91-315A079A47FE}"/>
              </a:ext>
            </a:extLst>
          </p:cNvPr>
          <p:cNvSpPr>
            <a:spLocks/>
          </p:cNvSpPr>
          <p:nvPr/>
        </p:nvSpPr>
        <p:spPr>
          <a:xfrm>
            <a:off x="7407523" y="31503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4" name="9wup_2_build_PredictedAtoms_4">
            <a:extLst>
              <a:ext uri="{FF2B5EF4-FFF2-40B4-BE49-F238E27FC236}">
                <a16:creationId xmlns:a16="http://schemas.microsoft.com/office/drawing/2014/main" id="{3262895A-B10C-460F-BE59-B4BFE32B3460}"/>
              </a:ext>
            </a:extLst>
          </p:cNvPr>
          <p:cNvSpPr>
            <a:spLocks/>
          </p:cNvSpPr>
          <p:nvPr/>
        </p:nvSpPr>
        <p:spPr>
          <a:xfrm>
            <a:off x="7524784" y="31889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5" name="9wup_2_build_PredictedAtoms_5">
            <a:extLst>
              <a:ext uri="{FF2B5EF4-FFF2-40B4-BE49-F238E27FC236}">
                <a16:creationId xmlns:a16="http://schemas.microsoft.com/office/drawing/2014/main" id="{234EA527-5C00-4219-96F8-C06C4D1DEB11}"/>
              </a:ext>
            </a:extLst>
          </p:cNvPr>
          <p:cNvSpPr>
            <a:spLocks/>
          </p:cNvSpPr>
          <p:nvPr/>
        </p:nvSpPr>
        <p:spPr>
          <a:xfrm>
            <a:off x="7504078" y="33057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6" name="9wup_2_build_PredictedAtoms_6">
            <a:extLst>
              <a:ext uri="{FF2B5EF4-FFF2-40B4-BE49-F238E27FC236}">
                <a16:creationId xmlns:a16="http://schemas.microsoft.com/office/drawing/2014/main" id="{52B303A0-DFAC-4956-80D0-5B4228652DEC}"/>
              </a:ext>
            </a:extLst>
          </p:cNvPr>
          <p:cNvSpPr>
            <a:spLocks/>
          </p:cNvSpPr>
          <p:nvPr/>
        </p:nvSpPr>
        <p:spPr>
          <a:xfrm>
            <a:off x="7532340" y="31181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7" name="9wup_2_build_PredictedAtoms_7">
            <a:extLst>
              <a:ext uri="{FF2B5EF4-FFF2-40B4-BE49-F238E27FC236}">
                <a16:creationId xmlns:a16="http://schemas.microsoft.com/office/drawing/2014/main" id="{A277397F-11D2-4224-A1BB-FE1958C273CF}"/>
              </a:ext>
            </a:extLst>
          </p:cNvPr>
          <p:cNvSpPr>
            <a:spLocks/>
          </p:cNvSpPr>
          <p:nvPr/>
        </p:nvSpPr>
        <p:spPr>
          <a:xfrm>
            <a:off x="7636374" y="318297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8" name="9wup_2_build_PredictedAtoms_8">
            <a:extLst>
              <a:ext uri="{FF2B5EF4-FFF2-40B4-BE49-F238E27FC236}">
                <a16:creationId xmlns:a16="http://schemas.microsoft.com/office/drawing/2014/main" id="{D232D28C-7236-4438-98F1-DBB88CB2E880}"/>
              </a:ext>
            </a:extLst>
          </p:cNvPr>
          <p:cNvSpPr>
            <a:spLocks/>
          </p:cNvSpPr>
          <p:nvPr/>
        </p:nvSpPr>
        <p:spPr>
          <a:xfrm>
            <a:off x="7737850" y="30879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9" name="9wup_2_build_PredictedAtoms_9">
            <a:extLst>
              <a:ext uri="{FF2B5EF4-FFF2-40B4-BE49-F238E27FC236}">
                <a16:creationId xmlns:a16="http://schemas.microsoft.com/office/drawing/2014/main" id="{94D35711-490C-4C15-B3CF-798B7BAA7C46}"/>
              </a:ext>
            </a:extLst>
          </p:cNvPr>
          <p:cNvSpPr>
            <a:spLocks/>
          </p:cNvSpPr>
          <p:nvPr/>
        </p:nvSpPr>
        <p:spPr>
          <a:xfrm>
            <a:off x="7702630" y="29669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0" name="9wup_2_build_PredictedAtoms_10">
            <a:extLst>
              <a:ext uri="{FF2B5EF4-FFF2-40B4-BE49-F238E27FC236}">
                <a16:creationId xmlns:a16="http://schemas.microsoft.com/office/drawing/2014/main" id="{8E0BF482-D1A8-4418-B3A9-27E3AB4E1BF9}"/>
              </a:ext>
            </a:extLst>
          </p:cNvPr>
          <p:cNvSpPr>
            <a:spLocks/>
          </p:cNvSpPr>
          <p:nvPr/>
        </p:nvSpPr>
        <p:spPr>
          <a:xfrm>
            <a:off x="7814299" y="312326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1" name="9wup_2_build_PredictedAtoms_11">
            <a:extLst>
              <a:ext uri="{FF2B5EF4-FFF2-40B4-BE49-F238E27FC236}">
                <a16:creationId xmlns:a16="http://schemas.microsoft.com/office/drawing/2014/main" id="{D82FB9F5-4D64-405C-98CB-2D04313F094C}"/>
              </a:ext>
            </a:extLst>
          </p:cNvPr>
          <p:cNvSpPr>
            <a:spLocks/>
          </p:cNvSpPr>
          <p:nvPr/>
        </p:nvSpPr>
        <p:spPr>
          <a:xfrm>
            <a:off x="7810551" y="3105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2" name="9wup_2_build_PredictedAtoms_12">
            <a:extLst>
              <a:ext uri="{FF2B5EF4-FFF2-40B4-BE49-F238E27FC236}">
                <a16:creationId xmlns:a16="http://schemas.microsoft.com/office/drawing/2014/main" id="{084BC974-82AD-4C56-B817-3B46C1DDA72E}"/>
              </a:ext>
            </a:extLst>
          </p:cNvPr>
          <p:cNvSpPr>
            <a:spLocks/>
          </p:cNvSpPr>
          <p:nvPr/>
        </p:nvSpPr>
        <p:spPr>
          <a:xfrm>
            <a:off x="7764384" y="31011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3" name="9wup_2_build_PredictedAtoms_13">
            <a:extLst>
              <a:ext uri="{FF2B5EF4-FFF2-40B4-BE49-F238E27FC236}">
                <a16:creationId xmlns:a16="http://schemas.microsoft.com/office/drawing/2014/main" id="{1D4F6772-7DDB-447A-981F-B407BBD32AD7}"/>
              </a:ext>
            </a:extLst>
          </p:cNvPr>
          <p:cNvSpPr>
            <a:spLocks/>
          </p:cNvSpPr>
          <p:nvPr/>
        </p:nvSpPr>
        <p:spPr>
          <a:xfrm>
            <a:off x="7836144" y="30535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4" name="9wup_2_build_PredictedAtoms_14">
            <a:extLst>
              <a:ext uri="{FF2B5EF4-FFF2-40B4-BE49-F238E27FC236}">
                <a16:creationId xmlns:a16="http://schemas.microsoft.com/office/drawing/2014/main" id="{D3224720-E31F-4C9F-9475-C6AD139B8E65}"/>
              </a:ext>
            </a:extLst>
          </p:cNvPr>
          <p:cNvSpPr>
            <a:spLocks/>
          </p:cNvSpPr>
          <p:nvPr/>
        </p:nvSpPr>
        <p:spPr>
          <a:xfrm>
            <a:off x="7940053" y="31139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5" name="9wup_2_build_PredictedAtoms_15">
            <a:extLst>
              <a:ext uri="{FF2B5EF4-FFF2-40B4-BE49-F238E27FC236}">
                <a16:creationId xmlns:a16="http://schemas.microsoft.com/office/drawing/2014/main" id="{5D3C78CF-5A6D-4C5C-BBC6-CCE5C66151DC}"/>
              </a:ext>
            </a:extLst>
          </p:cNvPr>
          <p:cNvSpPr>
            <a:spLocks/>
          </p:cNvSpPr>
          <p:nvPr/>
        </p:nvSpPr>
        <p:spPr>
          <a:xfrm>
            <a:off x="8007336" y="30509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6" name="9wup_2_build_PredictedAtoms_16">
            <a:extLst>
              <a:ext uri="{FF2B5EF4-FFF2-40B4-BE49-F238E27FC236}">
                <a16:creationId xmlns:a16="http://schemas.microsoft.com/office/drawing/2014/main" id="{0CB47062-EF64-4008-BB41-31EC5644387A}"/>
              </a:ext>
            </a:extLst>
          </p:cNvPr>
          <p:cNvSpPr>
            <a:spLocks/>
          </p:cNvSpPr>
          <p:nvPr/>
        </p:nvSpPr>
        <p:spPr>
          <a:xfrm>
            <a:off x="8105959" y="30427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7" name="9wup_2_build_PredictedAtoms_17">
            <a:extLst>
              <a:ext uri="{FF2B5EF4-FFF2-40B4-BE49-F238E27FC236}">
                <a16:creationId xmlns:a16="http://schemas.microsoft.com/office/drawing/2014/main" id="{B8C1E69E-C693-40EB-80E4-E8A9A98D0726}"/>
              </a:ext>
            </a:extLst>
          </p:cNvPr>
          <p:cNvSpPr>
            <a:spLocks/>
          </p:cNvSpPr>
          <p:nvPr/>
        </p:nvSpPr>
        <p:spPr>
          <a:xfrm>
            <a:off x="8033093" y="32741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8" name="9wup_2_build_PredictedAtoms_18">
            <a:extLst>
              <a:ext uri="{FF2B5EF4-FFF2-40B4-BE49-F238E27FC236}">
                <a16:creationId xmlns:a16="http://schemas.microsoft.com/office/drawing/2014/main" id="{127606D6-23C8-4FAB-B865-A76FE170DF0F}"/>
              </a:ext>
            </a:extLst>
          </p:cNvPr>
          <p:cNvSpPr>
            <a:spLocks/>
          </p:cNvSpPr>
          <p:nvPr/>
        </p:nvSpPr>
        <p:spPr>
          <a:xfrm>
            <a:off x="8051624" y="33462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9" name="9wup_2_build_PredictedAtoms_19">
            <a:extLst>
              <a:ext uri="{FF2B5EF4-FFF2-40B4-BE49-F238E27FC236}">
                <a16:creationId xmlns:a16="http://schemas.microsoft.com/office/drawing/2014/main" id="{2D727292-E840-4D8E-93DC-E06B96B2A535}"/>
              </a:ext>
            </a:extLst>
          </p:cNvPr>
          <p:cNvSpPr>
            <a:spLocks/>
          </p:cNvSpPr>
          <p:nvPr/>
        </p:nvSpPr>
        <p:spPr>
          <a:xfrm>
            <a:off x="8191921" y="32852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10" name="9wup_2_build_PredictedAtoms_20">
            <a:extLst>
              <a:ext uri="{FF2B5EF4-FFF2-40B4-BE49-F238E27FC236}">
                <a16:creationId xmlns:a16="http://schemas.microsoft.com/office/drawing/2014/main" id="{A8C54B10-6D89-462B-9FE3-68F8F3AB3C85}"/>
              </a:ext>
            </a:extLst>
          </p:cNvPr>
          <p:cNvSpPr>
            <a:spLocks/>
          </p:cNvSpPr>
          <p:nvPr/>
        </p:nvSpPr>
        <p:spPr>
          <a:xfrm>
            <a:off x="8284566" y="337148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11" name="9wup_2_build_PredictedAtoms_21">
            <a:extLst>
              <a:ext uri="{FF2B5EF4-FFF2-40B4-BE49-F238E27FC236}">
                <a16:creationId xmlns:a16="http://schemas.microsoft.com/office/drawing/2014/main" id="{B7558F09-7BDA-4012-B721-36E0EAC09EFE}"/>
              </a:ext>
            </a:extLst>
          </p:cNvPr>
          <p:cNvSpPr>
            <a:spLocks/>
          </p:cNvSpPr>
          <p:nvPr/>
        </p:nvSpPr>
        <p:spPr>
          <a:xfrm>
            <a:off x="8260709" y="34909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12" name="9wup_2_build_PredictedAtoms_22">
            <a:extLst>
              <a:ext uri="{FF2B5EF4-FFF2-40B4-BE49-F238E27FC236}">
                <a16:creationId xmlns:a16="http://schemas.microsoft.com/office/drawing/2014/main" id="{A50960C2-9D08-4656-8034-42E13CE42623}"/>
              </a:ext>
            </a:extLst>
          </p:cNvPr>
          <p:cNvSpPr>
            <a:spLocks/>
          </p:cNvSpPr>
          <p:nvPr/>
        </p:nvSpPr>
        <p:spPr>
          <a:xfrm>
            <a:off x="8381462" y="31825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13" name="9wup_2_build_PredictedAtoms_23">
            <a:extLst>
              <a:ext uri="{FF2B5EF4-FFF2-40B4-BE49-F238E27FC236}">
                <a16:creationId xmlns:a16="http://schemas.microsoft.com/office/drawing/2014/main" id="{32A85FE4-51FA-497D-B757-C05DED16D862}"/>
              </a:ext>
            </a:extLst>
          </p:cNvPr>
          <p:cNvSpPr>
            <a:spLocks/>
          </p:cNvSpPr>
          <p:nvPr/>
        </p:nvSpPr>
        <p:spPr>
          <a:xfrm>
            <a:off x="8348539" y="3161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14" name="9wup_2_build_PredictedAtoms_24">
            <a:extLst>
              <a:ext uri="{FF2B5EF4-FFF2-40B4-BE49-F238E27FC236}">
                <a16:creationId xmlns:a16="http://schemas.microsoft.com/office/drawing/2014/main" id="{E48A64CB-7BED-42E2-8284-B04ADEECA956}"/>
              </a:ext>
            </a:extLst>
          </p:cNvPr>
          <p:cNvSpPr>
            <a:spLocks/>
          </p:cNvSpPr>
          <p:nvPr/>
        </p:nvSpPr>
        <p:spPr>
          <a:xfrm>
            <a:off x="8271331" y="31439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15" name="9wup_2_build_PredictedAtoms_25">
            <a:extLst>
              <a:ext uri="{FF2B5EF4-FFF2-40B4-BE49-F238E27FC236}">
                <a16:creationId xmlns:a16="http://schemas.microsoft.com/office/drawing/2014/main" id="{153089E0-FC02-41F1-BD81-50FA8A0928E6}"/>
              </a:ext>
            </a:extLst>
          </p:cNvPr>
          <p:cNvSpPr>
            <a:spLocks/>
          </p:cNvSpPr>
          <p:nvPr/>
        </p:nvSpPr>
        <p:spPr>
          <a:xfrm>
            <a:off x="8182824" y="32146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16" name="9wup_2_build_PredictedAtoms_26">
            <a:extLst>
              <a:ext uri="{FF2B5EF4-FFF2-40B4-BE49-F238E27FC236}">
                <a16:creationId xmlns:a16="http://schemas.microsoft.com/office/drawing/2014/main" id="{EA2EF428-3CAF-4C1B-9082-47A84DB436A1}"/>
              </a:ext>
            </a:extLst>
          </p:cNvPr>
          <p:cNvSpPr>
            <a:spLocks/>
          </p:cNvSpPr>
          <p:nvPr/>
        </p:nvSpPr>
        <p:spPr>
          <a:xfrm>
            <a:off x="7950629" y="29459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17" name="9wup_2_build_PredictedAtoms_27">
            <a:extLst>
              <a:ext uri="{FF2B5EF4-FFF2-40B4-BE49-F238E27FC236}">
                <a16:creationId xmlns:a16="http://schemas.microsoft.com/office/drawing/2014/main" id="{168CA7F7-1525-4E95-9438-B54C9C3A83B9}"/>
              </a:ext>
            </a:extLst>
          </p:cNvPr>
          <p:cNvSpPr>
            <a:spLocks/>
          </p:cNvSpPr>
          <p:nvPr/>
        </p:nvSpPr>
        <p:spPr>
          <a:xfrm>
            <a:off x="7914091" y="29243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18" name="9wup_2_build_PredictedAtoms_28">
            <a:extLst>
              <a:ext uri="{FF2B5EF4-FFF2-40B4-BE49-F238E27FC236}">
                <a16:creationId xmlns:a16="http://schemas.microsoft.com/office/drawing/2014/main" id="{3C24D2C6-4206-4550-925C-1BE0C4E699BC}"/>
              </a:ext>
            </a:extLst>
          </p:cNvPr>
          <p:cNvSpPr>
            <a:spLocks/>
          </p:cNvSpPr>
          <p:nvPr/>
        </p:nvSpPr>
        <p:spPr>
          <a:xfrm>
            <a:off x="7873904" y="29276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19" name="9wup_2_build_PredictedAtoms_29">
            <a:extLst>
              <a:ext uri="{FF2B5EF4-FFF2-40B4-BE49-F238E27FC236}">
                <a16:creationId xmlns:a16="http://schemas.microsoft.com/office/drawing/2014/main" id="{3068474E-63AE-4FBC-9804-1B59096618F2}"/>
              </a:ext>
            </a:extLst>
          </p:cNvPr>
          <p:cNvSpPr>
            <a:spLocks/>
          </p:cNvSpPr>
          <p:nvPr/>
        </p:nvSpPr>
        <p:spPr>
          <a:xfrm>
            <a:off x="7801424" y="285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0" name="9wup_2_build_PredictedAtoms_30">
            <a:extLst>
              <a:ext uri="{FF2B5EF4-FFF2-40B4-BE49-F238E27FC236}">
                <a16:creationId xmlns:a16="http://schemas.microsoft.com/office/drawing/2014/main" id="{16AE2026-D509-4934-B4D5-062C7AEF7E1F}"/>
              </a:ext>
            </a:extLst>
          </p:cNvPr>
          <p:cNvSpPr>
            <a:spLocks/>
          </p:cNvSpPr>
          <p:nvPr/>
        </p:nvSpPr>
        <p:spPr>
          <a:xfrm>
            <a:off x="7293651" y="325876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1" name="9wup_2_build_PredictedAtoms_31">
            <a:extLst>
              <a:ext uri="{FF2B5EF4-FFF2-40B4-BE49-F238E27FC236}">
                <a16:creationId xmlns:a16="http://schemas.microsoft.com/office/drawing/2014/main" id="{5104F538-E232-44F8-8B5E-3BBD8901970D}"/>
              </a:ext>
            </a:extLst>
          </p:cNvPr>
          <p:cNvSpPr>
            <a:spLocks/>
          </p:cNvSpPr>
          <p:nvPr/>
        </p:nvSpPr>
        <p:spPr>
          <a:xfrm>
            <a:off x="7254630" y="33086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2" name="9wup_2_build_PredictedAtoms_32">
            <a:extLst>
              <a:ext uri="{FF2B5EF4-FFF2-40B4-BE49-F238E27FC236}">
                <a16:creationId xmlns:a16="http://schemas.microsoft.com/office/drawing/2014/main" id="{2B38EE89-B968-4AAE-8C51-99AFB37FE0AE}"/>
              </a:ext>
            </a:extLst>
          </p:cNvPr>
          <p:cNvSpPr>
            <a:spLocks/>
          </p:cNvSpPr>
          <p:nvPr/>
        </p:nvSpPr>
        <p:spPr>
          <a:xfrm>
            <a:off x="7240713" y="32186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3" name="9wup_2_build_PredictedAtoms_33">
            <a:extLst>
              <a:ext uri="{FF2B5EF4-FFF2-40B4-BE49-F238E27FC236}">
                <a16:creationId xmlns:a16="http://schemas.microsoft.com/office/drawing/2014/main" id="{898FD09C-9CD4-45C7-811E-C0F27F780FE9}"/>
              </a:ext>
            </a:extLst>
          </p:cNvPr>
          <p:cNvSpPr>
            <a:spLocks/>
          </p:cNvSpPr>
          <p:nvPr/>
        </p:nvSpPr>
        <p:spPr>
          <a:xfrm>
            <a:off x="7250881" y="33094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4" name="9wup_2_build_PredictedAtoms_34">
            <a:extLst>
              <a:ext uri="{FF2B5EF4-FFF2-40B4-BE49-F238E27FC236}">
                <a16:creationId xmlns:a16="http://schemas.microsoft.com/office/drawing/2014/main" id="{8F58C702-F178-41E5-88E1-9C5B9C4655E1}"/>
              </a:ext>
            </a:extLst>
          </p:cNvPr>
          <p:cNvSpPr>
            <a:spLocks/>
          </p:cNvSpPr>
          <p:nvPr/>
        </p:nvSpPr>
        <p:spPr>
          <a:xfrm>
            <a:off x="7110637" y="31720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5" name="9wup_2_build_PredictedAtoms_35">
            <a:extLst>
              <a:ext uri="{FF2B5EF4-FFF2-40B4-BE49-F238E27FC236}">
                <a16:creationId xmlns:a16="http://schemas.microsoft.com/office/drawing/2014/main" id="{09FAB5FB-9721-4D10-9782-C26775C65F3D}"/>
              </a:ext>
            </a:extLst>
          </p:cNvPr>
          <p:cNvSpPr>
            <a:spLocks/>
          </p:cNvSpPr>
          <p:nvPr/>
        </p:nvSpPr>
        <p:spPr>
          <a:xfrm>
            <a:off x="7037981" y="31948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6" name="9wup_2_build_PredictedAtoms_36">
            <a:extLst>
              <a:ext uri="{FF2B5EF4-FFF2-40B4-BE49-F238E27FC236}">
                <a16:creationId xmlns:a16="http://schemas.microsoft.com/office/drawing/2014/main" id="{9FEF97CF-BAC6-41DC-ACC9-0665C77750D9}"/>
              </a:ext>
            </a:extLst>
          </p:cNvPr>
          <p:cNvSpPr>
            <a:spLocks/>
          </p:cNvSpPr>
          <p:nvPr/>
        </p:nvSpPr>
        <p:spPr>
          <a:xfrm>
            <a:off x="6890216" y="347578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7" name="9wup_2_build_PredictedAtoms_37">
            <a:extLst>
              <a:ext uri="{FF2B5EF4-FFF2-40B4-BE49-F238E27FC236}">
                <a16:creationId xmlns:a16="http://schemas.microsoft.com/office/drawing/2014/main" id="{FE6B7248-D2FE-4AE6-8EDA-FF6DF5E78416}"/>
              </a:ext>
            </a:extLst>
          </p:cNvPr>
          <p:cNvSpPr>
            <a:spLocks/>
          </p:cNvSpPr>
          <p:nvPr/>
        </p:nvSpPr>
        <p:spPr>
          <a:xfrm>
            <a:off x="7041682" y="33619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8" name="9wup_2_build_PredictedAtoms_38">
            <a:extLst>
              <a:ext uri="{FF2B5EF4-FFF2-40B4-BE49-F238E27FC236}">
                <a16:creationId xmlns:a16="http://schemas.microsoft.com/office/drawing/2014/main" id="{60E4047B-EE59-4BA2-A45E-01B34E0FBB3A}"/>
              </a:ext>
            </a:extLst>
          </p:cNvPr>
          <p:cNvSpPr>
            <a:spLocks/>
          </p:cNvSpPr>
          <p:nvPr/>
        </p:nvSpPr>
        <p:spPr>
          <a:xfrm>
            <a:off x="7088116" y="31746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9" name="9wup_2_build_PredictedAtoms_39">
            <a:extLst>
              <a:ext uri="{FF2B5EF4-FFF2-40B4-BE49-F238E27FC236}">
                <a16:creationId xmlns:a16="http://schemas.microsoft.com/office/drawing/2014/main" id="{4219E0C3-E057-46D6-B4FB-9CB709814ECD}"/>
              </a:ext>
            </a:extLst>
          </p:cNvPr>
          <p:cNvSpPr>
            <a:spLocks/>
          </p:cNvSpPr>
          <p:nvPr/>
        </p:nvSpPr>
        <p:spPr>
          <a:xfrm>
            <a:off x="7114398" y="32474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0" name="9wup_2_build_PredictedAtoms_40">
            <a:extLst>
              <a:ext uri="{FF2B5EF4-FFF2-40B4-BE49-F238E27FC236}">
                <a16:creationId xmlns:a16="http://schemas.microsoft.com/office/drawing/2014/main" id="{B66C33BC-ADB9-4F71-BA44-023DB5A50BDD}"/>
              </a:ext>
            </a:extLst>
          </p:cNvPr>
          <p:cNvSpPr>
            <a:spLocks/>
          </p:cNvSpPr>
          <p:nvPr/>
        </p:nvSpPr>
        <p:spPr>
          <a:xfrm>
            <a:off x="6908477" y="35150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1" name="9wup_2_build_PredictedAtoms_41">
            <a:extLst>
              <a:ext uri="{FF2B5EF4-FFF2-40B4-BE49-F238E27FC236}">
                <a16:creationId xmlns:a16="http://schemas.microsoft.com/office/drawing/2014/main" id="{5E716C09-59D2-4EB9-99F8-8BCD37F53FDF}"/>
              </a:ext>
            </a:extLst>
          </p:cNvPr>
          <p:cNvSpPr>
            <a:spLocks/>
          </p:cNvSpPr>
          <p:nvPr/>
        </p:nvSpPr>
        <p:spPr>
          <a:xfrm>
            <a:off x="6925757" y="36826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2" name="9wup_2_build_PredictedAtoms_42">
            <a:extLst>
              <a:ext uri="{FF2B5EF4-FFF2-40B4-BE49-F238E27FC236}">
                <a16:creationId xmlns:a16="http://schemas.microsoft.com/office/drawing/2014/main" id="{534EA404-BE17-426F-A187-53083BE65716}"/>
              </a:ext>
            </a:extLst>
          </p:cNvPr>
          <p:cNvSpPr>
            <a:spLocks/>
          </p:cNvSpPr>
          <p:nvPr/>
        </p:nvSpPr>
        <p:spPr>
          <a:xfrm>
            <a:off x="6914136" y="37646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3" name="9wup_2_build_PredictedAtoms_43">
            <a:extLst>
              <a:ext uri="{FF2B5EF4-FFF2-40B4-BE49-F238E27FC236}">
                <a16:creationId xmlns:a16="http://schemas.microsoft.com/office/drawing/2014/main" id="{EB935047-CDA9-4F37-9EE8-BE85DDC7746D}"/>
              </a:ext>
            </a:extLst>
          </p:cNvPr>
          <p:cNvSpPr>
            <a:spLocks/>
          </p:cNvSpPr>
          <p:nvPr/>
        </p:nvSpPr>
        <p:spPr>
          <a:xfrm>
            <a:off x="6846217" y="34286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4" name="9wup_2_build_PredictedAtoms_44">
            <a:extLst>
              <a:ext uri="{FF2B5EF4-FFF2-40B4-BE49-F238E27FC236}">
                <a16:creationId xmlns:a16="http://schemas.microsoft.com/office/drawing/2014/main" id="{824396CF-49E9-44CB-981D-1BA2C4B31504}"/>
              </a:ext>
            </a:extLst>
          </p:cNvPr>
          <p:cNvSpPr>
            <a:spLocks/>
          </p:cNvSpPr>
          <p:nvPr/>
        </p:nvSpPr>
        <p:spPr>
          <a:xfrm>
            <a:off x="6732455" y="32714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5" name="9wup_2_build_PredictedAtoms_45">
            <a:extLst>
              <a:ext uri="{FF2B5EF4-FFF2-40B4-BE49-F238E27FC236}">
                <a16:creationId xmlns:a16="http://schemas.microsoft.com/office/drawing/2014/main" id="{0BDD3EF7-15D9-4BAC-93AC-3B8C0D2E2CFE}"/>
              </a:ext>
            </a:extLst>
          </p:cNvPr>
          <p:cNvSpPr>
            <a:spLocks/>
          </p:cNvSpPr>
          <p:nvPr/>
        </p:nvSpPr>
        <p:spPr>
          <a:xfrm>
            <a:off x="6754379" y="31600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6" name="9wup_2_build_PredictedAtoms_46">
            <a:extLst>
              <a:ext uri="{FF2B5EF4-FFF2-40B4-BE49-F238E27FC236}">
                <a16:creationId xmlns:a16="http://schemas.microsoft.com/office/drawing/2014/main" id="{0EC1195B-3A8E-4603-8BB2-A72E3D45062E}"/>
              </a:ext>
            </a:extLst>
          </p:cNvPr>
          <p:cNvSpPr>
            <a:spLocks/>
          </p:cNvSpPr>
          <p:nvPr/>
        </p:nvSpPr>
        <p:spPr>
          <a:xfrm>
            <a:off x="6690005" y="30617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7" name="9wup_2_build_PredictedAtoms_47">
            <a:extLst>
              <a:ext uri="{FF2B5EF4-FFF2-40B4-BE49-F238E27FC236}">
                <a16:creationId xmlns:a16="http://schemas.microsoft.com/office/drawing/2014/main" id="{AA5397ED-184B-4119-AD7D-5C6F7C3B56A8}"/>
              </a:ext>
            </a:extLst>
          </p:cNvPr>
          <p:cNvSpPr>
            <a:spLocks/>
          </p:cNvSpPr>
          <p:nvPr/>
        </p:nvSpPr>
        <p:spPr>
          <a:xfrm>
            <a:off x="6684546" y="28829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8" name="9wup_2_build_PredictedAtoms_48">
            <a:extLst>
              <a:ext uri="{FF2B5EF4-FFF2-40B4-BE49-F238E27FC236}">
                <a16:creationId xmlns:a16="http://schemas.microsoft.com/office/drawing/2014/main" id="{696CFA10-0F63-4B58-803C-345F973B25B1}"/>
              </a:ext>
            </a:extLst>
          </p:cNvPr>
          <p:cNvSpPr>
            <a:spLocks/>
          </p:cNvSpPr>
          <p:nvPr/>
        </p:nvSpPr>
        <p:spPr>
          <a:xfrm>
            <a:off x="6620718" y="28371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9" name="9wup_2_build_PredictedAtoms_49">
            <a:extLst>
              <a:ext uri="{FF2B5EF4-FFF2-40B4-BE49-F238E27FC236}">
                <a16:creationId xmlns:a16="http://schemas.microsoft.com/office/drawing/2014/main" id="{6773289A-8348-4354-9FD8-0553738240FE}"/>
              </a:ext>
            </a:extLst>
          </p:cNvPr>
          <p:cNvSpPr>
            <a:spLocks/>
          </p:cNvSpPr>
          <p:nvPr/>
        </p:nvSpPr>
        <p:spPr>
          <a:xfrm>
            <a:off x="6892737" y="27927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40" name="9wup_2_build_PredictedAtoms_50">
            <a:extLst>
              <a:ext uri="{FF2B5EF4-FFF2-40B4-BE49-F238E27FC236}">
                <a16:creationId xmlns:a16="http://schemas.microsoft.com/office/drawing/2014/main" id="{35558907-53C9-422B-A544-4E6CEB4303D4}"/>
              </a:ext>
            </a:extLst>
          </p:cNvPr>
          <p:cNvSpPr>
            <a:spLocks/>
          </p:cNvSpPr>
          <p:nvPr/>
        </p:nvSpPr>
        <p:spPr>
          <a:xfrm>
            <a:off x="6993353" y="28361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41" name="9wup_2_build_PredictedAtoms_51">
            <a:extLst>
              <a:ext uri="{FF2B5EF4-FFF2-40B4-BE49-F238E27FC236}">
                <a16:creationId xmlns:a16="http://schemas.microsoft.com/office/drawing/2014/main" id="{37745B26-B5BE-463E-B852-C817E36C22C8}"/>
              </a:ext>
            </a:extLst>
          </p:cNvPr>
          <p:cNvSpPr>
            <a:spLocks/>
          </p:cNvSpPr>
          <p:nvPr/>
        </p:nvSpPr>
        <p:spPr>
          <a:xfrm>
            <a:off x="6888464" y="30475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42" name="9wup_2_build_PredictedAtoms_52">
            <a:extLst>
              <a:ext uri="{FF2B5EF4-FFF2-40B4-BE49-F238E27FC236}">
                <a16:creationId xmlns:a16="http://schemas.microsoft.com/office/drawing/2014/main" id="{F3C49374-FB12-4563-B287-26AF400555D2}"/>
              </a:ext>
            </a:extLst>
          </p:cNvPr>
          <p:cNvSpPr>
            <a:spLocks/>
          </p:cNvSpPr>
          <p:nvPr/>
        </p:nvSpPr>
        <p:spPr>
          <a:xfrm>
            <a:off x="6871598" y="31460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43" name="9wup_2_build_Clashes_0">
            <a:extLst>
              <a:ext uri="{FF2B5EF4-FFF2-40B4-BE49-F238E27FC236}">
                <a16:creationId xmlns:a16="http://schemas.microsoft.com/office/drawing/2014/main" id="{9F11BC50-CDA4-4D53-AAD8-2A0C3994A3A1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6332" y="553055"/>
                </a:moveTo>
                <a:lnTo>
                  <a:pt x="1276356" y="406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4" name="9wup_2_build_Clashes_1">
            <a:extLst>
              <a:ext uri="{FF2B5EF4-FFF2-40B4-BE49-F238E27FC236}">
                <a16:creationId xmlns:a16="http://schemas.microsoft.com/office/drawing/2014/main" id="{656E52A3-8AA4-4138-91A5-605736AF2B0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974" y="629798"/>
                </a:moveTo>
                <a:lnTo>
                  <a:pt x="725771" y="6221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5" name="9wup_2_build_Clashes_2">
            <a:extLst>
              <a:ext uri="{FF2B5EF4-FFF2-40B4-BE49-F238E27FC236}">
                <a16:creationId xmlns:a16="http://schemas.microsoft.com/office/drawing/2014/main" id="{D966D2E9-8E48-4455-8AF6-6128163DC9E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2108" y="609556"/>
                </a:moveTo>
                <a:lnTo>
                  <a:pt x="838404" y="5144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6" name="9wup_2_build_Clashes_3">
            <a:extLst>
              <a:ext uri="{FF2B5EF4-FFF2-40B4-BE49-F238E27FC236}">
                <a16:creationId xmlns:a16="http://schemas.microsoft.com/office/drawing/2014/main" id="{2D14AAC7-AFCD-487C-8DD1-95D84F49F8F9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749" y="1117588"/>
                </a:moveTo>
                <a:lnTo>
                  <a:pt x="686347" y="119703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7" name="9wup_2_build_Clashes_4">
            <a:extLst>
              <a:ext uri="{FF2B5EF4-FFF2-40B4-BE49-F238E27FC236}">
                <a16:creationId xmlns:a16="http://schemas.microsoft.com/office/drawing/2014/main" id="{1799F61F-3696-4DB5-959B-C97A39F0062E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749" y="1117588"/>
                </a:moveTo>
                <a:lnTo>
                  <a:pt x="810226" y="121959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8" name="9wup_2_build_Clashes_5">
            <a:extLst>
              <a:ext uri="{FF2B5EF4-FFF2-40B4-BE49-F238E27FC236}">
                <a16:creationId xmlns:a16="http://schemas.microsoft.com/office/drawing/2014/main" id="{64D4FD6E-406B-4EF4-88E4-AE52EE431FE1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8128" y="1199565"/>
                </a:moveTo>
                <a:lnTo>
                  <a:pt x="686347" y="119703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9" name="9wup_2_build_Clashes_6">
            <a:extLst>
              <a:ext uri="{FF2B5EF4-FFF2-40B4-BE49-F238E27FC236}">
                <a16:creationId xmlns:a16="http://schemas.microsoft.com/office/drawing/2014/main" id="{E44A98EA-3208-4025-9624-B7CB35FE7E8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8128" y="1199565"/>
                </a:moveTo>
                <a:lnTo>
                  <a:pt x="810226" y="121959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50" name="9wup_2_build_Clashes_7">
            <a:extLst>
              <a:ext uri="{FF2B5EF4-FFF2-40B4-BE49-F238E27FC236}">
                <a16:creationId xmlns:a16="http://schemas.microsoft.com/office/drawing/2014/main" id="{D18BC3AF-8BDA-49CA-8A5F-10040B993E3E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6447" y="706410"/>
                </a:moveTo>
                <a:lnTo>
                  <a:pt x="642467" y="59187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51" name="9wup_2_build_Clashes_8">
            <a:extLst>
              <a:ext uri="{FF2B5EF4-FFF2-40B4-BE49-F238E27FC236}">
                <a16:creationId xmlns:a16="http://schemas.microsoft.com/office/drawing/2014/main" id="{9F0C0A8B-7A0E-4A70-95E1-4BDD11EA7CA0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6447" y="706410"/>
                </a:moveTo>
                <a:lnTo>
                  <a:pt x="550403" y="6550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52" name="9wup_2_build_Clashes_9">
            <a:extLst>
              <a:ext uri="{FF2B5EF4-FFF2-40B4-BE49-F238E27FC236}">
                <a16:creationId xmlns:a16="http://schemas.microsoft.com/office/drawing/2014/main" id="{16529EBF-B403-44EE-A3A5-A555CCEB9A18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6447" y="706410"/>
                </a:moveTo>
                <a:lnTo>
                  <a:pt x="539080" y="76548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53" name="9wup_2_build_Clashes_10">
            <a:extLst>
              <a:ext uri="{FF2B5EF4-FFF2-40B4-BE49-F238E27FC236}">
                <a16:creationId xmlns:a16="http://schemas.microsoft.com/office/drawing/2014/main" id="{948FEF8A-9F0C-4D0A-A378-30A6055D97CF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6447" y="706410"/>
                </a:moveTo>
                <a:lnTo>
                  <a:pt x="417034" y="78334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54" name="9wup_2_build_Clashes_11">
            <a:extLst>
              <a:ext uri="{FF2B5EF4-FFF2-40B4-BE49-F238E27FC236}">
                <a16:creationId xmlns:a16="http://schemas.microsoft.com/office/drawing/2014/main" id="{55EB7010-00BD-4BDD-9B51-CD87F7155077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8372" y="594922"/>
                </a:moveTo>
                <a:lnTo>
                  <a:pt x="642467" y="59187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55" name="9wup_2_build_Clashes_12">
            <a:extLst>
              <a:ext uri="{FF2B5EF4-FFF2-40B4-BE49-F238E27FC236}">
                <a16:creationId xmlns:a16="http://schemas.microsoft.com/office/drawing/2014/main" id="{61076234-5C3E-4479-BBC3-B19275D8F51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8372" y="594922"/>
                </a:moveTo>
                <a:lnTo>
                  <a:pt x="725771" y="6221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56" name="9wup_2_build_Clashes_13">
            <a:extLst>
              <a:ext uri="{FF2B5EF4-FFF2-40B4-BE49-F238E27FC236}">
                <a16:creationId xmlns:a16="http://schemas.microsoft.com/office/drawing/2014/main" id="{F1781994-C704-45FA-935F-14111E8CD195}"/>
              </a:ext>
            </a:extLst>
          </p:cNvPr>
          <p:cNvSpPr>
            <a:spLocks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3997" y="496686"/>
                </a:moveTo>
                <a:lnTo>
                  <a:pt x="594836" y="38754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57" name="9wup_2_build_ClashingReceptorAtoms_0">
            <a:extLst>
              <a:ext uri="{FF2B5EF4-FFF2-40B4-BE49-F238E27FC236}">
                <a16:creationId xmlns:a16="http://schemas.microsoft.com/office/drawing/2014/main" id="{2A6D80B3-C690-417B-8D2E-184270CA7C72}"/>
              </a:ext>
            </a:extLst>
          </p:cNvPr>
          <p:cNvSpPr>
            <a:spLocks/>
          </p:cNvSpPr>
          <p:nvPr/>
        </p:nvSpPr>
        <p:spPr>
          <a:xfrm>
            <a:off x="7424743" y="296426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58" name="9wup_2_build_ClashingReceptorAtoms_1">
            <a:extLst>
              <a:ext uri="{FF2B5EF4-FFF2-40B4-BE49-F238E27FC236}">
                <a16:creationId xmlns:a16="http://schemas.microsoft.com/office/drawing/2014/main" id="{1B216E93-A125-4A1A-9F60-A5AF6BDC36A6}"/>
              </a:ext>
            </a:extLst>
          </p:cNvPr>
          <p:cNvSpPr>
            <a:spLocks/>
          </p:cNvSpPr>
          <p:nvPr/>
        </p:nvSpPr>
        <p:spPr>
          <a:xfrm>
            <a:off x="6790855" y="314934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59" name="9wup_2_build_ClashingReceptorAtoms_2">
            <a:extLst>
              <a:ext uri="{FF2B5EF4-FFF2-40B4-BE49-F238E27FC236}">
                <a16:creationId xmlns:a16="http://schemas.microsoft.com/office/drawing/2014/main" id="{FE121904-F83E-47CE-A5F0-5D8B9912D0D9}"/>
              </a:ext>
            </a:extLst>
          </p:cNvPr>
          <p:cNvSpPr>
            <a:spLocks/>
          </p:cNvSpPr>
          <p:nvPr/>
        </p:nvSpPr>
        <p:spPr>
          <a:xfrm>
            <a:off x="6874158" y="317957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60" name="9wup_2_build_ClashingReceptorAtoms_3">
            <a:extLst>
              <a:ext uri="{FF2B5EF4-FFF2-40B4-BE49-F238E27FC236}">
                <a16:creationId xmlns:a16="http://schemas.microsoft.com/office/drawing/2014/main" id="{9C44D6A7-3E22-4EA0-9086-2498AA7572C2}"/>
              </a:ext>
            </a:extLst>
          </p:cNvPr>
          <p:cNvSpPr>
            <a:spLocks/>
          </p:cNvSpPr>
          <p:nvPr/>
        </p:nvSpPr>
        <p:spPr>
          <a:xfrm>
            <a:off x="6743223" y="294500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61" name="9wup_2_build_ClashingReceptorAtoms_4">
            <a:extLst>
              <a:ext uri="{FF2B5EF4-FFF2-40B4-BE49-F238E27FC236}">
                <a16:creationId xmlns:a16="http://schemas.microsoft.com/office/drawing/2014/main" id="{3C66101C-09D1-4AFE-AA80-46FCD67AC94B}"/>
              </a:ext>
            </a:extLst>
          </p:cNvPr>
          <p:cNvSpPr>
            <a:spLocks/>
          </p:cNvSpPr>
          <p:nvPr/>
        </p:nvSpPr>
        <p:spPr>
          <a:xfrm>
            <a:off x="6698791" y="321252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62" name="9wup_2_build_ClashingReceptorAtoms_5">
            <a:extLst>
              <a:ext uri="{FF2B5EF4-FFF2-40B4-BE49-F238E27FC236}">
                <a16:creationId xmlns:a16="http://schemas.microsoft.com/office/drawing/2014/main" id="{A0F739EB-81D9-4C2A-8057-5587651D47ED}"/>
              </a:ext>
            </a:extLst>
          </p:cNvPr>
          <p:cNvSpPr>
            <a:spLocks/>
          </p:cNvSpPr>
          <p:nvPr/>
        </p:nvSpPr>
        <p:spPr>
          <a:xfrm>
            <a:off x="6687467" y="332295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63" name="9wup_2_build_ClashingReceptorAtoms_6">
            <a:extLst>
              <a:ext uri="{FF2B5EF4-FFF2-40B4-BE49-F238E27FC236}">
                <a16:creationId xmlns:a16="http://schemas.microsoft.com/office/drawing/2014/main" id="{75328C00-A89F-40AA-ABD2-803A43E4D066}"/>
              </a:ext>
            </a:extLst>
          </p:cNvPr>
          <p:cNvSpPr>
            <a:spLocks/>
          </p:cNvSpPr>
          <p:nvPr/>
        </p:nvSpPr>
        <p:spPr>
          <a:xfrm>
            <a:off x="6565422" y="334080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64" name="9wup_2_build_ClashingReceptorAtoms_7">
            <a:extLst>
              <a:ext uri="{FF2B5EF4-FFF2-40B4-BE49-F238E27FC236}">
                <a16:creationId xmlns:a16="http://schemas.microsoft.com/office/drawing/2014/main" id="{3EF78215-63E5-4AA6-BA2E-6471B2213580}"/>
              </a:ext>
            </a:extLst>
          </p:cNvPr>
          <p:cNvSpPr>
            <a:spLocks/>
          </p:cNvSpPr>
          <p:nvPr/>
        </p:nvSpPr>
        <p:spPr>
          <a:xfrm>
            <a:off x="6834734" y="375450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65" name="9wup_2_build_ClashingReceptorAtoms_8">
            <a:extLst>
              <a:ext uri="{FF2B5EF4-FFF2-40B4-BE49-F238E27FC236}">
                <a16:creationId xmlns:a16="http://schemas.microsoft.com/office/drawing/2014/main" id="{2C749282-E6DB-4DB4-809D-34282F9991E1}"/>
              </a:ext>
            </a:extLst>
          </p:cNvPr>
          <p:cNvSpPr>
            <a:spLocks/>
          </p:cNvSpPr>
          <p:nvPr/>
        </p:nvSpPr>
        <p:spPr>
          <a:xfrm>
            <a:off x="6958614" y="377706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66" name="9wup_2_build_ClashingReceptorAtoms_9">
            <a:extLst>
              <a:ext uri="{FF2B5EF4-FFF2-40B4-BE49-F238E27FC236}">
                <a16:creationId xmlns:a16="http://schemas.microsoft.com/office/drawing/2014/main" id="{DA88CEDD-575D-4864-8E68-F3E50747FE02}"/>
              </a:ext>
            </a:extLst>
          </p:cNvPr>
          <p:cNvSpPr>
            <a:spLocks/>
          </p:cNvSpPr>
          <p:nvPr/>
        </p:nvSpPr>
        <p:spPr>
          <a:xfrm>
            <a:off x="6986791" y="30719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67" name="stage3-cases-clash_20">
            <a:extLst>
              <a:ext uri="{FF2B5EF4-FFF2-40B4-BE49-F238E27FC236}">
                <a16:creationId xmlns:a16="http://schemas.microsoft.com/office/drawing/2014/main" id="{EDAEC129-742A-4389-B046-DCC2DE2839F0}"/>
              </a:ext>
            </a:extLst>
          </p:cNvPr>
          <p:cNvSpPr>
            <a:spLocks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1.79 Å   D 74%   Clash 14</a:t>
            </a:r>
          </a:p>
        </p:txBody>
      </p:sp>
      <p:sp>
        <p:nvSpPr>
          <p:cNvPr id="1068" name="stage3-cases-clash_21">
            <a:extLst>
              <a:ext uri="{FF2B5EF4-FFF2-40B4-BE49-F238E27FC236}">
                <a16:creationId xmlns:a16="http://schemas.microsoft.com/office/drawing/2014/main" id="{5BC0398C-40C5-4CF8-9D4E-9D75584BD0BE}"/>
              </a:ext>
            </a:extLst>
          </p:cNvPr>
          <p:cNvSpPr>
            <a:spLocks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1069" name="stage3-cases-clash_22">
            <a:extLst>
              <a:ext uri="{FF2B5EF4-FFF2-40B4-BE49-F238E27FC236}">
                <a16:creationId xmlns:a16="http://schemas.microsoft.com/office/drawing/2014/main" id="{BEBE2DFE-FF80-487A-9228-2558D65E4E2C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08888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070" name="stage3-cases-clash_23">
            <a:extLst>
              <a:ext uri="{FF2B5EF4-FFF2-40B4-BE49-F238E27FC236}">
                <a16:creationId xmlns:a16="http://schemas.microsoft.com/office/drawing/2014/main" id="{38A477FE-779A-4A1F-9CF0-E018BF250175}"/>
              </a:ext>
            </a:extLst>
          </p:cNvPr>
          <p:cNvSpPr>
            <a:spLocks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071" name="9wq3_5_official_Receptor">
            <a:extLst>
              <a:ext uri="{FF2B5EF4-FFF2-40B4-BE49-F238E27FC236}">
                <a16:creationId xmlns:a16="http://schemas.microsoft.com/office/drawing/2014/main" id="{E6B6A547-FFF4-4A94-A07F-F5A1993DF300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3192" y="704177"/>
                </a:moveTo>
                <a:lnTo>
                  <a:pt x="1966327" y="826496"/>
                </a:lnTo>
                <a:moveTo>
                  <a:pt x="2608214" y="477441"/>
                </a:moveTo>
                <a:lnTo>
                  <a:pt x="2628923" y="395595"/>
                </a:lnTo>
                <a:moveTo>
                  <a:pt x="2115870" y="571239"/>
                </a:moveTo>
                <a:lnTo>
                  <a:pt x="2113192" y="704177"/>
                </a:lnTo>
                <a:moveTo>
                  <a:pt x="2608214" y="477441"/>
                </a:moveTo>
                <a:lnTo>
                  <a:pt x="2438668" y="577681"/>
                </a:lnTo>
                <a:moveTo>
                  <a:pt x="2438668" y="577681"/>
                </a:moveTo>
                <a:lnTo>
                  <a:pt x="2280513" y="464955"/>
                </a:lnTo>
                <a:moveTo>
                  <a:pt x="2280513" y="464955"/>
                </a:moveTo>
                <a:lnTo>
                  <a:pt x="2115870" y="571239"/>
                </a:lnTo>
                <a:moveTo>
                  <a:pt x="2614971" y="350802"/>
                </a:moveTo>
                <a:lnTo>
                  <a:pt x="2608214" y="477441"/>
                </a:lnTo>
                <a:moveTo>
                  <a:pt x="1248185" y="192281"/>
                </a:moveTo>
                <a:lnTo>
                  <a:pt x="1300344" y="358347"/>
                </a:lnTo>
                <a:moveTo>
                  <a:pt x="1096003" y="130138"/>
                </a:moveTo>
                <a:lnTo>
                  <a:pt x="1248185" y="192281"/>
                </a:lnTo>
                <a:moveTo>
                  <a:pt x="1200420" y="461829"/>
                </a:moveTo>
                <a:lnTo>
                  <a:pt x="1300344" y="358347"/>
                </a:lnTo>
                <a:moveTo>
                  <a:pt x="994426" y="232491"/>
                </a:moveTo>
                <a:lnTo>
                  <a:pt x="1096003" y="130138"/>
                </a:lnTo>
                <a:moveTo>
                  <a:pt x="1048351" y="398926"/>
                </a:moveTo>
                <a:lnTo>
                  <a:pt x="1200420" y="461829"/>
                </a:lnTo>
                <a:moveTo>
                  <a:pt x="994426" y="232491"/>
                </a:moveTo>
                <a:lnTo>
                  <a:pt x="1048351" y="398926"/>
                </a:lnTo>
                <a:moveTo>
                  <a:pt x="829211" y="164167"/>
                </a:moveTo>
                <a:lnTo>
                  <a:pt x="994426" y="232491"/>
                </a:lnTo>
                <a:moveTo>
                  <a:pt x="451651" y="1020989"/>
                </a:moveTo>
                <a:lnTo>
                  <a:pt x="274505" y="1018100"/>
                </a:lnTo>
                <a:moveTo>
                  <a:pt x="172937" y="1084503"/>
                </a:moveTo>
                <a:lnTo>
                  <a:pt x="274505" y="1018100"/>
                </a:lnTo>
                <a:moveTo>
                  <a:pt x="526955" y="1090576"/>
                </a:moveTo>
                <a:lnTo>
                  <a:pt x="451651" y="1020989"/>
                </a:lnTo>
                <a:moveTo>
                  <a:pt x="248890" y="1153865"/>
                </a:moveTo>
                <a:lnTo>
                  <a:pt x="172937" y="1084503"/>
                </a:lnTo>
                <a:moveTo>
                  <a:pt x="426504" y="1157672"/>
                </a:moveTo>
                <a:lnTo>
                  <a:pt x="526955" y="1090576"/>
                </a:lnTo>
                <a:moveTo>
                  <a:pt x="426504" y="1157672"/>
                </a:moveTo>
                <a:lnTo>
                  <a:pt x="248890" y="1153865"/>
                </a:lnTo>
                <a:moveTo>
                  <a:pt x="508582" y="1232998"/>
                </a:moveTo>
                <a:lnTo>
                  <a:pt x="426504" y="1157672"/>
                </a:lnTo>
                <a:moveTo>
                  <a:pt x="2398615" y="1145727"/>
                </a:moveTo>
                <a:lnTo>
                  <a:pt x="2496237" y="1129796"/>
                </a:lnTo>
                <a:moveTo>
                  <a:pt x="2314764" y="1321835"/>
                </a:moveTo>
                <a:lnTo>
                  <a:pt x="2398615" y="1145727"/>
                </a:lnTo>
                <a:moveTo>
                  <a:pt x="2230208" y="1327775"/>
                </a:moveTo>
                <a:lnTo>
                  <a:pt x="2314764" y="1321835"/>
                </a:lnTo>
                <a:moveTo>
                  <a:pt x="1034309" y="303937"/>
                </a:moveTo>
                <a:lnTo>
                  <a:pt x="1051799" y="199777"/>
                </a:lnTo>
                <a:moveTo>
                  <a:pt x="877959" y="422374"/>
                </a:moveTo>
                <a:lnTo>
                  <a:pt x="744318" y="374363"/>
                </a:lnTo>
                <a:moveTo>
                  <a:pt x="80101" y="1004657"/>
                </a:moveTo>
                <a:lnTo>
                  <a:pt x="132752" y="835794"/>
                </a:lnTo>
                <a:moveTo>
                  <a:pt x="189526" y="1134718"/>
                </a:moveTo>
                <a:lnTo>
                  <a:pt x="80101" y="1004657"/>
                </a:lnTo>
                <a:moveTo>
                  <a:pt x="877959" y="422374"/>
                </a:moveTo>
                <a:lnTo>
                  <a:pt x="1034309" y="303937"/>
                </a:lnTo>
                <a:moveTo>
                  <a:pt x="136251" y="1304176"/>
                </a:moveTo>
                <a:lnTo>
                  <a:pt x="189526" y="1134718"/>
                </a:lnTo>
                <a:moveTo>
                  <a:pt x="1034309" y="303937"/>
                </a:moveTo>
                <a:lnTo>
                  <a:pt x="1150670" y="317805"/>
                </a:lnTo>
                <a:moveTo>
                  <a:pt x="1925887" y="199943"/>
                </a:moveTo>
                <a:lnTo>
                  <a:pt x="1948390" y="128395"/>
                </a:lnTo>
                <a:moveTo>
                  <a:pt x="2355531" y="1324254"/>
                </a:moveTo>
                <a:lnTo>
                  <a:pt x="2230208" y="1327775"/>
                </a:lnTo>
                <a:moveTo>
                  <a:pt x="802098" y="416994"/>
                </a:moveTo>
                <a:lnTo>
                  <a:pt x="877959" y="422374"/>
                </a:lnTo>
                <a:moveTo>
                  <a:pt x="1150670" y="317805"/>
                </a:moveTo>
                <a:lnTo>
                  <a:pt x="1304402" y="209816"/>
                </a:lnTo>
                <a:moveTo>
                  <a:pt x="1466125" y="321195"/>
                </a:moveTo>
                <a:lnTo>
                  <a:pt x="1460058" y="479394"/>
                </a:lnTo>
                <a:moveTo>
                  <a:pt x="1304402" y="209816"/>
                </a:moveTo>
                <a:lnTo>
                  <a:pt x="1466125" y="321195"/>
                </a:lnTo>
                <a:moveTo>
                  <a:pt x="1466125" y="321195"/>
                </a:moveTo>
                <a:lnTo>
                  <a:pt x="1612191" y="235445"/>
                </a:lnTo>
                <a:moveTo>
                  <a:pt x="2666136" y="151591"/>
                </a:moveTo>
                <a:lnTo>
                  <a:pt x="2576398" y="104738"/>
                </a:lnTo>
                <a:moveTo>
                  <a:pt x="1612191" y="235445"/>
                </a:moveTo>
                <a:lnTo>
                  <a:pt x="1775004" y="325395"/>
                </a:lnTo>
                <a:moveTo>
                  <a:pt x="1775004" y="325395"/>
                </a:moveTo>
                <a:lnTo>
                  <a:pt x="1925887" y="199943"/>
                </a:lnTo>
                <a:moveTo>
                  <a:pt x="2390377" y="162839"/>
                </a:moveTo>
                <a:lnTo>
                  <a:pt x="2330527" y="230627"/>
                </a:lnTo>
                <a:moveTo>
                  <a:pt x="1304402" y="209816"/>
                </a:moveTo>
                <a:lnTo>
                  <a:pt x="1296022" y="85265"/>
                </a:lnTo>
                <a:moveTo>
                  <a:pt x="766554" y="558124"/>
                </a:moveTo>
                <a:lnTo>
                  <a:pt x="802098" y="416994"/>
                </a:lnTo>
                <a:moveTo>
                  <a:pt x="766554" y="558124"/>
                </a:moveTo>
                <a:lnTo>
                  <a:pt x="799471" y="705216"/>
                </a:lnTo>
                <a:moveTo>
                  <a:pt x="2576398" y="104738"/>
                </a:moveTo>
                <a:lnTo>
                  <a:pt x="2390377" y="162839"/>
                </a:lnTo>
                <a:moveTo>
                  <a:pt x="1775004" y="325395"/>
                </a:moveTo>
                <a:lnTo>
                  <a:pt x="1778730" y="412994"/>
                </a:lnTo>
                <a:moveTo>
                  <a:pt x="2390377" y="162839"/>
                </a:moveTo>
                <a:lnTo>
                  <a:pt x="2303688" y="139678"/>
                </a:lnTo>
                <a:moveTo>
                  <a:pt x="1296022" y="85265"/>
                </a:moveTo>
                <a:lnTo>
                  <a:pt x="1237184" y="169837"/>
                </a:lnTo>
                <a:moveTo>
                  <a:pt x="680573" y="530087"/>
                </a:moveTo>
                <a:lnTo>
                  <a:pt x="766554" y="558124"/>
                </a:lnTo>
                <a:moveTo>
                  <a:pt x="1778730" y="412994"/>
                </a:moveTo>
                <a:lnTo>
                  <a:pt x="1873348" y="556420"/>
                </a:lnTo>
                <a:moveTo>
                  <a:pt x="1778730" y="412994"/>
                </a:moveTo>
                <a:lnTo>
                  <a:pt x="1701910" y="351404"/>
                </a:lnTo>
                <a:moveTo>
                  <a:pt x="1873348" y="556420"/>
                </a:moveTo>
                <a:lnTo>
                  <a:pt x="1857237" y="676740"/>
                </a:lnTo>
                <a:moveTo>
                  <a:pt x="538877" y="652118"/>
                </a:moveTo>
                <a:lnTo>
                  <a:pt x="680573" y="530087"/>
                </a:lnTo>
                <a:moveTo>
                  <a:pt x="1967857" y="836190"/>
                </a:moveTo>
                <a:lnTo>
                  <a:pt x="2142543" y="789798"/>
                </a:lnTo>
                <a:moveTo>
                  <a:pt x="1857237" y="676740"/>
                </a:moveTo>
                <a:lnTo>
                  <a:pt x="1967857" y="836190"/>
                </a:lnTo>
                <a:moveTo>
                  <a:pt x="680573" y="530087"/>
                </a:moveTo>
                <a:lnTo>
                  <a:pt x="811551" y="550204"/>
                </a:lnTo>
                <a:moveTo>
                  <a:pt x="811551" y="550204"/>
                </a:moveTo>
                <a:lnTo>
                  <a:pt x="972166" y="445263"/>
                </a:lnTo>
                <a:moveTo>
                  <a:pt x="1857237" y="676740"/>
                </a:moveTo>
                <a:lnTo>
                  <a:pt x="1906362" y="598931"/>
                </a:lnTo>
                <a:moveTo>
                  <a:pt x="811551" y="550204"/>
                </a:moveTo>
                <a:lnTo>
                  <a:pt x="730492" y="495496"/>
                </a:lnTo>
                <a:moveTo>
                  <a:pt x="1906362" y="598931"/>
                </a:moveTo>
                <a:lnTo>
                  <a:pt x="1860026" y="672165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72" name="9wq3_5_official_ExperimentalDensity">
            <a:extLst>
              <a:ext uri="{FF2B5EF4-FFF2-40B4-BE49-F238E27FC236}">
                <a16:creationId xmlns:a16="http://schemas.microsoft.com/office/drawing/2014/main" id="{B3D7E0A3-D17E-48DA-8E64-6C79FA8B918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3935" y="839223"/>
                </a:moveTo>
                <a:lnTo>
                  <a:pt x="2304139" y="935663"/>
                </a:lnTo>
                <a:moveTo>
                  <a:pt x="2213935" y="839223"/>
                </a:moveTo>
                <a:lnTo>
                  <a:pt x="2305881" y="743869"/>
                </a:lnTo>
                <a:moveTo>
                  <a:pt x="2119990" y="921332"/>
                </a:moveTo>
                <a:lnTo>
                  <a:pt x="2304139" y="935663"/>
                </a:lnTo>
                <a:moveTo>
                  <a:pt x="2119990" y="921332"/>
                </a:moveTo>
                <a:lnTo>
                  <a:pt x="2213935" y="839223"/>
                </a:lnTo>
                <a:moveTo>
                  <a:pt x="661471" y="700546"/>
                </a:moveTo>
                <a:lnTo>
                  <a:pt x="754417" y="611824"/>
                </a:lnTo>
                <a:moveTo>
                  <a:pt x="2282571" y="576393"/>
                </a:moveTo>
                <a:lnTo>
                  <a:pt x="2330190" y="575349"/>
                </a:lnTo>
                <a:moveTo>
                  <a:pt x="2271901" y="697542"/>
                </a:moveTo>
                <a:lnTo>
                  <a:pt x="2305881" y="743869"/>
                </a:lnTo>
                <a:moveTo>
                  <a:pt x="2334949" y="700177"/>
                </a:moveTo>
                <a:lnTo>
                  <a:pt x="2305881" y="743869"/>
                </a:lnTo>
                <a:moveTo>
                  <a:pt x="2178480" y="784510"/>
                </a:moveTo>
                <a:lnTo>
                  <a:pt x="2213935" y="839223"/>
                </a:lnTo>
                <a:moveTo>
                  <a:pt x="2304139" y="935663"/>
                </a:moveTo>
                <a:lnTo>
                  <a:pt x="2393406" y="822561"/>
                </a:lnTo>
                <a:moveTo>
                  <a:pt x="2213935" y="839223"/>
                </a:moveTo>
                <a:lnTo>
                  <a:pt x="2393406" y="822561"/>
                </a:lnTo>
                <a:moveTo>
                  <a:pt x="2178480" y="784510"/>
                </a:moveTo>
                <a:lnTo>
                  <a:pt x="2305881" y="743869"/>
                </a:lnTo>
                <a:moveTo>
                  <a:pt x="2305881" y="743869"/>
                </a:moveTo>
                <a:lnTo>
                  <a:pt x="2393406" y="822561"/>
                </a:lnTo>
                <a:moveTo>
                  <a:pt x="477774" y="689210"/>
                </a:moveTo>
                <a:lnTo>
                  <a:pt x="661471" y="700546"/>
                </a:lnTo>
                <a:moveTo>
                  <a:pt x="2086831" y="873254"/>
                </a:moveTo>
                <a:lnTo>
                  <a:pt x="2213935" y="839223"/>
                </a:lnTo>
                <a:moveTo>
                  <a:pt x="2404888" y="830883"/>
                </a:moveTo>
                <a:lnTo>
                  <a:pt x="2304139" y="935663"/>
                </a:lnTo>
                <a:moveTo>
                  <a:pt x="674602" y="513499"/>
                </a:moveTo>
                <a:lnTo>
                  <a:pt x="754417" y="611824"/>
                </a:lnTo>
                <a:moveTo>
                  <a:pt x="365287" y="564634"/>
                </a:moveTo>
                <a:lnTo>
                  <a:pt x="388707" y="600303"/>
                </a:lnTo>
                <a:moveTo>
                  <a:pt x="2271901" y="697542"/>
                </a:moveTo>
                <a:lnTo>
                  <a:pt x="2334949" y="700177"/>
                </a:lnTo>
                <a:moveTo>
                  <a:pt x="581595" y="600881"/>
                </a:moveTo>
                <a:lnTo>
                  <a:pt x="754417" y="611824"/>
                </a:lnTo>
                <a:moveTo>
                  <a:pt x="362389" y="608550"/>
                </a:moveTo>
                <a:lnTo>
                  <a:pt x="388707" y="600303"/>
                </a:lnTo>
                <a:moveTo>
                  <a:pt x="2025574" y="1000318"/>
                </a:moveTo>
                <a:lnTo>
                  <a:pt x="2119990" y="921332"/>
                </a:lnTo>
                <a:moveTo>
                  <a:pt x="2355460" y="961962"/>
                </a:moveTo>
                <a:lnTo>
                  <a:pt x="2304139" y="935663"/>
                </a:lnTo>
                <a:moveTo>
                  <a:pt x="754417" y="611824"/>
                </a:moveTo>
                <a:lnTo>
                  <a:pt x="748599" y="776606"/>
                </a:lnTo>
                <a:moveTo>
                  <a:pt x="581595" y="600881"/>
                </a:moveTo>
                <a:lnTo>
                  <a:pt x="661471" y="700546"/>
                </a:lnTo>
                <a:moveTo>
                  <a:pt x="2178480" y="784510"/>
                </a:moveTo>
                <a:lnTo>
                  <a:pt x="2271901" y="697542"/>
                </a:lnTo>
                <a:moveTo>
                  <a:pt x="2086831" y="873254"/>
                </a:moveTo>
                <a:lnTo>
                  <a:pt x="2119990" y="921332"/>
                </a:lnTo>
                <a:moveTo>
                  <a:pt x="530031" y="624441"/>
                </a:moveTo>
                <a:lnTo>
                  <a:pt x="661471" y="700546"/>
                </a:lnTo>
                <a:moveTo>
                  <a:pt x="2334949" y="700177"/>
                </a:moveTo>
                <a:lnTo>
                  <a:pt x="2393406" y="822561"/>
                </a:lnTo>
                <a:moveTo>
                  <a:pt x="661471" y="700546"/>
                </a:moveTo>
                <a:lnTo>
                  <a:pt x="748599" y="776606"/>
                </a:lnTo>
                <a:moveTo>
                  <a:pt x="698421" y="466820"/>
                </a:moveTo>
                <a:lnTo>
                  <a:pt x="674602" y="513499"/>
                </a:lnTo>
                <a:moveTo>
                  <a:pt x="838819" y="678153"/>
                </a:moveTo>
                <a:lnTo>
                  <a:pt x="754417" y="611824"/>
                </a:lnTo>
                <a:moveTo>
                  <a:pt x="2334949" y="700177"/>
                </a:moveTo>
                <a:lnTo>
                  <a:pt x="2400505" y="811626"/>
                </a:lnTo>
                <a:moveTo>
                  <a:pt x="1994824" y="961639"/>
                </a:moveTo>
                <a:lnTo>
                  <a:pt x="2119990" y="921332"/>
                </a:lnTo>
                <a:moveTo>
                  <a:pt x="413092" y="612567"/>
                </a:moveTo>
                <a:lnTo>
                  <a:pt x="477774" y="689210"/>
                </a:lnTo>
                <a:moveTo>
                  <a:pt x="530031" y="624441"/>
                </a:moveTo>
                <a:lnTo>
                  <a:pt x="477774" y="689210"/>
                </a:lnTo>
                <a:moveTo>
                  <a:pt x="2400505" y="811626"/>
                </a:moveTo>
                <a:lnTo>
                  <a:pt x="2393406" y="822561"/>
                </a:lnTo>
                <a:moveTo>
                  <a:pt x="2086831" y="873254"/>
                </a:moveTo>
                <a:lnTo>
                  <a:pt x="2178480" y="784510"/>
                </a:lnTo>
                <a:moveTo>
                  <a:pt x="362389" y="608550"/>
                </a:moveTo>
                <a:lnTo>
                  <a:pt x="365287" y="564634"/>
                </a:lnTo>
                <a:moveTo>
                  <a:pt x="660860" y="493166"/>
                </a:moveTo>
                <a:lnTo>
                  <a:pt x="698421" y="466820"/>
                </a:lnTo>
                <a:moveTo>
                  <a:pt x="2404888" y="830883"/>
                </a:moveTo>
                <a:lnTo>
                  <a:pt x="2393406" y="822561"/>
                </a:lnTo>
                <a:moveTo>
                  <a:pt x="581595" y="600881"/>
                </a:moveTo>
                <a:lnTo>
                  <a:pt x="674602" y="513499"/>
                </a:lnTo>
                <a:moveTo>
                  <a:pt x="2267026" y="553846"/>
                </a:moveTo>
                <a:lnTo>
                  <a:pt x="2282571" y="576393"/>
                </a:lnTo>
                <a:moveTo>
                  <a:pt x="660860" y="493166"/>
                </a:moveTo>
                <a:lnTo>
                  <a:pt x="674602" y="513499"/>
                </a:lnTo>
                <a:moveTo>
                  <a:pt x="362389" y="608550"/>
                </a:moveTo>
                <a:lnTo>
                  <a:pt x="413092" y="612567"/>
                </a:lnTo>
                <a:moveTo>
                  <a:pt x="2400505" y="811626"/>
                </a:moveTo>
                <a:lnTo>
                  <a:pt x="2404888" y="830883"/>
                </a:lnTo>
                <a:moveTo>
                  <a:pt x="2282571" y="576393"/>
                </a:moveTo>
                <a:lnTo>
                  <a:pt x="2387437" y="609342"/>
                </a:lnTo>
                <a:moveTo>
                  <a:pt x="2387437" y="609342"/>
                </a:moveTo>
                <a:lnTo>
                  <a:pt x="2330190" y="575349"/>
                </a:lnTo>
                <a:moveTo>
                  <a:pt x="413092" y="612567"/>
                </a:moveTo>
                <a:lnTo>
                  <a:pt x="530031" y="624441"/>
                </a:lnTo>
                <a:moveTo>
                  <a:pt x="2390978" y="608713"/>
                </a:moveTo>
                <a:lnTo>
                  <a:pt x="2330190" y="575349"/>
                </a:lnTo>
                <a:moveTo>
                  <a:pt x="530031" y="624441"/>
                </a:moveTo>
                <a:lnTo>
                  <a:pt x="581595" y="600881"/>
                </a:lnTo>
                <a:moveTo>
                  <a:pt x="1994824" y="961639"/>
                </a:moveTo>
                <a:lnTo>
                  <a:pt x="2025574" y="1000318"/>
                </a:lnTo>
                <a:moveTo>
                  <a:pt x="660860" y="493166"/>
                </a:moveTo>
                <a:lnTo>
                  <a:pt x="581595" y="600881"/>
                </a:lnTo>
                <a:moveTo>
                  <a:pt x="1994824" y="961639"/>
                </a:moveTo>
                <a:lnTo>
                  <a:pt x="2086831" y="873254"/>
                </a:lnTo>
                <a:moveTo>
                  <a:pt x="413092" y="612567"/>
                </a:moveTo>
                <a:lnTo>
                  <a:pt x="568042" y="582742"/>
                </a:lnTo>
                <a:moveTo>
                  <a:pt x="568042" y="582742"/>
                </a:moveTo>
                <a:lnTo>
                  <a:pt x="581595" y="600881"/>
                </a:lnTo>
                <a:moveTo>
                  <a:pt x="568042" y="582742"/>
                </a:moveTo>
                <a:lnTo>
                  <a:pt x="530031" y="624441"/>
                </a:lnTo>
                <a:moveTo>
                  <a:pt x="568042" y="582742"/>
                </a:moveTo>
                <a:lnTo>
                  <a:pt x="660860" y="493166"/>
                </a:lnTo>
                <a:moveTo>
                  <a:pt x="2271901" y="697542"/>
                </a:moveTo>
                <a:lnTo>
                  <a:pt x="2387437" y="609342"/>
                </a:lnTo>
                <a:moveTo>
                  <a:pt x="2355460" y="961962"/>
                </a:moveTo>
                <a:lnTo>
                  <a:pt x="2404888" y="830883"/>
                </a:lnTo>
                <a:moveTo>
                  <a:pt x="2225445" y="623376"/>
                </a:moveTo>
                <a:lnTo>
                  <a:pt x="2271901" y="697542"/>
                </a:lnTo>
                <a:moveTo>
                  <a:pt x="1945160" y="1065037"/>
                </a:moveTo>
                <a:lnTo>
                  <a:pt x="2025574" y="1000318"/>
                </a:lnTo>
                <a:moveTo>
                  <a:pt x="2387437" y="609342"/>
                </a:moveTo>
                <a:lnTo>
                  <a:pt x="2334949" y="700177"/>
                </a:lnTo>
                <a:moveTo>
                  <a:pt x="2391829" y="609838"/>
                </a:moveTo>
                <a:lnTo>
                  <a:pt x="2334949" y="700177"/>
                </a:lnTo>
                <a:moveTo>
                  <a:pt x="838819" y="678153"/>
                </a:moveTo>
                <a:lnTo>
                  <a:pt x="748599" y="776606"/>
                </a:lnTo>
                <a:moveTo>
                  <a:pt x="837517" y="682245"/>
                </a:moveTo>
                <a:lnTo>
                  <a:pt x="748599" y="776606"/>
                </a:lnTo>
                <a:moveTo>
                  <a:pt x="2135259" y="713587"/>
                </a:moveTo>
                <a:lnTo>
                  <a:pt x="2271901" y="697542"/>
                </a:lnTo>
                <a:moveTo>
                  <a:pt x="2037841" y="1151095"/>
                </a:moveTo>
                <a:lnTo>
                  <a:pt x="2025574" y="1000318"/>
                </a:lnTo>
                <a:moveTo>
                  <a:pt x="1945160" y="1065037"/>
                </a:moveTo>
                <a:lnTo>
                  <a:pt x="1994824" y="961639"/>
                </a:lnTo>
                <a:moveTo>
                  <a:pt x="838819" y="678153"/>
                </a:moveTo>
                <a:lnTo>
                  <a:pt x="837517" y="682245"/>
                </a:lnTo>
                <a:moveTo>
                  <a:pt x="840266" y="679408"/>
                </a:moveTo>
                <a:lnTo>
                  <a:pt x="838819" y="678153"/>
                </a:lnTo>
                <a:moveTo>
                  <a:pt x="840266" y="679408"/>
                </a:moveTo>
                <a:lnTo>
                  <a:pt x="837517" y="682245"/>
                </a:lnTo>
                <a:moveTo>
                  <a:pt x="638115" y="449328"/>
                </a:moveTo>
                <a:lnTo>
                  <a:pt x="698421" y="466820"/>
                </a:lnTo>
                <a:moveTo>
                  <a:pt x="2135259" y="713587"/>
                </a:moveTo>
                <a:lnTo>
                  <a:pt x="2178480" y="784510"/>
                </a:lnTo>
                <a:moveTo>
                  <a:pt x="2450221" y="727993"/>
                </a:moveTo>
                <a:lnTo>
                  <a:pt x="2334949" y="700177"/>
                </a:lnTo>
                <a:moveTo>
                  <a:pt x="784203" y="804029"/>
                </a:moveTo>
                <a:lnTo>
                  <a:pt x="748599" y="776606"/>
                </a:lnTo>
                <a:moveTo>
                  <a:pt x="290423" y="653658"/>
                </a:moveTo>
                <a:lnTo>
                  <a:pt x="362389" y="608550"/>
                </a:lnTo>
                <a:moveTo>
                  <a:pt x="290423" y="653658"/>
                </a:moveTo>
                <a:lnTo>
                  <a:pt x="413092" y="612567"/>
                </a:lnTo>
                <a:moveTo>
                  <a:pt x="2031371" y="790060"/>
                </a:moveTo>
                <a:lnTo>
                  <a:pt x="2178480" y="784510"/>
                </a:lnTo>
                <a:moveTo>
                  <a:pt x="837517" y="682245"/>
                </a:moveTo>
                <a:lnTo>
                  <a:pt x="784203" y="804029"/>
                </a:lnTo>
                <a:moveTo>
                  <a:pt x="2450221" y="727993"/>
                </a:moveTo>
                <a:lnTo>
                  <a:pt x="2400505" y="811626"/>
                </a:lnTo>
                <a:moveTo>
                  <a:pt x="638115" y="449328"/>
                </a:moveTo>
                <a:lnTo>
                  <a:pt x="660860" y="493166"/>
                </a:lnTo>
                <a:moveTo>
                  <a:pt x="2031371" y="790060"/>
                </a:moveTo>
                <a:lnTo>
                  <a:pt x="2086831" y="873254"/>
                </a:lnTo>
                <a:moveTo>
                  <a:pt x="532703" y="524272"/>
                </a:moveTo>
                <a:lnTo>
                  <a:pt x="413092" y="612567"/>
                </a:lnTo>
                <a:moveTo>
                  <a:pt x="1945160" y="1065037"/>
                </a:moveTo>
                <a:lnTo>
                  <a:pt x="2037841" y="1151095"/>
                </a:lnTo>
                <a:moveTo>
                  <a:pt x="1929739" y="1069901"/>
                </a:moveTo>
                <a:lnTo>
                  <a:pt x="1945160" y="1065037"/>
                </a:lnTo>
                <a:moveTo>
                  <a:pt x="532703" y="524272"/>
                </a:moveTo>
                <a:lnTo>
                  <a:pt x="660860" y="493166"/>
                </a:lnTo>
                <a:moveTo>
                  <a:pt x="412584" y="584471"/>
                </a:moveTo>
                <a:lnTo>
                  <a:pt x="413092" y="612567"/>
                </a:lnTo>
                <a:moveTo>
                  <a:pt x="1940117" y="879201"/>
                </a:moveTo>
                <a:lnTo>
                  <a:pt x="2086831" y="873254"/>
                </a:lnTo>
                <a:moveTo>
                  <a:pt x="2267026" y="553846"/>
                </a:moveTo>
                <a:lnTo>
                  <a:pt x="2387437" y="609342"/>
                </a:lnTo>
                <a:moveTo>
                  <a:pt x="2267026" y="553846"/>
                </a:moveTo>
                <a:lnTo>
                  <a:pt x="2225445" y="623376"/>
                </a:lnTo>
                <a:moveTo>
                  <a:pt x="532703" y="524272"/>
                </a:moveTo>
                <a:lnTo>
                  <a:pt x="568042" y="582742"/>
                </a:lnTo>
                <a:moveTo>
                  <a:pt x="300674" y="652900"/>
                </a:moveTo>
                <a:lnTo>
                  <a:pt x="413092" y="612567"/>
                </a:lnTo>
                <a:moveTo>
                  <a:pt x="837517" y="682245"/>
                </a:moveTo>
                <a:lnTo>
                  <a:pt x="835184" y="849072"/>
                </a:lnTo>
                <a:moveTo>
                  <a:pt x="840266" y="679408"/>
                </a:moveTo>
                <a:lnTo>
                  <a:pt x="835184" y="849072"/>
                </a:lnTo>
                <a:moveTo>
                  <a:pt x="2468631" y="867210"/>
                </a:moveTo>
                <a:lnTo>
                  <a:pt x="2400505" y="811626"/>
                </a:lnTo>
                <a:moveTo>
                  <a:pt x="2386121" y="977624"/>
                </a:moveTo>
                <a:lnTo>
                  <a:pt x="2355460" y="961962"/>
                </a:lnTo>
                <a:moveTo>
                  <a:pt x="2225445" y="623376"/>
                </a:moveTo>
                <a:lnTo>
                  <a:pt x="2387437" y="609342"/>
                </a:lnTo>
                <a:moveTo>
                  <a:pt x="1403338" y="1271763"/>
                </a:moveTo>
                <a:lnTo>
                  <a:pt x="1538436" y="1226584"/>
                </a:lnTo>
                <a:moveTo>
                  <a:pt x="2468631" y="867210"/>
                </a:moveTo>
                <a:lnTo>
                  <a:pt x="2404888" y="830883"/>
                </a:lnTo>
                <a:moveTo>
                  <a:pt x="1940117" y="879201"/>
                </a:moveTo>
                <a:lnTo>
                  <a:pt x="1994824" y="961639"/>
                </a:lnTo>
                <a:moveTo>
                  <a:pt x="2390978" y="608713"/>
                </a:moveTo>
                <a:lnTo>
                  <a:pt x="2387437" y="609342"/>
                </a:lnTo>
                <a:moveTo>
                  <a:pt x="1929739" y="1069901"/>
                </a:moveTo>
                <a:lnTo>
                  <a:pt x="2037841" y="1151095"/>
                </a:lnTo>
                <a:moveTo>
                  <a:pt x="2391829" y="609838"/>
                </a:moveTo>
                <a:lnTo>
                  <a:pt x="2387437" y="609342"/>
                </a:lnTo>
                <a:moveTo>
                  <a:pt x="2391829" y="609838"/>
                </a:moveTo>
                <a:lnTo>
                  <a:pt x="2390978" y="608713"/>
                </a:lnTo>
                <a:moveTo>
                  <a:pt x="2391961" y="609653"/>
                </a:moveTo>
                <a:lnTo>
                  <a:pt x="2390978" y="608713"/>
                </a:lnTo>
                <a:moveTo>
                  <a:pt x="2391829" y="609838"/>
                </a:moveTo>
                <a:lnTo>
                  <a:pt x="2391961" y="609653"/>
                </a:lnTo>
                <a:moveTo>
                  <a:pt x="840266" y="679408"/>
                </a:moveTo>
                <a:lnTo>
                  <a:pt x="927077" y="753369"/>
                </a:lnTo>
                <a:moveTo>
                  <a:pt x="1332566" y="1292828"/>
                </a:moveTo>
                <a:lnTo>
                  <a:pt x="1403338" y="1271763"/>
                </a:lnTo>
                <a:moveTo>
                  <a:pt x="1251818" y="1300477"/>
                </a:moveTo>
                <a:lnTo>
                  <a:pt x="1332566" y="1292828"/>
                </a:lnTo>
                <a:moveTo>
                  <a:pt x="1379314" y="1243634"/>
                </a:moveTo>
                <a:lnTo>
                  <a:pt x="1403338" y="1271763"/>
                </a:lnTo>
                <a:moveTo>
                  <a:pt x="904624" y="535910"/>
                </a:moveTo>
                <a:lnTo>
                  <a:pt x="838819" y="678153"/>
                </a:lnTo>
                <a:moveTo>
                  <a:pt x="1251818" y="1300477"/>
                </a:moveTo>
                <a:lnTo>
                  <a:pt x="1379314" y="1243634"/>
                </a:lnTo>
                <a:moveTo>
                  <a:pt x="904624" y="535910"/>
                </a:moveTo>
                <a:lnTo>
                  <a:pt x="840266" y="679408"/>
                </a:lnTo>
                <a:moveTo>
                  <a:pt x="2135259" y="713587"/>
                </a:moveTo>
                <a:lnTo>
                  <a:pt x="2225445" y="623376"/>
                </a:lnTo>
                <a:moveTo>
                  <a:pt x="1379314" y="1243634"/>
                </a:moveTo>
                <a:lnTo>
                  <a:pt x="1332566" y="1292828"/>
                </a:lnTo>
                <a:moveTo>
                  <a:pt x="835184" y="849072"/>
                </a:moveTo>
                <a:lnTo>
                  <a:pt x="784203" y="804029"/>
                </a:lnTo>
                <a:moveTo>
                  <a:pt x="638115" y="449328"/>
                </a:moveTo>
                <a:lnTo>
                  <a:pt x="722618" y="353419"/>
                </a:lnTo>
                <a:moveTo>
                  <a:pt x="913203" y="574303"/>
                </a:moveTo>
                <a:lnTo>
                  <a:pt x="840266" y="679408"/>
                </a:lnTo>
                <a:moveTo>
                  <a:pt x="1470988" y="1146480"/>
                </a:moveTo>
                <a:lnTo>
                  <a:pt x="1538436" y="1226584"/>
                </a:lnTo>
                <a:moveTo>
                  <a:pt x="2468631" y="867210"/>
                </a:moveTo>
                <a:lnTo>
                  <a:pt x="2355460" y="961962"/>
                </a:lnTo>
                <a:moveTo>
                  <a:pt x="1470988" y="1146480"/>
                </a:moveTo>
                <a:lnTo>
                  <a:pt x="1403338" y="1271763"/>
                </a:lnTo>
                <a:moveTo>
                  <a:pt x="2391829" y="609838"/>
                </a:moveTo>
                <a:lnTo>
                  <a:pt x="2450221" y="727993"/>
                </a:lnTo>
                <a:moveTo>
                  <a:pt x="1911382" y="1031026"/>
                </a:moveTo>
                <a:lnTo>
                  <a:pt x="1994824" y="961639"/>
                </a:lnTo>
                <a:moveTo>
                  <a:pt x="1379314" y="1243634"/>
                </a:moveTo>
                <a:lnTo>
                  <a:pt x="1470988" y="1146480"/>
                </a:lnTo>
                <a:moveTo>
                  <a:pt x="2206804" y="588639"/>
                </a:moveTo>
                <a:lnTo>
                  <a:pt x="2267026" y="553846"/>
                </a:lnTo>
                <a:moveTo>
                  <a:pt x="2031371" y="790060"/>
                </a:moveTo>
                <a:lnTo>
                  <a:pt x="2135259" y="713587"/>
                </a:lnTo>
                <a:moveTo>
                  <a:pt x="1288004" y="1139861"/>
                </a:moveTo>
                <a:lnTo>
                  <a:pt x="1379314" y="1243634"/>
                </a:lnTo>
                <a:moveTo>
                  <a:pt x="1911382" y="1031026"/>
                </a:moveTo>
                <a:lnTo>
                  <a:pt x="1945160" y="1065037"/>
                </a:lnTo>
                <a:moveTo>
                  <a:pt x="532703" y="524272"/>
                </a:moveTo>
                <a:lnTo>
                  <a:pt x="638115" y="449328"/>
                </a:lnTo>
                <a:moveTo>
                  <a:pt x="722618" y="353419"/>
                </a:moveTo>
                <a:lnTo>
                  <a:pt x="748292" y="367904"/>
                </a:lnTo>
                <a:moveTo>
                  <a:pt x="2206804" y="588639"/>
                </a:moveTo>
                <a:lnTo>
                  <a:pt x="2225445" y="623376"/>
                </a:lnTo>
                <a:moveTo>
                  <a:pt x="2017248" y="1148481"/>
                </a:moveTo>
                <a:lnTo>
                  <a:pt x="2037841" y="1151095"/>
                </a:lnTo>
                <a:moveTo>
                  <a:pt x="1288004" y="1139861"/>
                </a:moveTo>
                <a:lnTo>
                  <a:pt x="1470988" y="1146480"/>
                </a:lnTo>
                <a:moveTo>
                  <a:pt x="300674" y="652900"/>
                </a:moveTo>
                <a:lnTo>
                  <a:pt x="290423" y="653658"/>
                </a:lnTo>
                <a:moveTo>
                  <a:pt x="1929739" y="1069901"/>
                </a:moveTo>
                <a:lnTo>
                  <a:pt x="2017248" y="1148481"/>
                </a:lnTo>
                <a:moveTo>
                  <a:pt x="835184" y="849072"/>
                </a:moveTo>
                <a:lnTo>
                  <a:pt x="927077" y="753369"/>
                </a:lnTo>
                <a:moveTo>
                  <a:pt x="2206804" y="588639"/>
                </a:moveTo>
                <a:lnTo>
                  <a:pt x="2135259" y="713587"/>
                </a:lnTo>
                <a:moveTo>
                  <a:pt x="1940117" y="879201"/>
                </a:moveTo>
                <a:lnTo>
                  <a:pt x="2031371" y="790060"/>
                </a:lnTo>
                <a:moveTo>
                  <a:pt x="412584" y="584471"/>
                </a:moveTo>
                <a:lnTo>
                  <a:pt x="532703" y="524272"/>
                </a:lnTo>
                <a:moveTo>
                  <a:pt x="1611454" y="1091573"/>
                </a:moveTo>
                <a:lnTo>
                  <a:pt x="1538436" y="1226584"/>
                </a:lnTo>
                <a:moveTo>
                  <a:pt x="2022310" y="775354"/>
                </a:moveTo>
                <a:lnTo>
                  <a:pt x="2031371" y="790060"/>
                </a:lnTo>
                <a:moveTo>
                  <a:pt x="1911382" y="1031026"/>
                </a:moveTo>
                <a:lnTo>
                  <a:pt x="1929739" y="1069901"/>
                </a:lnTo>
                <a:moveTo>
                  <a:pt x="2194279" y="564541"/>
                </a:moveTo>
                <a:lnTo>
                  <a:pt x="2267026" y="553846"/>
                </a:lnTo>
                <a:moveTo>
                  <a:pt x="2391829" y="609838"/>
                </a:moveTo>
                <a:lnTo>
                  <a:pt x="2478177" y="679670"/>
                </a:lnTo>
                <a:moveTo>
                  <a:pt x="2391961" y="609653"/>
                </a:moveTo>
                <a:lnTo>
                  <a:pt x="2478177" y="679670"/>
                </a:lnTo>
                <a:moveTo>
                  <a:pt x="2450221" y="727993"/>
                </a:moveTo>
                <a:lnTo>
                  <a:pt x="2468631" y="867210"/>
                </a:lnTo>
                <a:moveTo>
                  <a:pt x="1900471" y="1069772"/>
                </a:moveTo>
                <a:lnTo>
                  <a:pt x="1929739" y="1069901"/>
                </a:lnTo>
                <a:moveTo>
                  <a:pt x="1227709" y="1181070"/>
                </a:moveTo>
                <a:lnTo>
                  <a:pt x="1251818" y="1300477"/>
                </a:lnTo>
                <a:moveTo>
                  <a:pt x="2468631" y="867210"/>
                </a:moveTo>
                <a:lnTo>
                  <a:pt x="2386121" y="977624"/>
                </a:lnTo>
                <a:moveTo>
                  <a:pt x="2022310" y="775354"/>
                </a:moveTo>
                <a:lnTo>
                  <a:pt x="1940117" y="879201"/>
                </a:lnTo>
                <a:moveTo>
                  <a:pt x="1402519" y="1062719"/>
                </a:moveTo>
                <a:lnTo>
                  <a:pt x="1470988" y="1146480"/>
                </a:lnTo>
                <a:moveTo>
                  <a:pt x="2460001" y="508929"/>
                </a:moveTo>
                <a:lnTo>
                  <a:pt x="2391961" y="609653"/>
                </a:lnTo>
                <a:moveTo>
                  <a:pt x="913203" y="574303"/>
                </a:moveTo>
                <a:lnTo>
                  <a:pt x="927077" y="753369"/>
                </a:lnTo>
                <a:moveTo>
                  <a:pt x="1341180" y="1074855"/>
                </a:moveTo>
                <a:lnTo>
                  <a:pt x="1470988" y="1146480"/>
                </a:lnTo>
                <a:moveTo>
                  <a:pt x="2459028" y="892562"/>
                </a:moveTo>
                <a:lnTo>
                  <a:pt x="2386121" y="977624"/>
                </a:lnTo>
                <a:moveTo>
                  <a:pt x="300674" y="652900"/>
                </a:moveTo>
                <a:lnTo>
                  <a:pt x="412584" y="584471"/>
                </a:lnTo>
                <a:moveTo>
                  <a:pt x="2113186" y="672915"/>
                </a:moveTo>
                <a:lnTo>
                  <a:pt x="2135259" y="713587"/>
                </a:lnTo>
                <a:moveTo>
                  <a:pt x="1014484" y="1034608"/>
                </a:moveTo>
                <a:lnTo>
                  <a:pt x="1016883" y="1032787"/>
                </a:lnTo>
                <a:moveTo>
                  <a:pt x="1227709" y="1181070"/>
                </a:moveTo>
                <a:lnTo>
                  <a:pt x="1379314" y="1243634"/>
                </a:lnTo>
                <a:moveTo>
                  <a:pt x="653723" y="445874"/>
                </a:moveTo>
                <a:lnTo>
                  <a:pt x="722618" y="353419"/>
                </a:lnTo>
                <a:moveTo>
                  <a:pt x="2024827" y="1144773"/>
                </a:moveTo>
                <a:lnTo>
                  <a:pt x="2037841" y="1151095"/>
                </a:lnTo>
                <a:moveTo>
                  <a:pt x="1341180" y="1074855"/>
                </a:moveTo>
                <a:lnTo>
                  <a:pt x="1288004" y="1139861"/>
                </a:lnTo>
                <a:moveTo>
                  <a:pt x="1513597" y="1086278"/>
                </a:moveTo>
                <a:lnTo>
                  <a:pt x="1470988" y="1146480"/>
                </a:lnTo>
                <a:moveTo>
                  <a:pt x="904624" y="535910"/>
                </a:moveTo>
                <a:lnTo>
                  <a:pt x="913203" y="574303"/>
                </a:lnTo>
                <a:moveTo>
                  <a:pt x="1611454" y="1091573"/>
                </a:moveTo>
                <a:lnTo>
                  <a:pt x="1470988" y="1146480"/>
                </a:lnTo>
                <a:moveTo>
                  <a:pt x="2009090" y="1140911"/>
                </a:moveTo>
                <a:lnTo>
                  <a:pt x="1929739" y="1069901"/>
                </a:lnTo>
                <a:moveTo>
                  <a:pt x="2113186" y="672915"/>
                </a:moveTo>
                <a:lnTo>
                  <a:pt x="2031371" y="790060"/>
                </a:lnTo>
                <a:moveTo>
                  <a:pt x="1262517" y="1283619"/>
                </a:moveTo>
                <a:lnTo>
                  <a:pt x="1251818" y="1300477"/>
                </a:lnTo>
                <a:moveTo>
                  <a:pt x="2404578" y="983624"/>
                </a:moveTo>
                <a:lnTo>
                  <a:pt x="2386121" y="977624"/>
                </a:lnTo>
                <a:moveTo>
                  <a:pt x="2478177" y="679670"/>
                </a:moveTo>
                <a:lnTo>
                  <a:pt x="2450221" y="727993"/>
                </a:lnTo>
                <a:moveTo>
                  <a:pt x="638115" y="449328"/>
                </a:moveTo>
                <a:lnTo>
                  <a:pt x="653723" y="445874"/>
                </a:lnTo>
                <a:moveTo>
                  <a:pt x="1016883" y="1032787"/>
                </a:moveTo>
                <a:lnTo>
                  <a:pt x="1104386" y="1123694"/>
                </a:lnTo>
                <a:moveTo>
                  <a:pt x="1014484" y="1034608"/>
                </a:moveTo>
                <a:lnTo>
                  <a:pt x="1104386" y="1123694"/>
                </a:lnTo>
                <a:moveTo>
                  <a:pt x="1014484" y="1034608"/>
                </a:moveTo>
                <a:lnTo>
                  <a:pt x="1103655" y="1124206"/>
                </a:lnTo>
                <a:moveTo>
                  <a:pt x="2450221" y="727993"/>
                </a:moveTo>
                <a:lnTo>
                  <a:pt x="2475618" y="866047"/>
                </a:lnTo>
                <a:moveTo>
                  <a:pt x="1227709" y="1181070"/>
                </a:moveTo>
                <a:lnTo>
                  <a:pt x="1288004" y="1139861"/>
                </a:lnTo>
                <a:moveTo>
                  <a:pt x="1911382" y="1031026"/>
                </a:moveTo>
                <a:lnTo>
                  <a:pt x="1940117" y="879201"/>
                </a:lnTo>
                <a:moveTo>
                  <a:pt x="965361" y="698293"/>
                </a:moveTo>
                <a:lnTo>
                  <a:pt x="927077" y="753369"/>
                </a:lnTo>
                <a:moveTo>
                  <a:pt x="2468631" y="867210"/>
                </a:moveTo>
                <a:lnTo>
                  <a:pt x="2459028" y="892562"/>
                </a:lnTo>
                <a:moveTo>
                  <a:pt x="1928358" y="857418"/>
                </a:moveTo>
                <a:lnTo>
                  <a:pt x="1940117" y="879201"/>
                </a:lnTo>
                <a:moveTo>
                  <a:pt x="1928358" y="857418"/>
                </a:moveTo>
                <a:lnTo>
                  <a:pt x="2022310" y="775354"/>
                </a:lnTo>
                <a:moveTo>
                  <a:pt x="2022310" y="775354"/>
                </a:moveTo>
                <a:lnTo>
                  <a:pt x="2113186" y="672915"/>
                </a:lnTo>
                <a:moveTo>
                  <a:pt x="231312" y="763991"/>
                </a:moveTo>
                <a:lnTo>
                  <a:pt x="300674" y="652900"/>
                </a:lnTo>
                <a:moveTo>
                  <a:pt x="1341180" y="1074855"/>
                </a:moveTo>
                <a:lnTo>
                  <a:pt x="1402519" y="1062719"/>
                </a:lnTo>
                <a:moveTo>
                  <a:pt x="2113186" y="672915"/>
                </a:moveTo>
                <a:lnTo>
                  <a:pt x="2206804" y="588639"/>
                </a:lnTo>
                <a:moveTo>
                  <a:pt x="1378565" y="1035337"/>
                </a:moveTo>
                <a:lnTo>
                  <a:pt x="1402519" y="1062719"/>
                </a:lnTo>
                <a:moveTo>
                  <a:pt x="913203" y="574303"/>
                </a:moveTo>
                <a:lnTo>
                  <a:pt x="965361" y="698293"/>
                </a:lnTo>
                <a:moveTo>
                  <a:pt x="1378565" y="1035337"/>
                </a:moveTo>
                <a:lnTo>
                  <a:pt x="1341180" y="1074855"/>
                </a:lnTo>
                <a:moveTo>
                  <a:pt x="1103655" y="1124206"/>
                </a:moveTo>
                <a:lnTo>
                  <a:pt x="1104386" y="1123694"/>
                </a:lnTo>
                <a:moveTo>
                  <a:pt x="1402519" y="1062719"/>
                </a:moveTo>
                <a:lnTo>
                  <a:pt x="1513597" y="1086278"/>
                </a:lnTo>
                <a:moveTo>
                  <a:pt x="2459028" y="892562"/>
                </a:moveTo>
                <a:lnTo>
                  <a:pt x="2404578" y="983624"/>
                </a:lnTo>
                <a:moveTo>
                  <a:pt x="653723" y="445874"/>
                </a:moveTo>
                <a:lnTo>
                  <a:pt x="748292" y="367904"/>
                </a:lnTo>
                <a:moveTo>
                  <a:pt x="2194279" y="564541"/>
                </a:moveTo>
                <a:lnTo>
                  <a:pt x="2206804" y="588639"/>
                </a:lnTo>
                <a:moveTo>
                  <a:pt x="2475618" y="866047"/>
                </a:moveTo>
                <a:lnTo>
                  <a:pt x="2468631" y="867210"/>
                </a:lnTo>
                <a:moveTo>
                  <a:pt x="632127" y="454682"/>
                </a:moveTo>
                <a:lnTo>
                  <a:pt x="638115" y="449328"/>
                </a:lnTo>
                <a:moveTo>
                  <a:pt x="1836976" y="753169"/>
                </a:moveTo>
                <a:lnTo>
                  <a:pt x="2022310" y="775354"/>
                </a:lnTo>
                <a:moveTo>
                  <a:pt x="1929557" y="660388"/>
                </a:moveTo>
                <a:lnTo>
                  <a:pt x="2022310" y="775354"/>
                </a:lnTo>
                <a:moveTo>
                  <a:pt x="1513597" y="1086278"/>
                </a:moveTo>
                <a:lnTo>
                  <a:pt x="1611454" y="1091573"/>
                </a:lnTo>
                <a:moveTo>
                  <a:pt x="1926531" y="662657"/>
                </a:moveTo>
                <a:lnTo>
                  <a:pt x="2022310" y="775354"/>
                </a:lnTo>
                <a:moveTo>
                  <a:pt x="2475618" y="866047"/>
                </a:moveTo>
                <a:lnTo>
                  <a:pt x="2459028" y="892562"/>
                </a:lnTo>
                <a:moveTo>
                  <a:pt x="1104386" y="1123694"/>
                </a:moveTo>
                <a:lnTo>
                  <a:pt x="1227709" y="1181070"/>
                </a:lnTo>
                <a:moveTo>
                  <a:pt x="835703" y="445838"/>
                </a:moveTo>
                <a:lnTo>
                  <a:pt x="904624" y="535910"/>
                </a:lnTo>
                <a:moveTo>
                  <a:pt x="1103655" y="1124206"/>
                </a:moveTo>
                <a:lnTo>
                  <a:pt x="1227709" y="1181070"/>
                </a:lnTo>
                <a:moveTo>
                  <a:pt x="534242" y="498229"/>
                </a:moveTo>
                <a:lnTo>
                  <a:pt x="638115" y="449328"/>
                </a:lnTo>
                <a:moveTo>
                  <a:pt x="748292" y="367904"/>
                </a:moveTo>
                <a:lnTo>
                  <a:pt x="835703" y="445838"/>
                </a:lnTo>
                <a:moveTo>
                  <a:pt x="1900471" y="1069772"/>
                </a:moveTo>
                <a:lnTo>
                  <a:pt x="1911382" y="1031026"/>
                </a:lnTo>
                <a:moveTo>
                  <a:pt x="2194279" y="564541"/>
                </a:moveTo>
                <a:lnTo>
                  <a:pt x="2235748" y="425484"/>
                </a:lnTo>
                <a:moveTo>
                  <a:pt x="1377946" y="657720"/>
                </a:moveTo>
                <a:lnTo>
                  <a:pt x="1290605" y="750425"/>
                </a:lnTo>
                <a:moveTo>
                  <a:pt x="2009090" y="1140911"/>
                </a:moveTo>
                <a:lnTo>
                  <a:pt x="2017248" y="1148481"/>
                </a:lnTo>
                <a:moveTo>
                  <a:pt x="2024827" y="1144773"/>
                </a:moveTo>
                <a:lnTo>
                  <a:pt x="2017248" y="1148481"/>
                </a:lnTo>
                <a:moveTo>
                  <a:pt x="2096572" y="647211"/>
                </a:moveTo>
                <a:lnTo>
                  <a:pt x="2206804" y="588639"/>
                </a:lnTo>
                <a:moveTo>
                  <a:pt x="835703" y="445838"/>
                </a:moveTo>
                <a:lnTo>
                  <a:pt x="913203" y="574303"/>
                </a:lnTo>
                <a:moveTo>
                  <a:pt x="1243477" y="695029"/>
                </a:moveTo>
                <a:lnTo>
                  <a:pt x="1290605" y="750425"/>
                </a:lnTo>
                <a:moveTo>
                  <a:pt x="2433160" y="442784"/>
                </a:moveTo>
                <a:lnTo>
                  <a:pt x="2460001" y="508929"/>
                </a:lnTo>
                <a:moveTo>
                  <a:pt x="1382245" y="653049"/>
                </a:moveTo>
                <a:lnTo>
                  <a:pt x="1435353" y="603984"/>
                </a:lnTo>
                <a:moveTo>
                  <a:pt x="534242" y="498229"/>
                </a:moveTo>
                <a:lnTo>
                  <a:pt x="532703" y="524272"/>
                </a:lnTo>
                <a:moveTo>
                  <a:pt x="2478177" y="679670"/>
                </a:moveTo>
                <a:lnTo>
                  <a:pt x="2475618" y="866047"/>
                </a:lnTo>
                <a:moveTo>
                  <a:pt x="2460001" y="508929"/>
                </a:moveTo>
                <a:lnTo>
                  <a:pt x="2478177" y="679670"/>
                </a:lnTo>
                <a:moveTo>
                  <a:pt x="1382245" y="653049"/>
                </a:moveTo>
                <a:lnTo>
                  <a:pt x="1377946" y="657720"/>
                </a:lnTo>
                <a:moveTo>
                  <a:pt x="1243477" y="695029"/>
                </a:moveTo>
                <a:lnTo>
                  <a:pt x="1377946" y="657720"/>
                </a:lnTo>
                <a:moveTo>
                  <a:pt x="423830" y="568161"/>
                </a:moveTo>
                <a:lnTo>
                  <a:pt x="532703" y="524272"/>
                </a:lnTo>
                <a:moveTo>
                  <a:pt x="1243477" y="695029"/>
                </a:moveTo>
                <a:lnTo>
                  <a:pt x="1382245" y="653049"/>
                </a:lnTo>
                <a:moveTo>
                  <a:pt x="1836976" y="753169"/>
                </a:moveTo>
                <a:lnTo>
                  <a:pt x="1928358" y="857418"/>
                </a:lnTo>
                <a:moveTo>
                  <a:pt x="1886309" y="527494"/>
                </a:moveTo>
                <a:lnTo>
                  <a:pt x="1928977" y="659807"/>
                </a:lnTo>
                <a:moveTo>
                  <a:pt x="1886309" y="527494"/>
                </a:moveTo>
                <a:lnTo>
                  <a:pt x="1929254" y="660019"/>
                </a:lnTo>
                <a:moveTo>
                  <a:pt x="1435353" y="603984"/>
                </a:moveTo>
                <a:lnTo>
                  <a:pt x="1494592" y="721347"/>
                </a:lnTo>
                <a:moveTo>
                  <a:pt x="1929557" y="660388"/>
                </a:moveTo>
                <a:lnTo>
                  <a:pt x="2113186" y="672915"/>
                </a:lnTo>
                <a:moveTo>
                  <a:pt x="1900471" y="1069772"/>
                </a:moveTo>
                <a:lnTo>
                  <a:pt x="2009090" y="1140911"/>
                </a:lnTo>
                <a:moveTo>
                  <a:pt x="2096572" y="647211"/>
                </a:moveTo>
                <a:lnTo>
                  <a:pt x="2113186" y="672915"/>
                </a:lnTo>
                <a:moveTo>
                  <a:pt x="423830" y="568161"/>
                </a:moveTo>
                <a:lnTo>
                  <a:pt x="412584" y="584471"/>
                </a:lnTo>
                <a:moveTo>
                  <a:pt x="822045" y="449722"/>
                </a:moveTo>
                <a:lnTo>
                  <a:pt x="913203" y="574303"/>
                </a:lnTo>
                <a:moveTo>
                  <a:pt x="1103655" y="1124206"/>
                </a:moveTo>
                <a:lnTo>
                  <a:pt x="1191366" y="1204127"/>
                </a:lnTo>
                <a:moveTo>
                  <a:pt x="1227709" y="1181070"/>
                </a:moveTo>
                <a:lnTo>
                  <a:pt x="1262517" y="1283619"/>
                </a:lnTo>
                <a:moveTo>
                  <a:pt x="1382245" y="653049"/>
                </a:moveTo>
                <a:lnTo>
                  <a:pt x="1494592" y="721347"/>
                </a:lnTo>
                <a:moveTo>
                  <a:pt x="2478649" y="479460"/>
                </a:moveTo>
                <a:lnTo>
                  <a:pt x="2433160" y="442784"/>
                </a:lnTo>
                <a:moveTo>
                  <a:pt x="1377946" y="657720"/>
                </a:moveTo>
                <a:lnTo>
                  <a:pt x="1454882" y="758517"/>
                </a:lnTo>
                <a:moveTo>
                  <a:pt x="2096572" y="647211"/>
                </a:moveTo>
                <a:lnTo>
                  <a:pt x="2194279" y="564541"/>
                </a:lnTo>
                <a:moveTo>
                  <a:pt x="653723" y="445874"/>
                </a:moveTo>
                <a:lnTo>
                  <a:pt x="835703" y="445838"/>
                </a:lnTo>
                <a:moveTo>
                  <a:pt x="2508278" y="636552"/>
                </a:moveTo>
                <a:lnTo>
                  <a:pt x="2478177" y="679670"/>
                </a:lnTo>
                <a:moveTo>
                  <a:pt x="1377946" y="657720"/>
                </a:moveTo>
                <a:lnTo>
                  <a:pt x="1471124" y="740707"/>
                </a:lnTo>
                <a:moveTo>
                  <a:pt x="1382245" y="653049"/>
                </a:moveTo>
                <a:lnTo>
                  <a:pt x="1471124" y="740707"/>
                </a:lnTo>
                <a:moveTo>
                  <a:pt x="335562" y="660295"/>
                </a:moveTo>
                <a:lnTo>
                  <a:pt x="412584" y="584471"/>
                </a:lnTo>
                <a:moveTo>
                  <a:pt x="2009090" y="1140911"/>
                </a:moveTo>
                <a:lnTo>
                  <a:pt x="2024827" y="1144773"/>
                </a:lnTo>
                <a:moveTo>
                  <a:pt x="1191366" y="1204127"/>
                </a:moveTo>
                <a:lnTo>
                  <a:pt x="1227709" y="1181070"/>
                </a:lnTo>
                <a:moveTo>
                  <a:pt x="943130" y="1064727"/>
                </a:moveTo>
                <a:lnTo>
                  <a:pt x="1014484" y="1034608"/>
                </a:lnTo>
                <a:moveTo>
                  <a:pt x="1926531" y="662657"/>
                </a:moveTo>
                <a:lnTo>
                  <a:pt x="1836976" y="753169"/>
                </a:lnTo>
                <a:moveTo>
                  <a:pt x="2460001" y="508929"/>
                </a:moveTo>
                <a:lnTo>
                  <a:pt x="2508278" y="636552"/>
                </a:lnTo>
                <a:moveTo>
                  <a:pt x="2478649" y="479460"/>
                </a:moveTo>
                <a:lnTo>
                  <a:pt x="2460001" y="508929"/>
                </a:lnTo>
                <a:moveTo>
                  <a:pt x="1929254" y="660019"/>
                </a:moveTo>
                <a:lnTo>
                  <a:pt x="1928977" y="659807"/>
                </a:lnTo>
                <a:moveTo>
                  <a:pt x="1929254" y="660019"/>
                </a:moveTo>
                <a:lnTo>
                  <a:pt x="1929557" y="660388"/>
                </a:lnTo>
                <a:moveTo>
                  <a:pt x="1928977" y="659807"/>
                </a:moveTo>
                <a:lnTo>
                  <a:pt x="1926531" y="662657"/>
                </a:lnTo>
                <a:moveTo>
                  <a:pt x="1926531" y="662657"/>
                </a:moveTo>
                <a:lnTo>
                  <a:pt x="1929557" y="660388"/>
                </a:lnTo>
                <a:moveTo>
                  <a:pt x="1929254" y="660019"/>
                </a:moveTo>
                <a:lnTo>
                  <a:pt x="1926531" y="662657"/>
                </a:lnTo>
                <a:moveTo>
                  <a:pt x="1494592" y="721347"/>
                </a:moveTo>
                <a:lnTo>
                  <a:pt x="1623801" y="715092"/>
                </a:lnTo>
                <a:moveTo>
                  <a:pt x="2024827" y="1144773"/>
                </a:moveTo>
                <a:lnTo>
                  <a:pt x="2175484" y="1157971"/>
                </a:lnTo>
                <a:moveTo>
                  <a:pt x="1929557" y="660388"/>
                </a:moveTo>
                <a:lnTo>
                  <a:pt x="2096572" y="647211"/>
                </a:lnTo>
                <a:moveTo>
                  <a:pt x="891940" y="557110"/>
                </a:moveTo>
                <a:lnTo>
                  <a:pt x="913203" y="574303"/>
                </a:lnTo>
                <a:moveTo>
                  <a:pt x="335562" y="660295"/>
                </a:moveTo>
                <a:lnTo>
                  <a:pt x="300674" y="652900"/>
                </a:lnTo>
                <a:moveTo>
                  <a:pt x="2510255" y="700722"/>
                </a:moveTo>
                <a:lnTo>
                  <a:pt x="2478177" y="679670"/>
                </a:lnTo>
                <a:moveTo>
                  <a:pt x="1402519" y="1062719"/>
                </a:moveTo>
                <a:lnTo>
                  <a:pt x="1557312" y="1013873"/>
                </a:lnTo>
                <a:moveTo>
                  <a:pt x="1623801" y="715092"/>
                </a:moveTo>
                <a:lnTo>
                  <a:pt x="1668804" y="731088"/>
                </a:lnTo>
                <a:moveTo>
                  <a:pt x="1502222" y="954464"/>
                </a:moveTo>
                <a:lnTo>
                  <a:pt x="1402519" y="1062719"/>
                </a:lnTo>
                <a:moveTo>
                  <a:pt x="1471124" y="740707"/>
                </a:moveTo>
                <a:lnTo>
                  <a:pt x="1494592" y="721347"/>
                </a:lnTo>
                <a:moveTo>
                  <a:pt x="1273708" y="1310825"/>
                </a:moveTo>
                <a:lnTo>
                  <a:pt x="1262517" y="1283619"/>
                </a:lnTo>
                <a:moveTo>
                  <a:pt x="1912483" y="1004544"/>
                </a:moveTo>
                <a:lnTo>
                  <a:pt x="1940117" y="879201"/>
                </a:lnTo>
                <a:moveTo>
                  <a:pt x="659590" y="443275"/>
                </a:moveTo>
                <a:lnTo>
                  <a:pt x="653723" y="445874"/>
                </a:lnTo>
                <a:moveTo>
                  <a:pt x="1471124" y="740707"/>
                </a:moveTo>
                <a:lnTo>
                  <a:pt x="1623801" y="715092"/>
                </a:lnTo>
                <a:moveTo>
                  <a:pt x="632127" y="454682"/>
                </a:moveTo>
                <a:lnTo>
                  <a:pt x="653723" y="445874"/>
                </a:lnTo>
                <a:moveTo>
                  <a:pt x="1905909" y="854772"/>
                </a:moveTo>
                <a:lnTo>
                  <a:pt x="1928358" y="857418"/>
                </a:lnTo>
                <a:moveTo>
                  <a:pt x="1830773" y="752291"/>
                </a:moveTo>
                <a:lnTo>
                  <a:pt x="1836976" y="753169"/>
                </a:lnTo>
                <a:moveTo>
                  <a:pt x="1557312" y="1013873"/>
                </a:moveTo>
                <a:lnTo>
                  <a:pt x="1513597" y="1086278"/>
                </a:lnTo>
                <a:moveTo>
                  <a:pt x="1502222" y="954464"/>
                </a:moveTo>
                <a:lnTo>
                  <a:pt x="1378565" y="1035337"/>
                </a:lnTo>
                <a:moveTo>
                  <a:pt x="1471124" y="740707"/>
                </a:moveTo>
                <a:lnTo>
                  <a:pt x="1454882" y="758517"/>
                </a:lnTo>
                <a:moveTo>
                  <a:pt x="1191366" y="1204127"/>
                </a:moveTo>
                <a:lnTo>
                  <a:pt x="1262517" y="1283619"/>
                </a:lnTo>
                <a:moveTo>
                  <a:pt x="822045" y="449722"/>
                </a:moveTo>
                <a:lnTo>
                  <a:pt x="653723" y="445874"/>
                </a:lnTo>
                <a:moveTo>
                  <a:pt x="1037571" y="1149139"/>
                </a:moveTo>
                <a:lnTo>
                  <a:pt x="1014484" y="1034608"/>
                </a:lnTo>
                <a:moveTo>
                  <a:pt x="1557312" y="1013873"/>
                </a:moveTo>
                <a:lnTo>
                  <a:pt x="1611454" y="1091573"/>
                </a:lnTo>
                <a:moveTo>
                  <a:pt x="2232619" y="394759"/>
                </a:moveTo>
                <a:lnTo>
                  <a:pt x="2235748" y="425484"/>
                </a:lnTo>
                <a:moveTo>
                  <a:pt x="1668804" y="731088"/>
                </a:moveTo>
                <a:lnTo>
                  <a:pt x="1830773" y="752291"/>
                </a:lnTo>
                <a:moveTo>
                  <a:pt x="1191366" y="1204127"/>
                </a:moveTo>
                <a:lnTo>
                  <a:pt x="1273708" y="1310825"/>
                </a:lnTo>
                <a:moveTo>
                  <a:pt x="983611" y="644114"/>
                </a:moveTo>
                <a:lnTo>
                  <a:pt x="913203" y="574303"/>
                </a:lnTo>
                <a:moveTo>
                  <a:pt x="335562" y="660295"/>
                </a:moveTo>
                <a:lnTo>
                  <a:pt x="231312" y="763991"/>
                </a:lnTo>
                <a:moveTo>
                  <a:pt x="1623801" y="715092"/>
                </a:moveTo>
                <a:lnTo>
                  <a:pt x="1652927" y="739497"/>
                </a:lnTo>
                <a:moveTo>
                  <a:pt x="1196704" y="629494"/>
                </a:moveTo>
                <a:lnTo>
                  <a:pt x="1243477" y="695029"/>
                </a:lnTo>
                <a:moveTo>
                  <a:pt x="822045" y="449722"/>
                </a:moveTo>
                <a:lnTo>
                  <a:pt x="835703" y="445838"/>
                </a:lnTo>
                <a:moveTo>
                  <a:pt x="1652927" y="739497"/>
                </a:moveTo>
                <a:lnTo>
                  <a:pt x="1668804" y="731088"/>
                </a:lnTo>
                <a:moveTo>
                  <a:pt x="1562459" y="1003445"/>
                </a:moveTo>
                <a:lnTo>
                  <a:pt x="1611454" y="1091573"/>
                </a:lnTo>
                <a:moveTo>
                  <a:pt x="1301841" y="545326"/>
                </a:moveTo>
                <a:lnTo>
                  <a:pt x="1435353" y="603984"/>
                </a:lnTo>
                <a:moveTo>
                  <a:pt x="1471124" y="740707"/>
                </a:moveTo>
                <a:lnTo>
                  <a:pt x="1652927" y="739497"/>
                </a:lnTo>
                <a:moveTo>
                  <a:pt x="1905909" y="854772"/>
                </a:moveTo>
                <a:lnTo>
                  <a:pt x="1836976" y="753169"/>
                </a:lnTo>
                <a:moveTo>
                  <a:pt x="1037571" y="1149139"/>
                </a:moveTo>
                <a:lnTo>
                  <a:pt x="1103655" y="1124206"/>
                </a:lnTo>
                <a:moveTo>
                  <a:pt x="2508278" y="636552"/>
                </a:moveTo>
                <a:lnTo>
                  <a:pt x="2510255" y="700722"/>
                </a:lnTo>
                <a:moveTo>
                  <a:pt x="1912483" y="1004544"/>
                </a:moveTo>
                <a:lnTo>
                  <a:pt x="1911382" y="1031026"/>
                </a:lnTo>
                <a:moveTo>
                  <a:pt x="231312" y="763991"/>
                </a:moveTo>
                <a:lnTo>
                  <a:pt x="279874" y="787098"/>
                </a:lnTo>
                <a:moveTo>
                  <a:pt x="1273708" y="1310825"/>
                </a:moveTo>
                <a:lnTo>
                  <a:pt x="1285826" y="1333500"/>
                </a:lnTo>
                <a:moveTo>
                  <a:pt x="1912483" y="1004544"/>
                </a:moveTo>
                <a:lnTo>
                  <a:pt x="1928358" y="857418"/>
                </a:lnTo>
                <a:moveTo>
                  <a:pt x="2170895" y="513508"/>
                </a:moveTo>
                <a:lnTo>
                  <a:pt x="2235748" y="425484"/>
                </a:lnTo>
                <a:moveTo>
                  <a:pt x="632127" y="454682"/>
                </a:moveTo>
                <a:lnTo>
                  <a:pt x="659590" y="443275"/>
                </a:lnTo>
                <a:moveTo>
                  <a:pt x="1301841" y="545326"/>
                </a:moveTo>
                <a:lnTo>
                  <a:pt x="1382245" y="653049"/>
                </a:lnTo>
                <a:moveTo>
                  <a:pt x="1301841" y="545326"/>
                </a:moveTo>
                <a:lnTo>
                  <a:pt x="1243477" y="695029"/>
                </a:lnTo>
                <a:moveTo>
                  <a:pt x="1912483" y="1004544"/>
                </a:moveTo>
                <a:lnTo>
                  <a:pt x="1900471" y="1069772"/>
                </a:lnTo>
                <a:moveTo>
                  <a:pt x="659590" y="443275"/>
                </a:moveTo>
                <a:lnTo>
                  <a:pt x="822045" y="449722"/>
                </a:lnTo>
                <a:moveTo>
                  <a:pt x="983611" y="644114"/>
                </a:moveTo>
                <a:lnTo>
                  <a:pt x="965361" y="698293"/>
                </a:lnTo>
                <a:moveTo>
                  <a:pt x="534242" y="498229"/>
                </a:moveTo>
                <a:lnTo>
                  <a:pt x="632127" y="454682"/>
                </a:lnTo>
                <a:moveTo>
                  <a:pt x="1894253" y="1038495"/>
                </a:moveTo>
                <a:lnTo>
                  <a:pt x="1900471" y="1069772"/>
                </a:lnTo>
                <a:moveTo>
                  <a:pt x="1830773" y="752291"/>
                </a:moveTo>
                <a:lnTo>
                  <a:pt x="1905909" y="854772"/>
                </a:lnTo>
                <a:moveTo>
                  <a:pt x="1146957" y="1219561"/>
                </a:moveTo>
                <a:lnTo>
                  <a:pt x="1103655" y="1124206"/>
                </a:lnTo>
                <a:moveTo>
                  <a:pt x="2460001" y="508929"/>
                </a:moveTo>
                <a:lnTo>
                  <a:pt x="2565632" y="554562"/>
                </a:lnTo>
                <a:moveTo>
                  <a:pt x="423830" y="568161"/>
                </a:moveTo>
                <a:lnTo>
                  <a:pt x="534242" y="498229"/>
                </a:lnTo>
                <a:moveTo>
                  <a:pt x="2170895" y="513508"/>
                </a:moveTo>
                <a:lnTo>
                  <a:pt x="2194279" y="564541"/>
                </a:lnTo>
                <a:moveTo>
                  <a:pt x="2006303" y="1106423"/>
                </a:moveTo>
                <a:lnTo>
                  <a:pt x="1900471" y="1069772"/>
                </a:lnTo>
                <a:moveTo>
                  <a:pt x="822045" y="449722"/>
                </a:moveTo>
                <a:lnTo>
                  <a:pt x="891940" y="557110"/>
                </a:lnTo>
                <a:moveTo>
                  <a:pt x="2054597" y="577539"/>
                </a:moveTo>
                <a:lnTo>
                  <a:pt x="2194279" y="564541"/>
                </a:lnTo>
                <a:moveTo>
                  <a:pt x="846842" y="982044"/>
                </a:moveTo>
                <a:lnTo>
                  <a:pt x="943130" y="1064727"/>
                </a:lnTo>
                <a:moveTo>
                  <a:pt x="2006303" y="1106423"/>
                </a:moveTo>
                <a:lnTo>
                  <a:pt x="2009090" y="1140911"/>
                </a:lnTo>
                <a:moveTo>
                  <a:pt x="2006303" y="1106423"/>
                </a:moveTo>
                <a:lnTo>
                  <a:pt x="2024827" y="1144773"/>
                </a:lnTo>
                <a:moveTo>
                  <a:pt x="2565632" y="554562"/>
                </a:moveTo>
                <a:lnTo>
                  <a:pt x="2508278" y="636552"/>
                </a:lnTo>
                <a:moveTo>
                  <a:pt x="2054597" y="577539"/>
                </a:moveTo>
                <a:lnTo>
                  <a:pt x="1929557" y="660388"/>
                </a:lnTo>
                <a:moveTo>
                  <a:pt x="2478649" y="479460"/>
                </a:moveTo>
                <a:lnTo>
                  <a:pt x="2565632" y="554562"/>
                </a:lnTo>
                <a:moveTo>
                  <a:pt x="1502222" y="954464"/>
                </a:moveTo>
                <a:lnTo>
                  <a:pt x="1557312" y="1013873"/>
                </a:lnTo>
                <a:moveTo>
                  <a:pt x="2019011" y="1111356"/>
                </a:moveTo>
                <a:lnTo>
                  <a:pt x="2024827" y="1144773"/>
                </a:lnTo>
                <a:moveTo>
                  <a:pt x="2054597" y="577539"/>
                </a:moveTo>
                <a:lnTo>
                  <a:pt x="2096572" y="647211"/>
                </a:lnTo>
                <a:moveTo>
                  <a:pt x="335562" y="660295"/>
                </a:moveTo>
                <a:lnTo>
                  <a:pt x="423830" y="568161"/>
                </a:lnTo>
                <a:moveTo>
                  <a:pt x="1146957" y="1219561"/>
                </a:moveTo>
                <a:lnTo>
                  <a:pt x="1273708" y="1310825"/>
                </a:lnTo>
                <a:moveTo>
                  <a:pt x="825776" y="990065"/>
                </a:moveTo>
                <a:lnTo>
                  <a:pt x="846842" y="982044"/>
                </a:lnTo>
                <a:moveTo>
                  <a:pt x="1301841" y="545326"/>
                </a:moveTo>
                <a:lnTo>
                  <a:pt x="1196704" y="629494"/>
                </a:lnTo>
                <a:moveTo>
                  <a:pt x="1562459" y="1003445"/>
                </a:moveTo>
                <a:lnTo>
                  <a:pt x="1557312" y="1013873"/>
                </a:lnTo>
                <a:moveTo>
                  <a:pt x="2565632" y="554562"/>
                </a:moveTo>
                <a:lnTo>
                  <a:pt x="2510255" y="700722"/>
                </a:lnTo>
                <a:moveTo>
                  <a:pt x="1146957" y="1219561"/>
                </a:moveTo>
                <a:lnTo>
                  <a:pt x="1191366" y="1204127"/>
                </a:lnTo>
                <a:moveTo>
                  <a:pt x="1502222" y="954464"/>
                </a:moveTo>
                <a:lnTo>
                  <a:pt x="1562459" y="1003445"/>
                </a:lnTo>
                <a:moveTo>
                  <a:pt x="2131923" y="1161650"/>
                </a:moveTo>
                <a:lnTo>
                  <a:pt x="2024827" y="1144773"/>
                </a:lnTo>
                <a:moveTo>
                  <a:pt x="1239611" y="577299"/>
                </a:moveTo>
                <a:lnTo>
                  <a:pt x="1196704" y="629494"/>
                </a:lnTo>
                <a:moveTo>
                  <a:pt x="1905909" y="854772"/>
                </a:moveTo>
                <a:lnTo>
                  <a:pt x="1912483" y="1004544"/>
                </a:lnTo>
                <a:moveTo>
                  <a:pt x="556316" y="505042"/>
                </a:moveTo>
                <a:lnTo>
                  <a:pt x="659590" y="443275"/>
                </a:lnTo>
                <a:moveTo>
                  <a:pt x="556316" y="505042"/>
                </a:moveTo>
                <a:lnTo>
                  <a:pt x="632127" y="454682"/>
                </a:lnTo>
                <a:moveTo>
                  <a:pt x="1183037" y="606842"/>
                </a:moveTo>
                <a:lnTo>
                  <a:pt x="1196704" y="629494"/>
                </a:lnTo>
                <a:moveTo>
                  <a:pt x="2131923" y="1161650"/>
                </a:moveTo>
                <a:lnTo>
                  <a:pt x="2175484" y="1157971"/>
                </a:lnTo>
                <a:moveTo>
                  <a:pt x="1301841" y="545326"/>
                </a:moveTo>
                <a:lnTo>
                  <a:pt x="1421475" y="484640"/>
                </a:lnTo>
                <a:moveTo>
                  <a:pt x="534242" y="498229"/>
                </a:moveTo>
                <a:lnTo>
                  <a:pt x="556316" y="505042"/>
                </a:lnTo>
                <a:moveTo>
                  <a:pt x="825776" y="990065"/>
                </a:moveTo>
                <a:lnTo>
                  <a:pt x="943130" y="1064727"/>
                </a:lnTo>
                <a:moveTo>
                  <a:pt x="1228083" y="1316435"/>
                </a:moveTo>
                <a:lnTo>
                  <a:pt x="1273708" y="1310825"/>
                </a:lnTo>
                <a:moveTo>
                  <a:pt x="891940" y="557110"/>
                </a:moveTo>
                <a:lnTo>
                  <a:pt x="983611" y="644114"/>
                </a:lnTo>
                <a:moveTo>
                  <a:pt x="943130" y="1064727"/>
                </a:moveTo>
                <a:lnTo>
                  <a:pt x="1037571" y="1149139"/>
                </a:lnTo>
                <a:moveTo>
                  <a:pt x="335562" y="660295"/>
                </a:moveTo>
                <a:lnTo>
                  <a:pt x="279874" y="787098"/>
                </a:lnTo>
                <a:moveTo>
                  <a:pt x="1239611" y="577299"/>
                </a:moveTo>
                <a:lnTo>
                  <a:pt x="1301841" y="545326"/>
                </a:lnTo>
                <a:moveTo>
                  <a:pt x="1767907" y="774039"/>
                </a:moveTo>
                <a:lnTo>
                  <a:pt x="1668804" y="731088"/>
                </a:lnTo>
                <a:moveTo>
                  <a:pt x="285282" y="779344"/>
                </a:moveTo>
                <a:lnTo>
                  <a:pt x="335562" y="660295"/>
                </a:lnTo>
                <a:moveTo>
                  <a:pt x="1183037" y="606842"/>
                </a:moveTo>
                <a:lnTo>
                  <a:pt x="1239611" y="577299"/>
                </a:lnTo>
                <a:moveTo>
                  <a:pt x="1767907" y="774039"/>
                </a:moveTo>
                <a:lnTo>
                  <a:pt x="1830773" y="752291"/>
                </a:lnTo>
                <a:moveTo>
                  <a:pt x="2170895" y="513508"/>
                </a:moveTo>
                <a:lnTo>
                  <a:pt x="2232619" y="394759"/>
                </a:lnTo>
                <a:moveTo>
                  <a:pt x="1281277" y="1333500"/>
                </a:moveTo>
                <a:lnTo>
                  <a:pt x="1273708" y="1310825"/>
                </a:lnTo>
                <a:moveTo>
                  <a:pt x="1040338" y="644400"/>
                </a:moveTo>
                <a:lnTo>
                  <a:pt x="1183037" y="606842"/>
                </a:lnTo>
                <a:moveTo>
                  <a:pt x="1912483" y="1004544"/>
                </a:moveTo>
                <a:lnTo>
                  <a:pt x="1894253" y="1038495"/>
                </a:lnTo>
                <a:moveTo>
                  <a:pt x="983611" y="644114"/>
                </a:moveTo>
                <a:lnTo>
                  <a:pt x="1040338" y="644400"/>
                </a:lnTo>
                <a:moveTo>
                  <a:pt x="1709205" y="773137"/>
                </a:moveTo>
                <a:lnTo>
                  <a:pt x="1652927" y="739497"/>
                </a:lnTo>
                <a:moveTo>
                  <a:pt x="1767907" y="774039"/>
                </a:moveTo>
                <a:lnTo>
                  <a:pt x="1652927" y="739497"/>
                </a:lnTo>
                <a:moveTo>
                  <a:pt x="285282" y="779344"/>
                </a:moveTo>
                <a:lnTo>
                  <a:pt x="279874" y="787098"/>
                </a:lnTo>
                <a:moveTo>
                  <a:pt x="282741" y="787971"/>
                </a:moveTo>
                <a:lnTo>
                  <a:pt x="279874" y="787098"/>
                </a:lnTo>
                <a:moveTo>
                  <a:pt x="716569" y="472819"/>
                </a:moveTo>
                <a:lnTo>
                  <a:pt x="659590" y="443275"/>
                </a:lnTo>
                <a:moveTo>
                  <a:pt x="756253" y="474209"/>
                </a:moveTo>
                <a:lnTo>
                  <a:pt x="659590" y="443275"/>
                </a:lnTo>
                <a:moveTo>
                  <a:pt x="570032" y="506529"/>
                </a:moveTo>
                <a:lnTo>
                  <a:pt x="659590" y="443275"/>
                </a:lnTo>
                <a:moveTo>
                  <a:pt x="285282" y="779344"/>
                </a:moveTo>
                <a:lnTo>
                  <a:pt x="282741" y="787971"/>
                </a:lnTo>
                <a:moveTo>
                  <a:pt x="1703959" y="1043806"/>
                </a:moveTo>
                <a:lnTo>
                  <a:pt x="1813099" y="1114458"/>
                </a:lnTo>
                <a:moveTo>
                  <a:pt x="1850429" y="869607"/>
                </a:moveTo>
                <a:lnTo>
                  <a:pt x="1830773" y="752291"/>
                </a:lnTo>
                <a:moveTo>
                  <a:pt x="1037571" y="1149139"/>
                </a:moveTo>
                <a:lnTo>
                  <a:pt x="1146957" y="1219561"/>
                </a:lnTo>
                <a:moveTo>
                  <a:pt x="756253" y="474209"/>
                </a:moveTo>
                <a:lnTo>
                  <a:pt x="822045" y="449722"/>
                </a:lnTo>
                <a:moveTo>
                  <a:pt x="1894253" y="1038495"/>
                </a:moveTo>
                <a:lnTo>
                  <a:pt x="2006303" y="1106423"/>
                </a:lnTo>
                <a:moveTo>
                  <a:pt x="798164" y="1200422"/>
                </a:moveTo>
                <a:lnTo>
                  <a:pt x="882881" y="1293935"/>
                </a:lnTo>
                <a:moveTo>
                  <a:pt x="478076" y="561783"/>
                </a:moveTo>
                <a:lnTo>
                  <a:pt x="534242" y="498229"/>
                </a:lnTo>
                <a:moveTo>
                  <a:pt x="2054597" y="577539"/>
                </a:moveTo>
                <a:lnTo>
                  <a:pt x="2170895" y="513508"/>
                </a:lnTo>
                <a:moveTo>
                  <a:pt x="454822" y="571650"/>
                </a:moveTo>
                <a:lnTo>
                  <a:pt x="534242" y="498229"/>
                </a:lnTo>
                <a:moveTo>
                  <a:pt x="1826927" y="1093258"/>
                </a:moveTo>
                <a:lnTo>
                  <a:pt x="1912483" y="1004544"/>
                </a:lnTo>
                <a:moveTo>
                  <a:pt x="1703959" y="1043806"/>
                </a:moveTo>
                <a:lnTo>
                  <a:pt x="1826927" y="1093258"/>
                </a:lnTo>
                <a:moveTo>
                  <a:pt x="865319" y="544931"/>
                </a:moveTo>
                <a:lnTo>
                  <a:pt x="822045" y="449722"/>
                </a:lnTo>
                <a:moveTo>
                  <a:pt x="112909" y="409463"/>
                </a:moveTo>
                <a:lnTo>
                  <a:pt x="101317" y="403147"/>
                </a:lnTo>
                <a:moveTo>
                  <a:pt x="77835" y="417990"/>
                </a:moveTo>
                <a:lnTo>
                  <a:pt x="101317" y="403147"/>
                </a:lnTo>
                <a:moveTo>
                  <a:pt x="1850429" y="869607"/>
                </a:moveTo>
                <a:lnTo>
                  <a:pt x="1905909" y="854772"/>
                </a:lnTo>
                <a:moveTo>
                  <a:pt x="1826927" y="1093258"/>
                </a:moveTo>
                <a:lnTo>
                  <a:pt x="1894253" y="1038495"/>
                </a:lnTo>
                <a:moveTo>
                  <a:pt x="454822" y="571650"/>
                </a:moveTo>
                <a:lnTo>
                  <a:pt x="423830" y="568161"/>
                </a:lnTo>
                <a:moveTo>
                  <a:pt x="2006303" y="1106423"/>
                </a:moveTo>
                <a:lnTo>
                  <a:pt x="2019011" y="1111356"/>
                </a:lnTo>
                <a:moveTo>
                  <a:pt x="912407" y="1062831"/>
                </a:moveTo>
                <a:lnTo>
                  <a:pt x="943130" y="1064727"/>
                </a:lnTo>
                <a:moveTo>
                  <a:pt x="1852415" y="916729"/>
                </a:moveTo>
                <a:lnTo>
                  <a:pt x="1905909" y="854772"/>
                </a:lnTo>
                <a:moveTo>
                  <a:pt x="1826927" y="1093258"/>
                </a:moveTo>
                <a:lnTo>
                  <a:pt x="1813099" y="1114458"/>
                </a:lnTo>
                <a:moveTo>
                  <a:pt x="368721" y="671210"/>
                </a:moveTo>
                <a:lnTo>
                  <a:pt x="335562" y="660295"/>
                </a:lnTo>
                <a:moveTo>
                  <a:pt x="112909" y="409463"/>
                </a:moveTo>
                <a:lnTo>
                  <a:pt x="250294" y="366576"/>
                </a:lnTo>
                <a:moveTo>
                  <a:pt x="454822" y="571650"/>
                </a:moveTo>
                <a:lnTo>
                  <a:pt x="335562" y="660295"/>
                </a:lnTo>
                <a:moveTo>
                  <a:pt x="1813099" y="1114458"/>
                </a:moveTo>
                <a:lnTo>
                  <a:pt x="1782150" y="1235138"/>
                </a:lnTo>
                <a:moveTo>
                  <a:pt x="1146957" y="1219561"/>
                </a:moveTo>
                <a:lnTo>
                  <a:pt x="1228083" y="1316435"/>
                </a:lnTo>
                <a:moveTo>
                  <a:pt x="2019011" y="1111356"/>
                </a:moveTo>
                <a:lnTo>
                  <a:pt x="2131923" y="1161650"/>
                </a:lnTo>
                <a:moveTo>
                  <a:pt x="825776" y="990065"/>
                </a:moveTo>
                <a:lnTo>
                  <a:pt x="912407" y="1062831"/>
                </a:lnTo>
                <a:moveTo>
                  <a:pt x="865319" y="544931"/>
                </a:moveTo>
                <a:lnTo>
                  <a:pt x="891940" y="557110"/>
                </a:lnTo>
                <a:moveTo>
                  <a:pt x="77835" y="417990"/>
                </a:moveTo>
                <a:lnTo>
                  <a:pt x="112909" y="409463"/>
                </a:lnTo>
                <a:moveTo>
                  <a:pt x="1444185" y="479825"/>
                </a:moveTo>
                <a:lnTo>
                  <a:pt x="1421475" y="484640"/>
                </a:lnTo>
                <a:moveTo>
                  <a:pt x="1307994" y="523909"/>
                </a:moveTo>
                <a:lnTo>
                  <a:pt x="1421475" y="484640"/>
                </a:lnTo>
                <a:moveTo>
                  <a:pt x="2241288" y="375866"/>
                </a:moveTo>
                <a:lnTo>
                  <a:pt x="2232619" y="394759"/>
                </a:lnTo>
                <a:moveTo>
                  <a:pt x="368721" y="671210"/>
                </a:moveTo>
                <a:lnTo>
                  <a:pt x="285282" y="779344"/>
                </a:lnTo>
                <a:moveTo>
                  <a:pt x="971335" y="618507"/>
                </a:moveTo>
                <a:lnTo>
                  <a:pt x="891940" y="557110"/>
                </a:lnTo>
                <a:moveTo>
                  <a:pt x="1307994" y="523909"/>
                </a:moveTo>
                <a:lnTo>
                  <a:pt x="1301841" y="545326"/>
                </a:lnTo>
                <a:moveTo>
                  <a:pt x="1852415" y="916729"/>
                </a:moveTo>
                <a:lnTo>
                  <a:pt x="1912483" y="1004544"/>
                </a:lnTo>
                <a:moveTo>
                  <a:pt x="570032" y="506529"/>
                </a:moveTo>
                <a:lnTo>
                  <a:pt x="556316" y="505042"/>
                </a:lnTo>
                <a:moveTo>
                  <a:pt x="879343" y="1087338"/>
                </a:moveTo>
                <a:lnTo>
                  <a:pt x="825776" y="990065"/>
                </a:lnTo>
                <a:moveTo>
                  <a:pt x="1008904" y="1138875"/>
                </a:moveTo>
                <a:lnTo>
                  <a:pt x="943130" y="1064727"/>
                </a:lnTo>
                <a:moveTo>
                  <a:pt x="1221304" y="557338"/>
                </a:moveTo>
                <a:lnTo>
                  <a:pt x="1301841" y="545326"/>
                </a:lnTo>
                <a:moveTo>
                  <a:pt x="1221304" y="557338"/>
                </a:moveTo>
                <a:lnTo>
                  <a:pt x="1239611" y="577299"/>
                </a:lnTo>
                <a:moveTo>
                  <a:pt x="1736655" y="976104"/>
                </a:moveTo>
                <a:lnTo>
                  <a:pt x="1912483" y="1004544"/>
                </a:lnTo>
                <a:moveTo>
                  <a:pt x="478076" y="561783"/>
                </a:moveTo>
                <a:lnTo>
                  <a:pt x="556316" y="505042"/>
                </a:lnTo>
                <a:moveTo>
                  <a:pt x="1734028" y="978956"/>
                </a:moveTo>
                <a:lnTo>
                  <a:pt x="1703959" y="1043806"/>
                </a:lnTo>
                <a:moveTo>
                  <a:pt x="1221304" y="557338"/>
                </a:moveTo>
                <a:lnTo>
                  <a:pt x="1183037" y="606842"/>
                </a:lnTo>
                <a:moveTo>
                  <a:pt x="1177383" y="573587"/>
                </a:moveTo>
                <a:lnTo>
                  <a:pt x="1183037" y="606842"/>
                </a:lnTo>
                <a:moveTo>
                  <a:pt x="2173427" y="488461"/>
                </a:moveTo>
                <a:lnTo>
                  <a:pt x="2232619" y="394759"/>
                </a:lnTo>
                <a:moveTo>
                  <a:pt x="376347" y="673603"/>
                </a:moveTo>
                <a:lnTo>
                  <a:pt x="285282" y="779344"/>
                </a:lnTo>
                <a:moveTo>
                  <a:pt x="971335" y="618507"/>
                </a:moveTo>
                <a:lnTo>
                  <a:pt x="983611" y="644114"/>
                </a:lnTo>
                <a:moveTo>
                  <a:pt x="1039406" y="615879"/>
                </a:moveTo>
                <a:lnTo>
                  <a:pt x="1183037" y="606842"/>
                </a:lnTo>
                <a:moveTo>
                  <a:pt x="1709205" y="773137"/>
                </a:moveTo>
                <a:lnTo>
                  <a:pt x="1767907" y="774039"/>
                </a:lnTo>
                <a:moveTo>
                  <a:pt x="376347" y="673603"/>
                </a:moveTo>
                <a:lnTo>
                  <a:pt x="282741" y="787971"/>
                </a:lnTo>
                <a:moveTo>
                  <a:pt x="971335" y="618507"/>
                </a:moveTo>
                <a:lnTo>
                  <a:pt x="1040338" y="644400"/>
                </a:lnTo>
                <a:moveTo>
                  <a:pt x="1008904" y="1138875"/>
                </a:moveTo>
                <a:lnTo>
                  <a:pt x="1037571" y="1149139"/>
                </a:lnTo>
                <a:moveTo>
                  <a:pt x="806350" y="1155662"/>
                </a:moveTo>
                <a:lnTo>
                  <a:pt x="798164" y="1200422"/>
                </a:lnTo>
                <a:moveTo>
                  <a:pt x="1039406" y="615879"/>
                </a:moveTo>
                <a:lnTo>
                  <a:pt x="1040338" y="644400"/>
                </a:lnTo>
                <a:moveTo>
                  <a:pt x="280453" y="384265"/>
                </a:moveTo>
                <a:lnTo>
                  <a:pt x="250294" y="366576"/>
                </a:lnTo>
                <a:moveTo>
                  <a:pt x="1228083" y="1316435"/>
                </a:moveTo>
                <a:lnTo>
                  <a:pt x="1242068" y="1333500"/>
                </a:lnTo>
                <a:moveTo>
                  <a:pt x="1129794" y="1198529"/>
                </a:moveTo>
                <a:lnTo>
                  <a:pt x="1037571" y="1149139"/>
                </a:lnTo>
                <a:moveTo>
                  <a:pt x="2173427" y="488461"/>
                </a:moveTo>
                <a:lnTo>
                  <a:pt x="2170895" y="513508"/>
                </a:lnTo>
                <a:moveTo>
                  <a:pt x="899135" y="1241624"/>
                </a:moveTo>
                <a:lnTo>
                  <a:pt x="798164" y="1200422"/>
                </a:lnTo>
                <a:moveTo>
                  <a:pt x="319557" y="797299"/>
                </a:moveTo>
                <a:lnTo>
                  <a:pt x="282741" y="787971"/>
                </a:lnTo>
                <a:moveTo>
                  <a:pt x="1767907" y="774039"/>
                </a:moveTo>
                <a:lnTo>
                  <a:pt x="1850429" y="869607"/>
                </a:lnTo>
                <a:moveTo>
                  <a:pt x="716569" y="472819"/>
                </a:moveTo>
                <a:lnTo>
                  <a:pt x="756253" y="474209"/>
                </a:lnTo>
                <a:moveTo>
                  <a:pt x="570032" y="506529"/>
                </a:moveTo>
                <a:lnTo>
                  <a:pt x="716569" y="472819"/>
                </a:lnTo>
                <a:moveTo>
                  <a:pt x="1734028" y="978956"/>
                </a:moveTo>
                <a:lnTo>
                  <a:pt x="1826927" y="1093258"/>
                </a:lnTo>
                <a:moveTo>
                  <a:pt x="1736655" y="976104"/>
                </a:moveTo>
                <a:lnTo>
                  <a:pt x="1826927" y="1093258"/>
                </a:lnTo>
                <a:moveTo>
                  <a:pt x="1971516" y="1101889"/>
                </a:moveTo>
                <a:lnTo>
                  <a:pt x="1894253" y="1038495"/>
                </a:lnTo>
                <a:moveTo>
                  <a:pt x="1562200" y="411056"/>
                </a:moveTo>
                <a:lnTo>
                  <a:pt x="1622252" y="297092"/>
                </a:lnTo>
                <a:moveTo>
                  <a:pt x="1980940" y="537534"/>
                </a:moveTo>
                <a:lnTo>
                  <a:pt x="2054597" y="577539"/>
                </a:lnTo>
                <a:moveTo>
                  <a:pt x="2078336" y="573754"/>
                </a:moveTo>
                <a:lnTo>
                  <a:pt x="2170895" y="513508"/>
                </a:lnTo>
                <a:moveTo>
                  <a:pt x="1129794" y="1198529"/>
                </a:moveTo>
                <a:lnTo>
                  <a:pt x="1146957" y="1219561"/>
                </a:lnTo>
                <a:moveTo>
                  <a:pt x="478076" y="561783"/>
                </a:moveTo>
                <a:lnTo>
                  <a:pt x="570032" y="506529"/>
                </a:lnTo>
                <a:moveTo>
                  <a:pt x="2078336" y="573754"/>
                </a:moveTo>
                <a:lnTo>
                  <a:pt x="2054597" y="577539"/>
                </a:lnTo>
                <a:moveTo>
                  <a:pt x="756253" y="474209"/>
                </a:moveTo>
                <a:lnTo>
                  <a:pt x="865319" y="544931"/>
                </a:lnTo>
                <a:moveTo>
                  <a:pt x="899135" y="1241624"/>
                </a:moveTo>
                <a:lnTo>
                  <a:pt x="882881" y="1293935"/>
                </a:lnTo>
                <a:moveTo>
                  <a:pt x="454822" y="571650"/>
                </a:moveTo>
                <a:lnTo>
                  <a:pt x="368721" y="671210"/>
                </a:lnTo>
                <a:moveTo>
                  <a:pt x="1971516" y="1101889"/>
                </a:moveTo>
                <a:lnTo>
                  <a:pt x="2006303" y="1106423"/>
                </a:lnTo>
                <a:moveTo>
                  <a:pt x="454822" y="571650"/>
                </a:moveTo>
                <a:lnTo>
                  <a:pt x="478076" y="561783"/>
                </a:lnTo>
                <a:moveTo>
                  <a:pt x="1735908" y="788078"/>
                </a:moveTo>
                <a:lnTo>
                  <a:pt x="1709205" y="773137"/>
                </a:lnTo>
                <a:moveTo>
                  <a:pt x="1971516" y="1101889"/>
                </a:moveTo>
                <a:lnTo>
                  <a:pt x="2019011" y="1111356"/>
                </a:lnTo>
                <a:moveTo>
                  <a:pt x="1562200" y="411056"/>
                </a:moveTo>
                <a:lnTo>
                  <a:pt x="1559044" y="415349"/>
                </a:lnTo>
                <a:moveTo>
                  <a:pt x="1559266" y="414576"/>
                </a:moveTo>
                <a:lnTo>
                  <a:pt x="1559044" y="415349"/>
                </a:lnTo>
                <a:moveTo>
                  <a:pt x="1556574" y="416322"/>
                </a:moveTo>
                <a:lnTo>
                  <a:pt x="1559044" y="415349"/>
                </a:lnTo>
                <a:moveTo>
                  <a:pt x="1735908" y="788078"/>
                </a:moveTo>
                <a:lnTo>
                  <a:pt x="1767907" y="774039"/>
                </a:lnTo>
                <a:moveTo>
                  <a:pt x="1562200" y="411056"/>
                </a:moveTo>
                <a:lnTo>
                  <a:pt x="1559266" y="414576"/>
                </a:lnTo>
                <a:moveTo>
                  <a:pt x="2047505" y="1112339"/>
                </a:moveTo>
                <a:lnTo>
                  <a:pt x="2019011" y="1111356"/>
                </a:lnTo>
                <a:moveTo>
                  <a:pt x="1556574" y="416322"/>
                </a:moveTo>
                <a:lnTo>
                  <a:pt x="1559266" y="414576"/>
                </a:lnTo>
                <a:moveTo>
                  <a:pt x="423922" y="612474"/>
                </a:moveTo>
                <a:lnTo>
                  <a:pt x="368721" y="671210"/>
                </a:lnTo>
                <a:moveTo>
                  <a:pt x="879343" y="1087338"/>
                </a:moveTo>
                <a:lnTo>
                  <a:pt x="912407" y="1062831"/>
                </a:lnTo>
                <a:moveTo>
                  <a:pt x="423922" y="612474"/>
                </a:moveTo>
                <a:lnTo>
                  <a:pt x="454822" y="571650"/>
                </a:lnTo>
                <a:moveTo>
                  <a:pt x="185430" y="459230"/>
                </a:moveTo>
                <a:lnTo>
                  <a:pt x="250294" y="366576"/>
                </a:lnTo>
                <a:moveTo>
                  <a:pt x="1850429" y="869607"/>
                </a:moveTo>
                <a:lnTo>
                  <a:pt x="1852415" y="916729"/>
                </a:lnTo>
                <a:moveTo>
                  <a:pt x="949549" y="1095281"/>
                </a:moveTo>
                <a:lnTo>
                  <a:pt x="912407" y="1062831"/>
                </a:lnTo>
                <a:moveTo>
                  <a:pt x="460486" y="574658"/>
                </a:moveTo>
                <a:lnTo>
                  <a:pt x="478076" y="561783"/>
                </a:lnTo>
                <a:moveTo>
                  <a:pt x="1214794" y="1291777"/>
                </a:moveTo>
                <a:lnTo>
                  <a:pt x="1146957" y="1219561"/>
                </a:lnTo>
                <a:moveTo>
                  <a:pt x="460486" y="574658"/>
                </a:moveTo>
                <a:lnTo>
                  <a:pt x="454822" y="571650"/>
                </a:lnTo>
                <a:moveTo>
                  <a:pt x="2120370" y="1135368"/>
                </a:moveTo>
                <a:lnTo>
                  <a:pt x="2019011" y="1111356"/>
                </a:lnTo>
                <a:moveTo>
                  <a:pt x="185430" y="459230"/>
                </a:moveTo>
                <a:lnTo>
                  <a:pt x="112909" y="409463"/>
                </a:lnTo>
                <a:moveTo>
                  <a:pt x="1813099" y="1114458"/>
                </a:moveTo>
                <a:lnTo>
                  <a:pt x="1819332" y="1246265"/>
                </a:lnTo>
                <a:moveTo>
                  <a:pt x="1971516" y="1101889"/>
                </a:moveTo>
                <a:lnTo>
                  <a:pt x="1826927" y="1093258"/>
                </a:lnTo>
                <a:moveTo>
                  <a:pt x="1872987" y="1117994"/>
                </a:moveTo>
                <a:lnTo>
                  <a:pt x="1826927" y="1093258"/>
                </a:lnTo>
                <a:moveTo>
                  <a:pt x="1649681" y="311322"/>
                </a:moveTo>
                <a:lnTo>
                  <a:pt x="1622252" y="297092"/>
                </a:lnTo>
                <a:moveTo>
                  <a:pt x="1444185" y="479825"/>
                </a:moveTo>
                <a:lnTo>
                  <a:pt x="1556574" y="416322"/>
                </a:lnTo>
                <a:moveTo>
                  <a:pt x="2358376" y="312628"/>
                </a:moveTo>
                <a:lnTo>
                  <a:pt x="2396897" y="320992"/>
                </a:lnTo>
                <a:moveTo>
                  <a:pt x="376347" y="673603"/>
                </a:moveTo>
                <a:lnTo>
                  <a:pt x="368721" y="671210"/>
                </a:lnTo>
                <a:moveTo>
                  <a:pt x="460486" y="574658"/>
                </a:moveTo>
                <a:lnTo>
                  <a:pt x="423922" y="612474"/>
                </a:lnTo>
                <a:moveTo>
                  <a:pt x="1008904" y="1138875"/>
                </a:moveTo>
                <a:lnTo>
                  <a:pt x="912407" y="1062831"/>
                </a:lnTo>
                <a:moveTo>
                  <a:pt x="2241288" y="375866"/>
                </a:moveTo>
                <a:lnTo>
                  <a:pt x="2358376" y="312628"/>
                </a:lnTo>
                <a:moveTo>
                  <a:pt x="1826114" y="884531"/>
                </a:moveTo>
                <a:lnTo>
                  <a:pt x="1850429" y="869607"/>
                </a:lnTo>
                <a:moveTo>
                  <a:pt x="716569" y="472819"/>
                </a:moveTo>
                <a:lnTo>
                  <a:pt x="734316" y="478632"/>
                </a:lnTo>
                <a:moveTo>
                  <a:pt x="1735908" y="788078"/>
                </a:moveTo>
                <a:lnTo>
                  <a:pt x="1850429" y="869607"/>
                </a:lnTo>
                <a:moveTo>
                  <a:pt x="734316" y="478632"/>
                </a:moveTo>
                <a:lnTo>
                  <a:pt x="756253" y="474209"/>
                </a:lnTo>
                <a:moveTo>
                  <a:pt x="2120370" y="1135368"/>
                </a:moveTo>
                <a:lnTo>
                  <a:pt x="2131923" y="1161650"/>
                </a:lnTo>
                <a:moveTo>
                  <a:pt x="423922" y="612474"/>
                </a:moveTo>
                <a:lnTo>
                  <a:pt x="376347" y="673603"/>
                </a:lnTo>
                <a:moveTo>
                  <a:pt x="1736655" y="976104"/>
                </a:moveTo>
                <a:lnTo>
                  <a:pt x="1852415" y="916729"/>
                </a:lnTo>
                <a:moveTo>
                  <a:pt x="1307994" y="523909"/>
                </a:moveTo>
                <a:lnTo>
                  <a:pt x="1444185" y="479825"/>
                </a:lnTo>
                <a:moveTo>
                  <a:pt x="879343" y="1087338"/>
                </a:moveTo>
                <a:lnTo>
                  <a:pt x="949549" y="1095281"/>
                </a:lnTo>
                <a:moveTo>
                  <a:pt x="162912" y="474070"/>
                </a:moveTo>
                <a:lnTo>
                  <a:pt x="112909" y="409463"/>
                </a:lnTo>
                <a:moveTo>
                  <a:pt x="1214794" y="1291777"/>
                </a:moveTo>
                <a:lnTo>
                  <a:pt x="1228083" y="1316435"/>
                </a:lnTo>
                <a:moveTo>
                  <a:pt x="1826114" y="884531"/>
                </a:moveTo>
                <a:lnTo>
                  <a:pt x="1852415" y="916729"/>
                </a:lnTo>
                <a:moveTo>
                  <a:pt x="1826927" y="1093258"/>
                </a:moveTo>
                <a:lnTo>
                  <a:pt x="1819332" y="1246265"/>
                </a:lnTo>
                <a:moveTo>
                  <a:pt x="865319" y="544931"/>
                </a:moveTo>
                <a:lnTo>
                  <a:pt x="971335" y="618507"/>
                </a:lnTo>
                <a:moveTo>
                  <a:pt x="1736655" y="976104"/>
                </a:moveTo>
                <a:lnTo>
                  <a:pt x="1734028" y="978956"/>
                </a:lnTo>
                <a:moveTo>
                  <a:pt x="1733058" y="977692"/>
                </a:moveTo>
                <a:lnTo>
                  <a:pt x="1734028" y="978956"/>
                </a:lnTo>
                <a:moveTo>
                  <a:pt x="1733058" y="977692"/>
                </a:moveTo>
                <a:lnTo>
                  <a:pt x="1736655" y="976104"/>
                </a:lnTo>
                <a:moveTo>
                  <a:pt x="1649681" y="311322"/>
                </a:moveTo>
                <a:lnTo>
                  <a:pt x="1562200" y="411056"/>
                </a:lnTo>
                <a:moveTo>
                  <a:pt x="1826953" y="1237206"/>
                </a:moveTo>
                <a:lnTo>
                  <a:pt x="1826927" y="1093258"/>
                </a:lnTo>
                <a:moveTo>
                  <a:pt x="2396897" y="320992"/>
                </a:moveTo>
                <a:lnTo>
                  <a:pt x="2494741" y="402217"/>
                </a:lnTo>
                <a:moveTo>
                  <a:pt x="1819332" y="1246265"/>
                </a:moveTo>
                <a:lnTo>
                  <a:pt x="1782150" y="1235138"/>
                </a:lnTo>
                <a:moveTo>
                  <a:pt x="1221304" y="557338"/>
                </a:moveTo>
                <a:lnTo>
                  <a:pt x="1307994" y="523909"/>
                </a:lnTo>
                <a:moveTo>
                  <a:pt x="1736655" y="976104"/>
                </a:moveTo>
                <a:lnTo>
                  <a:pt x="1826114" y="884531"/>
                </a:lnTo>
                <a:moveTo>
                  <a:pt x="1733058" y="977692"/>
                </a:moveTo>
                <a:lnTo>
                  <a:pt x="1826114" y="884531"/>
                </a:lnTo>
                <a:moveTo>
                  <a:pt x="1177383" y="573587"/>
                </a:moveTo>
                <a:lnTo>
                  <a:pt x="1221304" y="557338"/>
                </a:lnTo>
                <a:moveTo>
                  <a:pt x="949549" y="1095281"/>
                </a:moveTo>
                <a:lnTo>
                  <a:pt x="1008904" y="1138875"/>
                </a:lnTo>
                <a:moveTo>
                  <a:pt x="2358376" y="312628"/>
                </a:moveTo>
                <a:lnTo>
                  <a:pt x="2379761" y="325483"/>
                </a:lnTo>
                <a:moveTo>
                  <a:pt x="1735908" y="788078"/>
                </a:moveTo>
                <a:lnTo>
                  <a:pt x="1826114" y="884531"/>
                </a:lnTo>
                <a:moveTo>
                  <a:pt x="1039406" y="615879"/>
                </a:moveTo>
                <a:lnTo>
                  <a:pt x="1177383" y="573587"/>
                </a:lnTo>
                <a:moveTo>
                  <a:pt x="2379761" y="325483"/>
                </a:moveTo>
                <a:lnTo>
                  <a:pt x="2396897" y="320992"/>
                </a:lnTo>
                <a:moveTo>
                  <a:pt x="2173427" y="488461"/>
                </a:moveTo>
                <a:lnTo>
                  <a:pt x="2241288" y="375866"/>
                </a:lnTo>
                <a:moveTo>
                  <a:pt x="971335" y="618507"/>
                </a:moveTo>
                <a:lnTo>
                  <a:pt x="1039406" y="615879"/>
                </a:lnTo>
                <a:moveTo>
                  <a:pt x="1640668" y="861606"/>
                </a:moveTo>
                <a:lnTo>
                  <a:pt x="1709205" y="773137"/>
                </a:lnTo>
                <a:moveTo>
                  <a:pt x="1241218" y="1333500"/>
                </a:moveTo>
                <a:lnTo>
                  <a:pt x="1228083" y="1316435"/>
                </a:lnTo>
                <a:moveTo>
                  <a:pt x="1463711" y="488253"/>
                </a:moveTo>
                <a:lnTo>
                  <a:pt x="1559266" y="414576"/>
                </a:lnTo>
                <a:moveTo>
                  <a:pt x="1463711" y="488253"/>
                </a:moveTo>
                <a:lnTo>
                  <a:pt x="1556574" y="416322"/>
                </a:lnTo>
                <a:moveTo>
                  <a:pt x="185430" y="459230"/>
                </a:moveTo>
                <a:lnTo>
                  <a:pt x="280453" y="384265"/>
                </a:lnTo>
                <a:moveTo>
                  <a:pt x="319557" y="797299"/>
                </a:moveTo>
                <a:lnTo>
                  <a:pt x="376347" y="673603"/>
                </a:lnTo>
                <a:moveTo>
                  <a:pt x="1444185" y="479825"/>
                </a:moveTo>
                <a:lnTo>
                  <a:pt x="1463711" y="488253"/>
                </a:lnTo>
                <a:moveTo>
                  <a:pt x="2379761" y="325483"/>
                </a:moveTo>
                <a:lnTo>
                  <a:pt x="2494741" y="402217"/>
                </a:lnTo>
                <a:moveTo>
                  <a:pt x="806350" y="1155662"/>
                </a:moveTo>
                <a:lnTo>
                  <a:pt x="899135" y="1241624"/>
                </a:lnTo>
                <a:moveTo>
                  <a:pt x="1008904" y="1138875"/>
                </a:moveTo>
                <a:lnTo>
                  <a:pt x="1129794" y="1198529"/>
                </a:lnTo>
                <a:moveTo>
                  <a:pt x="330919" y="419830"/>
                </a:moveTo>
                <a:lnTo>
                  <a:pt x="280453" y="384265"/>
                </a:lnTo>
                <a:moveTo>
                  <a:pt x="2494741" y="402217"/>
                </a:moveTo>
                <a:lnTo>
                  <a:pt x="2594919" y="481259"/>
                </a:lnTo>
                <a:moveTo>
                  <a:pt x="2078336" y="573754"/>
                </a:moveTo>
                <a:lnTo>
                  <a:pt x="2173427" y="488461"/>
                </a:lnTo>
                <a:moveTo>
                  <a:pt x="1665461" y="312829"/>
                </a:moveTo>
                <a:lnTo>
                  <a:pt x="1562200" y="411056"/>
                </a:lnTo>
                <a:moveTo>
                  <a:pt x="1980940" y="537534"/>
                </a:moveTo>
                <a:lnTo>
                  <a:pt x="2078336" y="573754"/>
                </a:lnTo>
                <a:moveTo>
                  <a:pt x="1665461" y="312829"/>
                </a:moveTo>
                <a:lnTo>
                  <a:pt x="1559266" y="414576"/>
                </a:lnTo>
                <a:moveTo>
                  <a:pt x="638474" y="548173"/>
                </a:moveTo>
                <a:lnTo>
                  <a:pt x="716569" y="472819"/>
                </a:lnTo>
                <a:moveTo>
                  <a:pt x="570032" y="506529"/>
                </a:moveTo>
                <a:lnTo>
                  <a:pt x="638474" y="548173"/>
                </a:lnTo>
                <a:moveTo>
                  <a:pt x="1640668" y="861606"/>
                </a:moveTo>
                <a:lnTo>
                  <a:pt x="1733058" y="977692"/>
                </a:lnTo>
                <a:moveTo>
                  <a:pt x="1651084" y="117286"/>
                </a:moveTo>
                <a:lnTo>
                  <a:pt x="1649240" y="119673"/>
                </a:lnTo>
                <a:moveTo>
                  <a:pt x="1872987" y="1117994"/>
                </a:moveTo>
                <a:lnTo>
                  <a:pt x="1971516" y="1101889"/>
                </a:lnTo>
                <a:moveTo>
                  <a:pt x="1640668" y="861606"/>
                </a:moveTo>
                <a:lnTo>
                  <a:pt x="1826114" y="884531"/>
                </a:lnTo>
                <a:moveTo>
                  <a:pt x="1640668" y="861606"/>
                </a:moveTo>
                <a:lnTo>
                  <a:pt x="1735908" y="788078"/>
                </a:lnTo>
                <a:moveTo>
                  <a:pt x="2101128" y="593019"/>
                </a:moveTo>
                <a:lnTo>
                  <a:pt x="2173427" y="488461"/>
                </a:lnTo>
                <a:moveTo>
                  <a:pt x="581010" y="601148"/>
                </a:moveTo>
                <a:lnTo>
                  <a:pt x="570032" y="506529"/>
                </a:lnTo>
                <a:moveTo>
                  <a:pt x="1971516" y="1101889"/>
                </a:moveTo>
                <a:lnTo>
                  <a:pt x="2047505" y="1112339"/>
                </a:lnTo>
                <a:moveTo>
                  <a:pt x="2468099" y="409556"/>
                </a:moveTo>
                <a:lnTo>
                  <a:pt x="2494741" y="402217"/>
                </a:lnTo>
                <a:moveTo>
                  <a:pt x="542532" y="632007"/>
                </a:moveTo>
                <a:lnTo>
                  <a:pt x="570032" y="506529"/>
                </a:lnTo>
                <a:moveTo>
                  <a:pt x="1129794" y="1198529"/>
                </a:moveTo>
                <a:lnTo>
                  <a:pt x="1214794" y="1291777"/>
                </a:lnTo>
                <a:moveTo>
                  <a:pt x="1595694" y="423514"/>
                </a:moveTo>
                <a:lnTo>
                  <a:pt x="1559266" y="414576"/>
                </a:lnTo>
                <a:moveTo>
                  <a:pt x="1692155" y="252315"/>
                </a:moveTo>
                <a:lnTo>
                  <a:pt x="1649681" y="311322"/>
                </a:lnTo>
                <a:moveTo>
                  <a:pt x="2047505" y="1112339"/>
                </a:moveTo>
                <a:lnTo>
                  <a:pt x="2120370" y="1135368"/>
                </a:lnTo>
                <a:moveTo>
                  <a:pt x="542532" y="632007"/>
                </a:moveTo>
                <a:lnTo>
                  <a:pt x="478076" y="561783"/>
                </a:lnTo>
                <a:moveTo>
                  <a:pt x="2078336" y="573754"/>
                </a:moveTo>
                <a:lnTo>
                  <a:pt x="2101128" y="593019"/>
                </a:lnTo>
                <a:moveTo>
                  <a:pt x="2558615" y="508063"/>
                </a:moveTo>
                <a:lnTo>
                  <a:pt x="2594919" y="481259"/>
                </a:lnTo>
                <a:moveTo>
                  <a:pt x="2379761" y="325483"/>
                </a:moveTo>
                <a:lnTo>
                  <a:pt x="2468099" y="409556"/>
                </a:lnTo>
                <a:moveTo>
                  <a:pt x="1665461" y="312829"/>
                </a:moveTo>
                <a:lnTo>
                  <a:pt x="1649681" y="311322"/>
                </a:lnTo>
                <a:moveTo>
                  <a:pt x="2173427" y="488461"/>
                </a:moveTo>
                <a:lnTo>
                  <a:pt x="2192617" y="494638"/>
                </a:lnTo>
                <a:moveTo>
                  <a:pt x="2320233" y="355655"/>
                </a:moveTo>
                <a:lnTo>
                  <a:pt x="2358376" y="312628"/>
                </a:lnTo>
                <a:moveTo>
                  <a:pt x="1872987" y="1117994"/>
                </a:moveTo>
                <a:lnTo>
                  <a:pt x="1826953" y="1237206"/>
                </a:lnTo>
                <a:moveTo>
                  <a:pt x="2260267" y="367309"/>
                </a:moveTo>
                <a:lnTo>
                  <a:pt x="2358376" y="312628"/>
                </a:lnTo>
                <a:moveTo>
                  <a:pt x="330919" y="419830"/>
                </a:moveTo>
                <a:lnTo>
                  <a:pt x="185430" y="459230"/>
                </a:lnTo>
                <a:moveTo>
                  <a:pt x="423922" y="612474"/>
                </a:moveTo>
                <a:lnTo>
                  <a:pt x="452871" y="727535"/>
                </a:lnTo>
                <a:moveTo>
                  <a:pt x="871778" y="1057322"/>
                </a:moveTo>
                <a:lnTo>
                  <a:pt x="879343" y="1087338"/>
                </a:lnTo>
                <a:moveTo>
                  <a:pt x="2468099" y="409556"/>
                </a:moveTo>
                <a:lnTo>
                  <a:pt x="2594919" y="481259"/>
                </a:lnTo>
                <a:moveTo>
                  <a:pt x="1501511" y="509718"/>
                </a:moveTo>
                <a:lnTo>
                  <a:pt x="1559266" y="414576"/>
                </a:lnTo>
                <a:moveTo>
                  <a:pt x="1649240" y="119673"/>
                </a:moveTo>
                <a:lnTo>
                  <a:pt x="1692155" y="252315"/>
                </a:lnTo>
                <a:moveTo>
                  <a:pt x="1180614" y="1132883"/>
                </a:moveTo>
                <a:lnTo>
                  <a:pt x="1129794" y="1198529"/>
                </a:lnTo>
                <a:moveTo>
                  <a:pt x="460486" y="574658"/>
                </a:moveTo>
                <a:lnTo>
                  <a:pt x="452871" y="727535"/>
                </a:lnTo>
                <a:moveTo>
                  <a:pt x="871778" y="1057322"/>
                </a:moveTo>
                <a:lnTo>
                  <a:pt x="949549" y="1095281"/>
                </a:lnTo>
                <a:moveTo>
                  <a:pt x="542532" y="632007"/>
                </a:moveTo>
                <a:lnTo>
                  <a:pt x="460486" y="574658"/>
                </a:lnTo>
                <a:moveTo>
                  <a:pt x="162912" y="474070"/>
                </a:moveTo>
                <a:lnTo>
                  <a:pt x="185430" y="459230"/>
                </a:lnTo>
                <a:moveTo>
                  <a:pt x="957892" y="593994"/>
                </a:moveTo>
                <a:lnTo>
                  <a:pt x="865319" y="544931"/>
                </a:lnTo>
                <a:moveTo>
                  <a:pt x="203315" y="472524"/>
                </a:moveTo>
                <a:lnTo>
                  <a:pt x="185430" y="459230"/>
                </a:lnTo>
                <a:moveTo>
                  <a:pt x="537052" y="642295"/>
                </a:moveTo>
                <a:lnTo>
                  <a:pt x="460486" y="574658"/>
                </a:lnTo>
                <a:moveTo>
                  <a:pt x="2260267" y="367309"/>
                </a:moveTo>
                <a:lnTo>
                  <a:pt x="2241288" y="375866"/>
                </a:lnTo>
                <a:moveTo>
                  <a:pt x="1338290" y="526700"/>
                </a:moveTo>
                <a:lnTo>
                  <a:pt x="1444185" y="479825"/>
                </a:lnTo>
                <a:moveTo>
                  <a:pt x="955226" y="1073388"/>
                </a:moveTo>
                <a:lnTo>
                  <a:pt x="949549" y="1095281"/>
                </a:lnTo>
                <a:moveTo>
                  <a:pt x="1401607" y="524282"/>
                </a:moveTo>
                <a:lnTo>
                  <a:pt x="1444185" y="479825"/>
                </a:lnTo>
                <a:moveTo>
                  <a:pt x="376347" y="673603"/>
                </a:moveTo>
                <a:lnTo>
                  <a:pt x="452871" y="727535"/>
                </a:lnTo>
                <a:moveTo>
                  <a:pt x="1185415" y="554692"/>
                </a:moveTo>
                <a:lnTo>
                  <a:pt x="1307994" y="523909"/>
                </a:lnTo>
                <a:moveTo>
                  <a:pt x="638474" y="548173"/>
                </a:moveTo>
                <a:lnTo>
                  <a:pt x="734316" y="478632"/>
                </a:lnTo>
                <a:moveTo>
                  <a:pt x="1338290" y="526700"/>
                </a:moveTo>
                <a:lnTo>
                  <a:pt x="1307994" y="523909"/>
                </a:lnTo>
                <a:moveTo>
                  <a:pt x="1185890" y="554531"/>
                </a:moveTo>
                <a:lnTo>
                  <a:pt x="1307994" y="523909"/>
                </a:lnTo>
                <a:moveTo>
                  <a:pt x="1016291" y="1094864"/>
                </a:moveTo>
                <a:lnTo>
                  <a:pt x="949549" y="1095281"/>
                </a:lnTo>
                <a:moveTo>
                  <a:pt x="1185415" y="554692"/>
                </a:moveTo>
                <a:lnTo>
                  <a:pt x="1221304" y="557338"/>
                </a:lnTo>
                <a:moveTo>
                  <a:pt x="1826953" y="1237206"/>
                </a:moveTo>
                <a:lnTo>
                  <a:pt x="1819332" y="1246265"/>
                </a:lnTo>
                <a:moveTo>
                  <a:pt x="1177383" y="573587"/>
                </a:moveTo>
                <a:lnTo>
                  <a:pt x="1185415" y="554692"/>
                </a:lnTo>
                <a:moveTo>
                  <a:pt x="1820652" y="1246157"/>
                </a:moveTo>
                <a:lnTo>
                  <a:pt x="1819332" y="1246265"/>
                </a:lnTo>
                <a:moveTo>
                  <a:pt x="203315" y="472524"/>
                </a:moveTo>
                <a:lnTo>
                  <a:pt x="330919" y="419830"/>
                </a:lnTo>
                <a:moveTo>
                  <a:pt x="1129794" y="1198529"/>
                </a:moveTo>
                <a:lnTo>
                  <a:pt x="1269858" y="1222963"/>
                </a:lnTo>
                <a:moveTo>
                  <a:pt x="1182916" y="556174"/>
                </a:moveTo>
                <a:lnTo>
                  <a:pt x="1177383" y="573587"/>
                </a:lnTo>
                <a:moveTo>
                  <a:pt x="1826953" y="1237206"/>
                </a:moveTo>
                <a:lnTo>
                  <a:pt x="1820652" y="1246157"/>
                </a:lnTo>
                <a:moveTo>
                  <a:pt x="957892" y="593994"/>
                </a:moveTo>
                <a:lnTo>
                  <a:pt x="971335" y="618507"/>
                </a:lnTo>
                <a:moveTo>
                  <a:pt x="2468099" y="409556"/>
                </a:moveTo>
                <a:lnTo>
                  <a:pt x="2558615" y="508063"/>
                </a:lnTo>
                <a:moveTo>
                  <a:pt x="1050948" y="599866"/>
                </a:moveTo>
                <a:lnTo>
                  <a:pt x="1177383" y="573587"/>
                </a:lnTo>
                <a:moveTo>
                  <a:pt x="1910187" y="1143685"/>
                </a:moveTo>
                <a:lnTo>
                  <a:pt x="1971516" y="1101889"/>
                </a:lnTo>
                <a:moveTo>
                  <a:pt x="957892" y="593994"/>
                </a:moveTo>
                <a:lnTo>
                  <a:pt x="1039406" y="615879"/>
                </a:lnTo>
                <a:moveTo>
                  <a:pt x="1910187" y="1143685"/>
                </a:moveTo>
                <a:lnTo>
                  <a:pt x="1872987" y="1117994"/>
                </a:lnTo>
                <a:moveTo>
                  <a:pt x="162912" y="474070"/>
                </a:moveTo>
                <a:lnTo>
                  <a:pt x="203315" y="472524"/>
                </a:lnTo>
                <a:moveTo>
                  <a:pt x="1016291" y="1094864"/>
                </a:moveTo>
                <a:lnTo>
                  <a:pt x="1008904" y="1138875"/>
                </a:lnTo>
                <a:moveTo>
                  <a:pt x="2260267" y="367309"/>
                </a:moveTo>
                <a:lnTo>
                  <a:pt x="2173427" y="488461"/>
                </a:lnTo>
                <a:moveTo>
                  <a:pt x="1214794" y="1291777"/>
                </a:moveTo>
                <a:lnTo>
                  <a:pt x="1244615" y="1333500"/>
                </a:lnTo>
                <a:moveTo>
                  <a:pt x="1050948" y="599866"/>
                </a:moveTo>
                <a:lnTo>
                  <a:pt x="1039406" y="615879"/>
                </a:lnTo>
                <a:moveTo>
                  <a:pt x="1910187" y="1143685"/>
                </a:moveTo>
                <a:lnTo>
                  <a:pt x="2047505" y="1112339"/>
                </a:lnTo>
                <a:moveTo>
                  <a:pt x="2101128" y="593019"/>
                </a:moveTo>
                <a:lnTo>
                  <a:pt x="2192617" y="494638"/>
                </a:lnTo>
                <a:moveTo>
                  <a:pt x="2320233" y="355655"/>
                </a:moveTo>
                <a:lnTo>
                  <a:pt x="2379761" y="325483"/>
                </a:lnTo>
                <a:moveTo>
                  <a:pt x="1649240" y="119673"/>
                </a:moveTo>
                <a:lnTo>
                  <a:pt x="1738037" y="192186"/>
                </a:lnTo>
                <a:moveTo>
                  <a:pt x="359049" y="810458"/>
                </a:moveTo>
                <a:lnTo>
                  <a:pt x="376347" y="673603"/>
                </a:lnTo>
                <a:moveTo>
                  <a:pt x="1651084" y="117286"/>
                </a:moveTo>
                <a:lnTo>
                  <a:pt x="1738037" y="192186"/>
                </a:lnTo>
                <a:moveTo>
                  <a:pt x="1692155" y="252315"/>
                </a:moveTo>
                <a:lnTo>
                  <a:pt x="1665461" y="312829"/>
                </a:lnTo>
                <a:moveTo>
                  <a:pt x="1269858" y="1222963"/>
                </a:moveTo>
                <a:lnTo>
                  <a:pt x="1214794" y="1291777"/>
                </a:lnTo>
                <a:moveTo>
                  <a:pt x="1016291" y="1094864"/>
                </a:moveTo>
                <a:lnTo>
                  <a:pt x="1129794" y="1198529"/>
                </a:lnTo>
                <a:moveTo>
                  <a:pt x="1915447" y="568531"/>
                </a:moveTo>
                <a:lnTo>
                  <a:pt x="1980940" y="537534"/>
                </a:lnTo>
                <a:moveTo>
                  <a:pt x="1910187" y="1143685"/>
                </a:moveTo>
                <a:lnTo>
                  <a:pt x="1826953" y="1237206"/>
                </a:lnTo>
                <a:moveTo>
                  <a:pt x="2443225" y="413342"/>
                </a:moveTo>
                <a:lnTo>
                  <a:pt x="2379761" y="325483"/>
                </a:lnTo>
                <a:moveTo>
                  <a:pt x="1915447" y="568531"/>
                </a:moveTo>
                <a:lnTo>
                  <a:pt x="2078336" y="573754"/>
                </a:lnTo>
                <a:moveTo>
                  <a:pt x="1401607" y="524282"/>
                </a:moveTo>
                <a:lnTo>
                  <a:pt x="1463711" y="488253"/>
                </a:lnTo>
                <a:moveTo>
                  <a:pt x="1501511" y="509718"/>
                </a:moveTo>
                <a:lnTo>
                  <a:pt x="1463711" y="488253"/>
                </a:lnTo>
                <a:moveTo>
                  <a:pt x="1899444" y="547437"/>
                </a:moveTo>
                <a:lnTo>
                  <a:pt x="1980940" y="537534"/>
                </a:lnTo>
                <a:moveTo>
                  <a:pt x="1180614" y="1132883"/>
                </a:moveTo>
                <a:lnTo>
                  <a:pt x="1269858" y="1222963"/>
                </a:lnTo>
                <a:moveTo>
                  <a:pt x="319557" y="797299"/>
                </a:moveTo>
                <a:lnTo>
                  <a:pt x="359049" y="810458"/>
                </a:lnTo>
                <a:moveTo>
                  <a:pt x="356988" y="810843"/>
                </a:moveTo>
                <a:lnTo>
                  <a:pt x="319557" y="797299"/>
                </a:lnTo>
                <a:moveTo>
                  <a:pt x="1738037" y="192186"/>
                </a:moveTo>
                <a:lnTo>
                  <a:pt x="1692155" y="252315"/>
                </a:lnTo>
                <a:moveTo>
                  <a:pt x="2005772" y="665777"/>
                </a:moveTo>
                <a:lnTo>
                  <a:pt x="2101128" y="593019"/>
                </a:lnTo>
                <a:moveTo>
                  <a:pt x="725714" y="1023901"/>
                </a:moveTo>
                <a:lnTo>
                  <a:pt x="724561" y="1024003"/>
                </a:lnTo>
                <a:moveTo>
                  <a:pt x="717286" y="1029121"/>
                </a:moveTo>
                <a:lnTo>
                  <a:pt x="724561" y="1024003"/>
                </a:lnTo>
                <a:moveTo>
                  <a:pt x="1915447" y="568531"/>
                </a:moveTo>
                <a:lnTo>
                  <a:pt x="2101128" y="593019"/>
                </a:lnTo>
                <a:moveTo>
                  <a:pt x="1595694" y="423514"/>
                </a:moveTo>
                <a:lnTo>
                  <a:pt x="1665461" y="312829"/>
                </a:lnTo>
                <a:moveTo>
                  <a:pt x="717286" y="1029121"/>
                </a:moveTo>
                <a:lnTo>
                  <a:pt x="725714" y="1023901"/>
                </a:lnTo>
                <a:moveTo>
                  <a:pt x="1247196" y="1051538"/>
                </a:moveTo>
                <a:lnTo>
                  <a:pt x="1180614" y="1132883"/>
                </a:lnTo>
                <a:moveTo>
                  <a:pt x="2260267" y="367309"/>
                </a:moveTo>
                <a:lnTo>
                  <a:pt x="2192617" y="494638"/>
                </a:lnTo>
                <a:moveTo>
                  <a:pt x="1137355" y="1075365"/>
                </a:moveTo>
                <a:lnTo>
                  <a:pt x="1180614" y="1132883"/>
                </a:lnTo>
                <a:moveTo>
                  <a:pt x="1016291" y="1094864"/>
                </a:moveTo>
                <a:lnTo>
                  <a:pt x="1180614" y="1132883"/>
                </a:lnTo>
                <a:moveTo>
                  <a:pt x="871778" y="1057322"/>
                </a:moveTo>
                <a:lnTo>
                  <a:pt x="724561" y="1024003"/>
                </a:lnTo>
                <a:moveTo>
                  <a:pt x="641443" y="550544"/>
                </a:moveTo>
                <a:lnTo>
                  <a:pt x="638474" y="548173"/>
                </a:lnTo>
                <a:moveTo>
                  <a:pt x="2208080" y="495621"/>
                </a:moveTo>
                <a:lnTo>
                  <a:pt x="2101128" y="593019"/>
                </a:lnTo>
                <a:moveTo>
                  <a:pt x="2443225" y="413342"/>
                </a:moveTo>
                <a:lnTo>
                  <a:pt x="2468099" y="409556"/>
                </a:lnTo>
                <a:moveTo>
                  <a:pt x="725714" y="1023901"/>
                </a:moveTo>
                <a:lnTo>
                  <a:pt x="871778" y="1057322"/>
                </a:lnTo>
                <a:moveTo>
                  <a:pt x="2067100" y="1104401"/>
                </a:moveTo>
                <a:lnTo>
                  <a:pt x="2047505" y="1112339"/>
                </a:lnTo>
                <a:moveTo>
                  <a:pt x="581010" y="601148"/>
                </a:moveTo>
                <a:lnTo>
                  <a:pt x="638474" y="548173"/>
                </a:lnTo>
                <a:moveTo>
                  <a:pt x="2242627" y="428299"/>
                </a:moveTo>
                <a:lnTo>
                  <a:pt x="2192617" y="494638"/>
                </a:lnTo>
                <a:moveTo>
                  <a:pt x="1937406" y="1154999"/>
                </a:moveTo>
                <a:lnTo>
                  <a:pt x="2047505" y="1112339"/>
                </a:lnTo>
                <a:moveTo>
                  <a:pt x="581010" y="601148"/>
                </a:moveTo>
                <a:lnTo>
                  <a:pt x="641443" y="550544"/>
                </a:lnTo>
                <a:moveTo>
                  <a:pt x="1921717" y="383060"/>
                </a:moveTo>
                <a:lnTo>
                  <a:pt x="1920054" y="387464"/>
                </a:lnTo>
                <a:moveTo>
                  <a:pt x="1247196" y="1051538"/>
                </a:moveTo>
                <a:lnTo>
                  <a:pt x="1269858" y="1222963"/>
                </a:lnTo>
                <a:moveTo>
                  <a:pt x="545126" y="634233"/>
                </a:moveTo>
                <a:lnTo>
                  <a:pt x="641443" y="550544"/>
                </a:lnTo>
                <a:moveTo>
                  <a:pt x="2520112" y="514184"/>
                </a:moveTo>
                <a:lnTo>
                  <a:pt x="2558615" y="508063"/>
                </a:lnTo>
                <a:moveTo>
                  <a:pt x="871778" y="1057322"/>
                </a:moveTo>
                <a:lnTo>
                  <a:pt x="955226" y="1073388"/>
                </a:lnTo>
                <a:moveTo>
                  <a:pt x="2208080" y="495621"/>
                </a:moveTo>
                <a:lnTo>
                  <a:pt x="2192617" y="494638"/>
                </a:lnTo>
                <a:moveTo>
                  <a:pt x="1918111" y="382849"/>
                </a:moveTo>
                <a:lnTo>
                  <a:pt x="1921717" y="383060"/>
                </a:lnTo>
                <a:moveTo>
                  <a:pt x="1918111" y="382849"/>
                </a:moveTo>
                <a:lnTo>
                  <a:pt x="1920054" y="387464"/>
                </a:lnTo>
                <a:moveTo>
                  <a:pt x="1501511" y="509718"/>
                </a:moveTo>
                <a:lnTo>
                  <a:pt x="1595694" y="423514"/>
                </a:lnTo>
                <a:moveTo>
                  <a:pt x="542532" y="632007"/>
                </a:moveTo>
                <a:lnTo>
                  <a:pt x="581010" y="601148"/>
                </a:lnTo>
                <a:moveTo>
                  <a:pt x="2520112" y="514184"/>
                </a:moveTo>
                <a:lnTo>
                  <a:pt x="2468099" y="409556"/>
                </a:lnTo>
                <a:moveTo>
                  <a:pt x="545126" y="634233"/>
                </a:moveTo>
                <a:lnTo>
                  <a:pt x="581010" y="601148"/>
                </a:lnTo>
                <a:moveTo>
                  <a:pt x="2260267" y="367309"/>
                </a:moveTo>
                <a:lnTo>
                  <a:pt x="2320233" y="355655"/>
                </a:lnTo>
                <a:moveTo>
                  <a:pt x="1339264" y="1277812"/>
                </a:moveTo>
                <a:lnTo>
                  <a:pt x="1214794" y="1291777"/>
                </a:lnTo>
                <a:moveTo>
                  <a:pt x="1937406" y="1154999"/>
                </a:moveTo>
                <a:lnTo>
                  <a:pt x="1826953" y="1237206"/>
                </a:lnTo>
                <a:moveTo>
                  <a:pt x="2166988" y="635057"/>
                </a:moveTo>
                <a:lnTo>
                  <a:pt x="2101128" y="593019"/>
                </a:lnTo>
                <a:moveTo>
                  <a:pt x="537052" y="642295"/>
                </a:moveTo>
                <a:lnTo>
                  <a:pt x="452871" y="727535"/>
                </a:lnTo>
                <a:moveTo>
                  <a:pt x="1937406" y="1154999"/>
                </a:moveTo>
                <a:lnTo>
                  <a:pt x="1820652" y="1246157"/>
                </a:lnTo>
                <a:moveTo>
                  <a:pt x="537052" y="642295"/>
                </a:moveTo>
                <a:lnTo>
                  <a:pt x="542532" y="632007"/>
                </a:lnTo>
                <a:moveTo>
                  <a:pt x="545126" y="634233"/>
                </a:moveTo>
                <a:lnTo>
                  <a:pt x="542532" y="632007"/>
                </a:lnTo>
                <a:moveTo>
                  <a:pt x="955226" y="1073388"/>
                </a:moveTo>
                <a:lnTo>
                  <a:pt x="1016291" y="1094864"/>
                </a:lnTo>
                <a:moveTo>
                  <a:pt x="545126" y="634233"/>
                </a:moveTo>
                <a:lnTo>
                  <a:pt x="537052" y="642295"/>
                </a:lnTo>
                <a:moveTo>
                  <a:pt x="1339745" y="1310533"/>
                </a:moveTo>
                <a:lnTo>
                  <a:pt x="1214794" y="1291777"/>
                </a:lnTo>
                <a:moveTo>
                  <a:pt x="1344206" y="1133545"/>
                </a:moveTo>
                <a:lnTo>
                  <a:pt x="1269858" y="1222963"/>
                </a:lnTo>
                <a:moveTo>
                  <a:pt x="1185890" y="554531"/>
                </a:moveTo>
                <a:lnTo>
                  <a:pt x="1185415" y="554692"/>
                </a:lnTo>
                <a:moveTo>
                  <a:pt x="1182916" y="556174"/>
                </a:moveTo>
                <a:lnTo>
                  <a:pt x="1185415" y="554692"/>
                </a:lnTo>
                <a:moveTo>
                  <a:pt x="1185890" y="554531"/>
                </a:moveTo>
                <a:lnTo>
                  <a:pt x="1338290" y="526700"/>
                </a:lnTo>
                <a:moveTo>
                  <a:pt x="1137355" y="1075365"/>
                </a:moveTo>
                <a:lnTo>
                  <a:pt x="1247196" y="1051538"/>
                </a:lnTo>
                <a:moveTo>
                  <a:pt x="1338290" y="526700"/>
                </a:moveTo>
                <a:lnTo>
                  <a:pt x="1401607" y="524282"/>
                </a:lnTo>
                <a:moveTo>
                  <a:pt x="1182916" y="556174"/>
                </a:moveTo>
                <a:lnTo>
                  <a:pt x="1185890" y="554531"/>
                </a:lnTo>
                <a:moveTo>
                  <a:pt x="1016291" y="1094864"/>
                </a:moveTo>
                <a:lnTo>
                  <a:pt x="1137355" y="1075365"/>
                </a:lnTo>
                <a:moveTo>
                  <a:pt x="1401607" y="524282"/>
                </a:moveTo>
                <a:lnTo>
                  <a:pt x="1501511" y="509718"/>
                </a:lnTo>
                <a:moveTo>
                  <a:pt x="2242627" y="428299"/>
                </a:moveTo>
                <a:lnTo>
                  <a:pt x="2260267" y="367309"/>
                </a:lnTo>
                <a:moveTo>
                  <a:pt x="1185197" y="553244"/>
                </a:moveTo>
                <a:lnTo>
                  <a:pt x="1185890" y="554531"/>
                </a:lnTo>
                <a:moveTo>
                  <a:pt x="1270850" y="1026201"/>
                </a:moveTo>
                <a:lnTo>
                  <a:pt x="1247196" y="1051538"/>
                </a:lnTo>
                <a:moveTo>
                  <a:pt x="1185197" y="553244"/>
                </a:moveTo>
                <a:lnTo>
                  <a:pt x="1182916" y="556174"/>
                </a:lnTo>
                <a:moveTo>
                  <a:pt x="1137355" y="1075365"/>
                </a:moveTo>
                <a:lnTo>
                  <a:pt x="1270850" y="1026201"/>
                </a:lnTo>
                <a:moveTo>
                  <a:pt x="2320233" y="355655"/>
                </a:moveTo>
                <a:lnTo>
                  <a:pt x="2443225" y="413342"/>
                </a:lnTo>
                <a:moveTo>
                  <a:pt x="1050948" y="599866"/>
                </a:moveTo>
                <a:lnTo>
                  <a:pt x="1182916" y="556174"/>
                </a:lnTo>
                <a:moveTo>
                  <a:pt x="957892" y="593994"/>
                </a:moveTo>
                <a:lnTo>
                  <a:pt x="1050948" y="599866"/>
                </a:lnTo>
                <a:moveTo>
                  <a:pt x="2101128" y="593019"/>
                </a:moveTo>
                <a:lnTo>
                  <a:pt x="2093066" y="742933"/>
                </a:lnTo>
                <a:moveTo>
                  <a:pt x="1050948" y="599866"/>
                </a:moveTo>
                <a:lnTo>
                  <a:pt x="1185197" y="553244"/>
                </a:lnTo>
                <a:moveTo>
                  <a:pt x="1777225" y="216669"/>
                </a:moveTo>
                <a:lnTo>
                  <a:pt x="1692155" y="252315"/>
                </a:lnTo>
                <a:moveTo>
                  <a:pt x="1847362" y="1245353"/>
                </a:moveTo>
                <a:lnTo>
                  <a:pt x="1820652" y="1246157"/>
                </a:lnTo>
                <a:moveTo>
                  <a:pt x="1899444" y="547437"/>
                </a:moveTo>
                <a:lnTo>
                  <a:pt x="1920054" y="387464"/>
                </a:lnTo>
                <a:moveTo>
                  <a:pt x="1915447" y="568531"/>
                </a:moveTo>
                <a:lnTo>
                  <a:pt x="2005772" y="665777"/>
                </a:lnTo>
                <a:moveTo>
                  <a:pt x="474249" y="744180"/>
                </a:moveTo>
                <a:lnTo>
                  <a:pt x="452871" y="727535"/>
                </a:lnTo>
                <a:moveTo>
                  <a:pt x="537052" y="642295"/>
                </a:moveTo>
                <a:lnTo>
                  <a:pt x="474249" y="744180"/>
                </a:lnTo>
                <a:moveTo>
                  <a:pt x="359049" y="810458"/>
                </a:moveTo>
                <a:lnTo>
                  <a:pt x="452871" y="727535"/>
                </a:lnTo>
                <a:moveTo>
                  <a:pt x="1247196" y="1051538"/>
                </a:moveTo>
                <a:lnTo>
                  <a:pt x="1344206" y="1133545"/>
                </a:lnTo>
                <a:moveTo>
                  <a:pt x="1937406" y="1154999"/>
                </a:moveTo>
                <a:lnTo>
                  <a:pt x="1910187" y="1143685"/>
                </a:lnTo>
                <a:moveTo>
                  <a:pt x="1777225" y="216669"/>
                </a:moveTo>
                <a:lnTo>
                  <a:pt x="1665461" y="312829"/>
                </a:lnTo>
                <a:moveTo>
                  <a:pt x="1339745" y="1310533"/>
                </a:moveTo>
                <a:lnTo>
                  <a:pt x="1325944" y="1333500"/>
                </a:lnTo>
                <a:moveTo>
                  <a:pt x="1094190" y="451483"/>
                </a:moveTo>
                <a:lnTo>
                  <a:pt x="1185197" y="553244"/>
                </a:lnTo>
                <a:moveTo>
                  <a:pt x="1247196" y="1051538"/>
                </a:moveTo>
                <a:lnTo>
                  <a:pt x="1360123" y="1116473"/>
                </a:lnTo>
                <a:moveTo>
                  <a:pt x="1270850" y="1026201"/>
                </a:moveTo>
                <a:lnTo>
                  <a:pt x="1360123" y="1116473"/>
                </a:lnTo>
                <a:moveTo>
                  <a:pt x="1001464" y="541666"/>
                </a:moveTo>
                <a:lnTo>
                  <a:pt x="957892" y="593994"/>
                </a:lnTo>
                <a:moveTo>
                  <a:pt x="1001464" y="541666"/>
                </a:moveTo>
                <a:lnTo>
                  <a:pt x="1185197" y="553244"/>
                </a:lnTo>
                <a:moveTo>
                  <a:pt x="2242627" y="428299"/>
                </a:moveTo>
                <a:lnTo>
                  <a:pt x="2208080" y="495621"/>
                </a:lnTo>
                <a:moveTo>
                  <a:pt x="1339264" y="1277812"/>
                </a:moveTo>
                <a:lnTo>
                  <a:pt x="1269858" y="1222963"/>
                </a:lnTo>
                <a:moveTo>
                  <a:pt x="1270850" y="1026201"/>
                </a:moveTo>
                <a:lnTo>
                  <a:pt x="1362282" y="927444"/>
                </a:lnTo>
                <a:moveTo>
                  <a:pt x="1899444" y="547437"/>
                </a:moveTo>
                <a:lnTo>
                  <a:pt x="1915447" y="568531"/>
                </a:lnTo>
                <a:moveTo>
                  <a:pt x="1001464" y="541666"/>
                </a:moveTo>
                <a:lnTo>
                  <a:pt x="1050948" y="599866"/>
                </a:lnTo>
                <a:moveTo>
                  <a:pt x="1895917" y="580023"/>
                </a:moveTo>
                <a:lnTo>
                  <a:pt x="1915447" y="568531"/>
                </a:lnTo>
                <a:moveTo>
                  <a:pt x="1692013" y="311867"/>
                </a:moveTo>
                <a:lnTo>
                  <a:pt x="1665461" y="312829"/>
                </a:lnTo>
                <a:moveTo>
                  <a:pt x="474249" y="744180"/>
                </a:moveTo>
                <a:lnTo>
                  <a:pt x="359049" y="810458"/>
                </a:lnTo>
                <a:moveTo>
                  <a:pt x="1360123" y="1116473"/>
                </a:moveTo>
                <a:lnTo>
                  <a:pt x="1344206" y="1133545"/>
                </a:lnTo>
                <a:moveTo>
                  <a:pt x="1001464" y="541666"/>
                </a:moveTo>
                <a:lnTo>
                  <a:pt x="1094190" y="451483"/>
                </a:lnTo>
                <a:moveTo>
                  <a:pt x="955226" y="1073388"/>
                </a:moveTo>
                <a:lnTo>
                  <a:pt x="1085970" y="1007026"/>
                </a:lnTo>
                <a:moveTo>
                  <a:pt x="2443225" y="413342"/>
                </a:moveTo>
                <a:lnTo>
                  <a:pt x="2520112" y="514184"/>
                </a:lnTo>
                <a:moveTo>
                  <a:pt x="361212" y="811479"/>
                </a:moveTo>
                <a:lnTo>
                  <a:pt x="474249" y="744180"/>
                </a:lnTo>
                <a:moveTo>
                  <a:pt x="1777225" y="216669"/>
                </a:moveTo>
                <a:lnTo>
                  <a:pt x="1738037" y="192186"/>
                </a:lnTo>
                <a:moveTo>
                  <a:pt x="1895917" y="580023"/>
                </a:moveTo>
                <a:lnTo>
                  <a:pt x="1899444" y="547437"/>
                </a:lnTo>
                <a:moveTo>
                  <a:pt x="1275262" y="445434"/>
                </a:moveTo>
                <a:lnTo>
                  <a:pt x="1338290" y="526700"/>
                </a:lnTo>
                <a:moveTo>
                  <a:pt x="1270850" y="1026201"/>
                </a:moveTo>
                <a:lnTo>
                  <a:pt x="1451385" y="1016586"/>
                </a:lnTo>
                <a:moveTo>
                  <a:pt x="1085970" y="1007026"/>
                </a:moveTo>
                <a:lnTo>
                  <a:pt x="1137355" y="1075365"/>
                </a:lnTo>
                <a:moveTo>
                  <a:pt x="1085970" y="1007026"/>
                </a:moveTo>
                <a:lnTo>
                  <a:pt x="1016291" y="1094864"/>
                </a:lnTo>
                <a:moveTo>
                  <a:pt x="1275262" y="445434"/>
                </a:moveTo>
                <a:lnTo>
                  <a:pt x="1185890" y="554531"/>
                </a:lnTo>
                <a:moveTo>
                  <a:pt x="356988" y="810843"/>
                </a:moveTo>
                <a:lnTo>
                  <a:pt x="359049" y="810458"/>
                </a:lnTo>
                <a:moveTo>
                  <a:pt x="1275262" y="445434"/>
                </a:moveTo>
                <a:lnTo>
                  <a:pt x="1401607" y="524282"/>
                </a:lnTo>
                <a:moveTo>
                  <a:pt x="361212" y="811479"/>
                </a:moveTo>
                <a:lnTo>
                  <a:pt x="359049" y="810458"/>
                </a:lnTo>
                <a:moveTo>
                  <a:pt x="1185197" y="553244"/>
                </a:moveTo>
                <a:lnTo>
                  <a:pt x="1275262" y="445434"/>
                </a:lnTo>
                <a:moveTo>
                  <a:pt x="1085970" y="1007026"/>
                </a:moveTo>
                <a:lnTo>
                  <a:pt x="1270850" y="1026201"/>
                </a:lnTo>
                <a:moveTo>
                  <a:pt x="1603531" y="403787"/>
                </a:moveTo>
                <a:lnTo>
                  <a:pt x="1665461" y="312829"/>
                </a:lnTo>
                <a:moveTo>
                  <a:pt x="2183810" y="842955"/>
                </a:moveTo>
                <a:lnTo>
                  <a:pt x="2244620" y="921119"/>
                </a:lnTo>
                <a:moveTo>
                  <a:pt x="356988" y="810843"/>
                </a:moveTo>
                <a:lnTo>
                  <a:pt x="361212" y="811479"/>
                </a:lnTo>
                <a:moveTo>
                  <a:pt x="641443" y="550544"/>
                </a:moveTo>
                <a:lnTo>
                  <a:pt x="723969" y="613412"/>
                </a:lnTo>
                <a:moveTo>
                  <a:pt x="1959989" y="692860"/>
                </a:moveTo>
                <a:lnTo>
                  <a:pt x="2005772" y="665777"/>
                </a:lnTo>
                <a:moveTo>
                  <a:pt x="689326" y="1018196"/>
                </a:moveTo>
                <a:lnTo>
                  <a:pt x="725714" y="1023901"/>
                </a:lnTo>
                <a:moveTo>
                  <a:pt x="689326" y="1018196"/>
                </a:moveTo>
                <a:lnTo>
                  <a:pt x="717286" y="1029121"/>
                </a:lnTo>
                <a:moveTo>
                  <a:pt x="1362282" y="927444"/>
                </a:moveTo>
                <a:lnTo>
                  <a:pt x="1454119" y="831370"/>
                </a:lnTo>
                <a:moveTo>
                  <a:pt x="747696" y="1018356"/>
                </a:moveTo>
                <a:lnTo>
                  <a:pt x="725714" y="1023901"/>
                </a:lnTo>
                <a:moveTo>
                  <a:pt x="1959989" y="692860"/>
                </a:moveTo>
                <a:lnTo>
                  <a:pt x="1915447" y="568531"/>
                </a:lnTo>
                <a:moveTo>
                  <a:pt x="1178013" y="912311"/>
                </a:moveTo>
                <a:lnTo>
                  <a:pt x="1270850" y="1026201"/>
                </a:lnTo>
                <a:moveTo>
                  <a:pt x="880802" y="1011779"/>
                </a:moveTo>
                <a:lnTo>
                  <a:pt x="725714" y="1023901"/>
                </a:lnTo>
                <a:moveTo>
                  <a:pt x="2005772" y="665777"/>
                </a:moveTo>
                <a:lnTo>
                  <a:pt x="2093066" y="742933"/>
                </a:lnTo>
                <a:moveTo>
                  <a:pt x="1879824" y="319541"/>
                </a:moveTo>
                <a:lnTo>
                  <a:pt x="1921717" y="383060"/>
                </a:lnTo>
                <a:moveTo>
                  <a:pt x="2166988" y="635057"/>
                </a:moveTo>
                <a:lnTo>
                  <a:pt x="2208080" y="495621"/>
                </a:lnTo>
                <a:moveTo>
                  <a:pt x="1344206" y="1133545"/>
                </a:moveTo>
                <a:lnTo>
                  <a:pt x="1339264" y="1277812"/>
                </a:lnTo>
                <a:moveTo>
                  <a:pt x="1360123" y="1116473"/>
                </a:moveTo>
                <a:lnTo>
                  <a:pt x="1451385" y="1016586"/>
                </a:lnTo>
                <a:moveTo>
                  <a:pt x="1094190" y="451483"/>
                </a:moveTo>
                <a:lnTo>
                  <a:pt x="1275262" y="445434"/>
                </a:lnTo>
                <a:moveTo>
                  <a:pt x="1362282" y="927444"/>
                </a:moveTo>
                <a:lnTo>
                  <a:pt x="1451385" y="1016586"/>
                </a:lnTo>
                <a:moveTo>
                  <a:pt x="1034021" y="944169"/>
                </a:moveTo>
                <a:lnTo>
                  <a:pt x="955226" y="1073388"/>
                </a:lnTo>
                <a:moveTo>
                  <a:pt x="545126" y="634233"/>
                </a:moveTo>
                <a:lnTo>
                  <a:pt x="631567" y="705740"/>
                </a:lnTo>
                <a:moveTo>
                  <a:pt x="2084907" y="748744"/>
                </a:moveTo>
                <a:lnTo>
                  <a:pt x="2005772" y="665777"/>
                </a:lnTo>
                <a:moveTo>
                  <a:pt x="2279375" y="364913"/>
                </a:moveTo>
                <a:lnTo>
                  <a:pt x="2320233" y="355655"/>
                </a:lnTo>
                <a:moveTo>
                  <a:pt x="545126" y="634233"/>
                </a:moveTo>
                <a:lnTo>
                  <a:pt x="723969" y="613412"/>
                </a:lnTo>
                <a:moveTo>
                  <a:pt x="2279375" y="364913"/>
                </a:moveTo>
                <a:lnTo>
                  <a:pt x="2260267" y="367309"/>
                </a:lnTo>
                <a:moveTo>
                  <a:pt x="880802" y="1011779"/>
                </a:moveTo>
                <a:lnTo>
                  <a:pt x="871778" y="1057322"/>
                </a:lnTo>
                <a:moveTo>
                  <a:pt x="1603531" y="403787"/>
                </a:moveTo>
                <a:lnTo>
                  <a:pt x="1595694" y="423514"/>
                </a:lnTo>
                <a:moveTo>
                  <a:pt x="537052" y="642295"/>
                </a:moveTo>
                <a:lnTo>
                  <a:pt x="539008" y="797034"/>
                </a:lnTo>
                <a:moveTo>
                  <a:pt x="545126" y="634233"/>
                </a:moveTo>
                <a:lnTo>
                  <a:pt x="539008" y="797034"/>
                </a:lnTo>
                <a:moveTo>
                  <a:pt x="1334176" y="377491"/>
                </a:moveTo>
                <a:lnTo>
                  <a:pt x="1401607" y="524282"/>
                </a:lnTo>
                <a:moveTo>
                  <a:pt x="1879824" y="319541"/>
                </a:moveTo>
                <a:lnTo>
                  <a:pt x="1918111" y="382849"/>
                </a:lnTo>
                <a:moveTo>
                  <a:pt x="1937406" y="1154999"/>
                </a:moveTo>
                <a:lnTo>
                  <a:pt x="2067100" y="1104401"/>
                </a:lnTo>
                <a:moveTo>
                  <a:pt x="2287723" y="756114"/>
                </a:moveTo>
                <a:lnTo>
                  <a:pt x="2244620" y="921119"/>
                </a:lnTo>
                <a:moveTo>
                  <a:pt x="880802" y="1011779"/>
                </a:moveTo>
                <a:lnTo>
                  <a:pt x="955226" y="1073388"/>
                </a:lnTo>
                <a:moveTo>
                  <a:pt x="1344206" y="1133545"/>
                </a:moveTo>
                <a:lnTo>
                  <a:pt x="1355946" y="1292131"/>
                </a:lnTo>
                <a:moveTo>
                  <a:pt x="2249514" y="767476"/>
                </a:moveTo>
                <a:lnTo>
                  <a:pt x="2244620" y="921119"/>
                </a:lnTo>
                <a:moveTo>
                  <a:pt x="1895917" y="580023"/>
                </a:moveTo>
                <a:lnTo>
                  <a:pt x="1959989" y="692860"/>
                </a:lnTo>
                <a:moveTo>
                  <a:pt x="1178013" y="912311"/>
                </a:moveTo>
                <a:lnTo>
                  <a:pt x="1362282" y="927444"/>
                </a:lnTo>
                <a:moveTo>
                  <a:pt x="1360123" y="1116473"/>
                </a:moveTo>
                <a:lnTo>
                  <a:pt x="1355946" y="1292131"/>
                </a:lnTo>
                <a:moveTo>
                  <a:pt x="937099" y="1027626"/>
                </a:moveTo>
                <a:lnTo>
                  <a:pt x="955226" y="1073388"/>
                </a:lnTo>
                <a:moveTo>
                  <a:pt x="1285320" y="834863"/>
                </a:moveTo>
                <a:lnTo>
                  <a:pt x="1362282" y="927444"/>
                </a:lnTo>
                <a:moveTo>
                  <a:pt x="2279375" y="364913"/>
                </a:moveTo>
                <a:lnTo>
                  <a:pt x="2242627" y="428299"/>
                </a:lnTo>
                <a:moveTo>
                  <a:pt x="1230220" y="857520"/>
                </a:moveTo>
                <a:lnTo>
                  <a:pt x="1362282" y="927444"/>
                </a:lnTo>
                <a:moveTo>
                  <a:pt x="1512847" y="765781"/>
                </a:moveTo>
                <a:lnTo>
                  <a:pt x="1454119" y="831370"/>
                </a:lnTo>
                <a:moveTo>
                  <a:pt x="1363502" y="528862"/>
                </a:moveTo>
                <a:lnTo>
                  <a:pt x="1401607" y="524282"/>
                </a:lnTo>
                <a:moveTo>
                  <a:pt x="1363502" y="528862"/>
                </a:moveTo>
                <a:lnTo>
                  <a:pt x="1501511" y="509718"/>
                </a:lnTo>
                <a:moveTo>
                  <a:pt x="1880489" y="384554"/>
                </a:moveTo>
                <a:lnTo>
                  <a:pt x="1918111" y="382849"/>
                </a:lnTo>
                <a:moveTo>
                  <a:pt x="1419853" y="789118"/>
                </a:moveTo>
                <a:lnTo>
                  <a:pt x="1454119" y="831370"/>
                </a:lnTo>
                <a:moveTo>
                  <a:pt x="474249" y="744180"/>
                </a:moveTo>
                <a:lnTo>
                  <a:pt x="539008" y="797034"/>
                </a:lnTo>
                <a:moveTo>
                  <a:pt x="1538192" y="518911"/>
                </a:moveTo>
                <a:lnTo>
                  <a:pt x="1595694" y="423514"/>
                </a:lnTo>
                <a:moveTo>
                  <a:pt x="1844717" y="464978"/>
                </a:moveTo>
                <a:lnTo>
                  <a:pt x="1920054" y="387464"/>
                </a:lnTo>
                <a:moveTo>
                  <a:pt x="1285320" y="834863"/>
                </a:moveTo>
                <a:lnTo>
                  <a:pt x="1454119" y="831370"/>
                </a:lnTo>
                <a:moveTo>
                  <a:pt x="1847362" y="1245353"/>
                </a:moveTo>
                <a:lnTo>
                  <a:pt x="1937406" y="1154999"/>
                </a:lnTo>
                <a:moveTo>
                  <a:pt x="1362282" y="927444"/>
                </a:moveTo>
                <a:lnTo>
                  <a:pt x="1542297" y="914388"/>
                </a:lnTo>
                <a:moveTo>
                  <a:pt x="1349113" y="509965"/>
                </a:moveTo>
                <a:lnTo>
                  <a:pt x="1401607" y="524282"/>
                </a:lnTo>
                <a:moveTo>
                  <a:pt x="1339745" y="1310533"/>
                </a:moveTo>
                <a:lnTo>
                  <a:pt x="1339264" y="1277812"/>
                </a:lnTo>
                <a:moveTo>
                  <a:pt x="1844717" y="464978"/>
                </a:moveTo>
                <a:lnTo>
                  <a:pt x="1918111" y="382849"/>
                </a:lnTo>
                <a:moveTo>
                  <a:pt x="1085970" y="1007026"/>
                </a:moveTo>
                <a:lnTo>
                  <a:pt x="1178013" y="912311"/>
                </a:lnTo>
                <a:moveTo>
                  <a:pt x="2288056" y="367586"/>
                </a:moveTo>
                <a:lnTo>
                  <a:pt x="2242627" y="428299"/>
                </a:lnTo>
                <a:moveTo>
                  <a:pt x="2404231" y="412745"/>
                </a:moveTo>
                <a:lnTo>
                  <a:pt x="2320233" y="355655"/>
                </a:lnTo>
                <a:moveTo>
                  <a:pt x="2166988" y="635057"/>
                </a:moveTo>
                <a:lnTo>
                  <a:pt x="2093066" y="742933"/>
                </a:lnTo>
                <a:moveTo>
                  <a:pt x="1355946" y="1292131"/>
                </a:moveTo>
                <a:lnTo>
                  <a:pt x="1339264" y="1277812"/>
                </a:lnTo>
                <a:moveTo>
                  <a:pt x="1419853" y="789118"/>
                </a:moveTo>
                <a:lnTo>
                  <a:pt x="1512847" y="765781"/>
                </a:lnTo>
                <a:moveTo>
                  <a:pt x="1538192" y="518911"/>
                </a:moveTo>
                <a:lnTo>
                  <a:pt x="1501511" y="509718"/>
                </a:lnTo>
                <a:moveTo>
                  <a:pt x="2114113" y="721406"/>
                </a:moveTo>
                <a:lnTo>
                  <a:pt x="2166988" y="635057"/>
                </a:lnTo>
                <a:moveTo>
                  <a:pt x="1454119" y="831370"/>
                </a:moveTo>
                <a:lnTo>
                  <a:pt x="1542297" y="914388"/>
                </a:lnTo>
                <a:moveTo>
                  <a:pt x="1539283" y="531127"/>
                </a:moveTo>
                <a:lnTo>
                  <a:pt x="1501511" y="509718"/>
                </a:lnTo>
                <a:moveTo>
                  <a:pt x="2093066" y="742933"/>
                </a:moveTo>
                <a:lnTo>
                  <a:pt x="2183810" y="842955"/>
                </a:lnTo>
                <a:moveTo>
                  <a:pt x="2114113" y="721406"/>
                </a:moveTo>
                <a:lnTo>
                  <a:pt x="2183810" y="842955"/>
                </a:lnTo>
                <a:moveTo>
                  <a:pt x="1355946" y="1292131"/>
                </a:moveTo>
                <a:lnTo>
                  <a:pt x="1339745" y="1310533"/>
                </a:lnTo>
                <a:moveTo>
                  <a:pt x="1285320" y="834863"/>
                </a:moveTo>
                <a:lnTo>
                  <a:pt x="1419853" y="789118"/>
                </a:lnTo>
                <a:moveTo>
                  <a:pt x="997293" y="717364"/>
                </a:moveTo>
                <a:lnTo>
                  <a:pt x="1090180" y="628249"/>
                </a:lnTo>
                <a:moveTo>
                  <a:pt x="1140899" y="870695"/>
                </a:moveTo>
                <a:lnTo>
                  <a:pt x="1178013" y="912311"/>
                </a:lnTo>
                <a:moveTo>
                  <a:pt x="1230220" y="857520"/>
                </a:moveTo>
                <a:lnTo>
                  <a:pt x="1178013" y="912311"/>
                </a:lnTo>
                <a:moveTo>
                  <a:pt x="1959989" y="692860"/>
                </a:moveTo>
                <a:lnTo>
                  <a:pt x="2084907" y="748744"/>
                </a:lnTo>
                <a:moveTo>
                  <a:pt x="1451385" y="1016586"/>
                </a:moveTo>
                <a:lnTo>
                  <a:pt x="1542297" y="914388"/>
                </a:lnTo>
                <a:moveTo>
                  <a:pt x="2288056" y="367586"/>
                </a:moveTo>
                <a:lnTo>
                  <a:pt x="2208080" y="495621"/>
                </a:lnTo>
                <a:moveTo>
                  <a:pt x="1334176" y="377491"/>
                </a:moveTo>
                <a:lnTo>
                  <a:pt x="1275262" y="445434"/>
                </a:lnTo>
                <a:moveTo>
                  <a:pt x="2404231" y="412745"/>
                </a:moveTo>
                <a:lnTo>
                  <a:pt x="2443225" y="413342"/>
                </a:lnTo>
                <a:moveTo>
                  <a:pt x="1034021" y="944169"/>
                </a:moveTo>
                <a:lnTo>
                  <a:pt x="1085970" y="1007026"/>
                </a:lnTo>
                <a:moveTo>
                  <a:pt x="1230220" y="857520"/>
                </a:moveTo>
                <a:lnTo>
                  <a:pt x="1285320" y="834863"/>
                </a:lnTo>
                <a:moveTo>
                  <a:pt x="2114113" y="721406"/>
                </a:moveTo>
                <a:lnTo>
                  <a:pt x="2093066" y="742933"/>
                </a:lnTo>
                <a:moveTo>
                  <a:pt x="2184671" y="645320"/>
                </a:moveTo>
                <a:lnTo>
                  <a:pt x="2166988" y="635057"/>
                </a:lnTo>
                <a:moveTo>
                  <a:pt x="1692013" y="311867"/>
                </a:moveTo>
                <a:lnTo>
                  <a:pt x="1777225" y="216669"/>
                </a:lnTo>
                <a:moveTo>
                  <a:pt x="1140899" y="870695"/>
                </a:moveTo>
                <a:lnTo>
                  <a:pt x="1230220" y="857520"/>
                </a:lnTo>
                <a:moveTo>
                  <a:pt x="2249514" y="767476"/>
                </a:moveTo>
                <a:lnTo>
                  <a:pt x="2183810" y="842955"/>
                </a:lnTo>
                <a:moveTo>
                  <a:pt x="1844717" y="464978"/>
                </a:moveTo>
                <a:lnTo>
                  <a:pt x="1899444" y="547437"/>
                </a:lnTo>
                <a:moveTo>
                  <a:pt x="1512847" y="765781"/>
                </a:moveTo>
                <a:lnTo>
                  <a:pt x="1542297" y="914388"/>
                </a:lnTo>
                <a:moveTo>
                  <a:pt x="2084907" y="748744"/>
                </a:moveTo>
                <a:lnTo>
                  <a:pt x="2093066" y="742933"/>
                </a:lnTo>
                <a:moveTo>
                  <a:pt x="1339745" y="1310533"/>
                </a:moveTo>
                <a:lnTo>
                  <a:pt x="1365645" y="1333500"/>
                </a:lnTo>
                <a:moveTo>
                  <a:pt x="1544480" y="725514"/>
                </a:moveTo>
                <a:lnTo>
                  <a:pt x="1512847" y="765781"/>
                </a:lnTo>
                <a:moveTo>
                  <a:pt x="1544308" y="913904"/>
                </a:moveTo>
                <a:lnTo>
                  <a:pt x="1451385" y="1016586"/>
                </a:lnTo>
                <a:moveTo>
                  <a:pt x="1034021" y="944169"/>
                </a:moveTo>
                <a:lnTo>
                  <a:pt x="1178013" y="912311"/>
                </a:lnTo>
                <a:moveTo>
                  <a:pt x="1269705" y="815279"/>
                </a:moveTo>
                <a:lnTo>
                  <a:pt x="1285320" y="834863"/>
                </a:lnTo>
                <a:moveTo>
                  <a:pt x="1419853" y="789118"/>
                </a:moveTo>
                <a:lnTo>
                  <a:pt x="1544480" y="725514"/>
                </a:lnTo>
                <a:moveTo>
                  <a:pt x="1360123" y="1116473"/>
                </a:moveTo>
                <a:lnTo>
                  <a:pt x="1445895" y="1183546"/>
                </a:lnTo>
                <a:moveTo>
                  <a:pt x="1140899" y="870695"/>
                </a:moveTo>
                <a:lnTo>
                  <a:pt x="1269705" y="815279"/>
                </a:lnTo>
                <a:moveTo>
                  <a:pt x="1269705" y="815279"/>
                </a:moveTo>
                <a:lnTo>
                  <a:pt x="1230220" y="857520"/>
                </a:lnTo>
                <a:moveTo>
                  <a:pt x="1090180" y="628249"/>
                </a:moveTo>
                <a:lnTo>
                  <a:pt x="1178973" y="715344"/>
                </a:lnTo>
                <a:moveTo>
                  <a:pt x="1512847" y="765781"/>
                </a:moveTo>
                <a:lnTo>
                  <a:pt x="1552210" y="901748"/>
                </a:lnTo>
                <a:moveTo>
                  <a:pt x="2083779" y="922612"/>
                </a:moveTo>
                <a:lnTo>
                  <a:pt x="2067100" y="1104401"/>
                </a:lnTo>
                <a:moveTo>
                  <a:pt x="1034021" y="944169"/>
                </a:moveTo>
                <a:lnTo>
                  <a:pt x="1140899" y="870695"/>
                </a:lnTo>
                <a:moveTo>
                  <a:pt x="1339745" y="1310533"/>
                </a:moveTo>
                <a:lnTo>
                  <a:pt x="1374260" y="1333500"/>
                </a:lnTo>
                <a:moveTo>
                  <a:pt x="2114113" y="721406"/>
                </a:moveTo>
                <a:lnTo>
                  <a:pt x="2249514" y="767476"/>
                </a:lnTo>
                <a:moveTo>
                  <a:pt x="997293" y="717364"/>
                </a:moveTo>
                <a:lnTo>
                  <a:pt x="1086804" y="809216"/>
                </a:lnTo>
                <a:moveTo>
                  <a:pt x="444218" y="873541"/>
                </a:moveTo>
                <a:lnTo>
                  <a:pt x="474249" y="744180"/>
                </a:lnTo>
                <a:moveTo>
                  <a:pt x="1086804" y="809216"/>
                </a:moveTo>
                <a:lnTo>
                  <a:pt x="1140899" y="870695"/>
                </a:lnTo>
                <a:moveTo>
                  <a:pt x="2184671" y="645320"/>
                </a:moveTo>
                <a:lnTo>
                  <a:pt x="2114113" y="721406"/>
                </a:lnTo>
                <a:moveTo>
                  <a:pt x="1361399" y="718256"/>
                </a:moveTo>
                <a:lnTo>
                  <a:pt x="1419853" y="789118"/>
                </a:lnTo>
                <a:moveTo>
                  <a:pt x="997293" y="717364"/>
                </a:moveTo>
                <a:lnTo>
                  <a:pt x="1178973" y="715344"/>
                </a:lnTo>
                <a:moveTo>
                  <a:pt x="1355946" y="1292131"/>
                </a:moveTo>
                <a:lnTo>
                  <a:pt x="1397592" y="1333500"/>
                </a:lnTo>
                <a:moveTo>
                  <a:pt x="2237621" y="497654"/>
                </a:moveTo>
                <a:lnTo>
                  <a:pt x="2208080" y="495621"/>
                </a:lnTo>
                <a:moveTo>
                  <a:pt x="2487495" y="507618"/>
                </a:moveTo>
                <a:lnTo>
                  <a:pt x="2443225" y="413342"/>
                </a:lnTo>
                <a:moveTo>
                  <a:pt x="1361399" y="718256"/>
                </a:moveTo>
                <a:lnTo>
                  <a:pt x="1285320" y="834863"/>
                </a:lnTo>
                <a:moveTo>
                  <a:pt x="631567" y="705740"/>
                </a:moveTo>
                <a:lnTo>
                  <a:pt x="723969" y="613412"/>
                </a:lnTo>
                <a:moveTo>
                  <a:pt x="2089047" y="919643"/>
                </a:moveTo>
                <a:lnTo>
                  <a:pt x="2183810" y="842955"/>
                </a:lnTo>
                <a:moveTo>
                  <a:pt x="1086804" y="809216"/>
                </a:moveTo>
                <a:lnTo>
                  <a:pt x="1269705" y="815279"/>
                </a:lnTo>
                <a:moveTo>
                  <a:pt x="539008" y="797034"/>
                </a:moveTo>
                <a:lnTo>
                  <a:pt x="631567" y="705740"/>
                </a:lnTo>
                <a:moveTo>
                  <a:pt x="1090180" y="628249"/>
                </a:moveTo>
                <a:lnTo>
                  <a:pt x="1270708" y="618590"/>
                </a:lnTo>
                <a:moveTo>
                  <a:pt x="361212" y="811479"/>
                </a:moveTo>
                <a:lnTo>
                  <a:pt x="444218" y="873541"/>
                </a:lnTo>
                <a:moveTo>
                  <a:pt x="1366269" y="343858"/>
                </a:moveTo>
                <a:lnTo>
                  <a:pt x="1334176" y="377491"/>
                </a:lnTo>
                <a:moveTo>
                  <a:pt x="1086804" y="809216"/>
                </a:moveTo>
                <a:lnTo>
                  <a:pt x="1034021" y="944169"/>
                </a:lnTo>
                <a:moveTo>
                  <a:pt x="2249514" y="767476"/>
                </a:moveTo>
                <a:lnTo>
                  <a:pt x="2287723" y="756114"/>
                </a:lnTo>
                <a:moveTo>
                  <a:pt x="1178973" y="715344"/>
                </a:moveTo>
                <a:lnTo>
                  <a:pt x="1269705" y="815279"/>
                </a:lnTo>
                <a:moveTo>
                  <a:pt x="1493844" y="1043943"/>
                </a:moveTo>
                <a:lnTo>
                  <a:pt x="1451385" y="1016586"/>
                </a:lnTo>
                <a:moveTo>
                  <a:pt x="1451385" y="1016586"/>
                </a:moveTo>
                <a:lnTo>
                  <a:pt x="1445895" y="1183546"/>
                </a:lnTo>
                <a:moveTo>
                  <a:pt x="1269705" y="815279"/>
                </a:moveTo>
                <a:lnTo>
                  <a:pt x="1361399" y="718256"/>
                </a:lnTo>
                <a:moveTo>
                  <a:pt x="1815519" y="616340"/>
                </a:moveTo>
                <a:lnTo>
                  <a:pt x="1899444" y="547437"/>
                </a:lnTo>
                <a:moveTo>
                  <a:pt x="1552210" y="901748"/>
                </a:moveTo>
                <a:lnTo>
                  <a:pt x="1542297" y="914388"/>
                </a:lnTo>
                <a:moveTo>
                  <a:pt x="1603531" y="403787"/>
                </a:moveTo>
                <a:lnTo>
                  <a:pt x="1692013" y="311867"/>
                </a:lnTo>
                <a:moveTo>
                  <a:pt x="1086804" y="809216"/>
                </a:moveTo>
                <a:lnTo>
                  <a:pt x="1178973" y="715344"/>
                </a:lnTo>
                <a:moveTo>
                  <a:pt x="1139278" y="559924"/>
                </a:moveTo>
                <a:lnTo>
                  <a:pt x="1090180" y="628249"/>
                </a:lnTo>
                <a:moveTo>
                  <a:pt x="2093066" y="742933"/>
                </a:moveTo>
                <a:lnTo>
                  <a:pt x="2089047" y="919643"/>
                </a:lnTo>
                <a:moveTo>
                  <a:pt x="1054180" y="575521"/>
                </a:moveTo>
                <a:lnTo>
                  <a:pt x="1090180" y="628249"/>
                </a:lnTo>
                <a:moveTo>
                  <a:pt x="583866" y="1034727"/>
                </a:moveTo>
                <a:lnTo>
                  <a:pt x="689326" y="1018196"/>
                </a:lnTo>
                <a:moveTo>
                  <a:pt x="1544308" y="913904"/>
                </a:moveTo>
                <a:lnTo>
                  <a:pt x="1542297" y="914388"/>
                </a:lnTo>
                <a:moveTo>
                  <a:pt x="689326" y="1018196"/>
                </a:moveTo>
                <a:lnTo>
                  <a:pt x="747696" y="1018356"/>
                </a:lnTo>
                <a:moveTo>
                  <a:pt x="1361399" y="718256"/>
                </a:moveTo>
                <a:lnTo>
                  <a:pt x="1544480" y="725514"/>
                </a:lnTo>
                <a:moveTo>
                  <a:pt x="903077" y="797675"/>
                </a:moveTo>
                <a:lnTo>
                  <a:pt x="997293" y="717364"/>
                </a:lnTo>
                <a:moveTo>
                  <a:pt x="1224153" y="565309"/>
                </a:moveTo>
                <a:lnTo>
                  <a:pt x="1090180" y="628249"/>
                </a:lnTo>
                <a:moveTo>
                  <a:pt x="2082774" y="911894"/>
                </a:moveTo>
                <a:lnTo>
                  <a:pt x="2093066" y="742933"/>
                </a:lnTo>
                <a:moveTo>
                  <a:pt x="1816510" y="617565"/>
                </a:moveTo>
                <a:lnTo>
                  <a:pt x="1895917" y="580023"/>
                </a:lnTo>
                <a:moveTo>
                  <a:pt x="1815519" y="616340"/>
                </a:moveTo>
                <a:lnTo>
                  <a:pt x="1895917" y="580023"/>
                </a:lnTo>
                <a:moveTo>
                  <a:pt x="937099" y="1027626"/>
                </a:moveTo>
                <a:lnTo>
                  <a:pt x="1034021" y="944169"/>
                </a:lnTo>
                <a:moveTo>
                  <a:pt x="993731" y="897099"/>
                </a:moveTo>
                <a:lnTo>
                  <a:pt x="1034021" y="944169"/>
                </a:lnTo>
                <a:moveTo>
                  <a:pt x="2051553" y="1061226"/>
                </a:moveTo>
                <a:lnTo>
                  <a:pt x="2067100" y="1104401"/>
                </a:lnTo>
                <a:moveTo>
                  <a:pt x="747696" y="1018356"/>
                </a:moveTo>
                <a:lnTo>
                  <a:pt x="880802" y="1011779"/>
                </a:lnTo>
                <a:moveTo>
                  <a:pt x="993731" y="897099"/>
                </a:moveTo>
                <a:lnTo>
                  <a:pt x="1086804" y="809216"/>
                </a:lnTo>
                <a:moveTo>
                  <a:pt x="1453563" y="624348"/>
                </a:moveTo>
                <a:lnTo>
                  <a:pt x="1544480" y="725514"/>
                </a:lnTo>
                <a:moveTo>
                  <a:pt x="1552210" y="901748"/>
                </a:moveTo>
                <a:lnTo>
                  <a:pt x="1544308" y="913904"/>
                </a:lnTo>
                <a:moveTo>
                  <a:pt x="1178973" y="715344"/>
                </a:moveTo>
                <a:lnTo>
                  <a:pt x="1361399" y="718256"/>
                </a:lnTo>
                <a:moveTo>
                  <a:pt x="1054180" y="575521"/>
                </a:moveTo>
                <a:lnTo>
                  <a:pt x="997293" y="717364"/>
                </a:lnTo>
                <a:moveTo>
                  <a:pt x="2084907" y="748744"/>
                </a:moveTo>
                <a:lnTo>
                  <a:pt x="2082774" y="911894"/>
                </a:lnTo>
                <a:moveTo>
                  <a:pt x="2487495" y="507618"/>
                </a:moveTo>
                <a:lnTo>
                  <a:pt x="2520112" y="514184"/>
                </a:lnTo>
                <a:moveTo>
                  <a:pt x="1879824" y="319541"/>
                </a:moveTo>
                <a:lnTo>
                  <a:pt x="1880489" y="384554"/>
                </a:lnTo>
                <a:moveTo>
                  <a:pt x="906424" y="608008"/>
                </a:moveTo>
                <a:lnTo>
                  <a:pt x="997293" y="717364"/>
                </a:lnTo>
                <a:moveTo>
                  <a:pt x="1355946" y="1292131"/>
                </a:moveTo>
                <a:lnTo>
                  <a:pt x="1445895" y="1183546"/>
                </a:lnTo>
                <a:moveTo>
                  <a:pt x="895146" y="615630"/>
                </a:moveTo>
                <a:lnTo>
                  <a:pt x="997293" y="717364"/>
                </a:lnTo>
                <a:moveTo>
                  <a:pt x="2237621" y="497654"/>
                </a:moveTo>
                <a:lnTo>
                  <a:pt x="2166988" y="635057"/>
                </a:lnTo>
                <a:moveTo>
                  <a:pt x="1907499" y="719206"/>
                </a:moveTo>
                <a:lnTo>
                  <a:pt x="1959989" y="692860"/>
                </a:lnTo>
                <a:moveTo>
                  <a:pt x="812333" y="697659"/>
                </a:moveTo>
                <a:lnTo>
                  <a:pt x="997293" y="717364"/>
                </a:lnTo>
                <a:moveTo>
                  <a:pt x="880802" y="1011779"/>
                </a:moveTo>
                <a:lnTo>
                  <a:pt x="937099" y="1027626"/>
                </a:lnTo>
                <a:moveTo>
                  <a:pt x="1334176" y="377491"/>
                </a:moveTo>
                <a:lnTo>
                  <a:pt x="1349113" y="509965"/>
                </a:lnTo>
                <a:moveTo>
                  <a:pt x="427007" y="881017"/>
                </a:moveTo>
                <a:lnTo>
                  <a:pt x="356988" y="810843"/>
                </a:lnTo>
                <a:moveTo>
                  <a:pt x="427007" y="881017"/>
                </a:moveTo>
                <a:lnTo>
                  <a:pt x="361212" y="811479"/>
                </a:lnTo>
                <a:moveTo>
                  <a:pt x="903077" y="797675"/>
                </a:moveTo>
                <a:lnTo>
                  <a:pt x="1086804" y="809216"/>
                </a:lnTo>
                <a:moveTo>
                  <a:pt x="1361399" y="718256"/>
                </a:moveTo>
                <a:lnTo>
                  <a:pt x="1453563" y="624348"/>
                </a:lnTo>
                <a:moveTo>
                  <a:pt x="1178973" y="715344"/>
                </a:moveTo>
                <a:lnTo>
                  <a:pt x="1270708" y="618590"/>
                </a:lnTo>
                <a:moveTo>
                  <a:pt x="2288056" y="367586"/>
                </a:moveTo>
                <a:lnTo>
                  <a:pt x="2279375" y="364913"/>
                </a:lnTo>
                <a:moveTo>
                  <a:pt x="993731" y="897099"/>
                </a:moveTo>
                <a:lnTo>
                  <a:pt x="937099" y="1027626"/>
                </a:lnTo>
                <a:moveTo>
                  <a:pt x="1363502" y="528862"/>
                </a:moveTo>
                <a:lnTo>
                  <a:pt x="1453563" y="624348"/>
                </a:lnTo>
                <a:moveTo>
                  <a:pt x="1960868" y="1150937"/>
                </a:moveTo>
                <a:lnTo>
                  <a:pt x="2067100" y="1104401"/>
                </a:lnTo>
                <a:moveTo>
                  <a:pt x="1270708" y="618590"/>
                </a:moveTo>
                <a:lnTo>
                  <a:pt x="1361399" y="718256"/>
                </a:lnTo>
                <a:moveTo>
                  <a:pt x="631567" y="705740"/>
                </a:moveTo>
                <a:lnTo>
                  <a:pt x="812333" y="697659"/>
                </a:lnTo>
                <a:moveTo>
                  <a:pt x="723969" y="613412"/>
                </a:moveTo>
                <a:lnTo>
                  <a:pt x="812333" y="697659"/>
                </a:lnTo>
                <a:moveTo>
                  <a:pt x="1270708" y="618590"/>
                </a:moveTo>
                <a:lnTo>
                  <a:pt x="1363502" y="528862"/>
                </a:lnTo>
                <a:moveTo>
                  <a:pt x="1334176" y="377491"/>
                </a:moveTo>
                <a:lnTo>
                  <a:pt x="1362360" y="521294"/>
                </a:lnTo>
                <a:moveTo>
                  <a:pt x="1366269" y="343858"/>
                </a:moveTo>
                <a:lnTo>
                  <a:pt x="1454924" y="430036"/>
                </a:lnTo>
                <a:moveTo>
                  <a:pt x="1270708" y="618590"/>
                </a:moveTo>
                <a:lnTo>
                  <a:pt x="1453563" y="624348"/>
                </a:lnTo>
                <a:moveTo>
                  <a:pt x="1539283" y="531127"/>
                </a:moveTo>
                <a:lnTo>
                  <a:pt x="1544480" y="725514"/>
                </a:lnTo>
                <a:moveTo>
                  <a:pt x="1960868" y="1150937"/>
                </a:moveTo>
                <a:lnTo>
                  <a:pt x="1937406" y="1154999"/>
                </a:lnTo>
                <a:moveTo>
                  <a:pt x="1366269" y="343858"/>
                </a:moveTo>
                <a:lnTo>
                  <a:pt x="1547259" y="337263"/>
                </a:lnTo>
                <a:moveTo>
                  <a:pt x="1907499" y="719206"/>
                </a:moveTo>
                <a:lnTo>
                  <a:pt x="2084907" y="748744"/>
                </a:lnTo>
                <a:moveTo>
                  <a:pt x="903077" y="797675"/>
                </a:moveTo>
                <a:lnTo>
                  <a:pt x="993731" y="897099"/>
                </a:lnTo>
                <a:moveTo>
                  <a:pt x="1366269" y="343858"/>
                </a:moveTo>
                <a:lnTo>
                  <a:pt x="1362360" y="521294"/>
                </a:lnTo>
                <a:moveTo>
                  <a:pt x="1816510" y="617565"/>
                </a:moveTo>
                <a:lnTo>
                  <a:pt x="1959989" y="692860"/>
                </a:lnTo>
                <a:moveTo>
                  <a:pt x="1349113" y="509965"/>
                </a:moveTo>
                <a:lnTo>
                  <a:pt x="1363502" y="528862"/>
                </a:lnTo>
                <a:moveTo>
                  <a:pt x="2404231" y="412745"/>
                </a:moveTo>
                <a:lnTo>
                  <a:pt x="2279375" y="364913"/>
                </a:lnTo>
                <a:moveTo>
                  <a:pt x="1493844" y="1043943"/>
                </a:moveTo>
                <a:lnTo>
                  <a:pt x="1544308" y="913904"/>
                </a:lnTo>
                <a:moveTo>
                  <a:pt x="1445895" y="1183546"/>
                </a:moveTo>
                <a:lnTo>
                  <a:pt x="1445165" y="1333500"/>
                </a:lnTo>
                <a:moveTo>
                  <a:pt x="1538192" y="518911"/>
                </a:moveTo>
                <a:lnTo>
                  <a:pt x="1603531" y="403787"/>
                </a:lnTo>
                <a:moveTo>
                  <a:pt x="1349113" y="509965"/>
                </a:moveTo>
                <a:lnTo>
                  <a:pt x="1270708" y="618590"/>
                </a:lnTo>
                <a:moveTo>
                  <a:pt x="1547259" y="337263"/>
                </a:moveTo>
                <a:lnTo>
                  <a:pt x="1603531" y="403787"/>
                </a:lnTo>
                <a:moveTo>
                  <a:pt x="747696" y="1018356"/>
                </a:moveTo>
                <a:lnTo>
                  <a:pt x="899976" y="980464"/>
                </a:lnTo>
                <a:moveTo>
                  <a:pt x="2082774" y="911894"/>
                </a:moveTo>
                <a:lnTo>
                  <a:pt x="2089047" y="919643"/>
                </a:lnTo>
                <a:moveTo>
                  <a:pt x="1638803" y="239243"/>
                </a:moveTo>
                <a:lnTo>
                  <a:pt x="1692013" y="311867"/>
                </a:lnTo>
                <a:moveTo>
                  <a:pt x="1880489" y="384554"/>
                </a:moveTo>
                <a:lnTo>
                  <a:pt x="1844717" y="464978"/>
                </a:lnTo>
                <a:moveTo>
                  <a:pt x="444218" y="873541"/>
                </a:moveTo>
                <a:lnTo>
                  <a:pt x="539008" y="797034"/>
                </a:lnTo>
                <a:moveTo>
                  <a:pt x="1539283" y="531127"/>
                </a:moveTo>
                <a:lnTo>
                  <a:pt x="1363502" y="528862"/>
                </a:lnTo>
                <a:moveTo>
                  <a:pt x="1857650" y="1228081"/>
                </a:moveTo>
                <a:lnTo>
                  <a:pt x="1937406" y="1154999"/>
                </a:lnTo>
                <a:moveTo>
                  <a:pt x="2083779" y="922612"/>
                </a:moveTo>
                <a:lnTo>
                  <a:pt x="2089047" y="919643"/>
                </a:lnTo>
                <a:moveTo>
                  <a:pt x="899976" y="980464"/>
                </a:moveTo>
                <a:lnTo>
                  <a:pt x="880802" y="1011779"/>
                </a:lnTo>
                <a:moveTo>
                  <a:pt x="1539283" y="531127"/>
                </a:moveTo>
                <a:lnTo>
                  <a:pt x="1453563" y="624348"/>
                </a:lnTo>
                <a:moveTo>
                  <a:pt x="2237621" y="497654"/>
                </a:moveTo>
                <a:lnTo>
                  <a:pt x="2184671" y="645320"/>
                </a:lnTo>
                <a:moveTo>
                  <a:pt x="1224153" y="565309"/>
                </a:moveTo>
                <a:lnTo>
                  <a:pt x="1270708" y="618590"/>
                </a:lnTo>
                <a:moveTo>
                  <a:pt x="2082774" y="911894"/>
                </a:moveTo>
                <a:lnTo>
                  <a:pt x="2083779" y="922612"/>
                </a:lnTo>
                <a:moveTo>
                  <a:pt x="899976" y="980464"/>
                </a:moveTo>
                <a:lnTo>
                  <a:pt x="937099" y="1027626"/>
                </a:lnTo>
                <a:moveTo>
                  <a:pt x="899976" y="980464"/>
                </a:moveTo>
                <a:lnTo>
                  <a:pt x="993731" y="897099"/>
                </a:lnTo>
                <a:moveTo>
                  <a:pt x="742516" y="758499"/>
                </a:moveTo>
                <a:lnTo>
                  <a:pt x="631567" y="705740"/>
                </a:lnTo>
                <a:moveTo>
                  <a:pt x="712421" y="774763"/>
                </a:moveTo>
                <a:lnTo>
                  <a:pt x="631567" y="705740"/>
                </a:lnTo>
                <a:moveTo>
                  <a:pt x="812333" y="697659"/>
                </a:moveTo>
                <a:lnTo>
                  <a:pt x="903077" y="797675"/>
                </a:lnTo>
                <a:moveTo>
                  <a:pt x="1224153" y="565309"/>
                </a:moveTo>
                <a:lnTo>
                  <a:pt x="1349113" y="509965"/>
                </a:lnTo>
                <a:moveTo>
                  <a:pt x="1054180" y="575521"/>
                </a:moveTo>
                <a:lnTo>
                  <a:pt x="1139278" y="559924"/>
                </a:lnTo>
                <a:moveTo>
                  <a:pt x="712421" y="774763"/>
                </a:moveTo>
                <a:lnTo>
                  <a:pt x="539008" y="797034"/>
                </a:lnTo>
                <a:moveTo>
                  <a:pt x="1607864" y="639743"/>
                </a:moveTo>
                <a:lnTo>
                  <a:pt x="1544480" y="725514"/>
                </a:lnTo>
                <a:moveTo>
                  <a:pt x="1362360" y="521294"/>
                </a:moveTo>
                <a:lnTo>
                  <a:pt x="1349113" y="509965"/>
                </a:lnTo>
                <a:moveTo>
                  <a:pt x="906424" y="608008"/>
                </a:moveTo>
                <a:lnTo>
                  <a:pt x="1054180" y="575521"/>
                </a:lnTo>
                <a:moveTo>
                  <a:pt x="1139278" y="559924"/>
                </a:moveTo>
                <a:lnTo>
                  <a:pt x="1224153" y="565309"/>
                </a:lnTo>
                <a:moveTo>
                  <a:pt x="2114113" y="721406"/>
                </a:moveTo>
                <a:lnTo>
                  <a:pt x="2271249" y="717741"/>
                </a:lnTo>
                <a:moveTo>
                  <a:pt x="1996441" y="807285"/>
                </a:moveTo>
                <a:lnTo>
                  <a:pt x="2084907" y="748744"/>
                </a:lnTo>
                <a:moveTo>
                  <a:pt x="2288056" y="367586"/>
                </a:moveTo>
                <a:lnTo>
                  <a:pt x="2404231" y="412745"/>
                </a:lnTo>
                <a:moveTo>
                  <a:pt x="1604375" y="765908"/>
                </a:moveTo>
                <a:lnTo>
                  <a:pt x="1512847" y="765781"/>
                </a:lnTo>
                <a:moveTo>
                  <a:pt x="1638803" y="239243"/>
                </a:moveTo>
                <a:lnTo>
                  <a:pt x="1603531" y="403787"/>
                </a:lnTo>
                <a:moveTo>
                  <a:pt x="903077" y="797675"/>
                </a:moveTo>
                <a:lnTo>
                  <a:pt x="899976" y="980464"/>
                </a:lnTo>
                <a:moveTo>
                  <a:pt x="895146" y="615630"/>
                </a:moveTo>
                <a:lnTo>
                  <a:pt x="906424" y="608008"/>
                </a:lnTo>
                <a:moveTo>
                  <a:pt x="1857650" y="1228081"/>
                </a:moveTo>
                <a:lnTo>
                  <a:pt x="1847362" y="1245353"/>
                </a:lnTo>
                <a:moveTo>
                  <a:pt x="1454924" y="430036"/>
                </a:moveTo>
                <a:lnTo>
                  <a:pt x="1538192" y="518911"/>
                </a:lnTo>
                <a:moveTo>
                  <a:pt x="1454924" y="430036"/>
                </a:moveTo>
                <a:lnTo>
                  <a:pt x="1547259" y="337263"/>
                </a:lnTo>
                <a:moveTo>
                  <a:pt x="895146" y="615630"/>
                </a:moveTo>
                <a:lnTo>
                  <a:pt x="812333" y="697659"/>
                </a:lnTo>
                <a:moveTo>
                  <a:pt x="1547259" y="337263"/>
                </a:moveTo>
                <a:lnTo>
                  <a:pt x="1538192" y="518911"/>
                </a:lnTo>
                <a:moveTo>
                  <a:pt x="2231856" y="574097"/>
                </a:moveTo>
                <a:lnTo>
                  <a:pt x="2184671" y="645320"/>
                </a:lnTo>
                <a:moveTo>
                  <a:pt x="1362360" y="521294"/>
                </a:moveTo>
                <a:lnTo>
                  <a:pt x="1454924" y="430036"/>
                </a:lnTo>
                <a:moveTo>
                  <a:pt x="1362360" y="521294"/>
                </a:moveTo>
                <a:lnTo>
                  <a:pt x="1538192" y="518911"/>
                </a:lnTo>
                <a:moveTo>
                  <a:pt x="1538192" y="518911"/>
                </a:moveTo>
                <a:lnTo>
                  <a:pt x="1539283" y="531127"/>
                </a:lnTo>
                <a:moveTo>
                  <a:pt x="1493844" y="1043943"/>
                </a:moveTo>
                <a:lnTo>
                  <a:pt x="1445895" y="1183546"/>
                </a:lnTo>
                <a:moveTo>
                  <a:pt x="1608412" y="812044"/>
                </a:moveTo>
                <a:lnTo>
                  <a:pt x="1512847" y="765781"/>
                </a:lnTo>
                <a:moveTo>
                  <a:pt x="616681" y="859405"/>
                </a:moveTo>
                <a:lnTo>
                  <a:pt x="539008" y="797034"/>
                </a:lnTo>
                <a:moveTo>
                  <a:pt x="2271249" y="717741"/>
                </a:moveTo>
                <a:lnTo>
                  <a:pt x="2287723" y="756114"/>
                </a:lnTo>
                <a:moveTo>
                  <a:pt x="2237621" y="497654"/>
                </a:moveTo>
                <a:lnTo>
                  <a:pt x="2288056" y="367586"/>
                </a:lnTo>
                <a:moveTo>
                  <a:pt x="2271249" y="717741"/>
                </a:moveTo>
                <a:lnTo>
                  <a:pt x="2249514" y="767476"/>
                </a:lnTo>
                <a:moveTo>
                  <a:pt x="1749411" y="1300191"/>
                </a:moveTo>
                <a:lnTo>
                  <a:pt x="1847362" y="1245353"/>
                </a:lnTo>
                <a:moveTo>
                  <a:pt x="2184671" y="645320"/>
                </a:moveTo>
                <a:lnTo>
                  <a:pt x="2271249" y="717741"/>
                </a:lnTo>
                <a:moveTo>
                  <a:pt x="2083779" y="922612"/>
                </a:moveTo>
                <a:lnTo>
                  <a:pt x="2051553" y="1061226"/>
                </a:lnTo>
                <a:moveTo>
                  <a:pt x="1506751" y="1237522"/>
                </a:moveTo>
                <a:lnTo>
                  <a:pt x="1465264" y="1333500"/>
                </a:lnTo>
                <a:moveTo>
                  <a:pt x="1604375" y="765908"/>
                </a:moveTo>
                <a:lnTo>
                  <a:pt x="1544480" y="725514"/>
                </a:lnTo>
                <a:moveTo>
                  <a:pt x="1547259" y="337263"/>
                </a:moveTo>
                <a:lnTo>
                  <a:pt x="1638803" y="239243"/>
                </a:lnTo>
                <a:moveTo>
                  <a:pt x="1479713" y="1142420"/>
                </a:moveTo>
                <a:lnTo>
                  <a:pt x="1493844" y="1043943"/>
                </a:lnTo>
                <a:moveTo>
                  <a:pt x="1479713" y="1142420"/>
                </a:moveTo>
                <a:lnTo>
                  <a:pt x="1445895" y="1183546"/>
                </a:lnTo>
                <a:moveTo>
                  <a:pt x="1568049" y="1298984"/>
                </a:moveTo>
                <a:lnTo>
                  <a:pt x="1529856" y="1333500"/>
                </a:lnTo>
                <a:moveTo>
                  <a:pt x="819801" y="882430"/>
                </a:moveTo>
                <a:lnTo>
                  <a:pt x="747696" y="1018356"/>
                </a:lnTo>
                <a:moveTo>
                  <a:pt x="742516" y="758499"/>
                </a:moveTo>
                <a:lnTo>
                  <a:pt x="812333" y="697659"/>
                </a:lnTo>
                <a:moveTo>
                  <a:pt x="1515956" y="1281308"/>
                </a:moveTo>
                <a:lnTo>
                  <a:pt x="1478598" y="1333500"/>
                </a:lnTo>
                <a:moveTo>
                  <a:pt x="1815519" y="616340"/>
                </a:moveTo>
                <a:lnTo>
                  <a:pt x="1844717" y="464978"/>
                </a:lnTo>
                <a:moveTo>
                  <a:pt x="1996441" y="807285"/>
                </a:moveTo>
                <a:lnTo>
                  <a:pt x="2082774" y="911894"/>
                </a:lnTo>
                <a:moveTo>
                  <a:pt x="1539283" y="531127"/>
                </a:moveTo>
                <a:lnTo>
                  <a:pt x="1607864" y="639743"/>
                </a:lnTo>
                <a:moveTo>
                  <a:pt x="538193" y="961345"/>
                </a:moveTo>
                <a:lnTo>
                  <a:pt x="583866" y="1034727"/>
                </a:lnTo>
                <a:moveTo>
                  <a:pt x="1996441" y="807285"/>
                </a:moveTo>
                <a:lnTo>
                  <a:pt x="2083779" y="922612"/>
                </a:lnTo>
                <a:moveTo>
                  <a:pt x="1568049" y="1298984"/>
                </a:moveTo>
                <a:lnTo>
                  <a:pt x="1515938" y="1333500"/>
                </a:lnTo>
                <a:moveTo>
                  <a:pt x="2404231" y="412745"/>
                </a:moveTo>
                <a:lnTo>
                  <a:pt x="2487495" y="507618"/>
                </a:lnTo>
                <a:moveTo>
                  <a:pt x="1816125" y="615013"/>
                </a:moveTo>
                <a:lnTo>
                  <a:pt x="1844717" y="464978"/>
                </a:lnTo>
                <a:moveTo>
                  <a:pt x="1608412" y="812044"/>
                </a:moveTo>
                <a:lnTo>
                  <a:pt x="1552210" y="901748"/>
                </a:lnTo>
                <a:moveTo>
                  <a:pt x="702642" y="968636"/>
                </a:moveTo>
                <a:lnTo>
                  <a:pt x="689326" y="1018196"/>
                </a:lnTo>
                <a:moveTo>
                  <a:pt x="702642" y="968636"/>
                </a:moveTo>
                <a:lnTo>
                  <a:pt x="583866" y="1034727"/>
                </a:lnTo>
                <a:moveTo>
                  <a:pt x="812573" y="865735"/>
                </a:moveTo>
                <a:lnTo>
                  <a:pt x="903077" y="797675"/>
                </a:lnTo>
                <a:moveTo>
                  <a:pt x="702642" y="968636"/>
                </a:moveTo>
                <a:lnTo>
                  <a:pt x="747696" y="1018356"/>
                </a:lnTo>
                <a:moveTo>
                  <a:pt x="1816510" y="617565"/>
                </a:moveTo>
                <a:lnTo>
                  <a:pt x="1907499" y="719206"/>
                </a:lnTo>
                <a:moveTo>
                  <a:pt x="730549" y="973577"/>
                </a:moveTo>
                <a:lnTo>
                  <a:pt x="747696" y="1018356"/>
                </a:lnTo>
                <a:moveTo>
                  <a:pt x="819801" y="882430"/>
                </a:moveTo>
                <a:lnTo>
                  <a:pt x="903077" y="797675"/>
                </a:lnTo>
                <a:moveTo>
                  <a:pt x="1506751" y="1237522"/>
                </a:moveTo>
                <a:lnTo>
                  <a:pt x="1445895" y="1183546"/>
                </a:lnTo>
                <a:moveTo>
                  <a:pt x="1907499" y="719206"/>
                </a:moveTo>
                <a:lnTo>
                  <a:pt x="1996441" y="807285"/>
                </a:lnTo>
                <a:moveTo>
                  <a:pt x="2231856" y="574097"/>
                </a:moveTo>
                <a:lnTo>
                  <a:pt x="2237621" y="497654"/>
                </a:lnTo>
                <a:moveTo>
                  <a:pt x="812573" y="865735"/>
                </a:moveTo>
                <a:lnTo>
                  <a:pt x="812333" y="697659"/>
                </a:lnTo>
                <a:moveTo>
                  <a:pt x="712421" y="774763"/>
                </a:moveTo>
                <a:lnTo>
                  <a:pt x="742516" y="758499"/>
                </a:lnTo>
                <a:moveTo>
                  <a:pt x="427007" y="881017"/>
                </a:moveTo>
                <a:lnTo>
                  <a:pt x="444218" y="873541"/>
                </a:lnTo>
                <a:moveTo>
                  <a:pt x="1568983" y="911059"/>
                </a:moveTo>
                <a:lnTo>
                  <a:pt x="1552210" y="901748"/>
                </a:lnTo>
                <a:moveTo>
                  <a:pt x="616681" y="859405"/>
                </a:moveTo>
                <a:lnTo>
                  <a:pt x="444218" y="873541"/>
                </a:lnTo>
                <a:moveTo>
                  <a:pt x="1815519" y="616340"/>
                </a:moveTo>
                <a:lnTo>
                  <a:pt x="1816510" y="617565"/>
                </a:lnTo>
                <a:moveTo>
                  <a:pt x="1815114" y="618561"/>
                </a:moveTo>
                <a:lnTo>
                  <a:pt x="1816510" y="617565"/>
                </a:lnTo>
                <a:moveTo>
                  <a:pt x="1568983" y="911059"/>
                </a:moveTo>
                <a:lnTo>
                  <a:pt x="1544308" y="913904"/>
                </a:lnTo>
                <a:moveTo>
                  <a:pt x="1815519" y="616340"/>
                </a:moveTo>
                <a:lnTo>
                  <a:pt x="1815114" y="618561"/>
                </a:lnTo>
                <a:moveTo>
                  <a:pt x="1960868" y="1150937"/>
                </a:moveTo>
                <a:lnTo>
                  <a:pt x="2051553" y="1061226"/>
                </a:lnTo>
                <a:moveTo>
                  <a:pt x="819801" y="882430"/>
                </a:moveTo>
                <a:lnTo>
                  <a:pt x="899976" y="980464"/>
                </a:lnTo>
                <a:moveTo>
                  <a:pt x="718152" y="778203"/>
                </a:moveTo>
                <a:lnTo>
                  <a:pt x="742516" y="758499"/>
                </a:lnTo>
                <a:moveTo>
                  <a:pt x="1479713" y="1142420"/>
                </a:moveTo>
                <a:lnTo>
                  <a:pt x="1506751" y="1237522"/>
                </a:lnTo>
                <a:moveTo>
                  <a:pt x="712421" y="774763"/>
                </a:moveTo>
                <a:lnTo>
                  <a:pt x="718152" y="778203"/>
                </a:lnTo>
                <a:moveTo>
                  <a:pt x="1815519" y="616340"/>
                </a:moveTo>
                <a:lnTo>
                  <a:pt x="1816125" y="615013"/>
                </a:lnTo>
                <a:moveTo>
                  <a:pt x="1815114" y="618561"/>
                </a:moveTo>
                <a:lnTo>
                  <a:pt x="1816125" y="615013"/>
                </a:lnTo>
                <a:moveTo>
                  <a:pt x="1882755" y="728058"/>
                </a:moveTo>
                <a:lnTo>
                  <a:pt x="1907499" y="719206"/>
                </a:lnTo>
                <a:moveTo>
                  <a:pt x="616681" y="859405"/>
                </a:moveTo>
                <a:lnTo>
                  <a:pt x="712421" y="774763"/>
                </a:lnTo>
                <a:moveTo>
                  <a:pt x="1974393" y="815093"/>
                </a:moveTo>
                <a:lnTo>
                  <a:pt x="2083779" y="922612"/>
                </a:lnTo>
                <a:moveTo>
                  <a:pt x="516863" y="939958"/>
                </a:moveTo>
                <a:lnTo>
                  <a:pt x="444218" y="873541"/>
                </a:lnTo>
                <a:moveTo>
                  <a:pt x="742516" y="758499"/>
                </a:moveTo>
                <a:lnTo>
                  <a:pt x="812573" y="865735"/>
                </a:lnTo>
                <a:moveTo>
                  <a:pt x="1534759" y="1067777"/>
                </a:moveTo>
                <a:lnTo>
                  <a:pt x="1493844" y="1043943"/>
                </a:lnTo>
                <a:moveTo>
                  <a:pt x="2231856" y="574097"/>
                </a:moveTo>
                <a:lnTo>
                  <a:pt x="2271249" y="717741"/>
                </a:lnTo>
                <a:moveTo>
                  <a:pt x="1815114" y="618561"/>
                </a:moveTo>
                <a:lnTo>
                  <a:pt x="1814419" y="631150"/>
                </a:lnTo>
                <a:moveTo>
                  <a:pt x="1607864" y="639743"/>
                </a:moveTo>
                <a:lnTo>
                  <a:pt x="1604375" y="765908"/>
                </a:lnTo>
                <a:moveTo>
                  <a:pt x="624919" y="865026"/>
                </a:moveTo>
                <a:lnTo>
                  <a:pt x="712421" y="774763"/>
                </a:lnTo>
                <a:moveTo>
                  <a:pt x="1882755" y="728058"/>
                </a:moveTo>
                <a:lnTo>
                  <a:pt x="1816510" y="617565"/>
                </a:lnTo>
                <a:moveTo>
                  <a:pt x="1815114" y="618561"/>
                </a:moveTo>
                <a:lnTo>
                  <a:pt x="1882755" y="728058"/>
                </a:lnTo>
                <a:moveTo>
                  <a:pt x="1568983" y="911059"/>
                </a:moveTo>
                <a:lnTo>
                  <a:pt x="1493844" y="1043943"/>
                </a:lnTo>
                <a:moveTo>
                  <a:pt x="1479713" y="1142420"/>
                </a:moveTo>
                <a:lnTo>
                  <a:pt x="1533040" y="1259721"/>
                </a:lnTo>
                <a:moveTo>
                  <a:pt x="1816125" y="615013"/>
                </a:moveTo>
                <a:lnTo>
                  <a:pt x="1814419" y="631150"/>
                </a:lnTo>
                <a:moveTo>
                  <a:pt x="718152" y="778203"/>
                </a:moveTo>
                <a:lnTo>
                  <a:pt x="812573" y="865735"/>
                </a:lnTo>
                <a:moveTo>
                  <a:pt x="1974393" y="815093"/>
                </a:moveTo>
                <a:lnTo>
                  <a:pt x="1907499" y="719206"/>
                </a:lnTo>
                <a:moveTo>
                  <a:pt x="1857650" y="1228081"/>
                </a:moveTo>
                <a:lnTo>
                  <a:pt x="1960868" y="1150937"/>
                </a:lnTo>
                <a:moveTo>
                  <a:pt x="624919" y="865026"/>
                </a:moveTo>
                <a:lnTo>
                  <a:pt x="718152" y="778203"/>
                </a:lnTo>
                <a:moveTo>
                  <a:pt x="718152" y="778203"/>
                </a:moveTo>
                <a:lnTo>
                  <a:pt x="807487" y="868882"/>
                </a:lnTo>
                <a:moveTo>
                  <a:pt x="1515956" y="1281308"/>
                </a:moveTo>
                <a:lnTo>
                  <a:pt x="1506751" y="1237522"/>
                </a:lnTo>
                <a:moveTo>
                  <a:pt x="1534759" y="1067777"/>
                </a:moveTo>
                <a:lnTo>
                  <a:pt x="1479713" y="1142420"/>
                </a:lnTo>
                <a:moveTo>
                  <a:pt x="1568049" y="1298984"/>
                </a:moveTo>
                <a:lnTo>
                  <a:pt x="1597921" y="1333500"/>
                </a:lnTo>
                <a:moveTo>
                  <a:pt x="616681" y="859405"/>
                </a:moveTo>
                <a:lnTo>
                  <a:pt x="624919" y="865026"/>
                </a:lnTo>
                <a:moveTo>
                  <a:pt x="427007" y="881017"/>
                </a:moveTo>
                <a:lnTo>
                  <a:pt x="516863" y="939958"/>
                </a:lnTo>
                <a:moveTo>
                  <a:pt x="516863" y="939958"/>
                </a:moveTo>
                <a:lnTo>
                  <a:pt x="616681" y="859405"/>
                </a:lnTo>
                <a:moveTo>
                  <a:pt x="2009769" y="954792"/>
                </a:moveTo>
                <a:lnTo>
                  <a:pt x="2083779" y="922612"/>
                </a:lnTo>
                <a:moveTo>
                  <a:pt x="812573" y="865735"/>
                </a:moveTo>
                <a:lnTo>
                  <a:pt x="819801" y="882430"/>
                </a:lnTo>
                <a:moveTo>
                  <a:pt x="1653416" y="1325451"/>
                </a:moveTo>
                <a:lnTo>
                  <a:pt x="1647392" y="1333500"/>
                </a:lnTo>
                <a:moveTo>
                  <a:pt x="807487" y="868882"/>
                </a:moveTo>
                <a:lnTo>
                  <a:pt x="812573" y="865735"/>
                </a:lnTo>
                <a:moveTo>
                  <a:pt x="1814419" y="631150"/>
                </a:moveTo>
                <a:lnTo>
                  <a:pt x="1882755" y="728058"/>
                </a:lnTo>
                <a:moveTo>
                  <a:pt x="532012" y="954012"/>
                </a:moveTo>
                <a:lnTo>
                  <a:pt x="616681" y="859405"/>
                </a:lnTo>
                <a:moveTo>
                  <a:pt x="1533040" y="1259721"/>
                </a:moveTo>
                <a:lnTo>
                  <a:pt x="1506751" y="1237522"/>
                </a:lnTo>
                <a:moveTo>
                  <a:pt x="2007084" y="989052"/>
                </a:moveTo>
                <a:lnTo>
                  <a:pt x="2083779" y="922612"/>
                </a:lnTo>
                <a:moveTo>
                  <a:pt x="807487" y="868882"/>
                </a:moveTo>
                <a:lnTo>
                  <a:pt x="819801" y="882430"/>
                </a:lnTo>
                <a:moveTo>
                  <a:pt x="1607864" y="639743"/>
                </a:moveTo>
                <a:lnTo>
                  <a:pt x="1629098" y="784942"/>
                </a:lnTo>
                <a:moveTo>
                  <a:pt x="1515956" y="1281308"/>
                </a:moveTo>
                <a:lnTo>
                  <a:pt x="1568049" y="1298984"/>
                </a:lnTo>
                <a:moveTo>
                  <a:pt x="624919" y="865026"/>
                </a:moveTo>
                <a:lnTo>
                  <a:pt x="807487" y="868882"/>
                </a:lnTo>
                <a:moveTo>
                  <a:pt x="1974393" y="815093"/>
                </a:moveTo>
                <a:lnTo>
                  <a:pt x="1996441" y="807285"/>
                </a:lnTo>
                <a:moveTo>
                  <a:pt x="1749411" y="1300191"/>
                </a:moveTo>
                <a:lnTo>
                  <a:pt x="1857650" y="1228081"/>
                </a:lnTo>
                <a:moveTo>
                  <a:pt x="1533040" y="1259721"/>
                </a:moveTo>
                <a:lnTo>
                  <a:pt x="1515956" y="1281308"/>
                </a:lnTo>
                <a:moveTo>
                  <a:pt x="1608412" y="812044"/>
                </a:moveTo>
                <a:lnTo>
                  <a:pt x="1604375" y="765908"/>
                </a:lnTo>
                <a:moveTo>
                  <a:pt x="532012" y="954012"/>
                </a:moveTo>
                <a:lnTo>
                  <a:pt x="624919" y="865026"/>
                </a:lnTo>
                <a:moveTo>
                  <a:pt x="516863" y="939958"/>
                </a:moveTo>
                <a:lnTo>
                  <a:pt x="532012" y="954012"/>
                </a:lnTo>
                <a:moveTo>
                  <a:pt x="1533040" y="1259721"/>
                </a:moveTo>
                <a:lnTo>
                  <a:pt x="1568049" y="1298984"/>
                </a:lnTo>
                <a:moveTo>
                  <a:pt x="1568049" y="1298984"/>
                </a:moveTo>
                <a:lnTo>
                  <a:pt x="1653416" y="1325451"/>
                </a:lnTo>
                <a:moveTo>
                  <a:pt x="730549" y="973577"/>
                </a:moveTo>
                <a:lnTo>
                  <a:pt x="819801" y="882430"/>
                </a:lnTo>
                <a:moveTo>
                  <a:pt x="807487" y="868882"/>
                </a:moveTo>
                <a:lnTo>
                  <a:pt x="730549" y="973577"/>
                </a:lnTo>
                <a:moveTo>
                  <a:pt x="532012" y="954012"/>
                </a:moveTo>
                <a:lnTo>
                  <a:pt x="538193" y="961345"/>
                </a:lnTo>
                <a:moveTo>
                  <a:pt x="1653416" y="1325451"/>
                </a:moveTo>
                <a:lnTo>
                  <a:pt x="1749411" y="1300191"/>
                </a:lnTo>
                <a:moveTo>
                  <a:pt x="538193" y="961345"/>
                </a:moveTo>
                <a:lnTo>
                  <a:pt x="702642" y="968636"/>
                </a:lnTo>
                <a:moveTo>
                  <a:pt x="1882755" y="728058"/>
                </a:moveTo>
                <a:lnTo>
                  <a:pt x="1974393" y="815093"/>
                </a:lnTo>
                <a:moveTo>
                  <a:pt x="1630132" y="588461"/>
                </a:moveTo>
                <a:lnTo>
                  <a:pt x="1607864" y="639743"/>
                </a:lnTo>
                <a:moveTo>
                  <a:pt x="624919" y="865026"/>
                </a:moveTo>
                <a:lnTo>
                  <a:pt x="713801" y="952710"/>
                </a:lnTo>
                <a:moveTo>
                  <a:pt x="1629098" y="784942"/>
                </a:moveTo>
                <a:lnTo>
                  <a:pt x="1604375" y="765908"/>
                </a:lnTo>
                <a:moveTo>
                  <a:pt x="713801" y="952710"/>
                </a:moveTo>
                <a:lnTo>
                  <a:pt x="807487" y="868882"/>
                </a:lnTo>
                <a:moveTo>
                  <a:pt x="2007084" y="989052"/>
                </a:moveTo>
                <a:lnTo>
                  <a:pt x="2051553" y="1061226"/>
                </a:lnTo>
                <a:moveTo>
                  <a:pt x="702642" y="968636"/>
                </a:moveTo>
                <a:lnTo>
                  <a:pt x="730549" y="973577"/>
                </a:lnTo>
                <a:moveTo>
                  <a:pt x="1534759" y="1067777"/>
                </a:moveTo>
                <a:lnTo>
                  <a:pt x="1533040" y="1259721"/>
                </a:lnTo>
                <a:moveTo>
                  <a:pt x="538193" y="961345"/>
                </a:moveTo>
                <a:lnTo>
                  <a:pt x="713801" y="952710"/>
                </a:lnTo>
                <a:moveTo>
                  <a:pt x="532012" y="954012"/>
                </a:moveTo>
                <a:lnTo>
                  <a:pt x="713801" y="952710"/>
                </a:lnTo>
                <a:moveTo>
                  <a:pt x="1629098" y="784942"/>
                </a:moveTo>
                <a:lnTo>
                  <a:pt x="1608412" y="812044"/>
                </a:lnTo>
                <a:moveTo>
                  <a:pt x="1608412" y="812044"/>
                </a:moveTo>
                <a:lnTo>
                  <a:pt x="1568983" y="911059"/>
                </a:lnTo>
                <a:moveTo>
                  <a:pt x="713801" y="952710"/>
                </a:moveTo>
                <a:lnTo>
                  <a:pt x="702642" y="968636"/>
                </a:lnTo>
                <a:moveTo>
                  <a:pt x="713801" y="952710"/>
                </a:moveTo>
                <a:lnTo>
                  <a:pt x="730549" y="973577"/>
                </a:lnTo>
                <a:moveTo>
                  <a:pt x="1720457" y="685704"/>
                </a:moveTo>
                <a:lnTo>
                  <a:pt x="1814419" y="631150"/>
                </a:lnTo>
                <a:moveTo>
                  <a:pt x="1568983" y="911059"/>
                </a:moveTo>
                <a:lnTo>
                  <a:pt x="1534759" y="1067777"/>
                </a:lnTo>
                <a:moveTo>
                  <a:pt x="1944912" y="1107353"/>
                </a:moveTo>
                <a:lnTo>
                  <a:pt x="2051553" y="1061226"/>
                </a:lnTo>
                <a:moveTo>
                  <a:pt x="1568049" y="1298984"/>
                </a:moveTo>
                <a:lnTo>
                  <a:pt x="1713535" y="1249842"/>
                </a:lnTo>
                <a:moveTo>
                  <a:pt x="1820497" y="593745"/>
                </a:moveTo>
                <a:lnTo>
                  <a:pt x="1816125" y="615013"/>
                </a:lnTo>
                <a:moveTo>
                  <a:pt x="1713535" y="1249842"/>
                </a:moveTo>
                <a:lnTo>
                  <a:pt x="1749411" y="1300191"/>
                </a:lnTo>
                <a:moveTo>
                  <a:pt x="1713535" y="1249842"/>
                </a:moveTo>
                <a:lnTo>
                  <a:pt x="1653416" y="1325451"/>
                </a:lnTo>
                <a:moveTo>
                  <a:pt x="1944912" y="1107353"/>
                </a:moveTo>
                <a:lnTo>
                  <a:pt x="1960868" y="1150937"/>
                </a:lnTo>
                <a:moveTo>
                  <a:pt x="1564396" y="1026056"/>
                </a:moveTo>
                <a:lnTo>
                  <a:pt x="1534759" y="1067777"/>
                </a:lnTo>
                <a:moveTo>
                  <a:pt x="1820497" y="593745"/>
                </a:moveTo>
                <a:lnTo>
                  <a:pt x="1814419" y="631150"/>
                </a:lnTo>
                <a:moveTo>
                  <a:pt x="1974393" y="815093"/>
                </a:moveTo>
                <a:lnTo>
                  <a:pt x="2009769" y="954792"/>
                </a:lnTo>
                <a:moveTo>
                  <a:pt x="1791830" y="603259"/>
                </a:moveTo>
                <a:lnTo>
                  <a:pt x="1814419" y="631150"/>
                </a:lnTo>
                <a:moveTo>
                  <a:pt x="1629098" y="784942"/>
                </a:moveTo>
                <a:lnTo>
                  <a:pt x="1720457" y="685704"/>
                </a:lnTo>
                <a:moveTo>
                  <a:pt x="1833326" y="1176106"/>
                </a:moveTo>
                <a:lnTo>
                  <a:pt x="1960868" y="1150937"/>
                </a:lnTo>
                <a:moveTo>
                  <a:pt x="1630132" y="588461"/>
                </a:moveTo>
                <a:lnTo>
                  <a:pt x="1629098" y="784942"/>
                </a:lnTo>
                <a:moveTo>
                  <a:pt x="1564396" y="1026056"/>
                </a:moveTo>
                <a:lnTo>
                  <a:pt x="1568983" y="911059"/>
                </a:lnTo>
                <a:moveTo>
                  <a:pt x="1628004" y="1150875"/>
                </a:moveTo>
                <a:lnTo>
                  <a:pt x="1568049" y="1298984"/>
                </a:lnTo>
                <a:moveTo>
                  <a:pt x="1618600" y="1148132"/>
                </a:moveTo>
                <a:lnTo>
                  <a:pt x="1533040" y="1259721"/>
                </a:lnTo>
                <a:moveTo>
                  <a:pt x="1833326" y="1176106"/>
                </a:moveTo>
                <a:lnTo>
                  <a:pt x="1857650" y="1228081"/>
                </a:lnTo>
                <a:moveTo>
                  <a:pt x="1628004" y="1150875"/>
                </a:moveTo>
                <a:lnTo>
                  <a:pt x="1533040" y="1259721"/>
                </a:lnTo>
                <a:moveTo>
                  <a:pt x="1614390" y="1137224"/>
                </a:moveTo>
                <a:lnTo>
                  <a:pt x="1534759" y="1067777"/>
                </a:lnTo>
                <a:moveTo>
                  <a:pt x="1630132" y="588461"/>
                </a:moveTo>
                <a:lnTo>
                  <a:pt x="1720457" y="685704"/>
                </a:lnTo>
                <a:moveTo>
                  <a:pt x="1618600" y="1148132"/>
                </a:moveTo>
                <a:lnTo>
                  <a:pt x="1534759" y="1067777"/>
                </a:lnTo>
                <a:moveTo>
                  <a:pt x="1833326" y="1176106"/>
                </a:moveTo>
                <a:lnTo>
                  <a:pt x="1749411" y="1300191"/>
                </a:lnTo>
                <a:moveTo>
                  <a:pt x="1759146" y="1189386"/>
                </a:moveTo>
                <a:lnTo>
                  <a:pt x="1749411" y="1300191"/>
                </a:lnTo>
                <a:moveTo>
                  <a:pt x="1792551" y="746361"/>
                </a:moveTo>
                <a:lnTo>
                  <a:pt x="1814419" y="631150"/>
                </a:lnTo>
                <a:moveTo>
                  <a:pt x="1814724" y="754641"/>
                </a:moveTo>
                <a:lnTo>
                  <a:pt x="1814419" y="631150"/>
                </a:lnTo>
                <a:moveTo>
                  <a:pt x="2009769" y="954792"/>
                </a:moveTo>
                <a:lnTo>
                  <a:pt x="2007084" y="989052"/>
                </a:lnTo>
                <a:moveTo>
                  <a:pt x="1814724" y="754641"/>
                </a:moveTo>
                <a:lnTo>
                  <a:pt x="1882755" y="728058"/>
                </a:lnTo>
                <a:moveTo>
                  <a:pt x="1622459" y="575816"/>
                </a:moveTo>
                <a:lnTo>
                  <a:pt x="1630132" y="588461"/>
                </a:lnTo>
                <a:moveTo>
                  <a:pt x="1633013" y="579106"/>
                </a:moveTo>
                <a:lnTo>
                  <a:pt x="1630132" y="588461"/>
                </a:lnTo>
                <a:moveTo>
                  <a:pt x="1791830" y="603259"/>
                </a:moveTo>
                <a:lnTo>
                  <a:pt x="1720457" y="685704"/>
                </a:lnTo>
                <a:moveTo>
                  <a:pt x="1791830" y="603259"/>
                </a:moveTo>
                <a:lnTo>
                  <a:pt x="1630132" y="588461"/>
                </a:lnTo>
                <a:moveTo>
                  <a:pt x="1564396" y="1026056"/>
                </a:moveTo>
                <a:lnTo>
                  <a:pt x="1614390" y="1137224"/>
                </a:lnTo>
                <a:moveTo>
                  <a:pt x="1917480" y="831269"/>
                </a:moveTo>
                <a:lnTo>
                  <a:pt x="1882755" y="728058"/>
                </a:lnTo>
                <a:moveTo>
                  <a:pt x="1628004" y="1150875"/>
                </a:moveTo>
                <a:lnTo>
                  <a:pt x="1713535" y="1249842"/>
                </a:lnTo>
                <a:moveTo>
                  <a:pt x="1608412" y="812044"/>
                </a:moveTo>
                <a:lnTo>
                  <a:pt x="1622022" y="941393"/>
                </a:lnTo>
                <a:moveTo>
                  <a:pt x="1792551" y="746361"/>
                </a:moveTo>
                <a:lnTo>
                  <a:pt x="1629098" y="784942"/>
                </a:lnTo>
                <a:moveTo>
                  <a:pt x="1564396" y="1026056"/>
                </a:moveTo>
                <a:lnTo>
                  <a:pt x="1621860" y="1143654"/>
                </a:lnTo>
                <a:moveTo>
                  <a:pt x="1622459" y="575816"/>
                </a:moveTo>
                <a:lnTo>
                  <a:pt x="1633013" y="579106"/>
                </a:lnTo>
                <a:moveTo>
                  <a:pt x="1989095" y="961943"/>
                </a:moveTo>
                <a:lnTo>
                  <a:pt x="2009769" y="954792"/>
                </a:lnTo>
                <a:moveTo>
                  <a:pt x="1944912" y="1107353"/>
                </a:moveTo>
                <a:lnTo>
                  <a:pt x="2007084" y="989052"/>
                </a:lnTo>
                <a:moveTo>
                  <a:pt x="1759146" y="1189386"/>
                </a:moveTo>
                <a:lnTo>
                  <a:pt x="1713535" y="1249842"/>
                </a:lnTo>
                <a:moveTo>
                  <a:pt x="1683859" y="818018"/>
                </a:moveTo>
                <a:lnTo>
                  <a:pt x="1629098" y="784942"/>
                </a:lnTo>
                <a:moveTo>
                  <a:pt x="1989095" y="961943"/>
                </a:moveTo>
                <a:lnTo>
                  <a:pt x="2007084" y="989052"/>
                </a:lnTo>
                <a:moveTo>
                  <a:pt x="1633013" y="579106"/>
                </a:moveTo>
                <a:lnTo>
                  <a:pt x="1791830" y="603259"/>
                </a:lnTo>
                <a:moveTo>
                  <a:pt x="1917480" y="831269"/>
                </a:moveTo>
                <a:lnTo>
                  <a:pt x="1974393" y="815093"/>
                </a:lnTo>
                <a:moveTo>
                  <a:pt x="1629098" y="784942"/>
                </a:moveTo>
                <a:lnTo>
                  <a:pt x="1622022" y="941393"/>
                </a:lnTo>
                <a:moveTo>
                  <a:pt x="1622022" y="941393"/>
                </a:moveTo>
                <a:lnTo>
                  <a:pt x="1568983" y="911059"/>
                </a:lnTo>
                <a:moveTo>
                  <a:pt x="1791830" y="603259"/>
                </a:moveTo>
                <a:lnTo>
                  <a:pt x="1820497" y="593745"/>
                </a:lnTo>
                <a:moveTo>
                  <a:pt x="1792551" y="746361"/>
                </a:moveTo>
                <a:lnTo>
                  <a:pt x="1720457" y="685704"/>
                </a:lnTo>
                <a:moveTo>
                  <a:pt x="1618600" y="1148132"/>
                </a:moveTo>
                <a:lnTo>
                  <a:pt x="1614390" y="1137224"/>
                </a:lnTo>
                <a:moveTo>
                  <a:pt x="1618600" y="1148132"/>
                </a:moveTo>
                <a:lnTo>
                  <a:pt x="1628004" y="1150875"/>
                </a:lnTo>
                <a:moveTo>
                  <a:pt x="1621860" y="1143654"/>
                </a:moveTo>
                <a:lnTo>
                  <a:pt x="1614390" y="1137224"/>
                </a:lnTo>
                <a:moveTo>
                  <a:pt x="1621860" y="1143654"/>
                </a:moveTo>
                <a:lnTo>
                  <a:pt x="1618600" y="1148132"/>
                </a:lnTo>
                <a:moveTo>
                  <a:pt x="1656733" y="902528"/>
                </a:moveTo>
                <a:lnTo>
                  <a:pt x="1629098" y="784942"/>
                </a:lnTo>
                <a:moveTo>
                  <a:pt x="1621860" y="1143654"/>
                </a:moveTo>
                <a:lnTo>
                  <a:pt x="1628004" y="1150875"/>
                </a:lnTo>
                <a:moveTo>
                  <a:pt x="1628004" y="1150875"/>
                </a:moveTo>
                <a:lnTo>
                  <a:pt x="1759146" y="1189386"/>
                </a:lnTo>
                <a:moveTo>
                  <a:pt x="1833326" y="1176106"/>
                </a:moveTo>
                <a:lnTo>
                  <a:pt x="1944912" y="1107353"/>
                </a:lnTo>
                <a:moveTo>
                  <a:pt x="1622022" y="941393"/>
                </a:moveTo>
                <a:lnTo>
                  <a:pt x="1564396" y="1026056"/>
                </a:lnTo>
                <a:moveTo>
                  <a:pt x="1917480" y="831269"/>
                </a:moveTo>
                <a:lnTo>
                  <a:pt x="2009769" y="954792"/>
                </a:lnTo>
                <a:moveTo>
                  <a:pt x="1759146" y="1189386"/>
                </a:moveTo>
                <a:lnTo>
                  <a:pt x="1833326" y="1176106"/>
                </a:lnTo>
                <a:moveTo>
                  <a:pt x="1622022" y="941393"/>
                </a:moveTo>
                <a:lnTo>
                  <a:pt x="1621860" y="1143654"/>
                </a:lnTo>
                <a:moveTo>
                  <a:pt x="1628004" y="1150875"/>
                </a:moveTo>
                <a:lnTo>
                  <a:pt x="1801981" y="1131298"/>
                </a:lnTo>
                <a:moveTo>
                  <a:pt x="1792551" y="746361"/>
                </a:moveTo>
                <a:lnTo>
                  <a:pt x="1814724" y="754641"/>
                </a:lnTo>
                <a:moveTo>
                  <a:pt x="1801981" y="1131298"/>
                </a:moveTo>
                <a:lnTo>
                  <a:pt x="1833326" y="1176106"/>
                </a:lnTo>
                <a:moveTo>
                  <a:pt x="1801981" y="1131298"/>
                </a:moveTo>
                <a:lnTo>
                  <a:pt x="1759146" y="1189386"/>
                </a:lnTo>
                <a:moveTo>
                  <a:pt x="1683859" y="818018"/>
                </a:moveTo>
                <a:lnTo>
                  <a:pt x="1792551" y="746361"/>
                </a:lnTo>
                <a:moveTo>
                  <a:pt x="1892871" y="1027587"/>
                </a:moveTo>
                <a:lnTo>
                  <a:pt x="2007084" y="989052"/>
                </a:lnTo>
                <a:moveTo>
                  <a:pt x="1792551" y="746361"/>
                </a:moveTo>
                <a:lnTo>
                  <a:pt x="1807027" y="758062"/>
                </a:lnTo>
                <a:moveTo>
                  <a:pt x="1807027" y="758062"/>
                </a:moveTo>
                <a:lnTo>
                  <a:pt x="1814724" y="754641"/>
                </a:lnTo>
                <a:moveTo>
                  <a:pt x="1814724" y="754641"/>
                </a:moveTo>
                <a:lnTo>
                  <a:pt x="1917480" y="831269"/>
                </a:lnTo>
                <a:moveTo>
                  <a:pt x="1723819" y="1038721"/>
                </a:moveTo>
                <a:lnTo>
                  <a:pt x="1628004" y="1150875"/>
                </a:lnTo>
                <a:moveTo>
                  <a:pt x="1701862" y="1033098"/>
                </a:moveTo>
                <a:lnTo>
                  <a:pt x="1621860" y="1143654"/>
                </a:lnTo>
                <a:moveTo>
                  <a:pt x="1723819" y="1038721"/>
                </a:moveTo>
                <a:lnTo>
                  <a:pt x="1621860" y="1143654"/>
                </a:lnTo>
                <a:moveTo>
                  <a:pt x="1760029" y="595929"/>
                </a:moveTo>
                <a:lnTo>
                  <a:pt x="1633013" y="579106"/>
                </a:lnTo>
                <a:moveTo>
                  <a:pt x="1892871" y="1027587"/>
                </a:moveTo>
                <a:lnTo>
                  <a:pt x="1944912" y="1107353"/>
                </a:lnTo>
                <a:moveTo>
                  <a:pt x="1656733" y="902528"/>
                </a:moveTo>
                <a:lnTo>
                  <a:pt x="1683859" y="818018"/>
                </a:lnTo>
                <a:moveTo>
                  <a:pt x="1893336" y="1026682"/>
                </a:moveTo>
                <a:lnTo>
                  <a:pt x="1989095" y="961943"/>
                </a:lnTo>
                <a:moveTo>
                  <a:pt x="1892871" y="1027587"/>
                </a:moveTo>
                <a:lnTo>
                  <a:pt x="1989095" y="961943"/>
                </a:lnTo>
                <a:moveTo>
                  <a:pt x="1713168" y="840741"/>
                </a:moveTo>
                <a:lnTo>
                  <a:pt x="1792551" y="746361"/>
                </a:lnTo>
                <a:moveTo>
                  <a:pt x="1760029" y="595929"/>
                </a:moveTo>
                <a:lnTo>
                  <a:pt x="1791830" y="603259"/>
                </a:lnTo>
                <a:moveTo>
                  <a:pt x="1656733" y="902528"/>
                </a:moveTo>
                <a:lnTo>
                  <a:pt x="1622022" y="941393"/>
                </a:lnTo>
                <a:moveTo>
                  <a:pt x="1892871" y="1027587"/>
                </a:moveTo>
                <a:lnTo>
                  <a:pt x="1833326" y="1176106"/>
                </a:lnTo>
                <a:moveTo>
                  <a:pt x="1892021" y="1027913"/>
                </a:moveTo>
                <a:lnTo>
                  <a:pt x="1833326" y="1176106"/>
                </a:lnTo>
                <a:moveTo>
                  <a:pt x="1713168" y="840741"/>
                </a:moveTo>
                <a:lnTo>
                  <a:pt x="1683859" y="818018"/>
                </a:lnTo>
                <a:moveTo>
                  <a:pt x="1713168" y="840741"/>
                </a:moveTo>
                <a:lnTo>
                  <a:pt x="1807027" y="758062"/>
                </a:lnTo>
                <a:moveTo>
                  <a:pt x="1677699" y="992478"/>
                </a:moveTo>
                <a:lnTo>
                  <a:pt x="1622022" y="941393"/>
                </a:lnTo>
                <a:moveTo>
                  <a:pt x="1713168" y="840741"/>
                </a:moveTo>
                <a:lnTo>
                  <a:pt x="1656733" y="902528"/>
                </a:lnTo>
                <a:moveTo>
                  <a:pt x="1701862" y="1033098"/>
                </a:moveTo>
                <a:lnTo>
                  <a:pt x="1622022" y="941393"/>
                </a:lnTo>
                <a:moveTo>
                  <a:pt x="1656733" y="902528"/>
                </a:moveTo>
                <a:lnTo>
                  <a:pt x="1677699" y="992478"/>
                </a:lnTo>
                <a:moveTo>
                  <a:pt x="1723819" y="1038721"/>
                </a:moveTo>
                <a:lnTo>
                  <a:pt x="1801981" y="1131298"/>
                </a:lnTo>
                <a:moveTo>
                  <a:pt x="1892021" y="1027913"/>
                </a:moveTo>
                <a:lnTo>
                  <a:pt x="1801981" y="1131298"/>
                </a:lnTo>
                <a:moveTo>
                  <a:pt x="1656733" y="902528"/>
                </a:moveTo>
                <a:lnTo>
                  <a:pt x="1709882" y="1022300"/>
                </a:lnTo>
                <a:moveTo>
                  <a:pt x="1701862" y="1033098"/>
                </a:moveTo>
                <a:lnTo>
                  <a:pt x="1677699" y="992478"/>
                </a:lnTo>
                <a:moveTo>
                  <a:pt x="1713168" y="840741"/>
                </a:moveTo>
                <a:lnTo>
                  <a:pt x="1709882" y="1022300"/>
                </a:lnTo>
                <a:moveTo>
                  <a:pt x="1709882" y="1022300"/>
                </a:moveTo>
                <a:lnTo>
                  <a:pt x="1677699" y="992478"/>
                </a:lnTo>
                <a:moveTo>
                  <a:pt x="1701862" y="1033098"/>
                </a:moveTo>
                <a:lnTo>
                  <a:pt x="1723819" y="1038721"/>
                </a:lnTo>
                <a:moveTo>
                  <a:pt x="1723819" y="1038721"/>
                </a:moveTo>
                <a:lnTo>
                  <a:pt x="1892021" y="1027913"/>
                </a:lnTo>
                <a:moveTo>
                  <a:pt x="1723819" y="1038721"/>
                </a:moveTo>
                <a:lnTo>
                  <a:pt x="1892598" y="1027142"/>
                </a:lnTo>
                <a:moveTo>
                  <a:pt x="1709882" y="1022300"/>
                </a:moveTo>
                <a:lnTo>
                  <a:pt x="1701862" y="1033098"/>
                </a:lnTo>
                <a:moveTo>
                  <a:pt x="1709882" y="1022300"/>
                </a:moveTo>
                <a:lnTo>
                  <a:pt x="1723819" y="1038721"/>
                </a:lnTo>
                <a:moveTo>
                  <a:pt x="1893336" y="1026682"/>
                </a:moveTo>
                <a:lnTo>
                  <a:pt x="1892871" y="1027587"/>
                </a:lnTo>
                <a:moveTo>
                  <a:pt x="1892021" y="1027913"/>
                </a:moveTo>
                <a:lnTo>
                  <a:pt x="1892871" y="1027587"/>
                </a:lnTo>
                <a:moveTo>
                  <a:pt x="1892598" y="1027142"/>
                </a:moveTo>
                <a:lnTo>
                  <a:pt x="1893336" y="1026682"/>
                </a:lnTo>
                <a:moveTo>
                  <a:pt x="1892598" y="1027142"/>
                </a:moveTo>
                <a:lnTo>
                  <a:pt x="1892871" y="1027587"/>
                </a:lnTo>
                <a:moveTo>
                  <a:pt x="1892598" y="1027142"/>
                </a:moveTo>
                <a:lnTo>
                  <a:pt x="1892021" y="1027913"/>
                </a:lnTo>
                <a:moveTo>
                  <a:pt x="1709882" y="1022300"/>
                </a:moveTo>
                <a:lnTo>
                  <a:pt x="1892598" y="1027142"/>
                </a:lnTo>
                <a:moveTo>
                  <a:pt x="1713168" y="840741"/>
                </a:moveTo>
                <a:lnTo>
                  <a:pt x="1800067" y="915280"/>
                </a:lnTo>
                <a:moveTo>
                  <a:pt x="1800067" y="915280"/>
                </a:moveTo>
                <a:lnTo>
                  <a:pt x="1892598" y="1027142"/>
                </a:lnTo>
                <a:moveTo>
                  <a:pt x="1709882" y="1022300"/>
                </a:moveTo>
                <a:lnTo>
                  <a:pt x="1800067" y="915280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73" name="9wq3_5_official_ReferenceLigand_0">
            <a:extLst>
              <a:ext uri="{FF2B5EF4-FFF2-40B4-BE49-F238E27FC236}">
                <a16:creationId xmlns:a16="http://schemas.microsoft.com/office/drawing/2014/main" id="{391D382B-94B2-450C-93F5-4517CF6A2CF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7239" y="754305"/>
                </a:moveTo>
                <a:lnTo>
                  <a:pt x="2285579" y="7971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9wq3_5_official_ReferenceLigand_1">
            <a:extLst>
              <a:ext uri="{FF2B5EF4-FFF2-40B4-BE49-F238E27FC236}">
                <a16:creationId xmlns:a16="http://schemas.microsoft.com/office/drawing/2014/main" id="{EF3DA558-6436-4F0C-98C1-F196E3DD10D0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7984" y="575253"/>
                </a:moveTo>
                <a:lnTo>
                  <a:pt x="645237" y="58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9wq3_5_official_ReferenceLigand_2">
            <a:extLst>
              <a:ext uri="{FF2B5EF4-FFF2-40B4-BE49-F238E27FC236}">
                <a16:creationId xmlns:a16="http://schemas.microsoft.com/office/drawing/2014/main" id="{EF58C6EB-E558-4D6D-A27B-4BE2812A003F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237" y="587694"/>
                </a:moveTo>
                <a:lnTo>
                  <a:pt x="761582" y="662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9wq3_5_official_ReferenceLigand_3">
            <a:extLst>
              <a:ext uri="{FF2B5EF4-FFF2-40B4-BE49-F238E27FC236}">
                <a16:creationId xmlns:a16="http://schemas.microsoft.com/office/drawing/2014/main" id="{B778768B-30DA-4A30-8409-4FCE3EBE5F7C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7239" y="754305"/>
                </a:moveTo>
                <a:lnTo>
                  <a:pt x="2330900" y="611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9wq3_5_official_ReferenceLigand_4">
            <a:extLst>
              <a:ext uri="{FF2B5EF4-FFF2-40B4-BE49-F238E27FC236}">
                <a16:creationId xmlns:a16="http://schemas.microsoft.com/office/drawing/2014/main" id="{411707B1-3870-4F2C-8177-B829F9C47D6F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299" y="853005"/>
                </a:moveTo>
                <a:lnTo>
                  <a:pt x="2247239" y="7543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9wq3_5_official_ReferenceLigand_5">
            <a:extLst>
              <a:ext uri="{FF2B5EF4-FFF2-40B4-BE49-F238E27FC236}">
                <a16:creationId xmlns:a16="http://schemas.microsoft.com/office/drawing/2014/main" id="{3D515547-563F-466E-9CD2-FA4CB5937424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421" y="636342"/>
                </a:moveTo>
                <a:lnTo>
                  <a:pt x="477984" y="575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9wq3_5_official_ReferenceLigand_6">
            <a:extLst>
              <a:ext uri="{FF2B5EF4-FFF2-40B4-BE49-F238E27FC236}">
                <a16:creationId xmlns:a16="http://schemas.microsoft.com/office/drawing/2014/main" id="{74F3B902-A399-476C-982B-C5B7845522F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134" y="987824"/>
                </a:moveTo>
                <a:lnTo>
                  <a:pt x="2107299" y="853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9wq3_5_official_ReferenceLigand_7">
            <a:extLst>
              <a:ext uri="{FF2B5EF4-FFF2-40B4-BE49-F238E27FC236}">
                <a16:creationId xmlns:a16="http://schemas.microsoft.com/office/drawing/2014/main" id="{4FFD2B7C-595A-4D01-9E20-3AC2DB5FF5E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582" y="662494"/>
                </a:moveTo>
                <a:lnTo>
                  <a:pt x="711698" y="7249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1" name="9wq3_5_official_ReferenceLigand_8">
            <a:extLst>
              <a:ext uri="{FF2B5EF4-FFF2-40B4-BE49-F238E27FC236}">
                <a16:creationId xmlns:a16="http://schemas.microsoft.com/office/drawing/2014/main" id="{2E56CC6F-7106-4AD5-9CF7-0DC2C9DAC0D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992" y="1023554"/>
                </a:moveTo>
                <a:lnTo>
                  <a:pt x="2011134" y="9878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2" name="9wq3_5_official_ReferenceLigand_9">
            <a:extLst>
              <a:ext uri="{FF2B5EF4-FFF2-40B4-BE49-F238E27FC236}">
                <a16:creationId xmlns:a16="http://schemas.microsoft.com/office/drawing/2014/main" id="{7C853286-2DD3-4F2A-BB91-35491CDBAA3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046" y="1209290"/>
                </a:moveTo>
                <a:lnTo>
                  <a:pt x="1425624" y="11951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3" name="9wq3_5_official_ReferenceLigand_10">
            <a:extLst>
              <a:ext uri="{FF2B5EF4-FFF2-40B4-BE49-F238E27FC236}">
                <a16:creationId xmlns:a16="http://schemas.microsoft.com/office/drawing/2014/main" id="{BD1ED6DE-1A4A-4257-BF53-21D0F5A5AF3D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421" y="636342"/>
                </a:moveTo>
                <a:lnTo>
                  <a:pt x="244250" y="6030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4" name="9wq3_5_official_ReferenceLigand_11">
            <a:extLst>
              <a:ext uri="{FF2B5EF4-FFF2-40B4-BE49-F238E27FC236}">
                <a16:creationId xmlns:a16="http://schemas.microsoft.com/office/drawing/2014/main" id="{5DDE95D1-7A70-4C0B-9210-03754791A106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30900" y="611241"/>
                </a:moveTo>
                <a:lnTo>
                  <a:pt x="2284169" y="5594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5" name="9wq3_5_official_ReferenceLigand_12">
            <a:extLst>
              <a:ext uri="{FF2B5EF4-FFF2-40B4-BE49-F238E27FC236}">
                <a16:creationId xmlns:a16="http://schemas.microsoft.com/office/drawing/2014/main" id="{51B0E81C-B3F8-47FB-B58E-83D0CE0D2F9A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475" y="803393"/>
                </a:moveTo>
                <a:lnTo>
                  <a:pt x="2107299" y="853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6" name="9wq3_5_official_ReferenceLigand_13">
            <a:extLst>
              <a:ext uri="{FF2B5EF4-FFF2-40B4-BE49-F238E27FC236}">
                <a16:creationId xmlns:a16="http://schemas.microsoft.com/office/drawing/2014/main" id="{4ABCB1B1-7AD4-4F23-918B-36181F7CAC77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2930" y="1115397"/>
                </a:moveTo>
                <a:lnTo>
                  <a:pt x="1044746" y="942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7" name="9wq3_5_official_ReferenceLigand_14">
            <a:extLst>
              <a:ext uri="{FF2B5EF4-FFF2-40B4-BE49-F238E27FC236}">
                <a16:creationId xmlns:a16="http://schemas.microsoft.com/office/drawing/2014/main" id="{1ABE9B59-8560-482E-865E-6DF1F279226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6567" y="712561"/>
                </a:moveTo>
                <a:lnTo>
                  <a:pt x="428421" y="636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8" name="9wq3_5_official_ReferenceLigand_15">
            <a:extLst>
              <a:ext uri="{FF2B5EF4-FFF2-40B4-BE49-F238E27FC236}">
                <a16:creationId xmlns:a16="http://schemas.microsoft.com/office/drawing/2014/main" id="{997BE168-BB63-4402-8A2C-4C9006C121B5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1242" y="929104"/>
                </a:moveTo>
                <a:lnTo>
                  <a:pt x="1044746" y="942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9" name="9wq3_5_official_ReferenceLigand_16">
            <a:extLst>
              <a:ext uri="{FF2B5EF4-FFF2-40B4-BE49-F238E27FC236}">
                <a16:creationId xmlns:a16="http://schemas.microsoft.com/office/drawing/2014/main" id="{FD9435C0-50F2-43C9-AEDA-A5212127491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1698" y="724905"/>
                </a:moveTo>
                <a:lnTo>
                  <a:pt x="546567" y="7125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0" name="9wq3_5_official_ReferenceLigand_17">
            <a:extLst>
              <a:ext uri="{FF2B5EF4-FFF2-40B4-BE49-F238E27FC236}">
                <a16:creationId xmlns:a16="http://schemas.microsoft.com/office/drawing/2014/main" id="{3BA21FA9-A577-45AE-8989-67FF2AF2947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5382" y="534888"/>
                </a:moveTo>
                <a:lnTo>
                  <a:pt x="1727950" y="608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1" name="9wq3_5_official_ReferenceLigand_18">
            <a:extLst>
              <a:ext uri="{FF2B5EF4-FFF2-40B4-BE49-F238E27FC236}">
                <a16:creationId xmlns:a16="http://schemas.microsoft.com/office/drawing/2014/main" id="{38C88DE7-2687-40B1-8C24-A9601B10D7D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1930" y="631827"/>
                </a:moveTo>
                <a:lnTo>
                  <a:pt x="1432770" y="51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2" name="9wq3_5_official_ReferenceLigand_19">
            <a:extLst>
              <a:ext uri="{FF2B5EF4-FFF2-40B4-BE49-F238E27FC236}">
                <a16:creationId xmlns:a16="http://schemas.microsoft.com/office/drawing/2014/main" id="{0FD4C5DA-EB09-4A4D-8B1C-2AAD9FFBD47D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698" y="766117"/>
                </a:moveTo>
                <a:lnTo>
                  <a:pt x="1341930" y="6318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3" name="9wq3_5_official_ReferenceLigand_20">
            <a:extLst>
              <a:ext uri="{FF2B5EF4-FFF2-40B4-BE49-F238E27FC236}">
                <a16:creationId xmlns:a16="http://schemas.microsoft.com/office/drawing/2014/main" id="{EBB22B7B-DB51-470F-84E8-98CEBD85E542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046" y="1209290"/>
                </a:moveTo>
                <a:lnTo>
                  <a:pt x="1359862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4" name="9wq3_5_official_ReferenceLigand_21">
            <a:extLst>
              <a:ext uri="{FF2B5EF4-FFF2-40B4-BE49-F238E27FC236}">
                <a16:creationId xmlns:a16="http://schemas.microsoft.com/office/drawing/2014/main" id="{D8A24391-A730-431C-9BCA-C0F69E5AE5DF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0806" y="908830"/>
                </a:moveTo>
                <a:lnTo>
                  <a:pt x="1906992" y="10235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5" name="9wq3_5_official_ReferenceLigand_22">
            <a:extLst>
              <a:ext uri="{FF2B5EF4-FFF2-40B4-BE49-F238E27FC236}">
                <a16:creationId xmlns:a16="http://schemas.microsoft.com/office/drawing/2014/main" id="{735F6D90-A857-4C14-B6BC-DB0159994AB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1698" y="724905"/>
                </a:moveTo>
                <a:lnTo>
                  <a:pt x="797701" y="803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6" name="9wq3_5_official_ReferenceLigand_23">
            <a:extLst>
              <a:ext uri="{FF2B5EF4-FFF2-40B4-BE49-F238E27FC236}">
                <a16:creationId xmlns:a16="http://schemas.microsoft.com/office/drawing/2014/main" id="{1AC90A51-9C1E-4D64-93D8-70A2793C24BC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1242" y="929104"/>
                </a:moveTo>
                <a:lnTo>
                  <a:pt x="1250698" y="76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7" name="9wq3_5_official_ReferenceLigand_24">
            <a:extLst>
              <a:ext uri="{FF2B5EF4-FFF2-40B4-BE49-F238E27FC236}">
                <a16:creationId xmlns:a16="http://schemas.microsoft.com/office/drawing/2014/main" id="{4D60F44D-1563-4EF0-A821-ADC7FEB4341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4746" y="942117"/>
                </a:moveTo>
                <a:lnTo>
                  <a:pt x="972361" y="8498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8" name="9wq3_5_official_ReferenceLigand_25">
            <a:extLst>
              <a:ext uri="{FF2B5EF4-FFF2-40B4-BE49-F238E27FC236}">
                <a16:creationId xmlns:a16="http://schemas.microsoft.com/office/drawing/2014/main" id="{BD604F83-EBE2-404E-AD28-D4EBC401CE5A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317" y="1068539"/>
                </a:moveTo>
                <a:lnTo>
                  <a:pt x="1231242" y="9291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9" name="9wq3_5_official_ReferenceLigand_26">
            <a:extLst>
              <a:ext uri="{FF2B5EF4-FFF2-40B4-BE49-F238E27FC236}">
                <a16:creationId xmlns:a16="http://schemas.microsoft.com/office/drawing/2014/main" id="{78313E77-8AFA-475B-AA8F-E7AD6179042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046" y="1209290"/>
                </a:moveTo>
                <a:lnTo>
                  <a:pt x="1280317" y="10685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0" name="9wq3_5_official_ReferenceLigand_27">
            <a:extLst>
              <a:ext uri="{FF2B5EF4-FFF2-40B4-BE49-F238E27FC236}">
                <a16:creationId xmlns:a16="http://schemas.microsoft.com/office/drawing/2014/main" id="{A5E0B2A2-B2C8-414B-87AE-069D7124006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4889" y="1183848"/>
                </a:moveTo>
                <a:lnTo>
                  <a:pt x="1408046" y="1209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1" name="9wq3_5_official_ReferenceLigand_28">
            <a:extLst>
              <a:ext uri="{FF2B5EF4-FFF2-40B4-BE49-F238E27FC236}">
                <a16:creationId xmlns:a16="http://schemas.microsoft.com/office/drawing/2014/main" id="{646388F0-0D4B-4FA9-A645-1730A9BB7582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475" y="803393"/>
                </a:moveTo>
                <a:lnTo>
                  <a:pt x="1940806" y="90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2" name="9wq3_5_official_ReferenceLigand_29">
            <a:extLst>
              <a:ext uri="{FF2B5EF4-FFF2-40B4-BE49-F238E27FC236}">
                <a16:creationId xmlns:a16="http://schemas.microsoft.com/office/drawing/2014/main" id="{EE1FD42A-B2A8-45FB-BB9B-8036687F0C0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69" y="559437"/>
                </a:moveTo>
                <a:lnTo>
                  <a:pt x="2369532" y="413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3" name="9wq3_5_official_ReferenceLigand_30">
            <a:extLst>
              <a:ext uri="{FF2B5EF4-FFF2-40B4-BE49-F238E27FC236}">
                <a16:creationId xmlns:a16="http://schemas.microsoft.com/office/drawing/2014/main" id="{D15D1A67-645A-4365-AE10-335F13E945F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69" y="559437"/>
                </a:moveTo>
                <a:lnTo>
                  <a:pt x="2150964" y="6533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4" name="9wq3_5_official_ReferenceLigand_31">
            <a:extLst>
              <a:ext uri="{FF2B5EF4-FFF2-40B4-BE49-F238E27FC236}">
                <a16:creationId xmlns:a16="http://schemas.microsoft.com/office/drawing/2014/main" id="{4217B0E2-01DD-4D4E-AB24-04AEA93C7D9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770" y="515468"/>
                </a:moveTo>
                <a:lnTo>
                  <a:pt x="1645382" y="5348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5" name="9wq3_5_official_ReferenceLigand_32">
            <a:extLst>
              <a:ext uri="{FF2B5EF4-FFF2-40B4-BE49-F238E27FC236}">
                <a16:creationId xmlns:a16="http://schemas.microsoft.com/office/drawing/2014/main" id="{5EE56B1D-4113-4B66-A3C7-FDBD5FE3C40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964" y="653390"/>
                </a:moveTo>
                <a:lnTo>
                  <a:pt x="2063475" y="8033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6" name="9wq3_5_official_ReferenceLigand_33">
            <a:extLst>
              <a:ext uri="{FF2B5EF4-FFF2-40B4-BE49-F238E27FC236}">
                <a16:creationId xmlns:a16="http://schemas.microsoft.com/office/drawing/2014/main" id="{6350491A-F676-4E51-AD73-00FE71CD2564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5382" y="534888"/>
                </a:moveTo>
                <a:lnTo>
                  <a:pt x="1711123" y="3518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7" name="9wq3_5_official_ReferenceLigand_34">
            <a:extLst>
              <a:ext uri="{FF2B5EF4-FFF2-40B4-BE49-F238E27FC236}">
                <a16:creationId xmlns:a16="http://schemas.microsoft.com/office/drawing/2014/main" id="{89792D52-EEA2-4D3D-B43E-9EC4DFBC520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0509" y="783453"/>
                </a:moveTo>
                <a:lnTo>
                  <a:pt x="546567" y="7125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8" name="9wq3_5_official_ReferenceLigand_35">
            <a:extLst>
              <a:ext uri="{FF2B5EF4-FFF2-40B4-BE49-F238E27FC236}">
                <a16:creationId xmlns:a16="http://schemas.microsoft.com/office/drawing/2014/main" id="{F523828E-411A-4044-A1C7-B9860648B69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2778" y="701928"/>
                </a:moveTo>
                <a:lnTo>
                  <a:pt x="1250698" y="76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9" name="9wq3_5_official_ReferenceLigand_36">
            <a:extLst>
              <a:ext uri="{FF2B5EF4-FFF2-40B4-BE49-F238E27FC236}">
                <a16:creationId xmlns:a16="http://schemas.microsoft.com/office/drawing/2014/main" id="{F0D9C4E6-8D1B-4F64-97DA-2509759797A7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2361" y="849804"/>
                </a:moveTo>
                <a:lnTo>
                  <a:pt x="797701" y="803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0" name="9wq3_5_official_ReferenceLigand_37">
            <a:extLst>
              <a:ext uri="{FF2B5EF4-FFF2-40B4-BE49-F238E27FC236}">
                <a16:creationId xmlns:a16="http://schemas.microsoft.com/office/drawing/2014/main" id="{C4E1BDD5-F51B-483F-88E9-51577463B38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2361" y="849804"/>
                </a:moveTo>
                <a:lnTo>
                  <a:pt x="1082778" y="7019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1" name="9wq3_5_official_ReferenceLigand_38">
            <a:extLst>
              <a:ext uri="{FF2B5EF4-FFF2-40B4-BE49-F238E27FC236}">
                <a16:creationId xmlns:a16="http://schemas.microsoft.com/office/drawing/2014/main" id="{B3EDE309-45F1-4D65-851D-1688989F5D21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7701" y="803590"/>
                </a:moveTo>
                <a:lnTo>
                  <a:pt x="685729" y="839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2" name="9wq3_5_official_ReferenceLigand_39">
            <a:extLst>
              <a:ext uri="{FF2B5EF4-FFF2-40B4-BE49-F238E27FC236}">
                <a16:creationId xmlns:a16="http://schemas.microsoft.com/office/drawing/2014/main" id="{1D53F3C8-6044-431B-9416-5F9695CA8725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5382" y="534888"/>
                </a:moveTo>
                <a:lnTo>
                  <a:pt x="1711542" y="6258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3" name="9wq3_5_official_ReferenceLigand_40">
            <a:extLst>
              <a:ext uri="{FF2B5EF4-FFF2-40B4-BE49-F238E27FC236}">
                <a16:creationId xmlns:a16="http://schemas.microsoft.com/office/drawing/2014/main" id="{C5143327-5CB8-4E5D-95C9-2DE947FD68FA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7428" y="899770"/>
                </a:moveTo>
                <a:lnTo>
                  <a:pt x="1940806" y="90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4" name="9wq3_5_official_ReferenceLigand_41">
            <a:extLst>
              <a:ext uri="{FF2B5EF4-FFF2-40B4-BE49-F238E27FC236}">
                <a16:creationId xmlns:a16="http://schemas.microsoft.com/office/drawing/2014/main" id="{59019F4C-E574-4403-A987-0D38218F0CD2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5729" y="839426"/>
                </a:moveTo>
                <a:lnTo>
                  <a:pt x="530509" y="783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5" name="9wq3_5_official_ReferenceLigand_42">
            <a:extLst>
              <a:ext uri="{FF2B5EF4-FFF2-40B4-BE49-F238E27FC236}">
                <a16:creationId xmlns:a16="http://schemas.microsoft.com/office/drawing/2014/main" id="{010DD0AF-E0A4-4B49-80B9-C2EE28C99960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858" y="1189114"/>
                </a:moveTo>
                <a:lnTo>
                  <a:pt x="1584889" y="11838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6" name="9wq3_5_official_ReferenceLigand_43">
            <a:extLst>
              <a:ext uri="{FF2B5EF4-FFF2-40B4-BE49-F238E27FC236}">
                <a16:creationId xmlns:a16="http://schemas.microsoft.com/office/drawing/2014/main" id="{46697902-55CA-48FA-9444-A498737AC900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4646" y="815954"/>
                </a:moveTo>
                <a:lnTo>
                  <a:pt x="1857428" y="8997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7" name="9wq3_5_official_ReferenceLigand_44">
            <a:extLst>
              <a:ext uri="{FF2B5EF4-FFF2-40B4-BE49-F238E27FC236}">
                <a16:creationId xmlns:a16="http://schemas.microsoft.com/office/drawing/2014/main" id="{45ABC89F-AEF0-4CBC-8A3D-ECF16B9AB3A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1542" y="625895"/>
                </a:moveTo>
                <a:lnTo>
                  <a:pt x="1694646" y="8159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8" name="9wq3_5_official_ReferenceLigand_45">
            <a:extLst>
              <a:ext uri="{FF2B5EF4-FFF2-40B4-BE49-F238E27FC236}">
                <a16:creationId xmlns:a16="http://schemas.microsoft.com/office/drawing/2014/main" id="{FF6B187A-B58F-4C31-ADE8-F1447CD5762D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7428" y="899770"/>
                </a:moveTo>
                <a:lnTo>
                  <a:pt x="1828714" y="1074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9" name="9wq3_5_official_ReferenceLigand_46">
            <a:extLst>
              <a:ext uri="{FF2B5EF4-FFF2-40B4-BE49-F238E27FC236}">
                <a16:creationId xmlns:a16="http://schemas.microsoft.com/office/drawing/2014/main" id="{25492818-9688-4093-B1ED-6D0186824FC6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354" y="889824"/>
                </a:moveTo>
                <a:lnTo>
                  <a:pt x="1694646" y="8159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0" name="9wq3_5_official_ReferenceLigand_47">
            <a:extLst>
              <a:ext uri="{FF2B5EF4-FFF2-40B4-BE49-F238E27FC236}">
                <a16:creationId xmlns:a16="http://schemas.microsoft.com/office/drawing/2014/main" id="{E5E08C7C-6EB3-4DDB-B3BD-620E4ECE2F8F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1462" y="1074387"/>
                </a:moveTo>
                <a:lnTo>
                  <a:pt x="1540858" y="1189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1" name="9wq3_5_official_ReferenceLigand_48">
            <a:extLst>
              <a:ext uri="{FF2B5EF4-FFF2-40B4-BE49-F238E27FC236}">
                <a16:creationId xmlns:a16="http://schemas.microsoft.com/office/drawing/2014/main" id="{3ADDF748-552F-4AD1-9B36-06D17AB58C42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8714" y="1074961"/>
                </a:moveTo>
                <a:lnTo>
                  <a:pt x="1651462" y="10743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2" name="9wq3_5_official_ReferenceLigand_49">
            <a:extLst>
              <a:ext uri="{FF2B5EF4-FFF2-40B4-BE49-F238E27FC236}">
                <a16:creationId xmlns:a16="http://schemas.microsoft.com/office/drawing/2014/main" id="{5BB6380F-C67E-4347-9090-0959C72B28A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1462" y="1074387"/>
                </a:moveTo>
                <a:lnTo>
                  <a:pt x="1590354" y="8898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3" name="9wq3_5_official_ReferenceLigand_50">
            <a:extLst>
              <a:ext uri="{FF2B5EF4-FFF2-40B4-BE49-F238E27FC236}">
                <a16:creationId xmlns:a16="http://schemas.microsoft.com/office/drawing/2014/main" id="{A736B22D-3F1F-4ED7-AC84-9E3597F2EC92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354" y="889824"/>
                </a:moveTo>
                <a:lnTo>
                  <a:pt x="1623795" y="801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4" name="9wq3_5_official_PredictedLigand_0">
            <a:extLst>
              <a:ext uri="{FF2B5EF4-FFF2-40B4-BE49-F238E27FC236}">
                <a16:creationId xmlns:a16="http://schemas.microsoft.com/office/drawing/2014/main" id="{3402D34F-7C9D-4E36-8226-D821C7994FF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3256" y="938811"/>
                </a:moveTo>
                <a:lnTo>
                  <a:pt x="1638193" y="9535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5" name="9wq3_5_official_PredictedLigand_1">
            <a:extLst>
              <a:ext uri="{FF2B5EF4-FFF2-40B4-BE49-F238E27FC236}">
                <a16:creationId xmlns:a16="http://schemas.microsoft.com/office/drawing/2014/main" id="{0B8E99BC-B291-4866-A539-C83516618A1C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3256" y="938811"/>
                </a:moveTo>
                <a:lnTo>
                  <a:pt x="1365920" y="8919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6" name="9wq3_5_official_PredictedLigand_2">
            <a:extLst>
              <a:ext uri="{FF2B5EF4-FFF2-40B4-BE49-F238E27FC236}">
                <a16:creationId xmlns:a16="http://schemas.microsoft.com/office/drawing/2014/main" id="{9C02BA8F-BB05-49B5-A40C-864CCB4C030D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1214" y="1146084"/>
                </a:moveTo>
                <a:lnTo>
                  <a:pt x="1876410" y="12192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7" name="9wq3_5_official_PredictedLigand_3">
            <a:extLst>
              <a:ext uri="{FF2B5EF4-FFF2-40B4-BE49-F238E27FC236}">
                <a16:creationId xmlns:a16="http://schemas.microsoft.com/office/drawing/2014/main" id="{D7BBDC5A-F769-4CA0-9293-98FA8ED40C60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3256" y="938811"/>
                </a:moveTo>
                <a:lnTo>
                  <a:pt x="1555867" y="1116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8" name="9wq3_5_official_PredictedLigand_4">
            <a:extLst>
              <a:ext uri="{FF2B5EF4-FFF2-40B4-BE49-F238E27FC236}">
                <a16:creationId xmlns:a16="http://schemas.microsoft.com/office/drawing/2014/main" id="{9DE4505D-70DD-4AD4-BA26-3075B3BD361F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327" y="799614"/>
                </a:moveTo>
                <a:lnTo>
                  <a:pt x="1553256" y="9388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9" name="9wq3_5_official_PredictedLigand_5">
            <a:extLst>
              <a:ext uri="{FF2B5EF4-FFF2-40B4-BE49-F238E27FC236}">
                <a16:creationId xmlns:a16="http://schemas.microsoft.com/office/drawing/2014/main" id="{742B923A-CD03-4EC9-B59A-EDBC2101FC6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1214" y="1146084"/>
                </a:moveTo>
                <a:lnTo>
                  <a:pt x="1705321" y="1155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0" name="9wq3_5_official_PredictedLigand_6">
            <a:extLst>
              <a:ext uri="{FF2B5EF4-FFF2-40B4-BE49-F238E27FC236}">
                <a16:creationId xmlns:a16="http://schemas.microsoft.com/office/drawing/2014/main" id="{F8BCA1A3-B054-4EA5-852D-41B303295C7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5867" y="1116572"/>
                </a:moveTo>
                <a:lnTo>
                  <a:pt x="1705321" y="1155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1" name="9wq3_5_official_PredictedLigand_7">
            <a:extLst>
              <a:ext uri="{FF2B5EF4-FFF2-40B4-BE49-F238E27FC236}">
                <a16:creationId xmlns:a16="http://schemas.microsoft.com/office/drawing/2014/main" id="{1148CDF4-726D-4477-BC96-2FCCB34F62F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436" y="1222101"/>
                </a:moveTo>
                <a:lnTo>
                  <a:pt x="1871214" y="11460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2" name="9wq3_5_official_PredictedLigand_8">
            <a:extLst>
              <a:ext uri="{FF2B5EF4-FFF2-40B4-BE49-F238E27FC236}">
                <a16:creationId xmlns:a16="http://schemas.microsoft.com/office/drawing/2014/main" id="{08773283-1741-4C25-BC3A-A735E42D67B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360" y="631411"/>
                </a:moveTo>
                <a:lnTo>
                  <a:pt x="1641327" y="799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3" name="9wq3_5_official_PredictedLigand_9">
            <a:extLst>
              <a:ext uri="{FF2B5EF4-FFF2-40B4-BE49-F238E27FC236}">
                <a16:creationId xmlns:a16="http://schemas.microsoft.com/office/drawing/2014/main" id="{FD17CD92-A081-4593-87DE-6A2FF262DBF1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436" y="1222101"/>
                </a:moveTo>
                <a:lnTo>
                  <a:pt x="2107392" y="10886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4" name="9wq3_5_official_PredictedLigand_10">
            <a:extLst>
              <a:ext uri="{FF2B5EF4-FFF2-40B4-BE49-F238E27FC236}">
                <a16:creationId xmlns:a16="http://schemas.microsoft.com/office/drawing/2014/main" id="{F0260659-DD82-4111-8475-3693C61D322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321" y="1155682"/>
                </a:moveTo>
                <a:lnTo>
                  <a:pt x="1731054" y="12858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5" name="9wq3_5_official_PredictedLigand_11">
            <a:extLst>
              <a:ext uri="{FF2B5EF4-FFF2-40B4-BE49-F238E27FC236}">
                <a16:creationId xmlns:a16="http://schemas.microsoft.com/office/drawing/2014/main" id="{FBBA707A-D9D2-436D-88B0-EE872A0BC1D5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27" y="549149"/>
                </a:moveTo>
                <a:lnTo>
                  <a:pt x="1611360" y="631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6" name="9wq3_5_official_PredictedLigand_12">
            <a:extLst>
              <a:ext uri="{FF2B5EF4-FFF2-40B4-BE49-F238E27FC236}">
                <a16:creationId xmlns:a16="http://schemas.microsoft.com/office/drawing/2014/main" id="{A735D989-6B13-401A-99AE-BF6F2F45925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71" y="1315121"/>
                </a:moveTo>
                <a:lnTo>
                  <a:pt x="2000436" y="12221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7" name="9wq3_5_official_PredictedLigand_13">
            <a:extLst>
              <a:ext uri="{FF2B5EF4-FFF2-40B4-BE49-F238E27FC236}">
                <a16:creationId xmlns:a16="http://schemas.microsoft.com/office/drawing/2014/main" id="{1143CF59-EE76-4770-AB59-D84D7E63603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1054" y="1285866"/>
                </a:moveTo>
                <a:lnTo>
                  <a:pt x="1908871" y="1315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8" name="9wq3_5_official_PredictedLigand_14">
            <a:extLst>
              <a:ext uri="{FF2B5EF4-FFF2-40B4-BE49-F238E27FC236}">
                <a16:creationId xmlns:a16="http://schemas.microsoft.com/office/drawing/2014/main" id="{918E67B2-252F-43AF-8B66-55D5DB0BFEB7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392" y="1088619"/>
                </a:moveTo>
                <a:lnTo>
                  <a:pt x="2026425" y="10148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9" name="9wq3_5_official_PredictedLigand_15">
            <a:extLst>
              <a:ext uri="{FF2B5EF4-FFF2-40B4-BE49-F238E27FC236}">
                <a16:creationId xmlns:a16="http://schemas.microsoft.com/office/drawing/2014/main" id="{BF8694AA-64A8-435F-8946-272B9200EFAA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7209" y="834144"/>
                </a:moveTo>
                <a:lnTo>
                  <a:pt x="1171747" y="7627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40" name="9wq3_5_official_PredictedLigand_16">
            <a:extLst>
              <a:ext uri="{FF2B5EF4-FFF2-40B4-BE49-F238E27FC236}">
                <a16:creationId xmlns:a16="http://schemas.microsoft.com/office/drawing/2014/main" id="{3BDAFAA2-EACF-469D-89E7-EAF1497D6F6C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1157" y="871544"/>
                </a:moveTo>
                <a:lnTo>
                  <a:pt x="1027209" y="834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41" name="9wq3_5_official_PredictedLigand_17">
            <a:extLst>
              <a:ext uri="{FF2B5EF4-FFF2-40B4-BE49-F238E27FC236}">
                <a16:creationId xmlns:a16="http://schemas.microsoft.com/office/drawing/2014/main" id="{0C7F2AF4-D61B-452E-AB77-7EBEE311EA15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3730" y="515111"/>
                </a:moveTo>
                <a:lnTo>
                  <a:pt x="1612227" y="549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42" name="9wq3_5_official_PredictedLigand_18">
            <a:extLst>
              <a:ext uri="{FF2B5EF4-FFF2-40B4-BE49-F238E27FC236}">
                <a16:creationId xmlns:a16="http://schemas.microsoft.com/office/drawing/2014/main" id="{6F3BCBE0-3CEB-4B95-93EF-EE6BD520367D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1054" y="1285866"/>
                </a:moveTo>
                <a:lnTo>
                  <a:pt x="1657775" y="12591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43" name="9wq3_5_official_PredictedLigand_19">
            <a:extLst>
              <a:ext uri="{FF2B5EF4-FFF2-40B4-BE49-F238E27FC236}">
                <a16:creationId xmlns:a16="http://schemas.microsoft.com/office/drawing/2014/main" id="{8134F00A-1D8D-41EE-B2AC-44B6375A06F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424" y="660531"/>
                </a:moveTo>
                <a:lnTo>
                  <a:pt x="1612227" y="549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44" name="9wq3_5_official_PredictedLigand_20">
            <a:extLst>
              <a:ext uri="{FF2B5EF4-FFF2-40B4-BE49-F238E27FC236}">
                <a16:creationId xmlns:a16="http://schemas.microsoft.com/office/drawing/2014/main" id="{2BFCC32E-EB49-4A0B-94F0-65170D1EA4A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3021" y="709583"/>
                </a:moveTo>
                <a:lnTo>
                  <a:pt x="1707424" y="6605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45" name="9wq3_5_official_PredictedLigand_21">
            <a:extLst>
              <a:ext uri="{FF2B5EF4-FFF2-40B4-BE49-F238E27FC236}">
                <a16:creationId xmlns:a16="http://schemas.microsoft.com/office/drawing/2014/main" id="{EBC99D9E-C04B-4391-9F37-2FE7695C81D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4014" y="1329124"/>
                </a:moveTo>
                <a:lnTo>
                  <a:pt x="1152360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46" name="9wq3_5_official_PredictedLigand_22">
            <a:extLst>
              <a:ext uri="{FF2B5EF4-FFF2-40B4-BE49-F238E27FC236}">
                <a16:creationId xmlns:a16="http://schemas.microsoft.com/office/drawing/2014/main" id="{20A8DF7C-52EC-4033-B900-F6196A620A1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150" y="820371"/>
                </a:moveTo>
                <a:lnTo>
                  <a:pt x="1873021" y="70958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47" name="9wq3_5_official_PredictedLigand_23">
            <a:extLst>
              <a:ext uri="{FF2B5EF4-FFF2-40B4-BE49-F238E27FC236}">
                <a16:creationId xmlns:a16="http://schemas.microsoft.com/office/drawing/2014/main" id="{21D62EC6-530F-434C-9F6A-8B333FF1A142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150" y="820371"/>
                </a:moveTo>
                <a:lnTo>
                  <a:pt x="2193035" y="74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48" name="9wq3_5_official_PredictedLigand_24">
            <a:extLst>
              <a:ext uri="{FF2B5EF4-FFF2-40B4-BE49-F238E27FC236}">
                <a16:creationId xmlns:a16="http://schemas.microsoft.com/office/drawing/2014/main" id="{7DA1413F-70DB-445F-BFBA-5603C5CF3FB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4014" y="1329124"/>
                </a:moveTo>
                <a:lnTo>
                  <a:pt x="1359455" y="12972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49" name="9wq3_5_official_PredictedLigand_25">
            <a:extLst>
              <a:ext uri="{FF2B5EF4-FFF2-40B4-BE49-F238E27FC236}">
                <a16:creationId xmlns:a16="http://schemas.microsoft.com/office/drawing/2014/main" id="{A956427B-6E00-4C28-BD31-1252E93B6C0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6425" y="1014854"/>
                </a:moveTo>
                <a:lnTo>
                  <a:pt x="2022150" y="82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50" name="9wq3_5_official_PredictedLigand_26">
            <a:extLst>
              <a:ext uri="{FF2B5EF4-FFF2-40B4-BE49-F238E27FC236}">
                <a16:creationId xmlns:a16="http://schemas.microsoft.com/office/drawing/2014/main" id="{FA7B7CF6-01B6-405A-B0C5-0807CCAC0532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455" y="1297232"/>
                </a:moveTo>
                <a:lnTo>
                  <a:pt x="1489570" y="12760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51" name="9wq3_5_official_PredictedLigand_27">
            <a:extLst>
              <a:ext uri="{FF2B5EF4-FFF2-40B4-BE49-F238E27FC236}">
                <a16:creationId xmlns:a16="http://schemas.microsoft.com/office/drawing/2014/main" id="{5255CBD0-5107-42A9-B3E9-F9BCECC20C4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1747" y="762765"/>
                </a:moveTo>
                <a:lnTo>
                  <a:pt x="1183749" y="7325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52" name="9wq3_5_official_PredictedLigand_28">
            <a:extLst>
              <a:ext uri="{FF2B5EF4-FFF2-40B4-BE49-F238E27FC236}">
                <a16:creationId xmlns:a16="http://schemas.microsoft.com/office/drawing/2014/main" id="{8EBAD6EC-517C-4A8E-9CF7-D616A3CD1190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9570" y="1276096"/>
                </a:moveTo>
                <a:lnTo>
                  <a:pt x="1657775" y="12591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53" name="9wq3_5_official_PredictedLigand_29">
            <a:extLst>
              <a:ext uri="{FF2B5EF4-FFF2-40B4-BE49-F238E27FC236}">
                <a16:creationId xmlns:a16="http://schemas.microsoft.com/office/drawing/2014/main" id="{4C254CCA-D0BF-4AE0-8601-34987810F7D0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4437" y="548543"/>
                </a:moveTo>
                <a:lnTo>
                  <a:pt x="1453730" y="5151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54" name="9wq3_5_official_PredictedLigand_30">
            <a:extLst>
              <a:ext uri="{FF2B5EF4-FFF2-40B4-BE49-F238E27FC236}">
                <a16:creationId xmlns:a16="http://schemas.microsoft.com/office/drawing/2014/main" id="{A39615B9-8AED-4173-B078-F004DA13D19A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8238" y="842511"/>
                </a:moveTo>
                <a:lnTo>
                  <a:pt x="891157" y="8715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55" name="9wq3_5_official_PredictedLigand_31">
            <a:extLst>
              <a:ext uri="{FF2B5EF4-FFF2-40B4-BE49-F238E27FC236}">
                <a16:creationId xmlns:a16="http://schemas.microsoft.com/office/drawing/2014/main" id="{95F36746-39E3-4C88-9C78-D17A8AF0D442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424" y="660531"/>
                </a:moveTo>
                <a:lnTo>
                  <a:pt x="1634726" y="6018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56" name="9wq3_5_official_PredictedLigand_32">
            <a:extLst>
              <a:ext uri="{FF2B5EF4-FFF2-40B4-BE49-F238E27FC236}">
                <a16:creationId xmlns:a16="http://schemas.microsoft.com/office/drawing/2014/main" id="{47826978-BE9C-4745-B9F1-F3BB5117EEF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775" y="1259190"/>
                </a:moveTo>
                <a:lnTo>
                  <a:pt x="1735914" y="12199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57" name="9wq3_5_official_PredictedLigand_33">
            <a:extLst>
              <a:ext uri="{FF2B5EF4-FFF2-40B4-BE49-F238E27FC236}">
                <a16:creationId xmlns:a16="http://schemas.microsoft.com/office/drawing/2014/main" id="{D8CFF0B7-2C8A-40D4-A43F-81C948817702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712" y="1333500"/>
                </a:moveTo>
                <a:lnTo>
                  <a:pt x="1204014" y="132912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58" name="9wq3_5_official_PredictedLigand_34">
            <a:extLst>
              <a:ext uri="{FF2B5EF4-FFF2-40B4-BE49-F238E27FC236}">
                <a16:creationId xmlns:a16="http://schemas.microsoft.com/office/drawing/2014/main" id="{70C7FFC7-B47F-441C-A69D-A9DF17353CF6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150" y="820371"/>
                </a:moveTo>
                <a:lnTo>
                  <a:pt x="1997630" y="8024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59" name="9wq3_5_official_PredictedLigand_35">
            <a:extLst>
              <a:ext uri="{FF2B5EF4-FFF2-40B4-BE49-F238E27FC236}">
                <a16:creationId xmlns:a16="http://schemas.microsoft.com/office/drawing/2014/main" id="{D190C219-4A96-4F54-B249-3FA679C56C67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749" y="732564"/>
                </a:moveTo>
                <a:lnTo>
                  <a:pt x="1311207" y="6564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60" name="9wq3_5_official_PredictedLigand_36">
            <a:extLst>
              <a:ext uri="{FF2B5EF4-FFF2-40B4-BE49-F238E27FC236}">
                <a16:creationId xmlns:a16="http://schemas.microsoft.com/office/drawing/2014/main" id="{36F5C60D-5FF6-49B4-9779-FAF49B174426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9570" y="1276096"/>
                </a:moveTo>
                <a:lnTo>
                  <a:pt x="1466112" y="1271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61" name="9wq3_5_official_PredictedLigand_37">
            <a:extLst>
              <a:ext uri="{FF2B5EF4-FFF2-40B4-BE49-F238E27FC236}">
                <a16:creationId xmlns:a16="http://schemas.microsoft.com/office/drawing/2014/main" id="{817A481A-F7C8-4976-80E0-2E2448051A1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749" y="732564"/>
                </a:moveTo>
                <a:lnTo>
                  <a:pt x="1051283" y="7816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62" name="9wq3_5_official_PredictedLigand_38">
            <a:extLst>
              <a:ext uri="{FF2B5EF4-FFF2-40B4-BE49-F238E27FC236}">
                <a16:creationId xmlns:a16="http://schemas.microsoft.com/office/drawing/2014/main" id="{4D103A84-4D13-429C-BB0B-D1005803B9AB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4726" y="601860"/>
                </a:moveTo>
                <a:lnTo>
                  <a:pt x="1454437" y="54854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63" name="9wq3_5_official_PredictedLigand_39">
            <a:extLst>
              <a:ext uri="{FF2B5EF4-FFF2-40B4-BE49-F238E27FC236}">
                <a16:creationId xmlns:a16="http://schemas.microsoft.com/office/drawing/2014/main" id="{DAF0E965-0573-47B1-9FBA-DE4579D979C5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4437" y="548543"/>
                </a:moveTo>
                <a:lnTo>
                  <a:pt x="1311207" y="6564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64" name="9wq3_5_official_PredictedLigand_40">
            <a:extLst>
              <a:ext uri="{FF2B5EF4-FFF2-40B4-BE49-F238E27FC236}">
                <a16:creationId xmlns:a16="http://schemas.microsoft.com/office/drawing/2014/main" id="{D0E2818C-1735-4664-8820-F4445F1E44D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1283" y="781616"/>
                </a:moveTo>
                <a:lnTo>
                  <a:pt x="898238" y="8425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65" name="9wq3_5_official_PredictedLigand_41">
            <a:extLst>
              <a:ext uri="{FF2B5EF4-FFF2-40B4-BE49-F238E27FC236}">
                <a16:creationId xmlns:a16="http://schemas.microsoft.com/office/drawing/2014/main" id="{2FAACCE8-8FB7-455F-91BD-DDEDFDC7E9B4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8238" y="842511"/>
                </a:moveTo>
                <a:lnTo>
                  <a:pt x="756787" y="8697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66" name="9wq3_5_official_PredictedLigand_42">
            <a:extLst>
              <a:ext uri="{FF2B5EF4-FFF2-40B4-BE49-F238E27FC236}">
                <a16:creationId xmlns:a16="http://schemas.microsoft.com/office/drawing/2014/main" id="{68C7FF75-C3A7-4AF7-BE1B-6AE32E824DCF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8398" y="466376"/>
                </a:moveTo>
                <a:lnTo>
                  <a:pt x="1634726" y="6018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67" name="9wq3_5_official_PredictedLigand_43">
            <a:extLst>
              <a:ext uri="{FF2B5EF4-FFF2-40B4-BE49-F238E27FC236}">
                <a16:creationId xmlns:a16="http://schemas.microsoft.com/office/drawing/2014/main" id="{03B65BEF-C477-414F-86CB-64F1819E2210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5914" y="1219930"/>
                </a:moveTo>
                <a:lnTo>
                  <a:pt x="1621221" y="12261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68" name="9wq3_5_official_PredictedLigand_44">
            <a:extLst>
              <a:ext uri="{FF2B5EF4-FFF2-40B4-BE49-F238E27FC236}">
                <a16:creationId xmlns:a16="http://schemas.microsoft.com/office/drawing/2014/main" id="{D3574C27-6979-4E2E-9900-AD80976FBAE9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6611" y="1315608"/>
                </a:moveTo>
                <a:lnTo>
                  <a:pt x="1221069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69" name="9wq3_5_official_PredictedLigand_45">
            <a:extLst>
              <a:ext uri="{FF2B5EF4-FFF2-40B4-BE49-F238E27FC236}">
                <a16:creationId xmlns:a16="http://schemas.microsoft.com/office/drawing/2014/main" id="{4E381234-7EF5-4397-BFB7-0A0C856C5B21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1221" y="1226100"/>
                </a:moveTo>
                <a:lnTo>
                  <a:pt x="1466112" y="1271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70" name="9wq3_5_official_PredictedLigand_46">
            <a:extLst>
              <a:ext uri="{FF2B5EF4-FFF2-40B4-BE49-F238E27FC236}">
                <a16:creationId xmlns:a16="http://schemas.microsoft.com/office/drawing/2014/main" id="{0C520524-EA98-4607-AE46-292C3F9E95ED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112" y="1271261"/>
                </a:moveTo>
                <a:lnTo>
                  <a:pt x="1306611" y="13156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71" name="9wq3_5_official_PredictedLigand_47">
            <a:extLst>
              <a:ext uri="{FF2B5EF4-FFF2-40B4-BE49-F238E27FC236}">
                <a16:creationId xmlns:a16="http://schemas.microsoft.com/office/drawing/2014/main" id="{899960DB-25FC-4282-AE2C-67133F9A6218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1207" y="656426"/>
                </a:moveTo>
                <a:lnTo>
                  <a:pt x="1270000" y="6855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72" name="9wq3_5_official_PredictedLigand_48">
            <a:extLst>
              <a:ext uri="{FF2B5EF4-FFF2-40B4-BE49-F238E27FC236}">
                <a16:creationId xmlns:a16="http://schemas.microsoft.com/office/drawing/2014/main" id="{8051B71C-9C93-416E-A8AB-6CC7E42A1DC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463" y="754140"/>
                </a:moveTo>
                <a:lnTo>
                  <a:pt x="1051283" y="7816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73" name="9wq3_5_official_PredictedLigand_49">
            <a:extLst>
              <a:ext uri="{FF2B5EF4-FFF2-40B4-BE49-F238E27FC236}">
                <a16:creationId xmlns:a16="http://schemas.microsoft.com/office/drawing/2014/main" id="{90F36E71-7777-45F3-9614-21B495CEE553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000" y="685545"/>
                </a:moveTo>
                <a:lnTo>
                  <a:pt x="1111463" y="7541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74" name="9wq3_5_official_PredictedLigand_50">
            <a:extLst>
              <a:ext uri="{FF2B5EF4-FFF2-40B4-BE49-F238E27FC236}">
                <a16:creationId xmlns:a16="http://schemas.microsoft.com/office/drawing/2014/main" id="{41E4425D-E55C-4BF7-88CD-EF37007730CE}"/>
              </a:ext>
            </a:extLst>
          </p:cNvPr>
          <p:cNvSpPr>
            <a:spLocks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6611" y="1315608"/>
                </a:moveTo>
                <a:lnTo>
                  <a:pt x="1285344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75" name="9wq3_5_official_PredictedAtoms_0">
            <a:extLst>
              <a:ext uri="{FF2B5EF4-FFF2-40B4-BE49-F238E27FC236}">
                <a16:creationId xmlns:a16="http://schemas.microsoft.com/office/drawing/2014/main" id="{D7077C42-CAAC-4152-B642-D4A83D6B8982}"/>
              </a:ext>
            </a:extLst>
          </p:cNvPr>
          <p:cNvSpPr>
            <a:spLocks/>
          </p:cNvSpPr>
          <p:nvPr/>
        </p:nvSpPr>
        <p:spPr>
          <a:xfrm>
            <a:off x="1960806" y="48221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6" name="9wq3_5_official_PredictedAtoms_1">
            <a:extLst>
              <a:ext uri="{FF2B5EF4-FFF2-40B4-BE49-F238E27FC236}">
                <a16:creationId xmlns:a16="http://schemas.microsoft.com/office/drawing/2014/main" id="{3D82E6C4-7FCA-4153-858C-ECC0197ECA5E}"/>
              </a:ext>
            </a:extLst>
          </p:cNvPr>
          <p:cNvSpPr>
            <a:spLocks/>
          </p:cNvSpPr>
          <p:nvPr/>
        </p:nvSpPr>
        <p:spPr>
          <a:xfrm>
            <a:off x="1847133" y="49576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7" name="9wq3_5_official_PredictedAtoms_2">
            <a:extLst>
              <a:ext uri="{FF2B5EF4-FFF2-40B4-BE49-F238E27FC236}">
                <a16:creationId xmlns:a16="http://schemas.microsoft.com/office/drawing/2014/main" id="{3FE2F746-59E8-404D-9417-0F30796B997C}"/>
              </a:ext>
            </a:extLst>
          </p:cNvPr>
          <p:cNvSpPr>
            <a:spLocks/>
          </p:cNvSpPr>
          <p:nvPr/>
        </p:nvSpPr>
        <p:spPr>
          <a:xfrm>
            <a:off x="1666844" y="49043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8" name="9wq3_5_official_PredictedAtoms_3">
            <a:extLst>
              <a:ext uri="{FF2B5EF4-FFF2-40B4-BE49-F238E27FC236}">
                <a16:creationId xmlns:a16="http://schemas.microsoft.com/office/drawing/2014/main" id="{920FEEE7-E99C-4C6E-9B5E-7455FB0041B2}"/>
              </a:ext>
            </a:extLst>
          </p:cNvPr>
          <p:cNvSpPr>
            <a:spLocks/>
          </p:cNvSpPr>
          <p:nvPr/>
        </p:nvSpPr>
        <p:spPr>
          <a:xfrm>
            <a:off x="1523614" y="50122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9" name="9wq3_5_official_PredictedAtoms_4">
            <a:extLst>
              <a:ext uri="{FF2B5EF4-FFF2-40B4-BE49-F238E27FC236}">
                <a16:creationId xmlns:a16="http://schemas.microsoft.com/office/drawing/2014/main" id="{7B14AF67-3595-47CF-B712-40298CCFB5BD}"/>
              </a:ext>
            </a:extLst>
          </p:cNvPr>
          <p:cNvSpPr>
            <a:spLocks/>
          </p:cNvSpPr>
          <p:nvPr/>
        </p:nvSpPr>
        <p:spPr>
          <a:xfrm>
            <a:off x="1482408" y="5041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0" name="9wq3_5_official_PredictedAtoms_5">
            <a:extLst>
              <a:ext uri="{FF2B5EF4-FFF2-40B4-BE49-F238E27FC236}">
                <a16:creationId xmlns:a16="http://schemas.microsoft.com/office/drawing/2014/main" id="{DE6EECC9-D4C8-4566-85D7-2328CD5F6EFA}"/>
              </a:ext>
            </a:extLst>
          </p:cNvPr>
          <p:cNvSpPr>
            <a:spLocks/>
          </p:cNvSpPr>
          <p:nvPr/>
        </p:nvSpPr>
        <p:spPr>
          <a:xfrm>
            <a:off x="1323870" y="51099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1" name="9wq3_5_official_PredictedAtoms_6">
            <a:extLst>
              <a:ext uri="{FF2B5EF4-FFF2-40B4-BE49-F238E27FC236}">
                <a16:creationId xmlns:a16="http://schemas.microsoft.com/office/drawing/2014/main" id="{50A50462-CB8E-479C-A8E5-43FDD79FF660}"/>
              </a:ext>
            </a:extLst>
          </p:cNvPr>
          <p:cNvSpPr>
            <a:spLocks/>
          </p:cNvSpPr>
          <p:nvPr/>
        </p:nvSpPr>
        <p:spPr>
          <a:xfrm>
            <a:off x="1263690" y="51373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2" name="9wq3_5_official_PredictedAtoms_7">
            <a:extLst>
              <a:ext uri="{FF2B5EF4-FFF2-40B4-BE49-F238E27FC236}">
                <a16:creationId xmlns:a16="http://schemas.microsoft.com/office/drawing/2014/main" id="{51175A79-982B-4BBC-B606-9C2C0339DFDB}"/>
              </a:ext>
            </a:extLst>
          </p:cNvPr>
          <p:cNvSpPr>
            <a:spLocks/>
          </p:cNvSpPr>
          <p:nvPr/>
        </p:nvSpPr>
        <p:spPr>
          <a:xfrm>
            <a:off x="1110646" y="51982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3" name="9wq3_5_official_PredictedAtoms_8">
            <a:extLst>
              <a:ext uri="{FF2B5EF4-FFF2-40B4-BE49-F238E27FC236}">
                <a16:creationId xmlns:a16="http://schemas.microsoft.com/office/drawing/2014/main" id="{01C23BBE-3365-4119-9445-FAC307A4C49B}"/>
              </a:ext>
            </a:extLst>
          </p:cNvPr>
          <p:cNvSpPr>
            <a:spLocks/>
          </p:cNvSpPr>
          <p:nvPr/>
        </p:nvSpPr>
        <p:spPr>
          <a:xfrm>
            <a:off x="969195" y="5225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4" name="9wq3_5_official_PredictedAtoms_9">
            <a:extLst>
              <a:ext uri="{FF2B5EF4-FFF2-40B4-BE49-F238E27FC236}">
                <a16:creationId xmlns:a16="http://schemas.microsoft.com/office/drawing/2014/main" id="{584D635D-FDEB-424C-B7E9-7F1C165E1051}"/>
              </a:ext>
            </a:extLst>
          </p:cNvPr>
          <p:cNvSpPr>
            <a:spLocks/>
          </p:cNvSpPr>
          <p:nvPr/>
        </p:nvSpPr>
        <p:spPr>
          <a:xfrm>
            <a:off x="1103565" y="52273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5" name="9wq3_5_official_PredictedAtoms_10">
            <a:extLst>
              <a:ext uri="{FF2B5EF4-FFF2-40B4-BE49-F238E27FC236}">
                <a16:creationId xmlns:a16="http://schemas.microsoft.com/office/drawing/2014/main" id="{C0FA9A0E-C63A-4A99-81FF-F39A3401EEBD}"/>
              </a:ext>
            </a:extLst>
          </p:cNvPr>
          <p:cNvSpPr>
            <a:spLocks/>
          </p:cNvSpPr>
          <p:nvPr/>
        </p:nvSpPr>
        <p:spPr>
          <a:xfrm>
            <a:off x="1239616" y="51899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6" name="9wq3_5_official_PredictedAtoms_11">
            <a:extLst>
              <a:ext uri="{FF2B5EF4-FFF2-40B4-BE49-F238E27FC236}">
                <a16:creationId xmlns:a16="http://schemas.microsoft.com/office/drawing/2014/main" id="{C3F498BF-D95F-43C7-8C2C-C3767B6982A3}"/>
              </a:ext>
            </a:extLst>
          </p:cNvPr>
          <p:cNvSpPr>
            <a:spLocks/>
          </p:cNvSpPr>
          <p:nvPr/>
        </p:nvSpPr>
        <p:spPr>
          <a:xfrm>
            <a:off x="1384154" y="511854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7" name="9wq3_5_official_PredictedAtoms_12">
            <a:extLst>
              <a:ext uri="{FF2B5EF4-FFF2-40B4-BE49-F238E27FC236}">
                <a16:creationId xmlns:a16="http://schemas.microsoft.com/office/drawing/2014/main" id="{7C052B39-8E3B-4C4F-B6A3-EC515B7EE4A9}"/>
              </a:ext>
            </a:extLst>
          </p:cNvPr>
          <p:cNvSpPr>
            <a:spLocks/>
          </p:cNvSpPr>
          <p:nvPr/>
        </p:nvSpPr>
        <p:spPr>
          <a:xfrm>
            <a:off x="1396157" y="50883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8" name="9wq3_5_official_PredictedAtoms_13">
            <a:extLst>
              <a:ext uri="{FF2B5EF4-FFF2-40B4-BE49-F238E27FC236}">
                <a16:creationId xmlns:a16="http://schemas.microsoft.com/office/drawing/2014/main" id="{E2D5229D-0CE3-46C3-92DD-910018D8D6AD}"/>
              </a:ext>
            </a:extLst>
          </p:cNvPr>
          <p:cNvSpPr>
            <a:spLocks/>
          </p:cNvSpPr>
          <p:nvPr/>
        </p:nvSpPr>
        <p:spPr>
          <a:xfrm>
            <a:off x="1666137" y="48708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9" name="9wq3_5_official_PredictedAtoms_14">
            <a:extLst>
              <a:ext uri="{FF2B5EF4-FFF2-40B4-BE49-F238E27FC236}">
                <a16:creationId xmlns:a16="http://schemas.microsoft.com/office/drawing/2014/main" id="{43CCDCA8-9A09-45BD-9AB1-1F2D04D9E39E}"/>
              </a:ext>
            </a:extLst>
          </p:cNvPr>
          <p:cNvSpPr>
            <a:spLocks/>
          </p:cNvSpPr>
          <p:nvPr/>
        </p:nvSpPr>
        <p:spPr>
          <a:xfrm>
            <a:off x="1824634" y="49049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0" name="9wq3_5_official_PredictedAtoms_15">
            <a:extLst>
              <a:ext uri="{FF2B5EF4-FFF2-40B4-BE49-F238E27FC236}">
                <a16:creationId xmlns:a16="http://schemas.microsoft.com/office/drawing/2014/main" id="{5564C8F4-0603-41C1-91EE-FD938D5C85B8}"/>
              </a:ext>
            </a:extLst>
          </p:cNvPr>
          <p:cNvSpPr>
            <a:spLocks/>
          </p:cNvSpPr>
          <p:nvPr/>
        </p:nvSpPr>
        <p:spPr>
          <a:xfrm>
            <a:off x="1823768" y="49871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1" name="9wq3_5_official_PredictedAtoms_16">
            <a:extLst>
              <a:ext uri="{FF2B5EF4-FFF2-40B4-BE49-F238E27FC236}">
                <a16:creationId xmlns:a16="http://schemas.microsoft.com/office/drawing/2014/main" id="{AD800D52-E8F6-447E-9F07-7357120E4479}"/>
              </a:ext>
            </a:extLst>
          </p:cNvPr>
          <p:cNvSpPr>
            <a:spLocks/>
          </p:cNvSpPr>
          <p:nvPr/>
        </p:nvSpPr>
        <p:spPr>
          <a:xfrm>
            <a:off x="1853734" y="5155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2" name="9wq3_5_official_PredictedAtoms_17">
            <a:extLst>
              <a:ext uri="{FF2B5EF4-FFF2-40B4-BE49-F238E27FC236}">
                <a16:creationId xmlns:a16="http://schemas.microsoft.com/office/drawing/2014/main" id="{576B8746-B5F8-4167-AAD3-1090CCFDFBEE}"/>
              </a:ext>
            </a:extLst>
          </p:cNvPr>
          <p:cNvSpPr>
            <a:spLocks/>
          </p:cNvSpPr>
          <p:nvPr/>
        </p:nvSpPr>
        <p:spPr>
          <a:xfrm>
            <a:off x="1765664" y="52945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3" name="9wq3_5_official_PredictedAtoms_18">
            <a:extLst>
              <a:ext uri="{FF2B5EF4-FFF2-40B4-BE49-F238E27FC236}">
                <a16:creationId xmlns:a16="http://schemas.microsoft.com/office/drawing/2014/main" id="{DCAEFF92-3469-499A-BBBD-672447DE7D77}"/>
              </a:ext>
            </a:extLst>
          </p:cNvPr>
          <p:cNvSpPr>
            <a:spLocks/>
          </p:cNvSpPr>
          <p:nvPr/>
        </p:nvSpPr>
        <p:spPr>
          <a:xfrm>
            <a:off x="1850601" y="53093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4" name="9wq3_5_official_PredictedAtoms_19">
            <a:extLst>
              <a:ext uri="{FF2B5EF4-FFF2-40B4-BE49-F238E27FC236}">
                <a16:creationId xmlns:a16="http://schemas.microsoft.com/office/drawing/2014/main" id="{DF5AA14C-718E-4F0F-A4EF-FA980A2C31E0}"/>
              </a:ext>
            </a:extLst>
          </p:cNvPr>
          <p:cNvSpPr>
            <a:spLocks/>
          </p:cNvSpPr>
          <p:nvPr/>
        </p:nvSpPr>
        <p:spPr>
          <a:xfrm>
            <a:off x="1578327" y="52477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5" name="9wq3_5_official_PredictedAtoms_20">
            <a:extLst>
              <a:ext uri="{FF2B5EF4-FFF2-40B4-BE49-F238E27FC236}">
                <a16:creationId xmlns:a16="http://schemas.microsoft.com/office/drawing/2014/main" id="{6AD641E2-6053-4791-98ED-E93ADFD995B9}"/>
              </a:ext>
            </a:extLst>
          </p:cNvPr>
          <p:cNvSpPr>
            <a:spLocks/>
          </p:cNvSpPr>
          <p:nvPr/>
        </p:nvSpPr>
        <p:spPr>
          <a:xfrm>
            <a:off x="1768275" y="5472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6" name="9wq3_5_official_PredictedAtoms_21">
            <a:extLst>
              <a:ext uri="{FF2B5EF4-FFF2-40B4-BE49-F238E27FC236}">
                <a16:creationId xmlns:a16="http://schemas.microsoft.com/office/drawing/2014/main" id="{FAAFDC05-FF4F-4549-A36C-59AC4E9931AD}"/>
              </a:ext>
            </a:extLst>
          </p:cNvPr>
          <p:cNvSpPr>
            <a:spLocks/>
          </p:cNvSpPr>
          <p:nvPr/>
        </p:nvSpPr>
        <p:spPr>
          <a:xfrm>
            <a:off x="1917729" y="55114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7" name="9wq3_5_official_PredictedAtoms_22">
            <a:extLst>
              <a:ext uri="{FF2B5EF4-FFF2-40B4-BE49-F238E27FC236}">
                <a16:creationId xmlns:a16="http://schemas.microsoft.com/office/drawing/2014/main" id="{939F0711-747F-4BC4-869D-904719300811}"/>
              </a:ext>
            </a:extLst>
          </p:cNvPr>
          <p:cNvSpPr>
            <a:spLocks/>
          </p:cNvSpPr>
          <p:nvPr/>
        </p:nvSpPr>
        <p:spPr>
          <a:xfrm>
            <a:off x="1943462" y="5641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8" name="9wq3_5_official_PredictedAtoms_23">
            <a:extLst>
              <a:ext uri="{FF2B5EF4-FFF2-40B4-BE49-F238E27FC236}">
                <a16:creationId xmlns:a16="http://schemas.microsoft.com/office/drawing/2014/main" id="{8DC7FA88-89A0-440C-ABD5-F974E4AF29CC}"/>
              </a:ext>
            </a:extLst>
          </p:cNvPr>
          <p:cNvSpPr>
            <a:spLocks/>
          </p:cNvSpPr>
          <p:nvPr/>
        </p:nvSpPr>
        <p:spPr>
          <a:xfrm>
            <a:off x="1870182" y="56149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9" name="9wq3_5_official_PredictedAtoms_24">
            <a:extLst>
              <a:ext uri="{FF2B5EF4-FFF2-40B4-BE49-F238E27FC236}">
                <a16:creationId xmlns:a16="http://schemas.microsoft.com/office/drawing/2014/main" id="{7939A852-88C3-45F4-9C6F-DECB5EDA6521}"/>
              </a:ext>
            </a:extLst>
          </p:cNvPr>
          <p:cNvSpPr>
            <a:spLocks/>
          </p:cNvSpPr>
          <p:nvPr/>
        </p:nvSpPr>
        <p:spPr>
          <a:xfrm>
            <a:off x="1948321" y="55757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0" name="9wq3_5_official_PredictedAtoms_25">
            <a:extLst>
              <a:ext uri="{FF2B5EF4-FFF2-40B4-BE49-F238E27FC236}">
                <a16:creationId xmlns:a16="http://schemas.microsoft.com/office/drawing/2014/main" id="{66537165-4EDB-434D-8F33-DE9CC5939C3E}"/>
              </a:ext>
            </a:extLst>
          </p:cNvPr>
          <p:cNvSpPr>
            <a:spLocks/>
          </p:cNvSpPr>
          <p:nvPr/>
        </p:nvSpPr>
        <p:spPr>
          <a:xfrm>
            <a:off x="1833629" y="5581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1" name="9wq3_5_official_PredictedAtoms_26">
            <a:extLst>
              <a:ext uri="{FF2B5EF4-FFF2-40B4-BE49-F238E27FC236}">
                <a16:creationId xmlns:a16="http://schemas.microsoft.com/office/drawing/2014/main" id="{70CF2D34-E024-47FC-9667-265BADC21C72}"/>
              </a:ext>
            </a:extLst>
          </p:cNvPr>
          <p:cNvSpPr>
            <a:spLocks/>
          </p:cNvSpPr>
          <p:nvPr/>
        </p:nvSpPr>
        <p:spPr>
          <a:xfrm>
            <a:off x="1678520" y="56270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2" name="9wq3_5_official_PredictedAtoms_27">
            <a:extLst>
              <a:ext uri="{FF2B5EF4-FFF2-40B4-BE49-F238E27FC236}">
                <a16:creationId xmlns:a16="http://schemas.microsoft.com/office/drawing/2014/main" id="{71DB71B9-2CAD-4A37-ADF8-B6A7BD167D9F}"/>
              </a:ext>
            </a:extLst>
          </p:cNvPr>
          <p:cNvSpPr>
            <a:spLocks/>
          </p:cNvSpPr>
          <p:nvPr/>
        </p:nvSpPr>
        <p:spPr>
          <a:xfrm>
            <a:off x="1519018" y="56713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3" name="9wq3_5_official_PredictedAtoms_32">
            <a:extLst>
              <a:ext uri="{FF2B5EF4-FFF2-40B4-BE49-F238E27FC236}">
                <a16:creationId xmlns:a16="http://schemas.microsoft.com/office/drawing/2014/main" id="{85A82E4F-EBFF-4D5F-AB37-9E9B20779B30}"/>
              </a:ext>
            </a:extLst>
          </p:cNvPr>
          <p:cNvSpPr>
            <a:spLocks/>
          </p:cNvSpPr>
          <p:nvPr/>
        </p:nvSpPr>
        <p:spPr>
          <a:xfrm>
            <a:off x="1571862" y="5653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4" name="9wq3_5_official_PredictedAtoms_33">
            <a:extLst>
              <a:ext uri="{FF2B5EF4-FFF2-40B4-BE49-F238E27FC236}">
                <a16:creationId xmlns:a16="http://schemas.microsoft.com/office/drawing/2014/main" id="{A81F2157-F72D-436C-8D2D-B2EB2E52BB75}"/>
              </a:ext>
            </a:extLst>
          </p:cNvPr>
          <p:cNvSpPr>
            <a:spLocks/>
          </p:cNvSpPr>
          <p:nvPr/>
        </p:nvSpPr>
        <p:spPr>
          <a:xfrm>
            <a:off x="1701978" y="56318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5" name="9wq3_5_official_PredictedAtoms_34">
            <a:extLst>
              <a:ext uri="{FF2B5EF4-FFF2-40B4-BE49-F238E27FC236}">
                <a16:creationId xmlns:a16="http://schemas.microsoft.com/office/drawing/2014/main" id="{12608EE8-A019-45E7-B8AC-5465D86D091E}"/>
              </a:ext>
            </a:extLst>
          </p:cNvPr>
          <p:cNvSpPr>
            <a:spLocks/>
          </p:cNvSpPr>
          <p:nvPr/>
        </p:nvSpPr>
        <p:spPr>
          <a:xfrm>
            <a:off x="2121279" y="5670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6" name="9wq3_5_official_PredictedAtoms_35">
            <a:extLst>
              <a:ext uri="{FF2B5EF4-FFF2-40B4-BE49-F238E27FC236}">
                <a16:creationId xmlns:a16="http://schemas.microsoft.com/office/drawing/2014/main" id="{8FAB6438-8EBF-4E9F-B459-A12F0D4BDED0}"/>
              </a:ext>
            </a:extLst>
          </p:cNvPr>
          <p:cNvSpPr>
            <a:spLocks/>
          </p:cNvSpPr>
          <p:nvPr/>
        </p:nvSpPr>
        <p:spPr>
          <a:xfrm>
            <a:off x="2212843" y="55778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7" name="9wq3_5_official_PredictedAtoms_36">
            <a:extLst>
              <a:ext uri="{FF2B5EF4-FFF2-40B4-BE49-F238E27FC236}">
                <a16:creationId xmlns:a16="http://schemas.microsoft.com/office/drawing/2014/main" id="{61807BD4-6C68-44AC-9985-C5181FE73319}"/>
              </a:ext>
            </a:extLst>
          </p:cNvPr>
          <p:cNvSpPr>
            <a:spLocks/>
          </p:cNvSpPr>
          <p:nvPr/>
        </p:nvSpPr>
        <p:spPr>
          <a:xfrm>
            <a:off x="2319799" y="54444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8" name="9wq3_5_official_PredictedAtoms_37">
            <a:extLst>
              <a:ext uri="{FF2B5EF4-FFF2-40B4-BE49-F238E27FC236}">
                <a16:creationId xmlns:a16="http://schemas.microsoft.com/office/drawing/2014/main" id="{25E10223-5D61-4A43-AAA0-F35C78EF1B8E}"/>
              </a:ext>
            </a:extLst>
          </p:cNvPr>
          <p:cNvSpPr>
            <a:spLocks/>
          </p:cNvSpPr>
          <p:nvPr/>
        </p:nvSpPr>
        <p:spPr>
          <a:xfrm>
            <a:off x="2238833" y="53706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9" name="9wq3_5_official_PredictedAtoms_38">
            <a:extLst>
              <a:ext uri="{FF2B5EF4-FFF2-40B4-BE49-F238E27FC236}">
                <a16:creationId xmlns:a16="http://schemas.microsoft.com/office/drawing/2014/main" id="{28890A3C-35B4-4F41-BD0A-87436E21E3D6}"/>
              </a:ext>
            </a:extLst>
          </p:cNvPr>
          <p:cNvSpPr>
            <a:spLocks/>
          </p:cNvSpPr>
          <p:nvPr/>
        </p:nvSpPr>
        <p:spPr>
          <a:xfrm>
            <a:off x="2234558" y="51761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10" name="9wq3_5_official_PredictedAtoms_39">
            <a:extLst>
              <a:ext uri="{FF2B5EF4-FFF2-40B4-BE49-F238E27FC236}">
                <a16:creationId xmlns:a16="http://schemas.microsoft.com/office/drawing/2014/main" id="{244D44B9-7D5A-4979-A050-1427D40A068E}"/>
              </a:ext>
            </a:extLst>
          </p:cNvPr>
          <p:cNvSpPr>
            <a:spLocks/>
          </p:cNvSpPr>
          <p:nvPr/>
        </p:nvSpPr>
        <p:spPr>
          <a:xfrm>
            <a:off x="2210037" y="51582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11" name="9wq3_5_official_PredictedAtoms_40">
            <a:extLst>
              <a:ext uri="{FF2B5EF4-FFF2-40B4-BE49-F238E27FC236}">
                <a16:creationId xmlns:a16="http://schemas.microsoft.com/office/drawing/2014/main" id="{8BD93437-A82E-4696-8E7F-D03AF845393B}"/>
              </a:ext>
            </a:extLst>
          </p:cNvPr>
          <p:cNvSpPr>
            <a:spLocks/>
          </p:cNvSpPr>
          <p:nvPr/>
        </p:nvSpPr>
        <p:spPr>
          <a:xfrm>
            <a:off x="2405442" y="51020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12" name="9wq3_5_official_PredictedAtoms_41">
            <a:extLst>
              <a:ext uri="{FF2B5EF4-FFF2-40B4-BE49-F238E27FC236}">
                <a16:creationId xmlns:a16="http://schemas.microsoft.com/office/drawing/2014/main" id="{2A3DEEAF-295C-4A0C-997F-62E8EFF77A2A}"/>
              </a:ext>
            </a:extLst>
          </p:cNvPr>
          <p:cNvSpPr>
            <a:spLocks/>
          </p:cNvSpPr>
          <p:nvPr/>
        </p:nvSpPr>
        <p:spPr>
          <a:xfrm>
            <a:off x="2085429" y="50653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13" name="9wq3_5_official_PredictedAtoms_42">
            <a:extLst>
              <a:ext uri="{FF2B5EF4-FFF2-40B4-BE49-F238E27FC236}">
                <a16:creationId xmlns:a16="http://schemas.microsoft.com/office/drawing/2014/main" id="{A941BAE6-813A-408D-ADB0-659A068F13FF}"/>
              </a:ext>
            </a:extLst>
          </p:cNvPr>
          <p:cNvSpPr>
            <a:spLocks/>
          </p:cNvSpPr>
          <p:nvPr/>
        </p:nvSpPr>
        <p:spPr>
          <a:xfrm>
            <a:off x="1919831" y="50163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14" name="9wq3_5_official_PredictedAtoms_43">
            <a:extLst>
              <a:ext uri="{FF2B5EF4-FFF2-40B4-BE49-F238E27FC236}">
                <a16:creationId xmlns:a16="http://schemas.microsoft.com/office/drawing/2014/main" id="{C02C322A-D8B3-4CF1-BBB4-07895666A0A3}"/>
              </a:ext>
            </a:extLst>
          </p:cNvPr>
          <p:cNvSpPr>
            <a:spLocks/>
          </p:cNvSpPr>
          <p:nvPr/>
        </p:nvSpPr>
        <p:spPr>
          <a:xfrm>
            <a:off x="2083622" y="55018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15" name="9wq3_5_official_PredictedAtoms_44">
            <a:extLst>
              <a:ext uri="{FF2B5EF4-FFF2-40B4-BE49-F238E27FC236}">
                <a16:creationId xmlns:a16="http://schemas.microsoft.com/office/drawing/2014/main" id="{35F9DE55-B09D-416E-B1DE-AF4ACAAC4938}"/>
              </a:ext>
            </a:extLst>
          </p:cNvPr>
          <p:cNvSpPr>
            <a:spLocks/>
          </p:cNvSpPr>
          <p:nvPr/>
        </p:nvSpPr>
        <p:spPr>
          <a:xfrm>
            <a:off x="2088818" y="55749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16" name="stage3-cases-clash_25">
            <a:extLst>
              <a:ext uri="{FF2B5EF4-FFF2-40B4-BE49-F238E27FC236}">
                <a16:creationId xmlns:a16="http://schemas.microsoft.com/office/drawing/2014/main" id="{E8C02750-EEBE-48E7-9386-F3735D3792E6}"/>
              </a:ext>
            </a:extLst>
          </p:cNvPr>
          <p:cNvSpPr>
            <a:spLocks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1217" name="9wq3_5_tuned_Receptor">
            <a:extLst>
              <a:ext uri="{FF2B5EF4-FFF2-40B4-BE49-F238E27FC236}">
                <a16:creationId xmlns:a16="http://schemas.microsoft.com/office/drawing/2014/main" id="{1B5FA63D-470E-4E24-922F-6AA82515CE75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3192" y="704177"/>
                </a:moveTo>
                <a:lnTo>
                  <a:pt x="1966327" y="826496"/>
                </a:lnTo>
                <a:moveTo>
                  <a:pt x="2608214" y="477441"/>
                </a:moveTo>
                <a:lnTo>
                  <a:pt x="2628923" y="395595"/>
                </a:lnTo>
                <a:moveTo>
                  <a:pt x="2115870" y="571239"/>
                </a:moveTo>
                <a:lnTo>
                  <a:pt x="2113192" y="704177"/>
                </a:lnTo>
                <a:moveTo>
                  <a:pt x="2608214" y="477441"/>
                </a:moveTo>
                <a:lnTo>
                  <a:pt x="2438668" y="577681"/>
                </a:lnTo>
                <a:moveTo>
                  <a:pt x="2438668" y="577681"/>
                </a:moveTo>
                <a:lnTo>
                  <a:pt x="2280513" y="464955"/>
                </a:lnTo>
                <a:moveTo>
                  <a:pt x="2280513" y="464955"/>
                </a:moveTo>
                <a:lnTo>
                  <a:pt x="2115870" y="571239"/>
                </a:lnTo>
                <a:moveTo>
                  <a:pt x="2614971" y="350802"/>
                </a:moveTo>
                <a:lnTo>
                  <a:pt x="2608214" y="477441"/>
                </a:lnTo>
                <a:moveTo>
                  <a:pt x="1248185" y="192281"/>
                </a:moveTo>
                <a:lnTo>
                  <a:pt x="1300344" y="358347"/>
                </a:lnTo>
                <a:moveTo>
                  <a:pt x="1096003" y="130138"/>
                </a:moveTo>
                <a:lnTo>
                  <a:pt x="1248185" y="192281"/>
                </a:lnTo>
                <a:moveTo>
                  <a:pt x="1200420" y="461829"/>
                </a:moveTo>
                <a:lnTo>
                  <a:pt x="1300344" y="358347"/>
                </a:lnTo>
                <a:moveTo>
                  <a:pt x="994426" y="232491"/>
                </a:moveTo>
                <a:lnTo>
                  <a:pt x="1096003" y="130138"/>
                </a:lnTo>
                <a:moveTo>
                  <a:pt x="1048351" y="398926"/>
                </a:moveTo>
                <a:lnTo>
                  <a:pt x="1200420" y="461829"/>
                </a:lnTo>
                <a:moveTo>
                  <a:pt x="994426" y="232491"/>
                </a:moveTo>
                <a:lnTo>
                  <a:pt x="1048351" y="398926"/>
                </a:lnTo>
                <a:moveTo>
                  <a:pt x="829211" y="164167"/>
                </a:moveTo>
                <a:lnTo>
                  <a:pt x="994426" y="232491"/>
                </a:lnTo>
                <a:moveTo>
                  <a:pt x="451651" y="1020989"/>
                </a:moveTo>
                <a:lnTo>
                  <a:pt x="274505" y="1018100"/>
                </a:lnTo>
                <a:moveTo>
                  <a:pt x="172937" y="1084503"/>
                </a:moveTo>
                <a:lnTo>
                  <a:pt x="274505" y="1018100"/>
                </a:lnTo>
                <a:moveTo>
                  <a:pt x="526955" y="1090576"/>
                </a:moveTo>
                <a:lnTo>
                  <a:pt x="451651" y="1020989"/>
                </a:lnTo>
                <a:moveTo>
                  <a:pt x="248890" y="1153865"/>
                </a:moveTo>
                <a:lnTo>
                  <a:pt x="172937" y="1084503"/>
                </a:lnTo>
                <a:moveTo>
                  <a:pt x="426504" y="1157672"/>
                </a:moveTo>
                <a:lnTo>
                  <a:pt x="526955" y="1090576"/>
                </a:lnTo>
                <a:moveTo>
                  <a:pt x="426504" y="1157672"/>
                </a:moveTo>
                <a:lnTo>
                  <a:pt x="248890" y="1153865"/>
                </a:lnTo>
                <a:moveTo>
                  <a:pt x="508582" y="1232998"/>
                </a:moveTo>
                <a:lnTo>
                  <a:pt x="426504" y="1157672"/>
                </a:lnTo>
                <a:moveTo>
                  <a:pt x="2398615" y="1145727"/>
                </a:moveTo>
                <a:lnTo>
                  <a:pt x="2496237" y="1129796"/>
                </a:lnTo>
                <a:moveTo>
                  <a:pt x="2314764" y="1321835"/>
                </a:moveTo>
                <a:lnTo>
                  <a:pt x="2398615" y="1145727"/>
                </a:lnTo>
                <a:moveTo>
                  <a:pt x="2230208" y="1327775"/>
                </a:moveTo>
                <a:lnTo>
                  <a:pt x="2314764" y="1321835"/>
                </a:lnTo>
                <a:moveTo>
                  <a:pt x="1034309" y="303937"/>
                </a:moveTo>
                <a:lnTo>
                  <a:pt x="1051799" y="199777"/>
                </a:lnTo>
                <a:moveTo>
                  <a:pt x="877959" y="422374"/>
                </a:moveTo>
                <a:lnTo>
                  <a:pt x="744318" y="374363"/>
                </a:lnTo>
                <a:moveTo>
                  <a:pt x="80101" y="1004657"/>
                </a:moveTo>
                <a:lnTo>
                  <a:pt x="132752" y="835794"/>
                </a:lnTo>
                <a:moveTo>
                  <a:pt x="189526" y="1134718"/>
                </a:moveTo>
                <a:lnTo>
                  <a:pt x="80101" y="1004657"/>
                </a:lnTo>
                <a:moveTo>
                  <a:pt x="877959" y="422374"/>
                </a:moveTo>
                <a:lnTo>
                  <a:pt x="1034309" y="303937"/>
                </a:lnTo>
                <a:moveTo>
                  <a:pt x="136251" y="1304176"/>
                </a:moveTo>
                <a:lnTo>
                  <a:pt x="189526" y="1134718"/>
                </a:lnTo>
                <a:moveTo>
                  <a:pt x="1034309" y="303937"/>
                </a:moveTo>
                <a:lnTo>
                  <a:pt x="1150670" y="317805"/>
                </a:lnTo>
                <a:moveTo>
                  <a:pt x="1925887" y="199943"/>
                </a:moveTo>
                <a:lnTo>
                  <a:pt x="1948390" y="128395"/>
                </a:lnTo>
                <a:moveTo>
                  <a:pt x="2355531" y="1324254"/>
                </a:moveTo>
                <a:lnTo>
                  <a:pt x="2230208" y="1327775"/>
                </a:lnTo>
                <a:moveTo>
                  <a:pt x="802098" y="416994"/>
                </a:moveTo>
                <a:lnTo>
                  <a:pt x="877959" y="422374"/>
                </a:lnTo>
                <a:moveTo>
                  <a:pt x="1150670" y="317805"/>
                </a:moveTo>
                <a:lnTo>
                  <a:pt x="1304402" y="209816"/>
                </a:lnTo>
                <a:moveTo>
                  <a:pt x="1466125" y="321195"/>
                </a:moveTo>
                <a:lnTo>
                  <a:pt x="1460058" y="479394"/>
                </a:lnTo>
                <a:moveTo>
                  <a:pt x="1304402" y="209816"/>
                </a:moveTo>
                <a:lnTo>
                  <a:pt x="1466125" y="321195"/>
                </a:lnTo>
                <a:moveTo>
                  <a:pt x="1466125" y="321195"/>
                </a:moveTo>
                <a:lnTo>
                  <a:pt x="1612191" y="235445"/>
                </a:lnTo>
                <a:moveTo>
                  <a:pt x="2666136" y="151591"/>
                </a:moveTo>
                <a:lnTo>
                  <a:pt x="2576398" y="104738"/>
                </a:lnTo>
                <a:moveTo>
                  <a:pt x="1612191" y="235445"/>
                </a:moveTo>
                <a:lnTo>
                  <a:pt x="1775004" y="325395"/>
                </a:lnTo>
                <a:moveTo>
                  <a:pt x="1775004" y="325395"/>
                </a:moveTo>
                <a:lnTo>
                  <a:pt x="1925887" y="199943"/>
                </a:lnTo>
                <a:moveTo>
                  <a:pt x="2390377" y="162839"/>
                </a:moveTo>
                <a:lnTo>
                  <a:pt x="2330527" y="230627"/>
                </a:lnTo>
                <a:moveTo>
                  <a:pt x="1304402" y="209816"/>
                </a:moveTo>
                <a:lnTo>
                  <a:pt x="1296022" y="85265"/>
                </a:lnTo>
                <a:moveTo>
                  <a:pt x="766554" y="558124"/>
                </a:moveTo>
                <a:lnTo>
                  <a:pt x="802098" y="416994"/>
                </a:lnTo>
                <a:moveTo>
                  <a:pt x="766554" y="558124"/>
                </a:moveTo>
                <a:lnTo>
                  <a:pt x="799471" y="705216"/>
                </a:lnTo>
                <a:moveTo>
                  <a:pt x="2576398" y="104738"/>
                </a:moveTo>
                <a:lnTo>
                  <a:pt x="2390377" y="162839"/>
                </a:lnTo>
                <a:moveTo>
                  <a:pt x="1775004" y="325395"/>
                </a:moveTo>
                <a:lnTo>
                  <a:pt x="1778730" y="412994"/>
                </a:lnTo>
                <a:moveTo>
                  <a:pt x="2390377" y="162839"/>
                </a:moveTo>
                <a:lnTo>
                  <a:pt x="2303688" y="139678"/>
                </a:lnTo>
                <a:moveTo>
                  <a:pt x="1296022" y="85265"/>
                </a:moveTo>
                <a:lnTo>
                  <a:pt x="1237184" y="169837"/>
                </a:lnTo>
                <a:moveTo>
                  <a:pt x="680573" y="530087"/>
                </a:moveTo>
                <a:lnTo>
                  <a:pt x="766554" y="558124"/>
                </a:lnTo>
                <a:moveTo>
                  <a:pt x="1778730" y="412994"/>
                </a:moveTo>
                <a:lnTo>
                  <a:pt x="1873348" y="556420"/>
                </a:lnTo>
                <a:moveTo>
                  <a:pt x="1778730" y="412994"/>
                </a:moveTo>
                <a:lnTo>
                  <a:pt x="1701910" y="351404"/>
                </a:lnTo>
                <a:moveTo>
                  <a:pt x="1873348" y="556420"/>
                </a:moveTo>
                <a:lnTo>
                  <a:pt x="1857237" y="676740"/>
                </a:lnTo>
                <a:moveTo>
                  <a:pt x="538877" y="652118"/>
                </a:moveTo>
                <a:lnTo>
                  <a:pt x="680573" y="530087"/>
                </a:lnTo>
                <a:moveTo>
                  <a:pt x="1967857" y="836190"/>
                </a:moveTo>
                <a:lnTo>
                  <a:pt x="2142543" y="789798"/>
                </a:lnTo>
                <a:moveTo>
                  <a:pt x="1857237" y="676740"/>
                </a:moveTo>
                <a:lnTo>
                  <a:pt x="1967857" y="836190"/>
                </a:lnTo>
                <a:moveTo>
                  <a:pt x="680573" y="530087"/>
                </a:moveTo>
                <a:lnTo>
                  <a:pt x="811551" y="550204"/>
                </a:lnTo>
                <a:moveTo>
                  <a:pt x="811551" y="550204"/>
                </a:moveTo>
                <a:lnTo>
                  <a:pt x="972166" y="445263"/>
                </a:lnTo>
                <a:moveTo>
                  <a:pt x="1857237" y="676740"/>
                </a:moveTo>
                <a:lnTo>
                  <a:pt x="1906362" y="598931"/>
                </a:lnTo>
                <a:moveTo>
                  <a:pt x="811551" y="550204"/>
                </a:moveTo>
                <a:lnTo>
                  <a:pt x="730492" y="495496"/>
                </a:lnTo>
                <a:moveTo>
                  <a:pt x="1906362" y="598931"/>
                </a:moveTo>
                <a:lnTo>
                  <a:pt x="1860026" y="672165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18" name="9wq3_5_tuned_ExperimentalDensity">
            <a:extLst>
              <a:ext uri="{FF2B5EF4-FFF2-40B4-BE49-F238E27FC236}">
                <a16:creationId xmlns:a16="http://schemas.microsoft.com/office/drawing/2014/main" id="{A429EB25-C0B2-44D2-AE1A-C7A53F006736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3935" y="839223"/>
                </a:moveTo>
                <a:lnTo>
                  <a:pt x="2304139" y="935663"/>
                </a:lnTo>
                <a:moveTo>
                  <a:pt x="2213935" y="839223"/>
                </a:moveTo>
                <a:lnTo>
                  <a:pt x="2305881" y="743869"/>
                </a:lnTo>
                <a:moveTo>
                  <a:pt x="2119990" y="921332"/>
                </a:moveTo>
                <a:lnTo>
                  <a:pt x="2304139" y="935663"/>
                </a:lnTo>
                <a:moveTo>
                  <a:pt x="2119990" y="921332"/>
                </a:moveTo>
                <a:lnTo>
                  <a:pt x="2213935" y="839223"/>
                </a:lnTo>
                <a:moveTo>
                  <a:pt x="661471" y="700546"/>
                </a:moveTo>
                <a:lnTo>
                  <a:pt x="754417" y="611824"/>
                </a:lnTo>
                <a:moveTo>
                  <a:pt x="2282571" y="576393"/>
                </a:moveTo>
                <a:lnTo>
                  <a:pt x="2330190" y="575349"/>
                </a:lnTo>
                <a:moveTo>
                  <a:pt x="2271901" y="697542"/>
                </a:moveTo>
                <a:lnTo>
                  <a:pt x="2305881" y="743869"/>
                </a:lnTo>
                <a:moveTo>
                  <a:pt x="2334949" y="700177"/>
                </a:moveTo>
                <a:lnTo>
                  <a:pt x="2305881" y="743869"/>
                </a:lnTo>
                <a:moveTo>
                  <a:pt x="2178480" y="784510"/>
                </a:moveTo>
                <a:lnTo>
                  <a:pt x="2213935" y="839223"/>
                </a:lnTo>
                <a:moveTo>
                  <a:pt x="2304139" y="935663"/>
                </a:moveTo>
                <a:lnTo>
                  <a:pt x="2393406" y="822561"/>
                </a:lnTo>
                <a:moveTo>
                  <a:pt x="2213935" y="839223"/>
                </a:moveTo>
                <a:lnTo>
                  <a:pt x="2393406" y="822561"/>
                </a:lnTo>
                <a:moveTo>
                  <a:pt x="2178480" y="784510"/>
                </a:moveTo>
                <a:lnTo>
                  <a:pt x="2305881" y="743869"/>
                </a:lnTo>
                <a:moveTo>
                  <a:pt x="2305881" y="743869"/>
                </a:moveTo>
                <a:lnTo>
                  <a:pt x="2393406" y="822561"/>
                </a:lnTo>
                <a:moveTo>
                  <a:pt x="477774" y="689210"/>
                </a:moveTo>
                <a:lnTo>
                  <a:pt x="661471" y="700546"/>
                </a:lnTo>
                <a:moveTo>
                  <a:pt x="2086831" y="873254"/>
                </a:moveTo>
                <a:lnTo>
                  <a:pt x="2213935" y="839223"/>
                </a:lnTo>
                <a:moveTo>
                  <a:pt x="2404888" y="830883"/>
                </a:moveTo>
                <a:lnTo>
                  <a:pt x="2304139" y="935663"/>
                </a:lnTo>
                <a:moveTo>
                  <a:pt x="674602" y="513499"/>
                </a:moveTo>
                <a:lnTo>
                  <a:pt x="754417" y="611824"/>
                </a:lnTo>
                <a:moveTo>
                  <a:pt x="365287" y="564634"/>
                </a:moveTo>
                <a:lnTo>
                  <a:pt x="388707" y="600303"/>
                </a:lnTo>
                <a:moveTo>
                  <a:pt x="2271901" y="697542"/>
                </a:moveTo>
                <a:lnTo>
                  <a:pt x="2334949" y="700177"/>
                </a:lnTo>
                <a:moveTo>
                  <a:pt x="581595" y="600881"/>
                </a:moveTo>
                <a:lnTo>
                  <a:pt x="754417" y="611824"/>
                </a:lnTo>
                <a:moveTo>
                  <a:pt x="362389" y="608550"/>
                </a:moveTo>
                <a:lnTo>
                  <a:pt x="388707" y="600303"/>
                </a:lnTo>
                <a:moveTo>
                  <a:pt x="2025574" y="1000318"/>
                </a:moveTo>
                <a:lnTo>
                  <a:pt x="2119990" y="921332"/>
                </a:lnTo>
                <a:moveTo>
                  <a:pt x="2355460" y="961962"/>
                </a:moveTo>
                <a:lnTo>
                  <a:pt x="2304139" y="935663"/>
                </a:lnTo>
                <a:moveTo>
                  <a:pt x="754417" y="611824"/>
                </a:moveTo>
                <a:lnTo>
                  <a:pt x="748599" y="776606"/>
                </a:lnTo>
                <a:moveTo>
                  <a:pt x="581595" y="600881"/>
                </a:moveTo>
                <a:lnTo>
                  <a:pt x="661471" y="700546"/>
                </a:lnTo>
                <a:moveTo>
                  <a:pt x="2178480" y="784510"/>
                </a:moveTo>
                <a:lnTo>
                  <a:pt x="2271901" y="697542"/>
                </a:lnTo>
                <a:moveTo>
                  <a:pt x="2086831" y="873254"/>
                </a:moveTo>
                <a:lnTo>
                  <a:pt x="2119990" y="921332"/>
                </a:lnTo>
                <a:moveTo>
                  <a:pt x="530031" y="624441"/>
                </a:moveTo>
                <a:lnTo>
                  <a:pt x="661471" y="700546"/>
                </a:lnTo>
                <a:moveTo>
                  <a:pt x="2334949" y="700177"/>
                </a:moveTo>
                <a:lnTo>
                  <a:pt x="2393406" y="822561"/>
                </a:lnTo>
                <a:moveTo>
                  <a:pt x="661471" y="700546"/>
                </a:moveTo>
                <a:lnTo>
                  <a:pt x="748599" y="776606"/>
                </a:lnTo>
                <a:moveTo>
                  <a:pt x="698421" y="466820"/>
                </a:moveTo>
                <a:lnTo>
                  <a:pt x="674602" y="513499"/>
                </a:lnTo>
                <a:moveTo>
                  <a:pt x="838819" y="678153"/>
                </a:moveTo>
                <a:lnTo>
                  <a:pt x="754417" y="611824"/>
                </a:lnTo>
                <a:moveTo>
                  <a:pt x="2334949" y="700177"/>
                </a:moveTo>
                <a:lnTo>
                  <a:pt x="2400505" y="811626"/>
                </a:lnTo>
                <a:moveTo>
                  <a:pt x="1994824" y="961639"/>
                </a:moveTo>
                <a:lnTo>
                  <a:pt x="2119990" y="921332"/>
                </a:lnTo>
                <a:moveTo>
                  <a:pt x="413092" y="612567"/>
                </a:moveTo>
                <a:lnTo>
                  <a:pt x="477774" y="689210"/>
                </a:lnTo>
                <a:moveTo>
                  <a:pt x="530031" y="624441"/>
                </a:moveTo>
                <a:lnTo>
                  <a:pt x="477774" y="689210"/>
                </a:lnTo>
                <a:moveTo>
                  <a:pt x="2400505" y="811626"/>
                </a:moveTo>
                <a:lnTo>
                  <a:pt x="2393406" y="822561"/>
                </a:lnTo>
                <a:moveTo>
                  <a:pt x="2086831" y="873254"/>
                </a:moveTo>
                <a:lnTo>
                  <a:pt x="2178480" y="784510"/>
                </a:lnTo>
                <a:moveTo>
                  <a:pt x="362389" y="608550"/>
                </a:moveTo>
                <a:lnTo>
                  <a:pt x="365287" y="564634"/>
                </a:lnTo>
                <a:moveTo>
                  <a:pt x="660860" y="493166"/>
                </a:moveTo>
                <a:lnTo>
                  <a:pt x="698421" y="466820"/>
                </a:lnTo>
                <a:moveTo>
                  <a:pt x="2404888" y="830883"/>
                </a:moveTo>
                <a:lnTo>
                  <a:pt x="2393406" y="822561"/>
                </a:lnTo>
                <a:moveTo>
                  <a:pt x="581595" y="600881"/>
                </a:moveTo>
                <a:lnTo>
                  <a:pt x="674602" y="513499"/>
                </a:lnTo>
                <a:moveTo>
                  <a:pt x="2267026" y="553846"/>
                </a:moveTo>
                <a:lnTo>
                  <a:pt x="2282571" y="576393"/>
                </a:lnTo>
                <a:moveTo>
                  <a:pt x="660860" y="493166"/>
                </a:moveTo>
                <a:lnTo>
                  <a:pt x="674602" y="513499"/>
                </a:lnTo>
                <a:moveTo>
                  <a:pt x="362389" y="608550"/>
                </a:moveTo>
                <a:lnTo>
                  <a:pt x="413092" y="612567"/>
                </a:lnTo>
                <a:moveTo>
                  <a:pt x="2400505" y="811626"/>
                </a:moveTo>
                <a:lnTo>
                  <a:pt x="2404888" y="830883"/>
                </a:lnTo>
                <a:moveTo>
                  <a:pt x="2282571" y="576393"/>
                </a:moveTo>
                <a:lnTo>
                  <a:pt x="2387437" y="609342"/>
                </a:lnTo>
                <a:moveTo>
                  <a:pt x="2387437" y="609342"/>
                </a:moveTo>
                <a:lnTo>
                  <a:pt x="2330190" y="575349"/>
                </a:lnTo>
                <a:moveTo>
                  <a:pt x="413092" y="612567"/>
                </a:moveTo>
                <a:lnTo>
                  <a:pt x="530031" y="624441"/>
                </a:lnTo>
                <a:moveTo>
                  <a:pt x="2390978" y="608713"/>
                </a:moveTo>
                <a:lnTo>
                  <a:pt x="2330190" y="575349"/>
                </a:lnTo>
                <a:moveTo>
                  <a:pt x="530031" y="624441"/>
                </a:moveTo>
                <a:lnTo>
                  <a:pt x="581595" y="600881"/>
                </a:lnTo>
                <a:moveTo>
                  <a:pt x="1994824" y="961639"/>
                </a:moveTo>
                <a:lnTo>
                  <a:pt x="2025574" y="1000318"/>
                </a:lnTo>
                <a:moveTo>
                  <a:pt x="660860" y="493166"/>
                </a:moveTo>
                <a:lnTo>
                  <a:pt x="581595" y="600881"/>
                </a:lnTo>
                <a:moveTo>
                  <a:pt x="1994824" y="961639"/>
                </a:moveTo>
                <a:lnTo>
                  <a:pt x="2086831" y="873254"/>
                </a:lnTo>
                <a:moveTo>
                  <a:pt x="413092" y="612567"/>
                </a:moveTo>
                <a:lnTo>
                  <a:pt x="568042" y="582742"/>
                </a:lnTo>
                <a:moveTo>
                  <a:pt x="568042" y="582742"/>
                </a:moveTo>
                <a:lnTo>
                  <a:pt x="581595" y="600881"/>
                </a:lnTo>
                <a:moveTo>
                  <a:pt x="568042" y="582742"/>
                </a:moveTo>
                <a:lnTo>
                  <a:pt x="530031" y="624441"/>
                </a:lnTo>
                <a:moveTo>
                  <a:pt x="568042" y="582742"/>
                </a:moveTo>
                <a:lnTo>
                  <a:pt x="660860" y="493166"/>
                </a:lnTo>
                <a:moveTo>
                  <a:pt x="2271901" y="697542"/>
                </a:moveTo>
                <a:lnTo>
                  <a:pt x="2387437" y="609342"/>
                </a:lnTo>
                <a:moveTo>
                  <a:pt x="2355460" y="961962"/>
                </a:moveTo>
                <a:lnTo>
                  <a:pt x="2404888" y="830883"/>
                </a:lnTo>
                <a:moveTo>
                  <a:pt x="2225445" y="623376"/>
                </a:moveTo>
                <a:lnTo>
                  <a:pt x="2271901" y="697542"/>
                </a:lnTo>
                <a:moveTo>
                  <a:pt x="1945160" y="1065037"/>
                </a:moveTo>
                <a:lnTo>
                  <a:pt x="2025574" y="1000318"/>
                </a:lnTo>
                <a:moveTo>
                  <a:pt x="2387437" y="609342"/>
                </a:moveTo>
                <a:lnTo>
                  <a:pt x="2334949" y="700177"/>
                </a:lnTo>
                <a:moveTo>
                  <a:pt x="2391829" y="609838"/>
                </a:moveTo>
                <a:lnTo>
                  <a:pt x="2334949" y="700177"/>
                </a:lnTo>
                <a:moveTo>
                  <a:pt x="838819" y="678153"/>
                </a:moveTo>
                <a:lnTo>
                  <a:pt x="748599" y="776606"/>
                </a:lnTo>
                <a:moveTo>
                  <a:pt x="837517" y="682245"/>
                </a:moveTo>
                <a:lnTo>
                  <a:pt x="748599" y="776606"/>
                </a:lnTo>
                <a:moveTo>
                  <a:pt x="2135259" y="713587"/>
                </a:moveTo>
                <a:lnTo>
                  <a:pt x="2271901" y="697542"/>
                </a:lnTo>
                <a:moveTo>
                  <a:pt x="2037841" y="1151095"/>
                </a:moveTo>
                <a:lnTo>
                  <a:pt x="2025574" y="1000318"/>
                </a:lnTo>
                <a:moveTo>
                  <a:pt x="1945160" y="1065037"/>
                </a:moveTo>
                <a:lnTo>
                  <a:pt x="1994824" y="961639"/>
                </a:lnTo>
                <a:moveTo>
                  <a:pt x="838819" y="678153"/>
                </a:moveTo>
                <a:lnTo>
                  <a:pt x="837517" y="682245"/>
                </a:lnTo>
                <a:moveTo>
                  <a:pt x="840266" y="679408"/>
                </a:moveTo>
                <a:lnTo>
                  <a:pt x="838819" y="678153"/>
                </a:lnTo>
                <a:moveTo>
                  <a:pt x="840266" y="679408"/>
                </a:moveTo>
                <a:lnTo>
                  <a:pt x="837517" y="682245"/>
                </a:lnTo>
                <a:moveTo>
                  <a:pt x="638115" y="449328"/>
                </a:moveTo>
                <a:lnTo>
                  <a:pt x="698421" y="466820"/>
                </a:lnTo>
                <a:moveTo>
                  <a:pt x="2135259" y="713587"/>
                </a:moveTo>
                <a:lnTo>
                  <a:pt x="2178480" y="784510"/>
                </a:lnTo>
                <a:moveTo>
                  <a:pt x="2450221" y="727993"/>
                </a:moveTo>
                <a:lnTo>
                  <a:pt x="2334949" y="700177"/>
                </a:lnTo>
                <a:moveTo>
                  <a:pt x="784203" y="804029"/>
                </a:moveTo>
                <a:lnTo>
                  <a:pt x="748599" y="776606"/>
                </a:lnTo>
                <a:moveTo>
                  <a:pt x="290423" y="653658"/>
                </a:moveTo>
                <a:lnTo>
                  <a:pt x="362389" y="608550"/>
                </a:lnTo>
                <a:moveTo>
                  <a:pt x="290423" y="653658"/>
                </a:moveTo>
                <a:lnTo>
                  <a:pt x="413092" y="612567"/>
                </a:lnTo>
                <a:moveTo>
                  <a:pt x="2031371" y="790060"/>
                </a:moveTo>
                <a:lnTo>
                  <a:pt x="2178480" y="784510"/>
                </a:lnTo>
                <a:moveTo>
                  <a:pt x="837517" y="682245"/>
                </a:moveTo>
                <a:lnTo>
                  <a:pt x="784203" y="804029"/>
                </a:lnTo>
                <a:moveTo>
                  <a:pt x="2450221" y="727993"/>
                </a:moveTo>
                <a:lnTo>
                  <a:pt x="2400505" y="811626"/>
                </a:lnTo>
                <a:moveTo>
                  <a:pt x="638115" y="449328"/>
                </a:moveTo>
                <a:lnTo>
                  <a:pt x="660860" y="493166"/>
                </a:lnTo>
                <a:moveTo>
                  <a:pt x="2031371" y="790060"/>
                </a:moveTo>
                <a:lnTo>
                  <a:pt x="2086831" y="873254"/>
                </a:lnTo>
                <a:moveTo>
                  <a:pt x="532703" y="524272"/>
                </a:moveTo>
                <a:lnTo>
                  <a:pt x="413092" y="612567"/>
                </a:lnTo>
                <a:moveTo>
                  <a:pt x="1945160" y="1065037"/>
                </a:moveTo>
                <a:lnTo>
                  <a:pt x="2037841" y="1151095"/>
                </a:lnTo>
                <a:moveTo>
                  <a:pt x="1929739" y="1069901"/>
                </a:moveTo>
                <a:lnTo>
                  <a:pt x="1945160" y="1065037"/>
                </a:lnTo>
                <a:moveTo>
                  <a:pt x="532703" y="524272"/>
                </a:moveTo>
                <a:lnTo>
                  <a:pt x="660860" y="493166"/>
                </a:lnTo>
                <a:moveTo>
                  <a:pt x="412584" y="584471"/>
                </a:moveTo>
                <a:lnTo>
                  <a:pt x="413092" y="612567"/>
                </a:lnTo>
                <a:moveTo>
                  <a:pt x="1940117" y="879201"/>
                </a:moveTo>
                <a:lnTo>
                  <a:pt x="2086831" y="873254"/>
                </a:lnTo>
                <a:moveTo>
                  <a:pt x="2267026" y="553846"/>
                </a:moveTo>
                <a:lnTo>
                  <a:pt x="2387437" y="609342"/>
                </a:lnTo>
                <a:moveTo>
                  <a:pt x="2267026" y="553846"/>
                </a:moveTo>
                <a:lnTo>
                  <a:pt x="2225445" y="623376"/>
                </a:lnTo>
                <a:moveTo>
                  <a:pt x="532703" y="524272"/>
                </a:moveTo>
                <a:lnTo>
                  <a:pt x="568042" y="582742"/>
                </a:lnTo>
                <a:moveTo>
                  <a:pt x="300674" y="652900"/>
                </a:moveTo>
                <a:lnTo>
                  <a:pt x="413092" y="612567"/>
                </a:lnTo>
                <a:moveTo>
                  <a:pt x="837517" y="682245"/>
                </a:moveTo>
                <a:lnTo>
                  <a:pt x="835184" y="849072"/>
                </a:lnTo>
                <a:moveTo>
                  <a:pt x="840266" y="679408"/>
                </a:moveTo>
                <a:lnTo>
                  <a:pt x="835184" y="849072"/>
                </a:lnTo>
                <a:moveTo>
                  <a:pt x="2468631" y="867210"/>
                </a:moveTo>
                <a:lnTo>
                  <a:pt x="2400505" y="811626"/>
                </a:lnTo>
                <a:moveTo>
                  <a:pt x="2386121" y="977624"/>
                </a:moveTo>
                <a:lnTo>
                  <a:pt x="2355460" y="961962"/>
                </a:lnTo>
                <a:moveTo>
                  <a:pt x="2225445" y="623376"/>
                </a:moveTo>
                <a:lnTo>
                  <a:pt x="2387437" y="609342"/>
                </a:lnTo>
                <a:moveTo>
                  <a:pt x="1403338" y="1271763"/>
                </a:moveTo>
                <a:lnTo>
                  <a:pt x="1538436" y="1226584"/>
                </a:lnTo>
                <a:moveTo>
                  <a:pt x="2468631" y="867210"/>
                </a:moveTo>
                <a:lnTo>
                  <a:pt x="2404888" y="830883"/>
                </a:lnTo>
                <a:moveTo>
                  <a:pt x="1940117" y="879201"/>
                </a:moveTo>
                <a:lnTo>
                  <a:pt x="1994824" y="961639"/>
                </a:lnTo>
                <a:moveTo>
                  <a:pt x="2390978" y="608713"/>
                </a:moveTo>
                <a:lnTo>
                  <a:pt x="2387437" y="609342"/>
                </a:lnTo>
                <a:moveTo>
                  <a:pt x="1929739" y="1069901"/>
                </a:moveTo>
                <a:lnTo>
                  <a:pt x="2037841" y="1151095"/>
                </a:lnTo>
                <a:moveTo>
                  <a:pt x="2391829" y="609838"/>
                </a:moveTo>
                <a:lnTo>
                  <a:pt x="2387437" y="609342"/>
                </a:lnTo>
                <a:moveTo>
                  <a:pt x="2391829" y="609838"/>
                </a:moveTo>
                <a:lnTo>
                  <a:pt x="2390978" y="608713"/>
                </a:lnTo>
                <a:moveTo>
                  <a:pt x="2391961" y="609653"/>
                </a:moveTo>
                <a:lnTo>
                  <a:pt x="2390978" y="608713"/>
                </a:lnTo>
                <a:moveTo>
                  <a:pt x="2391829" y="609838"/>
                </a:moveTo>
                <a:lnTo>
                  <a:pt x="2391961" y="609653"/>
                </a:lnTo>
                <a:moveTo>
                  <a:pt x="840266" y="679408"/>
                </a:moveTo>
                <a:lnTo>
                  <a:pt x="927077" y="753369"/>
                </a:lnTo>
                <a:moveTo>
                  <a:pt x="1332566" y="1292828"/>
                </a:moveTo>
                <a:lnTo>
                  <a:pt x="1403338" y="1271763"/>
                </a:lnTo>
                <a:moveTo>
                  <a:pt x="1251818" y="1300477"/>
                </a:moveTo>
                <a:lnTo>
                  <a:pt x="1332566" y="1292828"/>
                </a:lnTo>
                <a:moveTo>
                  <a:pt x="1379314" y="1243634"/>
                </a:moveTo>
                <a:lnTo>
                  <a:pt x="1403338" y="1271763"/>
                </a:lnTo>
                <a:moveTo>
                  <a:pt x="904624" y="535910"/>
                </a:moveTo>
                <a:lnTo>
                  <a:pt x="838819" y="678153"/>
                </a:lnTo>
                <a:moveTo>
                  <a:pt x="1251818" y="1300477"/>
                </a:moveTo>
                <a:lnTo>
                  <a:pt x="1379314" y="1243634"/>
                </a:lnTo>
                <a:moveTo>
                  <a:pt x="904624" y="535910"/>
                </a:moveTo>
                <a:lnTo>
                  <a:pt x="840266" y="679408"/>
                </a:lnTo>
                <a:moveTo>
                  <a:pt x="2135259" y="713587"/>
                </a:moveTo>
                <a:lnTo>
                  <a:pt x="2225445" y="623376"/>
                </a:lnTo>
                <a:moveTo>
                  <a:pt x="1379314" y="1243634"/>
                </a:moveTo>
                <a:lnTo>
                  <a:pt x="1332566" y="1292828"/>
                </a:lnTo>
                <a:moveTo>
                  <a:pt x="835184" y="849072"/>
                </a:moveTo>
                <a:lnTo>
                  <a:pt x="784203" y="804029"/>
                </a:lnTo>
                <a:moveTo>
                  <a:pt x="638115" y="449328"/>
                </a:moveTo>
                <a:lnTo>
                  <a:pt x="722618" y="353419"/>
                </a:lnTo>
                <a:moveTo>
                  <a:pt x="913203" y="574303"/>
                </a:moveTo>
                <a:lnTo>
                  <a:pt x="840266" y="679408"/>
                </a:lnTo>
                <a:moveTo>
                  <a:pt x="1470988" y="1146480"/>
                </a:moveTo>
                <a:lnTo>
                  <a:pt x="1538436" y="1226584"/>
                </a:lnTo>
                <a:moveTo>
                  <a:pt x="2468631" y="867210"/>
                </a:moveTo>
                <a:lnTo>
                  <a:pt x="2355460" y="961962"/>
                </a:lnTo>
                <a:moveTo>
                  <a:pt x="1470988" y="1146480"/>
                </a:moveTo>
                <a:lnTo>
                  <a:pt x="1403338" y="1271763"/>
                </a:lnTo>
                <a:moveTo>
                  <a:pt x="2391829" y="609838"/>
                </a:moveTo>
                <a:lnTo>
                  <a:pt x="2450221" y="727993"/>
                </a:lnTo>
                <a:moveTo>
                  <a:pt x="1911382" y="1031026"/>
                </a:moveTo>
                <a:lnTo>
                  <a:pt x="1994824" y="961639"/>
                </a:lnTo>
                <a:moveTo>
                  <a:pt x="1379314" y="1243634"/>
                </a:moveTo>
                <a:lnTo>
                  <a:pt x="1470988" y="1146480"/>
                </a:lnTo>
                <a:moveTo>
                  <a:pt x="2206804" y="588639"/>
                </a:moveTo>
                <a:lnTo>
                  <a:pt x="2267026" y="553846"/>
                </a:lnTo>
                <a:moveTo>
                  <a:pt x="2031371" y="790060"/>
                </a:moveTo>
                <a:lnTo>
                  <a:pt x="2135259" y="713587"/>
                </a:lnTo>
                <a:moveTo>
                  <a:pt x="1288004" y="1139861"/>
                </a:moveTo>
                <a:lnTo>
                  <a:pt x="1379314" y="1243634"/>
                </a:lnTo>
                <a:moveTo>
                  <a:pt x="1911382" y="1031026"/>
                </a:moveTo>
                <a:lnTo>
                  <a:pt x="1945160" y="1065037"/>
                </a:lnTo>
                <a:moveTo>
                  <a:pt x="532703" y="524272"/>
                </a:moveTo>
                <a:lnTo>
                  <a:pt x="638115" y="449328"/>
                </a:lnTo>
                <a:moveTo>
                  <a:pt x="722618" y="353419"/>
                </a:moveTo>
                <a:lnTo>
                  <a:pt x="748292" y="367904"/>
                </a:lnTo>
                <a:moveTo>
                  <a:pt x="2206804" y="588639"/>
                </a:moveTo>
                <a:lnTo>
                  <a:pt x="2225445" y="623376"/>
                </a:lnTo>
                <a:moveTo>
                  <a:pt x="2017248" y="1148481"/>
                </a:moveTo>
                <a:lnTo>
                  <a:pt x="2037841" y="1151095"/>
                </a:lnTo>
                <a:moveTo>
                  <a:pt x="1288004" y="1139861"/>
                </a:moveTo>
                <a:lnTo>
                  <a:pt x="1470988" y="1146480"/>
                </a:lnTo>
                <a:moveTo>
                  <a:pt x="300674" y="652900"/>
                </a:moveTo>
                <a:lnTo>
                  <a:pt x="290423" y="653658"/>
                </a:lnTo>
                <a:moveTo>
                  <a:pt x="1929739" y="1069901"/>
                </a:moveTo>
                <a:lnTo>
                  <a:pt x="2017248" y="1148481"/>
                </a:lnTo>
                <a:moveTo>
                  <a:pt x="835184" y="849072"/>
                </a:moveTo>
                <a:lnTo>
                  <a:pt x="927077" y="753369"/>
                </a:lnTo>
                <a:moveTo>
                  <a:pt x="2206804" y="588639"/>
                </a:moveTo>
                <a:lnTo>
                  <a:pt x="2135259" y="713587"/>
                </a:lnTo>
                <a:moveTo>
                  <a:pt x="1940117" y="879201"/>
                </a:moveTo>
                <a:lnTo>
                  <a:pt x="2031371" y="790060"/>
                </a:lnTo>
                <a:moveTo>
                  <a:pt x="412584" y="584471"/>
                </a:moveTo>
                <a:lnTo>
                  <a:pt x="532703" y="524272"/>
                </a:lnTo>
                <a:moveTo>
                  <a:pt x="1611454" y="1091573"/>
                </a:moveTo>
                <a:lnTo>
                  <a:pt x="1538436" y="1226584"/>
                </a:lnTo>
                <a:moveTo>
                  <a:pt x="2022310" y="775354"/>
                </a:moveTo>
                <a:lnTo>
                  <a:pt x="2031371" y="790060"/>
                </a:lnTo>
                <a:moveTo>
                  <a:pt x="1911382" y="1031026"/>
                </a:moveTo>
                <a:lnTo>
                  <a:pt x="1929739" y="1069901"/>
                </a:lnTo>
                <a:moveTo>
                  <a:pt x="2194279" y="564541"/>
                </a:moveTo>
                <a:lnTo>
                  <a:pt x="2267026" y="553846"/>
                </a:lnTo>
                <a:moveTo>
                  <a:pt x="2391829" y="609838"/>
                </a:moveTo>
                <a:lnTo>
                  <a:pt x="2478177" y="679670"/>
                </a:lnTo>
                <a:moveTo>
                  <a:pt x="2391961" y="609653"/>
                </a:moveTo>
                <a:lnTo>
                  <a:pt x="2478177" y="679670"/>
                </a:lnTo>
                <a:moveTo>
                  <a:pt x="2450221" y="727993"/>
                </a:moveTo>
                <a:lnTo>
                  <a:pt x="2468631" y="867210"/>
                </a:lnTo>
                <a:moveTo>
                  <a:pt x="1900471" y="1069772"/>
                </a:moveTo>
                <a:lnTo>
                  <a:pt x="1929739" y="1069901"/>
                </a:lnTo>
                <a:moveTo>
                  <a:pt x="1227709" y="1181070"/>
                </a:moveTo>
                <a:lnTo>
                  <a:pt x="1251818" y="1300477"/>
                </a:lnTo>
                <a:moveTo>
                  <a:pt x="2468631" y="867210"/>
                </a:moveTo>
                <a:lnTo>
                  <a:pt x="2386121" y="977624"/>
                </a:lnTo>
                <a:moveTo>
                  <a:pt x="2022310" y="775354"/>
                </a:moveTo>
                <a:lnTo>
                  <a:pt x="1940117" y="879201"/>
                </a:lnTo>
                <a:moveTo>
                  <a:pt x="1402519" y="1062719"/>
                </a:moveTo>
                <a:lnTo>
                  <a:pt x="1470988" y="1146480"/>
                </a:lnTo>
                <a:moveTo>
                  <a:pt x="2460001" y="508929"/>
                </a:moveTo>
                <a:lnTo>
                  <a:pt x="2391961" y="609653"/>
                </a:lnTo>
                <a:moveTo>
                  <a:pt x="913203" y="574303"/>
                </a:moveTo>
                <a:lnTo>
                  <a:pt x="927077" y="753369"/>
                </a:lnTo>
                <a:moveTo>
                  <a:pt x="1341180" y="1074855"/>
                </a:moveTo>
                <a:lnTo>
                  <a:pt x="1470988" y="1146480"/>
                </a:lnTo>
                <a:moveTo>
                  <a:pt x="2459028" y="892562"/>
                </a:moveTo>
                <a:lnTo>
                  <a:pt x="2386121" y="977624"/>
                </a:lnTo>
                <a:moveTo>
                  <a:pt x="300674" y="652900"/>
                </a:moveTo>
                <a:lnTo>
                  <a:pt x="412584" y="584471"/>
                </a:lnTo>
                <a:moveTo>
                  <a:pt x="2113186" y="672915"/>
                </a:moveTo>
                <a:lnTo>
                  <a:pt x="2135259" y="713587"/>
                </a:lnTo>
                <a:moveTo>
                  <a:pt x="1014484" y="1034608"/>
                </a:moveTo>
                <a:lnTo>
                  <a:pt x="1016883" y="1032787"/>
                </a:lnTo>
                <a:moveTo>
                  <a:pt x="1227709" y="1181070"/>
                </a:moveTo>
                <a:lnTo>
                  <a:pt x="1379314" y="1243634"/>
                </a:lnTo>
                <a:moveTo>
                  <a:pt x="653723" y="445874"/>
                </a:moveTo>
                <a:lnTo>
                  <a:pt x="722618" y="353419"/>
                </a:lnTo>
                <a:moveTo>
                  <a:pt x="2024827" y="1144773"/>
                </a:moveTo>
                <a:lnTo>
                  <a:pt x="2037841" y="1151095"/>
                </a:lnTo>
                <a:moveTo>
                  <a:pt x="1341180" y="1074855"/>
                </a:moveTo>
                <a:lnTo>
                  <a:pt x="1288004" y="1139861"/>
                </a:lnTo>
                <a:moveTo>
                  <a:pt x="1513597" y="1086278"/>
                </a:moveTo>
                <a:lnTo>
                  <a:pt x="1470988" y="1146480"/>
                </a:lnTo>
                <a:moveTo>
                  <a:pt x="904624" y="535910"/>
                </a:moveTo>
                <a:lnTo>
                  <a:pt x="913203" y="574303"/>
                </a:lnTo>
                <a:moveTo>
                  <a:pt x="1611454" y="1091573"/>
                </a:moveTo>
                <a:lnTo>
                  <a:pt x="1470988" y="1146480"/>
                </a:lnTo>
                <a:moveTo>
                  <a:pt x="2009090" y="1140911"/>
                </a:moveTo>
                <a:lnTo>
                  <a:pt x="1929739" y="1069901"/>
                </a:lnTo>
                <a:moveTo>
                  <a:pt x="2113186" y="672915"/>
                </a:moveTo>
                <a:lnTo>
                  <a:pt x="2031371" y="790060"/>
                </a:lnTo>
                <a:moveTo>
                  <a:pt x="1262517" y="1283619"/>
                </a:moveTo>
                <a:lnTo>
                  <a:pt x="1251818" y="1300477"/>
                </a:lnTo>
                <a:moveTo>
                  <a:pt x="2404578" y="983624"/>
                </a:moveTo>
                <a:lnTo>
                  <a:pt x="2386121" y="977624"/>
                </a:lnTo>
                <a:moveTo>
                  <a:pt x="2478177" y="679670"/>
                </a:moveTo>
                <a:lnTo>
                  <a:pt x="2450221" y="727993"/>
                </a:lnTo>
                <a:moveTo>
                  <a:pt x="638115" y="449328"/>
                </a:moveTo>
                <a:lnTo>
                  <a:pt x="653723" y="445874"/>
                </a:lnTo>
                <a:moveTo>
                  <a:pt x="1016883" y="1032787"/>
                </a:moveTo>
                <a:lnTo>
                  <a:pt x="1104386" y="1123694"/>
                </a:lnTo>
                <a:moveTo>
                  <a:pt x="1014484" y="1034608"/>
                </a:moveTo>
                <a:lnTo>
                  <a:pt x="1104386" y="1123694"/>
                </a:lnTo>
                <a:moveTo>
                  <a:pt x="1014484" y="1034608"/>
                </a:moveTo>
                <a:lnTo>
                  <a:pt x="1103655" y="1124206"/>
                </a:lnTo>
                <a:moveTo>
                  <a:pt x="2450221" y="727993"/>
                </a:moveTo>
                <a:lnTo>
                  <a:pt x="2475618" y="866047"/>
                </a:lnTo>
                <a:moveTo>
                  <a:pt x="1227709" y="1181070"/>
                </a:moveTo>
                <a:lnTo>
                  <a:pt x="1288004" y="1139861"/>
                </a:lnTo>
                <a:moveTo>
                  <a:pt x="1911382" y="1031026"/>
                </a:moveTo>
                <a:lnTo>
                  <a:pt x="1940117" y="879201"/>
                </a:lnTo>
                <a:moveTo>
                  <a:pt x="965361" y="698293"/>
                </a:moveTo>
                <a:lnTo>
                  <a:pt x="927077" y="753369"/>
                </a:lnTo>
                <a:moveTo>
                  <a:pt x="2468631" y="867210"/>
                </a:moveTo>
                <a:lnTo>
                  <a:pt x="2459028" y="892562"/>
                </a:lnTo>
                <a:moveTo>
                  <a:pt x="1928358" y="857418"/>
                </a:moveTo>
                <a:lnTo>
                  <a:pt x="1940117" y="879201"/>
                </a:lnTo>
                <a:moveTo>
                  <a:pt x="1928358" y="857418"/>
                </a:moveTo>
                <a:lnTo>
                  <a:pt x="2022310" y="775354"/>
                </a:lnTo>
                <a:moveTo>
                  <a:pt x="2022310" y="775354"/>
                </a:moveTo>
                <a:lnTo>
                  <a:pt x="2113186" y="672915"/>
                </a:lnTo>
                <a:moveTo>
                  <a:pt x="231312" y="763991"/>
                </a:moveTo>
                <a:lnTo>
                  <a:pt x="300674" y="652900"/>
                </a:lnTo>
                <a:moveTo>
                  <a:pt x="1341180" y="1074855"/>
                </a:moveTo>
                <a:lnTo>
                  <a:pt x="1402519" y="1062719"/>
                </a:lnTo>
                <a:moveTo>
                  <a:pt x="2113186" y="672915"/>
                </a:moveTo>
                <a:lnTo>
                  <a:pt x="2206804" y="588639"/>
                </a:lnTo>
                <a:moveTo>
                  <a:pt x="1378565" y="1035337"/>
                </a:moveTo>
                <a:lnTo>
                  <a:pt x="1402519" y="1062719"/>
                </a:lnTo>
                <a:moveTo>
                  <a:pt x="913203" y="574303"/>
                </a:moveTo>
                <a:lnTo>
                  <a:pt x="965361" y="698293"/>
                </a:lnTo>
                <a:moveTo>
                  <a:pt x="1378565" y="1035337"/>
                </a:moveTo>
                <a:lnTo>
                  <a:pt x="1341180" y="1074855"/>
                </a:lnTo>
                <a:moveTo>
                  <a:pt x="1103655" y="1124206"/>
                </a:moveTo>
                <a:lnTo>
                  <a:pt x="1104386" y="1123694"/>
                </a:lnTo>
                <a:moveTo>
                  <a:pt x="1402519" y="1062719"/>
                </a:moveTo>
                <a:lnTo>
                  <a:pt x="1513597" y="1086278"/>
                </a:lnTo>
                <a:moveTo>
                  <a:pt x="2459028" y="892562"/>
                </a:moveTo>
                <a:lnTo>
                  <a:pt x="2404578" y="983624"/>
                </a:lnTo>
                <a:moveTo>
                  <a:pt x="653723" y="445874"/>
                </a:moveTo>
                <a:lnTo>
                  <a:pt x="748292" y="367904"/>
                </a:lnTo>
                <a:moveTo>
                  <a:pt x="2194279" y="564541"/>
                </a:moveTo>
                <a:lnTo>
                  <a:pt x="2206804" y="588639"/>
                </a:lnTo>
                <a:moveTo>
                  <a:pt x="2475618" y="866047"/>
                </a:moveTo>
                <a:lnTo>
                  <a:pt x="2468631" y="867210"/>
                </a:lnTo>
                <a:moveTo>
                  <a:pt x="632127" y="454682"/>
                </a:moveTo>
                <a:lnTo>
                  <a:pt x="638115" y="449328"/>
                </a:lnTo>
                <a:moveTo>
                  <a:pt x="1836976" y="753169"/>
                </a:moveTo>
                <a:lnTo>
                  <a:pt x="2022310" y="775354"/>
                </a:lnTo>
                <a:moveTo>
                  <a:pt x="1929557" y="660388"/>
                </a:moveTo>
                <a:lnTo>
                  <a:pt x="2022310" y="775354"/>
                </a:lnTo>
                <a:moveTo>
                  <a:pt x="1513597" y="1086278"/>
                </a:moveTo>
                <a:lnTo>
                  <a:pt x="1611454" y="1091573"/>
                </a:lnTo>
                <a:moveTo>
                  <a:pt x="1926531" y="662657"/>
                </a:moveTo>
                <a:lnTo>
                  <a:pt x="2022310" y="775354"/>
                </a:lnTo>
                <a:moveTo>
                  <a:pt x="2475618" y="866047"/>
                </a:moveTo>
                <a:lnTo>
                  <a:pt x="2459028" y="892562"/>
                </a:lnTo>
                <a:moveTo>
                  <a:pt x="1104386" y="1123694"/>
                </a:moveTo>
                <a:lnTo>
                  <a:pt x="1227709" y="1181070"/>
                </a:lnTo>
                <a:moveTo>
                  <a:pt x="835703" y="445838"/>
                </a:moveTo>
                <a:lnTo>
                  <a:pt x="904624" y="535910"/>
                </a:lnTo>
                <a:moveTo>
                  <a:pt x="1103655" y="1124206"/>
                </a:moveTo>
                <a:lnTo>
                  <a:pt x="1227709" y="1181070"/>
                </a:lnTo>
                <a:moveTo>
                  <a:pt x="534242" y="498229"/>
                </a:moveTo>
                <a:lnTo>
                  <a:pt x="638115" y="449328"/>
                </a:lnTo>
                <a:moveTo>
                  <a:pt x="748292" y="367904"/>
                </a:moveTo>
                <a:lnTo>
                  <a:pt x="835703" y="445838"/>
                </a:lnTo>
                <a:moveTo>
                  <a:pt x="1900471" y="1069772"/>
                </a:moveTo>
                <a:lnTo>
                  <a:pt x="1911382" y="1031026"/>
                </a:lnTo>
                <a:moveTo>
                  <a:pt x="2194279" y="564541"/>
                </a:moveTo>
                <a:lnTo>
                  <a:pt x="2235748" y="425484"/>
                </a:lnTo>
                <a:moveTo>
                  <a:pt x="1377946" y="657720"/>
                </a:moveTo>
                <a:lnTo>
                  <a:pt x="1290605" y="750425"/>
                </a:lnTo>
                <a:moveTo>
                  <a:pt x="2009090" y="1140911"/>
                </a:moveTo>
                <a:lnTo>
                  <a:pt x="2017248" y="1148481"/>
                </a:lnTo>
                <a:moveTo>
                  <a:pt x="2024827" y="1144773"/>
                </a:moveTo>
                <a:lnTo>
                  <a:pt x="2017248" y="1148481"/>
                </a:lnTo>
                <a:moveTo>
                  <a:pt x="2096572" y="647211"/>
                </a:moveTo>
                <a:lnTo>
                  <a:pt x="2206804" y="588639"/>
                </a:lnTo>
                <a:moveTo>
                  <a:pt x="835703" y="445838"/>
                </a:moveTo>
                <a:lnTo>
                  <a:pt x="913203" y="574303"/>
                </a:lnTo>
                <a:moveTo>
                  <a:pt x="1243477" y="695029"/>
                </a:moveTo>
                <a:lnTo>
                  <a:pt x="1290605" y="750425"/>
                </a:lnTo>
                <a:moveTo>
                  <a:pt x="2433160" y="442784"/>
                </a:moveTo>
                <a:lnTo>
                  <a:pt x="2460001" y="508929"/>
                </a:lnTo>
                <a:moveTo>
                  <a:pt x="1382245" y="653049"/>
                </a:moveTo>
                <a:lnTo>
                  <a:pt x="1435353" y="603984"/>
                </a:lnTo>
                <a:moveTo>
                  <a:pt x="534242" y="498229"/>
                </a:moveTo>
                <a:lnTo>
                  <a:pt x="532703" y="524272"/>
                </a:lnTo>
                <a:moveTo>
                  <a:pt x="2478177" y="679670"/>
                </a:moveTo>
                <a:lnTo>
                  <a:pt x="2475618" y="866047"/>
                </a:lnTo>
                <a:moveTo>
                  <a:pt x="2460001" y="508929"/>
                </a:moveTo>
                <a:lnTo>
                  <a:pt x="2478177" y="679670"/>
                </a:lnTo>
                <a:moveTo>
                  <a:pt x="1382245" y="653049"/>
                </a:moveTo>
                <a:lnTo>
                  <a:pt x="1377946" y="657720"/>
                </a:lnTo>
                <a:moveTo>
                  <a:pt x="1243477" y="695029"/>
                </a:moveTo>
                <a:lnTo>
                  <a:pt x="1377946" y="657720"/>
                </a:lnTo>
                <a:moveTo>
                  <a:pt x="423830" y="568161"/>
                </a:moveTo>
                <a:lnTo>
                  <a:pt x="532703" y="524272"/>
                </a:lnTo>
                <a:moveTo>
                  <a:pt x="1243477" y="695029"/>
                </a:moveTo>
                <a:lnTo>
                  <a:pt x="1382245" y="653049"/>
                </a:lnTo>
                <a:moveTo>
                  <a:pt x="1836976" y="753169"/>
                </a:moveTo>
                <a:lnTo>
                  <a:pt x="1928358" y="857418"/>
                </a:lnTo>
                <a:moveTo>
                  <a:pt x="1886309" y="527494"/>
                </a:moveTo>
                <a:lnTo>
                  <a:pt x="1928977" y="659807"/>
                </a:lnTo>
                <a:moveTo>
                  <a:pt x="1886309" y="527494"/>
                </a:moveTo>
                <a:lnTo>
                  <a:pt x="1929254" y="660019"/>
                </a:lnTo>
                <a:moveTo>
                  <a:pt x="1435353" y="603984"/>
                </a:moveTo>
                <a:lnTo>
                  <a:pt x="1494592" y="721347"/>
                </a:lnTo>
                <a:moveTo>
                  <a:pt x="1929557" y="660388"/>
                </a:moveTo>
                <a:lnTo>
                  <a:pt x="2113186" y="672915"/>
                </a:lnTo>
                <a:moveTo>
                  <a:pt x="1900471" y="1069772"/>
                </a:moveTo>
                <a:lnTo>
                  <a:pt x="2009090" y="1140911"/>
                </a:lnTo>
                <a:moveTo>
                  <a:pt x="2096572" y="647211"/>
                </a:moveTo>
                <a:lnTo>
                  <a:pt x="2113186" y="672915"/>
                </a:lnTo>
                <a:moveTo>
                  <a:pt x="423830" y="568161"/>
                </a:moveTo>
                <a:lnTo>
                  <a:pt x="412584" y="584471"/>
                </a:lnTo>
                <a:moveTo>
                  <a:pt x="822045" y="449722"/>
                </a:moveTo>
                <a:lnTo>
                  <a:pt x="913203" y="574303"/>
                </a:lnTo>
                <a:moveTo>
                  <a:pt x="1103655" y="1124206"/>
                </a:moveTo>
                <a:lnTo>
                  <a:pt x="1191366" y="1204127"/>
                </a:lnTo>
                <a:moveTo>
                  <a:pt x="1227709" y="1181070"/>
                </a:moveTo>
                <a:lnTo>
                  <a:pt x="1262517" y="1283619"/>
                </a:lnTo>
                <a:moveTo>
                  <a:pt x="1382245" y="653049"/>
                </a:moveTo>
                <a:lnTo>
                  <a:pt x="1494592" y="721347"/>
                </a:lnTo>
                <a:moveTo>
                  <a:pt x="2478649" y="479460"/>
                </a:moveTo>
                <a:lnTo>
                  <a:pt x="2433160" y="442784"/>
                </a:lnTo>
                <a:moveTo>
                  <a:pt x="1377946" y="657720"/>
                </a:moveTo>
                <a:lnTo>
                  <a:pt x="1454882" y="758517"/>
                </a:lnTo>
                <a:moveTo>
                  <a:pt x="2096572" y="647211"/>
                </a:moveTo>
                <a:lnTo>
                  <a:pt x="2194279" y="564541"/>
                </a:lnTo>
                <a:moveTo>
                  <a:pt x="653723" y="445874"/>
                </a:moveTo>
                <a:lnTo>
                  <a:pt x="835703" y="445838"/>
                </a:lnTo>
                <a:moveTo>
                  <a:pt x="2508278" y="636552"/>
                </a:moveTo>
                <a:lnTo>
                  <a:pt x="2478177" y="679670"/>
                </a:lnTo>
                <a:moveTo>
                  <a:pt x="1377946" y="657720"/>
                </a:moveTo>
                <a:lnTo>
                  <a:pt x="1471124" y="740707"/>
                </a:lnTo>
                <a:moveTo>
                  <a:pt x="1382245" y="653049"/>
                </a:moveTo>
                <a:lnTo>
                  <a:pt x="1471124" y="740707"/>
                </a:lnTo>
                <a:moveTo>
                  <a:pt x="335562" y="660295"/>
                </a:moveTo>
                <a:lnTo>
                  <a:pt x="412584" y="584471"/>
                </a:lnTo>
                <a:moveTo>
                  <a:pt x="2009090" y="1140911"/>
                </a:moveTo>
                <a:lnTo>
                  <a:pt x="2024827" y="1144773"/>
                </a:lnTo>
                <a:moveTo>
                  <a:pt x="1191366" y="1204127"/>
                </a:moveTo>
                <a:lnTo>
                  <a:pt x="1227709" y="1181070"/>
                </a:lnTo>
                <a:moveTo>
                  <a:pt x="943130" y="1064727"/>
                </a:moveTo>
                <a:lnTo>
                  <a:pt x="1014484" y="1034608"/>
                </a:lnTo>
                <a:moveTo>
                  <a:pt x="1926531" y="662657"/>
                </a:moveTo>
                <a:lnTo>
                  <a:pt x="1836976" y="753169"/>
                </a:lnTo>
                <a:moveTo>
                  <a:pt x="2460001" y="508929"/>
                </a:moveTo>
                <a:lnTo>
                  <a:pt x="2508278" y="636552"/>
                </a:lnTo>
                <a:moveTo>
                  <a:pt x="2478649" y="479460"/>
                </a:moveTo>
                <a:lnTo>
                  <a:pt x="2460001" y="508929"/>
                </a:lnTo>
                <a:moveTo>
                  <a:pt x="1929254" y="660019"/>
                </a:moveTo>
                <a:lnTo>
                  <a:pt x="1928977" y="659807"/>
                </a:lnTo>
                <a:moveTo>
                  <a:pt x="1929254" y="660019"/>
                </a:moveTo>
                <a:lnTo>
                  <a:pt x="1929557" y="660388"/>
                </a:lnTo>
                <a:moveTo>
                  <a:pt x="1928977" y="659807"/>
                </a:moveTo>
                <a:lnTo>
                  <a:pt x="1926531" y="662657"/>
                </a:lnTo>
                <a:moveTo>
                  <a:pt x="1926531" y="662657"/>
                </a:moveTo>
                <a:lnTo>
                  <a:pt x="1929557" y="660388"/>
                </a:lnTo>
                <a:moveTo>
                  <a:pt x="1929254" y="660019"/>
                </a:moveTo>
                <a:lnTo>
                  <a:pt x="1926531" y="662657"/>
                </a:lnTo>
                <a:moveTo>
                  <a:pt x="1494592" y="721347"/>
                </a:moveTo>
                <a:lnTo>
                  <a:pt x="1623801" y="715092"/>
                </a:lnTo>
                <a:moveTo>
                  <a:pt x="2024827" y="1144773"/>
                </a:moveTo>
                <a:lnTo>
                  <a:pt x="2175484" y="1157971"/>
                </a:lnTo>
                <a:moveTo>
                  <a:pt x="1929557" y="660388"/>
                </a:moveTo>
                <a:lnTo>
                  <a:pt x="2096572" y="647211"/>
                </a:lnTo>
                <a:moveTo>
                  <a:pt x="891940" y="557110"/>
                </a:moveTo>
                <a:lnTo>
                  <a:pt x="913203" y="574303"/>
                </a:lnTo>
                <a:moveTo>
                  <a:pt x="335562" y="660295"/>
                </a:moveTo>
                <a:lnTo>
                  <a:pt x="300674" y="652900"/>
                </a:lnTo>
                <a:moveTo>
                  <a:pt x="2510255" y="700722"/>
                </a:moveTo>
                <a:lnTo>
                  <a:pt x="2478177" y="679670"/>
                </a:lnTo>
                <a:moveTo>
                  <a:pt x="1402519" y="1062719"/>
                </a:moveTo>
                <a:lnTo>
                  <a:pt x="1557312" y="1013873"/>
                </a:lnTo>
                <a:moveTo>
                  <a:pt x="1623801" y="715092"/>
                </a:moveTo>
                <a:lnTo>
                  <a:pt x="1668804" y="731088"/>
                </a:lnTo>
                <a:moveTo>
                  <a:pt x="1502222" y="954464"/>
                </a:moveTo>
                <a:lnTo>
                  <a:pt x="1402519" y="1062719"/>
                </a:lnTo>
                <a:moveTo>
                  <a:pt x="1471124" y="740707"/>
                </a:moveTo>
                <a:lnTo>
                  <a:pt x="1494592" y="721347"/>
                </a:lnTo>
                <a:moveTo>
                  <a:pt x="1273708" y="1310825"/>
                </a:moveTo>
                <a:lnTo>
                  <a:pt x="1262517" y="1283619"/>
                </a:lnTo>
                <a:moveTo>
                  <a:pt x="1912483" y="1004544"/>
                </a:moveTo>
                <a:lnTo>
                  <a:pt x="1940117" y="879201"/>
                </a:lnTo>
                <a:moveTo>
                  <a:pt x="659590" y="443275"/>
                </a:moveTo>
                <a:lnTo>
                  <a:pt x="653723" y="445874"/>
                </a:lnTo>
                <a:moveTo>
                  <a:pt x="1471124" y="740707"/>
                </a:moveTo>
                <a:lnTo>
                  <a:pt x="1623801" y="715092"/>
                </a:lnTo>
                <a:moveTo>
                  <a:pt x="632127" y="454682"/>
                </a:moveTo>
                <a:lnTo>
                  <a:pt x="653723" y="445874"/>
                </a:lnTo>
                <a:moveTo>
                  <a:pt x="1905909" y="854772"/>
                </a:moveTo>
                <a:lnTo>
                  <a:pt x="1928358" y="857418"/>
                </a:lnTo>
                <a:moveTo>
                  <a:pt x="1830773" y="752291"/>
                </a:moveTo>
                <a:lnTo>
                  <a:pt x="1836976" y="753169"/>
                </a:lnTo>
                <a:moveTo>
                  <a:pt x="1557312" y="1013873"/>
                </a:moveTo>
                <a:lnTo>
                  <a:pt x="1513597" y="1086278"/>
                </a:lnTo>
                <a:moveTo>
                  <a:pt x="1502222" y="954464"/>
                </a:moveTo>
                <a:lnTo>
                  <a:pt x="1378565" y="1035337"/>
                </a:lnTo>
                <a:moveTo>
                  <a:pt x="1471124" y="740707"/>
                </a:moveTo>
                <a:lnTo>
                  <a:pt x="1454882" y="758517"/>
                </a:lnTo>
                <a:moveTo>
                  <a:pt x="1191366" y="1204127"/>
                </a:moveTo>
                <a:lnTo>
                  <a:pt x="1262517" y="1283619"/>
                </a:lnTo>
                <a:moveTo>
                  <a:pt x="822045" y="449722"/>
                </a:moveTo>
                <a:lnTo>
                  <a:pt x="653723" y="445874"/>
                </a:lnTo>
                <a:moveTo>
                  <a:pt x="1037571" y="1149139"/>
                </a:moveTo>
                <a:lnTo>
                  <a:pt x="1014484" y="1034608"/>
                </a:lnTo>
                <a:moveTo>
                  <a:pt x="1557312" y="1013873"/>
                </a:moveTo>
                <a:lnTo>
                  <a:pt x="1611454" y="1091573"/>
                </a:lnTo>
                <a:moveTo>
                  <a:pt x="2232619" y="394759"/>
                </a:moveTo>
                <a:lnTo>
                  <a:pt x="2235748" y="425484"/>
                </a:lnTo>
                <a:moveTo>
                  <a:pt x="1668804" y="731088"/>
                </a:moveTo>
                <a:lnTo>
                  <a:pt x="1830773" y="752291"/>
                </a:lnTo>
                <a:moveTo>
                  <a:pt x="1191366" y="1204127"/>
                </a:moveTo>
                <a:lnTo>
                  <a:pt x="1273708" y="1310825"/>
                </a:lnTo>
                <a:moveTo>
                  <a:pt x="983611" y="644114"/>
                </a:moveTo>
                <a:lnTo>
                  <a:pt x="913203" y="574303"/>
                </a:lnTo>
                <a:moveTo>
                  <a:pt x="335562" y="660295"/>
                </a:moveTo>
                <a:lnTo>
                  <a:pt x="231312" y="763991"/>
                </a:lnTo>
                <a:moveTo>
                  <a:pt x="1623801" y="715092"/>
                </a:moveTo>
                <a:lnTo>
                  <a:pt x="1652927" y="739497"/>
                </a:lnTo>
                <a:moveTo>
                  <a:pt x="1196704" y="629494"/>
                </a:moveTo>
                <a:lnTo>
                  <a:pt x="1243477" y="695029"/>
                </a:lnTo>
                <a:moveTo>
                  <a:pt x="822045" y="449722"/>
                </a:moveTo>
                <a:lnTo>
                  <a:pt x="835703" y="445838"/>
                </a:lnTo>
                <a:moveTo>
                  <a:pt x="1652927" y="739497"/>
                </a:moveTo>
                <a:lnTo>
                  <a:pt x="1668804" y="731088"/>
                </a:lnTo>
                <a:moveTo>
                  <a:pt x="1562459" y="1003445"/>
                </a:moveTo>
                <a:lnTo>
                  <a:pt x="1611454" y="1091573"/>
                </a:lnTo>
                <a:moveTo>
                  <a:pt x="1301841" y="545326"/>
                </a:moveTo>
                <a:lnTo>
                  <a:pt x="1435353" y="603984"/>
                </a:lnTo>
                <a:moveTo>
                  <a:pt x="1471124" y="740707"/>
                </a:moveTo>
                <a:lnTo>
                  <a:pt x="1652927" y="739497"/>
                </a:lnTo>
                <a:moveTo>
                  <a:pt x="1905909" y="854772"/>
                </a:moveTo>
                <a:lnTo>
                  <a:pt x="1836976" y="753169"/>
                </a:lnTo>
                <a:moveTo>
                  <a:pt x="1037571" y="1149139"/>
                </a:moveTo>
                <a:lnTo>
                  <a:pt x="1103655" y="1124206"/>
                </a:lnTo>
                <a:moveTo>
                  <a:pt x="2508278" y="636552"/>
                </a:moveTo>
                <a:lnTo>
                  <a:pt x="2510255" y="700722"/>
                </a:lnTo>
                <a:moveTo>
                  <a:pt x="1912483" y="1004544"/>
                </a:moveTo>
                <a:lnTo>
                  <a:pt x="1911382" y="1031026"/>
                </a:lnTo>
                <a:moveTo>
                  <a:pt x="231312" y="763991"/>
                </a:moveTo>
                <a:lnTo>
                  <a:pt x="279874" y="787098"/>
                </a:lnTo>
                <a:moveTo>
                  <a:pt x="1273708" y="1310825"/>
                </a:moveTo>
                <a:lnTo>
                  <a:pt x="1285826" y="1333500"/>
                </a:lnTo>
                <a:moveTo>
                  <a:pt x="1912483" y="1004544"/>
                </a:moveTo>
                <a:lnTo>
                  <a:pt x="1928358" y="857418"/>
                </a:lnTo>
                <a:moveTo>
                  <a:pt x="2170895" y="513508"/>
                </a:moveTo>
                <a:lnTo>
                  <a:pt x="2235748" y="425484"/>
                </a:lnTo>
                <a:moveTo>
                  <a:pt x="632127" y="454682"/>
                </a:moveTo>
                <a:lnTo>
                  <a:pt x="659590" y="443275"/>
                </a:lnTo>
                <a:moveTo>
                  <a:pt x="1301841" y="545326"/>
                </a:moveTo>
                <a:lnTo>
                  <a:pt x="1382245" y="653049"/>
                </a:lnTo>
                <a:moveTo>
                  <a:pt x="1301841" y="545326"/>
                </a:moveTo>
                <a:lnTo>
                  <a:pt x="1243477" y="695029"/>
                </a:lnTo>
                <a:moveTo>
                  <a:pt x="1912483" y="1004544"/>
                </a:moveTo>
                <a:lnTo>
                  <a:pt x="1900471" y="1069772"/>
                </a:lnTo>
                <a:moveTo>
                  <a:pt x="659590" y="443275"/>
                </a:moveTo>
                <a:lnTo>
                  <a:pt x="822045" y="449722"/>
                </a:lnTo>
                <a:moveTo>
                  <a:pt x="983611" y="644114"/>
                </a:moveTo>
                <a:lnTo>
                  <a:pt x="965361" y="698293"/>
                </a:lnTo>
                <a:moveTo>
                  <a:pt x="534242" y="498229"/>
                </a:moveTo>
                <a:lnTo>
                  <a:pt x="632127" y="454682"/>
                </a:lnTo>
                <a:moveTo>
                  <a:pt x="1894253" y="1038495"/>
                </a:moveTo>
                <a:lnTo>
                  <a:pt x="1900471" y="1069772"/>
                </a:lnTo>
                <a:moveTo>
                  <a:pt x="1830773" y="752291"/>
                </a:moveTo>
                <a:lnTo>
                  <a:pt x="1905909" y="854772"/>
                </a:lnTo>
                <a:moveTo>
                  <a:pt x="1146957" y="1219561"/>
                </a:moveTo>
                <a:lnTo>
                  <a:pt x="1103655" y="1124206"/>
                </a:lnTo>
                <a:moveTo>
                  <a:pt x="2460001" y="508929"/>
                </a:moveTo>
                <a:lnTo>
                  <a:pt x="2565632" y="554562"/>
                </a:lnTo>
                <a:moveTo>
                  <a:pt x="423830" y="568161"/>
                </a:moveTo>
                <a:lnTo>
                  <a:pt x="534242" y="498229"/>
                </a:lnTo>
                <a:moveTo>
                  <a:pt x="2170895" y="513508"/>
                </a:moveTo>
                <a:lnTo>
                  <a:pt x="2194279" y="564541"/>
                </a:lnTo>
                <a:moveTo>
                  <a:pt x="2006303" y="1106423"/>
                </a:moveTo>
                <a:lnTo>
                  <a:pt x="1900471" y="1069772"/>
                </a:lnTo>
                <a:moveTo>
                  <a:pt x="822045" y="449722"/>
                </a:moveTo>
                <a:lnTo>
                  <a:pt x="891940" y="557110"/>
                </a:lnTo>
                <a:moveTo>
                  <a:pt x="2054597" y="577539"/>
                </a:moveTo>
                <a:lnTo>
                  <a:pt x="2194279" y="564541"/>
                </a:lnTo>
                <a:moveTo>
                  <a:pt x="846842" y="982044"/>
                </a:moveTo>
                <a:lnTo>
                  <a:pt x="943130" y="1064727"/>
                </a:lnTo>
                <a:moveTo>
                  <a:pt x="2006303" y="1106423"/>
                </a:moveTo>
                <a:lnTo>
                  <a:pt x="2009090" y="1140911"/>
                </a:lnTo>
                <a:moveTo>
                  <a:pt x="2006303" y="1106423"/>
                </a:moveTo>
                <a:lnTo>
                  <a:pt x="2024827" y="1144773"/>
                </a:lnTo>
                <a:moveTo>
                  <a:pt x="2565632" y="554562"/>
                </a:moveTo>
                <a:lnTo>
                  <a:pt x="2508278" y="636552"/>
                </a:lnTo>
                <a:moveTo>
                  <a:pt x="2054597" y="577539"/>
                </a:moveTo>
                <a:lnTo>
                  <a:pt x="1929557" y="660388"/>
                </a:lnTo>
                <a:moveTo>
                  <a:pt x="2478649" y="479460"/>
                </a:moveTo>
                <a:lnTo>
                  <a:pt x="2565632" y="554562"/>
                </a:lnTo>
                <a:moveTo>
                  <a:pt x="1502222" y="954464"/>
                </a:moveTo>
                <a:lnTo>
                  <a:pt x="1557312" y="1013873"/>
                </a:lnTo>
                <a:moveTo>
                  <a:pt x="2019011" y="1111356"/>
                </a:moveTo>
                <a:lnTo>
                  <a:pt x="2024827" y="1144773"/>
                </a:lnTo>
                <a:moveTo>
                  <a:pt x="2054597" y="577539"/>
                </a:moveTo>
                <a:lnTo>
                  <a:pt x="2096572" y="647211"/>
                </a:lnTo>
                <a:moveTo>
                  <a:pt x="335562" y="660295"/>
                </a:moveTo>
                <a:lnTo>
                  <a:pt x="423830" y="568161"/>
                </a:lnTo>
                <a:moveTo>
                  <a:pt x="1146957" y="1219561"/>
                </a:moveTo>
                <a:lnTo>
                  <a:pt x="1273708" y="1310825"/>
                </a:lnTo>
                <a:moveTo>
                  <a:pt x="825776" y="990065"/>
                </a:moveTo>
                <a:lnTo>
                  <a:pt x="846842" y="982044"/>
                </a:lnTo>
                <a:moveTo>
                  <a:pt x="1301841" y="545326"/>
                </a:moveTo>
                <a:lnTo>
                  <a:pt x="1196704" y="629494"/>
                </a:lnTo>
                <a:moveTo>
                  <a:pt x="1562459" y="1003445"/>
                </a:moveTo>
                <a:lnTo>
                  <a:pt x="1557312" y="1013873"/>
                </a:lnTo>
                <a:moveTo>
                  <a:pt x="2565632" y="554562"/>
                </a:moveTo>
                <a:lnTo>
                  <a:pt x="2510255" y="700722"/>
                </a:lnTo>
                <a:moveTo>
                  <a:pt x="1146957" y="1219561"/>
                </a:moveTo>
                <a:lnTo>
                  <a:pt x="1191366" y="1204127"/>
                </a:lnTo>
                <a:moveTo>
                  <a:pt x="1502222" y="954464"/>
                </a:moveTo>
                <a:lnTo>
                  <a:pt x="1562459" y="1003445"/>
                </a:lnTo>
                <a:moveTo>
                  <a:pt x="2131923" y="1161650"/>
                </a:moveTo>
                <a:lnTo>
                  <a:pt x="2024827" y="1144773"/>
                </a:lnTo>
                <a:moveTo>
                  <a:pt x="1239611" y="577299"/>
                </a:moveTo>
                <a:lnTo>
                  <a:pt x="1196704" y="629494"/>
                </a:lnTo>
                <a:moveTo>
                  <a:pt x="1905909" y="854772"/>
                </a:moveTo>
                <a:lnTo>
                  <a:pt x="1912483" y="1004544"/>
                </a:lnTo>
                <a:moveTo>
                  <a:pt x="556316" y="505042"/>
                </a:moveTo>
                <a:lnTo>
                  <a:pt x="659590" y="443275"/>
                </a:lnTo>
                <a:moveTo>
                  <a:pt x="556316" y="505042"/>
                </a:moveTo>
                <a:lnTo>
                  <a:pt x="632127" y="454682"/>
                </a:lnTo>
                <a:moveTo>
                  <a:pt x="1183037" y="606842"/>
                </a:moveTo>
                <a:lnTo>
                  <a:pt x="1196704" y="629494"/>
                </a:lnTo>
                <a:moveTo>
                  <a:pt x="2131923" y="1161650"/>
                </a:moveTo>
                <a:lnTo>
                  <a:pt x="2175484" y="1157971"/>
                </a:lnTo>
                <a:moveTo>
                  <a:pt x="1301841" y="545326"/>
                </a:moveTo>
                <a:lnTo>
                  <a:pt x="1421475" y="484640"/>
                </a:lnTo>
                <a:moveTo>
                  <a:pt x="534242" y="498229"/>
                </a:moveTo>
                <a:lnTo>
                  <a:pt x="556316" y="505042"/>
                </a:lnTo>
                <a:moveTo>
                  <a:pt x="825776" y="990065"/>
                </a:moveTo>
                <a:lnTo>
                  <a:pt x="943130" y="1064727"/>
                </a:lnTo>
                <a:moveTo>
                  <a:pt x="1228083" y="1316435"/>
                </a:moveTo>
                <a:lnTo>
                  <a:pt x="1273708" y="1310825"/>
                </a:lnTo>
                <a:moveTo>
                  <a:pt x="891940" y="557110"/>
                </a:moveTo>
                <a:lnTo>
                  <a:pt x="983611" y="644114"/>
                </a:lnTo>
                <a:moveTo>
                  <a:pt x="943130" y="1064727"/>
                </a:moveTo>
                <a:lnTo>
                  <a:pt x="1037571" y="1149139"/>
                </a:lnTo>
                <a:moveTo>
                  <a:pt x="335562" y="660295"/>
                </a:moveTo>
                <a:lnTo>
                  <a:pt x="279874" y="787098"/>
                </a:lnTo>
                <a:moveTo>
                  <a:pt x="1239611" y="577299"/>
                </a:moveTo>
                <a:lnTo>
                  <a:pt x="1301841" y="545326"/>
                </a:lnTo>
                <a:moveTo>
                  <a:pt x="1767907" y="774039"/>
                </a:moveTo>
                <a:lnTo>
                  <a:pt x="1668804" y="731088"/>
                </a:lnTo>
                <a:moveTo>
                  <a:pt x="285282" y="779344"/>
                </a:moveTo>
                <a:lnTo>
                  <a:pt x="335562" y="660295"/>
                </a:lnTo>
                <a:moveTo>
                  <a:pt x="1183037" y="606842"/>
                </a:moveTo>
                <a:lnTo>
                  <a:pt x="1239611" y="577299"/>
                </a:lnTo>
                <a:moveTo>
                  <a:pt x="1767907" y="774039"/>
                </a:moveTo>
                <a:lnTo>
                  <a:pt x="1830773" y="752291"/>
                </a:lnTo>
                <a:moveTo>
                  <a:pt x="2170895" y="513508"/>
                </a:moveTo>
                <a:lnTo>
                  <a:pt x="2232619" y="394759"/>
                </a:lnTo>
                <a:moveTo>
                  <a:pt x="1281277" y="1333500"/>
                </a:moveTo>
                <a:lnTo>
                  <a:pt x="1273708" y="1310825"/>
                </a:lnTo>
                <a:moveTo>
                  <a:pt x="1040338" y="644400"/>
                </a:moveTo>
                <a:lnTo>
                  <a:pt x="1183037" y="606842"/>
                </a:lnTo>
                <a:moveTo>
                  <a:pt x="1912483" y="1004544"/>
                </a:moveTo>
                <a:lnTo>
                  <a:pt x="1894253" y="1038495"/>
                </a:lnTo>
                <a:moveTo>
                  <a:pt x="983611" y="644114"/>
                </a:moveTo>
                <a:lnTo>
                  <a:pt x="1040338" y="644400"/>
                </a:lnTo>
                <a:moveTo>
                  <a:pt x="1709205" y="773137"/>
                </a:moveTo>
                <a:lnTo>
                  <a:pt x="1652927" y="739497"/>
                </a:lnTo>
                <a:moveTo>
                  <a:pt x="1767907" y="774039"/>
                </a:moveTo>
                <a:lnTo>
                  <a:pt x="1652927" y="739497"/>
                </a:lnTo>
                <a:moveTo>
                  <a:pt x="285282" y="779344"/>
                </a:moveTo>
                <a:lnTo>
                  <a:pt x="279874" y="787098"/>
                </a:lnTo>
                <a:moveTo>
                  <a:pt x="282741" y="787971"/>
                </a:moveTo>
                <a:lnTo>
                  <a:pt x="279874" y="787098"/>
                </a:lnTo>
                <a:moveTo>
                  <a:pt x="716569" y="472819"/>
                </a:moveTo>
                <a:lnTo>
                  <a:pt x="659590" y="443275"/>
                </a:lnTo>
                <a:moveTo>
                  <a:pt x="756253" y="474209"/>
                </a:moveTo>
                <a:lnTo>
                  <a:pt x="659590" y="443275"/>
                </a:lnTo>
                <a:moveTo>
                  <a:pt x="570032" y="506529"/>
                </a:moveTo>
                <a:lnTo>
                  <a:pt x="659590" y="443275"/>
                </a:lnTo>
                <a:moveTo>
                  <a:pt x="285282" y="779344"/>
                </a:moveTo>
                <a:lnTo>
                  <a:pt x="282741" y="787971"/>
                </a:lnTo>
                <a:moveTo>
                  <a:pt x="1703959" y="1043806"/>
                </a:moveTo>
                <a:lnTo>
                  <a:pt x="1813099" y="1114458"/>
                </a:lnTo>
                <a:moveTo>
                  <a:pt x="1850429" y="869607"/>
                </a:moveTo>
                <a:lnTo>
                  <a:pt x="1830773" y="752291"/>
                </a:lnTo>
                <a:moveTo>
                  <a:pt x="1037571" y="1149139"/>
                </a:moveTo>
                <a:lnTo>
                  <a:pt x="1146957" y="1219561"/>
                </a:lnTo>
                <a:moveTo>
                  <a:pt x="756253" y="474209"/>
                </a:moveTo>
                <a:lnTo>
                  <a:pt x="822045" y="449722"/>
                </a:lnTo>
                <a:moveTo>
                  <a:pt x="1894253" y="1038495"/>
                </a:moveTo>
                <a:lnTo>
                  <a:pt x="2006303" y="1106423"/>
                </a:lnTo>
                <a:moveTo>
                  <a:pt x="798164" y="1200422"/>
                </a:moveTo>
                <a:lnTo>
                  <a:pt x="882881" y="1293935"/>
                </a:lnTo>
                <a:moveTo>
                  <a:pt x="478076" y="561783"/>
                </a:moveTo>
                <a:lnTo>
                  <a:pt x="534242" y="498229"/>
                </a:lnTo>
                <a:moveTo>
                  <a:pt x="2054597" y="577539"/>
                </a:moveTo>
                <a:lnTo>
                  <a:pt x="2170895" y="513508"/>
                </a:lnTo>
                <a:moveTo>
                  <a:pt x="454822" y="571650"/>
                </a:moveTo>
                <a:lnTo>
                  <a:pt x="534242" y="498229"/>
                </a:lnTo>
                <a:moveTo>
                  <a:pt x="1826927" y="1093258"/>
                </a:moveTo>
                <a:lnTo>
                  <a:pt x="1912483" y="1004544"/>
                </a:lnTo>
                <a:moveTo>
                  <a:pt x="1703959" y="1043806"/>
                </a:moveTo>
                <a:lnTo>
                  <a:pt x="1826927" y="1093258"/>
                </a:lnTo>
                <a:moveTo>
                  <a:pt x="865319" y="544931"/>
                </a:moveTo>
                <a:lnTo>
                  <a:pt x="822045" y="449722"/>
                </a:lnTo>
                <a:moveTo>
                  <a:pt x="112909" y="409463"/>
                </a:moveTo>
                <a:lnTo>
                  <a:pt x="101317" y="403147"/>
                </a:lnTo>
                <a:moveTo>
                  <a:pt x="77835" y="417990"/>
                </a:moveTo>
                <a:lnTo>
                  <a:pt x="101317" y="403147"/>
                </a:lnTo>
                <a:moveTo>
                  <a:pt x="1850429" y="869607"/>
                </a:moveTo>
                <a:lnTo>
                  <a:pt x="1905909" y="854772"/>
                </a:lnTo>
                <a:moveTo>
                  <a:pt x="1826927" y="1093258"/>
                </a:moveTo>
                <a:lnTo>
                  <a:pt x="1894253" y="1038495"/>
                </a:lnTo>
                <a:moveTo>
                  <a:pt x="454822" y="571650"/>
                </a:moveTo>
                <a:lnTo>
                  <a:pt x="423830" y="568161"/>
                </a:lnTo>
                <a:moveTo>
                  <a:pt x="2006303" y="1106423"/>
                </a:moveTo>
                <a:lnTo>
                  <a:pt x="2019011" y="1111356"/>
                </a:lnTo>
                <a:moveTo>
                  <a:pt x="912407" y="1062831"/>
                </a:moveTo>
                <a:lnTo>
                  <a:pt x="943130" y="1064727"/>
                </a:lnTo>
                <a:moveTo>
                  <a:pt x="1852415" y="916729"/>
                </a:moveTo>
                <a:lnTo>
                  <a:pt x="1905909" y="854772"/>
                </a:lnTo>
                <a:moveTo>
                  <a:pt x="1826927" y="1093258"/>
                </a:moveTo>
                <a:lnTo>
                  <a:pt x="1813099" y="1114458"/>
                </a:lnTo>
                <a:moveTo>
                  <a:pt x="368721" y="671210"/>
                </a:moveTo>
                <a:lnTo>
                  <a:pt x="335562" y="660295"/>
                </a:lnTo>
                <a:moveTo>
                  <a:pt x="112909" y="409463"/>
                </a:moveTo>
                <a:lnTo>
                  <a:pt x="250294" y="366576"/>
                </a:lnTo>
                <a:moveTo>
                  <a:pt x="454822" y="571650"/>
                </a:moveTo>
                <a:lnTo>
                  <a:pt x="335562" y="660295"/>
                </a:lnTo>
                <a:moveTo>
                  <a:pt x="1813099" y="1114458"/>
                </a:moveTo>
                <a:lnTo>
                  <a:pt x="1782150" y="1235138"/>
                </a:lnTo>
                <a:moveTo>
                  <a:pt x="1146957" y="1219561"/>
                </a:moveTo>
                <a:lnTo>
                  <a:pt x="1228083" y="1316435"/>
                </a:lnTo>
                <a:moveTo>
                  <a:pt x="2019011" y="1111356"/>
                </a:moveTo>
                <a:lnTo>
                  <a:pt x="2131923" y="1161650"/>
                </a:lnTo>
                <a:moveTo>
                  <a:pt x="825776" y="990065"/>
                </a:moveTo>
                <a:lnTo>
                  <a:pt x="912407" y="1062831"/>
                </a:lnTo>
                <a:moveTo>
                  <a:pt x="865319" y="544931"/>
                </a:moveTo>
                <a:lnTo>
                  <a:pt x="891940" y="557110"/>
                </a:lnTo>
                <a:moveTo>
                  <a:pt x="77835" y="417990"/>
                </a:moveTo>
                <a:lnTo>
                  <a:pt x="112909" y="409463"/>
                </a:lnTo>
                <a:moveTo>
                  <a:pt x="1444185" y="479825"/>
                </a:moveTo>
                <a:lnTo>
                  <a:pt x="1421475" y="484640"/>
                </a:lnTo>
                <a:moveTo>
                  <a:pt x="1307994" y="523909"/>
                </a:moveTo>
                <a:lnTo>
                  <a:pt x="1421475" y="484640"/>
                </a:lnTo>
                <a:moveTo>
                  <a:pt x="2241288" y="375866"/>
                </a:moveTo>
                <a:lnTo>
                  <a:pt x="2232619" y="394759"/>
                </a:lnTo>
                <a:moveTo>
                  <a:pt x="368721" y="671210"/>
                </a:moveTo>
                <a:lnTo>
                  <a:pt x="285282" y="779344"/>
                </a:lnTo>
                <a:moveTo>
                  <a:pt x="971335" y="618507"/>
                </a:moveTo>
                <a:lnTo>
                  <a:pt x="891940" y="557110"/>
                </a:lnTo>
                <a:moveTo>
                  <a:pt x="1307994" y="523909"/>
                </a:moveTo>
                <a:lnTo>
                  <a:pt x="1301841" y="545326"/>
                </a:lnTo>
                <a:moveTo>
                  <a:pt x="1852415" y="916729"/>
                </a:moveTo>
                <a:lnTo>
                  <a:pt x="1912483" y="1004544"/>
                </a:lnTo>
                <a:moveTo>
                  <a:pt x="570032" y="506529"/>
                </a:moveTo>
                <a:lnTo>
                  <a:pt x="556316" y="505042"/>
                </a:lnTo>
                <a:moveTo>
                  <a:pt x="879343" y="1087338"/>
                </a:moveTo>
                <a:lnTo>
                  <a:pt x="825776" y="990065"/>
                </a:lnTo>
                <a:moveTo>
                  <a:pt x="1008904" y="1138875"/>
                </a:moveTo>
                <a:lnTo>
                  <a:pt x="943130" y="1064727"/>
                </a:lnTo>
                <a:moveTo>
                  <a:pt x="1221304" y="557338"/>
                </a:moveTo>
                <a:lnTo>
                  <a:pt x="1301841" y="545326"/>
                </a:lnTo>
                <a:moveTo>
                  <a:pt x="1221304" y="557338"/>
                </a:moveTo>
                <a:lnTo>
                  <a:pt x="1239611" y="577299"/>
                </a:lnTo>
                <a:moveTo>
                  <a:pt x="1736655" y="976104"/>
                </a:moveTo>
                <a:lnTo>
                  <a:pt x="1912483" y="1004544"/>
                </a:lnTo>
                <a:moveTo>
                  <a:pt x="478076" y="561783"/>
                </a:moveTo>
                <a:lnTo>
                  <a:pt x="556316" y="505042"/>
                </a:lnTo>
                <a:moveTo>
                  <a:pt x="1734028" y="978956"/>
                </a:moveTo>
                <a:lnTo>
                  <a:pt x="1703959" y="1043806"/>
                </a:lnTo>
                <a:moveTo>
                  <a:pt x="1221304" y="557338"/>
                </a:moveTo>
                <a:lnTo>
                  <a:pt x="1183037" y="606842"/>
                </a:lnTo>
                <a:moveTo>
                  <a:pt x="1177383" y="573587"/>
                </a:moveTo>
                <a:lnTo>
                  <a:pt x="1183037" y="606842"/>
                </a:lnTo>
                <a:moveTo>
                  <a:pt x="2173427" y="488461"/>
                </a:moveTo>
                <a:lnTo>
                  <a:pt x="2232619" y="394759"/>
                </a:lnTo>
                <a:moveTo>
                  <a:pt x="376347" y="673603"/>
                </a:moveTo>
                <a:lnTo>
                  <a:pt x="285282" y="779344"/>
                </a:lnTo>
                <a:moveTo>
                  <a:pt x="971335" y="618507"/>
                </a:moveTo>
                <a:lnTo>
                  <a:pt x="983611" y="644114"/>
                </a:lnTo>
                <a:moveTo>
                  <a:pt x="1039406" y="615879"/>
                </a:moveTo>
                <a:lnTo>
                  <a:pt x="1183037" y="606842"/>
                </a:lnTo>
                <a:moveTo>
                  <a:pt x="1709205" y="773137"/>
                </a:moveTo>
                <a:lnTo>
                  <a:pt x="1767907" y="774039"/>
                </a:lnTo>
                <a:moveTo>
                  <a:pt x="376347" y="673603"/>
                </a:moveTo>
                <a:lnTo>
                  <a:pt x="282741" y="787971"/>
                </a:lnTo>
                <a:moveTo>
                  <a:pt x="971335" y="618507"/>
                </a:moveTo>
                <a:lnTo>
                  <a:pt x="1040338" y="644400"/>
                </a:lnTo>
                <a:moveTo>
                  <a:pt x="1008904" y="1138875"/>
                </a:moveTo>
                <a:lnTo>
                  <a:pt x="1037571" y="1149139"/>
                </a:lnTo>
                <a:moveTo>
                  <a:pt x="806350" y="1155662"/>
                </a:moveTo>
                <a:lnTo>
                  <a:pt x="798164" y="1200422"/>
                </a:lnTo>
                <a:moveTo>
                  <a:pt x="1039406" y="615879"/>
                </a:moveTo>
                <a:lnTo>
                  <a:pt x="1040338" y="644400"/>
                </a:lnTo>
                <a:moveTo>
                  <a:pt x="280453" y="384265"/>
                </a:moveTo>
                <a:lnTo>
                  <a:pt x="250294" y="366576"/>
                </a:lnTo>
                <a:moveTo>
                  <a:pt x="1228083" y="1316435"/>
                </a:moveTo>
                <a:lnTo>
                  <a:pt x="1242068" y="1333500"/>
                </a:lnTo>
                <a:moveTo>
                  <a:pt x="1129794" y="1198529"/>
                </a:moveTo>
                <a:lnTo>
                  <a:pt x="1037571" y="1149139"/>
                </a:lnTo>
                <a:moveTo>
                  <a:pt x="2173427" y="488461"/>
                </a:moveTo>
                <a:lnTo>
                  <a:pt x="2170895" y="513508"/>
                </a:lnTo>
                <a:moveTo>
                  <a:pt x="899135" y="1241624"/>
                </a:moveTo>
                <a:lnTo>
                  <a:pt x="798164" y="1200422"/>
                </a:lnTo>
                <a:moveTo>
                  <a:pt x="319557" y="797299"/>
                </a:moveTo>
                <a:lnTo>
                  <a:pt x="282741" y="787971"/>
                </a:lnTo>
                <a:moveTo>
                  <a:pt x="1767907" y="774039"/>
                </a:moveTo>
                <a:lnTo>
                  <a:pt x="1850429" y="869607"/>
                </a:lnTo>
                <a:moveTo>
                  <a:pt x="716569" y="472819"/>
                </a:moveTo>
                <a:lnTo>
                  <a:pt x="756253" y="474209"/>
                </a:lnTo>
                <a:moveTo>
                  <a:pt x="570032" y="506529"/>
                </a:moveTo>
                <a:lnTo>
                  <a:pt x="716569" y="472819"/>
                </a:lnTo>
                <a:moveTo>
                  <a:pt x="1734028" y="978956"/>
                </a:moveTo>
                <a:lnTo>
                  <a:pt x="1826927" y="1093258"/>
                </a:lnTo>
                <a:moveTo>
                  <a:pt x="1736655" y="976104"/>
                </a:moveTo>
                <a:lnTo>
                  <a:pt x="1826927" y="1093258"/>
                </a:lnTo>
                <a:moveTo>
                  <a:pt x="1971516" y="1101889"/>
                </a:moveTo>
                <a:lnTo>
                  <a:pt x="1894253" y="1038495"/>
                </a:lnTo>
                <a:moveTo>
                  <a:pt x="1562200" y="411056"/>
                </a:moveTo>
                <a:lnTo>
                  <a:pt x="1622252" y="297092"/>
                </a:lnTo>
                <a:moveTo>
                  <a:pt x="1980940" y="537534"/>
                </a:moveTo>
                <a:lnTo>
                  <a:pt x="2054597" y="577539"/>
                </a:lnTo>
                <a:moveTo>
                  <a:pt x="2078336" y="573754"/>
                </a:moveTo>
                <a:lnTo>
                  <a:pt x="2170895" y="513508"/>
                </a:lnTo>
                <a:moveTo>
                  <a:pt x="1129794" y="1198529"/>
                </a:moveTo>
                <a:lnTo>
                  <a:pt x="1146957" y="1219561"/>
                </a:lnTo>
                <a:moveTo>
                  <a:pt x="478076" y="561783"/>
                </a:moveTo>
                <a:lnTo>
                  <a:pt x="570032" y="506529"/>
                </a:lnTo>
                <a:moveTo>
                  <a:pt x="2078336" y="573754"/>
                </a:moveTo>
                <a:lnTo>
                  <a:pt x="2054597" y="577539"/>
                </a:lnTo>
                <a:moveTo>
                  <a:pt x="756253" y="474209"/>
                </a:moveTo>
                <a:lnTo>
                  <a:pt x="865319" y="544931"/>
                </a:lnTo>
                <a:moveTo>
                  <a:pt x="899135" y="1241624"/>
                </a:moveTo>
                <a:lnTo>
                  <a:pt x="882881" y="1293935"/>
                </a:lnTo>
                <a:moveTo>
                  <a:pt x="454822" y="571650"/>
                </a:moveTo>
                <a:lnTo>
                  <a:pt x="368721" y="671210"/>
                </a:lnTo>
                <a:moveTo>
                  <a:pt x="1971516" y="1101889"/>
                </a:moveTo>
                <a:lnTo>
                  <a:pt x="2006303" y="1106423"/>
                </a:lnTo>
                <a:moveTo>
                  <a:pt x="454822" y="571650"/>
                </a:moveTo>
                <a:lnTo>
                  <a:pt x="478076" y="561783"/>
                </a:lnTo>
                <a:moveTo>
                  <a:pt x="1735908" y="788078"/>
                </a:moveTo>
                <a:lnTo>
                  <a:pt x="1709205" y="773137"/>
                </a:lnTo>
                <a:moveTo>
                  <a:pt x="1971516" y="1101889"/>
                </a:moveTo>
                <a:lnTo>
                  <a:pt x="2019011" y="1111356"/>
                </a:lnTo>
                <a:moveTo>
                  <a:pt x="1562200" y="411056"/>
                </a:moveTo>
                <a:lnTo>
                  <a:pt x="1559044" y="415349"/>
                </a:lnTo>
                <a:moveTo>
                  <a:pt x="1559266" y="414576"/>
                </a:moveTo>
                <a:lnTo>
                  <a:pt x="1559044" y="415349"/>
                </a:lnTo>
                <a:moveTo>
                  <a:pt x="1556574" y="416322"/>
                </a:moveTo>
                <a:lnTo>
                  <a:pt x="1559044" y="415349"/>
                </a:lnTo>
                <a:moveTo>
                  <a:pt x="1735908" y="788078"/>
                </a:moveTo>
                <a:lnTo>
                  <a:pt x="1767907" y="774039"/>
                </a:lnTo>
                <a:moveTo>
                  <a:pt x="1562200" y="411056"/>
                </a:moveTo>
                <a:lnTo>
                  <a:pt x="1559266" y="414576"/>
                </a:lnTo>
                <a:moveTo>
                  <a:pt x="2047505" y="1112339"/>
                </a:moveTo>
                <a:lnTo>
                  <a:pt x="2019011" y="1111356"/>
                </a:lnTo>
                <a:moveTo>
                  <a:pt x="1556574" y="416322"/>
                </a:moveTo>
                <a:lnTo>
                  <a:pt x="1559266" y="414576"/>
                </a:lnTo>
                <a:moveTo>
                  <a:pt x="423922" y="612474"/>
                </a:moveTo>
                <a:lnTo>
                  <a:pt x="368721" y="671210"/>
                </a:lnTo>
                <a:moveTo>
                  <a:pt x="879343" y="1087338"/>
                </a:moveTo>
                <a:lnTo>
                  <a:pt x="912407" y="1062831"/>
                </a:lnTo>
                <a:moveTo>
                  <a:pt x="423922" y="612474"/>
                </a:moveTo>
                <a:lnTo>
                  <a:pt x="454822" y="571650"/>
                </a:lnTo>
                <a:moveTo>
                  <a:pt x="185430" y="459230"/>
                </a:moveTo>
                <a:lnTo>
                  <a:pt x="250294" y="366576"/>
                </a:lnTo>
                <a:moveTo>
                  <a:pt x="1850429" y="869607"/>
                </a:moveTo>
                <a:lnTo>
                  <a:pt x="1852415" y="916729"/>
                </a:lnTo>
                <a:moveTo>
                  <a:pt x="949549" y="1095281"/>
                </a:moveTo>
                <a:lnTo>
                  <a:pt x="912407" y="1062831"/>
                </a:lnTo>
                <a:moveTo>
                  <a:pt x="460486" y="574658"/>
                </a:moveTo>
                <a:lnTo>
                  <a:pt x="478076" y="561783"/>
                </a:lnTo>
                <a:moveTo>
                  <a:pt x="1214794" y="1291777"/>
                </a:moveTo>
                <a:lnTo>
                  <a:pt x="1146957" y="1219561"/>
                </a:lnTo>
                <a:moveTo>
                  <a:pt x="460486" y="574658"/>
                </a:moveTo>
                <a:lnTo>
                  <a:pt x="454822" y="571650"/>
                </a:lnTo>
                <a:moveTo>
                  <a:pt x="2120370" y="1135368"/>
                </a:moveTo>
                <a:lnTo>
                  <a:pt x="2019011" y="1111356"/>
                </a:lnTo>
                <a:moveTo>
                  <a:pt x="185430" y="459230"/>
                </a:moveTo>
                <a:lnTo>
                  <a:pt x="112909" y="409463"/>
                </a:lnTo>
                <a:moveTo>
                  <a:pt x="1813099" y="1114458"/>
                </a:moveTo>
                <a:lnTo>
                  <a:pt x="1819332" y="1246265"/>
                </a:lnTo>
                <a:moveTo>
                  <a:pt x="1971516" y="1101889"/>
                </a:moveTo>
                <a:lnTo>
                  <a:pt x="1826927" y="1093258"/>
                </a:lnTo>
                <a:moveTo>
                  <a:pt x="1872987" y="1117994"/>
                </a:moveTo>
                <a:lnTo>
                  <a:pt x="1826927" y="1093258"/>
                </a:lnTo>
                <a:moveTo>
                  <a:pt x="1649681" y="311322"/>
                </a:moveTo>
                <a:lnTo>
                  <a:pt x="1622252" y="297092"/>
                </a:lnTo>
                <a:moveTo>
                  <a:pt x="1444185" y="479825"/>
                </a:moveTo>
                <a:lnTo>
                  <a:pt x="1556574" y="416322"/>
                </a:lnTo>
                <a:moveTo>
                  <a:pt x="2358376" y="312628"/>
                </a:moveTo>
                <a:lnTo>
                  <a:pt x="2396897" y="320992"/>
                </a:lnTo>
                <a:moveTo>
                  <a:pt x="376347" y="673603"/>
                </a:moveTo>
                <a:lnTo>
                  <a:pt x="368721" y="671210"/>
                </a:lnTo>
                <a:moveTo>
                  <a:pt x="460486" y="574658"/>
                </a:moveTo>
                <a:lnTo>
                  <a:pt x="423922" y="612474"/>
                </a:lnTo>
                <a:moveTo>
                  <a:pt x="1008904" y="1138875"/>
                </a:moveTo>
                <a:lnTo>
                  <a:pt x="912407" y="1062831"/>
                </a:lnTo>
                <a:moveTo>
                  <a:pt x="2241288" y="375866"/>
                </a:moveTo>
                <a:lnTo>
                  <a:pt x="2358376" y="312628"/>
                </a:lnTo>
                <a:moveTo>
                  <a:pt x="1826114" y="884531"/>
                </a:moveTo>
                <a:lnTo>
                  <a:pt x="1850429" y="869607"/>
                </a:lnTo>
                <a:moveTo>
                  <a:pt x="716569" y="472819"/>
                </a:moveTo>
                <a:lnTo>
                  <a:pt x="734316" y="478632"/>
                </a:lnTo>
                <a:moveTo>
                  <a:pt x="1735908" y="788078"/>
                </a:moveTo>
                <a:lnTo>
                  <a:pt x="1850429" y="869607"/>
                </a:lnTo>
                <a:moveTo>
                  <a:pt x="734316" y="478632"/>
                </a:moveTo>
                <a:lnTo>
                  <a:pt x="756253" y="474209"/>
                </a:lnTo>
                <a:moveTo>
                  <a:pt x="2120370" y="1135368"/>
                </a:moveTo>
                <a:lnTo>
                  <a:pt x="2131923" y="1161650"/>
                </a:lnTo>
                <a:moveTo>
                  <a:pt x="423922" y="612474"/>
                </a:moveTo>
                <a:lnTo>
                  <a:pt x="376347" y="673603"/>
                </a:lnTo>
                <a:moveTo>
                  <a:pt x="1736655" y="976104"/>
                </a:moveTo>
                <a:lnTo>
                  <a:pt x="1852415" y="916729"/>
                </a:lnTo>
                <a:moveTo>
                  <a:pt x="1307994" y="523909"/>
                </a:moveTo>
                <a:lnTo>
                  <a:pt x="1444185" y="479825"/>
                </a:lnTo>
                <a:moveTo>
                  <a:pt x="879343" y="1087338"/>
                </a:moveTo>
                <a:lnTo>
                  <a:pt x="949549" y="1095281"/>
                </a:lnTo>
                <a:moveTo>
                  <a:pt x="162912" y="474070"/>
                </a:moveTo>
                <a:lnTo>
                  <a:pt x="112909" y="409463"/>
                </a:lnTo>
                <a:moveTo>
                  <a:pt x="1214794" y="1291777"/>
                </a:moveTo>
                <a:lnTo>
                  <a:pt x="1228083" y="1316435"/>
                </a:lnTo>
                <a:moveTo>
                  <a:pt x="1826114" y="884531"/>
                </a:moveTo>
                <a:lnTo>
                  <a:pt x="1852415" y="916729"/>
                </a:lnTo>
                <a:moveTo>
                  <a:pt x="1826927" y="1093258"/>
                </a:moveTo>
                <a:lnTo>
                  <a:pt x="1819332" y="1246265"/>
                </a:lnTo>
                <a:moveTo>
                  <a:pt x="865319" y="544931"/>
                </a:moveTo>
                <a:lnTo>
                  <a:pt x="971335" y="618507"/>
                </a:lnTo>
                <a:moveTo>
                  <a:pt x="1736655" y="976104"/>
                </a:moveTo>
                <a:lnTo>
                  <a:pt x="1734028" y="978956"/>
                </a:lnTo>
                <a:moveTo>
                  <a:pt x="1733058" y="977692"/>
                </a:moveTo>
                <a:lnTo>
                  <a:pt x="1734028" y="978956"/>
                </a:lnTo>
                <a:moveTo>
                  <a:pt x="1733058" y="977692"/>
                </a:moveTo>
                <a:lnTo>
                  <a:pt x="1736655" y="976104"/>
                </a:lnTo>
                <a:moveTo>
                  <a:pt x="1649681" y="311322"/>
                </a:moveTo>
                <a:lnTo>
                  <a:pt x="1562200" y="411056"/>
                </a:lnTo>
                <a:moveTo>
                  <a:pt x="1826953" y="1237206"/>
                </a:moveTo>
                <a:lnTo>
                  <a:pt x="1826927" y="1093258"/>
                </a:lnTo>
                <a:moveTo>
                  <a:pt x="2396897" y="320992"/>
                </a:moveTo>
                <a:lnTo>
                  <a:pt x="2494741" y="402217"/>
                </a:lnTo>
                <a:moveTo>
                  <a:pt x="1819332" y="1246265"/>
                </a:moveTo>
                <a:lnTo>
                  <a:pt x="1782150" y="1235138"/>
                </a:lnTo>
                <a:moveTo>
                  <a:pt x="1221304" y="557338"/>
                </a:moveTo>
                <a:lnTo>
                  <a:pt x="1307994" y="523909"/>
                </a:lnTo>
                <a:moveTo>
                  <a:pt x="1736655" y="976104"/>
                </a:moveTo>
                <a:lnTo>
                  <a:pt x="1826114" y="884531"/>
                </a:lnTo>
                <a:moveTo>
                  <a:pt x="1733058" y="977692"/>
                </a:moveTo>
                <a:lnTo>
                  <a:pt x="1826114" y="884531"/>
                </a:lnTo>
                <a:moveTo>
                  <a:pt x="1177383" y="573587"/>
                </a:moveTo>
                <a:lnTo>
                  <a:pt x="1221304" y="557338"/>
                </a:lnTo>
                <a:moveTo>
                  <a:pt x="949549" y="1095281"/>
                </a:moveTo>
                <a:lnTo>
                  <a:pt x="1008904" y="1138875"/>
                </a:lnTo>
                <a:moveTo>
                  <a:pt x="2358376" y="312628"/>
                </a:moveTo>
                <a:lnTo>
                  <a:pt x="2379761" y="325483"/>
                </a:lnTo>
                <a:moveTo>
                  <a:pt x="1735908" y="788078"/>
                </a:moveTo>
                <a:lnTo>
                  <a:pt x="1826114" y="884531"/>
                </a:lnTo>
                <a:moveTo>
                  <a:pt x="1039406" y="615879"/>
                </a:moveTo>
                <a:lnTo>
                  <a:pt x="1177383" y="573587"/>
                </a:lnTo>
                <a:moveTo>
                  <a:pt x="2379761" y="325483"/>
                </a:moveTo>
                <a:lnTo>
                  <a:pt x="2396897" y="320992"/>
                </a:lnTo>
                <a:moveTo>
                  <a:pt x="2173427" y="488461"/>
                </a:moveTo>
                <a:lnTo>
                  <a:pt x="2241288" y="375866"/>
                </a:lnTo>
                <a:moveTo>
                  <a:pt x="971335" y="618507"/>
                </a:moveTo>
                <a:lnTo>
                  <a:pt x="1039406" y="615879"/>
                </a:lnTo>
                <a:moveTo>
                  <a:pt x="1640668" y="861606"/>
                </a:moveTo>
                <a:lnTo>
                  <a:pt x="1709205" y="773137"/>
                </a:lnTo>
                <a:moveTo>
                  <a:pt x="1241218" y="1333500"/>
                </a:moveTo>
                <a:lnTo>
                  <a:pt x="1228083" y="1316435"/>
                </a:lnTo>
                <a:moveTo>
                  <a:pt x="1463711" y="488253"/>
                </a:moveTo>
                <a:lnTo>
                  <a:pt x="1559266" y="414576"/>
                </a:lnTo>
                <a:moveTo>
                  <a:pt x="1463711" y="488253"/>
                </a:moveTo>
                <a:lnTo>
                  <a:pt x="1556574" y="416322"/>
                </a:lnTo>
                <a:moveTo>
                  <a:pt x="185430" y="459230"/>
                </a:moveTo>
                <a:lnTo>
                  <a:pt x="280453" y="384265"/>
                </a:lnTo>
                <a:moveTo>
                  <a:pt x="319557" y="797299"/>
                </a:moveTo>
                <a:lnTo>
                  <a:pt x="376347" y="673603"/>
                </a:lnTo>
                <a:moveTo>
                  <a:pt x="1444185" y="479825"/>
                </a:moveTo>
                <a:lnTo>
                  <a:pt x="1463711" y="488253"/>
                </a:lnTo>
                <a:moveTo>
                  <a:pt x="2379761" y="325483"/>
                </a:moveTo>
                <a:lnTo>
                  <a:pt x="2494741" y="402217"/>
                </a:lnTo>
                <a:moveTo>
                  <a:pt x="806350" y="1155662"/>
                </a:moveTo>
                <a:lnTo>
                  <a:pt x="899135" y="1241624"/>
                </a:lnTo>
                <a:moveTo>
                  <a:pt x="1008904" y="1138875"/>
                </a:moveTo>
                <a:lnTo>
                  <a:pt x="1129794" y="1198529"/>
                </a:lnTo>
                <a:moveTo>
                  <a:pt x="330919" y="419830"/>
                </a:moveTo>
                <a:lnTo>
                  <a:pt x="280453" y="384265"/>
                </a:lnTo>
                <a:moveTo>
                  <a:pt x="2494741" y="402217"/>
                </a:moveTo>
                <a:lnTo>
                  <a:pt x="2594919" y="481259"/>
                </a:lnTo>
                <a:moveTo>
                  <a:pt x="2078336" y="573754"/>
                </a:moveTo>
                <a:lnTo>
                  <a:pt x="2173427" y="488461"/>
                </a:lnTo>
                <a:moveTo>
                  <a:pt x="1665461" y="312829"/>
                </a:moveTo>
                <a:lnTo>
                  <a:pt x="1562200" y="411056"/>
                </a:lnTo>
                <a:moveTo>
                  <a:pt x="1980940" y="537534"/>
                </a:moveTo>
                <a:lnTo>
                  <a:pt x="2078336" y="573754"/>
                </a:lnTo>
                <a:moveTo>
                  <a:pt x="1665461" y="312829"/>
                </a:moveTo>
                <a:lnTo>
                  <a:pt x="1559266" y="414576"/>
                </a:lnTo>
                <a:moveTo>
                  <a:pt x="638474" y="548173"/>
                </a:moveTo>
                <a:lnTo>
                  <a:pt x="716569" y="472819"/>
                </a:lnTo>
                <a:moveTo>
                  <a:pt x="570032" y="506529"/>
                </a:moveTo>
                <a:lnTo>
                  <a:pt x="638474" y="548173"/>
                </a:lnTo>
                <a:moveTo>
                  <a:pt x="1640668" y="861606"/>
                </a:moveTo>
                <a:lnTo>
                  <a:pt x="1733058" y="977692"/>
                </a:lnTo>
                <a:moveTo>
                  <a:pt x="1651084" y="117286"/>
                </a:moveTo>
                <a:lnTo>
                  <a:pt x="1649240" y="119673"/>
                </a:lnTo>
                <a:moveTo>
                  <a:pt x="1872987" y="1117994"/>
                </a:moveTo>
                <a:lnTo>
                  <a:pt x="1971516" y="1101889"/>
                </a:lnTo>
                <a:moveTo>
                  <a:pt x="1640668" y="861606"/>
                </a:moveTo>
                <a:lnTo>
                  <a:pt x="1826114" y="884531"/>
                </a:lnTo>
                <a:moveTo>
                  <a:pt x="1640668" y="861606"/>
                </a:moveTo>
                <a:lnTo>
                  <a:pt x="1735908" y="788078"/>
                </a:lnTo>
                <a:moveTo>
                  <a:pt x="2101128" y="593019"/>
                </a:moveTo>
                <a:lnTo>
                  <a:pt x="2173427" y="488461"/>
                </a:lnTo>
                <a:moveTo>
                  <a:pt x="581010" y="601148"/>
                </a:moveTo>
                <a:lnTo>
                  <a:pt x="570032" y="506529"/>
                </a:lnTo>
                <a:moveTo>
                  <a:pt x="1971516" y="1101889"/>
                </a:moveTo>
                <a:lnTo>
                  <a:pt x="2047505" y="1112339"/>
                </a:lnTo>
                <a:moveTo>
                  <a:pt x="2468099" y="409556"/>
                </a:moveTo>
                <a:lnTo>
                  <a:pt x="2494741" y="402217"/>
                </a:lnTo>
                <a:moveTo>
                  <a:pt x="542532" y="632007"/>
                </a:moveTo>
                <a:lnTo>
                  <a:pt x="570032" y="506529"/>
                </a:lnTo>
                <a:moveTo>
                  <a:pt x="1129794" y="1198529"/>
                </a:moveTo>
                <a:lnTo>
                  <a:pt x="1214794" y="1291777"/>
                </a:lnTo>
                <a:moveTo>
                  <a:pt x="1595694" y="423514"/>
                </a:moveTo>
                <a:lnTo>
                  <a:pt x="1559266" y="414576"/>
                </a:lnTo>
                <a:moveTo>
                  <a:pt x="1692155" y="252315"/>
                </a:moveTo>
                <a:lnTo>
                  <a:pt x="1649681" y="311322"/>
                </a:lnTo>
                <a:moveTo>
                  <a:pt x="2047505" y="1112339"/>
                </a:moveTo>
                <a:lnTo>
                  <a:pt x="2120370" y="1135368"/>
                </a:lnTo>
                <a:moveTo>
                  <a:pt x="542532" y="632007"/>
                </a:moveTo>
                <a:lnTo>
                  <a:pt x="478076" y="561783"/>
                </a:lnTo>
                <a:moveTo>
                  <a:pt x="2078336" y="573754"/>
                </a:moveTo>
                <a:lnTo>
                  <a:pt x="2101128" y="593019"/>
                </a:lnTo>
                <a:moveTo>
                  <a:pt x="2558615" y="508063"/>
                </a:moveTo>
                <a:lnTo>
                  <a:pt x="2594919" y="481259"/>
                </a:lnTo>
                <a:moveTo>
                  <a:pt x="2379761" y="325483"/>
                </a:moveTo>
                <a:lnTo>
                  <a:pt x="2468099" y="409556"/>
                </a:lnTo>
                <a:moveTo>
                  <a:pt x="1665461" y="312829"/>
                </a:moveTo>
                <a:lnTo>
                  <a:pt x="1649681" y="311322"/>
                </a:lnTo>
                <a:moveTo>
                  <a:pt x="2173427" y="488461"/>
                </a:moveTo>
                <a:lnTo>
                  <a:pt x="2192617" y="494638"/>
                </a:lnTo>
                <a:moveTo>
                  <a:pt x="2320233" y="355655"/>
                </a:moveTo>
                <a:lnTo>
                  <a:pt x="2358376" y="312628"/>
                </a:lnTo>
                <a:moveTo>
                  <a:pt x="1872987" y="1117994"/>
                </a:moveTo>
                <a:lnTo>
                  <a:pt x="1826953" y="1237206"/>
                </a:lnTo>
                <a:moveTo>
                  <a:pt x="2260267" y="367309"/>
                </a:moveTo>
                <a:lnTo>
                  <a:pt x="2358376" y="312628"/>
                </a:lnTo>
                <a:moveTo>
                  <a:pt x="330919" y="419830"/>
                </a:moveTo>
                <a:lnTo>
                  <a:pt x="185430" y="459230"/>
                </a:lnTo>
                <a:moveTo>
                  <a:pt x="423922" y="612474"/>
                </a:moveTo>
                <a:lnTo>
                  <a:pt x="452871" y="727535"/>
                </a:lnTo>
                <a:moveTo>
                  <a:pt x="871778" y="1057322"/>
                </a:moveTo>
                <a:lnTo>
                  <a:pt x="879343" y="1087338"/>
                </a:lnTo>
                <a:moveTo>
                  <a:pt x="2468099" y="409556"/>
                </a:moveTo>
                <a:lnTo>
                  <a:pt x="2594919" y="481259"/>
                </a:lnTo>
                <a:moveTo>
                  <a:pt x="1501511" y="509718"/>
                </a:moveTo>
                <a:lnTo>
                  <a:pt x="1559266" y="414576"/>
                </a:lnTo>
                <a:moveTo>
                  <a:pt x="1649240" y="119673"/>
                </a:moveTo>
                <a:lnTo>
                  <a:pt x="1692155" y="252315"/>
                </a:lnTo>
                <a:moveTo>
                  <a:pt x="1180614" y="1132883"/>
                </a:moveTo>
                <a:lnTo>
                  <a:pt x="1129794" y="1198529"/>
                </a:lnTo>
                <a:moveTo>
                  <a:pt x="460486" y="574658"/>
                </a:moveTo>
                <a:lnTo>
                  <a:pt x="452871" y="727535"/>
                </a:lnTo>
                <a:moveTo>
                  <a:pt x="871778" y="1057322"/>
                </a:moveTo>
                <a:lnTo>
                  <a:pt x="949549" y="1095281"/>
                </a:lnTo>
                <a:moveTo>
                  <a:pt x="542532" y="632007"/>
                </a:moveTo>
                <a:lnTo>
                  <a:pt x="460486" y="574658"/>
                </a:lnTo>
                <a:moveTo>
                  <a:pt x="162912" y="474070"/>
                </a:moveTo>
                <a:lnTo>
                  <a:pt x="185430" y="459230"/>
                </a:lnTo>
                <a:moveTo>
                  <a:pt x="957892" y="593994"/>
                </a:moveTo>
                <a:lnTo>
                  <a:pt x="865319" y="544931"/>
                </a:lnTo>
                <a:moveTo>
                  <a:pt x="203315" y="472524"/>
                </a:moveTo>
                <a:lnTo>
                  <a:pt x="185430" y="459230"/>
                </a:lnTo>
                <a:moveTo>
                  <a:pt x="537052" y="642295"/>
                </a:moveTo>
                <a:lnTo>
                  <a:pt x="460486" y="574658"/>
                </a:lnTo>
                <a:moveTo>
                  <a:pt x="2260267" y="367309"/>
                </a:moveTo>
                <a:lnTo>
                  <a:pt x="2241288" y="375866"/>
                </a:lnTo>
                <a:moveTo>
                  <a:pt x="1338290" y="526700"/>
                </a:moveTo>
                <a:lnTo>
                  <a:pt x="1444185" y="479825"/>
                </a:lnTo>
                <a:moveTo>
                  <a:pt x="955226" y="1073388"/>
                </a:moveTo>
                <a:lnTo>
                  <a:pt x="949549" y="1095281"/>
                </a:lnTo>
                <a:moveTo>
                  <a:pt x="1401607" y="524282"/>
                </a:moveTo>
                <a:lnTo>
                  <a:pt x="1444185" y="479825"/>
                </a:lnTo>
                <a:moveTo>
                  <a:pt x="376347" y="673603"/>
                </a:moveTo>
                <a:lnTo>
                  <a:pt x="452871" y="727535"/>
                </a:lnTo>
                <a:moveTo>
                  <a:pt x="1185415" y="554692"/>
                </a:moveTo>
                <a:lnTo>
                  <a:pt x="1307994" y="523909"/>
                </a:lnTo>
                <a:moveTo>
                  <a:pt x="638474" y="548173"/>
                </a:moveTo>
                <a:lnTo>
                  <a:pt x="734316" y="478632"/>
                </a:lnTo>
                <a:moveTo>
                  <a:pt x="1338290" y="526700"/>
                </a:moveTo>
                <a:lnTo>
                  <a:pt x="1307994" y="523909"/>
                </a:lnTo>
                <a:moveTo>
                  <a:pt x="1185890" y="554531"/>
                </a:moveTo>
                <a:lnTo>
                  <a:pt x="1307994" y="523909"/>
                </a:lnTo>
                <a:moveTo>
                  <a:pt x="1016291" y="1094864"/>
                </a:moveTo>
                <a:lnTo>
                  <a:pt x="949549" y="1095281"/>
                </a:lnTo>
                <a:moveTo>
                  <a:pt x="1185415" y="554692"/>
                </a:moveTo>
                <a:lnTo>
                  <a:pt x="1221304" y="557338"/>
                </a:lnTo>
                <a:moveTo>
                  <a:pt x="1826953" y="1237206"/>
                </a:moveTo>
                <a:lnTo>
                  <a:pt x="1819332" y="1246265"/>
                </a:lnTo>
                <a:moveTo>
                  <a:pt x="1177383" y="573587"/>
                </a:moveTo>
                <a:lnTo>
                  <a:pt x="1185415" y="554692"/>
                </a:lnTo>
                <a:moveTo>
                  <a:pt x="1820652" y="1246157"/>
                </a:moveTo>
                <a:lnTo>
                  <a:pt x="1819332" y="1246265"/>
                </a:lnTo>
                <a:moveTo>
                  <a:pt x="203315" y="472524"/>
                </a:moveTo>
                <a:lnTo>
                  <a:pt x="330919" y="419830"/>
                </a:lnTo>
                <a:moveTo>
                  <a:pt x="1129794" y="1198529"/>
                </a:moveTo>
                <a:lnTo>
                  <a:pt x="1269858" y="1222963"/>
                </a:lnTo>
                <a:moveTo>
                  <a:pt x="1182916" y="556174"/>
                </a:moveTo>
                <a:lnTo>
                  <a:pt x="1177383" y="573587"/>
                </a:lnTo>
                <a:moveTo>
                  <a:pt x="1826953" y="1237206"/>
                </a:moveTo>
                <a:lnTo>
                  <a:pt x="1820652" y="1246157"/>
                </a:lnTo>
                <a:moveTo>
                  <a:pt x="957892" y="593994"/>
                </a:moveTo>
                <a:lnTo>
                  <a:pt x="971335" y="618507"/>
                </a:lnTo>
                <a:moveTo>
                  <a:pt x="2468099" y="409556"/>
                </a:moveTo>
                <a:lnTo>
                  <a:pt x="2558615" y="508063"/>
                </a:lnTo>
                <a:moveTo>
                  <a:pt x="1050948" y="599866"/>
                </a:moveTo>
                <a:lnTo>
                  <a:pt x="1177383" y="573587"/>
                </a:lnTo>
                <a:moveTo>
                  <a:pt x="1910187" y="1143685"/>
                </a:moveTo>
                <a:lnTo>
                  <a:pt x="1971516" y="1101889"/>
                </a:lnTo>
                <a:moveTo>
                  <a:pt x="957892" y="593994"/>
                </a:moveTo>
                <a:lnTo>
                  <a:pt x="1039406" y="615879"/>
                </a:lnTo>
                <a:moveTo>
                  <a:pt x="1910187" y="1143685"/>
                </a:moveTo>
                <a:lnTo>
                  <a:pt x="1872987" y="1117994"/>
                </a:lnTo>
                <a:moveTo>
                  <a:pt x="162912" y="474070"/>
                </a:moveTo>
                <a:lnTo>
                  <a:pt x="203315" y="472524"/>
                </a:lnTo>
                <a:moveTo>
                  <a:pt x="1016291" y="1094864"/>
                </a:moveTo>
                <a:lnTo>
                  <a:pt x="1008904" y="1138875"/>
                </a:lnTo>
                <a:moveTo>
                  <a:pt x="2260267" y="367309"/>
                </a:moveTo>
                <a:lnTo>
                  <a:pt x="2173427" y="488461"/>
                </a:lnTo>
                <a:moveTo>
                  <a:pt x="1214794" y="1291777"/>
                </a:moveTo>
                <a:lnTo>
                  <a:pt x="1244615" y="1333500"/>
                </a:lnTo>
                <a:moveTo>
                  <a:pt x="1050948" y="599866"/>
                </a:moveTo>
                <a:lnTo>
                  <a:pt x="1039406" y="615879"/>
                </a:lnTo>
                <a:moveTo>
                  <a:pt x="1910187" y="1143685"/>
                </a:moveTo>
                <a:lnTo>
                  <a:pt x="2047505" y="1112339"/>
                </a:lnTo>
                <a:moveTo>
                  <a:pt x="2101128" y="593019"/>
                </a:moveTo>
                <a:lnTo>
                  <a:pt x="2192617" y="494638"/>
                </a:lnTo>
                <a:moveTo>
                  <a:pt x="2320233" y="355655"/>
                </a:moveTo>
                <a:lnTo>
                  <a:pt x="2379761" y="325483"/>
                </a:lnTo>
                <a:moveTo>
                  <a:pt x="1649240" y="119673"/>
                </a:moveTo>
                <a:lnTo>
                  <a:pt x="1738037" y="192186"/>
                </a:lnTo>
                <a:moveTo>
                  <a:pt x="359049" y="810458"/>
                </a:moveTo>
                <a:lnTo>
                  <a:pt x="376347" y="673603"/>
                </a:lnTo>
                <a:moveTo>
                  <a:pt x="1651084" y="117286"/>
                </a:moveTo>
                <a:lnTo>
                  <a:pt x="1738037" y="192186"/>
                </a:lnTo>
                <a:moveTo>
                  <a:pt x="1692155" y="252315"/>
                </a:moveTo>
                <a:lnTo>
                  <a:pt x="1665461" y="312829"/>
                </a:lnTo>
                <a:moveTo>
                  <a:pt x="1269858" y="1222963"/>
                </a:moveTo>
                <a:lnTo>
                  <a:pt x="1214794" y="1291777"/>
                </a:lnTo>
                <a:moveTo>
                  <a:pt x="1016291" y="1094864"/>
                </a:moveTo>
                <a:lnTo>
                  <a:pt x="1129794" y="1198529"/>
                </a:lnTo>
                <a:moveTo>
                  <a:pt x="1915447" y="568531"/>
                </a:moveTo>
                <a:lnTo>
                  <a:pt x="1980940" y="537534"/>
                </a:lnTo>
                <a:moveTo>
                  <a:pt x="1910187" y="1143685"/>
                </a:moveTo>
                <a:lnTo>
                  <a:pt x="1826953" y="1237206"/>
                </a:lnTo>
                <a:moveTo>
                  <a:pt x="2443225" y="413342"/>
                </a:moveTo>
                <a:lnTo>
                  <a:pt x="2379761" y="325483"/>
                </a:lnTo>
                <a:moveTo>
                  <a:pt x="1915447" y="568531"/>
                </a:moveTo>
                <a:lnTo>
                  <a:pt x="2078336" y="573754"/>
                </a:lnTo>
                <a:moveTo>
                  <a:pt x="1401607" y="524282"/>
                </a:moveTo>
                <a:lnTo>
                  <a:pt x="1463711" y="488253"/>
                </a:lnTo>
                <a:moveTo>
                  <a:pt x="1501511" y="509718"/>
                </a:moveTo>
                <a:lnTo>
                  <a:pt x="1463711" y="488253"/>
                </a:lnTo>
                <a:moveTo>
                  <a:pt x="1899444" y="547437"/>
                </a:moveTo>
                <a:lnTo>
                  <a:pt x="1980940" y="537534"/>
                </a:lnTo>
                <a:moveTo>
                  <a:pt x="1180614" y="1132883"/>
                </a:moveTo>
                <a:lnTo>
                  <a:pt x="1269858" y="1222963"/>
                </a:lnTo>
                <a:moveTo>
                  <a:pt x="319557" y="797299"/>
                </a:moveTo>
                <a:lnTo>
                  <a:pt x="359049" y="810458"/>
                </a:lnTo>
                <a:moveTo>
                  <a:pt x="356988" y="810843"/>
                </a:moveTo>
                <a:lnTo>
                  <a:pt x="319557" y="797299"/>
                </a:lnTo>
                <a:moveTo>
                  <a:pt x="1738037" y="192186"/>
                </a:moveTo>
                <a:lnTo>
                  <a:pt x="1692155" y="252315"/>
                </a:lnTo>
                <a:moveTo>
                  <a:pt x="2005772" y="665777"/>
                </a:moveTo>
                <a:lnTo>
                  <a:pt x="2101128" y="593019"/>
                </a:lnTo>
                <a:moveTo>
                  <a:pt x="725714" y="1023901"/>
                </a:moveTo>
                <a:lnTo>
                  <a:pt x="724561" y="1024003"/>
                </a:lnTo>
                <a:moveTo>
                  <a:pt x="717286" y="1029121"/>
                </a:moveTo>
                <a:lnTo>
                  <a:pt x="724561" y="1024003"/>
                </a:lnTo>
                <a:moveTo>
                  <a:pt x="1915447" y="568531"/>
                </a:moveTo>
                <a:lnTo>
                  <a:pt x="2101128" y="593019"/>
                </a:lnTo>
                <a:moveTo>
                  <a:pt x="1595694" y="423514"/>
                </a:moveTo>
                <a:lnTo>
                  <a:pt x="1665461" y="312829"/>
                </a:lnTo>
                <a:moveTo>
                  <a:pt x="717286" y="1029121"/>
                </a:moveTo>
                <a:lnTo>
                  <a:pt x="725714" y="1023901"/>
                </a:lnTo>
                <a:moveTo>
                  <a:pt x="1247196" y="1051538"/>
                </a:moveTo>
                <a:lnTo>
                  <a:pt x="1180614" y="1132883"/>
                </a:lnTo>
                <a:moveTo>
                  <a:pt x="2260267" y="367309"/>
                </a:moveTo>
                <a:lnTo>
                  <a:pt x="2192617" y="494638"/>
                </a:lnTo>
                <a:moveTo>
                  <a:pt x="1137355" y="1075365"/>
                </a:moveTo>
                <a:lnTo>
                  <a:pt x="1180614" y="1132883"/>
                </a:lnTo>
                <a:moveTo>
                  <a:pt x="1016291" y="1094864"/>
                </a:moveTo>
                <a:lnTo>
                  <a:pt x="1180614" y="1132883"/>
                </a:lnTo>
                <a:moveTo>
                  <a:pt x="871778" y="1057322"/>
                </a:moveTo>
                <a:lnTo>
                  <a:pt x="724561" y="1024003"/>
                </a:lnTo>
                <a:moveTo>
                  <a:pt x="641443" y="550544"/>
                </a:moveTo>
                <a:lnTo>
                  <a:pt x="638474" y="548173"/>
                </a:lnTo>
                <a:moveTo>
                  <a:pt x="2208080" y="495621"/>
                </a:moveTo>
                <a:lnTo>
                  <a:pt x="2101128" y="593019"/>
                </a:lnTo>
                <a:moveTo>
                  <a:pt x="2443225" y="413342"/>
                </a:moveTo>
                <a:lnTo>
                  <a:pt x="2468099" y="409556"/>
                </a:lnTo>
                <a:moveTo>
                  <a:pt x="725714" y="1023901"/>
                </a:moveTo>
                <a:lnTo>
                  <a:pt x="871778" y="1057322"/>
                </a:lnTo>
                <a:moveTo>
                  <a:pt x="2067100" y="1104401"/>
                </a:moveTo>
                <a:lnTo>
                  <a:pt x="2047505" y="1112339"/>
                </a:lnTo>
                <a:moveTo>
                  <a:pt x="581010" y="601148"/>
                </a:moveTo>
                <a:lnTo>
                  <a:pt x="638474" y="548173"/>
                </a:lnTo>
                <a:moveTo>
                  <a:pt x="2242627" y="428299"/>
                </a:moveTo>
                <a:lnTo>
                  <a:pt x="2192617" y="494638"/>
                </a:lnTo>
                <a:moveTo>
                  <a:pt x="1937406" y="1154999"/>
                </a:moveTo>
                <a:lnTo>
                  <a:pt x="2047505" y="1112339"/>
                </a:lnTo>
                <a:moveTo>
                  <a:pt x="581010" y="601148"/>
                </a:moveTo>
                <a:lnTo>
                  <a:pt x="641443" y="550544"/>
                </a:lnTo>
                <a:moveTo>
                  <a:pt x="1921717" y="383060"/>
                </a:moveTo>
                <a:lnTo>
                  <a:pt x="1920054" y="387464"/>
                </a:lnTo>
                <a:moveTo>
                  <a:pt x="1247196" y="1051538"/>
                </a:moveTo>
                <a:lnTo>
                  <a:pt x="1269858" y="1222963"/>
                </a:lnTo>
                <a:moveTo>
                  <a:pt x="545126" y="634233"/>
                </a:moveTo>
                <a:lnTo>
                  <a:pt x="641443" y="550544"/>
                </a:lnTo>
                <a:moveTo>
                  <a:pt x="2520112" y="514184"/>
                </a:moveTo>
                <a:lnTo>
                  <a:pt x="2558615" y="508063"/>
                </a:lnTo>
                <a:moveTo>
                  <a:pt x="871778" y="1057322"/>
                </a:moveTo>
                <a:lnTo>
                  <a:pt x="955226" y="1073388"/>
                </a:lnTo>
                <a:moveTo>
                  <a:pt x="2208080" y="495621"/>
                </a:moveTo>
                <a:lnTo>
                  <a:pt x="2192617" y="494638"/>
                </a:lnTo>
                <a:moveTo>
                  <a:pt x="1918111" y="382849"/>
                </a:moveTo>
                <a:lnTo>
                  <a:pt x="1921717" y="383060"/>
                </a:lnTo>
                <a:moveTo>
                  <a:pt x="1918111" y="382849"/>
                </a:moveTo>
                <a:lnTo>
                  <a:pt x="1920054" y="387464"/>
                </a:lnTo>
                <a:moveTo>
                  <a:pt x="1501511" y="509718"/>
                </a:moveTo>
                <a:lnTo>
                  <a:pt x="1595694" y="423514"/>
                </a:lnTo>
                <a:moveTo>
                  <a:pt x="542532" y="632007"/>
                </a:moveTo>
                <a:lnTo>
                  <a:pt x="581010" y="601148"/>
                </a:lnTo>
                <a:moveTo>
                  <a:pt x="2520112" y="514184"/>
                </a:moveTo>
                <a:lnTo>
                  <a:pt x="2468099" y="409556"/>
                </a:lnTo>
                <a:moveTo>
                  <a:pt x="545126" y="634233"/>
                </a:moveTo>
                <a:lnTo>
                  <a:pt x="581010" y="601148"/>
                </a:lnTo>
                <a:moveTo>
                  <a:pt x="2260267" y="367309"/>
                </a:moveTo>
                <a:lnTo>
                  <a:pt x="2320233" y="355655"/>
                </a:lnTo>
                <a:moveTo>
                  <a:pt x="1339264" y="1277812"/>
                </a:moveTo>
                <a:lnTo>
                  <a:pt x="1214794" y="1291777"/>
                </a:lnTo>
                <a:moveTo>
                  <a:pt x="1937406" y="1154999"/>
                </a:moveTo>
                <a:lnTo>
                  <a:pt x="1826953" y="1237206"/>
                </a:lnTo>
                <a:moveTo>
                  <a:pt x="2166988" y="635057"/>
                </a:moveTo>
                <a:lnTo>
                  <a:pt x="2101128" y="593019"/>
                </a:lnTo>
                <a:moveTo>
                  <a:pt x="537052" y="642295"/>
                </a:moveTo>
                <a:lnTo>
                  <a:pt x="452871" y="727535"/>
                </a:lnTo>
                <a:moveTo>
                  <a:pt x="1937406" y="1154999"/>
                </a:moveTo>
                <a:lnTo>
                  <a:pt x="1820652" y="1246157"/>
                </a:lnTo>
                <a:moveTo>
                  <a:pt x="537052" y="642295"/>
                </a:moveTo>
                <a:lnTo>
                  <a:pt x="542532" y="632007"/>
                </a:lnTo>
                <a:moveTo>
                  <a:pt x="545126" y="634233"/>
                </a:moveTo>
                <a:lnTo>
                  <a:pt x="542532" y="632007"/>
                </a:lnTo>
                <a:moveTo>
                  <a:pt x="955226" y="1073388"/>
                </a:moveTo>
                <a:lnTo>
                  <a:pt x="1016291" y="1094864"/>
                </a:lnTo>
                <a:moveTo>
                  <a:pt x="545126" y="634233"/>
                </a:moveTo>
                <a:lnTo>
                  <a:pt x="537052" y="642295"/>
                </a:lnTo>
                <a:moveTo>
                  <a:pt x="1339745" y="1310533"/>
                </a:moveTo>
                <a:lnTo>
                  <a:pt x="1214794" y="1291777"/>
                </a:lnTo>
                <a:moveTo>
                  <a:pt x="1344206" y="1133545"/>
                </a:moveTo>
                <a:lnTo>
                  <a:pt x="1269858" y="1222963"/>
                </a:lnTo>
                <a:moveTo>
                  <a:pt x="1185890" y="554531"/>
                </a:moveTo>
                <a:lnTo>
                  <a:pt x="1185415" y="554692"/>
                </a:lnTo>
                <a:moveTo>
                  <a:pt x="1182916" y="556174"/>
                </a:moveTo>
                <a:lnTo>
                  <a:pt x="1185415" y="554692"/>
                </a:lnTo>
                <a:moveTo>
                  <a:pt x="1185890" y="554531"/>
                </a:moveTo>
                <a:lnTo>
                  <a:pt x="1338290" y="526700"/>
                </a:lnTo>
                <a:moveTo>
                  <a:pt x="1137355" y="1075365"/>
                </a:moveTo>
                <a:lnTo>
                  <a:pt x="1247196" y="1051538"/>
                </a:lnTo>
                <a:moveTo>
                  <a:pt x="1338290" y="526700"/>
                </a:moveTo>
                <a:lnTo>
                  <a:pt x="1401607" y="524282"/>
                </a:lnTo>
                <a:moveTo>
                  <a:pt x="1182916" y="556174"/>
                </a:moveTo>
                <a:lnTo>
                  <a:pt x="1185890" y="554531"/>
                </a:lnTo>
                <a:moveTo>
                  <a:pt x="1016291" y="1094864"/>
                </a:moveTo>
                <a:lnTo>
                  <a:pt x="1137355" y="1075365"/>
                </a:lnTo>
                <a:moveTo>
                  <a:pt x="1401607" y="524282"/>
                </a:moveTo>
                <a:lnTo>
                  <a:pt x="1501511" y="509718"/>
                </a:lnTo>
                <a:moveTo>
                  <a:pt x="2242627" y="428299"/>
                </a:moveTo>
                <a:lnTo>
                  <a:pt x="2260267" y="367309"/>
                </a:lnTo>
                <a:moveTo>
                  <a:pt x="1185197" y="553244"/>
                </a:moveTo>
                <a:lnTo>
                  <a:pt x="1185890" y="554531"/>
                </a:lnTo>
                <a:moveTo>
                  <a:pt x="1270850" y="1026201"/>
                </a:moveTo>
                <a:lnTo>
                  <a:pt x="1247196" y="1051538"/>
                </a:lnTo>
                <a:moveTo>
                  <a:pt x="1185197" y="553244"/>
                </a:moveTo>
                <a:lnTo>
                  <a:pt x="1182916" y="556174"/>
                </a:lnTo>
                <a:moveTo>
                  <a:pt x="1137355" y="1075365"/>
                </a:moveTo>
                <a:lnTo>
                  <a:pt x="1270850" y="1026201"/>
                </a:lnTo>
                <a:moveTo>
                  <a:pt x="2320233" y="355655"/>
                </a:moveTo>
                <a:lnTo>
                  <a:pt x="2443225" y="413342"/>
                </a:lnTo>
                <a:moveTo>
                  <a:pt x="1050948" y="599866"/>
                </a:moveTo>
                <a:lnTo>
                  <a:pt x="1182916" y="556174"/>
                </a:lnTo>
                <a:moveTo>
                  <a:pt x="957892" y="593994"/>
                </a:moveTo>
                <a:lnTo>
                  <a:pt x="1050948" y="599866"/>
                </a:lnTo>
                <a:moveTo>
                  <a:pt x="2101128" y="593019"/>
                </a:moveTo>
                <a:lnTo>
                  <a:pt x="2093066" y="742933"/>
                </a:lnTo>
                <a:moveTo>
                  <a:pt x="1050948" y="599866"/>
                </a:moveTo>
                <a:lnTo>
                  <a:pt x="1185197" y="553244"/>
                </a:lnTo>
                <a:moveTo>
                  <a:pt x="1777225" y="216669"/>
                </a:moveTo>
                <a:lnTo>
                  <a:pt x="1692155" y="252315"/>
                </a:lnTo>
                <a:moveTo>
                  <a:pt x="1847362" y="1245353"/>
                </a:moveTo>
                <a:lnTo>
                  <a:pt x="1820652" y="1246157"/>
                </a:lnTo>
                <a:moveTo>
                  <a:pt x="1899444" y="547437"/>
                </a:moveTo>
                <a:lnTo>
                  <a:pt x="1920054" y="387464"/>
                </a:lnTo>
                <a:moveTo>
                  <a:pt x="1915447" y="568531"/>
                </a:moveTo>
                <a:lnTo>
                  <a:pt x="2005772" y="665777"/>
                </a:lnTo>
                <a:moveTo>
                  <a:pt x="474249" y="744180"/>
                </a:moveTo>
                <a:lnTo>
                  <a:pt x="452871" y="727535"/>
                </a:lnTo>
                <a:moveTo>
                  <a:pt x="537052" y="642295"/>
                </a:moveTo>
                <a:lnTo>
                  <a:pt x="474249" y="744180"/>
                </a:lnTo>
                <a:moveTo>
                  <a:pt x="359049" y="810458"/>
                </a:moveTo>
                <a:lnTo>
                  <a:pt x="452871" y="727535"/>
                </a:lnTo>
                <a:moveTo>
                  <a:pt x="1247196" y="1051538"/>
                </a:moveTo>
                <a:lnTo>
                  <a:pt x="1344206" y="1133545"/>
                </a:lnTo>
                <a:moveTo>
                  <a:pt x="1937406" y="1154999"/>
                </a:moveTo>
                <a:lnTo>
                  <a:pt x="1910187" y="1143685"/>
                </a:lnTo>
                <a:moveTo>
                  <a:pt x="1777225" y="216669"/>
                </a:moveTo>
                <a:lnTo>
                  <a:pt x="1665461" y="312829"/>
                </a:lnTo>
                <a:moveTo>
                  <a:pt x="1339745" y="1310533"/>
                </a:moveTo>
                <a:lnTo>
                  <a:pt x="1325944" y="1333500"/>
                </a:lnTo>
                <a:moveTo>
                  <a:pt x="1094190" y="451483"/>
                </a:moveTo>
                <a:lnTo>
                  <a:pt x="1185197" y="553244"/>
                </a:lnTo>
                <a:moveTo>
                  <a:pt x="1247196" y="1051538"/>
                </a:moveTo>
                <a:lnTo>
                  <a:pt x="1360123" y="1116473"/>
                </a:lnTo>
                <a:moveTo>
                  <a:pt x="1270850" y="1026201"/>
                </a:moveTo>
                <a:lnTo>
                  <a:pt x="1360123" y="1116473"/>
                </a:lnTo>
                <a:moveTo>
                  <a:pt x="1001464" y="541666"/>
                </a:moveTo>
                <a:lnTo>
                  <a:pt x="957892" y="593994"/>
                </a:lnTo>
                <a:moveTo>
                  <a:pt x="1001464" y="541666"/>
                </a:moveTo>
                <a:lnTo>
                  <a:pt x="1185197" y="553244"/>
                </a:lnTo>
                <a:moveTo>
                  <a:pt x="2242627" y="428299"/>
                </a:moveTo>
                <a:lnTo>
                  <a:pt x="2208080" y="495621"/>
                </a:lnTo>
                <a:moveTo>
                  <a:pt x="1339264" y="1277812"/>
                </a:moveTo>
                <a:lnTo>
                  <a:pt x="1269858" y="1222963"/>
                </a:lnTo>
                <a:moveTo>
                  <a:pt x="1270850" y="1026201"/>
                </a:moveTo>
                <a:lnTo>
                  <a:pt x="1362282" y="927444"/>
                </a:lnTo>
                <a:moveTo>
                  <a:pt x="1899444" y="547437"/>
                </a:moveTo>
                <a:lnTo>
                  <a:pt x="1915447" y="568531"/>
                </a:lnTo>
                <a:moveTo>
                  <a:pt x="1001464" y="541666"/>
                </a:moveTo>
                <a:lnTo>
                  <a:pt x="1050948" y="599866"/>
                </a:lnTo>
                <a:moveTo>
                  <a:pt x="1895917" y="580023"/>
                </a:moveTo>
                <a:lnTo>
                  <a:pt x="1915447" y="568531"/>
                </a:lnTo>
                <a:moveTo>
                  <a:pt x="1692013" y="311867"/>
                </a:moveTo>
                <a:lnTo>
                  <a:pt x="1665461" y="312829"/>
                </a:lnTo>
                <a:moveTo>
                  <a:pt x="474249" y="744180"/>
                </a:moveTo>
                <a:lnTo>
                  <a:pt x="359049" y="810458"/>
                </a:lnTo>
                <a:moveTo>
                  <a:pt x="1360123" y="1116473"/>
                </a:moveTo>
                <a:lnTo>
                  <a:pt x="1344206" y="1133545"/>
                </a:lnTo>
                <a:moveTo>
                  <a:pt x="1001464" y="541666"/>
                </a:moveTo>
                <a:lnTo>
                  <a:pt x="1094190" y="451483"/>
                </a:lnTo>
                <a:moveTo>
                  <a:pt x="955226" y="1073388"/>
                </a:moveTo>
                <a:lnTo>
                  <a:pt x="1085970" y="1007026"/>
                </a:lnTo>
                <a:moveTo>
                  <a:pt x="2443225" y="413342"/>
                </a:moveTo>
                <a:lnTo>
                  <a:pt x="2520112" y="514184"/>
                </a:lnTo>
                <a:moveTo>
                  <a:pt x="361212" y="811479"/>
                </a:moveTo>
                <a:lnTo>
                  <a:pt x="474249" y="744180"/>
                </a:lnTo>
                <a:moveTo>
                  <a:pt x="1777225" y="216669"/>
                </a:moveTo>
                <a:lnTo>
                  <a:pt x="1738037" y="192186"/>
                </a:lnTo>
                <a:moveTo>
                  <a:pt x="1895917" y="580023"/>
                </a:moveTo>
                <a:lnTo>
                  <a:pt x="1899444" y="547437"/>
                </a:lnTo>
                <a:moveTo>
                  <a:pt x="1275262" y="445434"/>
                </a:moveTo>
                <a:lnTo>
                  <a:pt x="1338290" y="526700"/>
                </a:lnTo>
                <a:moveTo>
                  <a:pt x="1270850" y="1026201"/>
                </a:moveTo>
                <a:lnTo>
                  <a:pt x="1451385" y="1016586"/>
                </a:lnTo>
                <a:moveTo>
                  <a:pt x="1085970" y="1007026"/>
                </a:moveTo>
                <a:lnTo>
                  <a:pt x="1137355" y="1075365"/>
                </a:lnTo>
                <a:moveTo>
                  <a:pt x="1085970" y="1007026"/>
                </a:moveTo>
                <a:lnTo>
                  <a:pt x="1016291" y="1094864"/>
                </a:lnTo>
                <a:moveTo>
                  <a:pt x="1275262" y="445434"/>
                </a:moveTo>
                <a:lnTo>
                  <a:pt x="1185890" y="554531"/>
                </a:lnTo>
                <a:moveTo>
                  <a:pt x="356988" y="810843"/>
                </a:moveTo>
                <a:lnTo>
                  <a:pt x="359049" y="810458"/>
                </a:lnTo>
                <a:moveTo>
                  <a:pt x="1275262" y="445434"/>
                </a:moveTo>
                <a:lnTo>
                  <a:pt x="1401607" y="524282"/>
                </a:lnTo>
                <a:moveTo>
                  <a:pt x="361212" y="811479"/>
                </a:moveTo>
                <a:lnTo>
                  <a:pt x="359049" y="810458"/>
                </a:lnTo>
                <a:moveTo>
                  <a:pt x="1185197" y="553244"/>
                </a:moveTo>
                <a:lnTo>
                  <a:pt x="1275262" y="445434"/>
                </a:lnTo>
                <a:moveTo>
                  <a:pt x="1085970" y="1007026"/>
                </a:moveTo>
                <a:lnTo>
                  <a:pt x="1270850" y="1026201"/>
                </a:lnTo>
                <a:moveTo>
                  <a:pt x="1603531" y="403787"/>
                </a:moveTo>
                <a:lnTo>
                  <a:pt x="1665461" y="312829"/>
                </a:lnTo>
                <a:moveTo>
                  <a:pt x="2183810" y="842955"/>
                </a:moveTo>
                <a:lnTo>
                  <a:pt x="2244620" y="921119"/>
                </a:lnTo>
                <a:moveTo>
                  <a:pt x="356988" y="810843"/>
                </a:moveTo>
                <a:lnTo>
                  <a:pt x="361212" y="811479"/>
                </a:lnTo>
                <a:moveTo>
                  <a:pt x="641443" y="550544"/>
                </a:moveTo>
                <a:lnTo>
                  <a:pt x="723969" y="613412"/>
                </a:lnTo>
                <a:moveTo>
                  <a:pt x="1959989" y="692860"/>
                </a:moveTo>
                <a:lnTo>
                  <a:pt x="2005772" y="665777"/>
                </a:lnTo>
                <a:moveTo>
                  <a:pt x="689326" y="1018196"/>
                </a:moveTo>
                <a:lnTo>
                  <a:pt x="725714" y="1023901"/>
                </a:lnTo>
                <a:moveTo>
                  <a:pt x="689326" y="1018196"/>
                </a:moveTo>
                <a:lnTo>
                  <a:pt x="717286" y="1029121"/>
                </a:lnTo>
                <a:moveTo>
                  <a:pt x="1362282" y="927444"/>
                </a:moveTo>
                <a:lnTo>
                  <a:pt x="1454119" y="831370"/>
                </a:lnTo>
                <a:moveTo>
                  <a:pt x="747696" y="1018356"/>
                </a:moveTo>
                <a:lnTo>
                  <a:pt x="725714" y="1023901"/>
                </a:lnTo>
                <a:moveTo>
                  <a:pt x="1959989" y="692860"/>
                </a:moveTo>
                <a:lnTo>
                  <a:pt x="1915447" y="568531"/>
                </a:lnTo>
                <a:moveTo>
                  <a:pt x="1178013" y="912311"/>
                </a:moveTo>
                <a:lnTo>
                  <a:pt x="1270850" y="1026201"/>
                </a:lnTo>
                <a:moveTo>
                  <a:pt x="880802" y="1011779"/>
                </a:moveTo>
                <a:lnTo>
                  <a:pt x="725714" y="1023901"/>
                </a:lnTo>
                <a:moveTo>
                  <a:pt x="2005772" y="665777"/>
                </a:moveTo>
                <a:lnTo>
                  <a:pt x="2093066" y="742933"/>
                </a:lnTo>
                <a:moveTo>
                  <a:pt x="1879824" y="319541"/>
                </a:moveTo>
                <a:lnTo>
                  <a:pt x="1921717" y="383060"/>
                </a:lnTo>
                <a:moveTo>
                  <a:pt x="2166988" y="635057"/>
                </a:moveTo>
                <a:lnTo>
                  <a:pt x="2208080" y="495621"/>
                </a:lnTo>
                <a:moveTo>
                  <a:pt x="1344206" y="1133545"/>
                </a:moveTo>
                <a:lnTo>
                  <a:pt x="1339264" y="1277812"/>
                </a:lnTo>
                <a:moveTo>
                  <a:pt x="1360123" y="1116473"/>
                </a:moveTo>
                <a:lnTo>
                  <a:pt x="1451385" y="1016586"/>
                </a:lnTo>
                <a:moveTo>
                  <a:pt x="1094190" y="451483"/>
                </a:moveTo>
                <a:lnTo>
                  <a:pt x="1275262" y="445434"/>
                </a:lnTo>
                <a:moveTo>
                  <a:pt x="1362282" y="927444"/>
                </a:moveTo>
                <a:lnTo>
                  <a:pt x="1451385" y="1016586"/>
                </a:lnTo>
                <a:moveTo>
                  <a:pt x="1034021" y="944169"/>
                </a:moveTo>
                <a:lnTo>
                  <a:pt x="955226" y="1073388"/>
                </a:lnTo>
                <a:moveTo>
                  <a:pt x="545126" y="634233"/>
                </a:moveTo>
                <a:lnTo>
                  <a:pt x="631567" y="705740"/>
                </a:lnTo>
                <a:moveTo>
                  <a:pt x="2084907" y="748744"/>
                </a:moveTo>
                <a:lnTo>
                  <a:pt x="2005772" y="665777"/>
                </a:lnTo>
                <a:moveTo>
                  <a:pt x="2279375" y="364913"/>
                </a:moveTo>
                <a:lnTo>
                  <a:pt x="2320233" y="355655"/>
                </a:lnTo>
                <a:moveTo>
                  <a:pt x="545126" y="634233"/>
                </a:moveTo>
                <a:lnTo>
                  <a:pt x="723969" y="613412"/>
                </a:lnTo>
                <a:moveTo>
                  <a:pt x="2279375" y="364913"/>
                </a:moveTo>
                <a:lnTo>
                  <a:pt x="2260267" y="367309"/>
                </a:lnTo>
                <a:moveTo>
                  <a:pt x="880802" y="1011779"/>
                </a:moveTo>
                <a:lnTo>
                  <a:pt x="871778" y="1057322"/>
                </a:lnTo>
                <a:moveTo>
                  <a:pt x="1603531" y="403787"/>
                </a:moveTo>
                <a:lnTo>
                  <a:pt x="1595694" y="423514"/>
                </a:lnTo>
                <a:moveTo>
                  <a:pt x="537052" y="642295"/>
                </a:moveTo>
                <a:lnTo>
                  <a:pt x="539008" y="797034"/>
                </a:lnTo>
                <a:moveTo>
                  <a:pt x="545126" y="634233"/>
                </a:moveTo>
                <a:lnTo>
                  <a:pt x="539008" y="797034"/>
                </a:lnTo>
                <a:moveTo>
                  <a:pt x="1334176" y="377491"/>
                </a:moveTo>
                <a:lnTo>
                  <a:pt x="1401607" y="524282"/>
                </a:lnTo>
                <a:moveTo>
                  <a:pt x="1879824" y="319541"/>
                </a:moveTo>
                <a:lnTo>
                  <a:pt x="1918111" y="382849"/>
                </a:lnTo>
                <a:moveTo>
                  <a:pt x="1937406" y="1154999"/>
                </a:moveTo>
                <a:lnTo>
                  <a:pt x="2067100" y="1104401"/>
                </a:lnTo>
                <a:moveTo>
                  <a:pt x="2287723" y="756114"/>
                </a:moveTo>
                <a:lnTo>
                  <a:pt x="2244620" y="921119"/>
                </a:lnTo>
                <a:moveTo>
                  <a:pt x="880802" y="1011779"/>
                </a:moveTo>
                <a:lnTo>
                  <a:pt x="955226" y="1073388"/>
                </a:lnTo>
                <a:moveTo>
                  <a:pt x="1344206" y="1133545"/>
                </a:moveTo>
                <a:lnTo>
                  <a:pt x="1355946" y="1292131"/>
                </a:lnTo>
                <a:moveTo>
                  <a:pt x="2249514" y="767476"/>
                </a:moveTo>
                <a:lnTo>
                  <a:pt x="2244620" y="921119"/>
                </a:lnTo>
                <a:moveTo>
                  <a:pt x="1895917" y="580023"/>
                </a:moveTo>
                <a:lnTo>
                  <a:pt x="1959989" y="692860"/>
                </a:lnTo>
                <a:moveTo>
                  <a:pt x="1178013" y="912311"/>
                </a:moveTo>
                <a:lnTo>
                  <a:pt x="1362282" y="927444"/>
                </a:lnTo>
                <a:moveTo>
                  <a:pt x="1360123" y="1116473"/>
                </a:moveTo>
                <a:lnTo>
                  <a:pt x="1355946" y="1292131"/>
                </a:lnTo>
                <a:moveTo>
                  <a:pt x="937099" y="1027626"/>
                </a:moveTo>
                <a:lnTo>
                  <a:pt x="955226" y="1073388"/>
                </a:lnTo>
                <a:moveTo>
                  <a:pt x="1285320" y="834863"/>
                </a:moveTo>
                <a:lnTo>
                  <a:pt x="1362282" y="927444"/>
                </a:lnTo>
                <a:moveTo>
                  <a:pt x="2279375" y="364913"/>
                </a:moveTo>
                <a:lnTo>
                  <a:pt x="2242627" y="428299"/>
                </a:lnTo>
                <a:moveTo>
                  <a:pt x="1230220" y="857520"/>
                </a:moveTo>
                <a:lnTo>
                  <a:pt x="1362282" y="927444"/>
                </a:lnTo>
                <a:moveTo>
                  <a:pt x="1512847" y="765781"/>
                </a:moveTo>
                <a:lnTo>
                  <a:pt x="1454119" y="831370"/>
                </a:lnTo>
                <a:moveTo>
                  <a:pt x="1363502" y="528862"/>
                </a:moveTo>
                <a:lnTo>
                  <a:pt x="1401607" y="524282"/>
                </a:lnTo>
                <a:moveTo>
                  <a:pt x="1363502" y="528862"/>
                </a:moveTo>
                <a:lnTo>
                  <a:pt x="1501511" y="509718"/>
                </a:lnTo>
                <a:moveTo>
                  <a:pt x="1880489" y="384554"/>
                </a:moveTo>
                <a:lnTo>
                  <a:pt x="1918111" y="382849"/>
                </a:lnTo>
                <a:moveTo>
                  <a:pt x="1419853" y="789118"/>
                </a:moveTo>
                <a:lnTo>
                  <a:pt x="1454119" y="831370"/>
                </a:lnTo>
                <a:moveTo>
                  <a:pt x="474249" y="744180"/>
                </a:moveTo>
                <a:lnTo>
                  <a:pt x="539008" y="797034"/>
                </a:lnTo>
                <a:moveTo>
                  <a:pt x="1538192" y="518911"/>
                </a:moveTo>
                <a:lnTo>
                  <a:pt x="1595694" y="423514"/>
                </a:lnTo>
                <a:moveTo>
                  <a:pt x="1844717" y="464978"/>
                </a:moveTo>
                <a:lnTo>
                  <a:pt x="1920054" y="387464"/>
                </a:lnTo>
                <a:moveTo>
                  <a:pt x="1285320" y="834863"/>
                </a:moveTo>
                <a:lnTo>
                  <a:pt x="1454119" y="831370"/>
                </a:lnTo>
                <a:moveTo>
                  <a:pt x="1847362" y="1245353"/>
                </a:moveTo>
                <a:lnTo>
                  <a:pt x="1937406" y="1154999"/>
                </a:lnTo>
                <a:moveTo>
                  <a:pt x="1362282" y="927444"/>
                </a:moveTo>
                <a:lnTo>
                  <a:pt x="1542297" y="914388"/>
                </a:lnTo>
                <a:moveTo>
                  <a:pt x="1349113" y="509965"/>
                </a:moveTo>
                <a:lnTo>
                  <a:pt x="1401607" y="524282"/>
                </a:lnTo>
                <a:moveTo>
                  <a:pt x="1339745" y="1310533"/>
                </a:moveTo>
                <a:lnTo>
                  <a:pt x="1339264" y="1277812"/>
                </a:lnTo>
                <a:moveTo>
                  <a:pt x="1844717" y="464978"/>
                </a:moveTo>
                <a:lnTo>
                  <a:pt x="1918111" y="382849"/>
                </a:lnTo>
                <a:moveTo>
                  <a:pt x="1085970" y="1007026"/>
                </a:moveTo>
                <a:lnTo>
                  <a:pt x="1178013" y="912311"/>
                </a:lnTo>
                <a:moveTo>
                  <a:pt x="2288056" y="367586"/>
                </a:moveTo>
                <a:lnTo>
                  <a:pt x="2242627" y="428299"/>
                </a:lnTo>
                <a:moveTo>
                  <a:pt x="2404231" y="412745"/>
                </a:moveTo>
                <a:lnTo>
                  <a:pt x="2320233" y="355655"/>
                </a:lnTo>
                <a:moveTo>
                  <a:pt x="2166988" y="635057"/>
                </a:moveTo>
                <a:lnTo>
                  <a:pt x="2093066" y="742933"/>
                </a:lnTo>
                <a:moveTo>
                  <a:pt x="1355946" y="1292131"/>
                </a:moveTo>
                <a:lnTo>
                  <a:pt x="1339264" y="1277812"/>
                </a:lnTo>
                <a:moveTo>
                  <a:pt x="1419853" y="789118"/>
                </a:moveTo>
                <a:lnTo>
                  <a:pt x="1512847" y="765781"/>
                </a:lnTo>
                <a:moveTo>
                  <a:pt x="1538192" y="518911"/>
                </a:moveTo>
                <a:lnTo>
                  <a:pt x="1501511" y="509718"/>
                </a:lnTo>
                <a:moveTo>
                  <a:pt x="2114113" y="721406"/>
                </a:moveTo>
                <a:lnTo>
                  <a:pt x="2166988" y="635057"/>
                </a:lnTo>
                <a:moveTo>
                  <a:pt x="1454119" y="831370"/>
                </a:moveTo>
                <a:lnTo>
                  <a:pt x="1542297" y="914388"/>
                </a:lnTo>
                <a:moveTo>
                  <a:pt x="1539283" y="531127"/>
                </a:moveTo>
                <a:lnTo>
                  <a:pt x="1501511" y="509718"/>
                </a:lnTo>
                <a:moveTo>
                  <a:pt x="2093066" y="742933"/>
                </a:moveTo>
                <a:lnTo>
                  <a:pt x="2183810" y="842955"/>
                </a:lnTo>
                <a:moveTo>
                  <a:pt x="2114113" y="721406"/>
                </a:moveTo>
                <a:lnTo>
                  <a:pt x="2183810" y="842955"/>
                </a:lnTo>
                <a:moveTo>
                  <a:pt x="1355946" y="1292131"/>
                </a:moveTo>
                <a:lnTo>
                  <a:pt x="1339745" y="1310533"/>
                </a:lnTo>
                <a:moveTo>
                  <a:pt x="1285320" y="834863"/>
                </a:moveTo>
                <a:lnTo>
                  <a:pt x="1419853" y="789118"/>
                </a:lnTo>
                <a:moveTo>
                  <a:pt x="997293" y="717364"/>
                </a:moveTo>
                <a:lnTo>
                  <a:pt x="1090180" y="628249"/>
                </a:lnTo>
                <a:moveTo>
                  <a:pt x="1140899" y="870695"/>
                </a:moveTo>
                <a:lnTo>
                  <a:pt x="1178013" y="912311"/>
                </a:lnTo>
                <a:moveTo>
                  <a:pt x="1230220" y="857520"/>
                </a:moveTo>
                <a:lnTo>
                  <a:pt x="1178013" y="912311"/>
                </a:lnTo>
                <a:moveTo>
                  <a:pt x="1959989" y="692860"/>
                </a:moveTo>
                <a:lnTo>
                  <a:pt x="2084907" y="748744"/>
                </a:lnTo>
                <a:moveTo>
                  <a:pt x="1451385" y="1016586"/>
                </a:moveTo>
                <a:lnTo>
                  <a:pt x="1542297" y="914388"/>
                </a:lnTo>
                <a:moveTo>
                  <a:pt x="2288056" y="367586"/>
                </a:moveTo>
                <a:lnTo>
                  <a:pt x="2208080" y="495621"/>
                </a:lnTo>
                <a:moveTo>
                  <a:pt x="1334176" y="377491"/>
                </a:moveTo>
                <a:lnTo>
                  <a:pt x="1275262" y="445434"/>
                </a:lnTo>
                <a:moveTo>
                  <a:pt x="2404231" y="412745"/>
                </a:moveTo>
                <a:lnTo>
                  <a:pt x="2443225" y="413342"/>
                </a:lnTo>
                <a:moveTo>
                  <a:pt x="1034021" y="944169"/>
                </a:moveTo>
                <a:lnTo>
                  <a:pt x="1085970" y="1007026"/>
                </a:lnTo>
                <a:moveTo>
                  <a:pt x="1230220" y="857520"/>
                </a:moveTo>
                <a:lnTo>
                  <a:pt x="1285320" y="834863"/>
                </a:lnTo>
                <a:moveTo>
                  <a:pt x="2114113" y="721406"/>
                </a:moveTo>
                <a:lnTo>
                  <a:pt x="2093066" y="742933"/>
                </a:lnTo>
                <a:moveTo>
                  <a:pt x="2184671" y="645320"/>
                </a:moveTo>
                <a:lnTo>
                  <a:pt x="2166988" y="635057"/>
                </a:lnTo>
                <a:moveTo>
                  <a:pt x="1692013" y="311867"/>
                </a:moveTo>
                <a:lnTo>
                  <a:pt x="1777225" y="216669"/>
                </a:lnTo>
                <a:moveTo>
                  <a:pt x="1140899" y="870695"/>
                </a:moveTo>
                <a:lnTo>
                  <a:pt x="1230220" y="857520"/>
                </a:lnTo>
                <a:moveTo>
                  <a:pt x="2249514" y="767476"/>
                </a:moveTo>
                <a:lnTo>
                  <a:pt x="2183810" y="842955"/>
                </a:lnTo>
                <a:moveTo>
                  <a:pt x="1844717" y="464978"/>
                </a:moveTo>
                <a:lnTo>
                  <a:pt x="1899444" y="547437"/>
                </a:lnTo>
                <a:moveTo>
                  <a:pt x="1512847" y="765781"/>
                </a:moveTo>
                <a:lnTo>
                  <a:pt x="1542297" y="914388"/>
                </a:lnTo>
                <a:moveTo>
                  <a:pt x="2084907" y="748744"/>
                </a:moveTo>
                <a:lnTo>
                  <a:pt x="2093066" y="742933"/>
                </a:lnTo>
                <a:moveTo>
                  <a:pt x="1339745" y="1310533"/>
                </a:moveTo>
                <a:lnTo>
                  <a:pt x="1365645" y="1333500"/>
                </a:lnTo>
                <a:moveTo>
                  <a:pt x="1544480" y="725514"/>
                </a:moveTo>
                <a:lnTo>
                  <a:pt x="1512847" y="765781"/>
                </a:lnTo>
                <a:moveTo>
                  <a:pt x="1544308" y="913904"/>
                </a:moveTo>
                <a:lnTo>
                  <a:pt x="1451385" y="1016586"/>
                </a:lnTo>
                <a:moveTo>
                  <a:pt x="1034021" y="944169"/>
                </a:moveTo>
                <a:lnTo>
                  <a:pt x="1178013" y="912311"/>
                </a:lnTo>
                <a:moveTo>
                  <a:pt x="1269705" y="815279"/>
                </a:moveTo>
                <a:lnTo>
                  <a:pt x="1285320" y="834863"/>
                </a:lnTo>
                <a:moveTo>
                  <a:pt x="1419853" y="789118"/>
                </a:moveTo>
                <a:lnTo>
                  <a:pt x="1544480" y="725514"/>
                </a:lnTo>
                <a:moveTo>
                  <a:pt x="1360123" y="1116473"/>
                </a:moveTo>
                <a:lnTo>
                  <a:pt x="1445895" y="1183546"/>
                </a:lnTo>
                <a:moveTo>
                  <a:pt x="1140899" y="870695"/>
                </a:moveTo>
                <a:lnTo>
                  <a:pt x="1269705" y="815279"/>
                </a:lnTo>
                <a:moveTo>
                  <a:pt x="1269705" y="815279"/>
                </a:moveTo>
                <a:lnTo>
                  <a:pt x="1230220" y="857520"/>
                </a:lnTo>
                <a:moveTo>
                  <a:pt x="1090180" y="628249"/>
                </a:moveTo>
                <a:lnTo>
                  <a:pt x="1178973" y="715344"/>
                </a:lnTo>
                <a:moveTo>
                  <a:pt x="1512847" y="765781"/>
                </a:moveTo>
                <a:lnTo>
                  <a:pt x="1552210" y="901748"/>
                </a:lnTo>
                <a:moveTo>
                  <a:pt x="2083779" y="922612"/>
                </a:moveTo>
                <a:lnTo>
                  <a:pt x="2067100" y="1104401"/>
                </a:lnTo>
                <a:moveTo>
                  <a:pt x="1034021" y="944169"/>
                </a:moveTo>
                <a:lnTo>
                  <a:pt x="1140899" y="870695"/>
                </a:lnTo>
                <a:moveTo>
                  <a:pt x="1339745" y="1310533"/>
                </a:moveTo>
                <a:lnTo>
                  <a:pt x="1374260" y="1333500"/>
                </a:lnTo>
                <a:moveTo>
                  <a:pt x="2114113" y="721406"/>
                </a:moveTo>
                <a:lnTo>
                  <a:pt x="2249514" y="767476"/>
                </a:lnTo>
                <a:moveTo>
                  <a:pt x="997293" y="717364"/>
                </a:moveTo>
                <a:lnTo>
                  <a:pt x="1086804" y="809216"/>
                </a:lnTo>
                <a:moveTo>
                  <a:pt x="444218" y="873541"/>
                </a:moveTo>
                <a:lnTo>
                  <a:pt x="474249" y="744180"/>
                </a:lnTo>
                <a:moveTo>
                  <a:pt x="1086804" y="809216"/>
                </a:moveTo>
                <a:lnTo>
                  <a:pt x="1140899" y="870695"/>
                </a:lnTo>
                <a:moveTo>
                  <a:pt x="2184671" y="645320"/>
                </a:moveTo>
                <a:lnTo>
                  <a:pt x="2114113" y="721406"/>
                </a:lnTo>
                <a:moveTo>
                  <a:pt x="1361399" y="718256"/>
                </a:moveTo>
                <a:lnTo>
                  <a:pt x="1419853" y="789118"/>
                </a:lnTo>
                <a:moveTo>
                  <a:pt x="997293" y="717364"/>
                </a:moveTo>
                <a:lnTo>
                  <a:pt x="1178973" y="715344"/>
                </a:lnTo>
                <a:moveTo>
                  <a:pt x="1355946" y="1292131"/>
                </a:moveTo>
                <a:lnTo>
                  <a:pt x="1397592" y="1333500"/>
                </a:lnTo>
                <a:moveTo>
                  <a:pt x="2237621" y="497654"/>
                </a:moveTo>
                <a:lnTo>
                  <a:pt x="2208080" y="495621"/>
                </a:lnTo>
                <a:moveTo>
                  <a:pt x="2487495" y="507618"/>
                </a:moveTo>
                <a:lnTo>
                  <a:pt x="2443225" y="413342"/>
                </a:lnTo>
                <a:moveTo>
                  <a:pt x="1361399" y="718256"/>
                </a:moveTo>
                <a:lnTo>
                  <a:pt x="1285320" y="834863"/>
                </a:lnTo>
                <a:moveTo>
                  <a:pt x="631567" y="705740"/>
                </a:moveTo>
                <a:lnTo>
                  <a:pt x="723969" y="613412"/>
                </a:lnTo>
                <a:moveTo>
                  <a:pt x="2089047" y="919643"/>
                </a:moveTo>
                <a:lnTo>
                  <a:pt x="2183810" y="842955"/>
                </a:lnTo>
                <a:moveTo>
                  <a:pt x="1086804" y="809216"/>
                </a:moveTo>
                <a:lnTo>
                  <a:pt x="1269705" y="815279"/>
                </a:lnTo>
                <a:moveTo>
                  <a:pt x="539008" y="797034"/>
                </a:moveTo>
                <a:lnTo>
                  <a:pt x="631567" y="705740"/>
                </a:lnTo>
                <a:moveTo>
                  <a:pt x="1090180" y="628249"/>
                </a:moveTo>
                <a:lnTo>
                  <a:pt x="1270708" y="618590"/>
                </a:lnTo>
                <a:moveTo>
                  <a:pt x="361212" y="811479"/>
                </a:moveTo>
                <a:lnTo>
                  <a:pt x="444218" y="873541"/>
                </a:lnTo>
                <a:moveTo>
                  <a:pt x="1366269" y="343858"/>
                </a:moveTo>
                <a:lnTo>
                  <a:pt x="1334176" y="377491"/>
                </a:lnTo>
                <a:moveTo>
                  <a:pt x="1086804" y="809216"/>
                </a:moveTo>
                <a:lnTo>
                  <a:pt x="1034021" y="944169"/>
                </a:lnTo>
                <a:moveTo>
                  <a:pt x="2249514" y="767476"/>
                </a:moveTo>
                <a:lnTo>
                  <a:pt x="2287723" y="756114"/>
                </a:lnTo>
                <a:moveTo>
                  <a:pt x="1178973" y="715344"/>
                </a:moveTo>
                <a:lnTo>
                  <a:pt x="1269705" y="815279"/>
                </a:lnTo>
                <a:moveTo>
                  <a:pt x="1493844" y="1043943"/>
                </a:moveTo>
                <a:lnTo>
                  <a:pt x="1451385" y="1016586"/>
                </a:lnTo>
                <a:moveTo>
                  <a:pt x="1451385" y="1016586"/>
                </a:moveTo>
                <a:lnTo>
                  <a:pt x="1445895" y="1183546"/>
                </a:lnTo>
                <a:moveTo>
                  <a:pt x="1269705" y="815279"/>
                </a:moveTo>
                <a:lnTo>
                  <a:pt x="1361399" y="718256"/>
                </a:lnTo>
                <a:moveTo>
                  <a:pt x="1815519" y="616340"/>
                </a:moveTo>
                <a:lnTo>
                  <a:pt x="1899444" y="547437"/>
                </a:lnTo>
                <a:moveTo>
                  <a:pt x="1552210" y="901748"/>
                </a:moveTo>
                <a:lnTo>
                  <a:pt x="1542297" y="914388"/>
                </a:lnTo>
                <a:moveTo>
                  <a:pt x="1603531" y="403787"/>
                </a:moveTo>
                <a:lnTo>
                  <a:pt x="1692013" y="311867"/>
                </a:lnTo>
                <a:moveTo>
                  <a:pt x="1086804" y="809216"/>
                </a:moveTo>
                <a:lnTo>
                  <a:pt x="1178973" y="715344"/>
                </a:lnTo>
                <a:moveTo>
                  <a:pt x="1139278" y="559924"/>
                </a:moveTo>
                <a:lnTo>
                  <a:pt x="1090180" y="628249"/>
                </a:lnTo>
                <a:moveTo>
                  <a:pt x="2093066" y="742933"/>
                </a:moveTo>
                <a:lnTo>
                  <a:pt x="2089047" y="919643"/>
                </a:lnTo>
                <a:moveTo>
                  <a:pt x="1054180" y="575521"/>
                </a:moveTo>
                <a:lnTo>
                  <a:pt x="1090180" y="628249"/>
                </a:lnTo>
                <a:moveTo>
                  <a:pt x="583866" y="1034727"/>
                </a:moveTo>
                <a:lnTo>
                  <a:pt x="689326" y="1018196"/>
                </a:lnTo>
                <a:moveTo>
                  <a:pt x="1544308" y="913904"/>
                </a:moveTo>
                <a:lnTo>
                  <a:pt x="1542297" y="914388"/>
                </a:lnTo>
                <a:moveTo>
                  <a:pt x="689326" y="1018196"/>
                </a:moveTo>
                <a:lnTo>
                  <a:pt x="747696" y="1018356"/>
                </a:lnTo>
                <a:moveTo>
                  <a:pt x="1361399" y="718256"/>
                </a:moveTo>
                <a:lnTo>
                  <a:pt x="1544480" y="725514"/>
                </a:lnTo>
                <a:moveTo>
                  <a:pt x="903077" y="797675"/>
                </a:moveTo>
                <a:lnTo>
                  <a:pt x="997293" y="717364"/>
                </a:lnTo>
                <a:moveTo>
                  <a:pt x="1224153" y="565309"/>
                </a:moveTo>
                <a:lnTo>
                  <a:pt x="1090180" y="628249"/>
                </a:lnTo>
                <a:moveTo>
                  <a:pt x="2082774" y="911894"/>
                </a:moveTo>
                <a:lnTo>
                  <a:pt x="2093066" y="742933"/>
                </a:lnTo>
                <a:moveTo>
                  <a:pt x="1816510" y="617565"/>
                </a:moveTo>
                <a:lnTo>
                  <a:pt x="1895917" y="580023"/>
                </a:lnTo>
                <a:moveTo>
                  <a:pt x="1815519" y="616340"/>
                </a:moveTo>
                <a:lnTo>
                  <a:pt x="1895917" y="580023"/>
                </a:lnTo>
                <a:moveTo>
                  <a:pt x="937099" y="1027626"/>
                </a:moveTo>
                <a:lnTo>
                  <a:pt x="1034021" y="944169"/>
                </a:lnTo>
                <a:moveTo>
                  <a:pt x="993731" y="897099"/>
                </a:moveTo>
                <a:lnTo>
                  <a:pt x="1034021" y="944169"/>
                </a:lnTo>
                <a:moveTo>
                  <a:pt x="2051553" y="1061226"/>
                </a:moveTo>
                <a:lnTo>
                  <a:pt x="2067100" y="1104401"/>
                </a:lnTo>
                <a:moveTo>
                  <a:pt x="747696" y="1018356"/>
                </a:moveTo>
                <a:lnTo>
                  <a:pt x="880802" y="1011779"/>
                </a:lnTo>
                <a:moveTo>
                  <a:pt x="993731" y="897099"/>
                </a:moveTo>
                <a:lnTo>
                  <a:pt x="1086804" y="809216"/>
                </a:lnTo>
                <a:moveTo>
                  <a:pt x="1453563" y="624348"/>
                </a:moveTo>
                <a:lnTo>
                  <a:pt x="1544480" y="725514"/>
                </a:lnTo>
                <a:moveTo>
                  <a:pt x="1552210" y="901748"/>
                </a:moveTo>
                <a:lnTo>
                  <a:pt x="1544308" y="913904"/>
                </a:lnTo>
                <a:moveTo>
                  <a:pt x="1178973" y="715344"/>
                </a:moveTo>
                <a:lnTo>
                  <a:pt x="1361399" y="718256"/>
                </a:lnTo>
                <a:moveTo>
                  <a:pt x="1054180" y="575521"/>
                </a:moveTo>
                <a:lnTo>
                  <a:pt x="997293" y="717364"/>
                </a:lnTo>
                <a:moveTo>
                  <a:pt x="2084907" y="748744"/>
                </a:moveTo>
                <a:lnTo>
                  <a:pt x="2082774" y="911894"/>
                </a:lnTo>
                <a:moveTo>
                  <a:pt x="2487495" y="507618"/>
                </a:moveTo>
                <a:lnTo>
                  <a:pt x="2520112" y="514184"/>
                </a:lnTo>
                <a:moveTo>
                  <a:pt x="1879824" y="319541"/>
                </a:moveTo>
                <a:lnTo>
                  <a:pt x="1880489" y="384554"/>
                </a:lnTo>
                <a:moveTo>
                  <a:pt x="906424" y="608008"/>
                </a:moveTo>
                <a:lnTo>
                  <a:pt x="997293" y="717364"/>
                </a:lnTo>
                <a:moveTo>
                  <a:pt x="1355946" y="1292131"/>
                </a:moveTo>
                <a:lnTo>
                  <a:pt x="1445895" y="1183546"/>
                </a:lnTo>
                <a:moveTo>
                  <a:pt x="895146" y="615630"/>
                </a:moveTo>
                <a:lnTo>
                  <a:pt x="997293" y="717364"/>
                </a:lnTo>
                <a:moveTo>
                  <a:pt x="2237621" y="497654"/>
                </a:moveTo>
                <a:lnTo>
                  <a:pt x="2166988" y="635057"/>
                </a:lnTo>
                <a:moveTo>
                  <a:pt x="1907499" y="719206"/>
                </a:moveTo>
                <a:lnTo>
                  <a:pt x="1959989" y="692860"/>
                </a:lnTo>
                <a:moveTo>
                  <a:pt x="812333" y="697659"/>
                </a:moveTo>
                <a:lnTo>
                  <a:pt x="997293" y="717364"/>
                </a:lnTo>
                <a:moveTo>
                  <a:pt x="880802" y="1011779"/>
                </a:moveTo>
                <a:lnTo>
                  <a:pt x="937099" y="1027626"/>
                </a:lnTo>
                <a:moveTo>
                  <a:pt x="1334176" y="377491"/>
                </a:moveTo>
                <a:lnTo>
                  <a:pt x="1349113" y="509965"/>
                </a:lnTo>
                <a:moveTo>
                  <a:pt x="427007" y="881017"/>
                </a:moveTo>
                <a:lnTo>
                  <a:pt x="356988" y="810843"/>
                </a:lnTo>
                <a:moveTo>
                  <a:pt x="427007" y="881017"/>
                </a:moveTo>
                <a:lnTo>
                  <a:pt x="361212" y="811479"/>
                </a:lnTo>
                <a:moveTo>
                  <a:pt x="903077" y="797675"/>
                </a:moveTo>
                <a:lnTo>
                  <a:pt x="1086804" y="809216"/>
                </a:lnTo>
                <a:moveTo>
                  <a:pt x="1361399" y="718256"/>
                </a:moveTo>
                <a:lnTo>
                  <a:pt x="1453563" y="624348"/>
                </a:lnTo>
                <a:moveTo>
                  <a:pt x="1178973" y="715344"/>
                </a:moveTo>
                <a:lnTo>
                  <a:pt x="1270708" y="618590"/>
                </a:lnTo>
                <a:moveTo>
                  <a:pt x="2288056" y="367586"/>
                </a:moveTo>
                <a:lnTo>
                  <a:pt x="2279375" y="364913"/>
                </a:lnTo>
                <a:moveTo>
                  <a:pt x="993731" y="897099"/>
                </a:moveTo>
                <a:lnTo>
                  <a:pt x="937099" y="1027626"/>
                </a:lnTo>
                <a:moveTo>
                  <a:pt x="1363502" y="528862"/>
                </a:moveTo>
                <a:lnTo>
                  <a:pt x="1453563" y="624348"/>
                </a:lnTo>
                <a:moveTo>
                  <a:pt x="1960868" y="1150937"/>
                </a:moveTo>
                <a:lnTo>
                  <a:pt x="2067100" y="1104401"/>
                </a:lnTo>
                <a:moveTo>
                  <a:pt x="1270708" y="618590"/>
                </a:moveTo>
                <a:lnTo>
                  <a:pt x="1361399" y="718256"/>
                </a:lnTo>
                <a:moveTo>
                  <a:pt x="631567" y="705740"/>
                </a:moveTo>
                <a:lnTo>
                  <a:pt x="812333" y="697659"/>
                </a:lnTo>
                <a:moveTo>
                  <a:pt x="723969" y="613412"/>
                </a:moveTo>
                <a:lnTo>
                  <a:pt x="812333" y="697659"/>
                </a:lnTo>
                <a:moveTo>
                  <a:pt x="1270708" y="618590"/>
                </a:moveTo>
                <a:lnTo>
                  <a:pt x="1363502" y="528862"/>
                </a:lnTo>
                <a:moveTo>
                  <a:pt x="1334176" y="377491"/>
                </a:moveTo>
                <a:lnTo>
                  <a:pt x="1362360" y="521294"/>
                </a:lnTo>
                <a:moveTo>
                  <a:pt x="1366269" y="343858"/>
                </a:moveTo>
                <a:lnTo>
                  <a:pt x="1454924" y="430036"/>
                </a:lnTo>
                <a:moveTo>
                  <a:pt x="1270708" y="618590"/>
                </a:moveTo>
                <a:lnTo>
                  <a:pt x="1453563" y="624348"/>
                </a:lnTo>
                <a:moveTo>
                  <a:pt x="1539283" y="531127"/>
                </a:moveTo>
                <a:lnTo>
                  <a:pt x="1544480" y="725514"/>
                </a:lnTo>
                <a:moveTo>
                  <a:pt x="1960868" y="1150937"/>
                </a:moveTo>
                <a:lnTo>
                  <a:pt x="1937406" y="1154999"/>
                </a:lnTo>
                <a:moveTo>
                  <a:pt x="1366269" y="343858"/>
                </a:moveTo>
                <a:lnTo>
                  <a:pt x="1547259" y="337263"/>
                </a:lnTo>
                <a:moveTo>
                  <a:pt x="1907499" y="719206"/>
                </a:moveTo>
                <a:lnTo>
                  <a:pt x="2084907" y="748744"/>
                </a:lnTo>
                <a:moveTo>
                  <a:pt x="903077" y="797675"/>
                </a:moveTo>
                <a:lnTo>
                  <a:pt x="993731" y="897099"/>
                </a:lnTo>
                <a:moveTo>
                  <a:pt x="1366269" y="343858"/>
                </a:moveTo>
                <a:lnTo>
                  <a:pt x="1362360" y="521294"/>
                </a:lnTo>
                <a:moveTo>
                  <a:pt x="1816510" y="617565"/>
                </a:moveTo>
                <a:lnTo>
                  <a:pt x="1959989" y="692860"/>
                </a:lnTo>
                <a:moveTo>
                  <a:pt x="1349113" y="509965"/>
                </a:moveTo>
                <a:lnTo>
                  <a:pt x="1363502" y="528862"/>
                </a:lnTo>
                <a:moveTo>
                  <a:pt x="2404231" y="412745"/>
                </a:moveTo>
                <a:lnTo>
                  <a:pt x="2279375" y="364913"/>
                </a:lnTo>
                <a:moveTo>
                  <a:pt x="1493844" y="1043943"/>
                </a:moveTo>
                <a:lnTo>
                  <a:pt x="1544308" y="913904"/>
                </a:lnTo>
                <a:moveTo>
                  <a:pt x="1445895" y="1183546"/>
                </a:moveTo>
                <a:lnTo>
                  <a:pt x="1445165" y="1333500"/>
                </a:lnTo>
                <a:moveTo>
                  <a:pt x="1538192" y="518911"/>
                </a:moveTo>
                <a:lnTo>
                  <a:pt x="1603531" y="403787"/>
                </a:lnTo>
                <a:moveTo>
                  <a:pt x="1349113" y="509965"/>
                </a:moveTo>
                <a:lnTo>
                  <a:pt x="1270708" y="618590"/>
                </a:lnTo>
                <a:moveTo>
                  <a:pt x="1547259" y="337263"/>
                </a:moveTo>
                <a:lnTo>
                  <a:pt x="1603531" y="403787"/>
                </a:lnTo>
                <a:moveTo>
                  <a:pt x="747696" y="1018356"/>
                </a:moveTo>
                <a:lnTo>
                  <a:pt x="899976" y="980464"/>
                </a:lnTo>
                <a:moveTo>
                  <a:pt x="2082774" y="911894"/>
                </a:moveTo>
                <a:lnTo>
                  <a:pt x="2089047" y="919643"/>
                </a:lnTo>
                <a:moveTo>
                  <a:pt x="1638803" y="239243"/>
                </a:moveTo>
                <a:lnTo>
                  <a:pt x="1692013" y="311867"/>
                </a:lnTo>
                <a:moveTo>
                  <a:pt x="1880489" y="384554"/>
                </a:moveTo>
                <a:lnTo>
                  <a:pt x="1844717" y="464978"/>
                </a:lnTo>
                <a:moveTo>
                  <a:pt x="444218" y="873541"/>
                </a:moveTo>
                <a:lnTo>
                  <a:pt x="539008" y="797034"/>
                </a:lnTo>
                <a:moveTo>
                  <a:pt x="1539283" y="531127"/>
                </a:moveTo>
                <a:lnTo>
                  <a:pt x="1363502" y="528862"/>
                </a:lnTo>
                <a:moveTo>
                  <a:pt x="1857650" y="1228081"/>
                </a:moveTo>
                <a:lnTo>
                  <a:pt x="1937406" y="1154999"/>
                </a:lnTo>
                <a:moveTo>
                  <a:pt x="2083779" y="922612"/>
                </a:moveTo>
                <a:lnTo>
                  <a:pt x="2089047" y="919643"/>
                </a:lnTo>
                <a:moveTo>
                  <a:pt x="899976" y="980464"/>
                </a:moveTo>
                <a:lnTo>
                  <a:pt x="880802" y="1011779"/>
                </a:lnTo>
                <a:moveTo>
                  <a:pt x="1539283" y="531127"/>
                </a:moveTo>
                <a:lnTo>
                  <a:pt x="1453563" y="624348"/>
                </a:lnTo>
                <a:moveTo>
                  <a:pt x="2237621" y="497654"/>
                </a:moveTo>
                <a:lnTo>
                  <a:pt x="2184671" y="645320"/>
                </a:lnTo>
                <a:moveTo>
                  <a:pt x="1224153" y="565309"/>
                </a:moveTo>
                <a:lnTo>
                  <a:pt x="1270708" y="618590"/>
                </a:lnTo>
                <a:moveTo>
                  <a:pt x="2082774" y="911894"/>
                </a:moveTo>
                <a:lnTo>
                  <a:pt x="2083779" y="922612"/>
                </a:lnTo>
                <a:moveTo>
                  <a:pt x="899976" y="980464"/>
                </a:moveTo>
                <a:lnTo>
                  <a:pt x="937099" y="1027626"/>
                </a:lnTo>
                <a:moveTo>
                  <a:pt x="899976" y="980464"/>
                </a:moveTo>
                <a:lnTo>
                  <a:pt x="993731" y="897099"/>
                </a:lnTo>
                <a:moveTo>
                  <a:pt x="742516" y="758499"/>
                </a:moveTo>
                <a:lnTo>
                  <a:pt x="631567" y="705740"/>
                </a:lnTo>
                <a:moveTo>
                  <a:pt x="712421" y="774763"/>
                </a:moveTo>
                <a:lnTo>
                  <a:pt x="631567" y="705740"/>
                </a:lnTo>
                <a:moveTo>
                  <a:pt x="812333" y="697659"/>
                </a:moveTo>
                <a:lnTo>
                  <a:pt x="903077" y="797675"/>
                </a:lnTo>
                <a:moveTo>
                  <a:pt x="1224153" y="565309"/>
                </a:moveTo>
                <a:lnTo>
                  <a:pt x="1349113" y="509965"/>
                </a:lnTo>
                <a:moveTo>
                  <a:pt x="1054180" y="575521"/>
                </a:moveTo>
                <a:lnTo>
                  <a:pt x="1139278" y="559924"/>
                </a:lnTo>
                <a:moveTo>
                  <a:pt x="712421" y="774763"/>
                </a:moveTo>
                <a:lnTo>
                  <a:pt x="539008" y="797034"/>
                </a:lnTo>
                <a:moveTo>
                  <a:pt x="1607864" y="639743"/>
                </a:moveTo>
                <a:lnTo>
                  <a:pt x="1544480" y="725514"/>
                </a:lnTo>
                <a:moveTo>
                  <a:pt x="1362360" y="521294"/>
                </a:moveTo>
                <a:lnTo>
                  <a:pt x="1349113" y="509965"/>
                </a:lnTo>
                <a:moveTo>
                  <a:pt x="906424" y="608008"/>
                </a:moveTo>
                <a:lnTo>
                  <a:pt x="1054180" y="575521"/>
                </a:lnTo>
                <a:moveTo>
                  <a:pt x="1139278" y="559924"/>
                </a:moveTo>
                <a:lnTo>
                  <a:pt x="1224153" y="565309"/>
                </a:lnTo>
                <a:moveTo>
                  <a:pt x="2114113" y="721406"/>
                </a:moveTo>
                <a:lnTo>
                  <a:pt x="2271249" y="717741"/>
                </a:lnTo>
                <a:moveTo>
                  <a:pt x="1996441" y="807285"/>
                </a:moveTo>
                <a:lnTo>
                  <a:pt x="2084907" y="748744"/>
                </a:lnTo>
                <a:moveTo>
                  <a:pt x="2288056" y="367586"/>
                </a:moveTo>
                <a:lnTo>
                  <a:pt x="2404231" y="412745"/>
                </a:lnTo>
                <a:moveTo>
                  <a:pt x="1604375" y="765908"/>
                </a:moveTo>
                <a:lnTo>
                  <a:pt x="1512847" y="765781"/>
                </a:lnTo>
                <a:moveTo>
                  <a:pt x="1638803" y="239243"/>
                </a:moveTo>
                <a:lnTo>
                  <a:pt x="1603531" y="403787"/>
                </a:lnTo>
                <a:moveTo>
                  <a:pt x="903077" y="797675"/>
                </a:moveTo>
                <a:lnTo>
                  <a:pt x="899976" y="980464"/>
                </a:lnTo>
                <a:moveTo>
                  <a:pt x="895146" y="615630"/>
                </a:moveTo>
                <a:lnTo>
                  <a:pt x="906424" y="608008"/>
                </a:lnTo>
                <a:moveTo>
                  <a:pt x="1857650" y="1228081"/>
                </a:moveTo>
                <a:lnTo>
                  <a:pt x="1847362" y="1245353"/>
                </a:lnTo>
                <a:moveTo>
                  <a:pt x="1454924" y="430036"/>
                </a:moveTo>
                <a:lnTo>
                  <a:pt x="1538192" y="518911"/>
                </a:lnTo>
                <a:moveTo>
                  <a:pt x="1454924" y="430036"/>
                </a:moveTo>
                <a:lnTo>
                  <a:pt x="1547259" y="337263"/>
                </a:lnTo>
                <a:moveTo>
                  <a:pt x="895146" y="615630"/>
                </a:moveTo>
                <a:lnTo>
                  <a:pt x="812333" y="697659"/>
                </a:lnTo>
                <a:moveTo>
                  <a:pt x="1547259" y="337263"/>
                </a:moveTo>
                <a:lnTo>
                  <a:pt x="1538192" y="518911"/>
                </a:lnTo>
                <a:moveTo>
                  <a:pt x="2231856" y="574097"/>
                </a:moveTo>
                <a:lnTo>
                  <a:pt x="2184671" y="645320"/>
                </a:lnTo>
                <a:moveTo>
                  <a:pt x="1362360" y="521294"/>
                </a:moveTo>
                <a:lnTo>
                  <a:pt x="1454924" y="430036"/>
                </a:lnTo>
                <a:moveTo>
                  <a:pt x="1362360" y="521294"/>
                </a:moveTo>
                <a:lnTo>
                  <a:pt x="1538192" y="518911"/>
                </a:lnTo>
                <a:moveTo>
                  <a:pt x="1538192" y="518911"/>
                </a:moveTo>
                <a:lnTo>
                  <a:pt x="1539283" y="531127"/>
                </a:lnTo>
                <a:moveTo>
                  <a:pt x="1493844" y="1043943"/>
                </a:moveTo>
                <a:lnTo>
                  <a:pt x="1445895" y="1183546"/>
                </a:lnTo>
                <a:moveTo>
                  <a:pt x="1608412" y="812044"/>
                </a:moveTo>
                <a:lnTo>
                  <a:pt x="1512847" y="765781"/>
                </a:lnTo>
                <a:moveTo>
                  <a:pt x="616681" y="859405"/>
                </a:moveTo>
                <a:lnTo>
                  <a:pt x="539008" y="797034"/>
                </a:lnTo>
                <a:moveTo>
                  <a:pt x="2271249" y="717741"/>
                </a:moveTo>
                <a:lnTo>
                  <a:pt x="2287723" y="756114"/>
                </a:lnTo>
                <a:moveTo>
                  <a:pt x="2237621" y="497654"/>
                </a:moveTo>
                <a:lnTo>
                  <a:pt x="2288056" y="367586"/>
                </a:lnTo>
                <a:moveTo>
                  <a:pt x="2271249" y="717741"/>
                </a:moveTo>
                <a:lnTo>
                  <a:pt x="2249514" y="767476"/>
                </a:lnTo>
                <a:moveTo>
                  <a:pt x="1749411" y="1300191"/>
                </a:moveTo>
                <a:lnTo>
                  <a:pt x="1847362" y="1245353"/>
                </a:lnTo>
                <a:moveTo>
                  <a:pt x="2184671" y="645320"/>
                </a:moveTo>
                <a:lnTo>
                  <a:pt x="2271249" y="717741"/>
                </a:lnTo>
                <a:moveTo>
                  <a:pt x="2083779" y="922612"/>
                </a:moveTo>
                <a:lnTo>
                  <a:pt x="2051553" y="1061226"/>
                </a:lnTo>
                <a:moveTo>
                  <a:pt x="1506751" y="1237522"/>
                </a:moveTo>
                <a:lnTo>
                  <a:pt x="1465264" y="1333500"/>
                </a:lnTo>
                <a:moveTo>
                  <a:pt x="1604375" y="765908"/>
                </a:moveTo>
                <a:lnTo>
                  <a:pt x="1544480" y="725514"/>
                </a:lnTo>
                <a:moveTo>
                  <a:pt x="1547259" y="337263"/>
                </a:moveTo>
                <a:lnTo>
                  <a:pt x="1638803" y="239243"/>
                </a:lnTo>
                <a:moveTo>
                  <a:pt x="1479713" y="1142420"/>
                </a:moveTo>
                <a:lnTo>
                  <a:pt x="1493844" y="1043943"/>
                </a:lnTo>
                <a:moveTo>
                  <a:pt x="1479713" y="1142420"/>
                </a:moveTo>
                <a:lnTo>
                  <a:pt x="1445895" y="1183546"/>
                </a:lnTo>
                <a:moveTo>
                  <a:pt x="1568049" y="1298984"/>
                </a:moveTo>
                <a:lnTo>
                  <a:pt x="1529856" y="1333500"/>
                </a:lnTo>
                <a:moveTo>
                  <a:pt x="819801" y="882430"/>
                </a:moveTo>
                <a:lnTo>
                  <a:pt x="747696" y="1018356"/>
                </a:lnTo>
                <a:moveTo>
                  <a:pt x="742516" y="758499"/>
                </a:moveTo>
                <a:lnTo>
                  <a:pt x="812333" y="697659"/>
                </a:lnTo>
                <a:moveTo>
                  <a:pt x="1515956" y="1281308"/>
                </a:moveTo>
                <a:lnTo>
                  <a:pt x="1478598" y="1333500"/>
                </a:lnTo>
                <a:moveTo>
                  <a:pt x="1815519" y="616340"/>
                </a:moveTo>
                <a:lnTo>
                  <a:pt x="1844717" y="464978"/>
                </a:lnTo>
                <a:moveTo>
                  <a:pt x="1996441" y="807285"/>
                </a:moveTo>
                <a:lnTo>
                  <a:pt x="2082774" y="911894"/>
                </a:lnTo>
                <a:moveTo>
                  <a:pt x="1539283" y="531127"/>
                </a:moveTo>
                <a:lnTo>
                  <a:pt x="1607864" y="639743"/>
                </a:lnTo>
                <a:moveTo>
                  <a:pt x="538193" y="961345"/>
                </a:moveTo>
                <a:lnTo>
                  <a:pt x="583866" y="1034727"/>
                </a:lnTo>
                <a:moveTo>
                  <a:pt x="1996441" y="807285"/>
                </a:moveTo>
                <a:lnTo>
                  <a:pt x="2083779" y="922612"/>
                </a:lnTo>
                <a:moveTo>
                  <a:pt x="1568049" y="1298984"/>
                </a:moveTo>
                <a:lnTo>
                  <a:pt x="1515938" y="1333500"/>
                </a:lnTo>
                <a:moveTo>
                  <a:pt x="2404231" y="412745"/>
                </a:moveTo>
                <a:lnTo>
                  <a:pt x="2487495" y="507618"/>
                </a:lnTo>
                <a:moveTo>
                  <a:pt x="1816125" y="615013"/>
                </a:moveTo>
                <a:lnTo>
                  <a:pt x="1844717" y="464978"/>
                </a:lnTo>
                <a:moveTo>
                  <a:pt x="1608412" y="812044"/>
                </a:moveTo>
                <a:lnTo>
                  <a:pt x="1552210" y="901748"/>
                </a:lnTo>
                <a:moveTo>
                  <a:pt x="702642" y="968636"/>
                </a:moveTo>
                <a:lnTo>
                  <a:pt x="689326" y="1018196"/>
                </a:lnTo>
                <a:moveTo>
                  <a:pt x="702642" y="968636"/>
                </a:moveTo>
                <a:lnTo>
                  <a:pt x="583866" y="1034727"/>
                </a:lnTo>
                <a:moveTo>
                  <a:pt x="812573" y="865735"/>
                </a:moveTo>
                <a:lnTo>
                  <a:pt x="903077" y="797675"/>
                </a:lnTo>
                <a:moveTo>
                  <a:pt x="702642" y="968636"/>
                </a:moveTo>
                <a:lnTo>
                  <a:pt x="747696" y="1018356"/>
                </a:lnTo>
                <a:moveTo>
                  <a:pt x="1816510" y="617565"/>
                </a:moveTo>
                <a:lnTo>
                  <a:pt x="1907499" y="719206"/>
                </a:lnTo>
                <a:moveTo>
                  <a:pt x="730549" y="973577"/>
                </a:moveTo>
                <a:lnTo>
                  <a:pt x="747696" y="1018356"/>
                </a:lnTo>
                <a:moveTo>
                  <a:pt x="819801" y="882430"/>
                </a:moveTo>
                <a:lnTo>
                  <a:pt x="903077" y="797675"/>
                </a:lnTo>
                <a:moveTo>
                  <a:pt x="1506751" y="1237522"/>
                </a:moveTo>
                <a:lnTo>
                  <a:pt x="1445895" y="1183546"/>
                </a:lnTo>
                <a:moveTo>
                  <a:pt x="1907499" y="719206"/>
                </a:moveTo>
                <a:lnTo>
                  <a:pt x="1996441" y="807285"/>
                </a:lnTo>
                <a:moveTo>
                  <a:pt x="2231856" y="574097"/>
                </a:moveTo>
                <a:lnTo>
                  <a:pt x="2237621" y="497654"/>
                </a:lnTo>
                <a:moveTo>
                  <a:pt x="812573" y="865735"/>
                </a:moveTo>
                <a:lnTo>
                  <a:pt x="812333" y="697659"/>
                </a:lnTo>
                <a:moveTo>
                  <a:pt x="712421" y="774763"/>
                </a:moveTo>
                <a:lnTo>
                  <a:pt x="742516" y="758499"/>
                </a:lnTo>
                <a:moveTo>
                  <a:pt x="427007" y="881017"/>
                </a:moveTo>
                <a:lnTo>
                  <a:pt x="444218" y="873541"/>
                </a:lnTo>
                <a:moveTo>
                  <a:pt x="1568983" y="911059"/>
                </a:moveTo>
                <a:lnTo>
                  <a:pt x="1552210" y="901748"/>
                </a:lnTo>
                <a:moveTo>
                  <a:pt x="616681" y="859405"/>
                </a:moveTo>
                <a:lnTo>
                  <a:pt x="444218" y="873541"/>
                </a:lnTo>
                <a:moveTo>
                  <a:pt x="1815519" y="616340"/>
                </a:moveTo>
                <a:lnTo>
                  <a:pt x="1816510" y="617565"/>
                </a:lnTo>
                <a:moveTo>
                  <a:pt x="1815114" y="618561"/>
                </a:moveTo>
                <a:lnTo>
                  <a:pt x="1816510" y="617565"/>
                </a:lnTo>
                <a:moveTo>
                  <a:pt x="1568983" y="911059"/>
                </a:moveTo>
                <a:lnTo>
                  <a:pt x="1544308" y="913904"/>
                </a:lnTo>
                <a:moveTo>
                  <a:pt x="1815519" y="616340"/>
                </a:moveTo>
                <a:lnTo>
                  <a:pt x="1815114" y="618561"/>
                </a:lnTo>
                <a:moveTo>
                  <a:pt x="1960868" y="1150937"/>
                </a:moveTo>
                <a:lnTo>
                  <a:pt x="2051553" y="1061226"/>
                </a:lnTo>
                <a:moveTo>
                  <a:pt x="819801" y="882430"/>
                </a:moveTo>
                <a:lnTo>
                  <a:pt x="899976" y="980464"/>
                </a:lnTo>
                <a:moveTo>
                  <a:pt x="718152" y="778203"/>
                </a:moveTo>
                <a:lnTo>
                  <a:pt x="742516" y="758499"/>
                </a:lnTo>
                <a:moveTo>
                  <a:pt x="1479713" y="1142420"/>
                </a:moveTo>
                <a:lnTo>
                  <a:pt x="1506751" y="1237522"/>
                </a:lnTo>
                <a:moveTo>
                  <a:pt x="712421" y="774763"/>
                </a:moveTo>
                <a:lnTo>
                  <a:pt x="718152" y="778203"/>
                </a:lnTo>
                <a:moveTo>
                  <a:pt x="1815519" y="616340"/>
                </a:moveTo>
                <a:lnTo>
                  <a:pt x="1816125" y="615013"/>
                </a:lnTo>
                <a:moveTo>
                  <a:pt x="1815114" y="618561"/>
                </a:moveTo>
                <a:lnTo>
                  <a:pt x="1816125" y="615013"/>
                </a:lnTo>
                <a:moveTo>
                  <a:pt x="1882755" y="728058"/>
                </a:moveTo>
                <a:lnTo>
                  <a:pt x="1907499" y="719206"/>
                </a:lnTo>
                <a:moveTo>
                  <a:pt x="616681" y="859405"/>
                </a:moveTo>
                <a:lnTo>
                  <a:pt x="712421" y="774763"/>
                </a:lnTo>
                <a:moveTo>
                  <a:pt x="1974393" y="815093"/>
                </a:moveTo>
                <a:lnTo>
                  <a:pt x="2083779" y="922612"/>
                </a:lnTo>
                <a:moveTo>
                  <a:pt x="516863" y="939958"/>
                </a:moveTo>
                <a:lnTo>
                  <a:pt x="444218" y="873541"/>
                </a:lnTo>
                <a:moveTo>
                  <a:pt x="742516" y="758499"/>
                </a:moveTo>
                <a:lnTo>
                  <a:pt x="812573" y="865735"/>
                </a:lnTo>
                <a:moveTo>
                  <a:pt x="1534759" y="1067777"/>
                </a:moveTo>
                <a:lnTo>
                  <a:pt x="1493844" y="1043943"/>
                </a:lnTo>
                <a:moveTo>
                  <a:pt x="2231856" y="574097"/>
                </a:moveTo>
                <a:lnTo>
                  <a:pt x="2271249" y="717741"/>
                </a:lnTo>
                <a:moveTo>
                  <a:pt x="1815114" y="618561"/>
                </a:moveTo>
                <a:lnTo>
                  <a:pt x="1814419" y="631150"/>
                </a:lnTo>
                <a:moveTo>
                  <a:pt x="1607864" y="639743"/>
                </a:moveTo>
                <a:lnTo>
                  <a:pt x="1604375" y="765908"/>
                </a:lnTo>
                <a:moveTo>
                  <a:pt x="624919" y="865026"/>
                </a:moveTo>
                <a:lnTo>
                  <a:pt x="712421" y="774763"/>
                </a:lnTo>
                <a:moveTo>
                  <a:pt x="1882755" y="728058"/>
                </a:moveTo>
                <a:lnTo>
                  <a:pt x="1816510" y="617565"/>
                </a:lnTo>
                <a:moveTo>
                  <a:pt x="1815114" y="618561"/>
                </a:moveTo>
                <a:lnTo>
                  <a:pt x="1882755" y="728058"/>
                </a:lnTo>
                <a:moveTo>
                  <a:pt x="1568983" y="911059"/>
                </a:moveTo>
                <a:lnTo>
                  <a:pt x="1493844" y="1043943"/>
                </a:lnTo>
                <a:moveTo>
                  <a:pt x="1479713" y="1142420"/>
                </a:moveTo>
                <a:lnTo>
                  <a:pt x="1533040" y="1259721"/>
                </a:lnTo>
                <a:moveTo>
                  <a:pt x="1816125" y="615013"/>
                </a:moveTo>
                <a:lnTo>
                  <a:pt x="1814419" y="631150"/>
                </a:lnTo>
                <a:moveTo>
                  <a:pt x="718152" y="778203"/>
                </a:moveTo>
                <a:lnTo>
                  <a:pt x="812573" y="865735"/>
                </a:lnTo>
                <a:moveTo>
                  <a:pt x="1974393" y="815093"/>
                </a:moveTo>
                <a:lnTo>
                  <a:pt x="1907499" y="719206"/>
                </a:lnTo>
                <a:moveTo>
                  <a:pt x="1857650" y="1228081"/>
                </a:moveTo>
                <a:lnTo>
                  <a:pt x="1960868" y="1150937"/>
                </a:lnTo>
                <a:moveTo>
                  <a:pt x="624919" y="865026"/>
                </a:moveTo>
                <a:lnTo>
                  <a:pt x="718152" y="778203"/>
                </a:lnTo>
                <a:moveTo>
                  <a:pt x="718152" y="778203"/>
                </a:moveTo>
                <a:lnTo>
                  <a:pt x="807487" y="868882"/>
                </a:lnTo>
                <a:moveTo>
                  <a:pt x="1515956" y="1281308"/>
                </a:moveTo>
                <a:lnTo>
                  <a:pt x="1506751" y="1237522"/>
                </a:lnTo>
                <a:moveTo>
                  <a:pt x="1534759" y="1067777"/>
                </a:moveTo>
                <a:lnTo>
                  <a:pt x="1479713" y="1142420"/>
                </a:lnTo>
                <a:moveTo>
                  <a:pt x="1568049" y="1298984"/>
                </a:moveTo>
                <a:lnTo>
                  <a:pt x="1597921" y="1333500"/>
                </a:lnTo>
                <a:moveTo>
                  <a:pt x="616681" y="859405"/>
                </a:moveTo>
                <a:lnTo>
                  <a:pt x="624919" y="865026"/>
                </a:lnTo>
                <a:moveTo>
                  <a:pt x="427007" y="881017"/>
                </a:moveTo>
                <a:lnTo>
                  <a:pt x="516863" y="939958"/>
                </a:lnTo>
                <a:moveTo>
                  <a:pt x="516863" y="939958"/>
                </a:moveTo>
                <a:lnTo>
                  <a:pt x="616681" y="859405"/>
                </a:lnTo>
                <a:moveTo>
                  <a:pt x="2009769" y="954792"/>
                </a:moveTo>
                <a:lnTo>
                  <a:pt x="2083779" y="922612"/>
                </a:lnTo>
                <a:moveTo>
                  <a:pt x="812573" y="865735"/>
                </a:moveTo>
                <a:lnTo>
                  <a:pt x="819801" y="882430"/>
                </a:lnTo>
                <a:moveTo>
                  <a:pt x="1653416" y="1325451"/>
                </a:moveTo>
                <a:lnTo>
                  <a:pt x="1647392" y="1333500"/>
                </a:lnTo>
                <a:moveTo>
                  <a:pt x="807487" y="868882"/>
                </a:moveTo>
                <a:lnTo>
                  <a:pt x="812573" y="865735"/>
                </a:lnTo>
                <a:moveTo>
                  <a:pt x="1814419" y="631150"/>
                </a:moveTo>
                <a:lnTo>
                  <a:pt x="1882755" y="728058"/>
                </a:lnTo>
                <a:moveTo>
                  <a:pt x="532012" y="954012"/>
                </a:moveTo>
                <a:lnTo>
                  <a:pt x="616681" y="859405"/>
                </a:lnTo>
                <a:moveTo>
                  <a:pt x="1533040" y="1259721"/>
                </a:moveTo>
                <a:lnTo>
                  <a:pt x="1506751" y="1237522"/>
                </a:lnTo>
                <a:moveTo>
                  <a:pt x="2007084" y="989052"/>
                </a:moveTo>
                <a:lnTo>
                  <a:pt x="2083779" y="922612"/>
                </a:lnTo>
                <a:moveTo>
                  <a:pt x="807487" y="868882"/>
                </a:moveTo>
                <a:lnTo>
                  <a:pt x="819801" y="882430"/>
                </a:lnTo>
                <a:moveTo>
                  <a:pt x="1607864" y="639743"/>
                </a:moveTo>
                <a:lnTo>
                  <a:pt x="1629098" y="784942"/>
                </a:lnTo>
                <a:moveTo>
                  <a:pt x="1515956" y="1281308"/>
                </a:moveTo>
                <a:lnTo>
                  <a:pt x="1568049" y="1298984"/>
                </a:lnTo>
                <a:moveTo>
                  <a:pt x="624919" y="865026"/>
                </a:moveTo>
                <a:lnTo>
                  <a:pt x="807487" y="868882"/>
                </a:lnTo>
                <a:moveTo>
                  <a:pt x="1974393" y="815093"/>
                </a:moveTo>
                <a:lnTo>
                  <a:pt x="1996441" y="807285"/>
                </a:lnTo>
                <a:moveTo>
                  <a:pt x="1749411" y="1300191"/>
                </a:moveTo>
                <a:lnTo>
                  <a:pt x="1857650" y="1228081"/>
                </a:lnTo>
                <a:moveTo>
                  <a:pt x="1533040" y="1259721"/>
                </a:moveTo>
                <a:lnTo>
                  <a:pt x="1515956" y="1281308"/>
                </a:lnTo>
                <a:moveTo>
                  <a:pt x="1608412" y="812044"/>
                </a:moveTo>
                <a:lnTo>
                  <a:pt x="1604375" y="765908"/>
                </a:lnTo>
                <a:moveTo>
                  <a:pt x="532012" y="954012"/>
                </a:moveTo>
                <a:lnTo>
                  <a:pt x="624919" y="865026"/>
                </a:lnTo>
                <a:moveTo>
                  <a:pt x="516863" y="939958"/>
                </a:moveTo>
                <a:lnTo>
                  <a:pt x="532012" y="954012"/>
                </a:lnTo>
                <a:moveTo>
                  <a:pt x="1533040" y="1259721"/>
                </a:moveTo>
                <a:lnTo>
                  <a:pt x="1568049" y="1298984"/>
                </a:lnTo>
                <a:moveTo>
                  <a:pt x="1568049" y="1298984"/>
                </a:moveTo>
                <a:lnTo>
                  <a:pt x="1653416" y="1325451"/>
                </a:lnTo>
                <a:moveTo>
                  <a:pt x="730549" y="973577"/>
                </a:moveTo>
                <a:lnTo>
                  <a:pt x="819801" y="882430"/>
                </a:lnTo>
                <a:moveTo>
                  <a:pt x="807487" y="868882"/>
                </a:moveTo>
                <a:lnTo>
                  <a:pt x="730549" y="973577"/>
                </a:lnTo>
                <a:moveTo>
                  <a:pt x="532012" y="954012"/>
                </a:moveTo>
                <a:lnTo>
                  <a:pt x="538193" y="961345"/>
                </a:lnTo>
                <a:moveTo>
                  <a:pt x="1653416" y="1325451"/>
                </a:moveTo>
                <a:lnTo>
                  <a:pt x="1749411" y="1300191"/>
                </a:lnTo>
                <a:moveTo>
                  <a:pt x="538193" y="961345"/>
                </a:moveTo>
                <a:lnTo>
                  <a:pt x="702642" y="968636"/>
                </a:lnTo>
                <a:moveTo>
                  <a:pt x="1882755" y="728058"/>
                </a:moveTo>
                <a:lnTo>
                  <a:pt x="1974393" y="815093"/>
                </a:lnTo>
                <a:moveTo>
                  <a:pt x="1630132" y="588461"/>
                </a:moveTo>
                <a:lnTo>
                  <a:pt x="1607864" y="639743"/>
                </a:lnTo>
                <a:moveTo>
                  <a:pt x="624919" y="865026"/>
                </a:moveTo>
                <a:lnTo>
                  <a:pt x="713801" y="952710"/>
                </a:lnTo>
                <a:moveTo>
                  <a:pt x="1629098" y="784942"/>
                </a:moveTo>
                <a:lnTo>
                  <a:pt x="1604375" y="765908"/>
                </a:lnTo>
                <a:moveTo>
                  <a:pt x="713801" y="952710"/>
                </a:moveTo>
                <a:lnTo>
                  <a:pt x="807487" y="868882"/>
                </a:lnTo>
                <a:moveTo>
                  <a:pt x="2007084" y="989052"/>
                </a:moveTo>
                <a:lnTo>
                  <a:pt x="2051553" y="1061226"/>
                </a:lnTo>
                <a:moveTo>
                  <a:pt x="702642" y="968636"/>
                </a:moveTo>
                <a:lnTo>
                  <a:pt x="730549" y="973577"/>
                </a:lnTo>
                <a:moveTo>
                  <a:pt x="1534759" y="1067777"/>
                </a:moveTo>
                <a:lnTo>
                  <a:pt x="1533040" y="1259721"/>
                </a:lnTo>
                <a:moveTo>
                  <a:pt x="538193" y="961345"/>
                </a:moveTo>
                <a:lnTo>
                  <a:pt x="713801" y="952710"/>
                </a:lnTo>
                <a:moveTo>
                  <a:pt x="532012" y="954012"/>
                </a:moveTo>
                <a:lnTo>
                  <a:pt x="713801" y="952710"/>
                </a:lnTo>
                <a:moveTo>
                  <a:pt x="1629098" y="784942"/>
                </a:moveTo>
                <a:lnTo>
                  <a:pt x="1608412" y="812044"/>
                </a:lnTo>
                <a:moveTo>
                  <a:pt x="1608412" y="812044"/>
                </a:moveTo>
                <a:lnTo>
                  <a:pt x="1568983" y="911059"/>
                </a:lnTo>
                <a:moveTo>
                  <a:pt x="713801" y="952710"/>
                </a:moveTo>
                <a:lnTo>
                  <a:pt x="702642" y="968636"/>
                </a:lnTo>
                <a:moveTo>
                  <a:pt x="713801" y="952710"/>
                </a:moveTo>
                <a:lnTo>
                  <a:pt x="730549" y="973577"/>
                </a:lnTo>
                <a:moveTo>
                  <a:pt x="1720457" y="685704"/>
                </a:moveTo>
                <a:lnTo>
                  <a:pt x="1814419" y="631150"/>
                </a:lnTo>
                <a:moveTo>
                  <a:pt x="1568983" y="911059"/>
                </a:moveTo>
                <a:lnTo>
                  <a:pt x="1534759" y="1067777"/>
                </a:lnTo>
                <a:moveTo>
                  <a:pt x="1944912" y="1107353"/>
                </a:moveTo>
                <a:lnTo>
                  <a:pt x="2051553" y="1061226"/>
                </a:lnTo>
                <a:moveTo>
                  <a:pt x="1568049" y="1298984"/>
                </a:moveTo>
                <a:lnTo>
                  <a:pt x="1713535" y="1249842"/>
                </a:lnTo>
                <a:moveTo>
                  <a:pt x="1820497" y="593745"/>
                </a:moveTo>
                <a:lnTo>
                  <a:pt x="1816125" y="615013"/>
                </a:lnTo>
                <a:moveTo>
                  <a:pt x="1713535" y="1249842"/>
                </a:moveTo>
                <a:lnTo>
                  <a:pt x="1749411" y="1300191"/>
                </a:lnTo>
                <a:moveTo>
                  <a:pt x="1713535" y="1249842"/>
                </a:moveTo>
                <a:lnTo>
                  <a:pt x="1653416" y="1325451"/>
                </a:lnTo>
                <a:moveTo>
                  <a:pt x="1944912" y="1107353"/>
                </a:moveTo>
                <a:lnTo>
                  <a:pt x="1960868" y="1150937"/>
                </a:lnTo>
                <a:moveTo>
                  <a:pt x="1564396" y="1026056"/>
                </a:moveTo>
                <a:lnTo>
                  <a:pt x="1534759" y="1067777"/>
                </a:lnTo>
                <a:moveTo>
                  <a:pt x="1820497" y="593745"/>
                </a:moveTo>
                <a:lnTo>
                  <a:pt x="1814419" y="631150"/>
                </a:lnTo>
                <a:moveTo>
                  <a:pt x="1974393" y="815093"/>
                </a:moveTo>
                <a:lnTo>
                  <a:pt x="2009769" y="954792"/>
                </a:lnTo>
                <a:moveTo>
                  <a:pt x="1791830" y="603259"/>
                </a:moveTo>
                <a:lnTo>
                  <a:pt x="1814419" y="631150"/>
                </a:lnTo>
                <a:moveTo>
                  <a:pt x="1629098" y="784942"/>
                </a:moveTo>
                <a:lnTo>
                  <a:pt x="1720457" y="685704"/>
                </a:lnTo>
                <a:moveTo>
                  <a:pt x="1833326" y="1176106"/>
                </a:moveTo>
                <a:lnTo>
                  <a:pt x="1960868" y="1150937"/>
                </a:lnTo>
                <a:moveTo>
                  <a:pt x="1630132" y="588461"/>
                </a:moveTo>
                <a:lnTo>
                  <a:pt x="1629098" y="784942"/>
                </a:lnTo>
                <a:moveTo>
                  <a:pt x="1564396" y="1026056"/>
                </a:moveTo>
                <a:lnTo>
                  <a:pt x="1568983" y="911059"/>
                </a:lnTo>
                <a:moveTo>
                  <a:pt x="1628004" y="1150875"/>
                </a:moveTo>
                <a:lnTo>
                  <a:pt x="1568049" y="1298984"/>
                </a:lnTo>
                <a:moveTo>
                  <a:pt x="1618600" y="1148132"/>
                </a:moveTo>
                <a:lnTo>
                  <a:pt x="1533040" y="1259721"/>
                </a:lnTo>
                <a:moveTo>
                  <a:pt x="1833326" y="1176106"/>
                </a:moveTo>
                <a:lnTo>
                  <a:pt x="1857650" y="1228081"/>
                </a:lnTo>
                <a:moveTo>
                  <a:pt x="1628004" y="1150875"/>
                </a:moveTo>
                <a:lnTo>
                  <a:pt x="1533040" y="1259721"/>
                </a:lnTo>
                <a:moveTo>
                  <a:pt x="1614390" y="1137224"/>
                </a:moveTo>
                <a:lnTo>
                  <a:pt x="1534759" y="1067777"/>
                </a:lnTo>
                <a:moveTo>
                  <a:pt x="1630132" y="588461"/>
                </a:moveTo>
                <a:lnTo>
                  <a:pt x="1720457" y="685704"/>
                </a:lnTo>
                <a:moveTo>
                  <a:pt x="1618600" y="1148132"/>
                </a:moveTo>
                <a:lnTo>
                  <a:pt x="1534759" y="1067777"/>
                </a:lnTo>
                <a:moveTo>
                  <a:pt x="1833326" y="1176106"/>
                </a:moveTo>
                <a:lnTo>
                  <a:pt x="1749411" y="1300191"/>
                </a:lnTo>
                <a:moveTo>
                  <a:pt x="1759146" y="1189386"/>
                </a:moveTo>
                <a:lnTo>
                  <a:pt x="1749411" y="1300191"/>
                </a:lnTo>
                <a:moveTo>
                  <a:pt x="1792551" y="746361"/>
                </a:moveTo>
                <a:lnTo>
                  <a:pt x="1814419" y="631150"/>
                </a:lnTo>
                <a:moveTo>
                  <a:pt x="1814724" y="754641"/>
                </a:moveTo>
                <a:lnTo>
                  <a:pt x="1814419" y="631150"/>
                </a:lnTo>
                <a:moveTo>
                  <a:pt x="2009769" y="954792"/>
                </a:moveTo>
                <a:lnTo>
                  <a:pt x="2007084" y="989052"/>
                </a:lnTo>
                <a:moveTo>
                  <a:pt x="1814724" y="754641"/>
                </a:moveTo>
                <a:lnTo>
                  <a:pt x="1882755" y="728058"/>
                </a:lnTo>
                <a:moveTo>
                  <a:pt x="1622459" y="575816"/>
                </a:moveTo>
                <a:lnTo>
                  <a:pt x="1630132" y="588461"/>
                </a:lnTo>
                <a:moveTo>
                  <a:pt x="1633013" y="579106"/>
                </a:moveTo>
                <a:lnTo>
                  <a:pt x="1630132" y="588461"/>
                </a:lnTo>
                <a:moveTo>
                  <a:pt x="1791830" y="603259"/>
                </a:moveTo>
                <a:lnTo>
                  <a:pt x="1720457" y="685704"/>
                </a:lnTo>
                <a:moveTo>
                  <a:pt x="1791830" y="603259"/>
                </a:moveTo>
                <a:lnTo>
                  <a:pt x="1630132" y="588461"/>
                </a:lnTo>
                <a:moveTo>
                  <a:pt x="1564396" y="1026056"/>
                </a:moveTo>
                <a:lnTo>
                  <a:pt x="1614390" y="1137224"/>
                </a:lnTo>
                <a:moveTo>
                  <a:pt x="1917480" y="831269"/>
                </a:moveTo>
                <a:lnTo>
                  <a:pt x="1882755" y="728058"/>
                </a:lnTo>
                <a:moveTo>
                  <a:pt x="1628004" y="1150875"/>
                </a:moveTo>
                <a:lnTo>
                  <a:pt x="1713535" y="1249842"/>
                </a:lnTo>
                <a:moveTo>
                  <a:pt x="1608412" y="812044"/>
                </a:moveTo>
                <a:lnTo>
                  <a:pt x="1622022" y="941393"/>
                </a:lnTo>
                <a:moveTo>
                  <a:pt x="1792551" y="746361"/>
                </a:moveTo>
                <a:lnTo>
                  <a:pt x="1629098" y="784942"/>
                </a:lnTo>
                <a:moveTo>
                  <a:pt x="1564396" y="1026056"/>
                </a:moveTo>
                <a:lnTo>
                  <a:pt x="1621860" y="1143654"/>
                </a:lnTo>
                <a:moveTo>
                  <a:pt x="1622459" y="575816"/>
                </a:moveTo>
                <a:lnTo>
                  <a:pt x="1633013" y="579106"/>
                </a:lnTo>
                <a:moveTo>
                  <a:pt x="1989095" y="961943"/>
                </a:moveTo>
                <a:lnTo>
                  <a:pt x="2009769" y="954792"/>
                </a:lnTo>
                <a:moveTo>
                  <a:pt x="1944912" y="1107353"/>
                </a:moveTo>
                <a:lnTo>
                  <a:pt x="2007084" y="989052"/>
                </a:lnTo>
                <a:moveTo>
                  <a:pt x="1759146" y="1189386"/>
                </a:moveTo>
                <a:lnTo>
                  <a:pt x="1713535" y="1249842"/>
                </a:lnTo>
                <a:moveTo>
                  <a:pt x="1683859" y="818018"/>
                </a:moveTo>
                <a:lnTo>
                  <a:pt x="1629098" y="784942"/>
                </a:lnTo>
                <a:moveTo>
                  <a:pt x="1989095" y="961943"/>
                </a:moveTo>
                <a:lnTo>
                  <a:pt x="2007084" y="989052"/>
                </a:lnTo>
                <a:moveTo>
                  <a:pt x="1633013" y="579106"/>
                </a:moveTo>
                <a:lnTo>
                  <a:pt x="1791830" y="603259"/>
                </a:lnTo>
                <a:moveTo>
                  <a:pt x="1917480" y="831269"/>
                </a:moveTo>
                <a:lnTo>
                  <a:pt x="1974393" y="815093"/>
                </a:lnTo>
                <a:moveTo>
                  <a:pt x="1629098" y="784942"/>
                </a:moveTo>
                <a:lnTo>
                  <a:pt x="1622022" y="941393"/>
                </a:lnTo>
                <a:moveTo>
                  <a:pt x="1622022" y="941393"/>
                </a:moveTo>
                <a:lnTo>
                  <a:pt x="1568983" y="911059"/>
                </a:lnTo>
                <a:moveTo>
                  <a:pt x="1791830" y="603259"/>
                </a:moveTo>
                <a:lnTo>
                  <a:pt x="1820497" y="593745"/>
                </a:lnTo>
                <a:moveTo>
                  <a:pt x="1792551" y="746361"/>
                </a:moveTo>
                <a:lnTo>
                  <a:pt x="1720457" y="685704"/>
                </a:lnTo>
                <a:moveTo>
                  <a:pt x="1618600" y="1148132"/>
                </a:moveTo>
                <a:lnTo>
                  <a:pt x="1614390" y="1137224"/>
                </a:lnTo>
                <a:moveTo>
                  <a:pt x="1618600" y="1148132"/>
                </a:moveTo>
                <a:lnTo>
                  <a:pt x="1628004" y="1150875"/>
                </a:lnTo>
                <a:moveTo>
                  <a:pt x="1621860" y="1143654"/>
                </a:moveTo>
                <a:lnTo>
                  <a:pt x="1614390" y="1137224"/>
                </a:lnTo>
                <a:moveTo>
                  <a:pt x="1621860" y="1143654"/>
                </a:moveTo>
                <a:lnTo>
                  <a:pt x="1618600" y="1148132"/>
                </a:lnTo>
                <a:moveTo>
                  <a:pt x="1656733" y="902528"/>
                </a:moveTo>
                <a:lnTo>
                  <a:pt x="1629098" y="784942"/>
                </a:lnTo>
                <a:moveTo>
                  <a:pt x="1621860" y="1143654"/>
                </a:moveTo>
                <a:lnTo>
                  <a:pt x="1628004" y="1150875"/>
                </a:lnTo>
                <a:moveTo>
                  <a:pt x="1628004" y="1150875"/>
                </a:moveTo>
                <a:lnTo>
                  <a:pt x="1759146" y="1189386"/>
                </a:lnTo>
                <a:moveTo>
                  <a:pt x="1833326" y="1176106"/>
                </a:moveTo>
                <a:lnTo>
                  <a:pt x="1944912" y="1107353"/>
                </a:lnTo>
                <a:moveTo>
                  <a:pt x="1622022" y="941393"/>
                </a:moveTo>
                <a:lnTo>
                  <a:pt x="1564396" y="1026056"/>
                </a:lnTo>
                <a:moveTo>
                  <a:pt x="1917480" y="831269"/>
                </a:moveTo>
                <a:lnTo>
                  <a:pt x="2009769" y="954792"/>
                </a:lnTo>
                <a:moveTo>
                  <a:pt x="1759146" y="1189386"/>
                </a:moveTo>
                <a:lnTo>
                  <a:pt x="1833326" y="1176106"/>
                </a:lnTo>
                <a:moveTo>
                  <a:pt x="1622022" y="941393"/>
                </a:moveTo>
                <a:lnTo>
                  <a:pt x="1621860" y="1143654"/>
                </a:lnTo>
                <a:moveTo>
                  <a:pt x="1628004" y="1150875"/>
                </a:moveTo>
                <a:lnTo>
                  <a:pt x="1801981" y="1131298"/>
                </a:lnTo>
                <a:moveTo>
                  <a:pt x="1792551" y="746361"/>
                </a:moveTo>
                <a:lnTo>
                  <a:pt x="1814724" y="754641"/>
                </a:lnTo>
                <a:moveTo>
                  <a:pt x="1801981" y="1131298"/>
                </a:moveTo>
                <a:lnTo>
                  <a:pt x="1833326" y="1176106"/>
                </a:lnTo>
                <a:moveTo>
                  <a:pt x="1801981" y="1131298"/>
                </a:moveTo>
                <a:lnTo>
                  <a:pt x="1759146" y="1189386"/>
                </a:lnTo>
                <a:moveTo>
                  <a:pt x="1683859" y="818018"/>
                </a:moveTo>
                <a:lnTo>
                  <a:pt x="1792551" y="746361"/>
                </a:lnTo>
                <a:moveTo>
                  <a:pt x="1892871" y="1027587"/>
                </a:moveTo>
                <a:lnTo>
                  <a:pt x="2007084" y="989052"/>
                </a:lnTo>
                <a:moveTo>
                  <a:pt x="1792551" y="746361"/>
                </a:moveTo>
                <a:lnTo>
                  <a:pt x="1807027" y="758062"/>
                </a:lnTo>
                <a:moveTo>
                  <a:pt x="1807027" y="758062"/>
                </a:moveTo>
                <a:lnTo>
                  <a:pt x="1814724" y="754641"/>
                </a:lnTo>
                <a:moveTo>
                  <a:pt x="1814724" y="754641"/>
                </a:moveTo>
                <a:lnTo>
                  <a:pt x="1917480" y="831269"/>
                </a:lnTo>
                <a:moveTo>
                  <a:pt x="1723819" y="1038721"/>
                </a:moveTo>
                <a:lnTo>
                  <a:pt x="1628004" y="1150875"/>
                </a:lnTo>
                <a:moveTo>
                  <a:pt x="1701862" y="1033098"/>
                </a:moveTo>
                <a:lnTo>
                  <a:pt x="1621860" y="1143654"/>
                </a:lnTo>
                <a:moveTo>
                  <a:pt x="1723819" y="1038721"/>
                </a:moveTo>
                <a:lnTo>
                  <a:pt x="1621860" y="1143654"/>
                </a:lnTo>
                <a:moveTo>
                  <a:pt x="1760029" y="595929"/>
                </a:moveTo>
                <a:lnTo>
                  <a:pt x="1633013" y="579106"/>
                </a:lnTo>
                <a:moveTo>
                  <a:pt x="1892871" y="1027587"/>
                </a:moveTo>
                <a:lnTo>
                  <a:pt x="1944912" y="1107353"/>
                </a:lnTo>
                <a:moveTo>
                  <a:pt x="1656733" y="902528"/>
                </a:moveTo>
                <a:lnTo>
                  <a:pt x="1683859" y="818018"/>
                </a:lnTo>
                <a:moveTo>
                  <a:pt x="1893336" y="1026682"/>
                </a:moveTo>
                <a:lnTo>
                  <a:pt x="1989095" y="961943"/>
                </a:lnTo>
                <a:moveTo>
                  <a:pt x="1892871" y="1027587"/>
                </a:moveTo>
                <a:lnTo>
                  <a:pt x="1989095" y="961943"/>
                </a:lnTo>
                <a:moveTo>
                  <a:pt x="1713168" y="840741"/>
                </a:moveTo>
                <a:lnTo>
                  <a:pt x="1792551" y="746361"/>
                </a:lnTo>
                <a:moveTo>
                  <a:pt x="1760029" y="595929"/>
                </a:moveTo>
                <a:lnTo>
                  <a:pt x="1791830" y="603259"/>
                </a:lnTo>
                <a:moveTo>
                  <a:pt x="1656733" y="902528"/>
                </a:moveTo>
                <a:lnTo>
                  <a:pt x="1622022" y="941393"/>
                </a:lnTo>
                <a:moveTo>
                  <a:pt x="1892871" y="1027587"/>
                </a:moveTo>
                <a:lnTo>
                  <a:pt x="1833326" y="1176106"/>
                </a:lnTo>
                <a:moveTo>
                  <a:pt x="1892021" y="1027913"/>
                </a:moveTo>
                <a:lnTo>
                  <a:pt x="1833326" y="1176106"/>
                </a:lnTo>
                <a:moveTo>
                  <a:pt x="1713168" y="840741"/>
                </a:moveTo>
                <a:lnTo>
                  <a:pt x="1683859" y="818018"/>
                </a:lnTo>
                <a:moveTo>
                  <a:pt x="1713168" y="840741"/>
                </a:moveTo>
                <a:lnTo>
                  <a:pt x="1807027" y="758062"/>
                </a:lnTo>
                <a:moveTo>
                  <a:pt x="1677699" y="992478"/>
                </a:moveTo>
                <a:lnTo>
                  <a:pt x="1622022" y="941393"/>
                </a:lnTo>
                <a:moveTo>
                  <a:pt x="1713168" y="840741"/>
                </a:moveTo>
                <a:lnTo>
                  <a:pt x="1656733" y="902528"/>
                </a:lnTo>
                <a:moveTo>
                  <a:pt x="1701862" y="1033098"/>
                </a:moveTo>
                <a:lnTo>
                  <a:pt x="1622022" y="941393"/>
                </a:lnTo>
                <a:moveTo>
                  <a:pt x="1656733" y="902528"/>
                </a:moveTo>
                <a:lnTo>
                  <a:pt x="1677699" y="992478"/>
                </a:lnTo>
                <a:moveTo>
                  <a:pt x="1723819" y="1038721"/>
                </a:moveTo>
                <a:lnTo>
                  <a:pt x="1801981" y="1131298"/>
                </a:lnTo>
                <a:moveTo>
                  <a:pt x="1892021" y="1027913"/>
                </a:moveTo>
                <a:lnTo>
                  <a:pt x="1801981" y="1131298"/>
                </a:lnTo>
                <a:moveTo>
                  <a:pt x="1656733" y="902528"/>
                </a:moveTo>
                <a:lnTo>
                  <a:pt x="1709882" y="1022300"/>
                </a:lnTo>
                <a:moveTo>
                  <a:pt x="1701862" y="1033098"/>
                </a:moveTo>
                <a:lnTo>
                  <a:pt x="1677699" y="992478"/>
                </a:lnTo>
                <a:moveTo>
                  <a:pt x="1713168" y="840741"/>
                </a:moveTo>
                <a:lnTo>
                  <a:pt x="1709882" y="1022300"/>
                </a:lnTo>
                <a:moveTo>
                  <a:pt x="1709882" y="1022300"/>
                </a:moveTo>
                <a:lnTo>
                  <a:pt x="1677699" y="992478"/>
                </a:lnTo>
                <a:moveTo>
                  <a:pt x="1701862" y="1033098"/>
                </a:moveTo>
                <a:lnTo>
                  <a:pt x="1723819" y="1038721"/>
                </a:lnTo>
                <a:moveTo>
                  <a:pt x="1723819" y="1038721"/>
                </a:moveTo>
                <a:lnTo>
                  <a:pt x="1892021" y="1027913"/>
                </a:lnTo>
                <a:moveTo>
                  <a:pt x="1723819" y="1038721"/>
                </a:moveTo>
                <a:lnTo>
                  <a:pt x="1892598" y="1027142"/>
                </a:lnTo>
                <a:moveTo>
                  <a:pt x="1709882" y="1022300"/>
                </a:moveTo>
                <a:lnTo>
                  <a:pt x="1701862" y="1033098"/>
                </a:lnTo>
                <a:moveTo>
                  <a:pt x="1709882" y="1022300"/>
                </a:moveTo>
                <a:lnTo>
                  <a:pt x="1723819" y="1038721"/>
                </a:lnTo>
                <a:moveTo>
                  <a:pt x="1893336" y="1026682"/>
                </a:moveTo>
                <a:lnTo>
                  <a:pt x="1892871" y="1027587"/>
                </a:lnTo>
                <a:moveTo>
                  <a:pt x="1892021" y="1027913"/>
                </a:moveTo>
                <a:lnTo>
                  <a:pt x="1892871" y="1027587"/>
                </a:lnTo>
                <a:moveTo>
                  <a:pt x="1892598" y="1027142"/>
                </a:moveTo>
                <a:lnTo>
                  <a:pt x="1893336" y="1026682"/>
                </a:lnTo>
                <a:moveTo>
                  <a:pt x="1892598" y="1027142"/>
                </a:moveTo>
                <a:lnTo>
                  <a:pt x="1892871" y="1027587"/>
                </a:lnTo>
                <a:moveTo>
                  <a:pt x="1892598" y="1027142"/>
                </a:moveTo>
                <a:lnTo>
                  <a:pt x="1892021" y="1027913"/>
                </a:lnTo>
                <a:moveTo>
                  <a:pt x="1709882" y="1022300"/>
                </a:moveTo>
                <a:lnTo>
                  <a:pt x="1892598" y="1027142"/>
                </a:lnTo>
                <a:moveTo>
                  <a:pt x="1713168" y="840741"/>
                </a:moveTo>
                <a:lnTo>
                  <a:pt x="1800067" y="915280"/>
                </a:lnTo>
                <a:moveTo>
                  <a:pt x="1800067" y="915280"/>
                </a:moveTo>
                <a:lnTo>
                  <a:pt x="1892598" y="1027142"/>
                </a:lnTo>
                <a:moveTo>
                  <a:pt x="1709882" y="1022300"/>
                </a:moveTo>
                <a:lnTo>
                  <a:pt x="1800067" y="915280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19" name="9wq3_5_tuned_ReferenceLigand_0">
            <a:extLst>
              <a:ext uri="{FF2B5EF4-FFF2-40B4-BE49-F238E27FC236}">
                <a16:creationId xmlns:a16="http://schemas.microsoft.com/office/drawing/2014/main" id="{EE12FFA3-F8F1-48D3-8FAD-D911CAFD3391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7239" y="754305"/>
                </a:moveTo>
                <a:lnTo>
                  <a:pt x="2285579" y="7971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0" name="9wq3_5_tuned_ReferenceLigand_1">
            <a:extLst>
              <a:ext uri="{FF2B5EF4-FFF2-40B4-BE49-F238E27FC236}">
                <a16:creationId xmlns:a16="http://schemas.microsoft.com/office/drawing/2014/main" id="{4F7FE532-F653-4E13-A1C0-1EEC059D52C8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7984" y="575253"/>
                </a:moveTo>
                <a:lnTo>
                  <a:pt x="645237" y="58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1" name="9wq3_5_tuned_ReferenceLigand_2">
            <a:extLst>
              <a:ext uri="{FF2B5EF4-FFF2-40B4-BE49-F238E27FC236}">
                <a16:creationId xmlns:a16="http://schemas.microsoft.com/office/drawing/2014/main" id="{8923D433-847F-4093-BD0F-675C45587D4C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237" y="587694"/>
                </a:moveTo>
                <a:lnTo>
                  <a:pt x="761582" y="662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2" name="9wq3_5_tuned_ReferenceLigand_3">
            <a:extLst>
              <a:ext uri="{FF2B5EF4-FFF2-40B4-BE49-F238E27FC236}">
                <a16:creationId xmlns:a16="http://schemas.microsoft.com/office/drawing/2014/main" id="{2576740B-D7E7-4570-BBCC-D93CBB40C4F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7239" y="754305"/>
                </a:moveTo>
                <a:lnTo>
                  <a:pt x="2330900" y="611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3" name="9wq3_5_tuned_ReferenceLigand_4">
            <a:extLst>
              <a:ext uri="{FF2B5EF4-FFF2-40B4-BE49-F238E27FC236}">
                <a16:creationId xmlns:a16="http://schemas.microsoft.com/office/drawing/2014/main" id="{3899EB3F-7645-40CE-B792-BD052D1EA3D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299" y="853005"/>
                </a:moveTo>
                <a:lnTo>
                  <a:pt x="2247239" y="7543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4" name="9wq3_5_tuned_ReferenceLigand_5">
            <a:extLst>
              <a:ext uri="{FF2B5EF4-FFF2-40B4-BE49-F238E27FC236}">
                <a16:creationId xmlns:a16="http://schemas.microsoft.com/office/drawing/2014/main" id="{5E7DF6C5-0105-4930-AA5E-91CB0A920954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421" y="636342"/>
                </a:moveTo>
                <a:lnTo>
                  <a:pt x="477984" y="575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5" name="9wq3_5_tuned_ReferenceLigand_6">
            <a:extLst>
              <a:ext uri="{FF2B5EF4-FFF2-40B4-BE49-F238E27FC236}">
                <a16:creationId xmlns:a16="http://schemas.microsoft.com/office/drawing/2014/main" id="{97D7A1FE-6DF4-47ED-B253-6559424DCA1D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134" y="987824"/>
                </a:moveTo>
                <a:lnTo>
                  <a:pt x="2107299" y="853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6" name="9wq3_5_tuned_ReferenceLigand_7">
            <a:extLst>
              <a:ext uri="{FF2B5EF4-FFF2-40B4-BE49-F238E27FC236}">
                <a16:creationId xmlns:a16="http://schemas.microsoft.com/office/drawing/2014/main" id="{ADEB1D9C-6B06-4512-BA2E-422FCF5FF856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582" y="662494"/>
                </a:moveTo>
                <a:lnTo>
                  <a:pt x="711698" y="7249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7" name="9wq3_5_tuned_ReferenceLigand_8">
            <a:extLst>
              <a:ext uri="{FF2B5EF4-FFF2-40B4-BE49-F238E27FC236}">
                <a16:creationId xmlns:a16="http://schemas.microsoft.com/office/drawing/2014/main" id="{B696043F-728C-45D9-A5B9-FA4C69AC42AA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992" y="1023554"/>
                </a:moveTo>
                <a:lnTo>
                  <a:pt x="2011134" y="9878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8" name="9wq3_5_tuned_ReferenceLigand_9">
            <a:extLst>
              <a:ext uri="{FF2B5EF4-FFF2-40B4-BE49-F238E27FC236}">
                <a16:creationId xmlns:a16="http://schemas.microsoft.com/office/drawing/2014/main" id="{F244A867-8E8F-4B71-819B-C75FD48FD87A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046" y="1209290"/>
                </a:moveTo>
                <a:lnTo>
                  <a:pt x="1425624" y="11951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wq3_5_tuned_ReferenceLigand_10">
            <a:extLst>
              <a:ext uri="{FF2B5EF4-FFF2-40B4-BE49-F238E27FC236}">
                <a16:creationId xmlns:a16="http://schemas.microsoft.com/office/drawing/2014/main" id="{4C56C169-E327-4F11-A75C-C7883571C9D3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421" y="636342"/>
                </a:moveTo>
                <a:lnTo>
                  <a:pt x="244250" y="6030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wq3_5_tuned_ReferenceLigand_11">
            <a:extLst>
              <a:ext uri="{FF2B5EF4-FFF2-40B4-BE49-F238E27FC236}">
                <a16:creationId xmlns:a16="http://schemas.microsoft.com/office/drawing/2014/main" id="{BBAC68C0-8B3F-40F3-AFC3-EAEF831C849A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30900" y="611241"/>
                </a:moveTo>
                <a:lnTo>
                  <a:pt x="2284169" y="5594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wq3_5_tuned_ReferenceLigand_12">
            <a:extLst>
              <a:ext uri="{FF2B5EF4-FFF2-40B4-BE49-F238E27FC236}">
                <a16:creationId xmlns:a16="http://schemas.microsoft.com/office/drawing/2014/main" id="{1ABB14A8-6A4F-479F-A066-C83D7FB7653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475" y="803393"/>
                </a:moveTo>
                <a:lnTo>
                  <a:pt x="2107299" y="853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wq3_5_tuned_ReferenceLigand_13">
            <a:extLst>
              <a:ext uri="{FF2B5EF4-FFF2-40B4-BE49-F238E27FC236}">
                <a16:creationId xmlns:a16="http://schemas.microsoft.com/office/drawing/2014/main" id="{C0A10086-E3A5-4FA1-9E79-1277574C25F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2930" y="1115397"/>
                </a:moveTo>
                <a:lnTo>
                  <a:pt x="1044746" y="942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wq3_5_tuned_ReferenceLigand_14">
            <a:extLst>
              <a:ext uri="{FF2B5EF4-FFF2-40B4-BE49-F238E27FC236}">
                <a16:creationId xmlns:a16="http://schemas.microsoft.com/office/drawing/2014/main" id="{D13E9944-4F37-4B02-89AE-6A6FE8065AA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6567" y="712561"/>
                </a:moveTo>
                <a:lnTo>
                  <a:pt x="428421" y="636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wq3_5_tuned_ReferenceLigand_15">
            <a:extLst>
              <a:ext uri="{FF2B5EF4-FFF2-40B4-BE49-F238E27FC236}">
                <a16:creationId xmlns:a16="http://schemas.microsoft.com/office/drawing/2014/main" id="{D4726CD4-C5C1-4B25-BF0A-7ABA0C464754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1242" y="929104"/>
                </a:moveTo>
                <a:lnTo>
                  <a:pt x="1044746" y="942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wq3_5_tuned_ReferenceLigand_16">
            <a:extLst>
              <a:ext uri="{FF2B5EF4-FFF2-40B4-BE49-F238E27FC236}">
                <a16:creationId xmlns:a16="http://schemas.microsoft.com/office/drawing/2014/main" id="{D2A8B372-782D-4FB4-9612-4D95FEE27D37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1698" y="724905"/>
                </a:moveTo>
                <a:lnTo>
                  <a:pt x="546567" y="7125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wq3_5_tuned_ReferenceLigand_17">
            <a:extLst>
              <a:ext uri="{FF2B5EF4-FFF2-40B4-BE49-F238E27FC236}">
                <a16:creationId xmlns:a16="http://schemas.microsoft.com/office/drawing/2014/main" id="{321F563C-C358-4F92-BFA8-C88A9BFFCCE1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5382" y="534888"/>
                </a:moveTo>
                <a:lnTo>
                  <a:pt x="1727950" y="608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wq3_5_tuned_ReferenceLigand_18">
            <a:extLst>
              <a:ext uri="{FF2B5EF4-FFF2-40B4-BE49-F238E27FC236}">
                <a16:creationId xmlns:a16="http://schemas.microsoft.com/office/drawing/2014/main" id="{47899184-E121-4899-A153-251A3B68F9FD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1930" y="631827"/>
                </a:moveTo>
                <a:lnTo>
                  <a:pt x="1432770" y="51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wq3_5_tuned_ReferenceLigand_19">
            <a:extLst>
              <a:ext uri="{FF2B5EF4-FFF2-40B4-BE49-F238E27FC236}">
                <a16:creationId xmlns:a16="http://schemas.microsoft.com/office/drawing/2014/main" id="{327629DB-D352-4960-B90E-BF31441A66BB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698" y="766117"/>
                </a:moveTo>
                <a:lnTo>
                  <a:pt x="1341930" y="6318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wq3_5_tuned_ReferenceLigand_20">
            <a:extLst>
              <a:ext uri="{FF2B5EF4-FFF2-40B4-BE49-F238E27FC236}">
                <a16:creationId xmlns:a16="http://schemas.microsoft.com/office/drawing/2014/main" id="{6CD15A7A-FB44-4463-86C7-2EA1DF341BE1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046" y="1209290"/>
                </a:moveTo>
                <a:lnTo>
                  <a:pt x="1359862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wq3_5_tuned_ReferenceLigand_21">
            <a:extLst>
              <a:ext uri="{FF2B5EF4-FFF2-40B4-BE49-F238E27FC236}">
                <a16:creationId xmlns:a16="http://schemas.microsoft.com/office/drawing/2014/main" id="{48CD2E5E-5276-4E0C-BB22-7E124AB6DFB4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0806" y="908830"/>
                </a:moveTo>
                <a:lnTo>
                  <a:pt x="1906992" y="10235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wq3_5_tuned_ReferenceLigand_22">
            <a:extLst>
              <a:ext uri="{FF2B5EF4-FFF2-40B4-BE49-F238E27FC236}">
                <a16:creationId xmlns:a16="http://schemas.microsoft.com/office/drawing/2014/main" id="{14FEBE19-65B7-4F96-AF62-2D893E5AB9E0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1698" y="724905"/>
                </a:moveTo>
                <a:lnTo>
                  <a:pt x="797701" y="803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wq3_5_tuned_ReferenceLigand_23">
            <a:extLst>
              <a:ext uri="{FF2B5EF4-FFF2-40B4-BE49-F238E27FC236}">
                <a16:creationId xmlns:a16="http://schemas.microsoft.com/office/drawing/2014/main" id="{853D8829-C0E0-4D00-B923-E7B4706CEBA1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1242" y="929104"/>
                </a:moveTo>
                <a:lnTo>
                  <a:pt x="1250698" y="76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wq3_5_tuned_ReferenceLigand_24">
            <a:extLst>
              <a:ext uri="{FF2B5EF4-FFF2-40B4-BE49-F238E27FC236}">
                <a16:creationId xmlns:a16="http://schemas.microsoft.com/office/drawing/2014/main" id="{8E96FCE5-AA37-46A8-A2C1-848E66F29CCA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4746" y="942117"/>
                </a:moveTo>
                <a:lnTo>
                  <a:pt x="972361" y="8498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wq3_5_tuned_ReferenceLigand_25">
            <a:extLst>
              <a:ext uri="{FF2B5EF4-FFF2-40B4-BE49-F238E27FC236}">
                <a16:creationId xmlns:a16="http://schemas.microsoft.com/office/drawing/2014/main" id="{B50DCA9A-CA92-4801-8DD7-4B1591A00D5B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317" y="1068539"/>
                </a:moveTo>
                <a:lnTo>
                  <a:pt x="1231242" y="9291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wq3_5_tuned_ReferenceLigand_26">
            <a:extLst>
              <a:ext uri="{FF2B5EF4-FFF2-40B4-BE49-F238E27FC236}">
                <a16:creationId xmlns:a16="http://schemas.microsoft.com/office/drawing/2014/main" id="{5B9CA833-8C1D-483F-A969-21A29854DB14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046" y="1209290"/>
                </a:moveTo>
                <a:lnTo>
                  <a:pt x="1280317" y="10685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wq3_5_tuned_ReferenceLigand_27">
            <a:extLst>
              <a:ext uri="{FF2B5EF4-FFF2-40B4-BE49-F238E27FC236}">
                <a16:creationId xmlns:a16="http://schemas.microsoft.com/office/drawing/2014/main" id="{E597CBC1-08D1-4A91-86CB-42240F42F184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4889" y="1183848"/>
                </a:moveTo>
                <a:lnTo>
                  <a:pt x="1408046" y="1209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wq3_5_tuned_ReferenceLigand_28">
            <a:extLst>
              <a:ext uri="{FF2B5EF4-FFF2-40B4-BE49-F238E27FC236}">
                <a16:creationId xmlns:a16="http://schemas.microsoft.com/office/drawing/2014/main" id="{9076F6EC-679F-439F-AA69-B00F1EC75AFE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475" y="803393"/>
                </a:moveTo>
                <a:lnTo>
                  <a:pt x="1940806" y="90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wq3_5_tuned_ReferenceLigand_29">
            <a:extLst>
              <a:ext uri="{FF2B5EF4-FFF2-40B4-BE49-F238E27FC236}">
                <a16:creationId xmlns:a16="http://schemas.microsoft.com/office/drawing/2014/main" id="{0C149B58-65B4-4226-BFD2-2D1097D6444B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69" y="559437"/>
                </a:moveTo>
                <a:lnTo>
                  <a:pt x="2369532" y="413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wq3_5_tuned_ReferenceLigand_30">
            <a:extLst>
              <a:ext uri="{FF2B5EF4-FFF2-40B4-BE49-F238E27FC236}">
                <a16:creationId xmlns:a16="http://schemas.microsoft.com/office/drawing/2014/main" id="{88435B97-E40A-49E3-A5BB-C9BBD2DB13DE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69" y="559437"/>
                </a:moveTo>
                <a:lnTo>
                  <a:pt x="2150964" y="6533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wq3_5_tuned_ReferenceLigand_31">
            <a:extLst>
              <a:ext uri="{FF2B5EF4-FFF2-40B4-BE49-F238E27FC236}">
                <a16:creationId xmlns:a16="http://schemas.microsoft.com/office/drawing/2014/main" id="{AF946880-623F-4A31-B95F-F0780BB9EF83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770" y="515468"/>
                </a:moveTo>
                <a:lnTo>
                  <a:pt x="1645382" y="5348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wq3_5_tuned_ReferenceLigand_32">
            <a:extLst>
              <a:ext uri="{FF2B5EF4-FFF2-40B4-BE49-F238E27FC236}">
                <a16:creationId xmlns:a16="http://schemas.microsoft.com/office/drawing/2014/main" id="{E7901049-6D7F-4DF7-861F-3E2426247393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964" y="653390"/>
                </a:moveTo>
                <a:lnTo>
                  <a:pt x="2063475" y="8033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wq3_5_tuned_ReferenceLigand_33">
            <a:extLst>
              <a:ext uri="{FF2B5EF4-FFF2-40B4-BE49-F238E27FC236}">
                <a16:creationId xmlns:a16="http://schemas.microsoft.com/office/drawing/2014/main" id="{3B175085-72C6-4856-A866-6EBCCACB765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5382" y="534888"/>
                </a:moveTo>
                <a:lnTo>
                  <a:pt x="1711123" y="3518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wq3_5_tuned_ReferenceLigand_34">
            <a:extLst>
              <a:ext uri="{FF2B5EF4-FFF2-40B4-BE49-F238E27FC236}">
                <a16:creationId xmlns:a16="http://schemas.microsoft.com/office/drawing/2014/main" id="{2B9F2BE8-A268-4EB8-BA48-BE176570740C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0509" y="783453"/>
                </a:moveTo>
                <a:lnTo>
                  <a:pt x="546567" y="7125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wq3_5_tuned_ReferenceLigand_35">
            <a:extLst>
              <a:ext uri="{FF2B5EF4-FFF2-40B4-BE49-F238E27FC236}">
                <a16:creationId xmlns:a16="http://schemas.microsoft.com/office/drawing/2014/main" id="{A23DF6B1-AE63-4BAB-9C9D-755C9E07AA0D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2778" y="701928"/>
                </a:moveTo>
                <a:lnTo>
                  <a:pt x="1250698" y="76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wq3_5_tuned_ReferenceLigand_36">
            <a:extLst>
              <a:ext uri="{FF2B5EF4-FFF2-40B4-BE49-F238E27FC236}">
                <a16:creationId xmlns:a16="http://schemas.microsoft.com/office/drawing/2014/main" id="{D6980C99-8371-4FF3-9CE8-0450F5C2E4CE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2361" y="849804"/>
                </a:moveTo>
                <a:lnTo>
                  <a:pt x="797701" y="803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wq3_5_tuned_ReferenceLigand_37">
            <a:extLst>
              <a:ext uri="{FF2B5EF4-FFF2-40B4-BE49-F238E27FC236}">
                <a16:creationId xmlns:a16="http://schemas.microsoft.com/office/drawing/2014/main" id="{B1A7D569-756A-4E07-8245-EBC4FD8D5A57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2361" y="849804"/>
                </a:moveTo>
                <a:lnTo>
                  <a:pt x="1082778" y="7019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wq3_5_tuned_ReferenceLigand_38">
            <a:extLst>
              <a:ext uri="{FF2B5EF4-FFF2-40B4-BE49-F238E27FC236}">
                <a16:creationId xmlns:a16="http://schemas.microsoft.com/office/drawing/2014/main" id="{7120B85B-F439-49A1-8827-B1BFF9C4E59B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7701" y="803590"/>
                </a:moveTo>
                <a:lnTo>
                  <a:pt x="685729" y="839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wq3_5_tuned_ReferenceLigand_39">
            <a:extLst>
              <a:ext uri="{FF2B5EF4-FFF2-40B4-BE49-F238E27FC236}">
                <a16:creationId xmlns:a16="http://schemas.microsoft.com/office/drawing/2014/main" id="{F681F837-2187-4A24-B1CA-A084C6EE0426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5382" y="534888"/>
                </a:moveTo>
                <a:lnTo>
                  <a:pt x="1711542" y="6258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9" name="9wq3_5_tuned_ReferenceLigand_40">
            <a:extLst>
              <a:ext uri="{FF2B5EF4-FFF2-40B4-BE49-F238E27FC236}">
                <a16:creationId xmlns:a16="http://schemas.microsoft.com/office/drawing/2014/main" id="{5A8DCB00-0315-4EB2-9C3A-53A4FADC374A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7428" y="899770"/>
                </a:moveTo>
                <a:lnTo>
                  <a:pt x="1940806" y="90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0" name="9wq3_5_tuned_ReferenceLigand_41">
            <a:extLst>
              <a:ext uri="{FF2B5EF4-FFF2-40B4-BE49-F238E27FC236}">
                <a16:creationId xmlns:a16="http://schemas.microsoft.com/office/drawing/2014/main" id="{72A34C91-562F-405A-840B-923EE1A1D20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5729" y="839426"/>
                </a:moveTo>
                <a:lnTo>
                  <a:pt x="530509" y="783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1" name="9wq3_5_tuned_ReferenceLigand_42">
            <a:extLst>
              <a:ext uri="{FF2B5EF4-FFF2-40B4-BE49-F238E27FC236}">
                <a16:creationId xmlns:a16="http://schemas.microsoft.com/office/drawing/2014/main" id="{595BC1AA-BB91-4151-9052-0FE7553F6AE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858" y="1189114"/>
                </a:moveTo>
                <a:lnTo>
                  <a:pt x="1584889" y="11838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2" name="9wq3_5_tuned_ReferenceLigand_43">
            <a:extLst>
              <a:ext uri="{FF2B5EF4-FFF2-40B4-BE49-F238E27FC236}">
                <a16:creationId xmlns:a16="http://schemas.microsoft.com/office/drawing/2014/main" id="{4E808BCC-5FC7-4B6B-BF2B-1C7ACD3108FE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4646" y="815954"/>
                </a:moveTo>
                <a:lnTo>
                  <a:pt x="1857428" y="8997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3" name="9wq3_5_tuned_ReferenceLigand_44">
            <a:extLst>
              <a:ext uri="{FF2B5EF4-FFF2-40B4-BE49-F238E27FC236}">
                <a16:creationId xmlns:a16="http://schemas.microsoft.com/office/drawing/2014/main" id="{E9243D32-1B05-49E8-9FBF-5C71C10A3BFA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1542" y="625895"/>
                </a:moveTo>
                <a:lnTo>
                  <a:pt x="1694646" y="8159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4" name="9wq3_5_tuned_ReferenceLigand_45">
            <a:extLst>
              <a:ext uri="{FF2B5EF4-FFF2-40B4-BE49-F238E27FC236}">
                <a16:creationId xmlns:a16="http://schemas.microsoft.com/office/drawing/2014/main" id="{C75173D6-B7DE-4B37-B0DE-FEF1606C99F1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7428" y="899770"/>
                </a:moveTo>
                <a:lnTo>
                  <a:pt x="1828714" y="1074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5" name="9wq3_5_tuned_ReferenceLigand_46">
            <a:extLst>
              <a:ext uri="{FF2B5EF4-FFF2-40B4-BE49-F238E27FC236}">
                <a16:creationId xmlns:a16="http://schemas.microsoft.com/office/drawing/2014/main" id="{0116A58E-048D-4834-8091-234194069F8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354" y="889824"/>
                </a:moveTo>
                <a:lnTo>
                  <a:pt x="1694646" y="8159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6" name="9wq3_5_tuned_ReferenceLigand_47">
            <a:extLst>
              <a:ext uri="{FF2B5EF4-FFF2-40B4-BE49-F238E27FC236}">
                <a16:creationId xmlns:a16="http://schemas.microsoft.com/office/drawing/2014/main" id="{54F95802-82B0-441E-B582-A20833A7101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1462" y="1074387"/>
                </a:moveTo>
                <a:lnTo>
                  <a:pt x="1540858" y="1189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7" name="9wq3_5_tuned_ReferenceLigand_48">
            <a:extLst>
              <a:ext uri="{FF2B5EF4-FFF2-40B4-BE49-F238E27FC236}">
                <a16:creationId xmlns:a16="http://schemas.microsoft.com/office/drawing/2014/main" id="{26386BBE-8274-4719-B02B-DC73A95E8177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8714" y="1074961"/>
                </a:moveTo>
                <a:lnTo>
                  <a:pt x="1651462" y="10743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8" name="9wq3_5_tuned_ReferenceLigand_49">
            <a:extLst>
              <a:ext uri="{FF2B5EF4-FFF2-40B4-BE49-F238E27FC236}">
                <a16:creationId xmlns:a16="http://schemas.microsoft.com/office/drawing/2014/main" id="{8E67990D-0259-4AE4-A752-CCA9ED57C178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1462" y="1074387"/>
                </a:moveTo>
                <a:lnTo>
                  <a:pt x="1590354" y="8898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9" name="9wq3_5_tuned_ReferenceLigand_50">
            <a:extLst>
              <a:ext uri="{FF2B5EF4-FFF2-40B4-BE49-F238E27FC236}">
                <a16:creationId xmlns:a16="http://schemas.microsoft.com/office/drawing/2014/main" id="{5F3D2BC2-30DB-40EA-9DED-BF3FB8D3B64B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354" y="889824"/>
                </a:moveTo>
                <a:lnTo>
                  <a:pt x="1623795" y="801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0" name="9wq3_5_tuned_PredictedLigand_0">
            <a:extLst>
              <a:ext uri="{FF2B5EF4-FFF2-40B4-BE49-F238E27FC236}">
                <a16:creationId xmlns:a16="http://schemas.microsoft.com/office/drawing/2014/main" id="{E5B5188F-DAE2-4F30-9B47-F500486E836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1335" y="688080"/>
                </a:moveTo>
                <a:lnTo>
                  <a:pt x="663542" y="6328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1" name="9wq3_5_tuned_PredictedLigand_1">
            <a:extLst>
              <a:ext uri="{FF2B5EF4-FFF2-40B4-BE49-F238E27FC236}">
                <a16:creationId xmlns:a16="http://schemas.microsoft.com/office/drawing/2014/main" id="{2601D1E6-6DB1-4279-8150-D2A78D01ED50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18929" y="716988"/>
                </a:moveTo>
                <a:lnTo>
                  <a:pt x="2383983" y="715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2" name="9wq3_5_tuned_PredictedLigand_2">
            <a:extLst>
              <a:ext uri="{FF2B5EF4-FFF2-40B4-BE49-F238E27FC236}">
                <a16:creationId xmlns:a16="http://schemas.microsoft.com/office/drawing/2014/main" id="{F81BE2CC-DF12-4E45-A3F7-7B9DC85D33BD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542" y="632832"/>
                </a:moveTo>
                <a:lnTo>
                  <a:pt x="551397" y="6520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3" name="9wq3_5_tuned_PredictedLigand_3">
            <a:extLst>
              <a:ext uri="{FF2B5EF4-FFF2-40B4-BE49-F238E27FC236}">
                <a16:creationId xmlns:a16="http://schemas.microsoft.com/office/drawing/2014/main" id="{AEC86D52-F5E9-4698-94E5-B4DC4CB67D28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613" y="620330"/>
                </a:moveTo>
                <a:lnTo>
                  <a:pt x="276183" y="5402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4" name="9wq3_5_tuned_PredictedLigand_4">
            <a:extLst>
              <a:ext uri="{FF2B5EF4-FFF2-40B4-BE49-F238E27FC236}">
                <a16:creationId xmlns:a16="http://schemas.microsoft.com/office/drawing/2014/main" id="{ECF010DD-879D-4B63-9561-FEEF1A94B2F1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174" y="940755"/>
                </a:moveTo>
                <a:lnTo>
                  <a:pt x="2170563" y="8224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5" name="9wq3_5_tuned_PredictedLigand_5">
            <a:extLst>
              <a:ext uri="{FF2B5EF4-FFF2-40B4-BE49-F238E27FC236}">
                <a16:creationId xmlns:a16="http://schemas.microsoft.com/office/drawing/2014/main" id="{C72136E0-1140-4D37-B576-357883A4EC70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51" y="1003612"/>
                </a:moveTo>
                <a:lnTo>
                  <a:pt x="2071174" y="9407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6" name="9wq3_5_tuned_PredictedLigand_6">
            <a:extLst>
              <a:ext uri="{FF2B5EF4-FFF2-40B4-BE49-F238E27FC236}">
                <a16:creationId xmlns:a16="http://schemas.microsoft.com/office/drawing/2014/main" id="{AFE46E87-917D-48BB-A398-1E039ABAE0D3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5560" y="742171"/>
                </a:moveTo>
                <a:lnTo>
                  <a:pt x="821335" y="6880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7" name="9wq3_5_tuned_PredictedLigand_7">
            <a:extLst>
              <a:ext uri="{FF2B5EF4-FFF2-40B4-BE49-F238E27FC236}">
                <a16:creationId xmlns:a16="http://schemas.microsoft.com/office/drawing/2014/main" id="{DDC9C00B-32DF-437A-8AA3-09D355451F20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0563" y="822498"/>
                </a:moveTo>
                <a:lnTo>
                  <a:pt x="2318929" y="7169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8" name="9wq3_5_tuned_PredictedLigand_8">
            <a:extLst>
              <a:ext uri="{FF2B5EF4-FFF2-40B4-BE49-F238E27FC236}">
                <a16:creationId xmlns:a16="http://schemas.microsoft.com/office/drawing/2014/main" id="{2B9D81AE-A020-4502-B57F-90ECC91C6ED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1397" y="652048"/>
                </a:moveTo>
                <a:lnTo>
                  <a:pt x="371613" y="6203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9" name="9wq3_5_tuned_PredictedLigand_9">
            <a:extLst>
              <a:ext uri="{FF2B5EF4-FFF2-40B4-BE49-F238E27FC236}">
                <a16:creationId xmlns:a16="http://schemas.microsoft.com/office/drawing/2014/main" id="{46BA95CA-660A-4CB0-9CE6-6CA58783E7F5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445" y="911160"/>
                </a:moveTo>
                <a:lnTo>
                  <a:pt x="1056390" y="9443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0" name="9wq3_5_tuned_PredictedLigand_10">
            <a:extLst>
              <a:ext uri="{FF2B5EF4-FFF2-40B4-BE49-F238E27FC236}">
                <a16:creationId xmlns:a16="http://schemas.microsoft.com/office/drawing/2014/main" id="{696C0109-84BB-4B63-A0D8-330F2063BCE5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912" y="1105895"/>
                </a:moveTo>
                <a:lnTo>
                  <a:pt x="1056390" y="9443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1" name="9wq3_5_tuned_PredictedLigand_11">
            <a:extLst>
              <a:ext uri="{FF2B5EF4-FFF2-40B4-BE49-F238E27FC236}">
                <a16:creationId xmlns:a16="http://schemas.microsoft.com/office/drawing/2014/main" id="{2A4CE0BD-942C-43A9-A1EB-8F624AB9723C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18929" y="716988"/>
                </a:moveTo>
                <a:lnTo>
                  <a:pt x="2381756" y="6186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2" name="9wq3_5_tuned_PredictedLigand_12">
            <a:extLst>
              <a:ext uri="{FF2B5EF4-FFF2-40B4-BE49-F238E27FC236}">
                <a16:creationId xmlns:a16="http://schemas.microsoft.com/office/drawing/2014/main" id="{B3FAF01C-BEDB-423E-BF50-C9314570C457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8543" y="723141"/>
                </a:moveTo>
                <a:lnTo>
                  <a:pt x="551397" y="6520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3" name="9wq3_5_tuned_PredictedLigand_13">
            <a:extLst>
              <a:ext uri="{FF2B5EF4-FFF2-40B4-BE49-F238E27FC236}">
                <a16:creationId xmlns:a16="http://schemas.microsoft.com/office/drawing/2014/main" id="{CDCF630D-5AC8-47FE-A93A-BC6969161D38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383" y="1212249"/>
                </a:moveTo>
                <a:lnTo>
                  <a:pt x="1483163" y="12214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4" name="9wq3_5_tuned_PredictedLigand_14">
            <a:extLst>
              <a:ext uri="{FF2B5EF4-FFF2-40B4-BE49-F238E27FC236}">
                <a16:creationId xmlns:a16="http://schemas.microsoft.com/office/drawing/2014/main" id="{8B8182A4-727C-403B-87F0-09F2893378A0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669" y="483392"/>
                </a:moveTo>
                <a:lnTo>
                  <a:pt x="1743784" y="498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5" name="9wq3_5_tuned_PredictedLigand_15">
            <a:extLst>
              <a:ext uri="{FF2B5EF4-FFF2-40B4-BE49-F238E27FC236}">
                <a16:creationId xmlns:a16="http://schemas.microsoft.com/office/drawing/2014/main" id="{A5918A2D-FDDA-464A-8377-93A665D0577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2407" y="742830"/>
                </a:moveTo>
                <a:lnTo>
                  <a:pt x="1436791" y="6649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6" name="9wq3_5_tuned_PredictedLigand_16">
            <a:extLst>
              <a:ext uri="{FF2B5EF4-FFF2-40B4-BE49-F238E27FC236}">
                <a16:creationId xmlns:a16="http://schemas.microsoft.com/office/drawing/2014/main" id="{949C5DD4-38D1-4D04-890D-7A8D7E627D69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445" y="911160"/>
                </a:moveTo>
                <a:lnTo>
                  <a:pt x="1272407" y="7428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7" name="9wq3_5_tuned_PredictedLigand_17">
            <a:extLst>
              <a:ext uri="{FF2B5EF4-FFF2-40B4-BE49-F238E27FC236}">
                <a16:creationId xmlns:a16="http://schemas.microsoft.com/office/drawing/2014/main" id="{56300F16-A11C-4DEE-906D-75D030B4FCD3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6390" y="944306"/>
                </a:moveTo>
                <a:lnTo>
                  <a:pt x="977111" y="813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8" name="9wq3_5_tuned_PredictedLigand_18">
            <a:extLst>
              <a:ext uri="{FF2B5EF4-FFF2-40B4-BE49-F238E27FC236}">
                <a16:creationId xmlns:a16="http://schemas.microsoft.com/office/drawing/2014/main" id="{633D139B-5222-4E77-A9F5-3EE83A7CF25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6791" y="664957"/>
                </a:moveTo>
                <a:lnTo>
                  <a:pt x="1482718" y="511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9" name="9wq3_5_tuned_PredictedLigand_19">
            <a:extLst>
              <a:ext uri="{FF2B5EF4-FFF2-40B4-BE49-F238E27FC236}">
                <a16:creationId xmlns:a16="http://schemas.microsoft.com/office/drawing/2014/main" id="{F4B762AD-EA0A-43F2-A558-017D3F00C52B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8543" y="723141"/>
                </a:moveTo>
                <a:lnTo>
                  <a:pt x="815560" y="7421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0" name="9wq3_5_tuned_PredictedLigand_20">
            <a:extLst>
              <a:ext uri="{FF2B5EF4-FFF2-40B4-BE49-F238E27FC236}">
                <a16:creationId xmlns:a16="http://schemas.microsoft.com/office/drawing/2014/main" id="{5EAF51C7-0069-4D65-AD51-659D758EDB0D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2571" y="816394"/>
                </a:moveTo>
                <a:lnTo>
                  <a:pt x="2170563" y="8224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1" name="9wq3_5_tuned_PredictedLigand_21">
            <a:extLst>
              <a:ext uri="{FF2B5EF4-FFF2-40B4-BE49-F238E27FC236}">
                <a16:creationId xmlns:a16="http://schemas.microsoft.com/office/drawing/2014/main" id="{692E929D-33E7-4408-960D-EDE1E8BBD811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613" y="620330"/>
                </a:moveTo>
                <a:lnTo>
                  <a:pt x="301202" y="6717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2" name="9wq3_5_tuned_PredictedLigand_22">
            <a:extLst>
              <a:ext uri="{FF2B5EF4-FFF2-40B4-BE49-F238E27FC236}">
                <a16:creationId xmlns:a16="http://schemas.microsoft.com/office/drawing/2014/main" id="{7B7AC8BC-9F1D-4C37-90C2-2E9C7B8AC27D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111" y="813803"/>
                </a:moveTo>
                <a:lnTo>
                  <a:pt x="815560" y="7421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3" name="9wq3_5_tuned_PredictedLigand_23">
            <a:extLst>
              <a:ext uri="{FF2B5EF4-FFF2-40B4-BE49-F238E27FC236}">
                <a16:creationId xmlns:a16="http://schemas.microsoft.com/office/drawing/2014/main" id="{428221C2-2F5F-4F99-99E2-D536DC27A34D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0499" y="917487"/>
                </a:moveTo>
                <a:lnTo>
                  <a:pt x="1941351" y="1003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4" name="9wq3_5_tuned_PredictedLigand_24">
            <a:extLst>
              <a:ext uri="{FF2B5EF4-FFF2-40B4-BE49-F238E27FC236}">
                <a16:creationId xmlns:a16="http://schemas.microsoft.com/office/drawing/2014/main" id="{7F6FA772-8584-4E7E-9411-7C7C831AC137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7175" y="1023863"/>
                </a:moveTo>
                <a:lnTo>
                  <a:pt x="1246445" y="9111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5" name="9wq3_5_tuned_PredictedLigand_25">
            <a:extLst>
              <a:ext uri="{FF2B5EF4-FFF2-40B4-BE49-F238E27FC236}">
                <a16:creationId xmlns:a16="http://schemas.microsoft.com/office/drawing/2014/main" id="{5B337753-5677-4278-9504-2DA66CCC597A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771" y="679630"/>
                </a:moveTo>
                <a:lnTo>
                  <a:pt x="1272407" y="7428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6" name="9wq3_5_tuned_PredictedLigand_26">
            <a:extLst>
              <a:ext uri="{FF2B5EF4-FFF2-40B4-BE49-F238E27FC236}">
                <a16:creationId xmlns:a16="http://schemas.microsoft.com/office/drawing/2014/main" id="{EB0896A8-BCBA-4738-B2A2-707FC9701FD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383" y="1212249"/>
                </a:moveTo>
                <a:lnTo>
                  <a:pt x="1242644" y="13326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7" name="9wq3_5_tuned_PredictedLigand_27">
            <a:extLst>
              <a:ext uri="{FF2B5EF4-FFF2-40B4-BE49-F238E27FC236}">
                <a16:creationId xmlns:a16="http://schemas.microsoft.com/office/drawing/2014/main" id="{A91E7BAA-90D6-4F25-A7DA-E2237F01A64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18" y="511768"/>
                </a:moveTo>
                <a:lnTo>
                  <a:pt x="1681669" y="4833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8" name="9wq3_5_tuned_PredictedLigand_28">
            <a:extLst>
              <a:ext uri="{FF2B5EF4-FFF2-40B4-BE49-F238E27FC236}">
                <a16:creationId xmlns:a16="http://schemas.microsoft.com/office/drawing/2014/main" id="{0E907982-E67F-412F-9B5D-EC9B721C04E0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111" y="813803"/>
                </a:moveTo>
                <a:lnTo>
                  <a:pt x="1101771" y="6796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9" name="9wq3_5_tuned_PredictedLigand_29">
            <a:extLst>
              <a:ext uri="{FF2B5EF4-FFF2-40B4-BE49-F238E27FC236}">
                <a16:creationId xmlns:a16="http://schemas.microsoft.com/office/drawing/2014/main" id="{A6E39EF8-00CD-4D39-97F5-BE83DBF4C94D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383" y="1212249"/>
                </a:moveTo>
                <a:lnTo>
                  <a:pt x="1327175" y="10238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0" name="9wq3_5_tuned_PredictedLigand_30">
            <a:extLst>
              <a:ext uri="{FF2B5EF4-FFF2-40B4-BE49-F238E27FC236}">
                <a16:creationId xmlns:a16="http://schemas.microsoft.com/office/drawing/2014/main" id="{9650B829-6EBC-4626-AA30-0DDC60D1E113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2571" y="816394"/>
                </a:moveTo>
                <a:lnTo>
                  <a:pt x="1960499" y="917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1" name="9wq3_5_tuned_PredictedLigand_31">
            <a:extLst>
              <a:ext uri="{FF2B5EF4-FFF2-40B4-BE49-F238E27FC236}">
                <a16:creationId xmlns:a16="http://schemas.microsoft.com/office/drawing/2014/main" id="{6340503B-2AEF-4D02-88D9-E1D308571FE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669" y="483392"/>
                </a:moveTo>
                <a:lnTo>
                  <a:pt x="1724515" y="3104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2" name="9wq3_5_tuned_PredictedLigand_32">
            <a:extLst>
              <a:ext uri="{FF2B5EF4-FFF2-40B4-BE49-F238E27FC236}">
                <a16:creationId xmlns:a16="http://schemas.microsoft.com/office/drawing/2014/main" id="{197D8B17-3E2D-484C-9349-7870C0717868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1756" y="618644"/>
                </a:moveTo>
                <a:lnTo>
                  <a:pt x="2318875" y="6186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3" name="9wq3_5_tuned_PredictedLigand_33">
            <a:extLst>
              <a:ext uri="{FF2B5EF4-FFF2-40B4-BE49-F238E27FC236}">
                <a16:creationId xmlns:a16="http://schemas.microsoft.com/office/drawing/2014/main" id="{52B59AFE-92B1-4991-91E2-5531D0A6F735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1677" y="759729"/>
                </a:moveTo>
                <a:lnTo>
                  <a:pt x="648543" y="7231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4" name="9wq3_5_tuned_PredictedLigand_34">
            <a:extLst>
              <a:ext uri="{FF2B5EF4-FFF2-40B4-BE49-F238E27FC236}">
                <a16:creationId xmlns:a16="http://schemas.microsoft.com/office/drawing/2014/main" id="{7D655837-C4AB-4749-9A2E-8263E9FED08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669" y="483392"/>
                </a:moveTo>
                <a:lnTo>
                  <a:pt x="1751415" y="6174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5" name="9wq3_5_tuned_PredictedLigand_35">
            <a:extLst>
              <a:ext uri="{FF2B5EF4-FFF2-40B4-BE49-F238E27FC236}">
                <a16:creationId xmlns:a16="http://schemas.microsoft.com/office/drawing/2014/main" id="{A7592B5D-72ED-4175-B429-F9F59B79AF86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8352" y="1260460"/>
                </a:moveTo>
                <a:lnTo>
                  <a:pt x="1393383" y="12122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6" name="9wq3_5_tuned_PredictedLigand_36">
            <a:extLst>
              <a:ext uri="{FF2B5EF4-FFF2-40B4-BE49-F238E27FC236}">
                <a16:creationId xmlns:a16="http://schemas.microsoft.com/office/drawing/2014/main" id="{73E1C44F-F7D4-449C-88F4-F134E85F9017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7258" y="717682"/>
                </a:moveTo>
                <a:lnTo>
                  <a:pt x="2102571" y="8163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7" name="9wq3_5_tuned_PredictedLigand_37">
            <a:extLst>
              <a:ext uri="{FF2B5EF4-FFF2-40B4-BE49-F238E27FC236}">
                <a16:creationId xmlns:a16="http://schemas.microsoft.com/office/drawing/2014/main" id="{D8C629D7-8FB0-43E1-98FA-0DFE33C486A0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1202" y="671771"/>
                </a:moveTo>
                <a:lnTo>
                  <a:pt x="400265" y="7340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8" name="9wq3_5_tuned_PredictedLigand_38">
            <a:extLst>
              <a:ext uri="{FF2B5EF4-FFF2-40B4-BE49-F238E27FC236}">
                <a16:creationId xmlns:a16="http://schemas.microsoft.com/office/drawing/2014/main" id="{1A644AE9-F439-4720-86F2-84AAE1751206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968" y="918664"/>
                </a:moveTo>
                <a:lnTo>
                  <a:pt x="1960499" y="917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9" name="9wq3_5_tuned_PredictedLigand_39">
            <a:extLst>
              <a:ext uri="{FF2B5EF4-FFF2-40B4-BE49-F238E27FC236}">
                <a16:creationId xmlns:a16="http://schemas.microsoft.com/office/drawing/2014/main" id="{E8ACF488-53C2-4D32-AE16-A63FE437ABC7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18875" y="618635"/>
                </a:moveTo>
                <a:lnTo>
                  <a:pt x="2177258" y="7176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10" name="9wq3_5_tuned_PredictedLigand_40">
            <a:extLst>
              <a:ext uri="{FF2B5EF4-FFF2-40B4-BE49-F238E27FC236}">
                <a16:creationId xmlns:a16="http://schemas.microsoft.com/office/drawing/2014/main" id="{FCCDB18B-F13E-4049-8851-E6D647F135A1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0265" y="734047"/>
                </a:moveTo>
                <a:lnTo>
                  <a:pt x="571677" y="7597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11" name="9wq3_5_tuned_PredictedLigand_41">
            <a:extLst>
              <a:ext uri="{FF2B5EF4-FFF2-40B4-BE49-F238E27FC236}">
                <a16:creationId xmlns:a16="http://schemas.microsoft.com/office/drawing/2014/main" id="{EDEF0F77-1207-4B0C-8F68-30866670A252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1415" y="617451"/>
                </a:moveTo>
                <a:lnTo>
                  <a:pt x="1706286" y="7953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12" name="9wq3_5_tuned_PredictedLigand_42">
            <a:extLst>
              <a:ext uri="{FF2B5EF4-FFF2-40B4-BE49-F238E27FC236}">
                <a16:creationId xmlns:a16="http://schemas.microsoft.com/office/drawing/2014/main" id="{15BAE9D7-445C-4DC3-867A-B78677728E77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286" y="795360"/>
                </a:moveTo>
                <a:lnTo>
                  <a:pt x="1851968" y="9186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13" name="9wq3_5_tuned_PredictedLigand_43">
            <a:extLst>
              <a:ext uri="{FF2B5EF4-FFF2-40B4-BE49-F238E27FC236}">
                <a16:creationId xmlns:a16="http://schemas.microsoft.com/office/drawing/2014/main" id="{023C7D4C-BD45-431C-8831-1968109694DE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18875" y="618635"/>
                </a:moveTo>
                <a:lnTo>
                  <a:pt x="2398219" y="5267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14" name="9wq3_5_tuned_PredictedLigand_44">
            <a:extLst>
              <a:ext uri="{FF2B5EF4-FFF2-40B4-BE49-F238E27FC236}">
                <a16:creationId xmlns:a16="http://schemas.microsoft.com/office/drawing/2014/main" id="{B0F641C4-D08B-4B40-A4F3-AE2D2F13AE9F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968" y="918664"/>
                </a:moveTo>
                <a:lnTo>
                  <a:pt x="1765775" y="107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15" name="9wq3_5_tuned_PredictedLigand_45">
            <a:extLst>
              <a:ext uri="{FF2B5EF4-FFF2-40B4-BE49-F238E27FC236}">
                <a16:creationId xmlns:a16="http://schemas.microsoft.com/office/drawing/2014/main" id="{FFABEC77-AB50-44A0-A46F-19C4E144E015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868" y="1161589"/>
                </a:moveTo>
                <a:lnTo>
                  <a:pt x="1508352" y="12604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16" name="9wq3_5_tuned_PredictedLigand_46">
            <a:extLst>
              <a:ext uri="{FF2B5EF4-FFF2-40B4-BE49-F238E27FC236}">
                <a16:creationId xmlns:a16="http://schemas.microsoft.com/office/drawing/2014/main" id="{754C06C1-F03C-4455-BCB3-9C136FE711CE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714" y="856196"/>
                </a:moveTo>
                <a:lnTo>
                  <a:pt x="1706286" y="7953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17" name="9wq3_5_tuned_PredictedLigand_47">
            <a:extLst>
              <a:ext uri="{FF2B5EF4-FFF2-40B4-BE49-F238E27FC236}">
                <a16:creationId xmlns:a16="http://schemas.microsoft.com/office/drawing/2014/main" id="{5E07E070-8B00-43E4-862D-954E59D7CBB5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775" y="1076040"/>
                </a:moveTo>
                <a:lnTo>
                  <a:pt x="1623139" y="10454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18" name="9wq3_5_tuned_PredictedLigand_48">
            <a:extLst>
              <a:ext uri="{FF2B5EF4-FFF2-40B4-BE49-F238E27FC236}">
                <a16:creationId xmlns:a16="http://schemas.microsoft.com/office/drawing/2014/main" id="{AB6165B6-6933-4B51-8D5F-31CA5B093F71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139" y="1045401"/>
                </a:moveTo>
                <a:lnTo>
                  <a:pt x="1471868" y="11615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19" name="9wq3_5_tuned_PredictedLigand_49">
            <a:extLst>
              <a:ext uri="{FF2B5EF4-FFF2-40B4-BE49-F238E27FC236}">
                <a16:creationId xmlns:a16="http://schemas.microsoft.com/office/drawing/2014/main" id="{17BCB11E-8103-4DC4-A6F1-ABF66E3250A4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139" y="1045401"/>
                </a:moveTo>
                <a:lnTo>
                  <a:pt x="1581714" y="8561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20" name="9wq3_5_tuned_PredictedLigand_50">
            <a:extLst>
              <a:ext uri="{FF2B5EF4-FFF2-40B4-BE49-F238E27FC236}">
                <a16:creationId xmlns:a16="http://schemas.microsoft.com/office/drawing/2014/main" id="{E807AB40-3B55-47F3-B1D7-CF1F1986F165}"/>
              </a:ext>
            </a:extLst>
          </p:cNvPr>
          <p:cNvSpPr>
            <a:spLocks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714" y="856196"/>
                </a:moveTo>
                <a:lnTo>
                  <a:pt x="1595569" y="7741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21" name="9wq3_5_tuned_PredictedAtoms_0">
            <a:extLst>
              <a:ext uri="{FF2B5EF4-FFF2-40B4-BE49-F238E27FC236}">
                <a16:creationId xmlns:a16="http://schemas.microsoft.com/office/drawing/2014/main" id="{07445E11-C1FD-4E87-8D23-DC6E173FF8A7}"/>
              </a:ext>
            </a:extLst>
          </p:cNvPr>
          <p:cNvSpPr>
            <a:spLocks/>
          </p:cNvSpPr>
          <p:nvPr/>
        </p:nvSpPr>
        <p:spPr>
          <a:xfrm>
            <a:off x="4171119" y="54616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2" name="9wq3_5_tuned_PredictedAtoms_1">
            <a:extLst>
              <a:ext uri="{FF2B5EF4-FFF2-40B4-BE49-F238E27FC236}">
                <a16:creationId xmlns:a16="http://schemas.microsoft.com/office/drawing/2014/main" id="{02671CE0-651B-4472-AD3E-2C2326DBF2A8}"/>
              </a:ext>
            </a:extLst>
          </p:cNvPr>
          <p:cNvSpPr>
            <a:spLocks/>
          </p:cNvSpPr>
          <p:nvPr/>
        </p:nvSpPr>
        <p:spPr>
          <a:xfrm>
            <a:off x="4240597" y="53000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3" name="9wq3_5_tuned_PredictedAtoms_2">
            <a:extLst>
              <a:ext uri="{FF2B5EF4-FFF2-40B4-BE49-F238E27FC236}">
                <a16:creationId xmlns:a16="http://schemas.microsoft.com/office/drawing/2014/main" id="{94426821-2ECD-49B7-95AF-B4BBDA5BAE1A}"/>
              </a:ext>
            </a:extLst>
          </p:cNvPr>
          <p:cNvSpPr>
            <a:spLocks/>
          </p:cNvSpPr>
          <p:nvPr/>
        </p:nvSpPr>
        <p:spPr>
          <a:xfrm>
            <a:off x="4161319" y="51695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4" name="9wq3_5_tuned_PredictedAtoms_3">
            <a:extLst>
              <a:ext uri="{FF2B5EF4-FFF2-40B4-BE49-F238E27FC236}">
                <a16:creationId xmlns:a16="http://schemas.microsoft.com/office/drawing/2014/main" id="{1D0348CF-F23A-40AB-A77F-36991A86A182}"/>
              </a:ext>
            </a:extLst>
          </p:cNvPr>
          <p:cNvSpPr>
            <a:spLocks/>
          </p:cNvSpPr>
          <p:nvPr/>
        </p:nvSpPr>
        <p:spPr>
          <a:xfrm>
            <a:off x="3999767" y="509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5" name="9wq3_5_tuned_PredictedAtoms_4">
            <a:extLst>
              <a:ext uri="{FF2B5EF4-FFF2-40B4-BE49-F238E27FC236}">
                <a16:creationId xmlns:a16="http://schemas.microsoft.com/office/drawing/2014/main" id="{6F0C5C66-AD57-45CB-B27E-63F940522B88}"/>
              </a:ext>
            </a:extLst>
          </p:cNvPr>
          <p:cNvSpPr>
            <a:spLocks/>
          </p:cNvSpPr>
          <p:nvPr/>
        </p:nvSpPr>
        <p:spPr>
          <a:xfrm>
            <a:off x="4005542" y="50438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6" name="9wq3_5_tuned_PredictedAtoms_5">
            <a:extLst>
              <a:ext uri="{FF2B5EF4-FFF2-40B4-BE49-F238E27FC236}">
                <a16:creationId xmlns:a16="http://schemas.microsoft.com/office/drawing/2014/main" id="{6F268184-F59E-4095-901F-EA611DB305BF}"/>
              </a:ext>
            </a:extLst>
          </p:cNvPr>
          <p:cNvSpPr>
            <a:spLocks/>
          </p:cNvSpPr>
          <p:nvPr/>
        </p:nvSpPr>
        <p:spPr>
          <a:xfrm>
            <a:off x="3847749" y="49886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7" name="9wq3_5_tuned_PredictedAtoms_6">
            <a:extLst>
              <a:ext uri="{FF2B5EF4-FFF2-40B4-BE49-F238E27FC236}">
                <a16:creationId xmlns:a16="http://schemas.microsoft.com/office/drawing/2014/main" id="{8F959151-F4AC-4512-B364-EEF966E122FA}"/>
              </a:ext>
            </a:extLst>
          </p:cNvPr>
          <p:cNvSpPr>
            <a:spLocks/>
          </p:cNvSpPr>
          <p:nvPr/>
        </p:nvSpPr>
        <p:spPr>
          <a:xfrm>
            <a:off x="3735604" y="50078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8" name="9wq3_5_tuned_PredictedAtoms_7">
            <a:extLst>
              <a:ext uri="{FF2B5EF4-FFF2-40B4-BE49-F238E27FC236}">
                <a16:creationId xmlns:a16="http://schemas.microsoft.com/office/drawing/2014/main" id="{F7F74E9A-710A-4778-8EEC-85390AD4DDDF}"/>
              </a:ext>
            </a:extLst>
          </p:cNvPr>
          <p:cNvSpPr>
            <a:spLocks/>
          </p:cNvSpPr>
          <p:nvPr/>
        </p:nvSpPr>
        <p:spPr>
          <a:xfrm>
            <a:off x="3555820" y="49761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9" name="9wq3_5_tuned_PredictedAtoms_8">
            <a:extLst>
              <a:ext uri="{FF2B5EF4-FFF2-40B4-BE49-F238E27FC236}">
                <a16:creationId xmlns:a16="http://schemas.microsoft.com/office/drawing/2014/main" id="{6E7C8FFF-86A0-4051-9E5E-CCFACCFD09F9}"/>
              </a:ext>
            </a:extLst>
          </p:cNvPr>
          <p:cNvSpPr>
            <a:spLocks/>
          </p:cNvSpPr>
          <p:nvPr/>
        </p:nvSpPr>
        <p:spPr>
          <a:xfrm>
            <a:off x="3460391" y="48960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0" name="9wq3_5_tuned_PredictedAtoms_9">
            <a:extLst>
              <a:ext uri="{FF2B5EF4-FFF2-40B4-BE49-F238E27FC236}">
                <a16:creationId xmlns:a16="http://schemas.microsoft.com/office/drawing/2014/main" id="{339F9F01-B55B-4ABA-B98A-267F5264AD08}"/>
              </a:ext>
            </a:extLst>
          </p:cNvPr>
          <p:cNvSpPr>
            <a:spLocks/>
          </p:cNvSpPr>
          <p:nvPr/>
        </p:nvSpPr>
        <p:spPr>
          <a:xfrm>
            <a:off x="3485410" y="50275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1" name="9wq3_5_tuned_PredictedAtoms_10">
            <a:extLst>
              <a:ext uri="{FF2B5EF4-FFF2-40B4-BE49-F238E27FC236}">
                <a16:creationId xmlns:a16="http://schemas.microsoft.com/office/drawing/2014/main" id="{897A822B-AA4A-4E24-9344-41B4BA0CED98}"/>
              </a:ext>
            </a:extLst>
          </p:cNvPr>
          <p:cNvSpPr>
            <a:spLocks/>
          </p:cNvSpPr>
          <p:nvPr/>
        </p:nvSpPr>
        <p:spPr>
          <a:xfrm>
            <a:off x="3584472" y="50898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2" name="9wq3_5_tuned_PredictedAtoms_11">
            <a:extLst>
              <a:ext uri="{FF2B5EF4-FFF2-40B4-BE49-F238E27FC236}">
                <a16:creationId xmlns:a16="http://schemas.microsoft.com/office/drawing/2014/main" id="{9152C309-9EF2-44F8-AD9C-493FA424556C}"/>
              </a:ext>
            </a:extLst>
          </p:cNvPr>
          <p:cNvSpPr>
            <a:spLocks/>
          </p:cNvSpPr>
          <p:nvPr/>
        </p:nvSpPr>
        <p:spPr>
          <a:xfrm>
            <a:off x="3755885" y="51155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3" name="9wq3_5_tuned_PredictedAtoms_12">
            <a:extLst>
              <a:ext uri="{FF2B5EF4-FFF2-40B4-BE49-F238E27FC236}">
                <a16:creationId xmlns:a16="http://schemas.microsoft.com/office/drawing/2014/main" id="{536DEEA5-3159-4D6A-BA58-DF2E3CBBF089}"/>
              </a:ext>
            </a:extLst>
          </p:cNvPr>
          <p:cNvSpPr>
            <a:spLocks/>
          </p:cNvSpPr>
          <p:nvPr/>
        </p:nvSpPr>
        <p:spPr>
          <a:xfrm>
            <a:off x="3832750" y="50789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4" name="9wq3_5_tuned_PredictedAtoms_13">
            <a:extLst>
              <a:ext uri="{FF2B5EF4-FFF2-40B4-BE49-F238E27FC236}">
                <a16:creationId xmlns:a16="http://schemas.microsoft.com/office/drawing/2014/main" id="{992EBC86-3B05-406C-8187-BA4358192D4A}"/>
              </a:ext>
            </a:extLst>
          </p:cNvPr>
          <p:cNvSpPr>
            <a:spLocks/>
          </p:cNvSpPr>
          <p:nvPr/>
        </p:nvSpPr>
        <p:spPr>
          <a:xfrm>
            <a:off x="4285978" y="5035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5" name="9wq3_5_tuned_PredictedAtoms_14">
            <a:extLst>
              <a:ext uri="{FF2B5EF4-FFF2-40B4-BE49-F238E27FC236}">
                <a16:creationId xmlns:a16="http://schemas.microsoft.com/office/drawing/2014/main" id="{68011FDD-3856-4AB9-926E-46DCAB87D899}"/>
              </a:ext>
            </a:extLst>
          </p:cNvPr>
          <p:cNvSpPr>
            <a:spLocks/>
          </p:cNvSpPr>
          <p:nvPr/>
        </p:nvSpPr>
        <p:spPr>
          <a:xfrm>
            <a:off x="4456614" y="50986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6" name="9wq3_5_tuned_PredictedAtoms_15">
            <a:extLst>
              <a:ext uri="{FF2B5EF4-FFF2-40B4-BE49-F238E27FC236}">
                <a16:creationId xmlns:a16="http://schemas.microsoft.com/office/drawing/2014/main" id="{2AB5DB22-2348-4C18-A8B6-858A66C774ED}"/>
              </a:ext>
            </a:extLst>
          </p:cNvPr>
          <p:cNvSpPr>
            <a:spLocks/>
          </p:cNvSpPr>
          <p:nvPr/>
        </p:nvSpPr>
        <p:spPr>
          <a:xfrm>
            <a:off x="4620999" y="5020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7" name="9wq3_5_tuned_PredictedAtoms_16">
            <a:extLst>
              <a:ext uri="{FF2B5EF4-FFF2-40B4-BE49-F238E27FC236}">
                <a16:creationId xmlns:a16="http://schemas.microsoft.com/office/drawing/2014/main" id="{3ABE360D-59B3-4AAB-BA1A-604690D96110}"/>
              </a:ext>
            </a:extLst>
          </p:cNvPr>
          <p:cNvSpPr>
            <a:spLocks/>
          </p:cNvSpPr>
          <p:nvPr/>
        </p:nvSpPr>
        <p:spPr>
          <a:xfrm>
            <a:off x="4666926" y="48675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8" name="9wq3_5_tuned_PredictedAtoms_17">
            <a:extLst>
              <a:ext uri="{FF2B5EF4-FFF2-40B4-BE49-F238E27FC236}">
                <a16:creationId xmlns:a16="http://schemas.microsoft.com/office/drawing/2014/main" id="{65DCAC32-B8ED-4191-9F0D-0C8E373F5B0E}"/>
              </a:ext>
            </a:extLst>
          </p:cNvPr>
          <p:cNvSpPr>
            <a:spLocks/>
          </p:cNvSpPr>
          <p:nvPr/>
        </p:nvSpPr>
        <p:spPr>
          <a:xfrm>
            <a:off x="4865876" y="48391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9" name="9wq3_5_tuned_PredictedAtoms_18">
            <a:extLst>
              <a:ext uri="{FF2B5EF4-FFF2-40B4-BE49-F238E27FC236}">
                <a16:creationId xmlns:a16="http://schemas.microsoft.com/office/drawing/2014/main" id="{C5260E11-080C-49C8-AAAC-2F583E78A951}"/>
              </a:ext>
            </a:extLst>
          </p:cNvPr>
          <p:cNvSpPr>
            <a:spLocks/>
          </p:cNvSpPr>
          <p:nvPr/>
        </p:nvSpPr>
        <p:spPr>
          <a:xfrm>
            <a:off x="4927991" y="4854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0" name="9wq3_5_tuned_PredictedAtoms_19">
            <a:extLst>
              <a:ext uri="{FF2B5EF4-FFF2-40B4-BE49-F238E27FC236}">
                <a16:creationId xmlns:a16="http://schemas.microsoft.com/office/drawing/2014/main" id="{050BA0F0-D913-4FF6-A4B6-A0B06EB237CA}"/>
              </a:ext>
            </a:extLst>
          </p:cNvPr>
          <p:cNvSpPr>
            <a:spLocks/>
          </p:cNvSpPr>
          <p:nvPr/>
        </p:nvSpPr>
        <p:spPr>
          <a:xfrm>
            <a:off x="4908722" y="46662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1" name="9wq3_5_tuned_PredictedAtoms_20">
            <a:extLst>
              <a:ext uri="{FF2B5EF4-FFF2-40B4-BE49-F238E27FC236}">
                <a16:creationId xmlns:a16="http://schemas.microsoft.com/office/drawing/2014/main" id="{F9F2E729-144C-4241-8FD4-18964F14E964}"/>
              </a:ext>
            </a:extLst>
          </p:cNvPr>
          <p:cNvSpPr>
            <a:spLocks/>
          </p:cNvSpPr>
          <p:nvPr/>
        </p:nvSpPr>
        <p:spPr>
          <a:xfrm>
            <a:off x="4935622" y="49732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2" name="9wq3_5_tuned_PredictedAtoms_21">
            <a:extLst>
              <a:ext uri="{FF2B5EF4-FFF2-40B4-BE49-F238E27FC236}">
                <a16:creationId xmlns:a16="http://schemas.microsoft.com/office/drawing/2014/main" id="{F39958FA-F00F-421C-9F80-CFBED7956F92}"/>
              </a:ext>
            </a:extLst>
          </p:cNvPr>
          <p:cNvSpPr>
            <a:spLocks/>
          </p:cNvSpPr>
          <p:nvPr/>
        </p:nvSpPr>
        <p:spPr>
          <a:xfrm>
            <a:off x="4890494" y="51511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3" name="9wq3_5_tuned_PredictedAtoms_22">
            <a:extLst>
              <a:ext uri="{FF2B5EF4-FFF2-40B4-BE49-F238E27FC236}">
                <a16:creationId xmlns:a16="http://schemas.microsoft.com/office/drawing/2014/main" id="{39C6FF3F-F52B-424D-B4E4-DD684E5B1B96}"/>
              </a:ext>
            </a:extLst>
          </p:cNvPr>
          <p:cNvSpPr>
            <a:spLocks/>
          </p:cNvSpPr>
          <p:nvPr/>
        </p:nvSpPr>
        <p:spPr>
          <a:xfrm>
            <a:off x="5036175" y="52744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4" name="9wq3_5_tuned_PredictedAtoms_23">
            <a:extLst>
              <a:ext uri="{FF2B5EF4-FFF2-40B4-BE49-F238E27FC236}">
                <a16:creationId xmlns:a16="http://schemas.microsoft.com/office/drawing/2014/main" id="{A3E605BE-6F6D-4797-9A58-23EFF655BDEA}"/>
              </a:ext>
            </a:extLst>
          </p:cNvPr>
          <p:cNvSpPr>
            <a:spLocks/>
          </p:cNvSpPr>
          <p:nvPr/>
        </p:nvSpPr>
        <p:spPr>
          <a:xfrm>
            <a:off x="5144706" y="5273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5" name="9wq3_5_tuned_PredictedAtoms_24">
            <a:extLst>
              <a:ext uri="{FF2B5EF4-FFF2-40B4-BE49-F238E27FC236}">
                <a16:creationId xmlns:a16="http://schemas.microsoft.com/office/drawing/2014/main" id="{AA3BED8F-99A4-4F39-A2DD-0A4C8708B911}"/>
              </a:ext>
            </a:extLst>
          </p:cNvPr>
          <p:cNvSpPr>
            <a:spLocks/>
          </p:cNvSpPr>
          <p:nvPr/>
        </p:nvSpPr>
        <p:spPr>
          <a:xfrm>
            <a:off x="5125559" y="53593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6" name="9wq3_5_tuned_PredictedAtoms_25">
            <a:extLst>
              <a:ext uri="{FF2B5EF4-FFF2-40B4-BE49-F238E27FC236}">
                <a16:creationId xmlns:a16="http://schemas.microsoft.com/office/drawing/2014/main" id="{4D3AADE6-568E-4E4E-ACE1-A9EDD2227275}"/>
              </a:ext>
            </a:extLst>
          </p:cNvPr>
          <p:cNvSpPr>
            <a:spLocks/>
          </p:cNvSpPr>
          <p:nvPr/>
        </p:nvSpPr>
        <p:spPr>
          <a:xfrm>
            <a:off x="5255382" y="52965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7" name="9wq3_5_tuned_PredictedAtoms_26">
            <a:extLst>
              <a:ext uri="{FF2B5EF4-FFF2-40B4-BE49-F238E27FC236}">
                <a16:creationId xmlns:a16="http://schemas.microsoft.com/office/drawing/2014/main" id="{76735DDD-CB96-4FC2-90CB-B7B82763CE54}"/>
              </a:ext>
            </a:extLst>
          </p:cNvPr>
          <p:cNvSpPr>
            <a:spLocks/>
          </p:cNvSpPr>
          <p:nvPr/>
        </p:nvSpPr>
        <p:spPr>
          <a:xfrm>
            <a:off x="5354771" y="51782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8" name="9wq3_5_tuned_PredictedAtoms_27">
            <a:extLst>
              <a:ext uri="{FF2B5EF4-FFF2-40B4-BE49-F238E27FC236}">
                <a16:creationId xmlns:a16="http://schemas.microsoft.com/office/drawing/2014/main" id="{B56FF0C0-E02C-4E0A-A123-7F04C9F26036}"/>
              </a:ext>
            </a:extLst>
          </p:cNvPr>
          <p:cNvSpPr>
            <a:spLocks/>
          </p:cNvSpPr>
          <p:nvPr/>
        </p:nvSpPr>
        <p:spPr>
          <a:xfrm>
            <a:off x="5503136" y="50727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9" name="9wq3_5_tuned_PredictedAtoms_28">
            <a:extLst>
              <a:ext uri="{FF2B5EF4-FFF2-40B4-BE49-F238E27FC236}">
                <a16:creationId xmlns:a16="http://schemas.microsoft.com/office/drawing/2014/main" id="{E544CEC2-79FA-4CB4-99E1-B362ED8C0B3C}"/>
              </a:ext>
            </a:extLst>
          </p:cNvPr>
          <p:cNvSpPr>
            <a:spLocks/>
          </p:cNvSpPr>
          <p:nvPr/>
        </p:nvSpPr>
        <p:spPr>
          <a:xfrm>
            <a:off x="5568191" y="50708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0" name="9wq3_5_tuned_PredictedAtoms_29">
            <a:extLst>
              <a:ext uri="{FF2B5EF4-FFF2-40B4-BE49-F238E27FC236}">
                <a16:creationId xmlns:a16="http://schemas.microsoft.com/office/drawing/2014/main" id="{3F1D0756-D4B3-40DB-8AD2-50307B2D9383}"/>
              </a:ext>
            </a:extLst>
          </p:cNvPr>
          <p:cNvSpPr>
            <a:spLocks/>
          </p:cNvSpPr>
          <p:nvPr/>
        </p:nvSpPr>
        <p:spPr>
          <a:xfrm>
            <a:off x="5565964" y="49744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1" name="9wq3_5_tuned_PredictedAtoms_30">
            <a:extLst>
              <a:ext uri="{FF2B5EF4-FFF2-40B4-BE49-F238E27FC236}">
                <a16:creationId xmlns:a16="http://schemas.microsoft.com/office/drawing/2014/main" id="{72064160-147A-4213-9893-2BC5A4189C38}"/>
              </a:ext>
            </a:extLst>
          </p:cNvPr>
          <p:cNvSpPr>
            <a:spLocks/>
          </p:cNvSpPr>
          <p:nvPr/>
        </p:nvSpPr>
        <p:spPr>
          <a:xfrm>
            <a:off x="5503083" y="49744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2" name="9wq3_5_tuned_PredictedAtoms_31">
            <a:extLst>
              <a:ext uri="{FF2B5EF4-FFF2-40B4-BE49-F238E27FC236}">
                <a16:creationId xmlns:a16="http://schemas.microsoft.com/office/drawing/2014/main" id="{B506B3A9-3B93-4E09-84F8-C7EDDF616ECA}"/>
              </a:ext>
            </a:extLst>
          </p:cNvPr>
          <p:cNvSpPr>
            <a:spLocks/>
          </p:cNvSpPr>
          <p:nvPr/>
        </p:nvSpPr>
        <p:spPr>
          <a:xfrm>
            <a:off x="5582426" y="48824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3" name="9wq3_5_tuned_PredictedAtoms_32">
            <a:extLst>
              <a:ext uri="{FF2B5EF4-FFF2-40B4-BE49-F238E27FC236}">
                <a16:creationId xmlns:a16="http://schemas.microsoft.com/office/drawing/2014/main" id="{65DA101F-4E4E-42EB-B3C5-5620454994BC}"/>
              </a:ext>
            </a:extLst>
          </p:cNvPr>
          <p:cNvSpPr>
            <a:spLocks/>
          </p:cNvSpPr>
          <p:nvPr/>
        </p:nvSpPr>
        <p:spPr>
          <a:xfrm>
            <a:off x="5361465" y="50734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4" name="9wq3_5_tuned_PredictedAtoms_33">
            <a:extLst>
              <a:ext uri="{FF2B5EF4-FFF2-40B4-BE49-F238E27FC236}">
                <a16:creationId xmlns:a16="http://schemas.microsoft.com/office/drawing/2014/main" id="{34C31D0B-BEDA-4BF5-AC98-D341FF61491F}"/>
              </a:ext>
            </a:extLst>
          </p:cNvPr>
          <p:cNvSpPr>
            <a:spLocks/>
          </p:cNvSpPr>
          <p:nvPr/>
        </p:nvSpPr>
        <p:spPr>
          <a:xfrm>
            <a:off x="5286779" y="5172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5" name="9wq3_5_tuned_PredictedAtoms_34">
            <a:extLst>
              <a:ext uri="{FF2B5EF4-FFF2-40B4-BE49-F238E27FC236}">
                <a16:creationId xmlns:a16="http://schemas.microsoft.com/office/drawing/2014/main" id="{36B27D1B-C870-4865-98ED-CEAEF677A1B7}"/>
              </a:ext>
            </a:extLst>
          </p:cNvPr>
          <p:cNvSpPr>
            <a:spLocks/>
          </p:cNvSpPr>
          <p:nvPr/>
        </p:nvSpPr>
        <p:spPr>
          <a:xfrm>
            <a:off x="4949983" y="54318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6" name="9wq3_5_tuned_PredictedAtoms_35">
            <a:extLst>
              <a:ext uri="{FF2B5EF4-FFF2-40B4-BE49-F238E27FC236}">
                <a16:creationId xmlns:a16="http://schemas.microsoft.com/office/drawing/2014/main" id="{4D68F814-7ABB-4FE3-99AA-CA573AEF9504}"/>
              </a:ext>
            </a:extLst>
          </p:cNvPr>
          <p:cNvSpPr>
            <a:spLocks/>
          </p:cNvSpPr>
          <p:nvPr/>
        </p:nvSpPr>
        <p:spPr>
          <a:xfrm>
            <a:off x="4807347" y="54011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7" name="9wq3_5_tuned_PredictedAtoms_36">
            <a:extLst>
              <a:ext uri="{FF2B5EF4-FFF2-40B4-BE49-F238E27FC236}">
                <a16:creationId xmlns:a16="http://schemas.microsoft.com/office/drawing/2014/main" id="{4E26BB12-7C72-4BCE-8D7B-E758348EE4CE}"/>
              </a:ext>
            </a:extLst>
          </p:cNvPr>
          <p:cNvSpPr>
            <a:spLocks/>
          </p:cNvSpPr>
          <p:nvPr/>
        </p:nvSpPr>
        <p:spPr>
          <a:xfrm>
            <a:off x="4656075" y="55173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8" name="9wq3_5_tuned_PredictedAtoms_37">
            <a:extLst>
              <a:ext uri="{FF2B5EF4-FFF2-40B4-BE49-F238E27FC236}">
                <a16:creationId xmlns:a16="http://schemas.microsoft.com/office/drawing/2014/main" id="{AA4A055F-0258-4346-89FB-9107742460BC}"/>
              </a:ext>
            </a:extLst>
          </p:cNvPr>
          <p:cNvSpPr>
            <a:spLocks/>
          </p:cNvSpPr>
          <p:nvPr/>
        </p:nvSpPr>
        <p:spPr>
          <a:xfrm>
            <a:off x="4692559" y="5616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9" name="9wq3_5_tuned_PredictedAtoms_38">
            <a:extLst>
              <a:ext uri="{FF2B5EF4-FFF2-40B4-BE49-F238E27FC236}">
                <a16:creationId xmlns:a16="http://schemas.microsoft.com/office/drawing/2014/main" id="{F2C4ED7F-FAFE-415E-960B-D026698C5415}"/>
              </a:ext>
            </a:extLst>
          </p:cNvPr>
          <p:cNvSpPr>
            <a:spLocks/>
          </p:cNvSpPr>
          <p:nvPr/>
        </p:nvSpPr>
        <p:spPr>
          <a:xfrm>
            <a:off x="4577590" y="55680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60" name="9wq3_5_tuned_PredictedAtoms_39">
            <a:extLst>
              <a:ext uri="{FF2B5EF4-FFF2-40B4-BE49-F238E27FC236}">
                <a16:creationId xmlns:a16="http://schemas.microsoft.com/office/drawing/2014/main" id="{D19D181D-13D4-41E0-B4B0-3587CC76ACF1}"/>
              </a:ext>
            </a:extLst>
          </p:cNvPr>
          <p:cNvSpPr>
            <a:spLocks/>
          </p:cNvSpPr>
          <p:nvPr/>
        </p:nvSpPr>
        <p:spPr>
          <a:xfrm>
            <a:off x="4667370" y="55771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61" name="9wq3_5_tuned_PredictedAtoms_41">
            <a:extLst>
              <a:ext uri="{FF2B5EF4-FFF2-40B4-BE49-F238E27FC236}">
                <a16:creationId xmlns:a16="http://schemas.microsoft.com/office/drawing/2014/main" id="{C2A7121D-A2F0-48C6-8A20-F63FB3634E93}"/>
              </a:ext>
            </a:extLst>
          </p:cNvPr>
          <p:cNvSpPr>
            <a:spLocks/>
          </p:cNvSpPr>
          <p:nvPr/>
        </p:nvSpPr>
        <p:spPr>
          <a:xfrm>
            <a:off x="4511382" y="53796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62" name="9wq3_5_tuned_PredictedAtoms_42">
            <a:extLst>
              <a:ext uri="{FF2B5EF4-FFF2-40B4-BE49-F238E27FC236}">
                <a16:creationId xmlns:a16="http://schemas.microsoft.com/office/drawing/2014/main" id="{D4E6F1F6-D1B8-4C70-8ECC-EC20C97BC2BB}"/>
              </a:ext>
            </a:extLst>
          </p:cNvPr>
          <p:cNvSpPr>
            <a:spLocks/>
          </p:cNvSpPr>
          <p:nvPr/>
        </p:nvSpPr>
        <p:spPr>
          <a:xfrm>
            <a:off x="4430653" y="52669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63" name="9wq3_5_tuned_PredictedAtoms_43">
            <a:extLst>
              <a:ext uri="{FF2B5EF4-FFF2-40B4-BE49-F238E27FC236}">
                <a16:creationId xmlns:a16="http://schemas.microsoft.com/office/drawing/2014/main" id="{F47E20EE-B105-4FBA-AA64-573322304E55}"/>
              </a:ext>
            </a:extLst>
          </p:cNvPr>
          <p:cNvSpPr>
            <a:spLocks/>
          </p:cNvSpPr>
          <p:nvPr/>
        </p:nvSpPr>
        <p:spPr>
          <a:xfrm>
            <a:off x="4765922" y="521197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64" name="9wq3_5_tuned_PredictedAtoms_44">
            <a:extLst>
              <a:ext uri="{FF2B5EF4-FFF2-40B4-BE49-F238E27FC236}">
                <a16:creationId xmlns:a16="http://schemas.microsoft.com/office/drawing/2014/main" id="{F4173C30-06A1-4371-AA16-2BC7D70DF8E9}"/>
              </a:ext>
            </a:extLst>
          </p:cNvPr>
          <p:cNvSpPr>
            <a:spLocks/>
          </p:cNvSpPr>
          <p:nvPr/>
        </p:nvSpPr>
        <p:spPr>
          <a:xfrm>
            <a:off x="4779777" y="51299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65" name="stage3-cases-clash_27">
            <a:extLst>
              <a:ext uri="{FF2B5EF4-FFF2-40B4-BE49-F238E27FC236}">
                <a16:creationId xmlns:a16="http://schemas.microsoft.com/office/drawing/2014/main" id="{62DF6641-417B-4DD0-AAE7-E04407577C21}"/>
              </a:ext>
            </a:extLst>
          </p:cNvPr>
          <p:cNvSpPr>
            <a:spLocks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1366" name="9wq3_5_build_Receptor">
            <a:extLst>
              <a:ext uri="{FF2B5EF4-FFF2-40B4-BE49-F238E27FC236}">
                <a16:creationId xmlns:a16="http://schemas.microsoft.com/office/drawing/2014/main" id="{659E3192-5528-41CC-948B-9009BC87D8E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3192" y="704177"/>
                </a:moveTo>
                <a:lnTo>
                  <a:pt x="1966327" y="826496"/>
                </a:lnTo>
                <a:moveTo>
                  <a:pt x="2608214" y="477441"/>
                </a:moveTo>
                <a:lnTo>
                  <a:pt x="2628923" y="395595"/>
                </a:lnTo>
                <a:moveTo>
                  <a:pt x="2115870" y="571239"/>
                </a:moveTo>
                <a:lnTo>
                  <a:pt x="2113192" y="704177"/>
                </a:lnTo>
                <a:moveTo>
                  <a:pt x="2608214" y="477441"/>
                </a:moveTo>
                <a:lnTo>
                  <a:pt x="2438668" y="577681"/>
                </a:lnTo>
                <a:moveTo>
                  <a:pt x="2438668" y="577681"/>
                </a:moveTo>
                <a:lnTo>
                  <a:pt x="2280513" y="464955"/>
                </a:lnTo>
                <a:moveTo>
                  <a:pt x="2280513" y="464955"/>
                </a:moveTo>
                <a:lnTo>
                  <a:pt x="2115870" y="571239"/>
                </a:lnTo>
                <a:moveTo>
                  <a:pt x="2614971" y="350802"/>
                </a:moveTo>
                <a:lnTo>
                  <a:pt x="2608214" y="477441"/>
                </a:lnTo>
                <a:moveTo>
                  <a:pt x="1248185" y="192281"/>
                </a:moveTo>
                <a:lnTo>
                  <a:pt x="1300344" y="358347"/>
                </a:lnTo>
                <a:moveTo>
                  <a:pt x="1096003" y="130138"/>
                </a:moveTo>
                <a:lnTo>
                  <a:pt x="1248185" y="192281"/>
                </a:lnTo>
                <a:moveTo>
                  <a:pt x="1200420" y="461829"/>
                </a:moveTo>
                <a:lnTo>
                  <a:pt x="1300344" y="358347"/>
                </a:lnTo>
                <a:moveTo>
                  <a:pt x="994426" y="232491"/>
                </a:moveTo>
                <a:lnTo>
                  <a:pt x="1096003" y="130138"/>
                </a:lnTo>
                <a:moveTo>
                  <a:pt x="1048351" y="398926"/>
                </a:moveTo>
                <a:lnTo>
                  <a:pt x="1200420" y="461829"/>
                </a:lnTo>
                <a:moveTo>
                  <a:pt x="994426" y="232491"/>
                </a:moveTo>
                <a:lnTo>
                  <a:pt x="1048351" y="398926"/>
                </a:lnTo>
                <a:moveTo>
                  <a:pt x="829211" y="164167"/>
                </a:moveTo>
                <a:lnTo>
                  <a:pt x="994426" y="232491"/>
                </a:lnTo>
                <a:moveTo>
                  <a:pt x="451651" y="1020989"/>
                </a:moveTo>
                <a:lnTo>
                  <a:pt x="274505" y="1018100"/>
                </a:lnTo>
                <a:moveTo>
                  <a:pt x="172937" y="1084503"/>
                </a:moveTo>
                <a:lnTo>
                  <a:pt x="274505" y="1018100"/>
                </a:lnTo>
                <a:moveTo>
                  <a:pt x="526955" y="1090576"/>
                </a:moveTo>
                <a:lnTo>
                  <a:pt x="451651" y="1020989"/>
                </a:lnTo>
                <a:moveTo>
                  <a:pt x="248890" y="1153865"/>
                </a:moveTo>
                <a:lnTo>
                  <a:pt x="172937" y="1084503"/>
                </a:lnTo>
                <a:moveTo>
                  <a:pt x="426504" y="1157672"/>
                </a:moveTo>
                <a:lnTo>
                  <a:pt x="526955" y="1090576"/>
                </a:lnTo>
                <a:moveTo>
                  <a:pt x="426504" y="1157672"/>
                </a:moveTo>
                <a:lnTo>
                  <a:pt x="248890" y="1153865"/>
                </a:lnTo>
                <a:moveTo>
                  <a:pt x="508582" y="1232998"/>
                </a:moveTo>
                <a:lnTo>
                  <a:pt x="426504" y="1157672"/>
                </a:lnTo>
                <a:moveTo>
                  <a:pt x="2398615" y="1145727"/>
                </a:moveTo>
                <a:lnTo>
                  <a:pt x="2496237" y="1129796"/>
                </a:lnTo>
                <a:moveTo>
                  <a:pt x="2314764" y="1321835"/>
                </a:moveTo>
                <a:lnTo>
                  <a:pt x="2398615" y="1145727"/>
                </a:lnTo>
                <a:moveTo>
                  <a:pt x="2230208" y="1327775"/>
                </a:moveTo>
                <a:lnTo>
                  <a:pt x="2314764" y="1321835"/>
                </a:lnTo>
                <a:moveTo>
                  <a:pt x="1034309" y="303937"/>
                </a:moveTo>
                <a:lnTo>
                  <a:pt x="1051799" y="199777"/>
                </a:lnTo>
                <a:moveTo>
                  <a:pt x="877959" y="422374"/>
                </a:moveTo>
                <a:lnTo>
                  <a:pt x="744318" y="374363"/>
                </a:lnTo>
                <a:moveTo>
                  <a:pt x="80101" y="1004657"/>
                </a:moveTo>
                <a:lnTo>
                  <a:pt x="132752" y="835794"/>
                </a:lnTo>
                <a:moveTo>
                  <a:pt x="189526" y="1134718"/>
                </a:moveTo>
                <a:lnTo>
                  <a:pt x="80101" y="1004657"/>
                </a:lnTo>
                <a:moveTo>
                  <a:pt x="877959" y="422374"/>
                </a:moveTo>
                <a:lnTo>
                  <a:pt x="1034309" y="303937"/>
                </a:lnTo>
                <a:moveTo>
                  <a:pt x="136251" y="1304176"/>
                </a:moveTo>
                <a:lnTo>
                  <a:pt x="189526" y="1134718"/>
                </a:lnTo>
                <a:moveTo>
                  <a:pt x="1034309" y="303937"/>
                </a:moveTo>
                <a:lnTo>
                  <a:pt x="1150670" y="317805"/>
                </a:lnTo>
                <a:moveTo>
                  <a:pt x="1925887" y="199943"/>
                </a:moveTo>
                <a:lnTo>
                  <a:pt x="1948390" y="128395"/>
                </a:lnTo>
                <a:moveTo>
                  <a:pt x="2355531" y="1324254"/>
                </a:moveTo>
                <a:lnTo>
                  <a:pt x="2230208" y="1327775"/>
                </a:lnTo>
                <a:moveTo>
                  <a:pt x="802098" y="416994"/>
                </a:moveTo>
                <a:lnTo>
                  <a:pt x="877959" y="422374"/>
                </a:lnTo>
                <a:moveTo>
                  <a:pt x="1150670" y="317805"/>
                </a:moveTo>
                <a:lnTo>
                  <a:pt x="1304402" y="209816"/>
                </a:lnTo>
                <a:moveTo>
                  <a:pt x="1466125" y="321195"/>
                </a:moveTo>
                <a:lnTo>
                  <a:pt x="1460058" y="479394"/>
                </a:lnTo>
                <a:moveTo>
                  <a:pt x="1304402" y="209816"/>
                </a:moveTo>
                <a:lnTo>
                  <a:pt x="1466125" y="321195"/>
                </a:lnTo>
                <a:moveTo>
                  <a:pt x="1466125" y="321195"/>
                </a:moveTo>
                <a:lnTo>
                  <a:pt x="1612191" y="235445"/>
                </a:lnTo>
                <a:moveTo>
                  <a:pt x="2666136" y="151591"/>
                </a:moveTo>
                <a:lnTo>
                  <a:pt x="2576398" y="104738"/>
                </a:lnTo>
                <a:moveTo>
                  <a:pt x="1612191" y="235445"/>
                </a:moveTo>
                <a:lnTo>
                  <a:pt x="1775004" y="325395"/>
                </a:lnTo>
                <a:moveTo>
                  <a:pt x="1775004" y="325395"/>
                </a:moveTo>
                <a:lnTo>
                  <a:pt x="1925887" y="199943"/>
                </a:lnTo>
                <a:moveTo>
                  <a:pt x="2390377" y="162839"/>
                </a:moveTo>
                <a:lnTo>
                  <a:pt x="2330527" y="230627"/>
                </a:lnTo>
                <a:moveTo>
                  <a:pt x="1304402" y="209816"/>
                </a:moveTo>
                <a:lnTo>
                  <a:pt x="1296022" y="85265"/>
                </a:lnTo>
                <a:moveTo>
                  <a:pt x="766554" y="558124"/>
                </a:moveTo>
                <a:lnTo>
                  <a:pt x="802098" y="416994"/>
                </a:lnTo>
                <a:moveTo>
                  <a:pt x="766554" y="558124"/>
                </a:moveTo>
                <a:lnTo>
                  <a:pt x="799471" y="705216"/>
                </a:lnTo>
                <a:moveTo>
                  <a:pt x="2576398" y="104738"/>
                </a:moveTo>
                <a:lnTo>
                  <a:pt x="2390377" y="162839"/>
                </a:lnTo>
                <a:moveTo>
                  <a:pt x="1775004" y="325395"/>
                </a:moveTo>
                <a:lnTo>
                  <a:pt x="1778730" y="412994"/>
                </a:lnTo>
                <a:moveTo>
                  <a:pt x="2390377" y="162839"/>
                </a:moveTo>
                <a:lnTo>
                  <a:pt x="2303688" y="139678"/>
                </a:lnTo>
                <a:moveTo>
                  <a:pt x="1296022" y="85265"/>
                </a:moveTo>
                <a:lnTo>
                  <a:pt x="1237184" y="169837"/>
                </a:lnTo>
                <a:moveTo>
                  <a:pt x="680573" y="530087"/>
                </a:moveTo>
                <a:lnTo>
                  <a:pt x="766554" y="558124"/>
                </a:lnTo>
                <a:moveTo>
                  <a:pt x="1778730" y="412994"/>
                </a:moveTo>
                <a:lnTo>
                  <a:pt x="1873348" y="556420"/>
                </a:lnTo>
                <a:moveTo>
                  <a:pt x="1778730" y="412994"/>
                </a:moveTo>
                <a:lnTo>
                  <a:pt x="1701910" y="351404"/>
                </a:lnTo>
                <a:moveTo>
                  <a:pt x="1873348" y="556420"/>
                </a:moveTo>
                <a:lnTo>
                  <a:pt x="1857237" y="676740"/>
                </a:lnTo>
                <a:moveTo>
                  <a:pt x="538877" y="652118"/>
                </a:moveTo>
                <a:lnTo>
                  <a:pt x="680573" y="530087"/>
                </a:lnTo>
                <a:moveTo>
                  <a:pt x="1967857" y="836190"/>
                </a:moveTo>
                <a:lnTo>
                  <a:pt x="2142543" y="789798"/>
                </a:lnTo>
                <a:moveTo>
                  <a:pt x="1857237" y="676740"/>
                </a:moveTo>
                <a:lnTo>
                  <a:pt x="1967857" y="836190"/>
                </a:lnTo>
                <a:moveTo>
                  <a:pt x="680573" y="530087"/>
                </a:moveTo>
                <a:lnTo>
                  <a:pt x="811551" y="550204"/>
                </a:lnTo>
                <a:moveTo>
                  <a:pt x="811551" y="550204"/>
                </a:moveTo>
                <a:lnTo>
                  <a:pt x="972166" y="445263"/>
                </a:lnTo>
                <a:moveTo>
                  <a:pt x="1857237" y="676740"/>
                </a:moveTo>
                <a:lnTo>
                  <a:pt x="1906362" y="598931"/>
                </a:lnTo>
                <a:moveTo>
                  <a:pt x="811551" y="550204"/>
                </a:moveTo>
                <a:lnTo>
                  <a:pt x="730492" y="495496"/>
                </a:lnTo>
                <a:moveTo>
                  <a:pt x="1906362" y="598931"/>
                </a:moveTo>
                <a:lnTo>
                  <a:pt x="1860026" y="672165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367" name="9wq3_5_build_ExperimentalDensity">
            <a:extLst>
              <a:ext uri="{FF2B5EF4-FFF2-40B4-BE49-F238E27FC236}">
                <a16:creationId xmlns:a16="http://schemas.microsoft.com/office/drawing/2014/main" id="{721F59F2-C0D0-4BF8-8376-61AB4064775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3935" y="839223"/>
                </a:moveTo>
                <a:lnTo>
                  <a:pt x="2304139" y="935663"/>
                </a:lnTo>
                <a:moveTo>
                  <a:pt x="2213935" y="839223"/>
                </a:moveTo>
                <a:lnTo>
                  <a:pt x="2305881" y="743869"/>
                </a:lnTo>
                <a:moveTo>
                  <a:pt x="2119990" y="921332"/>
                </a:moveTo>
                <a:lnTo>
                  <a:pt x="2304139" y="935663"/>
                </a:lnTo>
                <a:moveTo>
                  <a:pt x="2119990" y="921332"/>
                </a:moveTo>
                <a:lnTo>
                  <a:pt x="2213935" y="839223"/>
                </a:lnTo>
                <a:moveTo>
                  <a:pt x="661471" y="700546"/>
                </a:moveTo>
                <a:lnTo>
                  <a:pt x="754417" y="611824"/>
                </a:lnTo>
                <a:moveTo>
                  <a:pt x="2282571" y="576393"/>
                </a:moveTo>
                <a:lnTo>
                  <a:pt x="2330190" y="575349"/>
                </a:lnTo>
                <a:moveTo>
                  <a:pt x="2271901" y="697542"/>
                </a:moveTo>
                <a:lnTo>
                  <a:pt x="2305881" y="743869"/>
                </a:lnTo>
                <a:moveTo>
                  <a:pt x="2334949" y="700177"/>
                </a:moveTo>
                <a:lnTo>
                  <a:pt x="2305881" y="743869"/>
                </a:lnTo>
                <a:moveTo>
                  <a:pt x="2178480" y="784510"/>
                </a:moveTo>
                <a:lnTo>
                  <a:pt x="2213935" y="839223"/>
                </a:lnTo>
                <a:moveTo>
                  <a:pt x="2304139" y="935663"/>
                </a:moveTo>
                <a:lnTo>
                  <a:pt x="2393406" y="822561"/>
                </a:lnTo>
                <a:moveTo>
                  <a:pt x="2213935" y="839223"/>
                </a:moveTo>
                <a:lnTo>
                  <a:pt x="2393406" y="822561"/>
                </a:lnTo>
                <a:moveTo>
                  <a:pt x="2178480" y="784510"/>
                </a:moveTo>
                <a:lnTo>
                  <a:pt x="2305881" y="743869"/>
                </a:lnTo>
                <a:moveTo>
                  <a:pt x="2305881" y="743869"/>
                </a:moveTo>
                <a:lnTo>
                  <a:pt x="2393406" y="822561"/>
                </a:lnTo>
                <a:moveTo>
                  <a:pt x="477774" y="689210"/>
                </a:moveTo>
                <a:lnTo>
                  <a:pt x="661471" y="700546"/>
                </a:lnTo>
                <a:moveTo>
                  <a:pt x="2086831" y="873254"/>
                </a:moveTo>
                <a:lnTo>
                  <a:pt x="2213935" y="839223"/>
                </a:lnTo>
                <a:moveTo>
                  <a:pt x="2404888" y="830883"/>
                </a:moveTo>
                <a:lnTo>
                  <a:pt x="2304139" y="935663"/>
                </a:lnTo>
                <a:moveTo>
                  <a:pt x="674602" y="513499"/>
                </a:moveTo>
                <a:lnTo>
                  <a:pt x="754417" y="611824"/>
                </a:lnTo>
                <a:moveTo>
                  <a:pt x="365287" y="564634"/>
                </a:moveTo>
                <a:lnTo>
                  <a:pt x="388707" y="600303"/>
                </a:lnTo>
                <a:moveTo>
                  <a:pt x="2271901" y="697542"/>
                </a:moveTo>
                <a:lnTo>
                  <a:pt x="2334949" y="700177"/>
                </a:lnTo>
                <a:moveTo>
                  <a:pt x="581595" y="600881"/>
                </a:moveTo>
                <a:lnTo>
                  <a:pt x="754417" y="611824"/>
                </a:lnTo>
                <a:moveTo>
                  <a:pt x="362389" y="608550"/>
                </a:moveTo>
                <a:lnTo>
                  <a:pt x="388707" y="600303"/>
                </a:lnTo>
                <a:moveTo>
                  <a:pt x="2025574" y="1000318"/>
                </a:moveTo>
                <a:lnTo>
                  <a:pt x="2119990" y="921332"/>
                </a:lnTo>
                <a:moveTo>
                  <a:pt x="2355460" y="961962"/>
                </a:moveTo>
                <a:lnTo>
                  <a:pt x="2304139" y="935663"/>
                </a:lnTo>
                <a:moveTo>
                  <a:pt x="754417" y="611824"/>
                </a:moveTo>
                <a:lnTo>
                  <a:pt x="748599" y="776606"/>
                </a:lnTo>
                <a:moveTo>
                  <a:pt x="581595" y="600881"/>
                </a:moveTo>
                <a:lnTo>
                  <a:pt x="661471" y="700546"/>
                </a:lnTo>
                <a:moveTo>
                  <a:pt x="2178480" y="784510"/>
                </a:moveTo>
                <a:lnTo>
                  <a:pt x="2271901" y="697542"/>
                </a:lnTo>
                <a:moveTo>
                  <a:pt x="2086831" y="873254"/>
                </a:moveTo>
                <a:lnTo>
                  <a:pt x="2119990" y="921332"/>
                </a:lnTo>
                <a:moveTo>
                  <a:pt x="530031" y="624441"/>
                </a:moveTo>
                <a:lnTo>
                  <a:pt x="661471" y="700546"/>
                </a:lnTo>
                <a:moveTo>
                  <a:pt x="2334949" y="700177"/>
                </a:moveTo>
                <a:lnTo>
                  <a:pt x="2393406" y="822561"/>
                </a:lnTo>
                <a:moveTo>
                  <a:pt x="661471" y="700546"/>
                </a:moveTo>
                <a:lnTo>
                  <a:pt x="748599" y="776606"/>
                </a:lnTo>
                <a:moveTo>
                  <a:pt x="698421" y="466820"/>
                </a:moveTo>
                <a:lnTo>
                  <a:pt x="674602" y="513499"/>
                </a:lnTo>
                <a:moveTo>
                  <a:pt x="838819" y="678153"/>
                </a:moveTo>
                <a:lnTo>
                  <a:pt x="754417" y="611824"/>
                </a:lnTo>
                <a:moveTo>
                  <a:pt x="2334949" y="700177"/>
                </a:moveTo>
                <a:lnTo>
                  <a:pt x="2400505" y="811626"/>
                </a:lnTo>
                <a:moveTo>
                  <a:pt x="1994824" y="961639"/>
                </a:moveTo>
                <a:lnTo>
                  <a:pt x="2119990" y="921332"/>
                </a:lnTo>
                <a:moveTo>
                  <a:pt x="413092" y="612567"/>
                </a:moveTo>
                <a:lnTo>
                  <a:pt x="477774" y="689210"/>
                </a:lnTo>
                <a:moveTo>
                  <a:pt x="530031" y="624441"/>
                </a:moveTo>
                <a:lnTo>
                  <a:pt x="477774" y="689210"/>
                </a:lnTo>
                <a:moveTo>
                  <a:pt x="2400505" y="811626"/>
                </a:moveTo>
                <a:lnTo>
                  <a:pt x="2393406" y="822561"/>
                </a:lnTo>
                <a:moveTo>
                  <a:pt x="2086831" y="873254"/>
                </a:moveTo>
                <a:lnTo>
                  <a:pt x="2178480" y="784510"/>
                </a:lnTo>
                <a:moveTo>
                  <a:pt x="362389" y="608550"/>
                </a:moveTo>
                <a:lnTo>
                  <a:pt x="365287" y="564634"/>
                </a:lnTo>
                <a:moveTo>
                  <a:pt x="660860" y="493166"/>
                </a:moveTo>
                <a:lnTo>
                  <a:pt x="698421" y="466820"/>
                </a:lnTo>
                <a:moveTo>
                  <a:pt x="2404888" y="830883"/>
                </a:moveTo>
                <a:lnTo>
                  <a:pt x="2393406" y="822561"/>
                </a:lnTo>
                <a:moveTo>
                  <a:pt x="581595" y="600881"/>
                </a:moveTo>
                <a:lnTo>
                  <a:pt x="674602" y="513499"/>
                </a:lnTo>
                <a:moveTo>
                  <a:pt x="2267026" y="553846"/>
                </a:moveTo>
                <a:lnTo>
                  <a:pt x="2282571" y="576393"/>
                </a:lnTo>
                <a:moveTo>
                  <a:pt x="660860" y="493166"/>
                </a:moveTo>
                <a:lnTo>
                  <a:pt x="674602" y="513499"/>
                </a:lnTo>
                <a:moveTo>
                  <a:pt x="362389" y="608550"/>
                </a:moveTo>
                <a:lnTo>
                  <a:pt x="413092" y="612567"/>
                </a:lnTo>
                <a:moveTo>
                  <a:pt x="2400505" y="811626"/>
                </a:moveTo>
                <a:lnTo>
                  <a:pt x="2404888" y="830883"/>
                </a:lnTo>
                <a:moveTo>
                  <a:pt x="2282571" y="576393"/>
                </a:moveTo>
                <a:lnTo>
                  <a:pt x="2387437" y="609342"/>
                </a:lnTo>
                <a:moveTo>
                  <a:pt x="2387437" y="609342"/>
                </a:moveTo>
                <a:lnTo>
                  <a:pt x="2330190" y="575349"/>
                </a:lnTo>
                <a:moveTo>
                  <a:pt x="413092" y="612567"/>
                </a:moveTo>
                <a:lnTo>
                  <a:pt x="530031" y="624441"/>
                </a:lnTo>
                <a:moveTo>
                  <a:pt x="2390978" y="608713"/>
                </a:moveTo>
                <a:lnTo>
                  <a:pt x="2330190" y="575349"/>
                </a:lnTo>
                <a:moveTo>
                  <a:pt x="530031" y="624441"/>
                </a:moveTo>
                <a:lnTo>
                  <a:pt x="581595" y="600881"/>
                </a:lnTo>
                <a:moveTo>
                  <a:pt x="1994824" y="961639"/>
                </a:moveTo>
                <a:lnTo>
                  <a:pt x="2025574" y="1000318"/>
                </a:lnTo>
                <a:moveTo>
                  <a:pt x="660860" y="493166"/>
                </a:moveTo>
                <a:lnTo>
                  <a:pt x="581595" y="600881"/>
                </a:lnTo>
                <a:moveTo>
                  <a:pt x="1994824" y="961639"/>
                </a:moveTo>
                <a:lnTo>
                  <a:pt x="2086831" y="873254"/>
                </a:lnTo>
                <a:moveTo>
                  <a:pt x="413092" y="612567"/>
                </a:moveTo>
                <a:lnTo>
                  <a:pt x="568042" y="582742"/>
                </a:lnTo>
                <a:moveTo>
                  <a:pt x="568042" y="582742"/>
                </a:moveTo>
                <a:lnTo>
                  <a:pt x="581595" y="600881"/>
                </a:lnTo>
                <a:moveTo>
                  <a:pt x="568042" y="582742"/>
                </a:moveTo>
                <a:lnTo>
                  <a:pt x="530031" y="624441"/>
                </a:lnTo>
                <a:moveTo>
                  <a:pt x="568042" y="582742"/>
                </a:moveTo>
                <a:lnTo>
                  <a:pt x="660860" y="493166"/>
                </a:lnTo>
                <a:moveTo>
                  <a:pt x="2271901" y="697542"/>
                </a:moveTo>
                <a:lnTo>
                  <a:pt x="2387437" y="609342"/>
                </a:lnTo>
                <a:moveTo>
                  <a:pt x="2355460" y="961962"/>
                </a:moveTo>
                <a:lnTo>
                  <a:pt x="2404888" y="830883"/>
                </a:lnTo>
                <a:moveTo>
                  <a:pt x="2225445" y="623376"/>
                </a:moveTo>
                <a:lnTo>
                  <a:pt x="2271901" y="697542"/>
                </a:lnTo>
                <a:moveTo>
                  <a:pt x="1945160" y="1065037"/>
                </a:moveTo>
                <a:lnTo>
                  <a:pt x="2025574" y="1000318"/>
                </a:lnTo>
                <a:moveTo>
                  <a:pt x="2387437" y="609342"/>
                </a:moveTo>
                <a:lnTo>
                  <a:pt x="2334949" y="700177"/>
                </a:lnTo>
                <a:moveTo>
                  <a:pt x="2391829" y="609838"/>
                </a:moveTo>
                <a:lnTo>
                  <a:pt x="2334949" y="700177"/>
                </a:lnTo>
                <a:moveTo>
                  <a:pt x="838819" y="678153"/>
                </a:moveTo>
                <a:lnTo>
                  <a:pt x="748599" y="776606"/>
                </a:lnTo>
                <a:moveTo>
                  <a:pt x="837517" y="682245"/>
                </a:moveTo>
                <a:lnTo>
                  <a:pt x="748599" y="776606"/>
                </a:lnTo>
                <a:moveTo>
                  <a:pt x="2135259" y="713587"/>
                </a:moveTo>
                <a:lnTo>
                  <a:pt x="2271901" y="697542"/>
                </a:lnTo>
                <a:moveTo>
                  <a:pt x="2037841" y="1151095"/>
                </a:moveTo>
                <a:lnTo>
                  <a:pt x="2025574" y="1000318"/>
                </a:lnTo>
                <a:moveTo>
                  <a:pt x="1945160" y="1065037"/>
                </a:moveTo>
                <a:lnTo>
                  <a:pt x="1994824" y="961639"/>
                </a:lnTo>
                <a:moveTo>
                  <a:pt x="838819" y="678153"/>
                </a:moveTo>
                <a:lnTo>
                  <a:pt x="837517" y="682245"/>
                </a:lnTo>
                <a:moveTo>
                  <a:pt x="840266" y="679408"/>
                </a:moveTo>
                <a:lnTo>
                  <a:pt x="838819" y="678153"/>
                </a:lnTo>
                <a:moveTo>
                  <a:pt x="840266" y="679408"/>
                </a:moveTo>
                <a:lnTo>
                  <a:pt x="837517" y="682245"/>
                </a:lnTo>
                <a:moveTo>
                  <a:pt x="638115" y="449328"/>
                </a:moveTo>
                <a:lnTo>
                  <a:pt x="698421" y="466820"/>
                </a:lnTo>
                <a:moveTo>
                  <a:pt x="2135259" y="713587"/>
                </a:moveTo>
                <a:lnTo>
                  <a:pt x="2178480" y="784510"/>
                </a:lnTo>
                <a:moveTo>
                  <a:pt x="2450221" y="727993"/>
                </a:moveTo>
                <a:lnTo>
                  <a:pt x="2334949" y="700177"/>
                </a:lnTo>
                <a:moveTo>
                  <a:pt x="784203" y="804029"/>
                </a:moveTo>
                <a:lnTo>
                  <a:pt x="748599" y="776606"/>
                </a:lnTo>
                <a:moveTo>
                  <a:pt x="290423" y="653658"/>
                </a:moveTo>
                <a:lnTo>
                  <a:pt x="362389" y="608550"/>
                </a:lnTo>
                <a:moveTo>
                  <a:pt x="290423" y="653658"/>
                </a:moveTo>
                <a:lnTo>
                  <a:pt x="413092" y="612567"/>
                </a:lnTo>
                <a:moveTo>
                  <a:pt x="2031371" y="790060"/>
                </a:moveTo>
                <a:lnTo>
                  <a:pt x="2178480" y="784510"/>
                </a:lnTo>
                <a:moveTo>
                  <a:pt x="837517" y="682245"/>
                </a:moveTo>
                <a:lnTo>
                  <a:pt x="784203" y="804029"/>
                </a:lnTo>
                <a:moveTo>
                  <a:pt x="2450221" y="727993"/>
                </a:moveTo>
                <a:lnTo>
                  <a:pt x="2400505" y="811626"/>
                </a:lnTo>
                <a:moveTo>
                  <a:pt x="638115" y="449328"/>
                </a:moveTo>
                <a:lnTo>
                  <a:pt x="660860" y="493166"/>
                </a:lnTo>
                <a:moveTo>
                  <a:pt x="2031371" y="790060"/>
                </a:moveTo>
                <a:lnTo>
                  <a:pt x="2086831" y="873254"/>
                </a:lnTo>
                <a:moveTo>
                  <a:pt x="532703" y="524272"/>
                </a:moveTo>
                <a:lnTo>
                  <a:pt x="413092" y="612567"/>
                </a:lnTo>
                <a:moveTo>
                  <a:pt x="1945160" y="1065037"/>
                </a:moveTo>
                <a:lnTo>
                  <a:pt x="2037841" y="1151095"/>
                </a:lnTo>
                <a:moveTo>
                  <a:pt x="1929739" y="1069901"/>
                </a:moveTo>
                <a:lnTo>
                  <a:pt x="1945160" y="1065037"/>
                </a:lnTo>
                <a:moveTo>
                  <a:pt x="532703" y="524272"/>
                </a:moveTo>
                <a:lnTo>
                  <a:pt x="660860" y="493166"/>
                </a:lnTo>
                <a:moveTo>
                  <a:pt x="412584" y="584471"/>
                </a:moveTo>
                <a:lnTo>
                  <a:pt x="413092" y="612567"/>
                </a:lnTo>
                <a:moveTo>
                  <a:pt x="1940117" y="879201"/>
                </a:moveTo>
                <a:lnTo>
                  <a:pt x="2086831" y="873254"/>
                </a:lnTo>
                <a:moveTo>
                  <a:pt x="2267026" y="553846"/>
                </a:moveTo>
                <a:lnTo>
                  <a:pt x="2387437" y="609342"/>
                </a:lnTo>
                <a:moveTo>
                  <a:pt x="2267026" y="553846"/>
                </a:moveTo>
                <a:lnTo>
                  <a:pt x="2225445" y="623376"/>
                </a:lnTo>
                <a:moveTo>
                  <a:pt x="532703" y="524272"/>
                </a:moveTo>
                <a:lnTo>
                  <a:pt x="568042" y="582742"/>
                </a:lnTo>
                <a:moveTo>
                  <a:pt x="300674" y="652900"/>
                </a:moveTo>
                <a:lnTo>
                  <a:pt x="413092" y="612567"/>
                </a:lnTo>
                <a:moveTo>
                  <a:pt x="837517" y="682245"/>
                </a:moveTo>
                <a:lnTo>
                  <a:pt x="835184" y="849072"/>
                </a:lnTo>
                <a:moveTo>
                  <a:pt x="840266" y="679408"/>
                </a:moveTo>
                <a:lnTo>
                  <a:pt x="835184" y="849072"/>
                </a:lnTo>
                <a:moveTo>
                  <a:pt x="2468631" y="867210"/>
                </a:moveTo>
                <a:lnTo>
                  <a:pt x="2400505" y="811626"/>
                </a:lnTo>
                <a:moveTo>
                  <a:pt x="2386121" y="977624"/>
                </a:moveTo>
                <a:lnTo>
                  <a:pt x="2355460" y="961962"/>
                </a:lnTo>
                <a:moveTo>
                  <a:pt x="2225445" y="623376"/>
                </a:moveTo>
                <a:lnTo>
                  <a:pt x="2387437" y="609342"/>
                </a:lnTo>
                <a:moveTo>
                  <a:pt x="1403338" y="1271763"/>
                </a:moveTo>
                <a:lnTo>
                  <a:pt x="1538436" y="1226584"/>
                </a:lnTo>
                <a:moveTo>
                  <a:pt x="2468631" y="867210"/>
                </a:moveTo>
                <a:lnTo>
                  <a:pt x="2404888" y="830883"/>
                </a:lnTo>
                <a:moveTo>
                  <a:pt x="1940117" y="879201"/>
                </a:moveTo>
                <a:lnTo>
                  <a:pt x="1994824" y="961639"/>
                </a:lnTo>
                <a:moveTo>
                  <a:pt x="2390978" y="608713"/>
                </a:moveTo>
                <a:lnTo>
                  <a:pt x="2387437" y="609342"/>
                </a:lnTo>
                <a:moveTo>
                  <a:pt x="1929739" y="1069901"/>
                </a:moveTo>
                <a:lnTo>
                  <a:pt x="2037841" y="1151095"/>
                </a:lnTo>
                <a:moveTo>
                  <a:pt x="2391829" y="609838"/>
                </a:moveTo>
                <a:lnTo>
                  <a:pt x="2387437" y="609342"/>
                </a:lnTo>
                <a:moveTo>
                  <a:pt x="2391829" y="609838"/>
                </a:moveTo>
                <a:lnTo>
                  <a:pt x="2390978" y="608713"/>
                </a:lnTo>
                <a:moveTo>
                  <a:pt x="2391961" y="609653"/>
                </a:moveTo>
                <a:lnTo>
                  <a:pt x="2390978" y="608713"/>
                </a:lnTo>
                <a:moveTo>
                  <a:pt x="2391829" y="609838"/>
                </a:moveTo>
                <a:lnTo>
                  <a:pt x="2391961" y="609653"/>
                </a:lnTo>
                <a:moveTo>
                  <a:pt x="840266" y="679408"/>
                </a:moveTo>
                <a:lnTo>
                  <a:pt x="927077" y="753369"/>
                </a:lnTo>
                <a:moveTo>
                  <a:pt x="1332566" y="1292828"/>
                </a:moveTo>
                <a:lnTo>
                  <a:pt x="1403338" y="1271763"/>
                </a:lnTo>
                <a:moveTo>
                  <a:pt x="1251818" y="1300477"/>
                </a:moveTo>
                <a:lnTo>
                  <a:pt x="1332566" y="1292828"/>
                </a:lnTo>
                <a:moveTo>
                  <a:pt x="1379314" y="1243634"/>
                </a:moveTo>
                <a:lnTo>
                  <a:pt x="1403338" y="1271763"/>
                </a:lnTo>
                <a:moveTo>
                  <a:pt x="904624" y="535910"/>
                </a:moveTo>
                <a:lnTo>
                  <a:pt x="838819" y="678153"/>
                </a:lnTo>
                <a:moveTo>
                  <a:pt x="1251818" y="1300477"/>
                </a:moveTo>
                <a:lnTo>
                  <a:pt x="1379314" y="1243634"/>
                </a:lnTo>
                <a:moveTo>
                  <a:pt x="904624" y="535910"/>
                </a:moveTo>
                <a:lnTo>
                  <a:pt x="840266" y="679408"/>
                </a:lnTo>
                <a:moveTo>
                  <a:pt x="2135259" y="713587"/>
                </a:moveTo>
                <a:lnTo>
                  <a:pt x="2225445" y="623376"/>
                </a:lnTo>
                <a:moveTo>
                  <a:pt x="1379314" y="1243634"/>
                </a:moveTo>
                <a:lnTo>
                  <a:pt x="1332566" y="1292828"/>
                </a:lnTo>
                <a:moveTo>
                  <a:pt x="835184" y="849072"/>
                </a:moveTo>
                <a:lnTo>
                  <a:pt x="784203" y="804029"/>
                </a:lnTo>
                <a:moveTo>
                  <a:pt x="638115" y="449328"/>
                </a:moveTo>
                <a:lnTo>
                  <a:pt x="722618" y="353419"/>
                </a:lnTo>
                <a:moveTo>
                  <a:pt x="913203" y="574303"/>
                </a:moveTo>
                <a:lnTo>
                  <a:pt x="840266" y="679408"/>
                </a:lnTo>
                <a:moveTo>
                  <a:pt x="1470988" y="1146480"/>
                </a:moveTo>
                <a:lnTo>
                  <a:pt x="1538436" y="1226584"/>
                </a:lnTo>
                <a:moveTo>
                  <a:pt x="2468631" y="867210"/>
                </a:moveTo>
                <a:lnTo>
                  <a:pt x="2355460" y="961962"/>
                </a:lnTo>
                <a:moveTo>
                  <a:pt x="1470988" y="1146480"/>
                </a:moveTo>
                <a:lnTo>
                  <a:pt x="1403338" y="1271763"/>
                </a:lnTo>
                <a:moveTo>
                  <a:pt x="2391829" y="609838"/>
                </a:moveTo>
                <a:lnTo>
                  <a:pt x="2450221" y="727993"/>
                </a:lnTo>
                <a:moveTo>
                  <a:pt x="1911382" y="1031026"/>
                </a:moveTo>
                <a:lnTo>
                  <a:pt x="1994824" y="961639"/>
                </a:lnTo>
                <a:moveTo>
                  <a:pt x="1379314" y="1243634"/>
                </a:moveTo>
                <a:lnTo>
                  <a:pt x="1470988" y="1146480"/>
                </a:lnTo>
                <a:moveTo>
                  <a:pt x="2206804" y="588639"/>
                </a:moveTo>
                <a:lnTo>
                  <a:pt x="2267026" y="553846"/>
                </a:lnTo>
                <a:moveTo>
                  <a:pt x="2031371" y="790060"/>
                </a:moveTo>
                <a:lnTo>
                  <a:pt x="2135259" y="713587"/>
                </a:lnTo>
                <a:moveTo>
                  <a:pt x="1288004" y="1139861"/>
                </a:moveTo>
                <a:lnTo>
                  <a:pt x="1379314" y="1243634"/>
                </a:lnTo>
                <a:moveTo>
                  <a:pt x="1911382" y="1031026"/>
                </a:moveTo>
                <a:lnTo>
                  <a:pt x="1945160" y="1065037"/>
                </a:lnTo>
                <a:moveTo>
                  <a:pt x="532703" y="524272"/>
                </a:moveTo>
                <a:lnTo>
                  <a:pt x="638115" y="449328"/>
                </a:lnTo>
                <a:moveTo>
                  <a:pt x="722618" y="353419"/>
                </a:moveTo>
                <a:lnTo>
                  <a:pt x="748292" y="367904"/>
                </a:lnTo>
                <a:moveTo>
                  <a:pt x="2206804" y="588639"/>
                </a:moveTo>
                <a:lnTo>
                  <a:pt x="2225445" y="623376"/>
                </a:lnTo>
                <a:moveTo>
                  <a:pt x="2017248" y="1148481"/>
                </a:moveTo>
                <a:lnTo>
                  <a:pt x="2037841" y="1151095"/>
                </a:lnTo>
                <a:moveTo>
                  <a:pt x="1288004" y="1139861"/>
                </a:moveTo>
                <a:lnTo>
                  <a:pt x="1470988" y="1146480"/>
                </a:lnTo>
                <a:moveTo>
                  <a:pt x="300674" y="652900"/>
                </a:moveTo>
                <a:lnTo>
                  <a:pt x="290423" y="653658"/>
                </a:lnTo>
                <a:moveTo>
                  <a:pt x="1929739" y="1069901"/>
                </a:moveTo>
                <a:lnTo>
                  <a:pt x="2017248" y="1148481"/>
                </a:lnTo>
                <a:moveTo>
                  <a:pt x="835184" y="849072"/>
                </a:moveTo>
                <a:lnTo>
                  <a:pt x="927077" y="753369"/>
                </a:lnTo>
                <a:moveTo>
                  <a:pt x="2206804" y="588639"/>
                </a:moveTo>
                <a:lnTo>
                  <a:pt x="2135259" y="713587"/>
                </a:lnTo>
                <a:moveTo>
                  <a:pt x="1940117" y="879201"/>
                </a:moveTo>
                <a:lnTo>
                  <a:pt x="2031371" y="790060"/>
                </a:lnTo>
                <a:moveTo>
                  <a:pt x="412584" y="584471"/>
                </a:moveTo>
                <a:lnTo>
                  <a:pt x="532703" y="524272"/>
                </a:lnTo>
                <a:moveTo>
                  <a:pt x="1611454" y="1091573"/>
                </a:moveTo>
                <a:lnTo>
                  <a:pt x="1538436" y="1226584"/>
                </a:lnTo>
                <a:moveTo>
                  <a:pt x="2022310" y="775354"/>
                </a:moveTo>
                <a:lnTo>
                  <a:pt x="2031371" y="790060"/>
                </a:lnTo>
                <a:moveTo>
                  <a:pt x="1911382" y="1031026"/>
                </a:moveTo>
                <a:lnTo>
                  <a:pt x="1929739" y="1069901"/>
                </a:lnTo>
                <a:moveTo>
                  <a:pt x="2194279" y="564541"/>
                </a:moveTo>
                <a:lnTo>
                  <a:pt x="2267026" y="553846"/>
                </a:lnTo>
                <a:moveTo>
                  <a:pt x="2391829" y="609838"/>
                </a:moveTo>
                <a:lnTo>
                  <a:pt x="2478177" y="679670"/>
                </a:lnTo>
                <a:moveTo>
                  <a:pt x="2391961" y="609653"/>
                </a:moveTo>
                <a:lnTo>
                  <a:pt x="2478177" y="679670"/>
                </a:lnTo>
                <a:moveTo>
                  <a:pt x="2450221" y="727993"/>
                </a:moveTo>
                <a:lnTo>
                  <a:pt x="2468631" y="867210"/>
                </a:lnTo>
                <a:moveTo>
                  <a:pt x="1900471" y="1069772"/>
                </a:moveTo>
                <a:lnTo>
                  <a:pt x="1929739" y="1069901"/>
                </a:lnTo>
                <a:moveTo>
                  <a:pt x="1227709" y="1181070"/>
                </a:moveTo>
                <a:lnTo>
                  <a:pt x="1251818" y="1300477"/>
                </a:lnTo>
                <a:moveTo>
                  <a:pt x="2468631" y="867210"/>
                </a:moveTo>
                <a:lnTo>
                  <a:pt x="2386121" y="977624"/>
                </a:lnTo>
                <a:moveTo>
                  <a:pt x="2022310" y="775354"/>
                </a:moveTo>
                <a:lnTo>
                  <a:pt x="1940117" y="879201"/>
                </a:lnTo>
                <a:moveTo>
                  <a:pt x="1402519" y="1062719"/>
                </a:moveTo>
                <a:lnTo>
                  <a:pt x="1470988" y="1146480"/>
                </a:lnTo>
                <a:moveTo>
                  <a:pt x="2460001" y="508929"/>
                </a:moveTo>
                <a:lnTo>
                  <a:pt x="2391961" y="609653"/>
                </a:lnTo>
                <a:moveTo>
                  <a:pt x="913203" y="574303"/>
                </a:moveTo>
                <a:lnTo>
                  <a:pt x="927077" y="753369"/>
                </a:lnTo>
                <a:moveTo>
                  <a:pt x="1341180" y="1074855"/>
                </a:moveTo>
                <a:lnTo>
                  <a:pt x="1470988" y="1146480"/>
                </a:lnTo>
                <a:moveTo>
                  <a:pt x="2459028" y="892562"/>
                </a:moveTo>
                <a:lnTo>
                  <a:pt x="2386121" y="977624"/>
                </a:lnTo>
                <a:moveTo>
                  <a:pt x="300674" y="652900"/>
                </a:moveTo>
                <a:lnTo>
                  <a:pt x="412584" y="584471"/>
                </a:lnTo>
                <a:moveTo>
                  <a:pt x="2113186" y="672915"/>
                </a:moveTo>
                <a:lnTo>
                  <a:pt x="2135259" y="713587"/>
                </a:lnTo>
                <a:moveTo>
                  <a:pt x="1014484" y="1034608"/>
                </a:moveTo>
                <a:lnTo>
                  <a:pt x="1016883" y="1032787"/>
                </a:lnTo>
                <a:moveTo>
                  <a:pt x="1227709" y="1181070"/>
                </a:moveTo>
                <a:lnTo>
                  <a:pt x="1379314" y="1243634"/>
                </a:lnTo>
                <a:moveTo>
                  <a:pt x="653723" y="445874"/>
                </a:moveTo>
                <a:lnTo>
                  <a:pt x="722618" y="353419"/>
                </a:lnTo>
                <a:moveTo>
                  <a:pt x="2024827" y="1144773"/>
                </a:moveTo>
                <a:lnTo>
                  <a:pt x="2037841" y="1151095"/>
                </a:lnTo>
                <a:moveTo>
                  <a:pt x="1341180" y="1074855"/>
                </a:moveTo>
                <a:lnTo>
                  <a:pt x="1288004" y="1139861"/>
                </a:lnTo>
                <a:moveTo>
                  <a:pt x="1513597" y="1086278"/>
                </a:moveTo>
                <a:lnTo>
                  <a:pt x="1470988" y="1146480"/>
                </a:lnTo>
                <a:moveTo>
                  <a:pt x="904624" y="535910"/>
                </a:moveTo>
                <a:lnTo>
                  <a:pt x="913203" y="574303"/>
                </a:lnTo>
                <a:moveTo>
                  <a:pt x="1611454" y="1091573"/>
                </a:moveTo>
                <a:lnTo>
                  <a:pt x="1470988" y="1146480"/>
                </a:lnTo>
                <a:moveTo>
                  <a:pt x="2009090" y="1140911"/>
                </a:moveTo>
                <a:lnTo>
                  <a:pt x="1929739" y="1069901"/>
                </a:lnTo>
                <a:moveTo>
                  <a:pt x="2113186" y="672915"/>
                </a:moveTo>
                <a:lnTo>
                  <a:pt x="2031371" y="790060"/>
                </a:lnTo>
                <a:moveTo>
                  <a:pt x="1262517" y="1283619"/>
                </a:moveTo>
                <a:lnTo>
                  <a:pt x="1251818" y="1300477"/>
                </a:lnTo>
                <a:moveTo>
                  <a:pt x="2404578" y="983624"/>
                </a:moveTo>
                <a:lnTo>
                  <a:pt x="2386121" y="977624"/>
                </a:lnTo>
                <a:moveTo>
                  <a:pt x="2478177" y="679670"/>
                </a:moveTo>
                <a:lnTo>
                  <a:pt x="2450221" y="727993"/>
                </a:lnTo>
                <a:moveTo>
                  <a:pt x="638115" y="449328"/>
                </a:moveTo>
                <a:lnTo>
                  <a:pt x="653723" y="445874"/>
                </a:lnTo>
                <a:moveTo>
                  <a:pt x="1016883" y="1032787"/>
                </a:moveTo>
                <a:lnTo>
                  <a:pt x="1104386" y="1123694"/>
                </a:lnTo>
                <a:moveTo>
                  <a:pt x="1014484" y="1034608"/>
                </a:moveTo>
                <a:lnTo>
                  <a:pt x="1104386" y="1123694"/>
                </a:lnTo>
                <a:moveTo>
                  <a:pt x="1014484" y="1034608"/>
                </a:moveTo>
                <a:lnTo>
                  <a:pt x="1103655" y="1124206"/>
                </a:lnTo>
                <a:moveTo>
                  <a:pt x="2450221" y="727993"/>
                </a:moveTo>
                <a:lnTo>
                  <a:pt x="2475618" y="866047"/>
                </a:lnTo>
                <a:moveTo>
                  <a:pt x="1227709" y="1181070"/>
                </a:moveTo>
                <a:lnTo>
                  <a:pt x="1288004" y="1139861"/>
                </a:lnTo>
                <a:moveTo>
                  <a:pt x="1911382" y="1031026"/>
                </a:moveTo>
                <a:lnTo>
                  <a:pt x="1940117" y="879201"/>
                </a:lnTo>
                <a:moveTo>
                  <a:pt x="965361" y="698293"/>
                </a:moveTo>
                <a:lnTo>
                  <a:pt x="927077" y="753369"/>
                </a:lnTo>
                <a:moveTo>
                  <a:pt x="2468631" y="867210"/>
                </a:moveTo>
                <a:lnTo>
                  <a:pt x="2459028" y="892562"/>
                </a:lnTo>
                <a:moveTo>
                  <a:pt x="1928358" y="857418"/>
                </a:moveTo>
                <a:lnTo>
                  <a:pt x="1940117" y="879201"/>
                </a:lnTo>
                <a:moveTo>
                  <a:pt x="1928358" y="857418"/>
                </a:moveTo>
                <a:lnTo>
                  <a:pt x="2022310" y="775354"/>
                </a:lnTo>
                <a:moveTo>
                  <a:pt x="2022310" y="775354"/>
                </a:moveTo>
                <a:lnTo>
                  <a:pt x="2113186" y="672915"/>
                </a:lnTo>
                <a:moveTo>
                  <a:pt x="231312" y="763991"/>
                </a:moveTo>
                <a:lnTo>
                  <a:pt x="300674" y="652900"/>
                </a:lnTo>
                <a:moveTo>
                  <a:pt x="1341180" y="1074855"/>
                </a:moveTo>
                <a:lnTo>
                  <a:pt x="1402519" y="1062719"/>
                </a:lnTo>
                <a:moveTo>
                  <a:pt x="2113186" y="672915"/>
                </a:moveTo>
                <a:lnTo>
                  <a:pt x="2206804" y="588639"/>
                </a:lnTo>
                <a:moveTo>
                  <a:pt x="1378565" y="1035337"/>
                </a:moveTo>
                <a:lnTo>
                  <a:pt x="1402519" y="1062719"/>
                </a:lnTo>
                <a:moveTo>
                  <a:pt x="913203" y="574303"/>
                </a:moveTo>
                <a:lnTo>
                  <a:pt x="965361" y="698293"/>
                </a:lnTo>
                <a:moveTo>
                  <a:pt x="1378565" y="1035337"/>
                </a:moveTo>
                <a:lnTo>
                  <a:pt x="1341180" y="1074855"/>
                </a:lnTo>
                <a:moveTo>
                  <a:pt x="1103655" y="1124206"/>
                </a:moveTo>
                <a:lnTo>
                  <a:pt x="1104386" y="1123694"/>
                </a:lnTo>
                <a:moveTo>
                  <a:pt x="1402519" y="1062719"/>
                </a:moveTo>
                <a:lnTo>
                  <a:pt x="1513597" y="1086278"/>
                </a:lnTo>
                <a:moveTo>
                  <a:pt x="2459028" y="892562"/>
                </a:moveTo>
                <a:lnTo>
                  <a:pt x="2404578" y="983624"/>
                </a:lnTo>
                <a:moveTo>
                  <a:pt x="653723" y="445874"/>
                </a:moveTo>
                <a:lnTo>
                  <a:pt x="748292" y="367904"/>
                </a:lnTo>
                <a:moveTo>
                  <a:pt x="2194279" y="564541"/>
                </a:moveTo>
                <a:lnTo>
                  <a:pt x="2206804" y="588639"/>
                </a:lnTo>
                <a:moveTo>
                  <a:pt x="2475618" y="866047"/>
                </a:moveTo>
                <a:lnTo>
                  <a:pt x="2468631" y="867210"/>
                </a:lnTo>
                <a:moveTo>
                  <a:pt x="632127" y="454682"/>
                </a:moveTo>
                <a:lnTo>
                  <a:pt x="638115" y="449328"/>
                </a:lnTo>
                <a:moveTo>
                  <a:pt x="1836976" y="753169"/>
                </a:moveTo>
                <a:lnTo>
                  <a:pt x="2022310" y="775354"/>
                </a:lnTo>
                <a:moveTo>
                  <a:pt x="1929557" y="660388"/>
                </a:moveTo>
                <a:lnTo>
                  <a:pt x="2022310" y="775354"/>
                </a:lnTo>
                <a:moveTo>
                  <a:pt x="1513597" y="1086278"/>
                </a:moveTo>
                <a:lnTo>
                  <a:pt x="1611454" y="1091573"/>
                </a:lnTo>
                <a:moveTo>
                  <a:pt x="1926531" y="662657"/>
                </a:moveTo>
                <a:lnTo>
                  <a:pt x="2022310" y="775354"/>
                </a:lnTo>
                <a:moveTo>
                  <a:pt x="2475618" y="866047"/>
                </a:moveTo>
                <a:lnTo>
                  <a:pt x="2459028" y="892562"/>
                </a:lnTo>
                <a:moveTo>
                  <a:pt x="1104386" y="1123694"/>
                </a:moveTo>
                <a:lnTo>
                  <a:pt x="1227709" y="1181070"/>
                </a:lnTo>
                <a:moveTo>
                  <a:pt x="835703" y="445838"/>
                </a:moveTo>
                <a:lnTo>
                  <a:pt x="904624" y="535910"/>
                </a:lnTo>
                <a:moveTo>
                  <a:pt x="1103655" y="1124206"/>
                </a:moveTo>
                <a:lnTo>
                  <a:pt x="1227709" y="1181070"/>
                </a:lnTo>
                <a:moveTo>
                  <a:pt x="534242" y="498229"/>
                </a:moveTo>
                <a:lnTo>
                  <a:pt x="638115" y="449328"/>
                </a:lnTo>
                <a:moveTo>
                  <a:pt x="748292" y="367904"/>
                </a:moveTo>
                <a:lnTo>
                  <a:pt x="835703" y="445838"/>
                </a:lnTo>
                <a:moveTo>
                  <a:pt x="1900471" y="1069772"/>
                </a:moveTo>
                <a:lnTo>
                  <a:pt x="1911382" y="1031026"/>
                </a:lnTo>
                <a:moveTo>
                  <a:pt x="2194279" y="564541"/>
                </a:moveTo>
                <a:lnTo>
                  <a:pt x="2235748" y="425484"/>
                </a:lnTo>
                <a:moveTo>
                  <a:pt x="1377946" y="657720"/>
                </a:moveTo>
                <a:lnTo>
                  <a:pt x="1290605" y="750425"/>
                </a:lnTo>
                <a:moveTo>
                  <a:pt x="2009090" y="1140911"/>
                </a:moveTo>
                <a:lnTo>
                  <a:pt x="2017248" y="1148481"/>
                </a:lnTo>
                <a:moveTo>
                  <a:pt x="2024827" y="1144773"/>
                </a:moveTo>
                <a:lnTo>
                  <a:pt x="2017248" y="1148481"/>
                </a:lnTo>
                <a:moveTo>
                  <a:pt x="2096572" y="647211"/>
                </a:moveTo>
                <a:lnTo>
                  <a:pt x="2206804" y="588639"/>
                </a:lnTo>
                <a:moveTo>
                  <a:pt x="835703" y="445838"/>
                </a:moveTo>
                <a:lnTo>
                  <a:pt x="913203" y="574303"/>
                </a:lnTo>
                <a:moveTo>
                  <a:pt x="1243477" y="695029"/>
                </a:moveTo>
                <a:lnTo>
                  <a:pt x="1290605" y="750425"/>
                </a:lnTo>
                <a:moveTo>
                  <a:pt x="2433160" y="442784"/>
                </a:moveTo>
                <a:lnTo>
                  <a:pt x="2460001" y="508929"/>
                </a:lnTo>
                <a:moveTo>
                  <a:pt x="1382245" y="653049"/>
                </a:moveTo>
                <a:lnTo>
                  <a:pt x="1435353" y="603984"/>
                </a:lnTo>
                <a:moveTo>
                  <a:pt x="534242" y="498229"/>
                </a:moveTo>
                <a:lnTo>
                  <a:pt x="532703" y="524272"/>
                </a:lnTo>
                <a:moveTo>
                  <a:pt x="2478177" y="679670"/>
                </a:moveTo>
                <a:lnTo>
                  <a:pt x="2475618" y="866047"/>
                </a:lnTo>
                <a:moveTo>
                  <a:pt x="2460001" y="508929"/>
                </a:moveTo>
                <a:lnTo>
                  <a:pt x="2478177" y="679670"/>
                </a:lnTo>
                <a:moveTo>
                  <a:pt x="1382245" y="653049"/>
                </a:moveTo>
                <a:lnTo>
                  <a:pt x="1377946" y="657720"/>
                </a:lnTo>
                <a:moveTo>
                  <a:pt x="1243477" y="695029"/>
                </a:moveTo>
                <a:lnTo>
                  <a:pt x="1377946" y="657720"/>
                </a:lnTo>
                <a:moveTo>
                  <a:pt x="423830" y="568161"/>
                </a:moveTo>
                <a:lnTo>
                  <a:pt x="532703" y="524272"/>
                </a:lnTo>
                <a:moveTo>
                  <a:pt x="1243477" y="695029"/>
                </a:moveTo>
                <a:lnTo>
                  <a:pt x="1382245" y="653049"/>
                </a:lnTo>
                <a:moveTo>
                  <a:pt x="1836976" y="753169"/>
                </a:moveTo>
                <a:lnTo>
                  <a:pt x="1928358" y="857418"/>
                </a:lnTo>
                <a:moveTo>
                  <a:pt x="1886309" y="527494"/>
                </a:moveTo>
                <a:lnTo>
                  <a:pt x="1928977" y="659807"/>
                </a:lnTo>
                <a:moveTo>
                  <a:pt x="1886309" y="527494"/>
                </a:moveTo>
                <a:lnTo>
                  <a:pt x="1929254" y="660019"/>
                </a:lnTo>
                <a:moveTo>
                  <a:pt x="1435353" y="603984"/>
                </a:moveTo>
                <a:lnTo>
                  <a:pt x="1494592" y="721347"/>
                </a:lnTo>
                <a:moveTo>
                  <a:pt x="1929557" y="660388"/>
                </a:moveTo>
                <a:lnTo>
                  <a:pt x="2113186" y="672915"/>
                </a:lnTo>
                <a:moveTo>
                  <a:pt x="1900471" y="1069772"/>
                </a:moveTo>
                <a:lnTo>
                  <a:pt x="2009090" y="1140911"/>
                </a:lnTo>
                <a:moveTo>
                  <a:pt x="2096572" y="647211"/>
                </a:moveTo>
                <a:lnTo>
                  <a:pt x="2113186" y="672915"/>
                </a:lnTo>
                <a:moveTo>
                  <a:pt x="423830" y="568161"/>
                </a:moveTo>
                <a:lnTo>
                  <a:pt x="412584" y="584471"/>
                </a:lnTo>
                <a:moveTo>
                  <a:pt x="822045" y="449722"/>
                </a:moveTo>
                <a:lnTo>
                  <a:pt x="913203" y="574303"/>
                </a:lnTo>
                <a:moveTo>
                  <a:pt x="1103655" y="1124206"/>
                </a:moveTo>
                <a:lnTo>
                  <a:pt x="1191366" y="1204127"/>
                </a:lnTo>
                <a:moveTo>
                  <a:pt x="1227709" y="1181070"/>
                </a:moveTo>
                <a:lnTo>
                  <a:pt x="1262517" y="1283619"/>
                </a:lnTo>
                <a:moveTo>
                  <a:pt x="1382245" y="653049"/>
                </a:moveTo>
                <a:lnTo>
                  <a:pt x="1494592" y="721347"/>
                </a:lnTo>
                <a:moveTo>
                  <a:pt x="2478649" y="479460"/>
                </a:moveTo>
                <a:lnTo>
                  <a:pt x="2433160" y="442784"/>
                </a:lnTo>
                <a:moveTo>
                  <a:pt x="1377946" y="657720"/>
                </a:moveTo>
                <a:lnTo>
                  <a:pt x="1454882" y="758517"/>
                </a:lnTo>
                <a:moveTo>
                  <a:pt x="2096572" y="647211"/>
                </a:moveTo>
                <a:lnTo>
                  <a:pt x="2194279" y="564541"/>
                </a:lnTo>
                <a:moveTo>
                  <a:pt x="653723" y="445874"/>
                </a:moveTo>
                <a:lnTo>
                  <a:pt x="835703" y="445838"/>
                </a:lnTo>
                <a:moveTo>
                  <a:pt x="2508278" y="636552"/>
                </a:moveTo>
                <a:lnTo>
                  <a:pt x="2478177" y="679670"/>
                </a:lnTo>
                <a:moveTo>
                  <a:pt x="1377946" y="657720"/>
                </a:moveTo>
                <a:lnTo>
                  <a:pt x="1471124" y="740707"/>
                </a:lnTo>
                <a:moveTo>
                  <a:pt x="1382245" y="653049"/>
                </a:moveTo>
                <a:lnTo>
                  <a:pt x="1471124" y="740707"/>
                </a:lnTo>
                <a:moveTo>
                  <a:pt x="335562" y="660295"/>
                </a:moveTo>
                <a:lnTo>
                  <a:pt x="412584" y="584471"/>
                </a:lnTo>
                <a:moveTo>
                  <a:pt x="2009090" y="1140911"/>
                </a:moveTo>
                <a:lnTo>
                  <a:pt x="2024827" y="1144773"/>
                </a:lnTo>
                <a:moveTo>
                  <a:pt x="1191366" y="1204127"/>
                </a:moveTo>
                <a:lnTo>
                  <a:pt x="1227709" y="1181070"/>
                </a:lnTo>
                <a:moveTo>
                  <a:pt x="943130" y="1064727"/>
                </a:moveTo>
                <a:lnTo>
                  <a:pt x="1014484" y="1034608"/>
                </a:lnTo>
                <a:moveTo>
                  <a:pt x="1926531" y="662657"/>
                </a:moveTo>
                <a:lnTo>
                  <a:pt x="1836976" y="753169"/>
                </a:lnTo>
                <a:moveTo>
                  <a:pt x="2460001" y="508929"/>
                </a:moveTo>
                <a:lnTo>
                  <a:pt x="2508278" y="636552"/>
                </a:lnTo>
                <a:moveTo>
                  <a:pt x="2478649" y="479460"/>
                </a:moveTo>
                <a:lnTo>
                  <a:pt x="2460001" y="508929"/>
                </a:lnTo>
                <a:moveTo>
                  <a:pt x="1929254" y="660019"/>
                </a:moveTo>
                <a:lnTo>
                  <a:pt x="1928977" y="659807"/>
                </a:lnTo>
                <a:moveTo>
                  <a:pt x="1929254" y="660019"/>
                </a:moveTo>
                <a:lnTo>
                  <a:pt x="1929557" y="660388"/>
                </a:lnTo>
                <a:moveTo>
                  <a:pt x="1928977" y="659807"/>
                </a:moveTo>
                <a:lnTo>
                  <a:pt x="1926531" y="662657"/>
                </a:lnTo>
                <a:moveTo>
                  <a:pt x="1926531" y="662657"/>
                </a:moveTo>
                <a:lnTo>
                  <a:pt x="1929557" y="660388"/>
                </a:lnTo>
                <a:moveTo>
                  <a:pt x="1929254" y="660019"/>
                </a:moveTo>
                <a:lnTo>
                  <a:pt x="1926531" y="662657"/>
                </a:lnTo>
                <a:moveTo>
                  <a:pt x="1494592" y="721347"/>
                </a:moveTo>
                <a:lnTo>
                  <a:pt x="1623801" y="715092"/>
                </a:lnTo>
                <a:moveTo>
                  <a:pt x="2024827" y="1144773"/>
                </a:moveTo>
                <a:lnTo>
                  <a:pt x="2175484" y="1157971"/>
                </a:lnTo>
                <a:moveTo>
                  <a:pt x="1929557" y="660388"/>
                </a:moveTo>
                <a:lnTo>
                  <a:pt x="2096572" y="647211"/>
                </a:lnTo>
                <a:moveTo>
                  <a:pt x="891940" y="557110"/>
                </a:moveTo>
                <a:lnTo>
                  <a:pt x="913203" y="574303"/>
                </a:lnTo>
                <a:moveTo>
                  <a:pt x="335562" y="660295"/>
                </a:moveTo>
                <a:lnTo>
                  <a:pt x="300674" y="652900"/>
                </a:lnTo>
                <a:moveTo>
                  <a:pt x="2510255" y="700722"/>
                </a:moveTo>
                <a:lnTo>
                  <a:pt x="2478177" y="679670"/>
                </a:lnTo>
                <a:moveTo>
                  <a:pt x="1402519" y="1062719"/>
                </a:moveTo>
                <a:lnTo>
                  <a:pt x="1557312" y="1013873"/>
                </a:lnTo>
                <a:moveTo>
                  <a:pt x="1623801" y="715092"/>
                </a:moveTo>
                <a:lnTo>
                  <a:pt x="1668804" y="731088"/>
                </a:lnTo>
                <a:moveTo>
                  <a:pt x="1502222" y="954464"/>
                </a:moveTo>
                <a:lnTo>
                  <a:pt x="1402519" y="1062719"/>
                </a:lnTo>
                <a:moveTo>
                  <a:pt x="1471124" y="740707"/>
                </a:moveTo>
                <a:lnTo>
                  <a:pt x="1494592" y="721347"/>
                </a:lnTo>
                <a:moveTo>
                  <a:pt x="1273708" y="1310825"/>
                </a:moveTo>
                <a:lnTo>
                  <a:pt x="1262517" y="1283619"/>
                </a:lnTo>
                <a:moveTo>
                  <a:pt x="1912483" y="1004544"/>
                </a:moveTo>
                <a:lnTo>
                  <a:pt x="1940117" y="879201"/>
                </a:lnTo>
                <a:moveTo>
                  <a:pt x="659590" y="443275"/>
                </a:moveTo>
                <a:lnTo>
                  <a:pt x="653723" y="445874"/>
                </a:lnTo>
                <a:moveTo>
                  <a:pt x="1471124" y="740707"/>
                </a:moveTo>
                <a:lnTo>
                  <a:pt x="1623801" y="715092"/>
                </a:lnTo>
                <a:moveTo>
                  <a:pt x="632127" y="454682"/>
                </a:moveTo>
                <a:lnTo>
                  <a:pt x="653723" y="445874"/>
                </a:lnTo>
                <a:moveTo>
                  <a:pt x="1905909" y="854772"/>
                </a:moveTo>
                <a:lnTo>
                  <a:pt x="1928358" y="857418"/>
                </a:lnTo>
                <a:moveTo>
                  <a:pt x="1830773" y="752291"/>
                </a:moveTo>
                <a:lnTo>
                  <a:pt x="1836976" y="753169"/>
                </a:lnTo>
                <a:moveTo>
                  <a:pt x="1557312" y="1013873"/>
                </a:moveTo>
                <a:lnTo>
                  <a:pt x="1513597" y="1086278"/>
                </a:lnTo>
                <a:moveTo>
                  <a:pt x="1502222" y="954464"/>
                </a:moveTo>
                <a:lnTo>
                  <a:pt x="1378565" y="1035337"/>
                </a:lnTo>
                <a:moveTo>
                  <a:pt x="1471124" y="740707"/>
                </a:moveTo>
                <a:lnTo>
                  <a:pt x="1454882" y="758517"/>
                </a:lnTo>
                <a:moveTo>
                  <a:pt x="1191366" y="1204127"/>
                </a:moveTo>
                <a:lnTo>
                  <a:pt x="1262517" y="1283619"/>
                </a:lnTo>
                <a:moveTo>
                  <a:pt x="822045" y="449722"/>
                </a:moveTo>
                <a:lnTo>
                  <a:pt x="653723" y="445874"/>
                </a:lnTo>
                <a:moveTo>
                  <a:pt x="1037571" y="1149139"/>
                </a:moveTo>
                <a:lnTo>
                  <a:pt x="1014484" y="1034608"/>
                </a:lnTo>
                <a:moveTo>
                  <a:pt x="1557312" y="1013873"/>
                </a:moveTo>
                <a:lnTo>
                  <a:pt x="1611454" y="1091573"/>
                </a:lnTo>
                <a:moveTo>
                  <a:pt x="2232619" y="394759"/>
                </a:moveTo>
                <a:lnTo>
                  <a:pt x="2235748" y="425484"/>
                </a:lnTo>
                <a:moveTo>
                  <a:pt x="1668804" y="731088"/>
                </a:moveTo>
                <a:lnTo>
                  <a:pt x="1830773" y="752291"/>
                </a:lnTo>
                <a:moveTo>
                  <a:pt x="1191366" y="1204127"/>
                </a:moveTo>
                <a:lnTo>
                  <a:pt x="1273708" y="1310825"/>
                </a:lnTo>
                <a:moveTo>
                  <a:pt x="983611" y="644114"/>
                </a:moveTo>
                <a:lnTo>
                  <a:pt x="913203" y="574303"/>
                </a:lnTo>
                <a:moveTo>
                  <a:pt x="335562" y="660295"/>
                </a:moveTo>
                <a:lnTo>
                  <a:pt x="231312" y="763991"/>
                </a:lnTo>
                <a:moveTo>
                  <a:pt x="1623801" y="715092"/>
                </a:moveTo>
                <a:lnTo>
                  <a:pt x="1652927" y="739497"/>
                </a:lnTo>
                <a:moveTo>
                  <a:pt x="1196704" y="629494"/>
                </a:moveTo>
                <a:lnTo>
                  <a:pt x="1243477" y="695029"/>
                </a:lnTo>
                <a:moveTo>
                  <a:pt x="822045" y="449722"/>
                </a:moveTo>
                <a:lnTo>
                  <a:pt x="835703" y="445838"/>
                </a:lnTo>
                <a:moveTo>
                  <a:pt x="1652927" y="739497"/>
                </a:moveTo>
                <a:lnTo>
                  <a:pt x="1668804" y="731088"/>
                </a:lnTo>
                <a:moveTo>
                  <a:pt x="1562459" y="1003445"/>
                </a:moveTo>
                <a:lnTo>
                  <a:pt x="1611454" y="1091573"/>
                </a:lnTo>
                <a:moveTo>
                  <a:pt x="1301841" y="545326"/>
                </a:moveTo>
                <a:lnTo>
                  <a:pt x="1435353" y="603984"/>
                </a:lnTo>
                <a:moveTo>
                  <a:pt x="1471124" y="740707"/>
                </a:moveTo>
                <a:lnTo>
                  <a:pt x="1652927" y="739497"/>
                </a:lnTo>
                <a:moveTo>
                  <a:pt x="1905909" y="854772"/>
                </a:moveTo>
                <a:lnTo>
                  <a:pt x="1836976" y="753169"/>
                </a:lnTo>
                <a:moveTo>
                  <a:pt x="1037571" y="1149139"/>
                </a:moveTo>
                <a:lnTo>
                  <a:pt x="1103655" y="1124206"/>
                </a:lnTo>
                <a:moveTo>
                  <a:pt x="2508278" y="636552"/>
                </a:moveTo>
                <a:lnTo>
                  <a:pt x="2510255" y="700722"/>
                </a:lnTo>
                <a:moveTo>
                  <a:pt x="1912483" y="1004544"/>
                </a:moveTo>
                <a:lnTo>
                  <a:pt x="1911382" y="1031026"/>
                </a:lnTo>
                <a:moveTo>
                  <a:pt x="231312" y="763991"/>
                </a:moveTo>
                <a:lnTo>
                  <a:pt x="279874" y="787098"/>
                </a:lnTo>
                <a:moveTo>
                  <a:pt x="1273708" y="1310825"/>
                </a:moveTo>
                <a:lnTo>
                  <a:pt x="1285826" y="1333500"/>
                </a:lnTo>
                <a:moveTo>
                  <a:pt x="1912483" y="1004544"/>
                </a:moveTo>
                <a:lnTo>
                  <a:pt x="1928358" y="857418"/>
                </a:lnTo>
                <a:moveTo>
                  <a:pt x="2170895" y="513508"/>
                </a:moveTo>
                <a:lnTo>
                  <a:pt x="2235748" y="425484"/>
                </a:lnTo>
                <a:moveTo>
                  <a:pt x="632127" y="454682"/>
                </a:moveTo>
                <a:lnTo>
                  <a:pt x="659590" y="443275"/>
                </a:lnTo>
                <a:moveTo>
                  <a:pt x="1301841" y="545326"/>
                </a:moveTo>
                <a:lnTo>
                  <a:pt x="1382245" y="653049"/>
                </a:lnTo>
                <a:moveTo>
                  <a:pt x="1301841" y="545326"/>
                </a:moveTo>
                <a:lnTo>
                  <a:pt x="1243477" y="695029"/>
                </a:lnTo>
                <a:moveTo>
                  <a:pt x="1912483" y="1004544"/>
                </a:moveTo>
                <a:lnTo>
                  <a:pt x="1900471" y="1069772"/>
                </a:lnTo>
                <a:moveTo>
                  <a:pt x="659590" y="443275"/>
                </a:moveTo>
                <a:lnTo>
                  <a:pt x="822045" y="449722"/>
                </a:lnTo>
                <a:moveTo>
                  <a:pt x="983611" y="644114"/>
                </a:moveTo>
                <a:lnTo>
                  <a:pt x="965361" y="698293"/>
                </a:lnTo>
                <a:moveTo>
                  <a:pt x="534242" y="498229"/>
                </a:moveTo>
                <a:lnTo>
                  <a:pt x="632127" y="454682"/>
                </a:lnTo>
                <a:moveTo>
                  <a:pt x="1894253" y="1038495"/>
                </a:moveTo>
                <a:lnTo>
                  <a:pt x="1900471" y="1069772"/>
                </a:lnTo>
                <a:moveTo>
                  <a:pt x="1830773" y="752291"/>
                </a:moveTo>
                <a:lnTo>
                  <a:pt x="1905909" y="854772"/>
                </a:lnTo>
                <a:moveTo>
                  <a:pt x="1146957" y="1219561"/>
                </a:moveTo>
                <a:lnTo>
                  <a:pt x="1103655" y="1124206"/>
                </a:lnTo>
                <a:moveTo>
                  <a:pt x="2460001" y="508929"/>
                </a:moveTo>
                <a:lnTo>
                  <a:pt x="2565632" y="554562"/>
                </a:lnTo>
                <a:moveTo>
                  <a:pt x="423830" y="568161"/>
                </a:moveTo>
                <a:lnTo>
                  <a:pt x="534242" y="498229"/>
                </a:lnTo>
                <a:moveTo>
                  <a:pt x="2170895" y="513508"/>
                </a:moveTo>
                <a:lnTo>
                  <a:pt x="2194279" y="564541"/>
                </a:lnTo>
                <a:moveTo>
                  <a:pt x="2006303" y="1106423"/>
                </a:moveTo>
                <a:lnTo>
                  <a:pt x="1900471" y="1069772"/>
                </a:lnTo>
                <a:moveTo>
                  <a:pt x="822045" y="449722"/>
                </a:moveTo>
                <a:lnTo>
                  <a:pt x="891940" y="557110"/>
                </a:lnTo>
                <a:moveTo>
                  <a:pt x="2054597" y="577539"/>
                </a:moveTo>
                <a:lnTo>
                  <a:pt x="2194279" y="564541"/>
                </a:lnTo>
                <a:moveTo>
                  <a:pt x="846842" y="982044"/>
                </a:moveTo>
                <a:lnTo>
                  <a:pt x="943130" y="1064727"/>
                </a:lnTo>
                <a:moveTo>
                  <a:pt x="2006303" y="1106423"/>
                </a:moveTo>
                <a:lnTo>
                  <a:pt x="2009090" y="1140911"/>
                </a:lnTo>
                <a:moveTo>
                  <a:pt x="2006303" y="1106423"/>
                </a:moveTo>
                <a:lnTo>
                  <a:pt x="2024827" y="1144773"/>
                </a:lnTo>
                <a:moveTo>
                  <a:pt x="2565632" y="554562"/>
                </a:moveTo>
                <a:lnTo>
                  <a:pt x="2508278" y="636552"/>
                </a:lnTo>
                <a:moveTo>
                  <a:pt x="2054597" y="577539"/>
                </a:moveTo>
                <a:lnTo>
                  <a:pt x="1929557" y="660388"/>
                </a:lnTo>
                <a:moveTo>
                  <a:pt x="2478649" y="479460"/>
                </a:moveTo>
                <a:lnTo>
                  <a:pt x="2565632" y="554562"/>
                </a:lnTo>
                <a:moveTo>
                  <a:pt x="1502222" y="954464"/>
                </a:moveTo>
                <a:lnTo>
                  <a:pt x="1557312" y="1013873"/>
                </a:lnTo>
                <a:moveTo>
                  <a:pt x="2019011" y="1111356"/>
                </a:moveTo>
                <a:lnTo>
                  <a:pt x="2024827" y="1144773"/>
                </a:lnTo>
                <a:moveTo>
                  <a:pt x="2054597" y="577539"/>
                </a:moveTo>
                <a:lnTo>
                  <a:pt x="2096572" y="647211"/>
                </a:lnTo>
                <a:moveTo>
                  <a:pt x="335562" y="660295"/>
                </a:moveTo>
                <a:lnTo>
                  <a:pt x="423830" y="568161"/>
                </a:lnTo>
                <a:moveTo>
                  <a:pt x="1146957" y="1219561"/>
                </a:moveTo>
                <a:lnTo>
                  <a:pt x="1273708" y="1310825"/>
                </a:lnTo>
                <a:moveTo>
                  <a:pt x="825776" y="990065"/>
                </a:moveTo>
                <a:lnTo>
                  <a:pt x="846842" y="982044"/>
                </a:lnTo>
                <a:moveTo>
                  <a:pt x="1301841" y="545326"/>
                </a:moveTo>
                <a:lnTo>
                  <a:pt x="1196704" y="629494"/>
                </a:lnTo>
                <a:moveTo>
                  <a:pt x="1562459" y="1003445"/>
                </a:moveTo>
                <a:lnTo>
                  <a:pt x="1557312" y="1013873"/>
                </a:lnTo>
                <a:moveTo>
                  <a:pt x="2565632" y="554562"/>
                </a:moveTo>
                <a:lnTo>
                  <a:pt x="2510255" y="700722"/>
                </a:lnTo>
                <a:moveTo>
                  <a:pt x="1146957" y="1219561"/>
                </a:moveTo>
                <a:lnTo>
                  <a:pt x="1191366" y="1204127"/>
                </a:lnTo>
                <a:moveTo>
                  <a:pt x="1502222" y="954464"/>
                </a:moveTo>
                <a:lnTo>
                  <a:pt x="1562459" y="1003445"/>
                </a:lnTo>
                <a:moveTo>
                  <a:pt x="2131923" y="1161650"/>
                </a:moveTo>
                <a:lnTo>
                  <a:pt x="2024827" y="1144773"/>
                </a:lnTo>
                <a:moveTo>
                  <a:pt x="1239611" y="577299"/>
                </a:moveTo>
                <a:lnTo>
                  <a:pt x="1196704" y="629494"/>
                </a:lnTo>
                <a:moveTo>
                  <a:pt x="1905909" y="854772"/>
                </a:moveTo>
                <a:lnTo>
                  <a:pt x="1912483" y="1004544"/>
                </a:lnTo>
                <a:moveTo>
                  <a:pt x="556316" y="505042"/>
                </a:moveTo>
                <a:lnTo>
                  <a:pt x="659590" y="443275"/>
                </a:lnTo>
                <a:moveTo>
                  <a:pt x="556316" y="505042"/>
                </a:moveTo>
                <a:lnTo>
                  <a:pt x="632127" y="454682"/>
                </a:lnTo>
                <a:moveTo>
                  <a:pt x="1183037" y="606842"/>
                </a:moveTo>
                <a:lnTo>
                  <a:pt x="1196704" y="629494"/>
                </a:lnTo>
                <a:moveTo>
                  <a:pt x="2131923" y="1161650"/>
                </a:moveTo>
                <a:lnTo>
                  <a:pt x="2175484" y="1157971"/>
                </a:lnTo>
                <a:moveTo>
                  <a:pt x="1301841" y="545326"/>
                </a:moveTo>
                <a:lnTo>
                  <a:pt x="1421475" y="484640"/>
                </a:lnTo>
                <a:moveTo>
                  <a:pt x="534242" y="498229"/>
                </a:moveTo>
                <a:lnTo>
                  <a:pt x="556316" y="505042"/>
                </a:lnTo>
                <a:moveTo>
                  <a:pt x="825776" y="990065"/>
                </a:moveTo>
                <a:lnTo>
                  <a:pt x="943130" y="1064727"/>
                </a:lnTo>
                <a:moveTo>
                  <a:pt x="1228083" y="1316435"/>
                </a:moveTo>
                <a:lnTo>
                  <a:pt x="1273708" y="1310825"/>
                </a:lnTo>
                <a:moveTo>
                  <a:pt x="891940" y="557110"/>
                </a:moveTo>
                <a:lnTo>
                  <a:pt x="983611" y="644114"/>
                </a:lnTo>
                <a:moveTo>
                  <a:pt x="943130" y="1064727"/>
                </a:moveTo>
                <a:lnTo>
                  <a:pt x="1037571" y="1149139"/>
                </a:lnTo>
                <a:moveTo>
                  <a:pt x="335562" y="660295"/>
                </a:moveTo>
                <a:lnTo>
                  <a:pt x="279874" y="787098"/>
                </a:lnTo>
                <a:moveTo>
                  <a:pt x="1239611" y="577299"/>
                </a:moveTo>
                <a:lnTo>
                  <a:pt x="1301841" y="545326"/>
                </a:lnTo>
                <a:moveTo>
                  <a:pt x="1767907" y="774039"/>
                </a:moveTo>
                <a:lnTo>
                  <a:pt x="1668804" y="731088"/>
                </a:lnTo>
                <a:moveTo>
                  <a:pt x="285282" y="779344"/>
                </a:moveTo>
                <a:lnTo>
                  <a:pt x="335562" y="660295"/>
                </a:lnTo>
                <a:moveTo>
                  <a:pt x="1183037" y="606842"/>
                </a:moveTo>
                <a:lnTo>
                  <a:pt x="1239611" y="577299"/>
                </a:lnTo>
                <a:moveTo>
                  <a:pt x="1767907" y="774039"/>
                </a:moveTo>
                <a:lnTo>
                  <a:pt x="1830773" y="752291"/>
                </a:lnTo>
                <a:moveTo>
                  <a:pt x="2170895" y="513508"/>
                </a:moveTo>
                <a:lnTo>
                  <a:pt x="2232619" y="394759"/>
                </a:lnTo>
                <a:moveTo>
                  <a:pt x="1281277" y="1333500"/>
                </a:moveTo>
                <a:lnTo>
                  <a:pt x="1273708" y="1310825"/>
                </a:lnTo>
                <a:moveTo>
                  <a:pt x="1040338" y="644400"/>
                </a:moveTo>
                <a:lnTo>
                  <a:pt x="1183037" y="606842"/>
                </a:lnTo>
                <a:moveTo>
                  <a:pt x="1912483" y="1004544"/>
                </a:moveTo>
                <a:lnTo>
                  <a:pt x="1894253" y="1038495"/>
                </a:lnTo>
                <a:moveTo>
                  <a:pt x="983611" y="644114"/>
                </a:moveTo>
                <a:lnTo>
                  <a:pt x="1040338" y="644400"/>
                </a:lnTo>
                <a:moveTo>
                  <a:pt x="1709205" y="773137"/>
                </a:moveTo>
                <a:lnTo>
                  <a:pt x="1652927" y="739497"/>
                </a:lnTo>
                <a:moveTo>
                  <a:pt x="1767907" y="774039"/>
                </a:moveTo>
                <a:lnTo>
                  <a:pt x="1652927" y="739497"/>
                </a:lnTo>
                <a:moveTo>
                  <a:pt x="285282" y="779344"/>
                </a:moveTo>
                <a:lnTo>
                  <a:pt x="279874" y="787098"/>
                </a:lnTo>
                <a:moveTo>
                  <a:pt x="282741" y="787971"/>
                </a:moveTo>
                <a:lnTo>
                  <a:pt x="279874" y="787098"/>
                </a:lnTo>
                <a:moveTo>
                  <a:pt x="716569" y="472819"/>
                </a:moveTo>
                <a:lnTo>
                  <a:pt x="659590" y="443275"/>
                </a:lnTo>
                <a:moveTo>
                  <a:pt x="756253" y="474209"/>
                </a:moveTo>
                <a:lnTo>
                  <a:pt x="659590" y="443275"/>
                </a:lnTo>
                <a:moveTo>
                  <a:pt x="570032" y="506529"/>
                </a:moveTo>
                <a:lnTo>
                  <a:pt x="659590" y="443275"/>
                </a:lnTo>
                <a:moveTo>
                  <a:pt x="285282" y="779344"/>
                </a:moveTo>
                <a:lnTo>
                  <a:pt x="282741" y="787971"/>
                </a:lnTo>
                <a:moveTo>
                  <a:pt x="1703959" y="1043806"/>
                </a:moveTo>
                <a:lnTo>
                  <a:pt x="1813099" y="1114458"/>
                </a:lnTo>
                <a:moveTo>
                  <a:pt x="1850429" y="869607"/>
                </a:moveTo>
                <a:lnTo>
                  <a:pt x="1830773" y="752291"/>
                </a:lnTo>
                <a:moveTo>
                  <a:pt x="1037571" y="1149139"/>
                </a:moveTo>
                <a:lnTo>
                  <a:pt x="1146957" y="1219561"/>
                </a:lnTo>
                <a:moveTo>
                  <a:pt x="756253" y="474209"/>
                </a:moveTo>
                <a:lnTo>
                  <a:pt x="822045" y="449722"/>
                </a:lnTo>
                <a:moveTo>
                  <a:pt x="1894253" y="1038495"/>
                </a:moveTo>
                <a:lnTo>
                  <a:pt x="2006303" y="1106423"/>
                </a:lnTo>
                <a:moveTo>
                  <a:pt x="798164" y="1200422"/>
                </a:moveTo>
                <a:lnTo>
                  <a:pt x="882881" y="1293935"/>
                </a:lnTo>
                <a:moveTo>
                  <a:pt x="478076" y="561783"/>
                </a:moveTo>
                <a:lnTo>
                  <a:pt x="534242" y="498229"/>
                </a:lnTo>
                <a:moveTo>
                  <a:pt x="2054597" y="577539"/>
                </a:moveTo>
                <a:lnTo>
                  <a:pt x="2170895" y="513508"/>
                </a:lnTo>
                <a:moveTo>
                  <a:pt x="454822" y="571650"/>
                </a:moveTo>
                <a:lnTo>
                  <a:pt x="534242" y="498229"/>
                </a:lnTo>
                <a:moveTo>
                  <a:pt x="1826927" y="1093258"/>
                </a:moveTo>
                <a:lnTo>
                  <a:pt x="1912483" y="1004544"/>
                </a:lnTo>
                <a:moveTo>
                  <a:pt x="1703959" y="1043806"/>
                </a:moveTo>
                <a:lnTo>
                  <a:pt x="1826927" y="1093258"/>
                </a:lnTo>
                <a:moveTo>
                  <a:pt x="865319" y="544931"/>
                </a:moveTo>
                <a:lnTo>
                  <a:pt x="822045" y="449722"/>
                </a:lnTo>
                <a:moveTo>
                  <a:pt x="112909" y="409463"/>
                </a:moveTo>
                <a:lnTo>
                  <a:pt x="101317" y="403147"/>
                </a:lnTo>
                <a:moveTo>
                  <a:pt x="77835" y="417990"/>
                </a:moveTo>
                <a:lnTo>
                  <a:pt x="101317" y="403147"/>
                </a:lnTo>
                <a:moveTo>
                  <a:pt x="1850429" y="869607"/>
                </a:moveTo>
                <a:lnTo>
                  <a:pt x="1905909" y="854772"/>
                </a:lnTo>
                <a:moveTo>
                  <a:pt x="1826927" y="1093258"/>
                </a:moveTo>
                <a:lnTo>
                  <a:pt x="1894253" y="1038495"/>
                </a:lnTo>
                <a:moveTo>
                  <a:pt x="454822" y="571650"/>
                </a:moveTo>
                <a:lnTo>
                  <a:pt x="423830" y="568161"/>
                </a:lnTo>
                <a:moveTo>
                  <a:pt x="2006303" y="1106423"/>
                </a:moveTo>
                <a:lnTo>
                  <a:pt x="2019011" y="1111356"/>
                </a:lnTo>
                <a:moveTo>
                  <a:pt x="912407" y="1062831"/>
                </a:moveTo>
                <a:lnTo>
                  <a:pt x="943130" y="1064727"/>
                </a:lnTo>
                <a:moveTo>
                  <a:pt x="1852415" y="916729"/>
                </a:moveTo>
                <a:lnTo>
                  <a:pt x="1905909" y="854772"/>
                </a:lnTo>
                <a:moveTo>
                  <a:pt x="1826927" y="1093258"/>
                </a:moveTo>
                <a:lnTo>
                  <a:pt x="1813099" y="1114458"/>
                </a:lnTo>
                <a:moveTo>
                  <a:pt x="368721" y="671210"/>
                </a:moveTo>
                <a:lnTo>
                  <a:pt x="335562" y="660295"/>
                </a:lnTo>
                <a:moveTo>
                  <a:pt x="112909" y="409463"/>
                </a:moveTo>
                <a:lnTo>
                  <a:pt x="250294" y="366576"/>
                </a:lnTo>
                <a:moveTo>
                  <a:pt x="454822" y="571650"/>
                </a:moveTo>
                <a:lnTo>
                  <a:pt x="335562" y="660295"/>
                </a:lnTo>
                <a:moveTo>
                  <a:pt x="1813099" y="1114458"/>
                </a:moveTo>
                <a:lnTo>
                  <a:pt x="1782150" y="1235138"/>
                </a:lnTo>
                <a:moveTo>
                  <a:pt x="1146957" y="1219561"/>
                </a:moveTo>
                <a:lnTo>
                  <a:pt x="1228083" y="1316435"/>
                </a:lnTo>
                <a:moveTo>
                  <a:pt x="2019011" y="1111356"/>
                </a:moveTo>
                <a:lnTo>
                  <a:pt x="2131923" y="1161650"/>
                </a:lnTo>
                <a:moveTo>
                  <a:pt x="825776" y="990065"/>
                </a:moveTo>
                <a:lnTo>
                  <a:pt x="912407" y="1062831"/>
                </a:lnTo>
                <a:moveTo>
                  <a:pt x="865319" y="544931"/>
                </a:moveTo>
                <a:lnTo>
                  <a:pt x="891940" y="557110"/>
                </a:lnTo>
                <a:moveTo>
                  <a:pt x="77835" y="417990"/>
                </a:moveTo>
                <a:lnTo>
                  <a:pt x="112909" y="409463"/>
                </a:lnTo>
                <a:moveTo>
                  <a:pt x="1444185" y="479825"/>
                </a:moveTo>
                <a:lnTo>
                  <a:pt x="1421475" y="484640"/>
                </a:lnTo>
                <a:moveTo>
                  <a:pt x="1307994" y="523909"/>
                </a:moveTo>
                <a:lnTo>
                  <a:pt x="1421475" y="484640"/>
                </a:lnTo>
                <a:moveTo>
                  <a:pt x="2241288" y="375866"/>
                </a:moveTo>
                <a:lnTo>
                  <a:pt x="2232619" y="394759"/>
                </a:lnTo>
                <a:moveTo>
                  <a:pt x="368721" y="671210"/>
                </a:moveTo>
                <a:lnTo>
                  <a:pt x="285282" y="779344"/>
                </a:lnTo>
                <a:moveTo>
                  <a:pt x="971335" y="618507"/>
                </a:moveTo>
                <a:lnTo>
                  <a:pt x="891940" y="557110"/>
                </a:lnTo>
                <a:moveTo>
                  <a:pt x="1307994" y="523909"/>
                </a:moveTo>
                <a:lnTo>
                  <a:pt x="1301841" y="545326"/>
                </a:lnTo>
                <a:moveTo>
                  <a:pt x="1852415" y="916729"/>
                </a:moveTo>
                <a:lnTo>
                  <a:pt x="1912483" y="1004544"/>
                </a:lnTo>
                <a:moveTo>
                  <a:pt x="570032" y="506529"/>
                </a:moveTo>
                <a:lnTo>
                  <a:pt x="556316" y="505042"/>
                </a:lnTo>
                <a:moveTo>
                  <a:pt x="879343" y="1087338"/>
                </a:moveTo>
                <a:lnTo>
                  <a:pt x="825776" y="990065"/>
                </a:lnTo>
                <a:moveTo>
                  <a:pt x="1008904" y="1138875"/>
                </a:moveTo>
                <a:lnTo>
                  <a:pt x="943130" y="1064727"/>
                </a:lnTo>
                <a:moveTo>
                  <a:pt x="1221304" y="557338"/>
                </a:moveTo>
                <a:lnTo>
                  <a:pt x="1301841" y="545326"/>
                </a:lnTo>
                <a:moveTo>
                  <a:pt x="1221304" y="557338"/>
                </a:moveTo>
                <a:lnTo>
                  <a:pt x="1239611" y="577299"/>
                </a:lnTo>
                <a:moveTo>
                  <a:pt x="1736655" y="976104"/>
                </a:moveTo>
                <a:lnTo>
                  <a:pt x="1912483" y="1004544"/>
                </a:lnTo>
                <a:moveTo>
                  <a:pt x="478076" y="561783"/>
                </a:moveTo>
                <a:lnTo>
                  <a:pt x="556316" y="505042"/>
                </a:lnTo>
                <a:moveTo>
                  <a:pt x="1734028" y="978956"/>
                </a:moveTo>
                <a:lnTo>
                  <a:pt x="1703959" y="1043806"/>
                </a:lnTo>
                <a:moveTo>
                  <a:pt x="1221304" y="557338"/>
                </a:moveTo>
                <a:lnTo>
                  <a:pt x="1183037" y="606842"/>
                </a:lnTo>
                <a:moveTo>
                  <a:pt x="1177383" y="573587"/>
                </a:moveTo>
                <a:lnTo>
                  <a:pt x="1183037" y="606842"/>
                </a:lnTo>
                <a:moveTo>
                  <a:pt x="2173427" y="488461"/>
                </a:moveTo>
                <a:lnTo>
                  <a:pt x="2232619" y="394759"/>
                </a:lnTo>
                <a:moveTo>
                  <a:pt x="376347" y="673603"/>
                </a:moveTo>
                <a:lnTo>
                  <a:pt x="285282" y="779344"/>
                </a:lnTo>
                <a:moveTo>
                  <a:pt x="971335" y="618507"/>
                </a:moveTo>
                <a:lnTo>
                  <a:pt x="983611" y="644114"/>
                </a:lnTo>
                <a:moveTo>
                  <a:pt x="1039406" y="615879"/>
                </a:moveTo>
                <a:lnTo>
                  <a:pt x="1183037" y="606842"/>
                </a:lnTo>
                <a:moveTo>
                  <a:pt x="1709205" y="773137"/>
                </a:moveTo>
                <a:lnTo>
                  <a:pt x="1767907" y="774039"/>
                </a:lnTo>
                <a:moveTo>
                  <a:pt x="376347" y="673603"/>
                </a:moveTo>
                <a:lnTo>
                  <a:pt x="282741" y="787971"/>
                </a:lnTo>
                <a:moveTo>
                  <a:pt x="971335" y="618507"/>
                </a:moveTo>
                <a:lnTo>
                  <a:pt x="1040338" y="644400"/>
                </a:lnTo>
                <a:moveTo>
                  <a:pt x="1008904" y="1138875"/>
                </a:moveTo>
                <a:lnTo>
                  <a:pt x="1037571" y="1149139"/>
                </a:lnTo>
                <a:moveTo>
                  <a:pt x="806350" y="1155662"/>
                </a:moveTo>
                <a:lnTo>
                  <a:pt x="798164" y="1200422"/>
                </a:lnTo>
                <a:moveTo>
                  <a:pt x="1039406" y="615879"/>
                </a:moveTo>
                <a:lnTo>
                  <a:pt x="1040338" y="644400"/>
                </a:lnTo>
                <a:moveTo>
                  <a:pt x="280453" y="384265"/>
                </a:moveTo>
                <a:lnTo>
                  <a:pt x="250294" y="366576"/>
                </a:lnTo>
                <a:moveTo>
                  <a:pt x="1228083" y="1316435"/>
                </a:moveTo>
                <a:lnTo>
                  <a:pt x="1242068" y="1333500"/>
                </a:lnTo>
                <a:moveTo>
                  <a:pt x="1129794" y="1198529"/>
                </a:moveTo>
                <a:lnTo>
                  <a:pt x="1037571" y="1149139"/>
                </a:lnTo>
                <a:moveTo>
                  <a:pt x="2173427" y="488461"/>
                </a:moveTo>
                <a:lnTo>
                  <a:pt x="2170895" y="513508"/>
                </a:lnTo>
                <a:moveTo>
                  <a:pt x="899135" y="1241624"/>
                </a:moveTo>
                <a:lnTo>
                  <a:pt x="798164" y="1200422"/>
                </a:lnTo>
                <a:moveTo>
                  <a:pt x="319557" y="797299"/>
                </a:moveTo>
                <a:lnTo>
                  <a:pt x="282741" y="787971"/>
                </a:lnTo>
                <a:moveTo>
                  <a:pt x="1767907" y="774039"/>
                </a:moveTo>
                <a:lnTo>
                  <a:pt x="1850429" y="869607"/>
                </a:lnTo>
                <a:moveTo>
                  <a:pt x="716569" y="472819"/>
                </a:moveTo>
                <a:lnTo>
                  <a:pt x="756253" y="474209"/>
                </a:lnTo>
                <a:moveTo>
                  <a:pt x="570032" y="506529"/>
                </a:moveTo>
                <a:lnTo>
                  <a:pt x="716569" y="472819"/>
                </a:lnTo>
                <a:moveTo>
                  <a:pt x="1734028" y="978956"/>
                </a:moveTo>
                <a:lnTo>
                  <a:pt x="1826927" y="1093258"/>
                </a:lnTo>
                <a:moveTo>
                  <a:pt x="1736655" y="976104"/>
                </a:moveTo>
                <a:lnTo>
                  <a:pt x="1826927" y="1093258"/>
                </a:lnTo>
                <a:moveTo>
                  <a:pt x="1971516" y="1101889"/>
                </a:moveTo>
                <a:lnTo>
                  <a:pt x="1894253" y="1038495"/>
                </a:lnTo>
                <a:moveTo>
                  <a:pt x="1562200" y="411056"/>
                </a:moveTo>
                <a:lnTo>
                  <a:pt x="1622252" y="297092"/>
                </a:lnTo>
                <a:moveTo>
                  <a:pt x="1980940" y="537534"/>
                </a:moveTo>
                <a:lnTo>
                  <a:pt x="2054597" y="577539"/>
                </a:lnTo>
                <a:moveTo>
                  <a:pt x="2078336" y="573754"/>
                </a:moveTo>
                <a:lnTo>
                  <a:pt x="2170895" y="513508"/>
                </a:lnTo>
                <a:moveTo>
                  <a:pt x="1129794" y="1198529"/>
                </a:moveTo>
                <a:lnTo>
                  <a:pt x="1146957" y="1219561"/>
                </a:lnTo>
                <a:moveTo>
                  <a:pt x="478076" y="561783"/>
                </a:moveTo>
                <a:lnTo>
                  <a:pt x="570032" y="506529"/>
                </a:lnTo>
                <a:moveTo>
                  <a:pt x="2078336" y="573754"/>
                </a:moveTo>
                <a:lnTo>
                  <a:pt x="2054597" y="577539"/>
                </a:lnTo>
                <a:moveTo>
                  <a:pt x="756253" y="474209"/>
                </a:moveTo>
                <a:lnTo>
                  <a:pt x="865319" y="544931"/>
                </a:lnTo>
                <a:moveTo>
                  <a:pt x="899135" y="1241624"/>
                </a:moveTo>
                <a:lnTo>
                  <a:pt x="882881" y="1293935"/>
                </a:lnTo>
                <a:moveTo>
                  <a:pt x="454822" y="571650"/>
                </a:moveTo>
                <a:lnTo>
                  <a:pt x="368721" y="671210"/>
                </a:lnTo>
                <a:moveTo>
                  <a:pt x="1971516" y="1101889"/>
                </a:moveTo>
                <a:lnTo>
                  <a:pt x="2006303" y="1106423"/>
                </a:lnTo>
                <a:moveTo>
                  <a:pt x="454822" y="571650"/>
                </a:moveTo>
                <a:lnTo>
                  <a:pt x="478076" y="561783"/>
                </a:lnTo>
                <a:moveTo>
                  <a:pt x="1735908" y="788078"/>
                </a:moveTo>
                <a:lnTo>
                  <a:pt x="1709205" y="773137"/>
                </a:lnTo>
                <a:moveTo>
                  <a:pt x="1971516" y="1101889"/>
                </a:moveTo>
                <a:lnTo>
                  <a:pt x="2019011" y="1111356"/>
                </a:lnTo>
                <a:moveTo>
                  <a:pt x="1562200" y="411056"/>
                </a:moveTo>
                <a:lnTo>
                  <a:pt x="1559044" y="415349"/>
                </a:lnTo>
                <a:moveTo>
                  <a:pt x="1559266" y="414576"/>
                </a:moveTo>
                <a:lnTo>
                  <a:pt x="1559044" y="415349"/>
                </a:lnTo>
                <a:moveTo>
                  <a:pt x="1556574" y="416322"/>
                </a:moveTo>
                <a:lnTo>
                  <a:pt x="1559044" y="415349"/>
                </a:lnTo>
                <a:moveTo>
                  <a:pt x="1735908" y="788078"/>
                </a:moveTo>
                <a:lnTo>
                  <a:pt x="1767907" y="774039"/>
                </a:lnTo>
                <a:moveTo>
                  <a:pt x="1562200" y="411056"/>
                </a:moveTo>
                <a:lnTo>
                  <a:pt x="1559266" y="414576"/>
                </a:lnTo>
                <a:moveTo>
                  <a:pt x="2047505" y="1112339"/>
                </a:moveTo>
                <a:lnTo>
                  <a:pt x="2019011" y="1111356"/>
                </a:lnTo>
                <a:moveTo>
                  <a:pt x="1556574" y="416322"/>
                </a:moveTo>
                <a:lnTo>
                  <a:pt x="1559266" y="414576"/>
                </a:lnTo>
                <a:moveTo>
                  <a:pt x="423922" y="612474"/>
                </a:moveTo>
                <a:lnTo>
                  <a:pt x="368721" y="671210"/>
                </a:lnTo>
                <a:moveTo>
                  <a:pt x="879343" y="1087338"/>
                </a:moveTo>
                <a:lnTo>
                  <a:pt x="912407" y="1062831"/>
                </a:lnTo>
                <a:moveTo>
                  <a:pt x="423922" y="612474"/>
                </a:moveTo>
                <a:lnTo>
                  <a:pt x="454822" y="571650"/>
                </a:lnTo>
                <a:moveTo>
                  <a:pt x="185430" y="459230"/>
                </a:moveTo>
                <a:lnTo>
                  <a:pt x="250294" y="366576"/>
                </a:lnTo>
                <a:moveTo>
                  <a:pt x="1850429" y="869607"/>
                </a:moveTo>
                <a:lnTo>
                  <a:pt x="1852415" y="916729"/>
                </a:lnTo>
                <a:moveTo>
                  <a:pt x="949549" y="1095281"/>
                </a:moveTo>
                <a:lnTo>
                  <a:pt x="912407" y="1062831"/>
                </a:lnTo>
                <a:moveTo>
                  <a:pt x="460486" y="574658"/>
                </a:moveTo>
                <a:lnTo>
                  <a:pt x="478076" y="561783"/>
                </a:lnTo>
                <a:moveTo>
                  <a:pt x="1214794" y="1291777"/>
                </a:moveTo>
                <a:lnTo>
                  <a:pt x="1146957" y="1219561"/>
                </a:lnTo>
                <a:moveTo>
                  <a:pt x="460486" y="574658"/>
                </a:moveTo>
                <a:lnTo>
                  <a:pt x="454822" y="571650"/>
                </a:lnTo>
                <a:moveTo>
                  <a:pt x="2120370" y="1135368"/>
                </a:moveTo>
                <a:lnTo>
                  <a:pt x="2019011" y="1111356"/>
                </a:lnTo>
                <a:moveTo>
                  <a:pt x="185430" y="459230"/>
                </a:moveTo>
                <a:lnTo>
                  <a:pt x="112909" y="409463"/>
                </a:lnTo>
                <a:moveTo>
                  <a:pt x="1813099" y="1114458"/>
                </a:moveTo>
                <a:lnTo>
                  <a:pt x="1819332" y="1246265"/>
                </a:lnTo>
                <a:moveTo>
                  <a:pt x="1971516" y="1101889"/>
                </a:moveTo>
                <a:lnTo>
                  <a:pt x="1826927" y="1093258"/>
                </a:lnTo>
                <a:moveTo>
                  <a:pt x="1872987" y="1117994"/>
                </a:moveTo>
                <a:lnTo>
                  <a:pt x="1826927" y="1093258"/>
                </a:lnTo>
                <a:moveTo>
                  <a:pt x="1649681" y="311322"/>
                </a:moveTo>
                <a:lnTo>
                  <a:pt x="1622252" y="297092"/>
                </a:lnTo>
                <a:moveTo>
                  <a:pt x="1444185" y="479825"/>
                </a:moveTo>
                <a:lnTo>
                  <a:pt x="1556574" y="416322"/>
                </a:lnTo>
                <a:moveTo>
                  <a:pt x="2358376" y="312628"/>
                </a:moveTo>
                <a:lnTo>
                  <a:pt x="2396897" y="320992"/>
                </a:lnTo>
                <a:moveTo>
                  <a:pt x="376347" y="673603"/>
                </a:moveTo>
                <a:lnTo>
                  <a:pt x="368721" y="671210"/>
                </a:lnTo>
                <a:moveTo>
                  <a:pt x="460486" y="574658"/>
                </a:moveTo>
                <a:lnTo>
                  <a:pt x="423922" y="612474"/>
                </a:lnTo>
                <a:moveTo>
                  <a:pt x="1008904" y="1138875"/>
                </a:moveTo>
                <a:lnTo>
                  <a:pt x="912407" y="1062831"/>
                </a:lnTo>
                <a:moveTo>
                  <a:pt x="2241288" y="375866"/>
                </a:moveTo>
                <a:lnTo>
                  <a:pt x="2358376" y="312628"/>
                </a:lnTo>
                <a:moveTo>
                  <a:pt x="1826114" y="884531"/>
                </a:moveTo>
                <a:lnTo>
                  <a:pt x="1850429" y="869607"/>
                </a:lnTo>
                <a:moveTo>
                  <a:pt x="716569" y="472819"/>
                </a:moveTo>
                <a:lnTo>
                  <a:pt x="734316" y="478632"/>
                </a:lnTo>
                <a:moveTo>
                  <a:pt x="1735908" y="788078"/>
                </a:moveTo>
                <a:lnTo>
                  <a:pt x="1850429" y="869607"/>
                </a:lnTo>
                <a:moveTo>
                  <a:pt x="734316" y="478632"/>
                </a:moveTo>
                <a:lnTo>
                  <a:pt x="756253" y="474209"/>
                </a:lnTo>
                <a:moveTo>
                  <a:pt x="2120370" y="1135368"/>
                </a:moveTo>
                <a:lnTo>
                  <a:pt x="2131923" y="1161650"/>
                </a:lnTo>
                <a:moveTo>
                  <a:pt x="423922" y="612474"/>
                </a:moveTo>
                <a:lnTo>
                  <a:pt x="376347" y="673603"/>
                </a:lnTo>
                <a:moveTo>
                  <a:pt x="1736655" y="976104"/>
                </a:moveTo>
                <a:lnTo>
                  <a:pt x="1852415" y="916729"/>
                </a:lnTo>
                <a:moveTo>
                  <a:pt x="1307994" y="523909"/>
                </a:moveTo>
                <a:lnTo>
                  <a:pt x="1444185" y="479825"/>
                </a:lnTo>
                <a:moveTo>
                  <a:pt x="879343" y="1087338"/>
                </a:moveTo>
                <a:lnTo>
                  <a:pt x="949549" y="1095281"/>
                </a:lnTo>
                <a:moveTo>
                  <a:pt x="162912" y="474070"/>
                </a:moveTo>
                <a:lnTo>
                  <a:pt x="112909" y="409463"/>
                </a:lnTo>
                <a:moveTo>
                  <a:pt x="1214794" y="1291777"/>
                </a:moveTo>
                <a:lnTo>
                  <a:pt x="1228083" y="1316435"/>
                </a:lnTo>
                <a:moveTo>
                  <a:pt x="1826114" y="884531"/>
                </a:moveTo>
                <a:lnTo>
                  <a:pt x="1852415" y="916729"/>
                </a:lnTo>
                <a:moveTo>
                  <a:pt x="1826927" y="1093258"/>
                </a:moveTo>
                <a:lnTo>
                  <a:pt x="1819332" y="1246265"/>
                </a:lnTo>
                <a:moveTo>
                  <a:pt x="865319" y="544931"/>
                </a:moveTo>
                <a:lnTo>
                  <a:pt x="971335" y="618507"/>
                </a:lnTo>
                <a:moveTo>
                  <a:pt x="1736655" y="976104"/>
                </a:moveTo>
                <a:lnTo>
                  <a:pt x="1734028" y="978956"/>
                </a:lnTo>
                <a:moveTo>
                  <a:pt x="1733058" y="977692"/>
                </a:moveTo>
                <a:lnTo>
                  <a:pt x="1734028" y="978956"/>
                </a:lnTo>
                <a:moveTo>
                  <a:pt x="1733058" y="977692"/>
                </a:moveTo>
                <a:lnTo>
                  <a:pt x="1736655" y="976104"/>
                </a:lnTo>
                <a:moveTo>
                  <a:pt x="1649681" y="311322"/>
                </a:moveTo>
                <a:lnTo>
                  <a:pt x="1562200" y="411056"/>
                </a:lnTo>
                <a:moveTo>
                  <a:pt x="1826953" y="1237206"/>
                </a:moveTo>
                <a:lnTo>
                  <a:pt x="1826927" y="1093258"/>
                </a:lnTo>
                <a:moveTo>
                  <a:pt x="2396897" y="320992"/>
                </a:moveTo>
                <a:lnTo>
                  <a:pt x="2494741" y="402217"/>
                </a:lnTo>
                <a:moveTo>
                  <a:pt x="1819332" y="1246265"/>
                </a:moveTo>
                <a:lnTo>
                  <a:pt x="1782150" y="1235138"/>
                </a:lnTo>
                <a:moveTo>
                  <a:pt x="1221304" y="557338"/>
                </a:moveTo>
                <a:lnTo>
                  <a:pt x="1307994" y="523909"/>
                </a:lnTo>
                <a:moveTo>
                  <a:pt x="1736655" y="976104"/>
                </a:moveTo>
                <a:lnTo>
                  <a:pt x="1826114" y="884531"/>
                </a:lnTo>
                <a:moveTo>
                  <a:pt x="1733058" y="977692"/>
                </a:moveTo>
                <a:lnTo>
                  <a:pt x="1826114" y="884531"/>
                </a:lnTo>
                <a:moveTo>
                  <a:pt x="1177383" y="573587"/>
                </a:moveTo>
                <a:lnTo>
                  <a:pt x="1221304" y="557338"/>
                </a:lnTo>
                <a:moveTo>
                  <a:pt x="949549" y="1095281"/>
                </a:moveTo>
                <a:lnTo>
                  <a:pt x="1008904" y="1138875"/>
                </a:lnTo>
                <a:moveTo>
                  <a:pt x="2358376" y="312628"/>
                </a:moveTo>
                <a:lnTo>
                  <a:pt x="2379761" y="325483"/>
                </a:lnTo>
                <a:moveTo>
                  <a:pt x="1735908" y="788078"/>
                </a:moveTo>
                <a:lnTo>
                  <a:pt x="1826114" y="884531"/>
                </a:lnTo>
                <a:moveTo>
                  <a:pt x="1039406" y="615879"/>
                </a:moveTo>
                <a:lnTo>
                  <a:pt x="1177383" y="573587"/>
                </a:lnTo>
                <a:moveTo>
                  <a:pt x="2379761" y="325483"/>
                </a:moveTo>
                <a:lnTo>
                  <a:pt x="2396897" y="320992"/>
                </a:lnTo>
                <a:moveTo>
                  <a:pt x="2173427" y="488461"/>
                </a:moveTo>
                <a:lnTo>
                  <a:pt x="2241288" y="375866"/>
                </a:lnTo>
                <a:moveTo>
                  <a:pt x="971335" y="618507"/>
                </a:moveTo>
                <a:lnTo>
                  <a:pt x="1039406" y="615879"/>
                </a:lnTo>
                <a:moveTo>
                  <a:pt x="1640668" y="861606"/>
                </a:moveTo>
                <a:lnTo>
                  <a:pt x="1709205" y="773137"/>
                </a:lnTo>
                <a:moveTo>
                  <a:pt x="1241218" y="1333500"/>
                </a:moveTo>
                <a:lnTo>
                  <a:pt x="1228083" y="1316435"/>
                </a:lnTo>
                <a:moveTo>
                  <a:pt x="1463711" y="488253"/>
                </a:moveTo>
                <a:lnTo>
                  <a:pt x="1559266" y="414576"/>
                </a:lnTo>
                <a:moveTo>
                  <a:pt x="1463711" y="488253"/>
                </a:moveTo>
                <a:lnTo>
                  <a:pt x="1556574" y="416322"/>
                </a:lnTo>
                <a:moveTo>
                  <a:pt x="185430" y="459230"/>
                </a:moveTo>
                <a:lnTo>
                  <a:pt x="280453" y="384265"/>
                </a:lnTo>
                <a:moveTo>
                  <a:pt x="319557" y="797299"/>
                </a:moveTo>
                <a:lnTo>
                  <a:pt x="376347" y="673603"/>
                </a:lnTo>
                <a:moveTo>
                  <a:pt x="1444185" y="479825"/>
                </a:moveTo>
                <a:lnTo>
                  <a:pt x="1463711" y="488253"/>
                </a:lnTo>
                <a:moveTo>
                  <a:pt x="2379761" y="325483"/>
                </a:moveTo>
                <a:lnTo>
                  <a:pt x="2494741" y="402217"/>
                </a:lnTo>
                <a:moveTo>
                  <a:pt x="806350" y="1155662"/>
                </a:moveTo>
                <a:lnTo>
                  <a:pt x="899135" y="1241624"/>
                </a:lnTo>
                <a:moveTo>
                  <a:pt x="1008904" y="1138875"/>
                </a:moveTo>
                <a:lnTo>
                  <a:pt x="1129794" y="1198529"/>
                </a:lnTo>
                <a:moveTo>
                  <a:pt x="330919" y="419830"/>
                </a:moveTo>
                <a:lnTo>
                  <a:pt x="280453" y="384265"/>
                </a:lnTo>
                <a:moveTo>
                  <a:pt x="2494741" y="402217"/>
                </a:moveTo>
                <a:lnTo>
                  <a:pt x="2594919" y="481259"/>
                </a:lnTo>
                <a:moveTo>
                  <a:pt x="2078336" y="573754"/>
                </a:moveTo>
                <a:lnTo>
                  <a:pt x="2173427" y="488461"/>
                </a:lnTo>
                <a:moveTo>
                  <a:pt x="1665461" y="312829"/>
                </a:moveTo>
                <a:lnTo>
                  <a:pt x="1562200" y="411056"/>
                </a:lnTo>
                <a:moveTo>
                  <a:pt x="1980940" y="537534"/>
                </a:moveTo>
                <a:lnTo>
                  <a:pt x="2078336" y="573754"/>
                </a:lnTo>
                <a:moveTo>
                  <a:pt x="1665461" y="312829"/>
                </a:moveTo>
                <a:lnTo>
                  <a:pt x="1559266" y="414576"/>
                </a:lnTo>
                <a:moveTo>
                  <a:pt x="638474" y="548173"/>
                </a:moveTo>
                <a:lnTo>
                  <a:pt x="716569" y="472819"/>
                </a:lnTo>
                <a:moveTo>
                  <a:pt x="570032" y="506529"/>
                </a:moveTo>
                <a:lnTo>
                  <a:pt x="638474" y="548173"/>
                </a:lnTo>
                <a:moveTo>
                  <a:pt x="1640668" y="861606"/>
                </a:moveTo>
                <a:lnTo>
                  <a:pt x="1733058" y="977692"/>
                </a:lnTo>
                <a:moveTo>
                  <a:pt x="1651084" y="117286"/>
                </a:moveTo>
                <a:lnTo>
                  <a:pt x="1649240" y="119673"/>
                </a:lnTo>
                <a:moveTo>
                  <a:pt x="1872987" y="1117994"/>
                </a:moveTo>
                <a:lnTo>
                  <a:pt x="1971516" y="1101889"/>
                </a:lnTo>
                <a:moveTo>
                  <a:pt x="1640668" y="861606"/>
                </a:moveTo>
                <a:lnTo>
                  <a:pt x="1826114" y="884531"/>
                </a:lnTo>
                <a:moveTo>
                  <a:pt x="1640668" y="861606"/>
                </a:moveTo>
                <a:lnTo>
                  <a:pt x="1735908" y="788078"/>
                </a:lnTo>
                <a:moveTo>
                  <a:pt x="2101128" y="593019"/>
                </a:moveTo>
                <a:lnTo>
                  <a:pt x="2173427" y="488461"/>
                </a:lnTo>
                <a:moveTo>
                  <a:pt x="581010" y="601148"/>
                </a:moveTo>
                <a:lnTo>
                  <a:pt x="570032" y="506529"/>
                </a:lnTo>
                <a:moveTo>
                  <a:pt x="1971516" y="1101889"/>
                </a:moveTo>
                <a:lnTo>
                  <a:pt x="2047505" y="1112339"/>
                </a:lnTo>
                <a:moveTo>
                  <a:pt x="2468099" y="409556"/>
                </a:moveTo>
                <a:lnTo>
                  <a:pt x="2494741" y="402217"/>
                </a:lnTo>
                <a:moveTo>
                  <a:pt x="542532" y="632007"/>
                </a:moveTo>
                <a:lnTo>
                  <a:pt x="570032" y="506529"/>
                </a:lnTo>
                <a:moveTo>
                  <a:pt x="1129794" y="1198529"/>
                </a:moveTo>
                <a:lnTo>
                  <a:pt x="1214794" y="1291777"/>
                </a:lnTo>
                <a:moveTo>
                  <a:pt x="1595694" y="423514"/>
                </a:moveTo>
                <a:lnTo>
                  <a:pt x="1559266" y="414576"/>
                </a:lnTo>
                <a:moveTo>
                  <a:pt x="1692155" y="252315"/>
                </a:moveTo>
                <a:lnTo>
                  <a:pt x="1649681" y="311322"/>
                </a:lnTo>
                <a:moveTo>
                  <a:pt x="2047505" y="1112339"/>
                </a:moveTo>
                <a:lnTo>
                  <a:pt x="2120370" y="1135368"/>
                </a:lnTo>
                <a:moveTo>
                  <a:pt x="542532" y="632007"/>
                </a:moveTo>
                <a:lnTo>
                  <a:pt x="478076" y="561783"/>
                </a:lnTo>
                <a:moveTo>
                  <a:pt x="2078336" y="573754"/>
                </a:moveTo>
                <a:lnTo>
                  <a:pt x="2101128" y="593019"/>
                </a:lnTo>
                <a:moveTo>
                  <a:pt x="2558615" y="508063"/>
                </a:moveTo>
                <a:lnTo>
                  <a:pt x="2594919" y="481259"/>
                </a:lnTo>
                <a:moveTo>
                  <a:pt x="2379761" y="325483"/>
                </a:moveTo>
                <a:lnTo>
                  <a:pt x="2468099" y="409556"/>
                </a:lnTo>
                <a:moveTo>
                  <a:pt x="1665461" y="312829"/>
                </a:moveTo>
                <a:lnTo>
                  <a:pt x="1649681" y="311322"/>
                </a:lnTo>
                <a:moveTo>
                  <a:pt x="2173427" y="488461"/>
                </a:moveTo>
                <a:lnTo>
                  <a:pt x="2192617" y="494638"/>
                </a:lnTo>
                <a:moveTo>
                  <a:pt x="2320233" y="355655"/>
                </a:moveTo>
                <a:lnTo>
                  <a:pt x="2358376" y="312628"/>
                </a:lnTo>
                <a:moveTo>
                  <a:pt x="1872987" y="1117994"/>
                </a:moveTo>
                <a:lnTo>
                  <a:pt x="1826953" y="1237206"/>
                </a:lnTo>
                <a:moveTo>
                  <a:pt x="2260267" y="367309"/>
                </a:moveTo>
                <a:lnTo>
                  <a:pt x="2358376" y="312628"/>
                </a:lnTo>
                <a:moveTo>
                  <a:pt x="330919" y="419830"/>
                </a:moveTo>
                <a:lnTo>
                  <a:pt x="185430" y="459230"/>
                </a:lnTo>
                <a:moveTo>
                  <a:pt x="423922" y="612474"/>
                </a:moveTo>
                <a:lnTo>
                  <a:pt x="452871" y="727535"/>
                </a:lnTo>
                <a:moveTo>
                  <a:pt x="871778" y="1057322"/>
                </a:moveTo>
                <a:lnTo>
                  <a:pt x="879343" y="1087338"/>
                </a:lnTo>
                <a:moveTo>
                  <a:pt x="2468099" y="409556"/>
                </a:moveTo>
                <a:lnTo>
                  <a:pt x="2594919" y="481259"/>
                </a:lnTo>
                <a:moveTo>
                  <a:pt x="1501511" y="509718"/>
                </a:moveTo>
                <a:lnTo>
                  <a:pt x="1559266" y="414576"/>
                </a:lnTo>
                <a:moveTo>
                  <a:pt x="1649240" y="119673"/>
                </a:moveTo>
                <a:lnTo>
                  <a:pt x="1692155" y="252315"/>
                </a:lnTo>
                <a:moveTo>
                  <a:pt x="1180614" y="1132883"/>
                </a:moveTo>
                <a:lnTo>
                  <a:pt x="1129794" y="1198529"/>
                </a:lnTo>
                <a:moveTo>
                  <a:pt x="460486" y="574658"/>
                </a:moveTo>
                <a:lnTo>
                  <a:pt x="452871" y="727535"/>
                </a:lnTo>
                <a:moveTo>
                  <a:pt x="871778" y="1057322"/>
                </a:moveTo>
                <a:lnTo>
                  <a:pt x="949549" y="1095281"/>
                </a:lnTo>
                <a:moveTo>
                  <a:pt x="542532" y="632007"/>
                </a:moveTo>
                <a:lnTo>
                  <a:pt x="460486" y="574658"/>
                </a:lnTo>
                <a:moveTo>
                  <a:pt x="162912" y="474070"/>
                </a:moveTo>
                <a:lnTo>
                  <a:pt x="185430" y="459230"/>
                </a:lnTo>
                <a:moveTo>
                  <a:pt x="957892" y="593994"/>
                </a:moveTo>
                <a:lnTo>
                  <a:pt x="865319" y="544931"/>
                </a:lnTo>
                <a:moveTo>
                  <a:pt x="203315" y="472524"/>
                </a:moveTo>
                <a:lnTo>
                  <a:pt x="185430" y="459230"/>
                </a:lnTo>
                <a:moveTo>
                  <a:pt x="537052" y="642295"/>
                </a:moveTo>
                <a:lnTo>
                  <a:pt x="460486" y="574658"/>
                </a:lnTo>
                <a:moveTo>
                  <a:pt x="2260267" y="367309"/>
                </a:moveTo>
                <a:lnTo>
                  <a:pt x="2241288" y="375866"/>
                </a:lnTo>
                <a:moveTo>
                  <a:pt x="1338290" y="526700"/>
                </a:moveTo>
                <a:lnTo>
                  <a:pt x="1444185" y="479825"/>
                </a:lnTo>
                <a:moveTo>
                  <a:pt x="955226" y="1073388"/>
                </a:moveTo>
                <a:lnTo>
                  <a:pt x="949549" y="1095281"/>
                </a:lnTo>
                <a:moveTo>
                  <a:pt x="1401607" y="524282"/>
                </a:moveTo>
                <a:lnTo>
                  <a:pt x="1444185" y="479825"/>
                </a:lnTo>
                <a:moveTo>
                  <a:pt x="376347" y="673603"/>
                </a:moveTo>
                <a:lnTo>
                  <a:pt x="452871" y="727535"/>
                </a:lnTo>
                <a:moveTo>
                  <a:pt x="1185415" y="554692"/>
                </a:moveTo>
                <a:lnTo>
                  <a:pt x="1307994" y="523909"/>
                </a:lnTo>
                <a:moveTo>
                  <a:pt x="638474" y="548173"/>
                </a:moveTo>
                <a:lnTo>
                  <a:pt x="734316" y="478632"/>
                </a:lnTo>
                <a:moveTo>
                  <a:pt x="1338290" y="526700"/>
                </a:moveTo>
                <a:lnTo>
                  <a:pt x="1307994" y="523909"/>
                </a:lnTo>
                <a:moveTo>
                  <a:pt x="1185890" y="554531"/>
                </a:moveTo>
                <a:lnTo>
                  <a:pt x="1307994" y="523909"/>
                </a:lnTo>
                <a:moveTo>
                  <a:pt x="1016291" y="1094864"/>
                </a:moveTo>
                <a:lnTo>
                  <a:pt x="949549" y="1095281"/>
                </a:lnTo>
                <a:moveTo>
                  <a:pt x="1185415" y="554692"/>
                </a:moveTo>
                <a:lnTo>
                  <a:pt x="1221304" y="557338"/>
                </a:lnTo>
                <a:moveTo>
                  <a:pt x="1826953" y="1237206"/>
                </a:moveTo>
                <a:lnTo>
                  <a:pt x="1819332" y="1246265"/>
                </a:lnTo>
                <a:moveTo>
                  <a:pt x="1177383" y="573587"/>
                </a:moveTo>
                <a:lnTo>
                  <a:pt x="1185415" y="554692"/>
                </a:lnTo>
                <a:moveTo>
                  <a:pt x="1820652" y="1246157"/>
                </a:moveTo>
                <a:lnTo>
                  <a:pt x="1819332" y="1246265"/>
                </a:lnTo>
                <a:moveTo>
                  <a:pt x="203315" y="472524"/>
                </a:moveTo>
                <a:lnTo>
                  <a:pt x="330919" y="419830"/>
                </a:lnTo>
                <a:moveTo>
                  <a:pt x="1129794" y="1198529"/>
                </a:moveTo>
                <a:lnTo>
                  <a:pt x="1269858" y="1222963"/>
                </a:lnTo>
                <a:moveTo>
                  <a:pt x="1182916" y="556174"/>
                </a:moveTo>
                <a:lnTo>
                  <a:pt x="1177383" y="573587"/>
                </a:lnTo>
                <a:moveTo>
                  <a:pt x="1826953" y="1237206"/>
                </a:moveTo>
                <a:lnTo>
                  <a:pt x="1820652" y="1246157"/>
                </a:lnTo>
                <a:moveTo>
                  <a:pt x="957892" y="593994"/>
                </a:moveTo>
                <a:lnTo>
                  <a:pt x="971335" y="618507"/>
                </a:lnTo>
                <a:moveTo>
                  <a:pt x="2468099" y="409556"/>
                </a:moveTo>
                <a:lnTo>
                  <a:pt x="2558615" y="508063"/>
                </a:lnTo>
                <a:moveTo>
                  <a:pt x="1050948" y="599866"/>
                </a:moveTo>
                <a:lnTo>
                  <a:pt x="1177383" y="573587"/>
                </a:lnTo>
                <a:moveTo>
                  <a:pt x="1910187" y="1143685"/>
                </a:moveTo>
                <a:lnTo>
                  <a:pt x="1971516" y="1101889"/>
                </a:lnTo>
                <a:moveTo>
                  <a:pt x="957892" y="593994"/>
                </a:moveTo>
                <a:lnTo>
                  <a:pt x="1039406" y="615879"/>
                </a:lnTo>
                <a:moveTo>
                  <a:pt x="1910187" y="1143685"/>
                </a:moveTo>
                <a:lnTo>
                  <a:pt x="1872987" y="1117994"/>
                </a:lnTo>
                <a:moveTo>
                  <a:pt x="162912" y="474070"/>
                </a:moveTo>
                <a:lnTo>
                  <a:pt x="203315" y="472524"/>
                </a:lnTo>
                <a:moveTo>
                  <a:pt x="1016291" y="1094864"/>
                </a:moveTo>
                <a:lnTo>
                  <a:pt x="1008904" y="1138875"/>
                </a:lnTo>
                <a:moveTo>
                  <a:pt x="2260267" y="367309"/>
                </a:moveTo>
                <a:lnTo>
                  <a:pt x="2173427" y="488461"/>
                </a:lnTo>
                <a:moveTo>
                  <a:pt x="1214794" y="1291777"/>
                </a:moveTo>
                <a:lnTo>
                  <a:pt x="1244615" y="1333500"/>
                </a:lnTo>
                <a:moveTo>
                  <a:pt x="1050948" y="599866"/>
                </a:moveTo>
                <a:lnTo>
                  <a:pt x="1039406" y="615879"/>
                </a:lnTo>
                <a:moveTo>
                  <a:pt x="1910187" y="1143685"/>
                </a:moveTo>
                <a:lnTo>
                  <a:pt x="2047505" y="1112339"/>
                </a:lnTo>
                <a:moveTo>
                  <a:pt x="2101128" y="593019"/>
                </a:moveTo>
                <a:lnTo>
                  <a:pt x="2192617" y="494638"/>
                </a:lnTo>
                <a:moveTo>
                  <a:pt x="2320233" y="355655"/>
                </a:moveTo>
                <a:lnTo>
                  <a:pt x="2379761" y="325483"/>
                </a:lnTo>
                <a:moveTo>
                  <a:pt x="1649240" y="119673"/>
                </a:moveTo>
                <a:lnTo>
                  <a:pt x="1738037" y="192186"/>
                </a:lnTo>
                <a:moveTo>
                  <a:pt x="359049" y="810458"/>
                </a:moveTo>
                <a:lnTo>
                  <a:pt x="376347" y="673603"/>
                </a:lnTo>
                <a:moveTo>
                  <a:pt x="1651084" y="117286"/>
                </a:moveTo>
                <a:lnTo>
                  <a:pt x="1738037" y="192186"/>
                </a:lnTo>
                <a:moveTo>
                  <a:pt x="1692155" y="252315"/>
                </a:moveTo>
                <a:lnTo>
                  <a:pt x="1665461" y="312829"/>
                </a:lnTo>
                <a:moveTo>
                  <a:pt x="1269858" y="1222963"/>
                </a:moveTo>
                <a:lnTo>
                  <a:pt x="1214794" y="1291777"/>
                </a:lnTo>
                <a:moveTo>
                  <a:pt x="1016291" y="1094864"/>
                </a:moveTo>
                <a:lnTo>
                  <a:pt x="1129794" y="1198529"/>
                </a:lnTo>
                <a:moveTo>
                  <a:pt x="1915447" y="568531"/>
                </a:moveTo>
                <a:lnTo>
                  <a:pt x="1980940" y="537534"/>
                </a:lnTo>
                <a:moveTo>
                  <a:pt x="1910187" y="1143685"/>
                </a:moveTo>
                <a:lnTo>
                  <a:pt x="1826953" y="1237206"/>
                </a:lnTo>
                <a:moveTo>
                  <a:pt x="2443225" y="413342"/>
                </a:moveTo>
                <a:lnTo>
                  <a:pt x="2379761" y="325483"/>
                </a:lnTo>
                <a:moveTo>
                  <a:pt x="1915447" y="568531"/>
                </a:moveTo>
                <a:lnTo>
                  <a:pt x="2078336" y="573754"/>
                </a:lnTo>
                <a:moveTo>
                  <a:pt x="1401607" y="524282"/>
                </a:moveTo>
                <a:lnTo>
                  <a:pt x="1463711" y="488253"/>
                </a:lnTo>
                <a:moveTo>
                  <a:pt x="1501511" y="509718"/>
                </a:moveTo>
                <a:lnTo>
                  <a:pt x="1463711" y="488253"/>
                </a:lnTo>
                <a:moveTo>
                  <a:pt x="1899444" y="547437"/>
                </a:moveTo>
                <a:lnTo>
                  <a:pt x="1980940" y="537534"/>
                </a:lnTo>
                <a:moveTo>
                  <a:pt x="1180614" y="1132883"/>
                </a:moveTo>
                <a:lnTo>
                  <a:pt x="1269858" y="1222963"/>
                </a:lnTo>
                <a:moveTo>
                  <a:pt x="319557" y="797299"/>
                </a:moveTo>
                <a:lnTo>
                  <a:pt x="359049" y="810458"/>
                </a:lnTo>
                <a:moveTo>
                  <a:pt x="356988" y="810843"/>
                </a:moveTo>
                <a:lnTo>
                  <a:pt x="319557" y="797299"/>
                </a:lnTo>
                <a:moveTo>
                  <a:pt x="1738037" y="192186"/>
                </a:moveTo>
                <a:lnTo>
                  <a:pt x="1692155" y="252315"/>
                </a:lnTo>
                <a:moveTo>
                  <a:pt x="2005772" y="665777"/>
                </a:moveTo>
                <a:lnTo>
                  <a:pt x="2101128" y="593019"/>
                </a:lnTo>
                <a:moveTo>
                  <a:pt x="725714" y="1023901"/>
                </a:moveTo>
                <a:lnTo>
                  <a:pt x="724561" y="1024003"/>
                </a:lnTo>
                <a:moveTo>
                  <a:pt x="717286" y="1029121"/>
                </a:moveTo>
                <a:lnTo>
                  <a:pt x="724561" y="1024003"/>
                </a:lnTo>
                <a:moveTo>
                  <a:pt x="1915447" y="568531"/>
                </a:moveTo>
                <a:lnTo>
                  <a:pt x="2101128" y="593019"/>
                </a:lnTo>
                <a:moveTo>
                  <a:pt x="1595694" y="423514"/>
                </a:moveTo>
                <a:lnTo>
                  <a:pt x="1665461" y="312829"/>
                </a:lnTo>
                <a:moveTo>
                  <a:pt x="717286" y="1029121"/>
                </a:moveTo>
                <a:lnTo>
                  <a:pt x="725714" y="1023901"/>
                </a:lnTo>
                <a:moveTo>
                  <a:pt x="1247196" y="1051538"/>
                </a:moveTo>
                <a:lnTo>
                  <a:pt x="1180614" y="1132883"/>
                </a:lnTo>
                <a:moveTo>
                  <a:pt x="2260267" y="367309"/>
                </a:moveTo>
                <a:lnTo>
                  <a:pt x="2192617" y="494638"/>
                </a:lnTo>
                <a:moveTo>
                  <a:pt x="1137355" y="1075365"/>
                </a:moveTo>
                <a:lnTo>
                  <a:pt x="1180614" y="1132883"/>
                </a:lnTo>
                <a:moveTo>
                  <a:pt x="1016291" y="1094864"/>
                </a:moveTo>
                <a:lnTo>
                  <a:pt x="1180614" y="1132883"/>
                </a:lnTo>
                <a:moveTo>
                  <a:pt x="871778" y="1057322"/>
                </a:moveTo>
                <a:lnTo>
                  <a:pt x="724561" y="1024003"/>
                </a:lnTo>
                <a:moveTo>
                  <a:pt x="641443" y="550544"/>
                </a:moveTo>
                <a:lnTo>
                  <a:pt x="638474" y="548173"/>
                </a:lnTo>
                <a:moveTo>
                  <a:pt x="2208080" y="495621"/>
                </a:moveTo>
                <a:lnTo>
                  <a:pt x="2101128" y="593019"/>
                </a:lnTo>
                <a:moveTo>
                  <a:pt x="2443225" y="413342"/>
                </a:moveTo>
                <a:lnTo>
                  <a:pt x="2468099" y="409556"/>
                </a:lnTo>
                <a:moveTo>
                  <a:pt x="725714" y="1023901"/>
                </a:moveTo>
                <a:lnTo>
                  <a:pt x="871778" y="1057322"/>
                </a:lnTo>
                <a:moveTo>
                  <a:pt x="2067100" y="1104401"/>
                </a:moveTo>
                <a:lnTo>
                  <a:pt x="2047505" y="1112339"/>
                </a:lnTo>
                <a:moveTo>
                  <a:pt x="581010" y="601148"/>
                </a:moveTo>
                <a:lnTo>
                  <a:pt x="638474" y="548173"/>
                </a:lnTo>
                <a:moveTo>
                  <a:pt x="2242627" y="428299"/>
                </a:moveTo>
                <a:lnTo>
                  <a:pt x="2192617" y="494638"/>
                </a:lnTo>
                <a:moveTo>
                  <a:pt x="1937406" y="1154999"/>
                </a:moveTo>
                <a:lnTo>
                  <a:pt x="2047505" y="1112339"/>
                </a:lnTo>
                <a:moveTo>
                  <a:pt x="581010" y="601148"/>
                </a:moveTo>
                <a:lnTo>
                  <a:pt x="641443" y="550544"/>
                </a:lnTo>
                <a:moveTo>
                  <a:pt x="1921717" y="383060"/>
                </a:moveTo>
                <a:lnTo>
                  <a:pt x="1920054" y="387464"/>
                </a:lnTo>
                <a:moveTo>
                  <a:pt x="1247196" y="1051538"/>
                </a:moveTo>
                <a:lnTo>
                  <a:pt x="1269858" y="1222963"/>
                </a:lnTo>
                <a:moveTo>
                  <a:pt x="545126" y="634233"/>
                </a:moveTo>
                <a:lnTo>
                  <a:pt x="641443" y="550544"/>
                </a:lnTo>
                <a:moveTo>
                  <a:pt x="2520112" y="514184"/>
                </a:moveTo>
                <a:lnTo>
                  <a:pt x="2558615" y="508063"/>
                </a:lnTo>
                <a:moveTo>
                  <a:pt x="871778" y="1057322"/>
                </a:moveTo>
                <a:lnTo>
                  <a:pt x="955226" y="1073388"/>
                </a:lnTo>
                <a:moveTo>
                  <a:pt x="2208080" y="495621"/>
                </a:moveTo>
                <a:lnTo>
                  <a:pt x="2192617" y="494638"/>
                </a:lnTo>
                <a:moveTo>
                  <a:pt x="1918111" y="382849"/>
                </a:moveTo>
                <a:lnTo>
                  <a:pt x="1921717" y="383060"/>
                </a:lnTo>
                <a:moveTo>
                  <a:pt x="1918111" y="382849"/>
                </a:moveTo>
                <a:lnTo>
                  <a:pt x="1920054" y="387464"/>
                </a:lnTo>
                <a:moveTo>
                  <a:pt x="1501511" y="509718"/>
                </a:moveTo>
                <a:lnTo>
                  <a:pt x="1595694" y="423514"/>
                </a:lnTo>
                <a:moveTo>
                  <a:pt x="542532" y="632007"/>
                </a:moveTo>
                <a:lnTo>
                  <a:pt x="581010" y="601148"/>
                </a:lnTo>
                <a:moveTo>
                  <a:pt x="2520112" y="514184"/>
                </a:moveTo>
                <a:lnTo>
                  <a:pt x="2468099" y="409556"/>
                </a:lnTo>
                <a:moveTo>
                  <a:pt x="545126" y="634233"/>
                </a:moveTo>
                <a:lnTo>
                  <a:pt x="581010" y="601148"/>
                </a:lnTo>
                <a:moveTo>
                  <a:pt x="2260267" y="367309"/>
                </a:moveTo>
                <a:lnTo>
                  <a:pt x="2320233" y="355655"/>
                </a:lnTo>
                <a:moveTo>
                  <a:pt x="1339264" y="1277812"/>
                </a:moveTo>
                <a:lnTo>
                  <a:pt x="1214794" y="1291777"/>
                </a:lnTo>
                <a:moveTo>
                  <a:pt x="1937406" y="1154999"/>
                </a:moveTo>
                <a:lnTo>
                  <a:pt x="1826953" y="1237206"/>
                </a:lnTo>
                <a:moveTo>
                  <a:pt x="2166988" y="635057"/>
                </a:moveTo>
                <a:lnTo>
                  <a:pt x="2101128" y="593019"/>
                </a:lnTo>
                <a:moveTo>
                  <a:pt x="537052" y="642295"/>
                </a:moveTo>
                <a:lnTo>
                  <a:pt x="452871" y="727535"/>
                </a:lnTo>
                <a:moveTo>
                  <a:pt x="1937406" y="1154999"/>
                </a:moveTo>
                <a:lnTo>
                  <a:pt x="1820652" y="1246157"/>
                </a:lnTo>
                <a:moveTo>
                  <a:pt x="537052" y="642295"/>
                </a:moveTo>
                <a:lnTo>
                  <a:pt x="542532" y="632007"/>
                </a:lnTo>
                <a:moveTo>
                  <a:pt x="545126" y="634233"/>
                </a:moveTo>
                <a:lnTo>
                  <a:pt x="542532" y="632007"/>
                </a:lnTo>
                <a:moveTo>
                  <a:pt x="955226" y="1073388"/>
                </a:moveTo>
                <a:lnTo>
                  <a:pt x="1016291" y="1094864"/>
                </a:lnTo>
                <a:moveTo>
                  <a:pt x="545126" y="634233"/>
                </a:moveTo>
                <a:lnTo>
                  <a:pt x="537052" y="642295"/>
                </a:lnTo>
                <a:moveTo>
                  <a:pt x="1339745" y="1310533"/>
                </a:moveTo>
                <a:lnTo>
                  <a:pt x="1214794" y="1291777"/>
                </a:lnTo>
                <a:moveTo>
                  <a:pt x="1344206" y="1133545"/>
                </a:moveTo>
                <a:lnTo>
                  <a:pt x="1269858" y="1222963"/>
                </a:lnTo>
                <a:moveTo>
                  <a:pt x="1185890" y="554531"/>
                </a:moveTo>
                <a:lnTo>
                  <a:pt x="1185415" y="554692"/>
                </a:lnTo>
                <a:moveTo>
                  <a:pt x="1182916" y="556174"/>
                </a:moveTo>
                <a:lnTo>
                  <a:pt x="1185415" y="554692"/>
                </a:lnTo>
                <a:moveTo>
                  <a:pt x="1185890" y="554531"/>
                </a:moveTo>
                <a:lnTo>
                  <a:pt x="1338290" y="526700"/>
                </a:lnTo>
                <a:moveTo>
                  <a:pt x="1137355" y="1075365"/>
                </a:moveTo>
                <a:lnTo>
                  <a:pt x="1247196" y="1051538"/>
                </a:lnTo>
                <a:moveTo>
                  <a:pt x="1338290" y="526700"/>
                </a:moveTo>
                <a:lnTo>
                  <a:pt x="1401607" y="524282"/>
                </a:lnTo>
                <a:moveTo>
                  <a:pt x="1182916" y="556174"/>
                </a:moveTo>
                <a:lnTo>
                  <a:pt x="1185890" y="554531"/>
                </a:lnTo>
                <a:moveTo>
                  <a:pt x="1016291" y="1094864"/>
                </a:moveTo>
                <a:lnTo>
                  <a:pt x="1137355" y="1075365"/>
                </a:lnTo>
                <a:moveTo>
                  <a:pt x="1401607" y="524282"/>
                </a:moveTo>
                <a:lnTo>
                  <a:pt x="1501511" y="509718"/>
                </a:lnTo>
                <a:moveTo>
                  <a:pt x="2242627" y="428299"/>
                </a:moveTo>
                <a:lnTo>
                  <a:pt x="2260267" y="367309"/>
                </a:lnTo>
                <a:moveTo>
                  <a:pt x="1185197" y="553244"/>
                </a:moveTo>
                <a:lnTo>
                  <a:pt x="1185890" y="554531"/>
                </a:lnTo>
                <a:moveTo>
                  <a:pt x="1270850" y="1026201"/>
                </a:moveTo>
                <a:lnTo>
                  <a:pt x="1247196" y="1051538"/>
                </a:lnTo>
                <a:moveTo>
                  <a:pt x="1185197" y="553244"/>
                </a:moveTo>
                <a:lnTo>
                  <a:pt x="1182916" y="556174"/>
                </a:lnTo>
                <a:moveTo>
                  <a:pt x="1137355" y="1075365"/>
                </a:moveTo>
                <a:lnTo>
                  <a:pt x="1270850" y="1026201"/>
                </a:lnTo>
                <a:moveTo>
                  <a:pt x="2320233" y="355655"/>
                </a:moveTo>
                <a:lnTo>
                  <a:pt x="2443225" y="413342"/>
                </a:lnTo>
                <a:moveTo>
                  <a:pt x="1050948" y="599866"/>
                </a:moveTo>
                <a:lnTo>
                  <a:pt x="1182916" y="556174"/>
                </a:lnTo>
                <a:moveTo>
                  <a:pt x="957892" y="593994"/>
                </a:moveTo>
                <a:lnTo>
                  <a:pt x="1050948" y="599866"/>
                </a:lnTo>
                <a:moveTo>
                  <a:pt x="2101128" y="593019"/>
                </a:moveTo>
                <a:lnTo>
                  <a:pt x="2093066" y="742933"/>
                </a:lnTo>
                <a:moveTo>
                  <a:pt x="1050948" y="599866"/>
                </a:moveTo>
                <a:lnTo>
                  <a:pt x="1185197" y="553244"/>
                </a:lnTo>
                <a:moveTo>
                  <a:pt x="1777225" y="216669"/>
                </a:moveTo>
                <a:lnTo>
                  <a:pt x="1692155" y="252315"/>
                </a:lnTo>
                <a:moveTo>
                  <a:pt x="1847362" y="1245353"/>
                </a:moveTo>
                <a:lnTo>
                  <a:pt x="1820652" y="1246157"/>
                </a:lnTo>
                <a:moveTo>
                  <a:pt x="1899444" y="547437"/>
                </a:moveTo>
                <a:lnTo>
                  <a:pt x="1920054" y="387464"/>
                </a:lnTo>
                <a:moveTo>
                  <a:pt x="1915447" y="568531"/>
                </a:moveTo>
                <a:lnTo>
                  <a:pt x="2005772" y="665777"/>
                </a:lnTo>
                <a:moveTo>
                  <a:pt x="474249" y="744180"/>
                </a:moveTo>
                <a:lnTo>
                  <a:pt x="452871" y="727535"/>
                </a:lnTo>
                <a:moveTo>
                  <a:pt x="537052" y="642295"/>
                </a:moveTo>
                <a:lnTo>
                  <a:pt x="474249" y="744180"/>
                </a:lnTo>
                <a:moveTo>
                  <a:pt x="359049" y="810458"/>
                </a:moveTo>
                <a:lnTo>
                  <a:pt x="452871" y="727535"/>
                </a:lnTo>
                <a:moveTo>
                  <a:pt x="1247196" y="1051538"/>
                </a:moveTo>
                <a:lnTo>
                  <a:pt x="1344206" y="1133545"/>
                </a:lnTo>
                <a:moveTo>
                  <a:pt x="1937406" y="1154999"/>
                </a:moveTo>
                <a:lnTo>
                  <a:pt x="1910187" y="1143685"/>
                </a:lnTo>
                <a:moveTo>
                  <a:pt x="1777225" y="216669"/>
                </a:moveTo>
                <a:lnTo>
                  <a:pt x="1665461" y="312829"/>
                </a:lnTo>
                <a:moveTo>
                  <a:pt x="1339745" y="1310533"/>
                </a:moveTo>
                <a:lnTo>
                  <a:pt x="1325944" y="1333500"/>
                </a:lnTo>
                <a:moveTo>
                  <a:pt x="1094190" y="451483"/>
                </a:moveTo>
                <a:lnTo>
                  <a:pt x="1185197" y="553244"/>
                </a:lnTo>
                <a:moveTo>
                  <a:pt x="1247196" y="1051538"/>
                </a:moveTo>
                <a:lnTo>
                  <a:pt x="1360123" y="1116473"/>
                </a:lnTo>
                <a:moveTo>
                  <a:pt x="1270850" y="1026201"/>
                </a:moveTo>
                <a:lnTo>
                  <a:pt x="1360123" y="1116473"/>
                </a:lnTo>
                <a:moveTo>
                  <a:pt x="1001464" y="541666"/>
                </a:moveTo>
                <a:lnTo>
                  <a:pt x="957892" y="593994"/>
                </a:lnTo>
                <a:moveTo>
                  <a:pt x="1001464" y="541666"/>
                </a:moveTo>
                <a:lnTo>
                  <a:pt x="1185197" y="553244"/>
                </a:lnTo>
                <a:moveTo>
                  <a:pt x="2242627" y="428299"/>
                </a:moveTo>
                <a:lnTo>
                  <a:pt x="2208080" y="495621"/>
                </a:lnTo>
                <a:moveTo>
                  <a:pt x="1339264" y="1277812"/>
                </a:moveTo>
                <a:lnTo>
                  <a:pt x="1269858" y="1222963"/>
                </a:lnTo>
                <a:moveTo>
                  <a:pt x="1270850" y="1026201"/>
                </a:moveTo>
                <a:lnTo>
                  <a:pt x="1362282" y="927444"/>
                </a:lnTo>
                <a:moveTo>
                  <a:pt x="1899444" y="547437"/>
                </a:moveTo>
                <a:lnTo>
                  <a:pt x="1915447" y="568531"/>
                </a:lnTo>
                <a:moveTo>
                  <a:pt x="1001464" y="541666"/>
                </a:moveTo>
                <a:lnTo>
                  <a:pt x="1050948" y="599866"/>
                </a:lnTo>
                <a:moveTo>
                  <a:pt x="1895917" y="580023"/>
                </a:moveTo>
                <a:lnTo>
                  <a:pt x="1915447" y="568531"/>
                </a:lnTo>
                <a:moveTo>
                  <a:pt x="1692013" y="311867"/>
                </a:moveTo>
                <a:lnTo>
                  <a:pt x="1665461" y="312829"/>
                </a:lnTo>
                <a:moveTo>
                  <a:pt x="474249" y="744180"/>
                </a:moveTo>
                <a:lnTo>
                  <a:pt x="359049" y="810458"/>
                </a:lnTo>
                <a:moveTo>
                  <a:pt x="1360123" y="1116473"/>
                </a:moveTo>
                <a:lnTo>
                  <a:pt x="1344206" y="1133545"/>
                </a:lnTo>
                <a:moveTo>
                  <a:pt x="1001464" y="541666"/>
                </a:moveTo>
                <a:lnTo>
                  <a:pt x="1094190" y="451483"/>
                </a:lnTo>
                <a:moveTo>
                  <a:pt x="955226" y="1073388"/>
                </a:moveTo>
                <a:lnTo>
                  <a:pt x="1085970" y="1007026"/>
                </a:lnTo>
                <a:moveTo>
                  <a:pt x="2443225" y="413342"/>
                </a:moveTo>
                <a:lnTo>
                  <a:pt x="2520112" y="514184"/>
                </a:lnTo>
                <a:moveTo>
                  <a:pt x="361212" y="811479"/>
                </a:moveTo>
                <a:lnTo>
                  <a:pt x="474249" y="744180"/>
                </a:lnTo>
                <a:moveTo>
                  <a:pt x="1777225" y="216669"/>
                </a:moveTo>
                <a:lnTo>
                  <a:pt x="1738037" y="192186"/>
                </a:lnTo>
                <a:moveTo>
                  <a:pt x="1895917" y="580023"/>
                </a:moveTo>
                <a:lnTo>
                  <a:pt x="1899444" y="547437"/>
                </a:lnTo>
                <a:moveTo>
                  <a:pt x="1275262" y="445434"/>
                </a:moveTo>
                <a:lnTo>
                  <a:pt x="1338290" y="526700"/>
                </a:lnTo>
                <a:moveTo>
                  <a:pt x="1270850" y="1026201"/>
                </a:moveTo>
                <a:lnTo>
                  <a:pt x="1451385" y="1016586"/>
                </a:lnTo>
                <a:moveTo>
                  <a:pt x="1085970" y="1007026"/>
                </a:moveTo>
                <a:lnTo>
                  <a:pt x="1137355" y="1075365"/>
                </a:lnTo>
                <a:moveTo>
                  <a:pt x="1085970" y="1007026"/>
                </a:moveTo>
                <a:lnTo>
                  <a:pt x="1016291" y="1094864"/>
                </a:lnTo>
                <a:moveTo>
                  <a:pt x="1275262" y="445434"/>
                </a:moveTo>
                <a:lnTo>
                  <a:pt x="1185890" y="554531"/>
                </a:lnTo>
                <a:moveTo>
                  <a:pt x="356988" y="810843"/>
                </a:moveTo>
                <a:lnTo>
                  <a:pt x="359049" y="810458"/>
                </a:lnTo>
                <a:moveTo>
                  <a:pt x="1275262" y="445434"/>
                </a:moveTo>
                <a:lnTo>
                  <a:pt x="1401607" y="524282"/>
                </a:lnTo>
                <a:moveTo>
                  <a:pt x="361212" y="811479"/>
                </a:moveTo>
                <a:lnTo>
                  <a:pt x="359049" y="810458"/>
                </a:lnTo>
                <a:moveTo>
                  <a:pt x="1185197" y="553244"/>
                </a:moveTo>
                <a:lnTo>
                  <a:pt x="1275262" y="445434"/>
                </a:lnTo>
                <a:moveTo>
                  <a:pt x="1085970" y="1007026"/>
                </a:moveTo>
                <a:lnTo>
                  <a:pt x="1270850" y="1026201"/>
                </a:lnTo>
                <a:moveTo>
                  <a:pt x="1603531" y="403787"/>
                </a:moveTo>
                <a:lnTo>
                  <a:pt x="1665461" y="312829"/>
                </a:lnTo>
                <a:moveTo>
                  <a:pt x="2183810" y="842955"/>
                </a:moveTo>
                <a:lnTo>
                  <a:pt x="2244620" y="921119"/>
                </a:lnTo>
                <a:moveTo>
                  <a:pt x="356988" y="810843"/>
                </a:moveTo>
                <a:lnTo>
                  <a:pt x="361212" y="811479"/>
                </a:lnTo>
                <a:moveTo>
                  <a:pt x="641443" y="550544"/>
                </a:moveTo>
                <a:lnTo>
                  <a:pt x="723969" y="613412"/>
                </a:lnTo>
                <a:moveTo>
                  <a:pt x="1959989" y="692860"/>
                </a:moveTo>
                <a:lnTo>
                  <a:pt x="2005772" y="665777"/>
                </a:lnTo>
                <a:moveTo>
                  <a:pt x="689326" y="1018196"/>
                </a:moveTo>
                <a:lnTo>
                  <a:pt x="725714" y="1023901"/>
                </a:lnTo>
                <a:moveTo>
                  <a:pt x="689326" y="1018196"/>
                </a:moveTo>
                <a:lnTo>
                  <a:pt x="717286" y="1029121"/>
                </a:lnTo>
                <a:moveTo>
                  <a:pt x="1362282" y="927444"/>
                </a:moveTo>
                <a:lnTo>
                  <a:pt x="1454119" y="831370"/>
                </a:lnTo>
                <a:moveTo>
                  <a:pt x="747696" y="1018356"/>
                </a:moveTo>
                <a:lnTo>
                  <a:pt x="725714" y="1023901"/>
                </a:lnTo>
                <a:moveTo>
                  <a:pt x="1959989" y="692860"/>
                </a:moveTo>
                <a:lnTo>
                  <a:pt x="1915447" y="568531"/>
                </a:lnTo>
                <a:moveTo>
                  <a:pt x="1178013" y="912311"/>
                </a:moveTo>
                <a:lnTo>
                  <a:pt x="1270850" y="1026201"/>
                </a:lnTo>
                <a:moveTo>
                  <a:pt x="880802" y="1011779"/>
                </a:moveTo>
                <a:lnTo>
                  <a:pt x="725714" y="1023901"/>
                </a:lnTo>
                <a:moveTo>
                  <a:pt x="2005772" y="665777"/>
                </a:moveTo>
                <a:lnTo>
                  <a:pt x="2093066" y="742933"/>
                </a:lnTo>
                <a:moveTo>
                  <a:pt x="1879824" y="319541"/>
                </a:moveTo>
                <a:lnTo>
                  <a:pt x="1921717" y="383060"/>
                </a:lnTo>
                <a:moveTo>
                  <a:pt x="2166988" y="635057"/>
                </a:moveTo>
                <a:lnTo>
                  <a:pt x="2208080" y="495621"/>
                </a:lnTo>
                <a:moveTo>
                  <a:pt x="1344206" y="1133545"/>
                </a:moveTo>
                <a:lnTo>
                  <a:pt x="1339264" y="1277812"/>
                </a:lnTo>
                <a:moveTo>
                  <a:pt x="1360123" y="1116473"/>
                </a:moveTo>
                <a:lnTo>
                  <a:pt x="1451385" y="1016586"/>
                </a:lnTo>
                <a:moveTo>
                  <a:pt x="1094190" y="451483"/>
                </a:moveTo>
                <a:lnTo>
                  <a:pt x="1275262" y="445434"/>
                </a:lnTo>
                <a:moveTo>
                  <a:pt x="1362282" y="927444"/>
                </a:moveTo>
                <a:lnTo>
                  <a:pt x="1451385" y="1016586"/>
                </a:lnTo>
                <a:moveTo>
                  <a:pt x="1034021" y="944169"/>
                </a:moveTo>
                <a:lnTo>
                  <a:pt x="955226" y="1073388"/>
                </a:lnTo>
                <a:moveTo>
                  <a:pt x="545126" y="634233"/>
                </a:moveTo>
                <a:lnTo>
                  <a:pt x="631567" y="705740"/>
                </a:lnTo>
                <a:moveTo>
                  <a:pt x="2084907" y="748744"/>
                </a:moveTo>
                <a:lnTo>
                  <a:pt x="2005772" y="665777"/>
                </a:lnTo>
                <a:moveTo>
                  <a:pt x="2279375" y="364913"/>
                </a:moveTo>
                <a:lnTo>
                  <a:pt x="2320233" y="355655"/>
                </a:lnTo>
                <a:moveTo>
                  <a:pt x="545126" y="634233"/>
                </a:moveTo>
                <a:lnTo>
                  <a:pt x="723969" y="613412"/>
                </a:lnTo>
                <a:moveTo>
                  <a:pt x="2279375" y="364913"/>
                </a:moveTo>
                <a:lnTo>
                  <a:pt x="2260267" y="367309"/>
                </a:lnTo>
                <a:moveTo>
                  <a:pt x="880802" y="1011779"/>
                </a:moveTo>
                <a:lnTo>
                  <a:pt x="871778" y="1057322"/>
                </a:lnTo>
                <a:moveTo>
                  <a:pt x="1603531" y="403787"/>
                </a:moveTo>
                <a:lnTo>
                  <a:pt x="1595694" y="423514"/>
                </a:lnTo>
                <a:moveTo>
                  <a:pt x="537052" y="642295"/>
                </a:moveTo>
                <a:lnTo>
                  <a:pt x="539008" y="797034"/>
                </a:lnTo>
                <a:moveTo>
                  <a:pt x="545126" y="634233"/>
                </a:moveTo>
                <a:lnTo>
                  <a:pt x="539008" y="797034"/>
                </a:lnTo>
                <a:moveTo>
                  <a:pt x="1334176" y="377491"/>
                </a:moveTo>
                <a:lnTo>
                  <a:pt x="1401607" y="524282"/>
                </a:lnTo>
                <a:moveTo>
                  <a:pt x="1879824" y="319541"/>
                </a:moveTo>
                <a:lnTo>
                  <a:pt x="1918111" y="382849"/>
                </a:lnTo>
                <a:moveTo>
                  <a:pt x="1937406" y="1154999"/>
                </a:moveTo>
                <a:lnTo>
                  <a:pt x="2067100" y="1104401"/>
                </a:lnTo>
                <a:moveTo>
                  <a:pt x="2287723" y="756114"/>
                </a:moveTo>
                <a:lnTo>
                  <a:pt x="2244620" y="921119"/>
                </a:lnTo>
                <a:moveTo>
                  <a:pt x="880802" y="1011779"/>
                </a:moveTo>
                <a:lnTo>
                  <a:pt x="955226" y="1073388"/>
                </a:lnTo>
                <a:moveTo>
                  <a:pt x="1344206" y="1133545"/>
                </a:moveTo>
                <a:lnTo>
                  <a:pt x="1355946" y="1292131"/>
                </a:lnTo>
                <a:moveTo>
                  <a:pt x="2249514" y="767476"/>
                </a:moveTo>
                <a:lnTo>
                  <a:pt x="2244620" y="921119"/>
                </a:lnTo>
                <a:moveTo>
                  <a:pt x="1895917" y="580023"/>
                </a:moveTo>
                <a:lnTo>
                  <a:pt x="1959989" y="692860"/>
                </a:lnTo>
                <a:moveTo>
                  <a:pt x="1178013" y="912311"/>
                </a:moveTo>
                <a:lnTo>
                  <a:pt x="1362282" y="927444"/>
                </a:lnTo>
                <a:moveTo>
                  <a:pt x="1360123" y="1116473"/>
                </a:moveTo>
                <a:lnTo>
                  <a:pt x="1355946" y="1292131"/>
                </a:lnTo>
                <a:moveTo>
                  <a:pt x="937099" y="1027626"/>
                </a:moveTo>
                <a:lnTo>
                  <a:pt x="955226" y="1073388"/>
                </a:lnTo>
                <a:moveTo>
                  <a:pt x="1285320" y="834863"/>
                </a:moveTo>
                <a:lnTo>
                  <a:pt x="1362282" y="927444"/>
                </a:lnTo>
                <a:moveTo>
                  <a:pt x="2279375" y="364913"/>
                </a:moveTo>
                <a:lnTo>
                  <a:pt x="2242627" y="428299"/>
                </a:lnTo>
                <a:moveTo>
                  <a:pt x="1230220" y="857520"/>
                </a:moveTo>
                <a:lnTo>
                  <a:pt x="1362282" y="927444"/>
                </a:lnTo>
                <a:moveTo>
                  <a:pt x="1512847" y="765781"/>
                </a:moveTo>
                <a:lnTo>
                  <a:pt x="1454119" y="831370"/>
                </a:lnTo>
                <a:moveTo>
                  <a:pt x="1363502" y="528862"/>
                </a:moveTo>
                <a:lnTo>
                  <a:pt x="1401607" y="524282"/>
                </a:lnTo>
                <a:moveTo>
                  <a:pt x="1363502" y="528862"/>
                </a:moveTo>
                <a:lnTo>
                  <a:pt x="1501511" y="509718"/>
                </a:lnTo>
                <a:moveTo>
                  <a:pt x="1880489" y="384554"/>
                </a:moveTo>
                <a:lnTo>
                  <a:pt x="1918111" y="382849"/>
                </a:lnTo>
                <a:moveTo>
                  <a:pt x="1419853" y="789118"/>
                </a:moveTo>
                <a:lnTo>
                  <a:pt x="1454119" y="831370"/>
                </a:lnTo>
                <a:moveTo>
                  <a:pt x="474249" y="744180"/>
                </a:moveTo>
                <a:lnTo>
                  <a:pt x="539008" y="797034"/>
                </a:lnTo>
                <a:moveTo>
                  <a:pt x="1538192" y="518911"/>
                </a:moveTo>
                <a:lnTo>
                  <a:pt x="1595694" y="423514"/>
                </a:lnTo>
                <a:moveTo>
                  <a:pt x="1844717" y="464978"/>
                </a:moveTo>
                <a:lnTo>
                  <a:pt x="1920054" y="387464"/>
                </a:lnTo>
                <a:moveTo>
                  <a:pt x="1285320" y="834863"/>
                </a:moveTo>
                <a:lnTo>
                  <a:pt x="1454119" y="831370"/>
                </a:lnTo>
                <a:moveTo>
                  <a:pt x="1847362" y="1245353"/>
                </a:moveTo>
                <a:lnTo>
                  <a:pt x="1937406" y="1154999"/>
                </a:lnTo>
                <a:moveTo>
                  <a:pt x="1362282" y="927444"/>
                </a:moveTo>
                <a:lnTo>
                  <a:pt x="1542297" y="914388"/>
                </a:lnTo>
                <a:moveTo>
                  <a:pt x="1349113" y="509965"/>
                </a:moveTo>
                <a:lnTo>
                  <a:pt x="1401607" y="524282"/>
                </a:lnTo>
                <a:moveTo>
                  <a:pt x="1339745" y="1310533"/>
                </a:moveTo>
                <a:lnTo>
                  <a:pt x="1339264" y="1277812"/>
                </a:lnTo>
                <a:moveTo>
                  <a:pt x="1844717" y="464978"/>
                </a:moveTo>
                <a:lnTo>
                  <a:pt x="1918111" y="382849"/>
                </a:lnTo>
                <a:moveTo>
                  <a:pt x="1085970" y="1007026"/>
                </a:moveTo>
                <a:lnTo>
                  <a:pt x="1178013" y="912311"/>
                </a:lnTo>
                <a:moveTo>
                  <a:pt x="2288056" y="367586"/>
                </a:moveTo>
                <a:lnTo>
                  <a:pt x="2242627" y="428299"/>
                </a:lnTo>
                <a:moveTo>
                  <a:pt x="2404231" y="412745"/>
                </a:moveTo>
                <a:lnTo>
                  <a:pt x="2320233" y="355655"/>
                </a:lnTo>
                <a:moveTo>
                  <a:pt x="2166988" y="635057"/>
                </a:moveTo>
                <a:lnTo>
                  <a:pt x="2093066" y="742933"/>
                </a:lnTo>
                <a:moveTo>
                  <a:pt x="1355946" y="1292131"/>
                </a:moveTo>
                <a:lnTo>
                  <a:pt x="1339264" y="1277812"/>
                </a:lnTo>
                <a:moveTo>
                  <a:pt x="1419853" y="789118"/>
                </a:moveTo>
                <a:lnTo>
                  <a:pt x="1512847" y="765781"/>
                </a:lnTo>
                <a:moveTo>
                  <a:pt x="1538192" y="518911"/>
                </a:moveTo>
                <a:lnTo>
                  <a:pt x="1501511" y="509718"/>
                </a:lnTo>
                <a:moveTo>
                  <a:pt x="2114113" y="721406"/>
                </a:moveTo>
                <a:lnTo>
                  <a:pt x="2166988" y="635057"/>
                </a:lnTo>
                <a:moveTo>
                  <a:pt x="1454119" y="831370"/>
                </a:moveTo>
                <a:lnTo>
                  <a:pt x="1542297" y="914388"/>
                </a:lnTo>
                <a:moveTo>
                  <a:pt x="1539283" y="531127"/>
                </a:moveTo>
                <a:lnTo>
                  <a:pt x="1501511" y="509718"/>
                </a:lnTo>
                <a:moveTo>
                  <a:pt x="2093066" y="742933"/>
                </a:moveTo>
                <a:lnTo>
                  <a:pt x="2183810" y="842955"/>
                </a:lnTo>
                <a:moveTo>
                  <a:pt x="2114113" y="721406"/>
                </a:moveTo>
                <a:lnTo>
                  <a:pt x="2183810" y="842955"/>
                </a:lnTo>
                <a:moveTo>
                  <a:pt x="1355946" y="1292131"/>
                </a:moveTo>
                <a:lnTo>
                  <a:pt x="1339745" y="1310533"/>
                </a:lnTo>
                <a:moveTo>
                  <a:pt x="1285320" y="834863"/>
                </a:moveTo>
                <a:lnTo>
                  <a:pt x="1419853" y="789118"/>
                </a:lnTo>
                <a:moveTo>
                  <a:pt x="997293" y="717364"/>
                </a:moveTo>
                <a:lnTo>
                  <a:pt x="1090180" y="628249"/>
                </a:lnTo>
                <a:moveTo>
                  <a:pt x="1140899" y="870695"/>
                </a:moveTo>
                <a:lnTo>
                  <a:pt x="1178013" y="912311"/>
                </a:lnTo>
                <a:moveTo>
                  <a:pt x="1230220" y="857520"/>
                </a:moveTo>
                <a:lnTo>
                  <a:pt x="1178013" y="912311"/>
                </a:lnTo>
                <a:moveTo>
                  <a:pt x="1959989" y="692860"/>
                </a:moveTo>
                <a:lnTo>
                  <a:pt x="2084907" y="748744"/>
                </a:lnTo>
                <a:moveTo>
                  <a:pt x="1451385" y="1016586"/>
                </a:moveTo>
                <a:lnTo>
                  <a:pt x="1542297" y="914388"/>
                </a:lnTo>
                <a:moveTo>
                  <a:pt x="2288056" y="367586"/>
                </a:moveTo>
                <a:lnTo>
                  <a:pt x="2208080" y="495621"/>
                </a:lnTo>
                <a:moveTo>
                  <a:pt x="1334176" y="377491"/>
                </a:moveTo>
                <a:lnTo>
                  <a:pt x="1275262" y="445434"/>
                </a:lnTo>
                <a:moveTo>
                  <a:pt x="2404231" y="412745"/>
                </a:moveTo>
                <a:lnTo>
                  <a:pt x="2443225" y="413342"/>
                </a:lnTo>
                <a:moveTo>
                  <a:pt x="1034021" y="944169"/>
                </a:moveTo>
                <a:lnTo>
                  <a:pt x="1085970" y="1007026"/>
                </a:lnTo>
                <a:moveTo>
                  <a:pt x="1230220" y="857520"/>
                </a:moveTo>
                <a:lnTo>
                  <a:pt x="1285320" y="834863"/>
                </a:lnTo>
                <a:moveTo>
                  <a:pt x="2114113" y="721406"/>
                </a:moveTo>
                <a:lnTo>
                  <a:pt x="2093066" y="742933"/>
                </a:lnTo>
                <a:moveTo>
                  <a:pt x="2184671" y="645320"/>
                </a:moveTo>
                <a:lnTo>
                  <a:pt x="2166988" y="635057"/>
                </a:lnTo>
                <a:moveTo>
                  <a:pt x="1692013" y="311867"/>
                </a:moveTo>
                <a:lnTo>
                  <a:pt x="1777225" y="216669"/>
                </a:lnTo>
                <a:moveTo>
                  <a:pt x="1140899" y="870695"/>
                </a:moveTo>
                <a:lnTo>
                  <a:pt x="1230220" y="857520"/>
                </a:lnTo>
                <a:moveTo>
                  <a:pt x="2249514" y="767476"/>
                </a:moveTo>
                <a:lnTo>
                  <a:pt x="2183810" y="842955"/>
                </a:lnTo>
                <a:moveTo>
                  <a:pt x="1844717" y="464978"/>
                </a:moveTo>
                <a:lnTo>
                  <a:pt x="1899444" y="547437"/>
                </a:lnTo>
                <a:moveTo>
                  <a:pt x="1512847" y="765781"/>
                </a:moveTo>
                <a:lnTo>
                  <a:pt x="1542297" y="914388"/>
                </a:lnTo>
                <a:moveTo>
                  <a:pt x="2084907" y="748744"/>
                </a:moveTo>
                <a:lnTo>
                  <a:pt x="2093066" y="742933"/>
                </a:lnTo>
                <a:moveTo>
                  <a:pt x="1339745" y="1310533"/>
                </a:moveTo>
                <a:lnTo>
                  <a:pt x="1365645" y="1333500"/>
                </a:lnTo>
                <a:moveTo>
                  <a:pt x="1544480" y="725514"/>
                </a:moveTo>
                <a:lnTo>
                  <a:pt x="1512847" y="765781"/>
                </a:lnTo>
                <a:moveTo>
                  <a:pt x="1544308" y="913904"/>
                </a:moveTo>
                <a:lnTo>
                  <a:pt x="1451385" y="1016586"/>
                </a:lnTo>
                <a:moveTo>
                  <a:pt x="1034021" y="944169"/>
                </a:moveTo>
                <a:lnTo>
                  <a:pt x="1178013" y="912311"/>
                </a:lnTo>
                <a:moveTo>
                  <a:pt x="1269705" y="815279"/>
                </a:moveTo>
                <a:lnTo>
                  <a:pt x="1285320" y="834863"/>
                </a:lnTo>
                <a:moveTo>
                  <a:pt x="1419853" y="789118"/>
                </a:moveTo>
                <a:lnTo>
                  <a:pt x="1544480" y="725514"/>
                </a:lnTo>
                <a:moveTo>
                  <a:pt x="1360123" y="1116473"/>
                </a:moveTo>
                <a:lnTo>
                  <a:pt x="1445895" y="1183546"/>
                </a:lnTo>
                <a:moveTo>
                  <a:pt x="1140899" y="870695"/>
                </a:moveTo>
                <a:lnTo>
                  <a:pt x="1269705" y="815279"/>
                </a:lnTo>
                <a:moveTo>
                  <a:pt x="1269705" y="815279"/>
                </a:moveTo>
                <a:lnTo>
                  <a:pt x="1230220" y="857520"/>
                </a:lnTo>
                <a:moveTo>
                  <a:pt x="1090180" y="628249"/>
                </a:moveTo>
                <a:lnTo>
                  <a:pt x="1178973" y="715344"/>
                </a:lnTo>
                <a:moveTo>
                  <a:pt x="1512847" y="765781"/>
                </a:moveTo>
                <a:lnTo>
                  <a:pt x="1552210" y="901748"/>
                </a:lnTo>
                <a:moveTo>
                  <a:pt x="2083779" y="922612"/>
                </a:moveTo>
                <a:lnTo>
                  <a:pt x="2067100" y="1104401"/>
                </a:lnTo>
                <a:moveTo>
                  <a:pt x="1034021" y="944169"/>
                </a:moveTo>
                <a:lnTo>
                  <a:pt x="1140899" y="870695"/>
                </a:lnTo>
                <a:moveTo>
                  <a:pt x="1339745" y="1310533"/>
                </a:moveTo>
                <a:lnTo>
                  <a:pt x="1374260" y="1333500"/>
                </a:lnTo>
                <a:moveTo>
                  <a:pt x="2114113" y="721406"/>
                </a:moveTo>
                <a:lnTo>
                  <a:pt x="2249514" y="767476"/>
                </a:lnTo>
                <a:moveTo>
                  <a:pt x="997293" y="717364"/>
                </a:moveTo>
                <a:lnTo>
                  <a:pt x="1086804" y="809216"/>
                </a:lnTo>
                <a:moveTo>
                  <a:pt x="444218" y="873541"/>
                </a:moveTo>
                <a:lnTo>
                  <a:pt x="474249" y="744180"/>
                </a:lnTo>
                <a:moveTo>
                  <a:pt x="1086804" y="809216"/>
                </a:moveTo>
                <a:lnTo>
                  <a:pt x="1140899" y="870695"/>
                </a:lnTo>
                <a:moveTo>
                  <a:pt x="2184671" y="645320"/>
                </a:moveTo>
                <a:lnTo>
                  <a:pt x="2114113" y="721406"/>
                </a:lnTo>
                <a:moveTo>
                  <a:pt x="1361399" y="718256"/>
                </a:moveTo>
                <a:lnTo>
                  <a:pt x="1419853" y="789118"/>
                </a:lnTo>
                <a:moveTo>
                  <a:pt x="997293" y="717364"/>
                </a:moveTo>
                <a:lnTo>
                  <a:pt x="1178973" y="715344"/>
                </a:lnTo>
                <a:moveTo>
                  <a:pt x="1355946" y="1292131"/>
                </a:moveTo>
                <a:lnTo>
                  <a:pt x="1397592" y="1333500"/>
                </a:lnTo>
                <a:moveTo>
                  <a:pt x="2237621" y="497654"/>
                </a:moveTo>
                <a:lnTo>
                  <a:pt x="2208080" y="495621"/>
                </a:lnTo>
                <a:moveTo>
                  <a:pt x="2487495" y="507618"/>
                </a:moveTo>
                <a:lnTo>
                  <a:pt x="2443225" y="413342"/>
                </a:lnTo>
                <a:moveTo>
                  <a:pt x="1361399" y="718256"/>
                </a:moveTo>
                <a:lnTo>
                  <a:pt x="1285320" y="834863"/>
                </a:lnTo>
                <a:moveTo>
                  <a:pt x="631567" y="705740"/>
                </a:moveTo>
                <a:lnTo>
                  <a:pt x="723969" y="613412"/>
                </a:lnTo>
                <a:moveTo>
                  <a:pt x="2089047" y="919643"/>
                </a:moveTo>
                <a:lnTo>
                  <a:pt x="2183810" y="842955"/>
                </a:lnTo>
                <a:moveTo>
                  <a:pt x="1086804" y="809216"/>
                </a:moveTo>
                <a:lnTo>
                  <a:pt x="1269705" y="815279"/>
                </a:lnTo>
                <a:moveTo>
                  <a:pt x="539008" y="797034"/>
                </a:moveTo>
                <a:lnTo>
                  <a:pt x="631567" y="705740"/>
                </a:lnTo>
                <a:moveTo>
                  <a:pt x="1090180" y="628249"/>
                </a:moveTo>
                <a:lnTo>
                  <a:pt x="1270708" y="618590"/>
                </a:lnTo>
                <a:moveTo>
                  <a:pt x="361212" y="811479"/>
                </a:moveTo>
                <a:lnTo>
                  <a:pt x="444218" y="873541"/>
                </a:lnTo>
                <a:moveTo>
                  <a:pt x="1366269" y="343858"/>
                </a:moveTo>
                <a:lnTo>
                  <a:pt x="1334176" y="377491"/>
                </a:lnTo>
                <a:moveTo>
                  <a:pt x="1086804" y="809216"/>
                </a:moveTo>
                <a:lnTo>
                  <a:pt x="1034021" y="944169"/>
                </a:lnTo>
                <a:moveTo>
                  <a:pt x="2249514" y="767476"/>
                </a:moveTo>
                <a:lnTo>
                  <a:pt x="2287723" y="756114"/>
                </a:lnTo>
                <a:moveTo>
                  <a:pt x="1178973" y="715344"/>
                </a:moveTo>
                <a:lnTo>
                  <a:pt x="1269705" y="815279"/>
                </a:lnTo>
                <a:moveTo>
                  <a:pt x="1493844" y="1043943"/>
                </a:moveTo>
                <a:lnTo>
                  <a:pt x="1451385" y="1016586"/>
                </a:lnTo>
                <a:moveTo>
                  <a:pt x="1451385" y="1016586"/>
                </a:moveTo>
                <a:lnTo>
                  <a:pt x="1445895" y="1183546"/>
                </a:lnTo>
                <a:moveTo>
                  <a:pt x="1269705" y="815279"/>
                </a:moveTo>
                <a:lnTo>
                  <a:pt x="1361399" y="718256"/>
                </a:lnTo>
                <a:moveTo>
                  <a:pt x="1815519" y="616340"/>
                </a:moveTo>
                <a:lnTo>
                  <a:pt x="1899444" y="547437"/>
                </a:lnTo>
                <a:moveTo>
                  <a:pt x="1552210" y="901748"/>
                </a:moveTo>
                <a:lnTo>
                  <a:pt x="1542297" y="914388"/>
                </a:lnTo>
                <a:moveTo>
                  <a:pt x="1603531" y="403787"/>
                </a:moveTo>
                <a:lnTo>
                  <a:pt x="1692013" y="311867"/>
                </a:lnTo>
                <a:moveTo>
                  <a:pt x="1086804" y="809216"/>
                </a:moveTo>
                <a:lnTo>
                  <a:pt x="1178973" y="715344"/>
                </a:lnTo>
                <a:moveTo>
                  <a:pt x="1139278" y="559924"/>
                </a:moveTo>
                <a:lnTo>
                  <a:pt x="1090180" y="628249"/>
                </a:lnTo>
                <a:moveTo>
                  <a:pt x="2093066" y="742933"/>
                </a:moveTo>
                <a:lnTo>
                  <a:pt x="2089047" y="919643"/>
                </a:lnTo>
                <a:moveTo>
                  <a:pt x="1054180" y="575521"/>
                </a:moveTo>
                <a:lnTo>
                  <a:pt x="1090180" y="628249"/>
                </a:lnTo>
                <a:moveTo>
                  <a:pt x="583866" y="1034727"/>
                </a:moveTo>
                <a:lnTo>
                  <a:pt x="689326" y="1018196"/>
                </a:lnTo>
                <a:moveTo>
                  <a:pt x="1544308" y="913904"/>
                </a:moveTo>
                <a:lnTo>
                  <a:pt x="1542297" y="914388"/>
                </a:lnTo>
                <a:moveTo>
                  <a:pt x="689326" y="1018196"/>
                </a:moveTo>
                <a:lnTo>
                  <a:pt x="747696" y="1018356"/>
                </a:lnTo>
                <a:moveTo>
                  <a:pt x="1361399" y="718256"/>
                </a:moveTo>
                <a:lnTo>
                  <a:pt x="1544480" y="725514"/>
                </a:lnTo>
                <a:moveTo>
                  <a:pt x="903077" y="797675"/>
                </a:moveTo>
                <a:lnTo>
                  <a:pt x="997293" y="717364"/>
                </a:lnTo>
                <a:moveTo>
                  <a:pt x="1224153" y="565309"/>
                </a:moveTo>
                <a:lnTo>
                  <a:pt x="1090180" y="628249"/>
                </a:lnTo>
                <a:moveTo>
                  <a:pt x="2082774" y="911894"/>
                </a:moveTo>
                <a:lnTo>
                  <a:pt x="2093066" y="742933"/>
                </a:lnTo>
                <a:moveTo>
                  <a:pt x="1816510" y="617565"/>
                </a:moveTo>
                <a:lnTo>
                  <a:pt x="1895917" y="580023"/>
                </a:lnTo>
                <a:moveTo>
                  <a:pt x="1815519" y="616340"/>
                </a:moveTo>
                <a:lnTo>
                  <a:pt x="1895917" y="580023"/>
                </a:lnTo>
                <a:moveTo>
                  <a:pt x="937099" y="1027626"/>
                </a:moveTo>
                <a:lnTo>
                  <a:pt x="1034021" y="944169"/>
                </a:lnTo>
                <a:moveTo>
                  <a:pt x="993731" y="897099"/>
                </a:moveTo>
                <a:lnTo>
                  <a:pt x="1034021" y="944169"/>
                </a:lnTo>
                <a:moveTo>
                  <a:pt x="2051553" y="1061226"/>
                </a:moveTo>
                <a:lnTo>
                  <a:pt x="2067100" y="1104401"/>
                </a:lnTo>
                <a:moveTo>
                  <a:pt x="747696" y="1018356"/>
                </a:moveTo>
                <a:lnTo>
                  <a:pt x="880802" y="1011779"/>
                </a:lnTo>
                <a:moveTo>
                  <a:pt x="993731" y="897099"/>
                </a:moveTo>
                <a:lnTo>
                  <a:pt x="1086804" y="809216"/>
                </a:lnTo>
                <a:moveTo>
                  <a:pt x="1453563" y="624348"/>
                </a:moveTo>
                <a:lnTo>
                  <a:pt x="1544480" y="725514"/>
                </a:lnTo>
                <a:moveTo>
                  <a:pt x="1552210" y="901748"/>
                </a:moveTo>
                <a:lnTo>
                  <a:pt x="1544308" y="913904"/>
                </a:lnTo>
                <a:moveTo>
                  <a:pt x="1178973" y="715344"/>
                </a:moveTo>
                <a:lnTo>
                  <a:pt x="1361399" y="718256"/>
                </a:lnTo>
                <a:moveTo>
                  <a:pt x="1054180" y="575521"/>
                </a:moveTo>
                <a:lnTo>
                  <a:pt x="997293" y="717364"/>
                </a:lnTo>
                <a:moveTo>
                  <a:pt x="2084907" y="748744"/>
                </a:moveTo>
                <a:lnTo>
                  <a:pt x="2082774" y="911894"/>
                </a:lnTo>
                <a:moveTo>
                  <a:pt x="2487495" y="507618"/>
                </a:moveTo>
                <a:lnTo>
                  <a:pt x="2520112" y="514184"/>
                </a:lnTo>
                <a:moveTo>
                  <a:pt x="1879824" y="319541"/>
                </a:moveTo>
                <a:lnTo>
                  <a:pt x="1880489" y="384554"/>
                </a:lnTo>
                <a:moveTo>
                  <a:pt x="906424" y="608008"/>
                </a:moveTo>
                <a:lnTo>
                  <a:pt x="997293" y="717364"/>
                </a:lnTo>
                <a:moveTo>
                  <a:pt x="1355946" y="1292131"/>
                </a:moveTo>
                <a:lnTo>
                  <a:pt x="1445895" y="1183546"/>
                </a:lnTo>
                <a:moveTo>
                  <a:pt x="895146" y="615630"/>
                </a:moveTo>
                <a:lnTo>
                  <a:pt x="997293" y="717364"/>
                </a:lnTo>
                <a:moveTo>
                  <a:pt x="2237621" y="497654"/>
                </a:moveTo>
                <a:lnTo>
                  <a:pt x="2166988" y="635057"/>
                </a:lnTo>
                <a:moveTo>
                  <a:pt x="1907499" y="719206"/>
                </a:moveTo>
                <a:lnTo>
                  <a:pt x="1959989" y="692860"/>
                </a:lnTo>
                <a:moveTo>
                  <a:pt x="812333" y="697659"/>
                </a:moveTo>
                <a:lnTo>
                  <a:pt x="997293" y="717364"/>
                </a:lnTo>
                <a:moveTo>
                  <a:pt x="880802" y="1011779"/>
                </a:moveTo>
                <a:lnTo>
                  <a:pt x="937099" y="1027626"/>
                </a:lnTo>
                <a:moveTo>
                  <a:pt x="1334176" y="377491"/>
                </a:moveTo>
                <a:lnTo>
                  <a:pt x="1349113" y="509965"/>
                </a:lnTo>
                <a:moveTo>
                  <a:pt x="427007" y="881017"/>
                </a:moveTo>
                <a:lnTo>
                  <a:pt x="356988" y="810843"/>
                </a:lnTo>
                <a:moveTo>
                  <a:pt x="427007" y="881017"/>
                </a:moveTo>
                <a:lnTo>
                  <a:pt x="361212" y="811479"/>
                </a:lnTo>
                <a:moveTo>
                  <a:pt x="903077" y="797675"/>
                </a:moveTo>
                <a:lnTo>
                  <a:pt x="1086804" y="809216"/>
                </a:lnTo>
                <a:moveTo>
                  <a:pt x="1361399" y="718256"/>
                </a:moveTo>
                <a:lnTo>
                  <a:pt x="1453563" y="624348"/>
                </a:lnTo>
                <a:moveTo>
                  <a:pt x="1178973" y="715344"/>
                </a:moveTo>
                <a:lnTo>
                  <a:pt x="1270708" y="618590"/>
                </a:lnTo>
                <a:moveTo>
                  <a:pt x="2288056" y="367586"/>
                </a:moveTo>
                <a:lnTo>
                  <a:pt x="2279375" y="364913"/>
                </a:lnTo>
                <a:moveTo>
                  <a:pt x="993731" y="897099"/>
                </a:moveTo>
                <a:lnTo>
                  <a:pt x="937099" y="1027626"/>
                </a:lnTo>
                <a:moveTo>
                  <a:pt x="1363502" y="528862"/>
                </a:moveTo>
                <a:lnTo>
                  <a:pt x="1453563" y="624348"/>
                </a:lnTo>
                <a:moveTo>
                  <a:pt x="1960868" y="1150937"/>
                </a:moveTo>
                <a:lnTo>
                  <a:pt x="2067100" y="1104401"/>
                </a:lnTo>
                <a:moveTo>
                  <a:pt x="1270708" y="618590"/>
                </a:moveTo>
                <a:lnTo>
                  <a:pt x="1361399" y="718256"/>
                </a:lnTo>
                <a:moveTo>
                  <a:pt x="631567" y="705740"/>
                </a:moveTo>
                <a:lnTo>
                  <a:pt x="812333" y="697659"/>
                </a:lnTo>
                <a:moveTo>
                  <a:pt x="723969" y="613412"/>
                </a:moveTo>
                <a:lnTo>
                  <a:pt x="812333" y="697659"/>
                </a:lnTo>
                <a:moveTo>
                  <a:pt x="1270708" y="618590"/>
                </a:moveTo>
                <a:lnTo>
                  <a:pt x="1363502" y="528862"/>
                </a:lnTo>
                <a:moveTo>
                  <a:pt x="1334176" y="377491"/>
                </a:moveTo>
                <a:lnTo>
                  <a:pt x="1362360" y="521294"/>
                </a:lnTo>
                <a:moveTo>
                  <a:pt x="1366269" y="343858"/>
                </a:moveTo>
                <a:lnTo>
                  <a:pt x="1454924" y="430036"/>
                </a:lnTo>
                <a:moveTo>
                  <a:pt x="1270708" y="618590"/>
                </a:moveTo>
                <a:lnTo>
                  <a:pt x="1453563" y="624348"/>
                </a:lnTo>
                <a:moveTo>
                  <a:pt x="1539283" y="531127"/>
                </a:moveTo>
                <a:lnTo>
                  <a:pt x="1544480" y="725514"/>
                </a:lnTo>
                <a:moveTo>
                  <a:pt x="1960868" y="1150937"/>
                </a:moveTo>
                <a:lnTo>
                  <a:pt x="1937406" y="1154999"/>
                </a:lnTo>
                <a:moveTo>
                  <a:pt x="1366269" y="343858"/>
                </a:moveTo>
                <a:lnTo>
                  <a:pt x="1547259" y="337263"/>
                </a:lnTo>
                <a:moveTo>
                  <a:pt x="1907499" y="719206"/>
                </a:moveTo>
                <a:lnTo>
                  <a:pt x="2084907" y="748744"/>
                </a:lnTo>
                <a:moveTo>
                  <a:pt x="903077" y="797675"/>
                </a:moveTo>
                <a:lnTo>
                  <a:pt x="993731" y="897099"/>
                </a:lnTo>
                <a:moveTo>
                  <a:pt x="1366269" y="343858"/>
                </a:moveTo>
                <a:lnTo>
                  <a:pt x="1362360" y="521294"/>
                </a:lnTo>
                <a:moveTo>
                  <a:pt x="1816510" y="617565"/>
                </a:moveTo>
                <a:lnTo>
                  <a:pt x="1959989" y="692860"/>
                </a:lnTo>
                <a:moveTo>
                  <a:pt x="1349113" y="509965"/>
                </a:moveTo>
                <a:lnTo>
                  <a:pt x="1363502" y="528862"/>
                </a:lnTo>
                <a:moveTo>
                  <a:pt x="2404231" y="412745"/>
                </a:moveTo>
                <a:lnTo>
                  <a:pt x="2279375" y="364913"/>
                </a:lnTo>
                <a:moveTo>
                  <a:pt x="1493844" y="1043943"/>
                </a:moveTo>
                <a:lnTo>
                  <a:pt x="1544308" y="913904"/>
                </a:lnTo>
                <a:moveTo>
                  <a:pt x="1445895" y="1183546"/>
                </a:moveTo>
                <a:lnTo>
                  <a:pt x="1445165" y="1333500"/>
                </a:lnTo>
                <a:moveTo>
                  <a:pt x="1538192" y="518911"/>
                </a:moveTo>
                <a:lnTo>
                  <a:pt x="1603531" y="403787"/>
                </a:lnTo>
                <a:moveTo>
                  <a:pt x="1349113" y="509965"/>
                </a:moveTo>
                <a:lnTo>
                  <a:pt x="1270708" y="618590"/>
                </a:lnTo>
                <a:moveTo>
                  <a:pt x="1547259" y="337263"/>
                </a:moveTo>
                <a:lnTo>
                  <a:pt x="1603531" y="403787"/>
                </a:lnTo>
                <a:moveTo>
                  <a:pt x="747696" y="1018356"/>
                </a:moveTo>
                <a:lnTo>
                  <a:pt x="899976" y="980464"/>
                </a:lnTo>
                <a:moveTo>
                  <a:pt x="2082774" y="911894"/>
                </a:moveTo>
                <a:lnTo>
                  <a:pt x="2089047" y="919643"/>
                </a:lnTo>
                <a:moveTo>
                  <a:pt x="1638803" y="239243"/>
                </a:moveTo>
                <a:lnTo>
                  <a:pt x="1692013" y="311867"/>
                </a:lnTo>
                <a:moveTo>
                  <a:pt x="1880489" y="384554"/>
                </a:moveTo>
                <a:lnTo>
                  <a:pt x="1844717" y="464978"/>
                </a:lnTo>
                <a:moveTo>
                  <a:pt x="444218" y="873541"/>
                </a:moveTo>
                <a:lnTo>
                  <a:pt x="539008" y="797034"/>
                </a:lnTo>
                <a:moveTo>
                  <a:pt x="1539283" y="531127"/>
                </a:moveTo>
                <a:lnTo>
                  <a:pt x="1363502" y="528862"/>
                </a:lnTo>
                <a:moveTo>
                  <a:pt x="1857650" y="1228081"/>
                </a:moveTo>
                <a:lnTo>
                  <a:pt x="1937406" y="1154999"/>
                </a:lnTo>
                <a:moveTo>
                  <a:pt x="2083779" y="922612"/>
                </a:moveTo>
                <a:lnTo>
                  <a:pt x="2089047" y="919643"/>
                </a:lnTo>
                <a:moveTo>
                  <a:pt x="899976" y="980464"/>
                </a:moveTo>
                <a:lnTo>
                  <a:pt x="880802" y="1011779"/>
                </a:lnTo>
                <a:moveTo>
                  <a:pt x="1539283" y="531127"/>
                </a:moveTo>
                <a:lnTo>
                  <a:pt x="1453563" y="624348"/>
                </a:lnTo>
                <a:moveTo>
                  <a:pt x="2237621" y="497654"/>
                </a:moveTo>
                <a:lnTo>
                  <a:pt x="2184671" y="645320"/>
                </a:lnTo>
                <a:moveTo>
                  <a:pt x="1224153" y="565309"/>
                </a:moveTo>
                <a:lnTo>
                  <a:pt x="1270708" y="618590"/>
                </a:lnTo>
                <a:moveTo>
                  <a:pt x="2082774" y="911894"/>
                </a:moveTo>
                <a:lnTo>
                  <a:pt x="2083779" y="922612"/>
                </a:lnTo>
                <a:moveTo>
                  <a:pt x="899976" y="980464"/>
                </a:moveTo>
                <a:lnTo>
                  <a:pt x="937099" y="1027626"/>
                </a:lnTo>
                <a:moveTo>
                  <a:pt x="899976" y="980464"/>
                </a:moveTo>
                <a:lnTo>
                  <a:pt x="993731" y="897099"/>
                </a:lnTo>
                <a:moveTo>
                  <a:pt x="742516" y="758499"/>
                </a:moveTo>
                <a:lnTo>
                  <a:pt x="631567" y="705740"/>
                </a:lnTo>
                <a:moveTo>
                  <a:pt x="712421" y="774763"/>
                </a:moveTo>
                <a:lnTo>
                  <a:pt x="631567" y="705740"/>
                </a:lnTo>
                <a:moveTo>
                  <a:pt x="812333" y="697659"/>
                </a:moveTo>
                <a:lnTo>
                  <a:pt x="903077" y="797675"/>
                </a:lnTo>
                <a:moveTo>
                  <a:pt x="1224153" y="565309"/>
                </a:moveTo>
                <a:lnTo>
                  <a:pt x="1349113" y="509965"/>
                </a:lnTo>
                <a:moveTo>
                  <a:pt x="1054180" y="575521"/>
                </a:moveTo>
                <a:lnTo>
                  <a:pt x="1139278" y="559924"/>
                </a:lnTo>
                <a:moveTo>
                  <a:pt x="712421" y="774763"/>
                </a:moveTo>
                <a:lnTo>
                  <a:pt x="539008" y="797034"/>
                </a:lnTo>
                <a:moveTo>
                  <a:pt x="1607864" y="639743"/>
                </a:moveTo>
                <a:lnTo>
                  <a:pt x="1544480" y="725514"/>
                </a:lnTo>
                <a:moveTo>
                  <a:pt x="1362360" y="521294"/>
                </a:moveTo>
                <a:lnTo>
                  <a:pt x="1349113" y="509965"/>
                </a:lnTo>
                <a:moveTo>
                  <a:pt x="906424" y="608008"/>
                </a:moveTo>
                <a:lnTo>
                  <a:pt x="1054180" y="575521"/>
                </a:lnTo>
                <a:moveTo>
                  <a:pt x="1139278" y="559924"/>
                </a:moveTo>
                <a:lnTo>
                  <a:pt x="1224153" y="565309"/>
                </a:lnTo>
                <a:moveTo>
                  <a:pt x="2114113" y="721406"/>
                </a:moveTo>
                <a:lnTo>
                  <a:pt x="2271249" y="717741"/>
                </a:lnTo>
                <a:moveTo>
                  <a:pt x="1996441" y="807285"/>
                </a:moveTo>
                <a:lnTo>
                  <a:pt x="2084907" y="748744"/>
                </a:lnTo>
                <a:moveTo>
                  <a:pt x="2288056" y="367586"/>
                </a:moveTo>
                <a:lnTo>
                  <a:pt x="2404231" y="412745"/>
                </a:lnTo>
                <a:moveTo>
                  <a:pt x="1604375" y="765908"/>
                </a:moveTo>
                <a:lnTo>
                  <a:pt x="1512847" y="765781"/>
                </a:lnTo>
                <a:moveTo>
                  <a:pt x="1638803" y="239243"/>
                </a:moveTo>
                <a:lnTo>
                  <a:pt x="1603531" y="403787"/>
                </a:lnTo>
                <a:moveTo>
                  <a:pt x="903077" y="797675"/>
                </a:moveTo>
                <a:lnTo>
                  <a:pt x="899976" y="980464"/>
                </a:lnTo>
                <a:moveTo>
                  <a:pt x="895146" y="615630"/>
                </a:moveTo>
                <a:lnTo>
                  <a:pt x="906424" y="608008"/>
                </a:lnTo>
                <a:moveTo>
                  <a:pt x="1857650" y="1228081"/>
                </a:moveTo>
                <a:lnTo>
                  <a:pt x="1847362" y="1245353"/>
                </a:lnTo>
                <a:moveTo>
                  <a:pt x="1454924" y="430036"/>
                </a:moveTo>
                <a:lnTo>
                  <a:pt x="1538192" y="518911"/>
                </a:lnTo>
                <a:moveTo>
                  <a:pt x="1454924" y="430036"/>
                </a:moveTo>
                <a:lnTo>
                  <a:pt x="1547259" y="337263"/>
                </a:lnTo>
                <a:moveTo>
                  <a:pt x="895146" y="615630"/>
                </a:moveTo>
                <a:lnTo>
                  <a:pt x="812333" y="697659"/>
                </a:lnTo>
                <a:moveTo>
                  <a:pt x="1547259" y="337263"/>
                </a:moveTo>
                <a:lnTo>
                  <a:pt x="1538192" y="518911"/>
                </a:lnTo>
                <a:moveTo>
                  <a:pt x="2231856" y="574097"/>
                </a:moveTo>
                <a:lnTo>
                  <a:pt x="2184671" y="645320"/>
                </a:lnTo>
                <a:moveTo>
                  <a:pt x="1362360" y="521294"/>
                </a:moveTo>
                <a:lnTo>
                  <a:pt x="1454924" y="430036"/>
                </a:lnTo>
                <a:moveTo>
                  <a:pt x="1362360" y="521294"/>
                </a:moveTo>
                <a:lnTo>
                  <a:pt x="1538192" y="518911"/>
                </a:lnTo>
                <a:moveTo>
                  <a:pt x="1538192" y="518911"/>
                </a:moveTo>
                <a:lnTo>
                  <a:pt x="1539283" y="531127"/>
                </a:lnTo>
                <a:moveTo>
                  <a:pt x="1493844" y="1043943"/>
                </a:moveTo>
                <a:lnTo>
                  <a:pt x="1445895" y="1183546"/>
                </a:lnTo>
                <a:moveTo>
                  <a:pt x="1608412" y="812044"/>
                </a:moveTo>
                <a:lnTo>
                  <a:pt x="1512847" y="765781"/>
                </a:lnTo>
                <a:moveTo>
                  <a:pt x="616681" y="859405"/>
                </a:moveTo>
                <a:lnTo>
                  <a:pt x="539008" y="797034"/>
                </a:lnTo>
                <a:moveTo>
                  <a:pt x="2271249" y="717741"/>
                </a:moveTo>
                <a:lnTo>
                  <a:pt x="2287723" y="756114"/>
                </a:lnTo>
                <a:moveTo>
                  <a:pt x="2237621" y="497654"/>
                </a:moveTo>
                <a:lnTo>
                  <a:pt x="2288056" y="367586"/>
                </a:lnTo>
                <a:moveTo>
                  <a:pt x="2271249" y="717741"/>
                </a:moveTo>
                <a:lnTo>
                  <a:pt x="2249514" y="767476"/>
                </a:lnTo>
                <a:moveTo>
                  <a:pt x="1749411" y="1300191"/>
                </a:moveTo>
                <a:lnTo>
                  <a:pt x="1847362" y="1245353"/>
                </a:lnTo>
                <a:moveTo>
                  <a:pt x="2184671" y="645320"/>
                </a:moveTo>
                <a:lnTo>
                  <a:pt x="2271249" y="717741"/>
                </a:lnTo>
                <a:moveTo>
                  <a:pt x="2083779" y="922612"/>
                </a:moveTo>
                <a:lnTo>
                  <a:pt x="2051553" y="1061226"/>
                </a:lnTo>
                <a:moveTo>
                  <a:pt x="1506751" y="1237522"/>
                </a:moveTo>
                <a:lnTo>
                  <a:pt x="1465264" y="1333500"/>
                </a:lnTo>
                <a:moveTo>
                  <a:pt x="1604375" y="765908"/>
                </a:moveTo>
                <a:lnTo>
                  <a:pt x="1544480" y="725514"/>
                </a:lnTo>
                <a:moveTo>
                  <a:pt x="1547259" y="337263"/>
                </a:moveTo>
                <a:lnTo>
                  <a:pt x="1638803" y="239243"/>
                </a:lnTo>
                <a:moveTo>
                  <a:pt x="1479713" y="1142420"/>
                </a:moveTo>
                <a:lnTo>
                  <a:pt x="1493844" y="1043943"/>
                </a:lnTo>
                <a:moveTo>
                  <a:pt x="1479713" y="1142420"/>
                </a:moveTo>
                <a:lnTo>
                  <a:pt x="1445895" y="1183546"/>
                </a:lnTo>
                <a:moveTo>
                  <a:pt x="1568049" y="1298984"/>
                </a:moveTo>
                <a:lnTo>
                  <a:pt x="1529856" y="1333500"/>
                </a:lnTo>
                <a:moveTo>
                  <a:pt x="819801" y="882430"/>
                </a:moveTo>
                <a:lnTo>
                  <a:pt x="747696" y="1018356"/>
                </a:lnTo>
                <a:moveTo>
                  <a:pt x="742516" y="758499"/>
                </a:moveTo>
                <a:lnTo>
                  <a:pt x="812333" y="697659"/>
                </a:lnTo>
                <a:moveTo>
                  <a:pt x="1515956" y="1281308"/>
                </a:moveTo>
                <a:lnTo>
                  <a:pt x="1478598" y="1333500"/>
                </a:lnTo>
                <a:moveTo>
                  <a:pt x="1815519" y="616340"/>
                </a:moveTo>
                <a:lnTo>
                  <a:pt x="1844717" y="464978"/>
                </a:lnTo>
                <a:moveTo>
                  <a:pt x="1996441" y="807285"/>
                </a:moveTo>
                <a:lnTo>
                  <a:pt x="2082774" y="911894"/>
                </a:lnTo>
                <a:moveTo>
                  <a:pt x="1539283" y="531127"/>
                </a:moveTo>
                <a:lnTo>
                  <a:pt x="1607864" y="639743"/>
                </a:lnTo>
                <a:moveTo>
                  <a:pt x="538193" y="961345"/>
                </a:moveTo>
                <a:lnTo>
                  <a:pt x="583866" y="1034727"/>
                </a:lnTo>
                <a:moveTo>
                  <a:pt x="1996441" y="807285"/>
                </a:moveTo>
                <a:lnTo>
                  <a:pt x="2083779" y="922612"/>
                </a:lnTo>
                <a:moveTo>
                  <a:pt x="1568049" y="1298984"/>
                </a:moveTo>
                <a:lnTo>
                  <a:pt x="1515938" y="1333500"/>
                </a:lnTo>
                <a:moveTo>
                  <a:pt x="2404231" y="412745"/>
                </a:moveTo>
                <a:lnTo>
                  <a:pt x="2487495" y="507618"/>
                </a:lnTo>
                <a:moveTo>
                  <a:pt x="1816125" y="615013"/>
                </a:moveTo>
                <a:lnTo>
                  <a:pt x="1844717" y="464978"/>
                </a:lnTo>
                <a:moveTo>
                  <a:pt x="1608412" y="812044"/>
                </a:moveTo>
                <a:lnTo>
                  <a:pt x="1552210" y="901748"/>
                </a:lnTo>
                <a:moveTo>
                  <a:pt x="702642" y="968636"/>
                </a:moveTo>
                <a:lnTo>
                  <a:pt x="689326" y="1018196"/>
                </a:lnTo>
                <a:moveTo>
                  <a:pt x="702642" y="968636"/>
                </a:moveTo>
                <a:lnTo>
                  <a:pt x="583866" y="1034727"/>
                </a:lnTo>
                <a:moveTo>
                  <a:pt x="812573" y="865735"/>
                </a:moveTo>
                <a:lnTo>
                  <a:pt x="903077" y="797675"/>
                </a:lnTo>
                <a:moveTo>
                  <a:pt x="702642" y="968636"/>
                </a:moveTo>
                <a:lnTo>
                  <a:pt x="747696" y="1018356"/>
                </a:lnTo>
                <a:moveTo>
                  <a:pt x="1816510" y="617565"/>
                </a:moveTo>
                <a:lnTo>
                  <a:pt x="1907499" y="719206"/>
                </a:lnTo>
                <a:moveTo>
                  <a:pt x="730549" y="973577"/>
                </a:moveTo>
                <a:lnTo>
                  <a:pt x="747696" y="1018356"/>
                </a:lnTo>
                <a:moveTo>
                  <a:pt x="819801" y="882430"/>
                </a:moveTo>
                <a:lnTo>
                  <a:pt x="903077" y="797675"/>
                </a:lnTo>
                <a:moveTo>
                  <a:pt x="1506751" y="1237522"/>
                </a:moveTo>
                <a:lnTo>
                  <a:pt x="1445895" y="1183546"/>
                </a:lnTo>
                <a:moveTo>
                  <a:pt x="1907499" y="719206"/>
                </a:moveTo>
                <a:lnTo>
                  <a:pt x="1996441" y="807285"/>
                </a:lnTo>
                <a:moveTo>
                  <a:pt x="2231856" y="574097"/>
                </a:moveTo>
                <a:lnTo>
                  <a:pt x="2237621" y="497654"/>
                </a:lnTo>
                <a:moveTo>
                  <a:pt x="812573" y="865735"/>
                </a:moveTo>
                <a:lnTo>
                  <a:pt x="812333" y="697659"/>
                </a:lnTo>
                <a:moveTo>
                  <a:pt x="712421" y="774763"/>
                </a:moveTo>
                <a:lnTo>
                  <a:pt x="742516" y="758499"/>
                </a:lnTo>
                <a:moveTo>
                  <a:pt x="427007" y="881017"/>
                </a:moveTo>
                <a:lnTo>
                  <a:pt x="444218" y="873541"/>
                </a:lnTo>
                <a:moveTo>
                  <a:pt x="1568983" y="911059"/>
                </a:moveTo>
                <a:lnTo>
                  <a:pt x="1552210" y="901748"/>
                </a:lnTo>
                <a:moveTo>
                  <a:pt x="616681" y="859405"/>
                </a:moveTo>
                <a:lnTo>
                  <a:pt x="444218" y="873541"/>
                </a:lnTo>
                <a:moveTo>
                  <a:pt x="1815519" y="616340"/>
                </a:moveTo>
                <a:lnTo>
                  <a:pt x="1816510" y="617565"/>
                </a:lnTo>
                <a:moveTo>
                  <a:pt x="1815114" y="618561"/>
                </a:moveTo>
                <a:lnTo>
                  <a:pt x="1816510" y="617565"/>
                </a:lnTo>
                <a:moveTo>
                  <a:pt x="1568983" y="911059"/>
                </a:moveTo>
                <a:lnTo>
                  <a:pt x="1544308" y="913904"/>
                </a:lnTo>
                <a:moveTo>
                  <a:pt x="1815519" y="616340"/>
                </a:moveTo>
                <a:lnTo>
                  <a:pt x="1815114" y="618561"/>
                </a:lnTo>
                <a:moveTo>
                  <a:pt x="1960868" y="1150937"/>
                </a:moveTo>
                <a:lnTo>
                  <a:pt x="2051553" y="1061226"/>
                </a:lnTo>
                <a:moveTo>
                  <a:pt x="819801" y="882430"/>
                </a:moveTo>
                <a:lnTo>
                  <a:pt x="899976" y="980464"/>
                </a:lnTo>
                <a:moveTo>
                  <a:pt x="718152" y="778203"/>
                </a:moveTo>
                <a:lnTo>
                  <a:pt x="742516" y="758499"/>
                </a:lnTo>
                <a:moveTo>
                  <a:pt x="1479713" y="1142420"/>
                </a:moveTo>
                <a:lnTo>
                  <a:pt x="1506751" y="1237522"/>
                </a:lnTo>
                <a:moveTo>
                  <a:pt x="712421" y="774763"/>
                </a:moveTo>
                <a:lnTo>
                  <a:pt x="718152" y="778203"/>
                </a:lnTo>
                <a:moveTo>
                  <a:pt x="1815519" y="616340"/>
                </a:moveTo>
                <a:lnTo>
                  <a:pt x="1816125" y="615013"/>
                </a:lnTo>
                <a:moveTo>
                  <a:pt x="1815114" y="618561"/>
                </a:moveTo>
                <a:lnTo>
                  <a:pt x="1816125" y="615013"/>
                </a:lnTo>
                <a:moveTo>
                  <a:pt x="1882755" y="728058"/>
                </a:moveTo>
                <a:lnTo>
                  <a:pt x="1907499" y="719206"/>
                </a:lnTo>
                <a:moveTo>
                  <a:pt x="616681" y="859405"/>
                </a:moveTo>
                <a:lnTo>
                  <a:pt x="712421" y="774763"/>
                </a:lnTo>
                <a:moveTo>
                  <a:pt x="1974393" y="815093"/>
                </a:moveTo>
                <a:lnTo>
                  <a:pt x="2083779" y="922612"/>
                </a:lnTo>
                <a:moveTo>
                  <a:pt x="516863" y="939958"/>
                </a:moveTo>
                <a:lnTo>
                  <a:pt x="444218" y="873541"/>
                </a:lnTo>
                <a:moveTo>
                  <a:pt x="742516" y="758499"/>
                </a:moveTo>
                <a:lnTo>
                  <a:pt x="812573" y="865735"/>
                </a:lnTo>
                <a:moveTo>
                  <a:pt x="1534759" y="1067777"/>
                </a:moveTo>
                <a:lnTo>
                  <a:pt x="1493844" y="1043943"/>
                </a:lnTo>
                <a:moveTo>
                  <a:pt x="2231856" y="574097"/>
                </a:moveTo>
                <a:lnTo>
                  <a:pt x="2271249" y="717741"/>
                </a:lnTo>
                <a:moveTo>
                  <a:pt x="1815114" y="618561"/>
                </a:moveTo>
                <a:lnTo>
                  <a:pt x="1814419" y="631150"/>
                </a:lnTo>
                <a:moveTo>
                  <a:pt x="1607864" y="639743"/>
                </a:moveTo>
                <a:lnTo>
                  <a:pt x="1604375" y="765908"/>
                </a:lnTo>
                <a:moveTo>
                  <a:pt x="624919" y="865026"/>
                </a:moveTo>
                <a:lnTo>
                  <a:pt x="712421" y="774763"/>
                </a:lnTo>
                <a:moveTo>
                  <a:pt x="1882755" y="728058"/>
                </a:moveTo>
                <a:lnTo>
                  <a:pt x="1816510" y="617565"/>
                </a:lnTo>
                <a:moveTo>
                  <a:pt x="1815114" y="618561"/>
                </a:moveTo>
                <a:lnTo>
                  <a:pt x="1882755" y="728058"/>
                </a:lnTo>
                <a:moveTo>
                  <a:pt x="1568983" y="911059"/>
                </a:moveTo>
                <a:lnTo>
                  <a:pt x="1493844" y="1043943"/>
                </a:lnTo>
                <a:moveTo>
                  <a:pt x="1479713" y="1142420"/>
                </a:moveTo>
                <a:lnTo>
                  <a:pt x="1533040" y="1259721"/>
                </a:lnTo>
                <a:moveTo>
                  <a:pt x="1816125" y="615013"/>
                </a:moveTo>
                <a:lnTo>
                  <a:pt x="1814419" y="631150"/>
                </a:lnTo>
                <a:moveTo>
                  <a:pt x="718152" y="778203"/>
                </a:moveTo>
                <a:lnTo>
                  <a:pt x="812573" y="865735"/>
                </a:lnTo>
                <a:moveTo>
                  <a:pt x="1974393" y="815093"/>
                </a:moveTo>
                <a:lnTo>
                  <a:pt x="1907499" y="719206"/>
                </a:lnTo>
                <a:moveTo>
                  <a:pt x="1857650" y="1228081"/>
                </a:moveTo>
                <a:lnTo>
                  <a:pt x="1960868" y="1150937"/>
                </a:lnTo>
                <a:moveTo>
                  <a:pt x="624919" y="865026"/>
                </a:moveTo>
                <a:lnTo>
                  <a:pt x="718152" y="778203"/>
                </a:lnTo>
                <a:moveTo>
                  <a:pt x="718152" y="778203"/>
                </a:moveTo>
                <a:lnTo>
                  <a:pt x="807487" y="868882"/>
                </a:lnTo>
                <a:moveTo>
                  <a:pt x="1515956" y="1281308"/>
                </a:moveTo>
                <a:lnTo>
                  <a:pt x="1506751" y="1237522"/>
                </a:lnTo>
                <a:moveTo>
                  <a:pt x="1534759" y="1067777"/>
                </a:moveTo>
                <a:lnTo>
                  <a:pt x="1479713" y="1142420"/>
                </a:lnTo>
                <a:moveTo>
                  <a:pt x="1568049" y="1298984"/>
                </a:moveTo>
                <a:lnTo>
                  <a:pt x="1597921" y="1333500"/>
                </a:lnTo>
                <a:moveTo>
                  <a:pt x="616681" y="859405"/>
                </a:moveTo>
                <a:lnTo>
                  <a:pt x="624919" y="865026"/>
                </a:lnTo>
                <a:moveTo>
                  <a:pt x="427007" y="881017"/>
                </a:moveTo>
                <a:lnTo>
                  <a:pt x="516863" y="939958"/>
                </a:lnTo>
                <a:moveTo>
                  <a:pt x="516863" y="939958"/>
                </a:moveTo>
                <a:lnTo>
                  <a:pt x="616681" y="859405"/>
                </a:lnTo>
                <a:moveTo>
                  <a:pt x="2009769" y="954792"/>
                </a:moveTo>
                <a:lnTo>
                  <a:pt x="2083779" y="922612"/>
                </a:lnTo>
                <a:moveTo>
                  <a:pt x="812573" y="865735"/>
                </a:moveTo>
                <a:lnTo>
                  <a:pt x="819801" y="882430"/>
                </a:lnTo>
                <a:moveTo>
                  <a:pt x="1653416" y="1325451"/>
                </a:moveTo>
                <a:lnTo>
                  <a:pt x="1647392" y="1333500"/>
                </a:lnTo>
                <a:moveTo>
                  <a:pt x="807487" y="868882"/>
                </a:moveTo>
                <a:lnTo>
                  <a:pt x="812573" y="865735"/>
                </a:lnTo>
                <a:moveTo>
                  <a:pt x="1814419" y="631150"/>
                </a:moveTo>
                <a:lnTo>
                  <a:pt x="1882755" y="728058"/>
                </a:lnTo>
                <a:moveTo>
                  <a:pt x="532012" y="954012"/>
                </a:moveTo>
                <a:lnTo>
                  <a:pt x="616681" y="859405"/>
                </a:lnTo>
                <a:moveTo>
                  <a:pt x="1533040" y="1259721"/>
                </a:moveTo>
                <a:lnTo>
                  <a:pt x="1506751" y="1237522"/>
                </a:lnTo>
                <a:moveTo>
                  <a:pt x="2007084" y="989052"/>
                </a:moveTo>
                <a:lnTo>
                  <a:pt x="2083779" y="922612"/>
                </a:lnTo>
                <a:moveTo>
                  <a:pt x="807487" y="868882"/>
                </a:moveTo>
                <a:lnTo>
                  <a:pt x="819801" y="882430"/>
                </a:lnTo>
                <a:moveTo>
                  <a:pt x="1607864" y="639743"/>
                </a:moveTo>
                <a:lnTo>
                  <a:pt x="1629098" y="784942"/>
                </a:lnTo>
                <a:moveTo>
                  <a:pt x="1515956" y="1281308"/>
                </a:moveTo>
                <a:lnTo>
                  <a:pt x="1568049" y="1298984"/>
                </a:lnTo>
                <a:moveTo>
                  <a:pt x="624919" y="865026"/>
                </a:moveTo>
                <a:lnTo>
                  <a:pt x="807487" y="868882"/>
                </a:lnTo>
                <a:moveTo>
                  <a:pt x="1974393" y="815093"/>
                </a:moveTo>
                <a:lnTo>
                  <a:pt x="1996441" y="807285"/>
                </a:lnTo>
                <a:moveTo>
                  <a:pt x="1749411" y="1300191"/>
                </a:moveTo>
                <a:lnTo>
                  <a:pt x="1857650" y="1228081"/>
                </a:lnTo>
                <a:moveTo>
                  <a:pt x="1533040" y="1259721"/>
                </a:moveTo>
                <a:lnTo>
                  <a:pt x="1515956" y="1281308"/>
                </a:lnTo>
                <a:moveTo>
                  <a:pt x="1608412" y="812044"/>
                </a:moveTo>
                <a:lnTo>
                  <a:pt x="1604375" y="765908"/>
                </a:lnTo>
                <a:moveTo>
                  <a:pt x="532012" y="954012"/>
                </a:moveTo>
                <a:lnTo>
                  <a:pt x="624919" y="865026"/>
                </a:lnTo>
                <a:moveTo>
                  <a:pt x="516863" y="939958"/>
                </a:moveTo>
                <a:lnTo>
                  <a:pt x="532012" y="954012"/>
                </a:lnTo>
                <a:moveTo>
                  <a:pt x="1533040" y="1259721"/>
                </a:moveTo>
                <a:lnTo>
                  <a:pt x="1568049" y="1298984"/>
                </a:lnTo>
                <a:moveTo>
                  <a:pt x="1568049" y="1298984"/>
                </a:moveTo>
                <a:lnTo>
                  <a:pt x="1653416" y="1325451"/>
                </a:lnTo>
                <a:moveTo>
                  <a:pt x="730549" y="973577"/>
                </a:moveTo>
                <a:lnTo>
                  <a:pt x="819801" y="882430"/>
                </a:lnTo>
                <a:moveTo>
                  <a:pt x="807487" y="868882"/>
                </a:moveTo>
                <a:lnTo>
                  <a:pt x="730549" y="973577"/>
                </a:lnTo>
                <a:moveTo>
                  <a:pt x="532012" y="954012"/>
                </a:moveTo>
                <a:lnTo>
                  <a:pt x="538193" y="961345"/>
                </a:lnTo>
                <a:moveTo>
                  <a:pt x="1653416" y="1325451"/>
                </a:moveTo>
                <a:lnTo>
                  <a:pt x="1749411" y="1300191"/>
                </a:lnTo>
                <a:moveTo>
                  <a:pt x="538193" y="961345"/>
                </a:moveTo>
                <a:lnTo>
                  <a:pt x="702642" y="968636"/>
                </a:lnTo>
                <a:moveTo>
                  <a:pt x="1882755" y="728058"/>
                </a:moveTo>
                <a:lnTo>
                  <a:pt x="1974393" y="815093"/>
                </a:lnTo>
                <a:moveTo>
                  <a:pt x="1630132" y="588461"/>
                </a:moveTo>
                <a:lnTo>
                  <a:pt x="1607864" y="639743"/>
                </a:lnTo>
                <a:moveTo>
                  <a:pt x="624919" y="865026"/>
                </a:moveTo>
                <a:lnTo>
                  <a:pt x="713801" y="952710"/>
                </a:lnTo>
                <a:moveTo>
                  <a:pt x="1629098" y="784942"/>
                </a:moveTo>
                <a:lnTo>
                  <a:pt x="1604375" y="765908"/>
                </a:lnTo>
                <a:moveTo>
                  <a:pt x="713801" y="952710"/>
                </a:moveTo>
                <a:lnTo>
                  <a:pt x="807487" y="868882"/>
                </a:lnTo>
                <a:moveTo>
                  <a:pt x="2007084" y="989052"/>
                </a:moveTo>
                <a:lnTo>
                  <a:pt x="2051553" y="1061226"/>
                </a:lnTo>
                <a:moveTo>
                  <a:pt x="702642" y="968636"/>
                </a:moveTo>
                <a:lnTo>
                  <a:pt x="730549" y="973577"/>
                </a:lnTo>
                <a:moveTo>
                  <a:pt x="1534759" y="1067777"/>
                </a:moveTo>
                <a:lnTo>
                  <a:pt x="1533040" y="1259721"/>
                </a:lnTo>
                <a:moveTo>
                  <a:pt x="538193" y="961345"/>
                </a:moveTo>
                <a:lnTo>
                  <a:pt x="713801" y="952710"/>
                </a:lnTo>
                <a:moveTo>
                  <a:pt x="532012" y="954012"/>
                </a:moveTo>
                <a:lnTo>
                  <a:pt x="713801" y="952710"/>
                </a:lnTo>
                <a:moveTo>
                  <a:pt x="1629098" y="784942"/>
                </a:moveTo>
                <a:lnTo>
                  <a:pt x="1608412" y="812044"/>
                </a:lnTo>
                <a:moveTo>
                  <a:pt x="1608412" y="812044"/>
                </a:moveTo>
                <a:lnTo>
                  <a:pt x="1568983" y="911059"/>
                </a:lnTo>
                <a:moveTo>
                  <a:pt x="713801" y="952710"/>
                </a:moveTo>
                <a:lnTo>
                  <a:pt x="702642" y="968636"/>
                </a:lnTo>
                <a:moveTo>
                  <a:pt x="713801" y="952710"/>
                </a:moveTo>
                <a:lnTo>
                  <a:pt x="730549" y="973577"/>
                </a:lnTo>
                <a:moveTo>
                  <a:pt x="1720457" y="685704"/>
                </a:moveTo>
                <a:lnTo>
                  <a:pt x="1814419" y="631150"/>
                </a:lnTo>
                <a:moveTo>
                  <a:pt x="1568983" y="911059"/>
                </a:moveTo>
                <a:lnTo>
                  <a:pt x="1534759" y="1067777"/>
                </a:lnTo>
                <a:moveTo>
                  <a:pt x="1944912" y="1107353"/>
                </a:moveTo>
                <a:lnTo>
                  <a:pt x="2051553" y="1061226"/>
                </a:lnTo>
                <a:moveTo>
                  <a:pt x="1568049" y="1298984"/>
                </a:moveTo>
                <a:lnTo>
                  <a:pt x="1713535" y="1249842"/>
                </a:lnTo>
                <a:moveTo>
                  <a:pt x="1820497" y="593745"/>
                </a:moveTo>
                <a:lnTo>
                  <a:pt x="1816125" y="615013"/>
                </a:lnTo>
                <a:moveTo>
                  <a:pt x="1713535" y="1249842"/>
                </a:moveTo>
                <a:lnTo>
                  <a:pt x="1749411" y="1300191"/>
                </a:lnTo>
                <a:moveTo>
                  <a:pt x="1713535" y="1249842"/>
                </a:moveTo>
                <a:lnTo>
                  <a:pt x="1653416" y="1325451"/>
                </a:lnTo>
                <a:moveTo>
                  <a:pt x="1944912" y="1107353"/>
                </a:moveTo>
                <a:lnTo>
                  <a:pt x="1960868" y="1150937"/>
                </a:lnTo>
                <a:moveTo>
                  <a:pt x="1564396" y="1026056"/>
                </a:moveTo>
                <a:lnTo>
                  <a:pt x="1534759" y="1067777"/>
                </a:lnTo>
                <a:moveTo>
                  <a:pt x="1820497" y="593745"/>
                </a:moveTo>
                <a:lnTo>
                  <a:pt x="1814419" y="631150"/>
                </a:lnTo>
                <a:moveTo>
                  <a:pt x="1974393" y="815093"/>
                </a:moveTo>
                <a:lnTo>
                  <a:pt x="2009769" y="954792"/>
                </a:lnTo>
                <a:moveTo>
                  <a:pt x="1791830" y="603259"/>
                </a:moveTo>
                <a:lnTo>
                  <a:pt x="1814419" y="631150"/>
                </a:lnTo>
                <a:moveTo>
                  <a:pt x="1629098" y="784942"/>
                </a:moveTo>
                <a:lnTo>
                  <a:pt x="1720457" y="685704"/>
                </a:lnTo>
                <a:moveTo>
                  <a:pt x="1833326" y="1176106"/>
                </a:moveTo>
                <a:lnTo>
                  <a:pt x="1960868" y="1150937"/>
                </a:lnTo>
                <a:moveTo>
                  <a:pt x="1630132" y="588461"/>
                </a:moveTo>
                <a:lnTo>
                  <a:pt x="1629098" y="784942"/>
                </a:lnTo>
                <a:moveTo>
                  <a:pt x="1564396" y="1026056"/>
                </a:moveTo>
                <a:lnTo>
                  <a:pt x="1568983" y="911059"/>
                </a:lnTo>
                <a:moveTo>
                  <a:pt x="1628004" y="1150875"/>
                </a:moveTo>
                <a:lnTo>
                  <a:pt x="1568049" y="1298984"/>
                </a:lnTo>
                <a:moveTo>
                  <a:pt x="1618600" y="1148132"/>
                </a:moveTo>
                <a:lnTo>
                  <a:pt x="1533040" y="1259721"/>
                </a:lnTo>
                <a:moveTo>
                  <a:pt x="1833326" y="1176106"/>
                </a:moveTo>
                <a:lnTo>
                  <a:pt x="1857650" y="1228081"/>
                </a:lnTo>
                <a:moveTo>
                  <a:pt x="1628004" y="1150875"/>
                </a:moveTo>
                <a:lnTo>
                  <a:pt x="1533040" y="1259721"/>
                </a:lnTo>
                <a:moveTo>
                  <a:pt x="1614390" y="1137224"/>
                </a:moveTo>
                <a:lnTo>
                  <a:pt x="1534759" y="1067777"/>
                </a:lnTo>
                <a:moveTo>
                  <a:pt x="1630132" y="588461"/>
                </a:moveTo>
                <a:lnTo>
                  <a:pt x="1720457" y="685704"/>
                </a:lnTo>
                <a:moveTo>
                  <a:pt x="1618600" y="1148132"/>
                </a:moveTo>
                <a:lnTo>
                  <a:pt x="1534759" y="1067777"/>
                </a:lnTo>
                <a:moveTo>
                  <a:pt x="1833326" y="1176106"/>
                </a:moveTo>
                <a:lnTo>
                  <a:pt x="1749411" y="1300191"/>
                </a:lnTo>
                <a:moveTo>
                  <a:pt x="1759146" y="1189386"/>
                </a:moveTo>
                <a:lnTo>
                  <a:pt x="1749411" y="1300191"/>
                </a:lnTo>
                <a:moveTo>
                  <a:pt x="1792551" y="746361"/>
                </a:moveTo>
                <a:lnTo>
                  <a:pt x="1814419" y="631150"/>
                </a:lnTo>
                <a:moveTo>
                  <a:pt x="1814724" y="754641"/>
                </a:moveTo>
                <a:lnTo>
                  <a:pt x="1814419" y="631150"/>
                </a:lnTo>
                <a:moveTo>
                  <a:pt x="2009769" y="954792"/>
                </a:moveTo>
                <a:lnTo>
                  <a:pt x="2007084" y="989052"/>
                </a:lnTo>
                <a:moveTo>
                  <a:pt x="1814724" y="754641"/>
                </a:moveTo>
                <a:lnTo>
                  <a:pt x="1882755" y="728058"/>
                </a:lnTo>
                <a:moveTo>
                  <a:pt x="1622459" y="575816"/>
                </a:moveTo>
                <a:lnTo>
                  <a:pt x="1630132" y="588461"/>
                </a:lnTo>
                <a:moveTo>
                  <a:pt x="1633013" y="579106"/>
                </a:moveTo>
                <a:lnTo>
                  <a:pt x="1630132" y="588461"/>
                </a:lnTo>
                <a:moveTo>
                  <a:pt x="1791830" y="603259"/>
                </a:moveTo>
                <a:lnTo>
                  <a:pt x="1720457" y="685704"/>
                </a:lnTo>
                <a:moveTo>
                  <a:pt x="1791830" y="603259"/>
                </a:moveTo>
                <a:lnTo>
                  <a:pt x="1630132" y="588461"/>
                </a:lnTo>
                <a:moveTo>
                  <a:pt x="1564396" y="1026056"/>
                </a:moveTo>
                <a:lnTo>
                  <a:pt x="1614390" y="1137224"/>
                </a:lnTo>
                <a:moveTo>
                  <a:pt x="1917480" y="831269"/>
                </a:moveTo>
                <a:lnTo>
                  <a:pt x="1882755" y="728058"/>
                </a:lnTo>
                <a:moveTo>
                  <a:pt x="1628004" y="1150875"/>
                </a:moveTo>
                <a:lnTo>
                  <a:pt x="1713535" y="1249842"/>
                </a:lnTo>
                <a:moveTo>
                  <a:pt x="1608412" y="812044"/>
                </a:moveTo>
                <a:lnTo>
                  <a:pt x="1622022" y="941393"/>
                </a:lnTo>
                <a:moveTo>
                  <a:pt x="1792551" y="746361"/>
                </a:moveTo>
                <a:lnTo>
                  <a:pt x="1629098" y="784942"/>
                </a:lnTo>
                <a:moveTo>
                  <a:pt x="1564396" y="1026056"/>
                </a:moveTo>
                <a:lnTo>
                  <a:pt x="1621860" y="1143654"/>
                </a:lnTo>
                <a:moveTo>
                  <a:pt x="1622459" y="575816"/>
                </a:moveTo>
                <a:lnTo>
                  <a:pt x="1633013" y="579106"/>
                </a:lnTo>
                <a:moveTo>
                  <a:pt x="1989095" y="961943"/>
                </a:moveTo>
                <a:lnTo>
                  <a:pt x="2009769" y="954792"/>
                </a:lnTo>
                <a:moveTo>
                  <a:pt x="1944912" y="1107353"/>
                </a:moveTo>
                <a:lnTo>
                  <a:pt x="2007084" y="989052"/>
                </a:lnTo>
                <a:moveTo>
                  <a:pt x="1759146" y="1189386"/>
                </a:moveTo>
                <a:lnTo>
                  <a:pt x="1713535" y="1249842"/>
                </a:lnTo>
                <a:moveTo>
                  <a:pt x="1683859" y="818018"/>
                </a:moveTo>
                <a:lnTo>
                  <a:pt x="1629098" y="784942"/>
                </a:lnTo>
                <a:moveTo>
                  <a:pt x="1989095" y="961943"/>
                </a:moveTo>
                <a:lnTo>
                  <a:pt x="2007084" y="989052"/>
                </a:lnTo>
                <a:moveTo>
                  <a:pt x="1633013" y="579106"/>
                </a:moveTo>
                <a:lnTo>
                  <a:pt x="1791830" y="603259"/>
                </a:lnTo>
                <a:moveTo>
                  <a:pt x="1917480" y="831269"/>
                </a:moveTo>
                <a:lnTo>
                  <a:pt x="1974393" y="815093"/>
                </a:lnTo>
                <a:moveTo>
                  <a:pt x="1629098" y="784942"/>
                </a:moveTo>
                <a:lnTo>
                  <a:pt x="1622022" y="941393"/>
                </a:lnTo>
                <a:moveTo>
                  <a:pt x="1622022" y="941393"/>
                </a:moveTo>
                <a:lnTo>
                  <a:pt x="1568983" y="911059"/>
                </a:lnTo>
                <a:moveTo>
                  <a:pt x="1791830" y="603259"/>
                </a:moveTo>
                <a:lnTo>
                  <a:pt x="1820497" y="593745"/>
                </a:lnTo>
                <a:moveTo>
                  <a:pt x="1792551" y="746361"/>
                </a:moveTo>
                <a:lnTo>
                  <a:pt x="1720457" y="685704"/>
                </a:lnTo>
                <a:moveTo>
                  <a:pt x="1618600" y="1148132"/>
                </a:moveTo>
                <a:lnTo>
                  <a:pt x="1614390" y="1137224"/>
                </a:lnTo>
                <a:moveTo>
                  <a:pt x="1618600" y="1148132"/>
                </a:moveTo>
                <a:lnTo>
                  <a:pt x="1628004" y="1150875"/>
                </a:lnTo>
                <a:moveTo>
                  <a:pt x="1621860" y="1143654"/>
                </a:moveTo>
                <a:lnTo>
                  <a:pt x="1614390" y="1137224"/>
                </a:lnTo>
                <a:moveTo>
                  <a:pt x="1621860" y="1143654"/>
                </a:moveTo>
                <a:lnTo>
                  <a:pt x="1618600" y="1148132"/>
                </a:lnTo>
                <a:moveTo>
                  <a:pt x="1656733" y="902528"/>
                </a:moveTo>
                <a:lnTo>
                  <a:pt x="1629098" y="784942"/>
                </a:lnTo>
                <a:moveTo>
                  <a:pt x="1621860" y="1143654"/>
                </a:moveTo>
                <a:lnTo>
                  <a:pt x="1628004" y="1150875"/>
                </a:lnTo>
                <a:moveTo>
                  <a:pt x="1628004" y="1150875"/>
                </a:moveTo>
                <a:lnTo>
                  <a:pt x="1759146" y="1189386"/>
                </a:lnTo>
                <a:moveTo>
                  <a:pt x="1833326" y="1176106"/>
                </a:moveTo>
                <a:lnTo>
                  <a:pt x="1944912" y="1107353"/>
                </a:lnTo>
                <a:moveTo>
                  <a:pt x="1622022" y="941393"/>
                </a:moveTo>
                <a:lnTo>
                  <a:pt x="1564396" y="1026056"/>
                </a:lnTo>
                <a:moveTo>
                  <a:pt x="1917480" y="831269"/>
                </a:moveTo>
                <a:lnTo>
                  <a:pt x="2009769" y="954792"/>
                </a:lnTo>
                <a:moveTo>
                  <a:pt x="1759146" y="1189386"/>
                </a:moveTo>
                <a:lnTo>
                  <a:pt x="1833326" y="1176106"/>
                </a:lnTo>
                <a:moveTo>
                  <a:pt x="1622022" y="941393"/>
                </a:moveTo>
                <a:lnTo>
                  <a:pt x="1621860" y="1143654"/>
                </a:lnTo>
                <a:moveTo>
                  <a:pt x="1628004" y="1150875"/>
                </a:moveTo>
                <a:lnTo>
                  <a:pt x="1801981" y="1131298"/>
                </a:lnTo>
                <a:moveTo>
                  <a:pt x="1792551" y="746361"/>
                </a:moveTo>
                <a:lnTo>
                  <a:pt x="1814724" y="754641"/>
                </a:lnTo>
                <a:moveTo>
                  <a:pt x="1801981" y="1131298"/>
                </a:moveTo>
                <a:lnTo>
                  <a:pt x="1833326" y="1176106"/>
                </a:lnTo>
                <a:moveTo>
                  <a:pt x="1801981" y="1131298"/>
                </a:moveTo>
                <a:lnTo>
                  <a:pt x="1759146" y="1189386"/>
                </a:lnTo>
                <a:moveTo>
                  <a:pt x="1683859" y="818018"/>
                </a:moveTo>
                <a:lnTo>
                  <a:pt x="1792551" y="746361"/>
                </a:lnTo>
                <a:moveTo>
                  <a:pt x="1892871" y="1027587"/>
                </a:moveTo>
                <a:lnTo>
                  <a:pt x="2007084" y="989052"/>
                </a:lnTo>
                <a:moveTo>
                  <a:pt x="1792551" y="746361"/>
                </a:moveTo>
                <a:lnTo>
                  <a:pt x="1807027" y="758062"/>
                </a:lnTo>
                <a:moveTo>
                  <a:pt x="1807027" y="758062"/>
                </a:moveTo>
                <a:lnTo>
                  <a:pt x="1814724" y="754641"/>
                </a:lnTo>
                <a:moveTo>
                  <a:pt x="1814724" y="754641"/>
                </a:moveTo>
                <a:lnTo>
                  <a:pt x="1917480" y="831269"/>
                </a:lnTo>
                <a:moveTo>
                  <a:pt x="1723819" y="1038721"/>
                </a:moveTo>
                <a:lnTo>
                  <a:pt x="1628004" y="1150875"/>
                </a:lnTo>
                <a:moveTo>
                  <a:pt x="1701862" y="1033098"/>
                </a:moveTo>
                <a:lnTo>
                  <a:pt x="1621860" y="1143654"/>
                </a:lnTo>
                <a:moveTo>
                  <a:pt x="1723819" y="1038721"/>
                </a:moveTo>
                <a:lnTo>
                  <a:pt x="1621860" y="1143654"/>
                </a:lnTo>
                <a:moveTo>
                  <a:pt x="1760029" y="595929"/>
                </a:moveTo>
                <a:lnTo>
                  <a:pt x="1633013" y="579106"/>
                </a:lnTo>
                <a:moveTo>
                  <a:pt x="1892871" y="1027587"/>
                </a:moveTo>
                <a:lnTo>
                  <a:pt x="1944912" y="1107353"/>
                </a:lnTo>
                <a:moveTo>
                  <a:pt x="1656733" y="902528"/>
                </a:moveTo>
                <a:lnTo>
                  <a:pt x="1683859" y="818018"/>
                </a:lnTo>
                <a:moveTo>
                  <a:pt x="1893336" y="1026682"/>
                </a:moveTo>
                <a:lnTo>
                  <a:pt x="1989095" y="961943"/>
                </a:lnTo>
                <a:moveTo>
                  <a:pt x="1892871" y="1027587"/>
                </a:moveTo>
                <a:lnTo>
                  <a:pt x="1989095" y="961943"/>
                </a:lnTo>
                <a:moveTo>
                  <a:pt x="1713168" y="840741"/>
                </a:moveTo>
                <a:lnTo>
                  <a:pt x="1792551" y="746361"/>
                </a:lnTo>
                <a:moveTo>
                  <a:pt x="1760029" y="595929"/>
                </a:moveTo>
                <a:lnTo>
                  <a:pt x="1791830" y="603259"/>
                </a:lnTo>
                <a:moveTo>
                  <a:pt x="1656733" y="902528"/>
                </a:moveTo>
                <a:lnTo>
                  <a:pt x="1622022" y="941393"/>
                </a:lnTo>
                <a:moveTo>
                  <a:pt x="1892871" y="1027587"/>
                </a:moveTo>
                <a:lnTo>
                  <a:pt x="1833326" y="1176106"/>
                </a:lnTo>
                <a:moveTo>
                  <a:pt x="1892021" y="1027913"/>
                </a:moveTo>
                <a:lnTo>
                  <a:pt x="1833326" y="1176106"/>
                </a:lnTo>
                <a:moveTo>
                  <a:pt x="1713168" y="840741"/>
                </a:moveTo>
                <a:lnTo>
                  <a:pt x="1683859" y="818018"/>
                </a:lnTo>
                <a:moveTo>
                  <a:pt x="1713168" y="840741"/>
                </a:moveTo>
                <a:lnTo>
                  <a:pt x="1807027" y="758062"/>
                </a:lnTo>
                <a:moveTo>
                  <a:pt x="1677699" y="992478"/>
                </a:moveTo>
                <a:lnTo>
                  <a:pt x="1622022" y="941393"/>
                </a:lnTo>
                <a:moveTo>
                  <a:pt x="1713168" y="840741"/>
                </a:moveTo>
                <a:lnTo>
                  <a:pt x="1656733" y="902528"/>
                </a:lnTo>
                <a:moveTo>
                  <a:pt x="1701862" y="1033098"/>
                </a:moveTo>
                <a:lnTo>
                  <a:pt x="1622022" y="941393"/>
                </a:lnTo>
                <a:moveTo>
                  <a:pt x="1656733" y="902528"/>
                </a:moveTo>
                <a:lnTo>
                  <a:pt x="1677699" y="992478"/>
                </a:lnTo>
                <a:moveTo>
                  <a:pt x="1723819" y="1038721"/>
                </a:moveTo>
                <a:lnTo>
                  <a:pt x="1801981" y="1131298"/>
                </a:lnTo>
                <a:moveTo>
                  <a:pt x="1892021" y="1027913"/>
                </a:moveTo>
                <a:lnTo>
                  <a:pt x="1801981" y="1131298"/>
                </a:lnTo>
                <a:moveTo>
                  <a:pt x="1656733" y="902528"/>
                </a:moveTo>
                <a:lnTo>
                  <a:pt x="1709882" y="1022300"/>
                </a:lnTo>
                <a:moveTo>
                  <a:pt x="1701862" y="1033098"/>
                </a:moveTo>
                <a:lnTo>
                  <a:pt x="1677699" y="992478"/>
                </a:lnTo>
                <a:moveTo>
                  <a:pt x="1713168" y="840741"/>
                </a:moveTo>
                <a:lnTo>
                  <a:pt x="1709882" y="1022300"/>
                </a:lnTo>
                <a:moveTo>
                  <a:pt x="1709882" y="1022300"/>
                </a:moveTo>
                <a:lnTo>
                  <a:pt x="1677699" y="992478"/>
                </a:lnTo>
                <a:moveTo>
                  <a:pt x="1701862" y="1033098"/>
                </a:moveTo>
                <a:lnTo>
                  <a:pt x="1723819" y="1038721"/>
                </a:lnTo>
                <a:moveTo>
                  <a:pt x="1723819" y="1038721"/>
                </a:moveTo>
                <a:lnTo>
                  <a:pt x="1892021" y="1027913"/>
                </a:lnTo>
                <a:moveTo>
                  <a:pt x="1723819" y="1038721"/>
                </a:moveTo>
                <a:lnTo>
                  <a:pt x="1892598" y="1027142"/>
                </a:lnTo>
                <a:moveTo>
                  <a:pt x="1709882" y="1022300"/>
                </a:moveTo>
                <a:lnTo>
                  <a:pt x="1701862" y="1033098"/>
                </a:lnTo>
                <a:moveTo>
                  <a:pt x="1709882" y="1022300"/>
                </a:moveTo>
                <a:lnTo>
                  <a:pt x="1723819" y="1038721"/>
                </a:lnTo>
                <a:moveTo>
                  <a:pt x="1893336" y="1026682"/>
                </a:moveTo>
                <a:lnTo>
                  <a:pt x="1892871" y="1027587"/>
                </a:lnTo>
                <a:moveTo>
                  <a:pt x="1892021" y="1027913"/>
                </a:moveTo>
                <a:lnTo>
                  <a:pt x="1892871" y="1027587"/>
                </a:lnTo>
                <a:moveTo>
                  <a:pt x="1892598" y="1027142"/>
                </a:moveTo>
                <a:lnTo>
                  <a:pt x="1893336" y="1026682"/>
                </a:lnTo>
                <a:moveTo>
                  <a:pt x="1892598" y="1027142"/>
                </a:moveTo>
                <a:lnTo>
                  <a:pt x="1892871" y="1027587"/>
                </a:lnTo>
                <a:moveTo>
                  <a:pt x="1892598" y="1027142"/>
                </a:moveTo>
                <a:lnTo>
                  <a:pt x="1892021" y="1027913"/>
                </a:lnTo>
                <a:moveTo>
                  <a:pt x="1709882" y="1022300"/>
                </a:moveTo>
                <a:lnTo>
                  <a:pt x="1892598" y="1027142"/>
                </a:lnTo>
                <a:moveTo>
                  <a:pt x="1713168" y="840741"/>
                </a:moveTo>
                <a:lnTo>
                  <a:pt x="1800067" y="915280"/>
                </a:lnTo>
                <a:moveTo>
                  <a:pt x="1800067" y="915280"/>
                </a:moveTo>
                <a:lnTo>
                  <a:pt x="1892598" y="1027142"/>
                </a:lnTo>
                <a:moveTo>
                  <a:pt x="1709882" y="1022300"/>
                </a:moveTo>
                <a:lnTo>
                  <a:pt x="1800067" y="915280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368" name="9wq3_5_build_ReferenceLigand_0">
            <a:extLst>
              <a:ext uri="{FF2B5EF4-FFF2-40B4-BE49-F238E27FC236}">
                <a16:creationId xmlns:a16="http://schemas.microsoft.com/office/drawing/2014/main" id="{A8CBD93A-650B-421A-8644-2655F42FC0F9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7239" y="754305"/>
                </a:moveTo>
                <a:lnTo>
                  <a:pt x="2285579" y="7971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9" name="9wq3_5_build_ReferenceLigand_1">
            <a:extLst>
              <a:ext uri="{FF2B5EF4-FFF2-40B4-BE49-F238E27FC236}">
                <a16:creationId xmlns:a16="http://schemas.microsoft.com/office/drawing/2014/main" id="{F8A068CF-B644-4A3D-AEDE-B943BD572771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7984" y="575253"/>
                </a:moveTo>
                <a:lnTo>
                  <a:pt x="645237" y="58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0" name="9wq3_5_build_ReferenceLigand_2">
            <a:extLst>
              <a:ext uri="{FF2B5EF4-FFF2-40B4-BE49-F238E27FC236}">
                <a16:creationId xmlns:a16="http://schemas.microsoft.com/office/drawing/2014/main" id="{78F9E1B8-F857-4E77-947D-D8781DC5B746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237" y="587694"/>
                </a:moveTo>
                <a:lnTo>
                  <a:pt x="761582" y="662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1" name="9wq3_5_build_ReferenceLigand_3">
            <a:extLst>
              <a:ext uri="{FF2B5EF4-FFF2-40B4-BE49-F238E27FC236}">
                <a16:creationId xmlns:a16="http://schemas.microsoft.com/office/drawing/2014/main" id="{9878519C-894C-4627-81F7-DC679B299726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7239" y="754305"/>
                </a:moveTo>
                <a:lnTo>
                  <a:pt x="2330900" y="611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2" name="9wq3_5_build_ReferenceLigand_4">
            <a:extLst>
              <a:ext uri="{FF2B5EF4-FFF2-40B4-BE49-F238E27FC236}">
                <a16:creationId xmlns:a16="http://schemas.microsoft.com/office/drawing/2014/main" id="{267F461F-DC8B-445E-ACA3-6DA034B21F20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299" y="853005"/>
                </a:moveTo>
                <a:lnTo>
                  <a:pt x="2247239" y="7543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3" name="9wq3_5_build_ReferenceLigand_5">
            <a:extLst>
              <a:ext uri="{FF2B5EF4-FFF2-40B4-BE49-F238E27FC236}">
                <a16:creationId xmlns:a16="http://schemas.microsoft.com/office/drawing/2014/main" id="{79F51B27-D7F6-4030-BC35-682484F717E7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421" y="636342"/>
                </a:moveTo>
                <a:lnTo>
                  <a:pt x="477984" y="575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4" name="9wq3_5_build_ReferenceLigand_6">
            <a:extLst>
              <a:ext uri="{FF2B5EF4-FFF2-40B4-BE49-F238E27FC236}">
                <a16:creationId xmlns:a16="http://schemas.microsoft.com/office/drawing/2014/main" id="{060BCF1F-0321-488C-9A9D-DAEACE60FBC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134" y="987824"/>
                </a:moveTo>
                <a:lnTo>
                  <a:pt x="2107299" y="853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5" name="9wq3_5_build_ReferenceLigand_7">
            <a:extLst>
              <a:ext uri="{FF2B5EF4-FFF2-40B4-BE49-F238E27FC236}">
                <a16:creationId xmlns:a16="http://schemas.microsoft.com/office/drawing/2014/main" id="{1F87BADA-3041-41AA-87D2-591B3D6572E1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582" y="662494"/>
                </a:moveTo>
                <a:lnTo>
                  <a:pt x="711698" y="7249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6" name="9wq3_5_build_ReferenceLigand_8">
            <a:extLst>
              <a:ext uri="{FF2B5EF4-FFF2-40B4-BE49-F238E27FC236}">
                <a16:creationId xmlns:a16="http://schemas.microsoft.com/office/drawing/2014/main" id="{611E5747-414E-401A-8901-D5B6B9729DE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992" y="1023554"/>
                </a:moveTo>
                <a:lnTo>
                  <a:pt x="2011134" y="9878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7" name="9wq3_5_build_ReferenceLigand_9">
            <a:extLst>
              <a:ext uri="{FF2B5EF4-FFF2-40B4-BE49-F238E27FC236}">
                <a16:creationId xmlns:a16="http://schemas.microsoft.com/office/drawing/2014/main" id="{02105893-EDC0-44B0-9EF1-08454314BB0C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046" y="1209290"/>
                </a:moveTo>
                <a:lnTo>
                  <a:pt x="1425624" y="11951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8" name="9wq3_5_build_ReferenceLigand_10">
            <a:extLst>
              <a:ext uri="{FF2B5EF4-FFF2-40B4-BE49-F238E27FC236}">
                <a16:creationId xmlns:a16="http://schemas.microsoft.com/office/drawing/2014/main" id="{58E36054-FD2D-4F63-8091-BCFE631EB8A8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421" y="636342"/>
                </a:moveTo>
                <a:lnTo>
                  <a:pt x="244250" y="6030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9" name="9wq3_5_build_ReferenceLigand_11">
            <a:extLst>
              <a:ext uri="{FF2B5EF4-FFF2-40B4-BE49-F238E27FC236}">
                <a16:creationId xmlns:a16="http://schemas.microsoft.com/office/drawing/2014/main" id="{158D03EC-AE15-4A7A-AFA7-7007AEE7F0D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30900" y="611241"/>
                </a:moveTo>
                <a:lnTo>
                  <a:pt x="2284169" y="5594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0" name="9wq3_5_build_ReferenceLigand_12">
            <a:extLst>
              <a:ext uri="{FF2B5EF4-FFF2-40B4-BE49-F238E27FC236}">
                <a16:creationId xmlns:a16="http://schemas.microsoft.com/office/drawing/2014/main" id="{02E8F075-6F99-47DB-BB03-F0923E7527E1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475" y="803393"/>
                </a:moveTo>
                <a:lnTo>
                  <a:pt x="2107299" y="853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1" name="9wq3_5_build_ReferenceLigand_13">
            <a:extLst>
              <a:ext uri="{FF2B5EF4-FFF2-40B4-BE49-F238E27FC236}">
                <a16:creationId xmlns:a16="http://schemas.microsoft.com/office/drawing/2014/main" id="{6D35933D-80F2-4623-8DF5-18EEB6780903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2930" y="1115397"/>
                </a:moveTo>
                <a:lnTo>
                  <a:pt x="1044746" y="942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2" name="9wq3_5_build_ReferenceLigand_14">
            <a:extLst>
              <a:ext uri="{FF2B5EF4-FFF2-40B4-BE49-F238E27FC236}">
                <a16:creationId xmlns:a16="http://schemas.microsoft.com/office/drawing/2014/main" id="{3CD2523F-3429-4ABF-A702-966E590E114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6567" y="712561"/>
                </a:moveTo>
                <a:lnTo>
                  <a:pt x="428421" y="636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3" name="9wq3_5_build_ReferenceLigand_15">
            <a:extLst>
              <a:ext uri="{FF2B5EF4-FFF2-40B4-BE49-F238E27FC236}">
                <a16:creationId xmlns:a16="http://schemas.microsoft.com/office/drawing/2014/main" id="{BE9577FD-2A0D-4FFE-B44C-F92638A52AC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1242" y="929104"/>
                </a:moveTo>
                <a:lnTo>
                  <a:pt x="1044746" y="942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4" name="9wq3_5_build_ReferenceLigand_16">
            <a:extLst>
              <a:ext uri="{FF2B5EF4-FFF2-40B4-BE49-F238E27FC236}">
                <a16:creationId xmlns:a16="http://schemas.microsoft.com/office/drawing/2014/main" id="{B4FE0C78-C6FB-47A6-A022-76512D90ABD0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1698" y="724905"/>
                </a:moveTo>
                <a:lnTo>
                  <a:pt x="546567" y="7125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5" name="9wq3_5_build_ReferenceLigand_17">
            <a:extLst>
              <a:ext uri="{FF2B5EF4-FFF2-40B4-BE49-F238E27FC236}">
                <a16:creationId xmlns:a16="http://schemas.microsoft.com/office/drawing/2014/main" id="{1BAF82D8-AA70-4DB5-94C6-A6892BB69B6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5382" y="534888"/>
                </a:moveTo>
                <a:lnTo>
                  <a:pt x="1727950" y="608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6" name="9wq3_5_build_ReferenceLigand_18">
            <a:extLst>
              <a:ext uri="{FF2B5EF4-FFF2-40B4-BE49-F238E27FC236}">
                <a16:creationId xmlns:a16="http://schemas.microsoft.com/office/drawing/2014/main" id="{C1C7415A-407C-4986-B391-13E1D6F88E47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1930" y="631827"/>
                </a:moveTo>
                <a:lnTo>
                  <a:pt x="1432770" y="51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7" name="9wq3_5_build_ReferenceLigand_19">
            <a:extLst>
              <a:ext uri="{FF2B5EF4-FFF2-40B4-BE49-F238E27FC236}">
                <a16:creationId xmlns:a16="http://schemas.microsoft.com/office/drawing/2014/main" id="{4705376F-DE6C-4947-B233-546861DC3776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698" y="766117"/>
                </a:moveTo>
                <a:lnTo>
                  <a:pt x="1341930" y="6318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8" name="9wq3_5_build_ReferenceLigand_20">
            <a:extLst>
              <a:ext uri="{FF2B5EF4-FFF2-40B4-BE49-F238E27FC236}">
                <a16:creationId xmlns:a16="http://schemas.microsoft.com/office/drawing/2014/main" id="{F6B05E33-2CC5-4AFF-9D7C-E58CE7627B9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046" y="1209290"/>
                </a:moveTo>
                <a:lnTo>
                  <a:pt x="1359862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9" name="9wq3_5_build_ReferenceLigand_21">
            <a:extLst>
              <a:ext uri="{FF2B5EF4-FFF2-40B4-BE49-F238E27FC236}">
                <a16:creationId xmlns:a16="http://schemas.microsoft.com/office/drawing/2014/main" id="{15FAE0BD-AED7-462C-BAA4-002AA524524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0806" y="908830"/>
                </a:moveTo>
                <a:lnTo>
                  <a:pt x="1906992" y="10235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0" name="9wq3_5_build_ReferenceLigand_22">
            <a:extLst>
              <a:ext uri="{FF2B5EF4-FFF2-40B4-BE49-F238E27FC236}">
                <a16:creationId xmlns:a16="http://schemas.microsoft.com/office/drawing/2014/main" id="{348CA44E-8199-4D25-AA7E-331F885C586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1698" y="724905"/>
                </a:moveTo>
                <a:lnTo>
                  <a:pt x="797701" y="803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1" name="9wq3_5_build_ReferenceLigand_23">
            <a:extLst>
              <a:ext uri="{FF2B5EF4-FFF2-40B4-BE49-F238E27FC236}">
                <a16:creationId xmlns:a16="http://schemas.microsoft.com/office/drawing/2014/main" id="{9FB8C2F8-7705-482E-A7CB-3424C9F2649C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1242" y="929104"/>
                </a:moveTo>
                <a:lnTo>
                  <a:pt x="1250698" y="76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2" name="9wq3_5_build_ReferenceLigand_24">
            <a:extLst>
              <a:ext uri="{FF2B5EF4-FFF2-40B4-BE49-F238E27FC236}">
                <a16:creationId xmlns:a16="http://schemas.microsoft.com/office/drawing/2014/main" id="{19BFB13A-E274-426C-AD2C-6F2D69598A88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4746" y="942117"/>
                </a:moveTo>
                <a:lnTo>
                  <a:pt x="972361" y="8498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3" name="9wq3_5_build_ReferenceLigand_25">
            <a:extLst>
              <a:ext uri="{FF2B5EF4-FFF2-40B4-BE49-F238E27FC236}">
                <a16:creationId xmlns:a16="http://schemas.microsoft.com/office/drawing/2014/main" id="{F72FC408-A421-46AE-A072-9F5383C939A1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317" y="1068539"/>
                </a:moveTo>
                <a:lnTo>
                  <a:pt x="1231242" y="9291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4" name="9wq3_5_build_ReferenceLigand_26">
            <a:extLst>
              <a:ext uri="{FF2B5EF4-FFF2-40B4-BE49-F238E27FC236}">
                <a16:creationId xmlns:a16="http://schemas.microsoft.com/office/drawing/2014/main" id="{F23DA584-3C17-44F3-AEE7-A35CD67C71D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046" y="1209290"/>
                </a:moveTo>
                <a:lnTo>
                  <a:pt x="1280317" y="10685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5" name="9wq3_5_build_ReferenceLigand_27">
            <a:extLst>
              <a:ext uri="{FF2B5EF4-FFF2-40B4-BE49-F238E27FC236}">
                <a16:creationId xmlns:a16="http://schemas.microsoft.com/office/drawing/2014/main" id="{9B80345A-47C6-42F3-8DCA-B022B4196CC1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4889" y="1183848"/>
                </a:moveTo>
                <a:lnTo>
                  <a:pt x="1408046" y="1209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6" name="9wq3_5_build_ReferenceLigand_28">
            <a:extLst>
              <a:ext uri="{FF2B5EF4-FFF2-40B4-BE49-F238E27FC236}">
                <a16:creationId xmlns:a16="http://schemas.microsoft.com/office/drawing/2014/main" id="{A7F94FA9-6AD2-4B7C-8E10-36ED739240C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475" y="803393"/>
                </a:moveTo>
                <a:lnTo>
                  <a:pt x="1940806" y="90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7" name="9wq3_5_build_ReferenceLigand_29">
            <a:extLst>
              <a:ext uri="{FF2B5EF4-FFF2-40B4-BE49-F238E27FC236}">
                <a16:creationId xmlns:a16="http://schemas.microsoft.com/office/drawing/2014/main" id="{AA05B06B-192F-48D3-9AA7-A5421565DDB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69" y="559437"/>
                </a:moveTo>
                <a:lnTo>
                  <a:pt x="2369532" y="413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8" name="9wq3_5_build_ReferenceLigand_30">
            <a:extLst>
              <a:ext uri="{FF2B5EF4-FFF2-40B4-BE49-F238E27FC236}">
                <a16:creationId xmlns:a16="http://schemas.microsoft.com/office/drawing/2014/main" id="{B02334CD-2E93-4322-9656-29FD5CF22B9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69" y="559437"/>
                </a:moveTo>
                <a:lnTo>
                  <a:pt x="2150964" y="6533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9" name="9wq3_5_build_ReferenceLigand_31">
            <a:extLst>
              <a:ext uri="{FF2B5EF4-FFF2-40B4-BE49-F238E27FC236}">
                <a16:creationId xmlns:a16="http://schemas.microsoft.com/office/drawing/2014/main" id="{8DE12577-C6A7-4420-A03E-3ADB3D8BE5F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770" y="515468"/>
                </a:moveTo>
                <a:lnTo>
                  <a:pt x="1645382" y="5348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0" name="9wq3_5_build_ReferenceLigand_32">
            <a:extLst>
              <a:ext uri="{FF2B5EF4-FFF2-40B4-BE49-F238E27FC236}">
                <a16:creationId xmlns:a16="http://schemas.microsoft.com/office/drawing/2014/main" id="{1AED6B3A-22DA-49E6-B607-F0A5DE12DFB0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964" y="653390"/>
                </a:moveTo>
                <a:lnTo>
                  <a:pt x="2063475" y="8033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1" name="9wq3_5_build_ReferenceLigand_33">
            <a:extLst>
              <a:ext uri="{FF2B5EF4-FFF2-40B4-BE49-F238E27FC236}">
                <a16:creationId xmlns:a16="http://schemas.microsoft.com/office/drawing/2014/main" id="{60170C3A-482C-4BB4-8CE4-BD992708A4F0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5382" y="534888"/>
                </a:moveTo>
                <a:lnTo>
                  <a:pt x="1711123" y="3518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2" name="9wq3_5_build_ReferenceLigand_34">
            <a:extLst>
              <a:ext uri="{FF2B5EF4-FFF2-40B4-BE49-F238E27FC236}">
                <a16:creationId xmlns:a16="http://schemas.microsoft.com/office/drawing/2014/main" id="{B4E0187A-1DDA-482E-8F4D-2575856C1CC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0509" y="783453"/>
                </a:moveTo>
                <a:lnTo>
                  <a:pt x="546567" y="7125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3" name="9wq3_5_build_ReferenceLigand_35">
            <a:extLst>
              <a:ext uri="{FF2B5EF4-FFF2-40B4-BE49-F238E27FC236}">
                <a16:creationId xmlns:a16="http://schemas.microsoft.com/office/drawing/2014/main" id="{C7A10D42-1A39-46CD-B9D3-2F8BB83C9F7C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2778" y="701928"/>
                </a:moveTo>
                <a:lnTo>
                  <a:pt x="1250698" y="76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4" name="9wq3_5_build_ReferenceLigand_36">
            <a:extLst>
              <a:ext uri="{FF2B5EF4-FFF2-40B4-BE49-F238E27FC236}">
                <a16:creationId xmlns:a16="http://schemas.microsoft.com/office/drawing/2014/main" id="{449C6952-952F-4C3B-9581-D782D2E0DFB9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2361" y="849804"/>
                </a:moveTo>
                <a:lnTo>
                  <a:pt x="797701" y="803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5" name="9wq3_5_build_ReferenceLigand_37">
            <a:extLst>
              <a:ext uri="{FF2B5EF4-FFF2-40B4-BE49-F238E27FC236}">
                <a16:creationId xmlns:a16="http://schemas.microsoft.com/office/drawing/2014/main" id="{4EE7E8FC-C678-497C-AE15-6544F8BFA829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2361" y="849804"/>
                </a:moveTo>
                <a:lnTo>
                  <a:pt x="1082778" y="7019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6" name="9wq3_5_build_ReferenceLigand_38">
            <a:extLst>
              <a:ext uri="{FF2B5EF4-FFF2-40B4-BE49-F238E27FC236}">
                <a16:creationId xmlns:a16="http://schemas.microsoft.com/office/drawing/2014/main" id="{80285816-3B3F-471B-9806-1A4988810976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7701" y="803590"/>
                </a:moveTo>
                <a:lnTo>
                  <a:pt x="685729" y="839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7" name="9wq3_5_build_ReferenceLigand_39">
            <a:extLst>
              <a:ext uri="{FF2B5EF4-FFF2-40B4-BE49-F238E27FC236}">
                <a16:creationId xmlns:a16="http://schemas.microsoft.com/office/drawing/2014/main" id="{65436357-9162-4CF5-BFD7-206295E7C1F5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5382" y="534888"/>
                </a:moveTo>
                <a:lnTo>
                  <a:pt x="1711542" y="6258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8" name="9wq3_5_build_ReferenceLigand_40">
            <a:extLst>
              <a:ext uri="{FF2B5EF4-FFF2-40B4-BE49-F238E27FC236}">
                <a16:creationId xmlns:a16="http://schemas.microsoft.com/office/drawing/2014/main" id="{929386D8-CBF1-4546-89D9-1310149BB3E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7428" y="899770"/>
                </a:moveTo>
                <a:lnTo>
                  <a:pt x="1940806" y="90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9" name="9wq3_5_build_ReferenceLigand_41">
            <a:extLst>
              <a:ext uri="{FF2B5EF4-FFF2-40B4-BE49-F238E27FC236}">
                <a16:creationId xmlns:a16="http://schemas.microsoft.com/office/drawing/2014/main" id="{5F88EB2F-92D7-4A37-9C4E-7EEE27D5B33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5729" y="839426"/>
                </a:moveTo>
                <a:lnTo>
                  <a:pt x="530509" y="783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0" name="9wq3_5_build_ReferenceLigand_42">
            <a:extLst>
              <a:ext uri="{FF2B5EF4-FFF2-40B4-BE49-F238E27FC236}">
                <a16:creationId xmlns:a16="http://schemas.microsoft.com/office/drawing/2014/main" id="{4DD8DDCA-AFC0-43CA-AAE4-D2EDB56C7F6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858" y="1189114"/>
                </a:moveTo>
                <a:lnTo>
                  <a:pt x="1584889" y="11838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1" name="9wq3_5_build_ReferenceLigand_43">
            <a:extLst>
              <a:ext uri="{FF2B5EF4-FFF2-40B4-BE49-F238E27FC236}">
                <a16:creationId xmlns:a16="http://schemas.microsoft.com/office/drawing/2014/main" id="{EED05F8B-B664-46E4-BE1E-582F37607D95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4646" y="815954"/>
                </a:moveTo>
                <a:lnTo>
                  <a:pt x="1857428" y="8997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2" name="9wq3_5_build_ReferenceLigand_44">
            <a:extLst>
              <a:ext uri="{FF2B5EF4-FFF2-40B4-BE49-F238E27FC236}">
                <a16:creationId xmlns:a16="http://schemas.microsoft.com/office/drawing/2014/main" id="{33709AD5-9BA0-4453-8662-2CF39ED001E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1542" y="625895"/>
                </a:moveTo>
                <a:lnTo>
                  <a:pt x="1694646" y="8159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3" name="9wq3_5_build_ReferenceLigand_45">
            <a:extLst>
              <a:ext uri="{FF2B5EF4-FFF2-40B4-BE49-F238E27FC236}">
                <a16:creationId xmlns:a16="http://schemas.microsoft.com/office/drawing/2014/main" id="{A9D7B871-B0BE-41EF-B172-9E055B94F0BE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7428" y="899770"/>
                </a:moveTo>
                <a:lnTo>
                  <a:pt x="1828714" y="1074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4" name="9wq3_5_build_ReferenceLigand_46">
            <a:extLst>
              <a:ext uri="{FF2B5EF4-FFF2-40B4-BE49-F238E27FC236}">
                <a16:creationId xmlns:a16="http://schemas.microsoft.com/office/drawing/2014/main" id="{9F7944DD-E8FD-4994-A40C-8B50C22A560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354" y="889824"/>
                </a:moveTo>
                <a:lnTo>
                  <a:pt x="1694646" y="8159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5" name="9wq3_5_build_ReferenceLigand_47">
            <a:extLst>
              <a:ext uri="{FF2B5EF4-FFF2-40B4-BE49-F238E27FC236}">
                <a16:creationId xmlns:a16="http://schemas.microsoft.com/office/drawing/2014/main" id="{31DE05C4-43FA-459E-B06C-F2AFED9C44C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1462" y="1074387"/>
                </a:moveTo>
                <a:lnTo>
                  <a:pt x="1540858" y="1189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6" name="9wq3_5_build_ReferenceLigand_48">
            <a:extLst>
              <a:ext uri="{FF2B5EF4-FFF2-40B4-BE49-F238E27FC236}">
                <a16:creationId xmlns:a16="http://schemas.microsoft.com/office/drawing/2014/main" id="{812C7A00-CBC1-4619-885C-7D654DAC759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8714" y="1074961"/>
                </a:moveTo>
                <a:lnTo>
                  <a:pt x="1651462" y="10743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7" name="9wq3_5_build_ReferenceLigand_49">
            <a:extLst>
              <a:ext uri="{FF2B5EF4-FFF2-40B4-BE49-F238E27FC236}">
                <a16:creationId xmlns:a16="http://schemas.microsoft.com/office/drawing/2014/main" id="{80314355-C025-4D53-A2BA-079A18E2BD56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1462" y="1074387"/>
                </a:moveTo>
                <a:lnTo>
                  <a:pt x="1590354" y="8898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8" name="9wq3_5_build_ReferenceLigand_50">
            <a:extLst>
              <a:ext uri="{FF2B5EF4-FFF2-40B4-BE49-F238E27FC236}">
                <a16:creationId xmlns:a16="http://schemas.microsoft.com/office/drawing/2014/main" id="{370A4227-D7B8-44D6-8C5B-69059C42B73C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354" y="889824"/>
                </a:moveTo>
                <a:lnTo>
                  <a:pt x="1623795" y="801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9" name="9wq3_5_build_PredictedLigand_0">
            <a:extLst>
              <a:ext uri="{FF2B5EF4-FFF2-40B4-BE49-F238E27FC236}">
                <a16:creationId xmlns:a16="http://schemas.microsoft.com/office/drawing/2014/main" id="{38814D90-8F3E-4D8C-8E7A-5671C0FF1AA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0187" y="662767"/>
                </a:moveTo>
                <a:lnTo>
                  <a:pt x="2207273" y="636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0" name="9wq3_5_build_PredictedLigand_1">
            <a:extLst>
              <a:ext uri="{FF2B5EF4-FFF2-40B4-BE49-F238E27FC236}">
                <a16:creationId xmlns:a16="http://schemas.microsoft.com/office/drawing/2014/main" id="{8508E791-911F-477D-8431-F7ED13F7D7E7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0521" y="763155"/>
                </a:moveTo>
                <a:lnTo>
                  <a:pt x="2240187" y="662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1" name="9wq3_5_build_PredictedLigand_2">
            <a:extLst>
              <a:ext uri="{FF2B5EF4-FFF2-40B4-BE49-F238E27FC236}">
                <a16:creationId xmlns:a16="http://schemas.microsoft.com/office/drawing/2014/main" id="{0626D597-AD57-412A-82A0-10E676E4A625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0187" y="662767"/>
                </a:moveTo>
                <a:lnTo>
                  <a:pt x="2212548" y="5061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2" name="9wq3_5_build_PredictedLigand_3">
            <a:extLst>
              <a:ext uri="{FF2B5EF4-FFF2-40B4-BE49-F238E27FC236}">
                <a16:creationId xmlns:a16="http://schemas.microsoft.com/office/drawing/2014/main" id="{A09C9924-9EC6-4D1F-AD3B-81F5B187E2B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86541" y="813910"/>
                </a:moveTo>
                <a:lnTo>
                  <a:pt x="391020" y="6880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3" name="9wq3_5_build_PredictedLigand_4">
            <a:extLst>
              <a:ext uri="{FF2B5EF4-FFF2-40B4-BE49-F238E27FC236}">
                <a16:creationId xmlns:a16="http://schemas.microsoft.com/office/drawing/2014/main" id="{3F360677-95F8-43F3-9131-0C03DDD9D59C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4819" y="971174"/>
                </a:moveTo>
                <a:lnTo>
                  <a:pt x="2170521" y="7631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4" name="9wq3_5_build_PredictedLigand_5">
            <a:extLst>
              <a:ext uri="{FF2B5EF4-FFF2-40B4-BE49-F238E27FC236}">
                <a16:creationId xmlns:a16="http://schemas.microsoft.com/office/drawing/2014/main" id="{E24A5AFA-B13A-4757-8BE5-F53F0E748253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5356" y="1137645"/>
                </a:moveTo>
                <a:lnTo>
                  <a:pt x="996632" y="10044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5" name="9wq3_5_build_PredictedLigand_6">
            <a:extLst>
              <a:ext uri="{FF2B5EF4-FFF2-40B4-BE49-F238E27FC236}">
                <a16:creationId xmlns:a16="http://schemas.microsoft.com/office/drawing/2014/main" id="{7A87244C-3000-443A-AC36-87293E96B126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4727" y="810057"/>
                </a:moveTo>
                <a:lnTo>
                  <a:pt x="1323817" y="6507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6" name="9wq3_5_build_PredictedLigand_7">
            <a:extLst>
              <a:ext uri="{FF2B5EF4-FFF2-40B4-BE49-F238E27FC236}">
                <a16:creationId xmlns:a16="http://schemas.microsoft.com/office/drawing/2014/main" id="{560B4288-12BE-4288-AB07-F9459698DED9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5970" y="986560"/>
                </a:moveTo>
                <a:lnTo>
                  <a:pt x="996632" y="10044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7" name="9wq3_5_build_PredictedLigand_8">
            <a:extLst>
              <a:ext uri="{FF2B5EF4-FFF2-40B4-BE49-F238E27FC236}">
                <a16:creationId xmlns:a16="http://schemas.microsoft.com/office/drawing/2014/main" id="{550FAEB9-7F5A-49B9-A234-1F40F8F3F34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63909" y="713046"/>
                </a:moveTo>
                <a:lnTo>
                  <a:pt x="386541" y="8139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8" name="9wq3_5_build_PredictedLigand_9">
            <a:extLst>
              <a:ext uri="{FF2B5EF4-FFF2-40B4-BE49-F238E27FC236}">
                <a16:creationId xmlns:a16="http://schemas.microsoft.com/office/drawing/2014/main" id="{FF104DC9-0C0C-4F7C-AFA8-932B0B7C31F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5970" y="986560"/>
                </a:moveTo>
                <a:lnTo>
                  <a:pt x="1204727" y="810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9" name="9wq3_5_build_PredictedLigand_10">
            <a:extLst>
              <a:ext uri="{FF2B5EF4-FFF2-40B4-BE49-F238E27FC236}">
                <a16:creationId xmlns:a16="http://schemas.microsoft.com/office/drawing/2014/main" id="{74553E78-3521-4122-A80F-C29159DFA59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0904" y="733517"/>
                </a:moveTo>
                <a:lnTo>
                  <a:pt x="2170521" y="7631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0" name="9wq3_5_build_PredictedLigand_11">
            <a:extLst>
              <a:ext uri="{FF2B5EF4-FFF2-40B4-BE49-F238E27FC236}">
                <a16:creationId xmlns:a16="http://schemas.microsoft.com/office/drawing/2014/main" id="{8AA4F769-3941-4A72-A042-62E63D7470C5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6632" y="1004473"/>
                </a:moveTo>
                <a:lnTo>
                  <a:pt x="935437" y="8513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1" name="9wq3_5_build_PredictedLigand_12">
            <a:extLst>
              <a:ext uri="{FF2B5EF4-FFF2-40B4-BE49-F238E27FC236}">
                <a16:creationId xmlns:a16="http://schemas.microsoft.com/office/drawing/2014/main" id="{438DBBC7-F087-41C6-98AA-315B4668AF63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3801" y="1114551"/>
                </a:moveTo>
                <a:lnTo>
                  <a:pt x="1195970" y="9865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2" name="9wq3_5_build_PredictedLigand_13">
            <a:extLst>
              <a:ext uri="{FF2B5EF4-FFF2-40B4-BE49-F238E27FC236}">
                <a16:creationId xmlns:a16="http://schemas.microsoft.com/office/drawing/2014/main" id="{6FC685B5-0C60-4A36-8B48-21694E63163F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0049" y="731521"/>
                </a:moveTo>
                <a:lnTo>
                  <a:pt x="1204727" y="810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3" name="9wq3_5_build_PredictedLigand_14">
            <a:extLst>
              <a:ext uri="{FF2B5EF4-FFF2-40B4-BE49-F238E27FC236}">
                <a16:creationId xmlns:a16="http://schemas.microsoft.com/office/drawing/2014/main" id="{7743303C-3BCA-40C6-9908-E048A213940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533" y="572714"/>
                </a:moveTo>
                <a:lnTo>
                  <a:pt x="638222" y="5507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4" name="9wq3_5_build_PredictedLigand_15">
            <a:extLst>
              <a:ext uri="{FF2B5EF4-FFF2-40B4-BE49-F238E27FC236}">
                <a16:creationId xmlns:a16="http://schemas.microsoft.com/office/drawing/2014/main" id="{A916E942-101A-484D-A598-3B0833A7DA4C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817" y="650737"/>
                </a:moveTo>
                <a:lnTo>
                  <a:pt x="1433860" y="6894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5" name="9wq3_5_build_PredictedLigand_16">
            <a:extLst>
              <a:ext uri="{FF2B5EF4-FFF2-40B4-BE49-F238E27FC236}">
                <a16:creationId xmlns:a16="http://schemas.microsoft.com/office/drawing/2014/main" id="{9DDB5555-B147-4FA6-A7F5-72898528B83C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222" y="550754"/>
                </a:moveTo>
                <a:lnTo>
                  <a:pt x="463909" y="7130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6" name="9wq3_5_build_PredictedLigand_17">
            <a:extLst>
              <a:ext uri="{FF2B5EF4-FFF2-40B4-BE49-F238E27FC236}">
                <a16:creationId xmlns:a16="http://schemas.microsoft.com/office/drawing/2014/main" id="{56E5E946-0291-41F1-865A-89AB78A74300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5437" y="851357"/>
                </a:moveTo>
                <a:lnTo>
                  <a:pt x="1060049" y="7315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7" name="9wq3_5_build_PredictedLigand_18">
            <a:extLst>
              <a:ext uri="{FF2B5EF4-FFF2-40B4-BE49-F238E27FC236}">
                <a16:creationId xmlns:a16="http://schemas.microsoft.com/office/drawing/2014/main" id="{21A4BE36-7D6D-4863-AD2A-CF680A32674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095" y="814395"/>
                </a:moveTo>
                <a:lnTo>
                  <a:pt x="739533" y="572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8" name="9wq3_5_build_PredictedLigand_19">
            <a:extLst>
              <a:ext uri="{FF2B5EF4-FFF2-40B4-BE49-F238E27FC236}">
                <a16:creationId xmlns:a16="http://schemas.microsoft.com/office/drawing/2014/main" id="{458BB00F-2A4C-4756-BC44-814326CD893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7812" y="604527"/>
                </a:moveTo>
                <a:lnTo>
                  <a:pt x="1718949" y="6959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9" name="9wq3_5_build_PredictedLigand_20">
            <a:extLst>
              <a:ext uri="{FF2B5EF4-FFF2-40B4-BE49-F238E27FC236}">
                <a16:creationId xmlns:a16="http://schemas.microsoft.com/office/drawing/2014/main" id="{D04EC19F-0E0E-4F98-B95E-F6995BFF4B6C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409" y="1277623"/>
                </a:moveTo>
                <a:lnTo>
                  <a:pt x="1303801" y="1114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0" name="9wq3_5_build_PredictedLigand_21">
            <a:extLst>
              <a:ext uri="{FF2B5EF4-FFF2-40B4-BE49-F238E27FC236}">
                <a16:creationId xmlns:a16="http://schemas.microsoft.com/office/drawing/2014/main" id="{B4127588-46E2-4690-8D68-E3D746C50ABE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5437" y="851357"/>
                </a:moveTo>
                <a:lnTo>
                  <a:pt x="807095" y="8143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1" name="9wq3_5_build_PredictedLigand_22">
            <a:extLst>
              <a:ext uri="{FF2B5EF4-FFF2-40B4-BE49-F238E27FC236}">
                <a16:creationId xmlns:a16="http://schemas.microsoft.com/office/drawing/2014/main" id="{78954CA2-EF15-4360-9374-C014826C9C06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409" y="1277623"/>
                </a:moveTo>
                <a:lnTo>
                  <a:pt x="1557845" y="12564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2" name="9wq3_5_build_PredictedLigand_23">
            <a:extLst>
              <a:ext uri="{FF2B5EF4-FFF2-40B4-BE49-F238E27FC236}">
                <a16:creationId xmlns:a16="http://schemas.microsoft.com/office/drawing/2014/main" id="{08E3A41F-6D8B-424F-AB42-7FCD70A8DBD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2409" y="1277623"/>
                </a:moveTo>
                <a:lnTo>
                  <a:pt x="1386493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3" name="9wq3_5_build_PredictedLigand_24">
            <a:extLst>
              <a:ext uri="{FF2B5EF4-FFF2-40B4-BE49-F238E27FC236}">
                <a16:creationId xmlns:a16="http://schemas.microsoft.com/office/drawing/2014/main" id="{4C3CDA3A-95D2-463A-9109-AF8E0CE238F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6926" y="781749"/>
                </a:moveTo>
                <a:lnTo>
                  <a:pt x="463909" y="7130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4" name="9wq3_5_build_PredictedLigand_25">
            <a:extLst>
              <a:ext uri="{FF2B5EF4-FFF2-40B4-BE49-F238E27FC236}">
                <a16:creationId xmlns:a16="http://schemas.microsoft.com/office/drawing/2014/main" id="{2F03AA9A-F450-4E3D-8DC2-F60C34040D4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2548" y="506149"/>
                </a:moveTo>
                <a:lnTo>
                  <a:pt x="2403260" y="500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5" name="9wq3_5_build_PredictedLigand_26">
            <a:extLst>
              <a:ext uri="{FF2B5EF4-FFF2-40B4-BE49-F238E27FC236}">
                <a16:creationId xmlns:a16="http://schemas.microsoft.com/office/drawing/2014/main" id="{C6E83DF3-4941-453E-BB72-DA558CDC7AA9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3860" y="689474"/>
                </a:moveTo>
                <a:lnTo>
                  <a:pt x="1617812" y="6045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6" name="9wq3_5_build_PredictedLigand_27">
            <a:extLst>
              <a:ext uri="{FF2B5EF4-FFF2-40B4-BE49-F238E27FC236}">
                <a16:creationId xmlns:a16="http://schemas.microsoft.com/office/drawing/2014/main" id="{6D40D54D-557C-400C-A6F7-CF16EA49091C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570" y="946882"/>
                </a:moveTo>
                <a:lnTo>
                  <a:pt x="2164819" y="971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7" name="9wq3_5_build_PredictedLigand_28">
            <a:extLst>
              <a:ext uri="{FF2B5EF4-FFF2-40B4-BE49-F238E27FC236}">
                <a16:creationId xmlns:a16="http://schemas.microsoft.com/office/drawing/2014/main" id="{FF6FD6D9-2C99-4322-90E8-5D881142E9B7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86541" y="813910"/>
                </a:moveTo>
                <a:lnTo>
                  <a:pt x="339458" y="7997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8" name="9wq3_5_build_PredictedLigand_29">
            <a:extLst>
              <a:ext uri="{FF2B5EF4-FFF2-40B4-BE49-F238E27FC236}">
                <a16:creationId xmlns:a16="http://schemas.microsoft.com/office/drawing/2014/main" id="{71ECDC22-3D1E-4C2C-B053-5E108C086C3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6926" y="781749"/>
                </a:moveTo>
                <a:lnTo>
                  <a:pt x="807095" y="8143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9" name="9wq3_5_build_PredictedLigand_30">
            <a:extLst>
              <a:ext uri="{FF2B5EF4-FFF2-40B4-BE49-F238E27FC236}">
                <a16:creationId xmlns:a16="http://schemas.microsoft.com/office/drawing/2014/main" id="{59D6CC78-4F07-4F31-A14B-BE74C297EBA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0915" y="679213"/>
                </a:moveTo>
                <a:lnTo>
                  <a:pt x="2120904" y="7335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0" name="9wq3_5_build_PredictedLigand_31">
            <a:extLst>
              <a:ext uri="{FF2B5EF4-FFF2-40B4-BE49-F238E27FC236}">
                <a16:creationId xmlns:a16="http://schemas.microsoft.com/office/drawing/2014/main" id="{28CF26FD-0317-481C-BB93-54F89FD52FC3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7812" y="604527"/>
                </a:moveTo>
                <a:lnTo>
                  <a:pt x="1602671" y="416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1" name="9wq3_5_build_PredictedLigand_32">
            <a:extLst>
              <a:ext uri="{FF2B5EF4-FFF2-40B4-BE49-F238E27FC236}">
                <a16:creationId xmlns:a16="http://schemas.microsoft.com/office/drawing/2014/main" id="{245FBC15-205F-4A84-895D-26B728DB321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8646" y="901564"/>
                </a:moveTo>
                <a:lnTo>
                  <a:pt x="566926" y="7817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2" name="9wq3_5_build_PredictedLigand_33">
            <a:extLst>
              <a:ext uri="{FF2B5EF4-FFF2-40B4-BE49-F238E27FC236}">
                <a16:creationId xmlns:a16="http://schemas.microsoft.com/office/drawing/2014/main" id="{4C33C7CA-8C27-4FAC-88B6-AF0D2519FFA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7812" y="604527"/>
                </a:moveTo>
                <a:lnTo>
                  <a:pt x="1654707" y="6977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3" name="9wq3_5_build_PredictedLigand_34">
            <a:extLst>
              <a:ext uri="{FF2B5EF4-FFF2-40B4-BE49-F238E27FC236}">
                <a16:creationId xmlns:a16="http://schemas.microsoft.com/office/drawing/2014/main" id="{B5F254FB-A36E-4AFC-8E43-9394ABD98567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8037" y="1261734"/>
                </a:moveTo>
                <a:lnTo>
                  <a:pt x="1412409" y="12776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4" name="9wq3_5_build_PredictedLigand_35">
            <a:extLst>
              <a:ext uri="{FF2B5EF4-FFF2-40B4-BE49-F238E27FC236}">
                <a16:creationId xmlns:a16="http://schemas.microsoft.com/office/drawing/2014/main" id="{DAA1FBA9-EEBD-480B-9DBC-19B1A83167AC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3260" y="500500"/>
                </a:moveTo>
                <a:lnTo>
                  <a:pt x="2130915" y="6792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5" name="9wq3_5_build_PredictedLigand_36">
            <a:extLst>
              <a:ext uri="{FF2B5EF4-FFF2-40B4-BE49-F238E27FC236}">
                <a16:creationId xmlns:a16="http://schemas.microsoft.com/office/drawing/2014/main" id="{A6F7BC72-3C95-47EC-834E-3DB61045412A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5047" y="936636"/>
                </a:moveTo>
                <a:lnTo>
                  <a:pt x="588646" y="9015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6" name="9wq3_5_build_PredictedLigand_37">
            <a:extLst>
              <a:ext uri="{FF2B5EF4-FFF2-40B4-BE49-F238E27FC236}">
                <a16:creationId xmlns:a16="http://schemas.microsoft.com/office/drawing/2014/main" id="{44F202D7-292E-4469-8D73-A3F2A4337F50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9458" y="799718"/>
                </a:moveTo>
                <a:lnTo>
                  <a:pt x="435047" y="9366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7" name="9wq3_5_build_PredictedLigand_38">
            <a:extLst>
              <a:ext uri="{FF2B5EF4-FFF2-40B4-BE49-F238E27FC236}">
                <a16:creationId xmlns:a16="http://schemas.microsoft.com/office/drawing/2014/main" id="{49928E42-5743-4D24-B1D2-4670D21FB4F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0904" y="733517"/>
                </a:moveTo>
                <a:lnTo>
                  <a:pt x="1828580" y="6541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8" name="9wq3_5_build_PredictedLigand_39">
            <a:extLst>
              <a:ext uri="{FF2B5EF4-FFF2-40B4-BE49-F238E27FC236}">
                <a16:creationId xmlns:a16="http://schemas.microsoft.com/office/drawing/2014/main" id="{24986844-4AE2-461E-B8A3-513D81F03CC9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3260" y="500500"/>
                </a:moveTo>
                <a:lnTo>
                  <a:pt x="2290535" y="4067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9" name="9wq3_5_build_PredictedLigand_40">
            <a:extLst>
              <a:ext uri="{FF2B5EF4-FFF2-40B4-BE49-F238E27FC236}">
                <a16:creationId xmlns:a16="http://schemas.microsoft.com/office/drawing/2014/main" id="{4BFD79C3-FBC7-46D1-8359-B4B2A1EDE54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07" y="697729"/>
                </a:moveTo>
                <a:lnTo>
                  <a:pt x="1791372" y="8171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0" name="9wq3_5_build_PredictedLigand_41">
            <a:extLst>
              <a:ext uri="{FF2B5EF4-FFF2-40B4-BE49-F238E27FC236}">
                <a16:creationId xmlns:a16="http://schemas.microsoft.com/office/drawing/2014/main" id="{9E2C0DCE-D94C-4836-9657-832B5924848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1712" y="1020866"/>
                </a:moveTo>
                <a:lnTo>
                  <a:pt x="1618905" y="9607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1" name="9wq3_5_build_PredictedLigand_42">
            <a:extLst>
              <a:ext uri="{FF2B5EF4-FFF2-40B4-BE49-F238E27FC236}">
                <a16:creationId xmlns:a16="http://schemas.microsoft.com/office/drawing/2014/main" id="{77E4B158-DD23-415B-97E8-19284EF3587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1712" y="1020866"/>
                </a:moveTo>
                <a:lnTo>
                  <a:pt x="1791372" y="8171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2" name="9wq3_5_build_PredictedLigand_43">
            <a:extLst>
              <a:ext uri="{FF2B5EF4-FFF2-40B4-BE49-F238E27FC236}">
                <a16:creationId xmlns:a16="http://schemas.microsoft.com/office/drawing/2014/main" id="{85DC5DF9-2078-40E2-BB28-E69DDB86B51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8580" y="654117"/>
                </a:moveTo>
                <a:lnTo>
                  <a:pt x="2011570" y="9468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3" name="9wq3_5_build_PredictedLigand_44">
            <a:extLst>
              <a:ext uri="{FF2B5EF4-FFF2-40B4-BE49-F238E27FC236}">
                <a16:creationId xmlns:a16="http://schemas.microsoft.com/office/drawing/2014/main" id="{56E3780B-C071-40B8-9D70-785ED455416C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5217" y="1138399"/>
                </a:moveTo>
                <a:lnTo>
                  <a:pt x="1468037" y="12617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4" name="9wq3_5_build_PredictedLigand_45">
            <a:extLst>
              <a:ext uri="{FF2B5EF4-FFF2-40B4-BE49-F238E27FC236}">
                <a16:creationId xmlns:a16="http://schemas.microsoft.com/office/drawing/2014/main" id="{7B919FD8-32C6-4694-981F-BC556DCA2E5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372" y="817152"/>
                </a:moveTo>
                <a:lnTo>
                  <a:pt x="1841073" y="8092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5" name="9wq3_5_build_PredictedLigand_46">
            <a:extLst>
              <a:ext uri="{FF2B5EF4-FFF2-40B4-BE49-F238E27FC236}">
                <a16:creationId xmlns:a16="http://schemas.microsoft.com/office/drawing/2014/main" id="{2FD65807-B685-4821-8A2E-F7E4EAE6C0A9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2710" y="1086838"/>
                </a:moveTo>
                <a:lnTo>
                  <a:pt x="1731712" y="10208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6" name="9wq3_5_build_PredictedLigand_47">
            <a:extLst>
              <a:ext uri="{FF2B5EF4-FFF2-40B4-BE49-F238E27FC236}">
                <a16:creationId xmlns:a16="http://schemas.microsoft.com/office/drawing/2014/main" id="{AA9D0CAF-B5C4-4CED-9374-4BE87238134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2710" y="1086838"/>
                </a:moveTo>
                <a:lnTo>
                  <a:pt x="1515217" y="1138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7" name="9wq3_5_build_PredictedLigand_48">
            <a:extLst>
              <a:ext uri="{FF2B5EF4-FFF2-40B4-BE49-F238E27FC236}">
                <a16:creationId xmlns:a16="http://schemas.microsoft.com/office/drawing/2014/main" id="{D73614D9-0149-44B7-A93D-EED4DC09A9CE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1073" y="809212"/>
                </a:moveTo>
                <a:lnTo>
                  <a:pt x="1828580" y="6541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8" name="9wq3_5_build_PredictedLigand_49">
            <a:extLst>
              <a:ext uri="{FF2B5EF4-FFF2-40B4-BE49-F238E27FC236}">
                <a16:creationId xmlns:a16="http://schemas.microsoft.com/office/drawing/2014/main" id="{0970C6EA-DF60-4A23-AD95-45794CEF6D42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1073" y="809212"/>
                </a:moveTo>
                <a:lnTo>
                  <a:pt x="1800629" y="9583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9" name="9wq3_5_build_PredictedLigand_50">
            <a:extLst>
              <a:ext uri="{FF2B5EF4-FFF2-40B4-BE49-F238E27FC236}">
                <a16:creationId xmlns:a16="http://schemas.microsoft.com/office/drawing/2014/main" id="{47774A0E-F8D6-453D-9747-10A24FA5A3FE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0629" y="958377"/>
                </a:moveTo>
                <a:lnTo>
                  <a:pt x="1712710" y="108683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0" name="9wq3_5_build_PredictedAtoms_0">
            <a:extLst>
              <a:ext uri="{FF2B5EF4-FFF2-40B4-BE49-F238E27FC236}">
                <a16:creationId xmlns:a16="http://schemas.microsoft.com/office/drawing/2014/main" id="{0A01FB4C-C797-46DD-B3D8-F564D773F059}"/>
              </a:ext>
            </a:extLst>
          </p:cNvPr>
          <p:cNvSpPr>
            <a:spLocks/>
          </p:cNvSpPr>
          <p:nvPr/>
        </p:nvSpPr>
        <p:spPr>
          <a:xfrm>
            <a:off x="7091364" y="54934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71" name="9wq3_5_build_PredictedAtoms_1">
            <a:extLst>
              <a:ext uri="{FF2B5EF4-FFF2-40B4-BE49-F238E27FC236}">
                <a16:creationId xmlns:a16="http://schemas.microsoft.com/office/drawing/2014/main" id="{7905FEE6-084E-4F3A-92B9-1A61FFAB6C81}"/>
              </a:ext>
            </a:extLst>
          </p:cNvPr>
          <p:cNvSpPr>
            <a:spLocks/>
          </p:cNvSpPr>
          <p:nvPr/>
        </p:nvSpPr>
        <p:spPr>
          <a:xfrm>
            <a:off x="7152640" y="53602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72" name="9wq3_5_build_PredictedAtoms_2">
            <a:extLst>
              <a:ext uri="{FF2B5EF4-FFF2-40B4-BE49-F238E27FC236}">
                <a16:creationId xmlns:a16="http://schemas.microsoft.com/office/drawing/2014/main" id="{47FE1339-9358-43D0-9039-DCD1A3D855D2}"/>
              </a:ext>
            </a:extLst>
          </p:cNvPr>
          <p:cNvSpPr>
            <a:spLocks/>
          </p:cNvSpPr>
          <p:nvPr/>
        </p:nvSpPr>
        <p:spPr>
          <a:xfrm>
            <a:off x="7091445" y="5207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73" name="9wq3_5_build_PredictedAtoms_3">
            <a:extLst>
              <a:ext uri="{FF2B5EF4-FFF2-40B4-BE49-F238E27FC236}">
                <a16:creationId xmlns:a16="http://schemas.microsoft.com/office/drawing/2014/main" id="{ADEC1A63-3887-4D82-94F6-3A6050A835AA}"/>
              </a:ext>
            </a:extLst>
          </p:cNvPr>
          <p:cNvSpPr>
            <a:spLocks/>
          </p:cNvSpPr>
          <p:nvPr/>
        </p:nvSpPr>
        <p:spPr>
          <a:xfrm>
            <a:off x="6963103" y="51701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74" name="9wq3_5_build_PredictedAtoms_4">
            <a:extLst>
              <a:ext uri="{FF2B5EF4-FFF2-40B4-BE49-F238E27FC236}">
                <a16:creationId xmlns:a16="http://schemas.microsoft.com/office/drawing/2014/main" id="{2EB34411-22DF-4876-BBED-ACF7EDFE08EA}"/>
              </a:ext>
            </a:extLst>
          </p:cNvPr>
          <p:cNvSpPr>
            <a:spLocks/>
          </p:cNvSpPr>
          <p:nvPr/>
        </p:nvSpPr>
        <p:spPr>
          <a:xfrm>
            <a:off x="6895541" y="49284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75" name="9wq3_5_build_PredictedAtoms_5">
            <a:extLst>
              <a:ext uri="{FF2B5EF4-FFF2-40B4-BE49-F238E27FC236}">
                <a16:creationId xmlns:a16="http://schemas.microsoft.com/office/drawing/2014/main" id="{0EDAD818-871E-4E17-947E-064A321AB974}"/>
              </a:ext>
            </a:extLst>
          </p:cNvPr>
          <p:cNvSpPr>
            <a:spLocks/>
          </p:cNvSpPr>
          <p:nvPr/>
        </p:nvSpPr>
        <p:spPr>
          <a:xfrm>
            <a:off x="6794229" y="49065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76" name="9wq3_5_build_PredictedAtoms_6">
            <a:extLst>
              <a:ext uri="{FF2B5EF4-FFF2-40B4-BE49-F238E27FC236}">
                <a16:creationId xmlns:a16="http://schemas.microsoft.com/office/drawing/2014/main" id="{6F107051-1F83-4B1C-A0B0-0F23F62EAAC3}"/>
              </a:ext>
            </a:extLst>
          </p:cNvPr>
          <p:cNvSpPr>
            <a:spLocks/>
          </p:cNvSpPr>
          <p:nvPr/>
        </p:nvSpPr>
        <p:spPr>
          <a:xfrm>
            <a:off x="6619916" y="50688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77" name="9wq3_5_build_PredictedAtoms_7">
            <a:extLst>
              <a:ext uri="{FF2B5EF4-FFF2-40B4-BE49-F238E27FC236}">
                <a16:creationId xmlns:a16="http://schemas.microsoft.com/office/drawing/2014/main" id="{A1D3B715-1A4D-4AEF-8787-1C569B6BD053}"/>
              </a:ext>
            </a:extLst>
          </p:cNvPr>
          <p:cNvSpPr>
            <a:spLocks/>
          </p:cNvSpPr>
          <p:nvPr/>
        </p:nvSpPr>
        <p:spPr>
          <a:xfrm>
            <a:off x="6542548" y="5169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78" name="9wq3_5_build_PredictedAtoms_8">
            <a:extLst>
              <a:ext uri="{FF2B5EF4-FFF2-40B4-BE49-F238E27FC236}">
                <a16:creationId xmlns:a16="http://schemas.microsoft.com/office/drawing/2014/main" id="{0DE80C26-A0C6-4E2F-9761-BBD758EA645B}"/>
              </a:ext>
            </a:extLst>
          </p:cNvPr>
          <p:cNvSpPr>
            <a:spLocks/>
          </p:cNvSpPr>
          <p:nvPr/>
        </p:nvSpPr>
        <p:spPr>
          <a:xfrm>
            <a:off x="6547027" y="50438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79" name="9wq3_5_build_PredictedAtoms_9">
            <a:extLst>
              <a:ext uri="{FF2B5EF4-FFF2-40B4-BE49-F238E27FC236}">
                <a16:creationId xmlns:a16="http://schemas.microsoft.com/office/drawing/2014/main" id="{2543ADC8-577B-47F8-9401-47C404A3CCEE}"/>
              </a:ext>
            </a:extLst>
          </p:cNvPr>
          <p:cNvSpPr>
            <a:spLocks/>
          </p:cNvSpPr>
          <p:nvPr/>
        </p:nvSpPr>
        <p:spPr>
          <a:xfrm>
            <a:off x="6495465" y="515550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0" name="9wq3_5_build_PredictedAtoms_10">
            <a:extLst>
              <a:ext uri="{FF2B5EF4-FFF2-40B4-BE49-F238E27FC236}">
                <a16:creationId xmlns:a16="http://schemas.microsoft.com/office/drawing/2014/main" id="{8549818C-A689-4113-BF55-7C0B7372023B}"/>
              </a:ext>
            </a:extLst>
          </p:cNvPr>
          <p:cNvSpPr>
            <a:spLocks/>
          </p:cNvSpPr>
          <p:nvPr/>
        </p:nvSpPr>
        <p:spPr>
          <a:xfrm>
            <a:off x="6591054" y="5292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1" name="9wq3_5_build_PredictedAtoms_11">
            <a:extLst>
              <a:ext uri="{FF2B5EF4-FFF2-40B4-BE49-F238E27FC236}">
                <a16:creationId xmlns:a16="http://schemas.microsoft.com/office/drawing/2014/main" id="{63BB10E3-5C5A-4AE3-A0EE-5A38022BAE87}"/>
              </a:ext>
            </a:extLst>
          </p:cNvPr>
          <p:cNvSpPr>
            <a:spLocks/>
          </p:cNvSpPr>
          <p:nvPr/>
        </p:nvSpPr>
        <p:spPr>
          <a:xfrm>
            <a:off x="6744653" y="52573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2" name="9wq3_5_build_PredictedAtoms_12">
            <a:extLst>
              <a:ext uri="{FF2B5EF4-FFF2-40B4-BE49-F238E27FC236}">
                <a16:creationId xmlns:a16="http://schemas.microsoft.com/office/drawing/2014/main" id="{D43D241A-DA57-45A6-BADA-BA31451CA0A1}"/>
              </a:ext>
            </a:extLst>
          </p:cNvPr>
          <p:cNvSpPr>
            <a:spLocks/>
          </p:cNvSpPr>
          <p:nvPr/>
        </p:nvSpPr>
        <p:spPr>
          <a:xfrm>
            <a:off x="6722933" y="51375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3" name="9wq3_5_build_PredictedAtoms_13">
            <a:extLst>
              <a:ext uri="{FF2B5EF4-FFF2-40B4-BE49-F238E27FC236}">
                <a16:creationId xmlns:a16="http://schemas.microsoft.com/office/drawing/2014/main" id="{EB42F19E-4689-452D-8798-3AA8096EC040}"/>
              </a:ext>
            </a:extLst>
          </p:cNvPr>
          <p:cNvSpPr>
            <a:spLocks/>
          </p:cNvSpPr>
          <p:nvPr/>
        </p:nvSpPr>
        <p:spPr>
          <a:xfrm>
            <a:off x="7216057" y="50873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4" name="9wq3_5_build_PredictedAtoms_14">
            <a:extLst>
              <a:ext uri="{FF2B5EF4-FFF2-40B4-BE49-F238E27FC236}">
                <a16:creationId xmlns:a16="http://schemas.microsoft.com/office/drawing/2014/main" id="{119841E7-1CF2-4B65-8CCA-A543213D9C84}"/>
              </a:ext>
            </a:extLst>
          </p:cNvPr>
          <p:cNvSpPr>
            <a:spLocks/>
          </p:cNvSpPr>
          <p:nvPr/>
        </p:nvSpPr>
        <p:spPr>
          <a:xfrm>
            <a:off x="7360734" y="5165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5" name="9wq3_5_build_PredictedAtoms_15">
            <a:extLst>
              <a:ext uri="{FF2B5EF4-FFF2-40B4-BE49-F238E27FC236}">
                <a16:creationId xmlns:a16="http://schemas.microsoft.com/office/drawing/2014/main" id="{766744B7-232B-45B0-97B9-3FFFA71A2325}"/>
              </a:ext>
            </a:extLst>
          </p:cNvPr>
          <p:cNvSpPr>
            <a:spLocks/>
          </p:cNvSpPr>
          <p:nvPr/>
        </p:nvSpPr>
        <p:spPr>
          <a:xfrm>
            <a:off x="7479824" y="50065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6" name="9wq3_5_build_PredictedAtoms_16">
            <a:extLst>
              <a:ext uri="{FF2B5EF4-FFF2-40B4-BE49-F238E27FC236}">
                <a16:creationId xmlns:a16="http://schemas.microsoft.com/office/drawing/2014/main" id="{BADE51DA-614D-4BB4-A7B2-6E6B74C3D1B4}"/>
              </a:ext>
            </a:extLst>
          </p:cNvPr>
          <p:cNvSpPr>
            <a:spLocks/>
          </p:cNvSpPr>
          <p:nvPr/>
        </p:nvSpPr>
        <p:spPr>
          <a:xfrm>
            <a:off x="7589868" y="50452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7" name="9wq3_5_build_PredictedAtoms_17">
            <a:extLst>
              <a:ext uri="{FF2B5EF4-FFF2-40B4-BE49-F238E27FC236}">
                <a16:creationId xmlns:a16="http://schemas.microsoft.com/office/drawing/2014/main" id="{30A65A7E-7A8B-4C9D-A2AA-A5B2F738AE28}"/>
              </a:ext>
            </a:extLst>
          </p:cNvPr>
          <p:cNvSpPr>
            <a:spLocks/>
          </p:cNvSpPr>
          <p:nvPr/>
        </p:nvSpPr>
        <p:spPr>
          <a:xfrm>
            <a:off x="7773820" y="49603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8" name="9wq3_5_build_PredictedAtoms_18">
            <a:extLst>
              <a:ext uri="{FF2B5EF4-FFF2-40B4-BE49-F238E27FC236}">
                <a16:creationId xmlns:a16="http://schemas.microsoft.com/office/drawing/2014/main" id="{30E1D166-09AC-4556-BF61-D6C9B117392E}"/>
              </a:ext>
            </a:extLst>
          </p:cNvPr>
          <p:cNvSpPr>
            <a:spLocks/>
          </p:cNvSpPr>
          <p:nvPr/>
        </p:nvSpPr>
        <p:spPr>
          <a:xfrm>
            <a:off x="7874956" y="50517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9" name="9wq3_5_build_PredictedAtoms_19">
            <a:extLst>
              <a:ext uri="{FF2B5EF4-FFF2-40B4-BE49-F238E27FC236}">
                <a16:creationId xmlns:a16="http://schemas.microsoft.com/office/drawing/2014/main" id="{97238D75-2995-40D2-819C-DCB3643F1AD4}"/>
              </a:ext>
            </a:extLst>
          </p:cNvPr>
          <p:cNvSpPr>
            <a:spLocks/>
          </p:cNvSpPr>
          <p:nvPr/>
        </p:nvSpPr>
        <p:spPr>
          <a:xfrm>
            <a:off x="7758678" y="4772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0" name="9wq3_5_build_PredictedAtoms_20">
            <a:extLst>
              <a:ext uri="{FF2B5EF4-FFF2-40B4-BE49-F238E27FC236}">
                <a16:creationId xmlns:a16="http://schemas.microsoft.com/office/drawing/2014/main" id="{32B57652-F144-4B43-B2B1-ED2899F27FC3}"/>
              </a:ext>
            </a:extLst>
          </p:cNvPr>
          <p:cNvSpPr>
            <a:spLocks/>
          </p:cNvSpPr>
          <p:nvPr/>
        </p:nvSpPr>
        <p:spPr>
          <a:xfrm>
            <a:off x="7810715" y="50535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1" name="9wq3_5_build_PredictedAtoms_21">
            <a:extLst>
              <a:ext uri="{FF2B5EF4-FFF2-40B4-BE49-F238E27FC236}">
                <a16:creationId xmlns:a16="http://schemas.microsoft.com/office/drawing/2014/main" id="{964E1721-44EC-4A6D-916C-7CAC883D4C9D}"/>
              </a:ext>
            </a:extLst>
          </p:cNvPr>
          <p:cNvSpPr>
            <a:spLocks/>
          </p:cNvSpPr>
          <p:nvPr/>
        </p:nvSpPr>
        <p:spPr>
          <a:xfrm>
            <a:off x="7947379" y="51729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2" name="9wq3_5_build_PredictedAtoms_22">
            <a:extLst>
              <a:ext uri="{FF2B5EF4-FFF2-40B4-BE49-F238E27FC236}">
                <a16:creationId xmlns:a16="http://schemas.microsoft.com/office/drawing/2014/main" id="{945A4705-F9AB-47ED-A3C4-EF01D4F0C1E8}"/>
              </a:ext>
            </a:extLst>
          </p:cNvPr>
          <p:cNvSpPr>
            <a:spLocks/>
          </p:cNvSpPr>
          <p:nvPr/>
        </p:nvSpPr>
        <p:spPr>
          <a:xfrm>
            <a:off x="7997081" y="51649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3" name="9wq3_5_build_PredictedAtoms_23">
            <a:extLst>
              <a:ext uri="{FF2B5EF4-FFF2-40B4-BE49-F238E27FC236}">
                <a16:creationId xmlns:a16="http://schemas.microsoft.com/office/drawing/2014/main" id="{E02D7D45-5218-4449-8F7E-1AF4BF4ADDF2}"/>
              </a:ext>
            </a:extLst>
          </p:cNvPr>
          <p:cNvSpPr>
            <a:spLocks/>
          </p:cNvSpPr>
          <p:nvPr/>
        </p:nvSpPr>
        <p:spPr>
          <a:xfrm>
            <a:off x="7984587" y="50098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4" name="9wq3_5_build_PredictedAtoms_24">
            <a:extLst>
              <a:ext uri="{FF2B5EF4-FFF2-40B4-BE49-F238E27FC236}">
                <a16:creationId xmlns:a16="http://schemas.microsoft.com/office/drawing/2014/main" id="{B3E6127B-2841-43E1-9318-CDF3FCF646F3}"/>
              </a:ext>
            </a:extLst>
          </p:cNvPr>
          <p:cNvSpPr>
            <a:spLocks/>
          </p:cNvSpPr>
          <p:nvPr/>
        </p:nvSpPr>
        <p:spPr>
          <a:xfrm>
            <a:off x="8167578" y="53026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5" name="9wq3_5_build_PredictedAtoms_25">
            <a:extLst>
              <a:ext uri="{FF2B5EF4-FFF2-40B4-BE49-F238E27FC236}">
                <a16:creationId xmlns:a16="http://schemas.microsoft.com/office/drawing/2014/main" id="{0736AEFE-6A23-4BF1-927A-5D8FDF67FC53}"/>
              </a:ext>
            </a:extLst>
          </p:cNvPr>
          <p:cNvSpPr>
            <a:spLocks/>
          </p:cNvSpPr>
          <p:nvPr/>
        </p:nvSpPr>
        <p:spPr>
          <a:xfrm>
            <a:off x="8320826" y="5326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6" name="9wq3_5_build_PredictedAtoms_26">
            <a:extLst>
              <a:ext uri="{FF2B5EF4-FFF2-40B4-BE49-F238E27FC236}">
                <a16:creationId xmlns:a16="http://schemas.microsoft.com/office/drawing/2014/main" id="{085C9D3A-FA45-474F-B680-902C7CC8947D}"/>
              </a:ext>
            </a:extLst>
          </p:cNvPr>
          <p:cNvSpPr>
            <a:spLocks/>
          </p:cNvSpPr>
          <p:nvPr/>
        </p:nvSpPr>
        <p:spPr>
          <a:xfrm>
            <a:off x="8326529" y="51189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7" name="9wq3_5_build_PredictedAtoms_27">
            <a:extLst>
              <a:ext uri="{FF2B5EF4-FFF2-40B4-BE49-F238E27FC236}">
                <a16:creationId xmlns:a16="http://schemas.microsoft.com/office/drawing/2014/main" id="{E1FC131E-3333-4476-99AE-F3410A300F98}"/>
              </a:ext>
            </a:extLst>
          </p:cNvPr>
          <p:cNvSpPr>
            <a:spLocks/>
          </p:cNvSpPr>
          <p:nvPr/>
        </p:nvSpPr>
        <p:spPr>
          <a:xfrm>
            <a:off x="8396195" y="50185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8" name="9wq3_5_build_PredictedAtoms_28">
            <a:extLst>
              <a:ext uri="{FF2B5EF4-FFF2-40B4-BE49-F238E27FC236}">
                <a16:creationId xmlns:a16="http://schemas.microsoft.com/office/drawing/2014/main" id="{3D133590-FDE9-4304-B6A6-80BDBD3D46ED}"/>
              </a:ext>
            </a:extLst>
          </p:cNvPr>
          <p:cNvSpPr>
            <a:spLocks/>
          </p:cNvSpPr>
          <p:nvPr/>
        </p:nvSpPr>
        <p:spPr>
          <a:xfrm>
            <a:off x="8363281" y="49919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9" name="9wq3_5_build_PredictedAtoms_29">
            <a:extLst>
              <a:ext uri="{FF2B5EF4-FFF2-40B4-BE49-F238E27FC236}">
                <a16:creationId xmlns:a16="http://schemas.microsoft.com/office/drawing/2014/main" id="{682159B7-1409-462B-8527-FF8D48B4FD57}"/>
              </a:ext>
            </a:extLst>
          </p:cNvPr>
          <p:cNvSpPr>
            <a:spLocks/>
          </p:cNvSpPr>
          <p:nvPr/>
        </p:nvSpPr>
        <p:spPr>
          <a:xfrm>
            <a:off x="8368555" y="48619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0" name="9wq3_5_build_PredictedAtoms_30">
            <a:extLst>
              <a:ext uri="{FF2B5EF4-FFF2-40B4-BE49-F238E27FC236}">
                <a16:creationId xmlns:a16="http://schemas.microsoft.com/office/drawing/2014/main" id="{38C6E6AC-6A6C-43DE-B6E6-06515ECA21DA}"/>
              </a:ext>
            </a:extLst>
          </p:cNvPr>
          <p:cNvSpPr>
            <a:spLocks/>
          </p:cNvSpPr>
          <p:nvPr/>
        </p:nvSpPr>
        <p:spPr>
          <a:xfrm>
            <a:off x="8559268" y="48562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1" name="9wq3_5_build_PredictedAtoms_31">
            <a:extLst>
              <a:ext uri="{FF2B5EF4-FFF2-40B4-BE49-F238E27FC236}">
                <a16:creationId xmlns:a16="http://schemas.microsoft.com/office/drawing/2014/main" id="{F1E63872-AD28-4ED5-91F6-EA700E05E640}"/>
              </a:ext>
            </a:extLst>
          </p:cNvPr>
          <p:cNvSpPr>
            <a:spLocks/>
          </p:cNvSpPr>
          <p:nvPr/>
        </p:nvSpPr>
        <p:spPr>
          <a:xfrm>
            <a:off x="8446542" y="47625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2" name="9wq3_5_build_PredictedAtoms_32">
            <a:extLst>
              <a:ext uri="{FF2B5EF4-FFF2-40B4-BE49-F238E27FC236}">
                <a16:creationId xmlns:a16="http://schemas.microsoft.com/office/drawing/2014/main" id="{752BBBD1-4717-426F-8CC8-E431A02348EA}"/>
              </a:ext>
            </a:extLst>
          </p:cNvPr>
          <p:cNvSpPr>
            <a:spLocks/>
          </p:cNvSpPr>
          <p:nvPr/>
        </p:nvSpPr>
        <p:spPr>
          <a:xfrm>
            <a:off x="8286922" y="50349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3" name="9wq3_5_build_PredictedAtoms_33">
            <a:extLst>
              <a:ext uri="{FF2B5EF4-FFF2-40B4-BE49-F238E27FC236}">
                <a16:creationId xmlns:a16="http://schemas.microsoft.com/office/drawing/2014/main" id="{A03477E7-6513-49AF-B76E-D0412F6B9EB4}"/>
              </a:ext>
            </a:extLst>
          </p:cNvPr>
          <p:cNvSpPr>
            <a:spLocks/>
          </p:cNvSpPr>
          <p:nvPr/>
        </p:nvSpPr>
        <p:spPr>
          <a:xfrm>
            <a:off x="8276912" y="5089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4" name="9wq3_5_build_PredictedAtoms_34">
            <a:extLst>
              <a:ext uri="{FF2B5EF4-FFF2-40B4-BE49-F238E27FC236}">
                <a16:creationId xmlns:a16="http://schemas.microsoft.com/office/drawing/2014/main" id="{78D09543-22A1-49FB-8A94-863B393602BC}"/>
              </a:ext>
            </a:extLst>
          </p:cNvPr>
          <p:cNvSpPr>
            <a:spLocks/>
          </p:cNvSpPr>
          <p:nvPr/>
        </p:nvSpPr>
        <p:spPr>
          <a:xfrm>
            <a:off x="7956636" y="53141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5" name="9wq3_5_build_PredictedAtoms_35">
            <a:extLst>
              <a:ext uri="{FF2B5EF4-FFF2-40B4-BE49-F238E27FC236}">
                <a16:creationId xmlns:a16="http://schemas.microsoft.com/office/drawing/2014/main" id="{4D8B5B5F-16E7-4106-851D-55E84B102AA7}"/>
              </a:ext>
            </a:extLst>
          </p:cNvPr>
          <p:cNvSpPr>
            <a:spLocks/>
          </p:cNvSpPr>
          <p:nvPr/>
        </p:nvSpPr>
        <p:spPr>
          <a:xfrm>
            <a:off x="7868718" y="54426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6" name="9wq3_5_build_PredictedAtoms_36">
            <a:extLst>
              <a:ext uri="{FF2B5EF4-FFF2-40B4-BE49-F238E27FC236}">
                <a16:creationId xmlns:a16="http://schemas.microsoft.com/office/drawing/2014/main" id="{313EE5B1-6539-42B7-AB29-170F4D626CC2}"/>
              </a:ext>
            </a:extLst>
          </p:cNvPr>
          <p:cNvSpPr>
            <a:spLocks/>
          </p:cNvSpPr>
          <p:nvPr/>
        </p:nvSpPr>
        <p:spPr>
          <a:xfrm>
            <a:off x="7671225" y="5494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7" name="9wq3_5_build_PredictedAtoms_37">
            <a:extLst>
              <a:ext uri="{FF2B5EF4-FFF2-40B4-BE49-F238E27FC236}">
                <a16:creationId xmlns:a16="http://schemas.microsoft.com/office/drawing/2014/main" id="{C41E633F-A8B3-43D7-95E3-74A4248358E7}"/>
              </a:ext>
            </a:extLst>
          </p:cNvPr>
          <p:cNvSpPr>
            <a:spLocks/>
          </p:cNvSpPr>
          <p:nvPr/>
        </p:nvSpPr>
        <p:spPr>
          <a:xfrm>
            <a:off x="7624045" y="56175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8" name="9wq3_5_build_PredictedAtoms_38">
            <a:extLst>
              <a:ext uri="{FF2B5EF4-FFF2-40B4-BE49-F238E27FC236}">
                <a16:creationId xmlns:a16="http://schemas.microsoft.com/office/drawing/2014/main" id="{8BE0DFDC-5DA2-4A7E-8E73-1A69F80AF65E}"/>
              </a:ext>
            </a:extLst>
          </p:cNvPr>
          <p:cNvSpPr>
            <a:spLocks/>
          </p:cNvSpPr>
          <p:nvPr/>
        </p:nvSpPr>
        <p:spPr>
          <a:xfrm>
            <a:off x="7568416" y="56334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9" name="9wq3_5_build_PredictedAtoms_39">
            <a:extLst>
              <a:ext uri="{FF2B5EF4-FFF2-40B4-BE49-F238E27FC236}">
                <a16:creationId xmlns:a16="http://schemas.microsoft.com/office/drawing/2014/main" id="{D811F997-F77C-4FCF-8BA4-0122D1E6319E}"/>
              </a:ext>
            </a:extLst>
          </p:cNvPr>
          <p:cNvSpPr>
            <a:spLocks/>
          </p:cNvSpPr>
          <p:nvPr/>
        </p:nvSpPr>
        <p:spPr>
          <a:xfrm>
            <a:off x="7713852" y="56122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0" name="9wq3_5_build_PredictedAtoms_41">
            <a:extLst>
              <a:ext uri="{FF2B5EF4-FFF2-40B4-BE49-F238E27FC236}">
                <a16:creationId xmlns:a16="http://schemas.microsoft.com/office/drawing/2014/main" id="{0BD05011-3DA8-4D79-AF58-7455FCC5656A}"/>
              </a:ext>
            </a:extLst>
          </p:cNvPr>
          <p:cNvSpPr>
            <a:spLocks/>
          </p:cNvSpPr>
          <p:nvPr/>
        </p:nvSpPr>
        <p:spPr>
          <a:xfrm>
            <a:off x="7459808" y="54703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1" name="9wq3_5_build_PredictedAtoms_42">
            <a:extLst>
              <a:ext uri="{FF2B5EF4-FFF2-40B4-BE49-F238E27FC236}">
                <a16:creationId xmlns:a16="http://schemas.microsoft.com/office/drawing/2014/main" id="{9A9E6939-7D0F-417F-8106-6A1BCDABB03B}"/>
              </a:ext>
            </a:extLst>
          </p:cNvPr>
          <p:cNvSpPr>
            <a:spLocks/>
          </p:cNvSpPr>
          <p:nvPr/>
        </p:nvSpPr>
        <p:spPr>
          <a:xfrm>
            <a:off x="7351978" y="53423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2" name="9wq3_5_build_PredictedAtoms_43">
            <a:extLst>
              <a:ext uri="{FF2B5EF4-FFF2-40B4-BE49-F238E27FC236}">
                <a16:creationId xmlns:a16="http://schemas.microsoft.com/office/drawing/2014/main" id="{8E82E8C8-DD9A-47D3-9019-E336D02F200F}"/>
              </a:ext>
            </a:extLst>
          </p:cNvPr>
          <p:cNvSpPr>
            <a:spLocks/>
          </p:cNvSpPr>
          <p:nvPr/>
        </p:nvSpPr>
        <p:spPr>
          <a:xfrm>
            <a:off x="7887719" y="53766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3" name="9wq3_5_build_PredictedAtoms_44">
            <a:extLst>
              <a:ext uri="{FF2B5EF4-FFF2-40B4-BE49-F238E27FC236}">
                <a16:creationId xmlns:a16="http://schemas.microsoft.com/office/drawing/2014/main" id="{48BCE8BE-E349-4908-B3EB-5AB67536AEBB}"/>
              </a:ext>
            </a:extLst>
          </p:cNvPr>
          <p:cNvSpPr>
            <a:spLocks/>
          </p:cNvSpPr>
          <p:nvPr/>
        </p:nvSpPr>
        <p:spPr>
          <a:xfrm>
            <a:off x="7774912" y="53165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4" name="9wq3_5_build_Clashes_0">
            <a:extLst>
              <a:ext uri="{FF2B5EF4-FFF2-40B4-BE49-F238E27FC236}">
                <a16:creationId xmlns:a16="http://schemas.microsoft.com/office/drawing/2014/main" id="{082B6139-2E1D-414E-AB10-1BBB7D1F4811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86541" y="813910"/>
                </a:moveTo>
                <a:lnTo>
                  <a:pt x="526955" y="10905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15" name="9wq3_5_build_Clashes_1">
            <a:extLst>
              <a:ext uri="{FF2B5EF4-FFF2-40B4-BE49-F238E27FC236}">
                <a16:creationId xmlns:a16="http://schemas.microsoft.com/office/drawing/2014/main" id="{BC680E03-685D-4C96-8FF8-7092BC077B78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86541" y="813910"/>
                </a:moveTo>
                <a:lnTo>
                  <a:pt x="451651" y="102098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16" name="9wq3_5_build_Clashes_2">
            <a:extLst>
              <a:ext uri="{FF2B5EF4-FFF2-40B4-BE49-F238E27FC236}">
                <a16:creationId xmlns:a16="http://schemas.microsoft.com/office/drawing/2014/main" id="{D1E94D44-58ED-46D1-9B69-9347435532A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86541" y="813910"/>
                </a:moveTo>
                <a:lnTo>
                  <a:pt x="274505" y="10181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17" name="9wq3_5_build_Clashes_3">
            <a:extLst>
              <a:ext uri="{FF2B5EF4-FFF2-40B4-BE49-F238E27FC236}">
                <a16:creationId xmlns:a16="http://schemas.microsoft.com/office/drawing/2014/main" id="{8D1DF16B-A1B4-4BB3-BB92-C9913A8D8323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9458" y="799718"/>
                </a:moveTo>
                <a:lnTo>
                  <a:pt x="132752" y="8357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18" name="9wq3_5_build_Clashes_4">
            <a:extLst>
              <a:ext uri="{FF2B5EF4-FFF2-40B4-BE49-F238E27FC236}">
                <a16:creationId xmlns:a16="http://schemas.microsoft.com/office/drawing/2014/main" id="{A2CBC660-6C07-43E0-B1BD-53F312659323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5047" y="936636"/>
                </a:moveTo>
                <a:lnTo>
                  <a:pt x="508582" y="123299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19" name="9wq3_5_build_Clashes_5">
            <a:extLst>
              <a:ext uri="{FF2B5EF4-FFF2-40B4-BE49-F238E27FC236}">
                <a16:creationId xmlns:a16="http://schemas.microsoft.com/office/drawing/2014/main" id="{E1C9B5EE-09E5-48B0-A7B0-999F13130949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5047" y="936636"/>
                </a:moveTo>
                <a:lnTo>
                  <a:pt x="426504" y="115767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20" name="9wq3_5_build_Clashes_6">
            <a:extLst>
              <a:ext uri="{FF2B5EF4-FFF2-40B4-BE49-F238E27FC236}">
                <a16:creationId xmlns:a16="http://schemas.microsoft.com/office/drawing/2014/main" id="{A520C043-2A11-44F5-BCC2-232D9437A5DF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0187" y="662767"/>
                </a:moveTo>
                <a:lnTo>
                  <a:pt x="2438668" y="5776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21" name="9wq3_5_build_Clashes_7">
            <a:extLst>
              <a:ext uri="{FF2B5EF4-FFF2-40B4-BE49-F238E27FC236}">
                <a16:creationId xmlns:a16="http://schemas.microsoft.com/office/drawing/2014/main" id="{D678E4F8-B39D-43A5-9776-A8F115546F0D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0187" y="662767"/>
                </a:moveTo>
                <a:lnTo>
                  <a:pt x="2280513" y="4649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22" name="9wq3_5_build_Clashes_8">
            <a:extLst>
              <a:ext uri="{FF2B5EF4-FFF2-40B4-BE49-F238E27FC236}">
                <a16:creationId xmlns:a16="http://schemas.microsoft.com/office/drawing/2014/main" id="{12E02146-C7F6-43AD-B979-3A6C8EF403E4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0187" y="662767"/>
                </a:moveTo>
                <a:lnTo>
                  <a:pt x="2115870" y="57123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23" name="9wq3_5_build_Clashes_9">
            <a:extLst>
              <a:ext uri="{FF2B5EF4-FFF2-40B4-BE49-F238E27FC236}">
                <a16:creationId xmlns:a16="http://schemas.microsoft.com/office/drawing/2014/main" id="{1A6DE572-ED4D-4039-9929-85BB3EF423A1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7273" y="636189"/>
                </a:moveTo>
                <a:lnTo>
                  <a:pt x="2438668" y="5776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24" name="9wq3_5_build_Clashes_10">
            <a:extLst>
              <a:ext uri="{FF2B5EF4-FFF2-40B4-BE49-F238E27FC236}">
                <a16:creationId xmlns:a16="http://schemas.microsoft.com/office/drawing/2014/main" id="{48DEBC09-58FA-4107-A363-1E2CF64EAC3B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7273" y="636189"/>
                </a:moveTo>
                <a:lnTo>
                  <a:pt x="2280513" y="4649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25" name="9wq3_5_build_Clashes_11">
            <a:extLst>
              <a:ext uri="{FF2B5EF4-FFF2-40B4-BE49-F238E27FC236}">
                <a16:creationId xmlns:a16="http://schemas.microsoft.com/office/drawing/2014/main" id="{481A762F-96F7-4252-88CA-69D2BA8884BF}"/>
              </a:ext>
            </a:extLst>
          </p:cNvPr>
          <p:cNvSpPr>
            <a:spLocks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7273" y="636189"/>
                </a:moveTo>
                <a:lnTo>
                  <a:pt x="2115870" y="57123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26" name="9wq3_5_build_ClashingReceptorAtoms_0">
            <a:extLst>
              <a:ext uri="{FF2B5EF4-FFF2-40B4-BE49-F238E27FC236}">
                <a16:creationId xmlns:a16="http://schemas.microsoft.com/office/drawing/2014/main" id="{20576D91-DF26-4E8C-9ACD-84A91623AA9D}"/>
              </a:ext>
            </a:extLst>
          </p:cNvPr>
          <p:cNvSpPr>
            <a:spLocks/>
          </p:cNvSpPr>
          <p:nvPr/>
        </p:nvSpPr>
        <p:spPr>
          <a:xfrm>
            <a:off x="8587056" y="492584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27" name="9wq3_5_build_ClashingReceptorAtoms_1">
            <a:extLst>
              <a:ext uri="{FF2B5EF4-FFF2-40B4-BE49-F238E27FC236}">
                <a16:creationId xmlns:a16="http://schemas.microsoft.com/office/drawing/2014/main" id="{E5EE44FA-CCEE-4096-A890-E52507BD1C00}"/>
              </a:ext>
            </a:extLst>
          </p:cNvPr>
          <p:cNvSpPr>
            <a:spLocks/>
          </p:cNvSpPr>
          <p:nvPr/>
        </p:nvSpPr>
        <p:spPr>
          <a:xfrm>
            <a:off x="8428900" y="481311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28" name="9wq3_5_build_ClashingReceptorAtoms_2">
            <a:extLst>
              <a:ext uri="{FF2B5EF4-FFF2-40B4-BE49-F238E27FC236}">
                <a16:creationId xmlns:a16="http://schemas.microsoft.com/office/drawing/2014/main" id="{7D58DE89-44DD-43F5-813F-AF7503817CE9}"/>
              </a:ext>
            </a:extLst>
          </p:cNvPr>
          <p:cNvSpPr>
            <a:spLocks/>
          </p:cNvSpPr>
          <p:nvPr/>
        </p:nvSpPr>
        <p:spPr>
          <a:xfrm>
            <a:off x="8264258" y="491940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29" name="9wq3_5_build_ClashingReceptorAtoms_3">
            <a:extLst>
              <a:ext uri="{FF2B5EF4-FFF2-40B4-BE49-F238E27FC236}">
                <a16:creationId xmlns:a16="http://schemas.microsoft.com/office/drawing/2014/main" id="{08859AE6-2B18-4285-8C7B-979BE1442B27}"/>
              </a:ext>
            </a:extLst>
          </p:cNvPr>
          <p:cNvSpPr>
            <a:spLocks/>
          </p:cNvSpPr>
          <p:nvPr/>
        </p:nvSpPr>
        <p:spPr>
          <a:xfrm>
            <a:off x="6656969" y="558116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30" name="9wq3_5_build_ClashingReceptorAtoms_4">
            <a:extLst>
              <a:ext uri="{FF2B5EF4-FFF2-40B4-BE49-F238E27FC236}">
                <a16:creationId xmlns:a16="http://schemas.microsoft.com/office/drawing/2014/main" id="{1405399F-E779-4711-ADD0-34126C31CAF7}"/>
              </a:ext>
            </a:extLst>
          </p:cNvPr>
          <p:cNvSpPr>
            <a:spLocks/>
          </p:cNvSpPr>
          <p:nvPr/>
        </p:nvSpPr>
        <p:spPr>
          <a:xfrm>
            <a:off x="6574892" y="55058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31" name="9wq3_5_build_ClashingReceptorAtoms_5">
            <a:extLst>
              <a:ext uri="{FF2B5EF4-FFF2-40B4-BE49-F238E27FC236}">
                <a16:creationId xmlns:a16="http://schemas.microsoft.com/office/drawing/2014/main" id="{CE13CF9D-E91B-485D-BC31-2A1425BC7013}"/>
              </a:ext>
            </a:extLst>
          </p:cNvPr>
          <p:cNvSpPr>
            <a:spLocks/>
          </p:cNvSpPr>
          <p:nvPr/>
        </p:nvSpPr>
        <p:spPr>
          <a:xfrm>
            <a:off x="6675342" y="54387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32" name="9wq3_5_build_ClashingReceptorAtoms_6">
            <a:extLst>
              <a:ext uri="{FF2B5EF4-FFF2-40B4-BE49-F238E27FC236}">
                <a16:creationId xmlns:a16="http://schemas.microsoft.com/office/drawing/2014/main" id="{17D43E17-FB43-4114-8A12-B30E2AB2537B}"/>
              </a:ext>
            </a:extLst>
          </p:cNvPr>
          <p:cNvSpPr>
            <a:spLocks/>
          </p:cNvSpPr>
          <p:nvPr/>
        </p:nvSpPr>
        <p:spPr>
          <a:xfrm>
            <a:off x="6600039" y="536915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33" name="9wq3_5_build_ClashingReceptorAtoms_7">
            <a:extLst>
              <a:ext uri="{FF2B5EF4-FFF2-40B4-BE49-F238E27FC236}">
                <a16:creationId xmlns:a16="http://schemas.microsoft.com/office/drawing/2014/main" id="{C80D9ABE-1A80-4E61-9D46-504BA2CFC639}"/>
              </a:ext>
            </a:extLst>
          </p:cNvPr>
          <p:cNvSpPr>
            <a:spLocks/>
          </p:cNvSpPr>
          <p:nvPr/>
        </p:nvSpPr>
        <p:spPr>
          <a:xfrm>
            <a:off x="6422893" y="53662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34" name="9wq3_5_build_ClashingReceptorAtoms_8">
            <a:extLst>
              <a:ext uri="{FF2B5EF4-FFF2-40B4-BE49-F238E27FC236}">
                <a16:creationId xmlns:a16="http://schemas.microsoft.com/office/drawing/2014/main" id="{F3E81A08-10C1-4FA3-BF1C-09C953774239}"/>
              </a:ext>
            </a:extLst>
          </p:cNvPr>
          <p:cNvSpPr>
            <a:spLocks/>
          </p:cNvSpPr>
          <p:nvPr/>
        </p:nvSpPr>
        <p:spPr>
          <a:xfrm>
            <a:off x="6281139" y="518395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35" name="stage3-cases-clash_29">
            <a:extLst>
              <a:ext uri="{FF2B5EF4-FFF2-40B4-BE49-F238E27FC236}">
                <a16:creationId xmlns:a16="http://schemas.microsoft.com/office/drawing/2014/main" id="{DC5EA3D1-D907-4437-BE3F-B1CE76B6D136}"/>
              </a:ext>
            </a:extLst>
          </p:cNvPr>
          <p:cNvSpPr>
            <a:spLocks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1.80 Å   D 84%   Clash 12</a:t>
            </a:r>
          </a:p>
        </p:txBody>
      </p:sp>
      <p:sp>
        <p:nvSpPr>
          <p:cNvPr id="1536" name="stage3-cases-clash_30">
            <a:extLst>
              <a:ext uri="{FF2B5EF4-FFF2-40B4-BE49-F238E27FC236}">
                <a16:creationId xmlns:a16="http://schemas.microsoft.com/office/drawing/2014/main" id="{D1F8308B-93C8-4CFA-93B8-CD676D87F58A}"/>
              </a:ext>
            </a:extLst>
          </p:cNvPr>
          <p:cNvSpPr>
            <a:spLocks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g  9X0X · PTY (V:801)</a:t>
            </a:r>
          </a:p>
        </p:txBody>
      </p:sp>
      <p:sp>
        <p:nvSpPr>
          <p:cNvPr id="1537" name="stage3-cases-clash_31">
            <a:extLst>
              <a:ext uri="{FF2B5EF4-FFF2-40B4-BE49-F238E27FC236}">
                <a16:creationId xmlns:a16="http://schemas.microsoft.com/office/drawing/2014/main" id="{30758BEE-FD75-4FED-9433-61AE0F01141A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714694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538" name="stage3-cases-clash_32">
            <a:extLst>
              <a:ext uri="{FF2B5EF4-FFF2-40B4-BE49-F238E27FC236}">
                <a16:creationId xmlns:a16="http://schemas.microsoft.com/office/drawing/2014/main" id="{9B81355F-AD6A-4F29-8EBB-5AE9056DF740}"/>
              </a:ext>
            </a:extLst>
          </p:cNvPr>
          <p:cNvSpPr>
            <a:spLocks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539" name="9x0x_9_official_Receptor">
            <a:extLst>
              <a:ext uri="{FF2B5EF4-FFF2-40B4-BE49-F238E27FC236}">
                <a16:creationId xmlns:a16="http://schemas.microsoft.com/office/drawing/2014/main" id="{E5AD8C26-CED0-444F-B838-488813175990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9360" y="321638"/>
                </a:moveTo>
                <a:lnTo>
                  <a:pt x="891476" y="354778"/>
                </a:lnTo>
                <a:moveTo>
                  <a:pt x="883913" y="305756"/>
                </a:moveTo>
                <a:lnTo>
                  <a:pt x="859360" y="321638"/>
                </a:lnTo>
                <a:moveTo>
                  <a:pt x="861434" y="243384"/>
                </a:moveTo>
                <a:lnTo>
                  <a:pt x="883913" y="305756"/>
                </a:lnTo>
                <a:moveTo>
                  <a:pt x="883913" y="305756"/>
                </a:moveTo>
                <a:lnTo>
                  <a:pt x="863622" y="356990"/>
                </a:lnTo>
                <a:moveTo>
                  <a:pt x="1197872" y="759641"/>
                </a:moveTo>
                <a:lnTo>
                  <a:pt x="1249725" y="731546"/>
                </a:lnTo>
                <a:moveTo>
                  <a:pt x="685015" y="249620"/>
                </a:moveTo>
                <a:lnTo>
                  <a:pt x="693634" y="280185"/>
                </a:lnTo>
                <a:moveTo>
                  <a:pt x="1082408" y="742687"/>
                </a:moveTo>
                <a:lnTo>
                  <a:pt x="1137683" y="726948"/>
                </a:lnTo>
                <a:moveTo>
                  <a:pt x="1137683" y="726948"/>
                </a:moveTo>
                <a:lnTo>
                  <a:pt x="1197872" y="759641"/>
                </a:lnTo>
                <a:moveTo>
                  <a:pt x="2045253" y="765497"/>
                </a:moveTo>
                <a:lnTo>
                  <a:pt x="2067294" y="707396"/>
                </a:lnTo>
                <a:moveTo>
                  <a:pt x="2068861" y="655167"/>
                </a:moveTo>
                <a:lnTo>
                  <a:pt x="2067294" y="707396"/>
                </a:lnTo>
                <a:moveTo>
                  <a:pt x="1137683" y="726948"/>
                </a:moveTo>
                <a:lnTo>
                  <a:pt x="1125524" y="745057"/>
                </a:lnTo>
                <a:moveTo>
                  <a:pt x="687414" y="283291"/>
                </a:moveTo>
                <a:lnTo>
                  <a:pt x="685015" y="249620"/>
                </a:lnTo>
                <a:moveTo>
                  <a:pt x="2091331" y="441931"/>
                </a:moveTo>
                <a:lnTo>
                  <a:pt x="2067276" y="431735"/>
                </a:lnTo>
                <a:moveTo>
                  <a:pt x="2024581" y="770708"/>
                </a:moveTo>
                <a:lnTo>
                  <a:pt x="2045253" y="765497"/>
                </a:lnTo>
                <a:moveTo>
                  <a:pt x="687414" y="283291"/>
                </a:moveTo>
                <a:lnTo>
                  <a:pt x="622832" y="312483"/>
                </a:lnTo>
                <a:moveTo>
                  <a:pt x="2048339" y="660180"/>
                </a:moveTo>
                <a:lnTo>
                  <a:pt x="2068861" y="655167"/>
                </a:lnTo>
                <a:moveTo>
                  <a:pt x="2143555" y="393257"/>
                </a:moveTo>
                <a:lnTo>
                  <a:pt x="2091331" y="441931"/>
                </a:lnTo>
                <a:moveTo>
                  <a:pt x="1125524" y="745057"/>
                </a:moveTo>
                <a:lnTo>
                  <a:pt x="1076901" y="704583"/>
                </a:lnTo>
                <a:moveTo>
                  <a:pt x="1076901" y="704583"/>
                </a:moveTo>
                <a:lnTo>
                  <a:pt x="1015873" y="696480"/>
                </a:lnTo>
                <a:moveTo>
                  <a:pt x="707138" y="240233"/>
                </a:moveTo>
                <a:lnTo>
                  <a:pt x="687414" y="283291"/>
                </a:lnTo>
                <a:moveTo>
                  <a:pt x="1015873" y="696480"/>
                </a:moveTo>
                <a:lnTo>
                  <a:pt x="972022" y="659495"/>
                </a:lnTo>
                <a:moveTo>
                  <a:pt x="2091331" y="441931"/>
                </a:moveTo>
                <a:lnTo>
                  <a:pt x="2036700" y="437579"/>
                </a:lnTo>
                <a:moveTo>
                  <a:pt x="768354" y="225014"/>
                </a:moveTo>
                <a:lnTo>
                  <a:pt x="809845" y="245118"/>
                </a:lnTo>
                <a:moveTo>
                  <a:pt x="2000549" y="822062"/>
                </a:moveTo>
                <a:lnTo>
                  <a:pt x="2024581" y="770708"/>
                </a:lnTo>
                <a:moveTo>
                  <a:pt x="622832" y="312483"/>
                </a:moveTo>
                <a:lnTo>
                  <a:pt x="627649" y="365247"/>
                </a:lnTo>
                <a:moveTo>
                  <a:pt x="2025553" y="719033"/>
                </a:moveTo>
                <a:lnTo>
                  <a:pt x="2024581" y="770708"/>
                </a:lnTo>
                <a:moveTo>
                  <a:pt x="981945" y="926605"/>
                </a:moveTo>
                <a:lnTo>
                  <a:pt x="978424" y="974655"/>
                </a:lnTo>
                <a:moveTo>
                  <a:pt x="627649" y="365247"/>
                </a:moveTo>
                <a:lnTo>
                  <a:pt x="658863" y="423767"/>
                </a:lnTo>
                <a:moveTo>
                  <a:pt x="1469066" y="1039871"/>
                </a:moveTo>
                <a:lnTo>
                  <a:pt x="1489497" y="986438"/>
                </a:lnTo>
                <a:moveTo>
                  <a:pt x="768354" y="225014"/>
                </a:moveTo>
                <a:lnTo>
                  <a:pt x="707138" y="240233"/>
                </a:lnTo>
                <a:moveTo>
                  <a:pt x="2025553" y="719033"/>
                </a:moveTo>
                <a:lnTo>
                  <a:pt x="2048339" y="660180"/>
                </a:lnTo>
                <a:moveTo>
                  <a:pt x="2162978" y="382318"/>
                </a:moveTo>
                <a:lnTo>
                  <a:pt x="2143555" y="393257"/>
                </a:lnTo>
                <a:moveTo>
                  <a:pt x="1076901" y="704583"/>
                </a:moveTo>
                <a:lnTo>
                  <a:pt x="1092358" y="674276"/>
                </a:lnTo>
                <a:moveTo>
                  <a:pt x="972022" y="659495"/>
                </a:moveTo>
                <a:lnTo>
                  <a:pt x="988508" y="630165"/>
                </a:lnTo>
                <a:moveTo>
                  <a:pt x="627649" y="365247"/>
                </a:moveTo>
                <a:lnTo>
                  <a:pt x="562326" y="380345"/>
                </a:lnTo>
                <a:moveTo>
                  <a:pt x="786213" y="182178"/>
                </a:moveTo>
                <a:lnTo>
                  <a:pt x="768354" y="225014"/>
                </a:lnTo>
                <a:moveTo>
                  <a:pt x="1986643" y="803762"/>
                </a:moveTo>
                <a:lnTo>
                  <a:pt x="2000549" y="822062"/>
                </a:lnTo>
                <a:moveTo>
                  <a:pt x="1466205" y="1063373"/>
                </a:moveTo>
                <a:lnTo>
                  <a:pt x="1469066" y="1039871"/>
                </a:lnTo>
                <a:moveTo>
                  <a:pt x="2001450" y="741613"/>
                </a:moveTo>
                <a:lnTo>
                  <a:pt x="2025553" y="719033"/>
                </a:lnTo>
                <a:moveTo>
                  <a:pt x="1025138" y="924886"/>
                </a:moveTo>
                <a:lnTo>
                  <a:pt x="981945" y="926605"/>
                </a:lnTo>
                <a:moveTo>
                  <a:pt x="2183749" y="316803"/>
                </a:moveTo>
                <a:lnTo>
                  <a:pt x="2162978" y="382318"/>
                </a:lnTo>
                <a:moveTo>
                  <a:pt x="2162978" y="382318"/>
                </a:moveTo>
                <a:lnTo>
                  <a:pt x="2217140" y="426627"/>
                </a:lnTo>
                <a:moveTo>
                  <a:pt x="2217140" y="426627"/>
                </a:moveTo>
                <a:lnTo>
                  <a:pt x="2272234" y="415082"/>
                </a:lnTo>
                <a:moveTo>
                  <a:pt x="1092358" y="674276"/>
                </a:moveTo>
                <a:lnTo>
                  <a:pt x="1048615" y="637362"/>
                </a:lnTo>
                <a:moveTo>
                  <a:pt x="1048615" y="637362"/>
                </a:moveTo>
                <a:lnTo>
                  <a:pt x="988508" y="630165"/>
                </a:lnTo>
                <a:moveTo>
                  <a:pt x="988508" y="630165"/>
                </a:moveTo>
                <a:lnTo>
                  <a:pt x="944675" y="593145"/>
                </a:lnTo>
                <a:moveTo>
                  <a:pt x="1025138" y="924886"/>
                </a:moveTo>
                <a:lnTo>
                  <a:pt x="1083430" y="882839"/>
                </a:lnTo>
                <a:moveTo>
                  <a:pt x="735259" y="136671"/>
                </a:moveTo>
                <a:lnTo>
                  <a:pt x="786213" y="182178"/>
                </a:lnTo>
                <a:moveTo>
                  <a:pt x="2001450" y="741613"/>
                </a:moveTo>
                <a:lnTo>
                  <a:pt x="1986643" y="803762"/>
                </a:lnTo>
                <a:moveTo>
                  <a:pt x="1045460" y="989244"/>
                </a:moveTo>
                <a:lnTo>
                  <a:pt x="1025138" y="924886"/>
                </a:lnTo>
                <a:moveTo>
                  <a:pt x="786213" y="182178"/>
                </a:moveTo>
                <a:lnTo>
                  <a:pt x="801615" y="223242"/>
                </a:lnTo>
                <a:moveTo>
                  <a:pt x="1466205" y="1063373"/>
                </a:moveTo>
                <a:lnTo>
                  <a:pt x="1408669" y="1035932"/>
                </a:lnTo>
                <a:moveTo>
                  <a:pt x="1520550" y="1040891"/>
                </a:moveTo>
                <a:lnTo>
                  <a:pt x="1466205" y="1063373"/>
                </a:lnTo>
                <a:moveTo>
                  <a:pt x="1992389" y="703816"/>
                </a:moveTo>
                <a:lnTo>
                  <a:pt x="2001450" y="741613"/>
                </a:lnTo>
                <a:moveTo>
                  <a:pt x="1520550" y="1040891"/>
                </a:moveTo>
                <a:lnTo>
                  <a:pt x="1499384" y="1011040"/>
                </a:lnTo>
                <a:moveTo>
                  <a:pt x="1408669" y="1035932"/>
                </a:moveTo>
                <a:lnTo>
                  <a:pt x="1431042" y="1029944"/>
                </a:lnTo>
                <a:moveTo>
                  <a:pt x="801615" y="223242"/>
                </a:moveTo>
                <a:lnTo>
                  <a:pt x="833664" y="188206"/>
                </a:lnTo>
                <a:moveTo>
                  <a:pt x="2050241" y="699837"/>
                </a:moveTo>
                <a:lnTo>
                  <a:pt x="1992389" y="703816"/>
                </a:lnTo>
                <a:moveTo>
                  <a:pt x="833664" y="188206"/>
                </a:moveTo>
                <a:lnTo>
                  <a:pt x="842064" y="122802"/>
                </a:lnTo>
                <a:moveTo>
                  <a:pt x="1431042" y="1029944"/>
                </a:moveTo>
                <a:lnTo>
                  <a:pt x="1499384" y="1011040"/>
                </a:lnTo>
                <a:moveTo>
                  <a:pt x="1267214" y="1145712"/>
                </a:moveTo>
                <a:lnTo>
                  <a:pt x="1224604" y="1146373"/>
                </a:lnTo>
                <a:moveTo>
                  <a:pt x="2061406" y="759544"/>
                </a:moveTo>
                <a:lnTo>
                  <a:pt x="2050241" y="699837"/>
                </a:lnTo>
                <a:moveTo>
                  <a:pt x="842064" y="122802"/>
                </a:moveTo>
                <a:lnTo>
                  <a:pt x="871592" y="91218"/>
                </a:lnTo>
                <a:moveTo>
                  <a:pt x="833664" y="188206"/>
                </a:moveTo>
                <a:lnTo>
                  <a:pt x="856194" y="221166"/>
                </a:lnTo>
                <a:moveTo>
                  <a:pt x="2050241" y="699837"/>
                </a:moveTo>
                <a:lnTo>
                  <a:pt x="2039176" y="648030"/>
                </a:lnTo>
                <a:moveTo>
                  <a:pt x="1254314" y="1200548"/>
                </a:moveTo>
                <a:lnTo>
                  <a:pt x="1267214" y="1145712"/>
                </a:lnTo>
                <a:moveTo>
                  <a:pt x="871592" y="91218"/>
                </a:moveTo>
                <a:lnTo>
                  <a:pt x="893717" y="124810"/>
                </a:lnTo>
                <a:moveTo>
                  <a:pt x="2039176" y="648030"/>
                </a:moveTo>
                <a:lnTo>
                  <a:pt x="1999148" y="655606"/>
                </a:lnTo>
                <a:moveTo>
                  <a:pt x="856194" y="221166"/>
                </a:moveTo>
                <a:lnTo>
                  <a:pt x="886008" y="189680"/>
                </a:lnTo>
                <a:moveTo>
                  <a:pt x="886008" y="189680"/>
                </a:moveTo>
                <a:lnTo>
                  <a:pt x="893717" y="124810"/>
                </a:lnTo>
                <a:moveTo>
                  <a:pt x="1290995" y="1192293"/>
                </a:moveTo>
                <a:lnTo>
                  <a:pt x="1254314" y="1200548"/>
                </a:lnTo>
                <a:moveTo>
                  <a:pt x="1617232" y="607707"/>
                </a:moveTo>
                <a:lnTo>
                  <a:pt x="1673263" y="599309"/>
                </a:lnTo>
                <a:moveTo>
                  <a:pt x="1596554" y="668783"/>
                </a:moveTo>
                <a:lnTo>
                  <a:pt x="1617232" y="607707"/>
                </a:lnTo>
                <a:moveTo>
                  <a:pt x="1639909" y="721421"/>
                </a:moveTo>
                <a:lnTo>
                  <a:pt x="1596554" y="668783"/>
                </a:lnTo>
                <a:moveTo>
                  <a:pt x="1278576" y="1245364"/>
                </a:moveTo>
                <a:lnTo>
                  <a:pt x="1290995" y="1192293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540" name="9x0x_9_official_ExperimentalDensity">
            <a:extLst>
              <a:ext uri="{FF2B5EF4-FFF2-40B4-BE49-F238E27FC236}">
                <a16:creationId xmlns:a16="http://schemas.microsoft.com/office/drawing/2014/main" id="{C5721040-2D96-492E-A83F-4E3262FA69D5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582" y="1136761"/>
                </a:moveTo>
                <a:lnTo>
                  <a:pt x="1284222" y="1087970"/>
                </a:lnTo>
                <a:moveTo>
                  <a:pt x="1286521" y="1176766"/>
                </a:moveTo>
                <a:lnTo>
                  <a:pt x="1308582" y="1136761"/>
                </a:lnTo>
                <a:moveTo>
                  <a:pt x="1256054" y="1165100"/>
                </a:moveTo>
                <a:lnTo>
                  <a:pt x="1308582" y="1136761"/>
                </a:lnTo>
                <a:moveTo>
                  <a:pt x="1306057" y="1180473"/>
                </a:moveTo>
                <a:lnTo>
                  <a:pt x="1308582" y="1136761"/>
                </a:lnTo>
                <a:moveTo>
                  <a:pt x="1247054" y="1109054"/>
                </a:moveTo>
                <a:lnTo>
                  <a:pt x="1284222" y="1087970"/>
                </a:lnTo>
                <a:moveTo>
                  <a:pt x="1331043" y="1133383"/>
                </a:moveTo>
                <a:lnTo>
                  <a:pt x="1308582" y="1136761"/>
                </a:lnTo>
                <a:moveTo>
                  <a:pt x="1286521" y="1176766"/>
                </a:moveTo>
                <a:lnTo>
                  <a:pt x="1256054" y="1165100"/>
                </a:lnTo>
                <a:moveTo>
                  <a:pt x="1331043" y="1133383"/>
                </a:moveTo>
                <a:lnTo>
                  <a:pt x="1284222" y="1087970"/>
                </a:lnTo>
                <a:moveTo>
                  <a:pt x="1399213" y="846812"/>
                </a:moveTo>
                <a:lnTo>
                  <a:pt x="1418920" y="801608"/>
                </a:lnTo>
                <a:moveTo>
                  <a:pt x="1286521" y="1176766"/>
                </a:moveTo>
                <a:lnTo>
                  <a:pt x="1306057" y="1180473"/>
                </a:lnTo>
                <a:moveTo>
                  <a:pt x="1333571" y="1132122"/>
                </a:moveTo>
                <a:lnTo>
                  <a:pt x="1284222" y="1087970"/>
                </a:lnTo>
                <a:moveTo>
                  <a:pt x="1304917" y="1076401"/>
                </a:moveTo>
                <a:lnTo>
                  <a:pt x="1284222" y="1087970"/>
                </a:lnTo>
                <a:moveTo>
                  <a:pt x="1249996" y="1160319"/>
                </a:moveTo>
                <a:lnTo>
                  <a:pt x="1256054" y="1165100"/>
                </a:lnTo>
                <a:moveTo>
                  <a:pt x="1247883" y="1196061"/>
                </a:moveTo>
                <a:lnTo>
                  <a:pt x="1286521" y="1176766"/>
                </a:lnTo>
                <a:moveTo>
                  <a:pt x="1249996" y="1160319"/>
                </a:moveTo>
                <a:lnTo>
                  <a:pt x="1247054" y="1109054"/>
                </a:lnTo>
                <a:moveTo>
                  <a:pt x="1473260" y="815075"/>
                </a:moveTo>
                <a:lnTo>
                  <a:pt x="1418920" y="801608"/>
                </a:lnTo>
                <a:moveTo>
                  <a:pt x="1399213" y="846812"/>
                </a:moveTo>
                <a:lnTo>
                  <a:pt x="1473260" y="815075"/>
                </a:lnTo>
                <a:moveTo>
                  <a:pt x="1247883" y="1196061"/>
                </a:moveTo>
                <a:lnTo>
                  <a:pt x="1256054" y="1165100"/>
                </a:lnTo>
                <a:moveTo>
                  <a:pt x="1235608" y="1101005"/>
                </a:moveTo>
                <a:lnTo>
                  <a:pt x="1247054" y="1109054"/>
                </a:lnTo>
                <a:moveTo>
                  <a:pt x="1418920" y="801608"/>
                </a:moveTo>
                <a:lnTo>
                  <a:pt x="1440983" y="771645"/>
                </a:lnTo>
                <a:moveTo>
                  <a:pt x="1306057" y="1180473"/>
                </a:moveTo>
                <a:lnTo>
                  <a:pt x="1331043" y="1133383"/>
                </a:lnTo>
                <a:moveTo>
                  <a:pt x="1901619" y="594673"/>
                </a:moveTo>
                <a:lnTo>
                  <a:pt x="1926270" y="547704"/>
                </a:lnTo>
                <a:moveTo>
                  <a:pt x="1247054" y="1109054"/>
                </a:moveTo>
                <a:lnTo>
                  <a:pt x="1258671" y="1054602"/>
                </a:lnTo>
                <a:moveTo>
                  <a:pt x="1247883" y="1196061"/>
                </a:moveTo>
                <a:lnTo>
                  <a:pt x="1249996" y="1160319"/>
                </a:lnTo>
                <a:moveTo>
                  <a:pt x="1306057" y="1180473"/>
                </a:moveTo>
                <a:lnTo>
                  <a:pt x="1333961" y="1132767"/>
                </a:lnTo>
                <a:moveTo>
                  <a:pt x="1248606" y="1205925"/>
                </a:moveTo>
                <a:lnTo>
                  <a:pt x="1286521" y="1176766"/>
                </a:lnTo>
                <a:moveTo>
                  <a:pt x="1247054" y="1109054"/>
                </a:moveTo>
                <a:lnTo>
                  <a:pt x="1304917" y="1076401"/>
                </a:lnTo>
                <a:moveTo>
                  <a:pt x="1458311" y="858283"/>
                </a:moveTo>
                <a:lnTo>
                  <a:pt x="1399213" y="846812"/>
                </a:lnTo>
                <a:moveTo>
                  <a:pt x="1473858" y="815219"/>
                </a:moveTo>
                <a:lnTo>
                  <a:pt x="1473260" y="815075"/>
                </a:lnTo>
                <a:moveTo>
                  <a:pt x="1365849" y="825496"/>
                </a:moveTo>
                <a:lnTo>
                  <a:pt x="1418920" y="801608"/>
                </a:lnTo>
                <a:moveTo>
                  <a:pt x="1365849" y="825496"/>
                </a:moveTo>
                <a:lnTo>
                  <a:pt x="1399213" y="846812"/>
                </a:lnTo>
                <a:moveTo>
                  <a:pt x="1473260" y="815075"/>
                </a:moveTo>
                <a:lnTo>
                  <a:pt x="1440983" y="771645"/>
                </a:lnTo>
                <a:moveTo>
                  <a:pt x="1473858" y="815219"/>
                </a:moveTo>
                <a:lnTo>
                  <a:pt x="1440983" y="771645"/>
                </a:lnTo>
                <a:moveTo>
                  <a:pt x="1901619" y="594673"/>
                </a:moveTo>
                <a:lnTo>
                  <a:pt x="1939124" y="548230"/>
                </a:lnTo>
                <a:moveTo>
                  <a:pt x="1333961" y="1132767"/>
                </a:moveTo>
                <a:lnTo>
                  <a:pt x="1331043" y="1133383"/>
                </a:lnTo>
                <a:moveTo>
                  <a:pt x="1331043" y="1133383"/>
                </a:moveTo>
                <a:lnTo>
                  <a:pt x="1333571" y="1132122"/>
                </a:lnTo>
                <a:moveTo>
                  <a:pt x="1346742" y="870486"/>
                </a:moveTo>
                <a:lnTo>
                  <a:pt x="1399213" y="846812"/>
                </a:lnTo>
                <a:moveTo>
                  <a:pt x="1407148" y="785304"/>
                </a:moveTo>
                <a:lnTo>
                  <a:pt x="1418920" y="801608"/>
                </a:lnTo>
                <a:moveTo>
                  <a:pt x="1324505" y="1178448"/>
                </a:moveTo>
                <a:lnTo>
                  <a:pt x="1306057" y="1180473"/>
                </a:lnTo>
                <a:moveTo>
                  <a:pt x="1235608" y="1101005"/>
                </a:moveTo>
                <a:lnTo>
                  <a:pt x="1258671" y="1054602"/>
                </a:lnTo>
                <a:moveTo>
                  <a:pt x="1473858" y="815219"/>
                </a:moveTo>
                <a:lnTo>
                  <a:pt x="1499874" y="767761"/>
                </a:lnTo>
                <a:moveTo>
                  <a:pt x="1333961" y="1132767"/>
                </a:moveTo>
                <a:lnTo>
                  <a:pt x="1333571" y="1132122"/>
                </a:lnTo>
                <a:moveTo>
                  <a:pt x="1893282" y="635816"/>
                </a:moveTo>
                <a:lnTo>
                  <a:pt x="1901619" y="594673"/>
                </a:lnTo>
                <a:moveTo>
                  <a:pt x="1458311" y="858283"/>
                </a:moveTo>
                <a:lnTo>
                  <a:pt x="1473260" y="815075"/>
                </a:lnTo>
                <a:moveTo>
                  <a:pt x="1945161" y="600888"/>
                </a:moveTo>
                <a:lnTo>
                  <a:pt x="1901619" y="594673"/>
                </a:lnTo>
                <a:moveTo>
                  <a:pt x="1333663" y="1132448"/>
                </a:moveTo>
                <a:lnTo>
                  <a:pt x="1333961" y="1132767"/>
                </a:lnTo>
                <a:moveTo>
                  <a:pt x="1333663" y="1132448"/>
                </a:moveTo>
                <a:lnTo>
                  <a:pt x="1333571" y="1132122"/>
                </a:lnTo>
                <a:moveTo>
                  <a:pt x="1460141" y="858283"/>
                </a:moveTo>
                <a:lnTo>
                  <a:pt x="1473260" y="815075"/>
                </a:lnTo>
                <a:moveTo>
                  <a:pt x="1460141" y="858283"/>
                </a:moveTo>
                <a:lnTo>
                  <a:pt x="1473858" y="815219"/>
                </a:lnTo>
                <a:moveTo>
                  <a:pt x="1313964" y="1190445"/>
                </a:moveTo>
                <a:lnTo>
                  <a:pt x="1306057" y="1180473"/>
                </a:lnTo>
                <a:moveTo>
                  <a:pt x="1939124" y="548230"/>
                </a:moveTo>
                <a:lnTo>
                  <a:pt x="1926270" y="547704"/>
                </a:lnTo>
                <a:moveTo>
                  <a:pt x="1304917" y="1076401"/>
                </a:moveTo>
                <a:lnTo>
                  <a:pt x="1333571" y="1132122"/>
                </a:lnTo>
                <a:moveTo>
                  <a:pt x="1926270" y="547704"/>
                </a:moveTo>
                <a:lnTo>
                  <a:pt x="1935023" y="538724"/>
                </a:lnTo>
                <a:moveTo>
                  <a:pt x="1473858" y="815219"/>
                </a:moveTo>
                <a:lnTo>
                  <a:pt x="1454132" y="750867"/>
                </a:lnTo>
                <a:moveTo>
                  <a:pt x="1248606" y="1205925"/>
                </a:moveTo>
                <a:lnTo>
                  <a:pt x="1247883" y="1196061"/>
                </a:lnTo>
                <a:moveTo>
                  <a:pt x="1304917" y="1076401"/>
                </a:moveTo>
                <a:lnTo>
                  <a:pt x="1258671" y="1054602"/>
                </a:lnTo>
                <a:moveTo>
                  <a:pt x="1385187" y="796661"/>
                </a:moveTo>
                <a:lnTo>
                  <a:pt x="1418920" y="801608"/>
                </a:lnTo>
                <a:moveTo>
                  <a:pt x="1869738" y="572828"/>
                </a:moveTo>
                <a:lnTo>
                  <a:pt x="1901619" y="594673"/>
                </a:lnTo>
                <a:moveTo>
                  <a:pt x="1292592" y="1064199"/>
                </a:moveTo>
                <a:lnTo>
                  <a:pt x="1258671" y="1054602"/>
                </a:lnTo>
                <a:moveTo>
                  <a:pt x="1473858" y="815219"/>
                </a:moveTo>
                <a:lnTo>
                  <a:pt x="1522477" y="771876"/>
                </a:lnTo>
                <a:moveTo>
                  <a:pt x="1920129" y="539676"/>
                </a:moveTo>
                <a:lnTo>
                  <a:pt x="1926270" y="547704"/>
                </a:lnTo>
                <a:moveTo>
                  <a:pt x="1324505" y="1178448"/>
                </a:moveTo>
                <a:lnTo>
                  <a:pt x="1333961" y="1132767"/>
                </a:lnTo>
                <a:moveTo>
                  <a:pt x="1304917" y="1076401"/>
                </a:moveTo>
                <a:lnTo>
                  <a:pt x="1292592" y="1064199"/>
                </a:lnTo>
                <a:moveTo>
                  <a:pt x="1278521" y="1207680"/>
                </a:moveTo>
                <a:lnTo>
                  <a:pt x="1286521" y="1176766"/>
                </a:lnTo>
                <a:moveTo>
                  <a:pt x="1454132" y="750867"/>
                </a:moveTo>
                <a:lnTo>
                  <a:pt x="1440983" y="771645"/>
                </a:lnTo>
                <a:moveTo>
                  <a:pt x="1324505" y="1178448"/>
                </a:moveTo>
                <a:lnTo>
                  <a:pt x="1333663" y="1132448"/>
                </a:lnTo>
                <a:moveTo>
                  <a:pt x="1403201" y="883553"/>
                </a:moveTo>
                <a:lnTo>
                  <a:pt x="1399213" y="846812"/>
                </a:lnTo>
                <a:moveTo>
                  <a:pt x="1460141" y="858283"/>
                </a:moveTo>
                <a:lnTo>
                  <a:pt x="1458311" y="858283"/>
                </a:lnTo>
                <a:moveTo>
                  <a:pt x="1499874" y="767761"/>
                </a:moveTo>
                <a:lnTo>
                  <a:pt x="1521081" y="724333"/>
                </a:lnTo>
                <a:moveTo>
                  <a:pt x="1939124" y="548230"/>
                </a:moveTo>
                <a:lnTo>
                  <a:pt x="1935023" y="538724"/>
                </a:lnTo>
                <a:moveTo>
                  <a:pt x="1258671" y="1054602"/>
                </a:moveTo>
                <a:lnTo>
                  <a:pt x="1268309" y="1044339"/>
                </a:lnTo>
                <a:moveTo>
                  <a:pt x="1077826" y="468098"/>
                </a:moveTo>
                <a:lnTo>
                  <a:pt x="1080334" y="475853"/>
                </a:lnTo>
                <a:moveTo>
                  <a:pt x="1454132" y="750867"/>
                </a:moveTo>
                <a:lnTo>
                  <a:pt x="1499874" y="767761"/>
                </a:lnTo>
                <a:moveTo>
                  <a:pt x="1499874" y="767761"/>
                </a:moveTo>
                <a:lnTo>
                  <a:pt x="1518127" y="719978"/>
                </a:lnTo>
                <a:moveTo>
                  <a:pt x="1083480" y="469666"/>
                </a:moveTo>
                <a:lnTo>
                  <a:pt x="1077826" y="468098"/>
                </a:lnTo>
                <a:moveTo>
                  <a:pt x="1083480" y="469666"/>
                </a:moveTo>
                <a:lnTo>
                  <a:pt x="1080334" y="475853"/>
                </a:lnTo>
                <a:moveTo>
                  <a:pt x="1499874" y="767761"/>
                </a:moveTo>
                <a:lnTo>
                  <a:pt x="1475176" y="705185"/>
                </a:lnTo>
                <a:moveTo>
                  <a:pt x="1869738" y="572828"/>
                </a:moveTo>
                <a:lnTo>
                  <a:pt x="1926270" y="547704"/>
                </a:lnTo>
                <a:moveTo>
                  <a:pt x="1407148" y="785304"/>
                </a:moveTo>
                <a:lnTo>
                  <a:pt x="1440983" y="771645"/>
                </a:lnTo>
                <a:moveTo>
                  <a:pt x="1093270" y="524991"/>
                </a:moveTo>
                <a:lnTo>
                  <a:pt x="1080334" y="475853"/>
                </a:lnTo>
                <a:moveTo>
                  <a:pt x="1278521" y="1207680"/>
                </a:moveTo>
                <a:lnTo>
                  <a:pt x="1306057" y="1180473"/>
                </a:lnTo>
                <a:moveTo>
                  <a:pt x="1077826" y="468098"/>
                </a:moveTo>
                <a:lnTo>
                  <a:pt x="1037217" y="452957"/>
                </a:lnTo>
                <a:moveTo>
                  <a:pt x="1064646" y="514558"/>
                </a:moveTo>
                <a:lnTo>
                  <a:pt x="1080334" y="475853"/>
                </a:lnTo>
                <a:moveTo>
                  <a:pt x="1080334" y="475853"/>
                </a:moveTo>
                <a:lnTo>
                  <a:pt x="1037217" y="452957"/>
                </a:lnTo>
                <a:moveTo>
                  <a:pt x="1521081" y="724333"/>
                </a:moveTo>
                <a:lnTo>
                  <a:pt x="1518127" y="719978"/>
                </a:lnTo>
                <a:moveTo>
                  <a:pt x="1945161" y="600888"/>
                </a:moveTo>
                <a:lnTo>
                  <a:pt x="1939124" y="548230"/>
                </a:lnTo>
                <a:moveTo>
                  <a:pt x="1292592" y="1064199"/>
                </a:moveTo>
                <a:lnTo>
                  <a:pt x="1268309" y="1044339"/>
                </a:lnTo>
                <a:moveTo>
                  <a:pt x="1454132" y="750867"/>
                </a:moveTo>
                <a:lnTo>
                  <a:pt x="1475176" y="705185"/>
                </a:lnTo>
                <a:moveTo>
                  <a:pt x="1518127" y="719978"/>
                </a:moveTo>
                <a:lnTo>
                  <a:pt x="1475176" y="705185"/>
                </a:lnTo>
                <a:moveTo>
                  <a:pt x="1522477" y="771876"/>
                </a:moveTo>
                <a:lnTo>
                  <a:pt x="1499874" y="767761"/>
                </a:lnTo>
                <a:moveTo>
                  <a:pt x="1093270" y="524991"/>
                </a:moveTo>
                <a:lnTo>
                  <a:pt x="1064646" y="514558"/>
                </a:lnTo>
                <a:moveTo>
                  <a:pt x="1509799" y="816106"/>
                </a:moveTo>
                <a:lnTo>
                  <a:pt x="1473858" y="815219"/>
                </a:lnTo>
                <a:moveTo>
                  <a:pt x="1920129" y="539676"/>
                </a:moveTo>
                <a:lnTo>
                  <a:pt x="1935023" y="538724"/>
                </a:lnTo>
                <a:moveTo>
                  <a:pt x="1323071" y="1174396"/>
                </a:moveTo>
                <a:lnTo>
                  <a:pt x="1333663" y="1132448"/>
                </a:lnTo>
                <a:moveTo>
                  <a:pt x="1241414" y="1141032"/>
                </a:moveTo>
                <a:lnTo>
                  <a:pt x="1247054" y="1109054"/>
                </a:lnTo>
                <a:moveTo>
                  <a:pt x="1856126" y="615855"/>
                </a:moveTo>
                <a:lnTo>
                  <a:pt x="1901619" y="594673"/>
                </a:lnTo>
                <a:moveTo>
                  <a:pt x="1220384" y="1035045"/>
                </a:moveTo>
                <a:lnTo>
                  <a:pt x="1258671" y="1054602"/>
                </a:lnTo>
                <a:moveTo>
                  <a:pt x="1200462" y="507899"/>
                </a:moveTo>
                <a:lnTo>
                  <a:pt x="1180679" y="501414"/>
                </a:lnTo>
                <a:moveTo>
                  <a:pt x="1077826" y="468098"/>
                </a:moveTo>
                <a:lnTo>
                  <a:pt x="1046222" y="436366"/>
                </a:lnTo>
                <a:moveTo>
                  <a:pt x="1114377" y="530028"/>
                </a:moveTo>
                <a:lnTo>
                  <a:pt x="1080334" y="475853"/>
                </a:lnTo>
                <a:moveTo>
                  <a:pt x="1064646" y="514558"/>
                </a:moveTo>
                <a:lnTo>
                  <a:pt x="1037217" y="452957"/>
                </a:lnTo>
                <a:moveTo>
                  <a:pt x="1203089" y="1079387"/>
                </a:moveTo>
                <a:lnTo>
                  <a:pt x="1235608" y="1101005"/>
                </a:lnTo>
                <a:moveTo>
                  <a:pt x="1521081" y="724333"/>
                </a:moveTo>
                <a:lnTo>
                  <a:pt x="1524728" y="720719"/>
                </a:lnTo>
                <a:moveTo>
                  <a:pt x="1114377" y="530028"/>
                </a:moveTo>
                <a:lnTo>
                  <a:pt x="1083480" y="469666"/>
                </a:lnTo>
                <a:moveTo>
                  <a:pt x="1083480" y="469666"/>
                </a:moveTo>
                <a:lnTo>
                  <a:pt x="1046222" y="436366"/>
                </a:lnTo>
                <a:moveTo>
                  <a:pt x="1524728" y="720719"/>
                </a:moveTo>
                <a:lnTo>
                  <a:pt x="1518127" y="719978"/>
                </a:lnTo>
                <a:moveTo>
                  <a:pt x="1093270" y="524991"/>
                </a:moveTo>
                <a:lnTo>
                  <a:pt x="1114377" y="530028"/>
                </a:lnTo>
                <a:moveTo>
                  <a:pt x="1893282" y="635816"/>
                </a:moveTo>
                <a:lnTo>
                  <a:pt x="1945161" y="600888"/>
                </a:lnTo>
                <a:moveTo>
                  <a:pt x="1346742" y="870486"/>
                </a:moveTo>
                <a:lnTo>
                  <a:pt x="1365849" y="825496"/>
                </a:lnTo>
                <a:moveTo>
                  <a:pt x="1522477" y="771876"/>
                </a:moveTo>
                <a:lnTo>
                  <a:pt x="1521081" y="724333"/>
                </a:lnTo>
                <a:moveTo>
                  <a:pt x="1180679" y="501414"/>
                </a:moveTo>
                <a:lnTo>
                  <a:pt x="1187554" y="488819"/>
                </a:lnTo>
                <a:moveTo>
                  <a:pt x="1936938" y="543893"/>
                </a:moveTo>
                <a:lnTo>
                  <a:pt x="1939124" y="548230"/>
                </a:lnTo>
                <a:moveTo>
                  <a:pt x="1884458" y="548179"/>
                </a:moveTo>
                <a:lnTo>
                  <a:pt x="1926270" y="547704"/>
                </a:lnTo>
                <a:moveTo>
                  <a:pt x="1229954" y="517047"/>
                </a:moveTo>
                <a:lnTo>
                  <a:pt x="1200462" y="507899"/>
                </a:lnTo>
                <a:moveTo>
                  <a:pt x="1936938" y="543893"/>
                </a:moveTo>
                <a:lnTo>
                  <a:pt x="1935023" y="538724"/>
                </a:lnTo>
                <a:moveTo>
                  <a:pt x="1200462" y="507899"/>
                </a:moveTo>
                <a:lnTo>
                  <a:pt x="1187554" y="488819"/>
                </a:lnTo>
                <a:moveTo>
                  <a:pt x="1407148" y="785304"/>
                </a:moveTo>
                <a:lnTo>
                  <a:pt x="1454132" y="750867"/>
                </a:lnTo>
                <a:moveTo>
                  <a:pt x="1313964" y="1190445"/>
                </a:moveTo>
                <a:lnTo>
                  <a:pt x="1324505" y="1178448"/>
                </a:lnTo>
                <a:moveTo>
                  <a:pt x="1114377" y="530028"/>
                </a:moveTo>
                <a:lnTo>
                  <a:pt x="1180679" y="501414"/>
                </a:lnTo>
                <a:moveTo>
                  <a:pt x="1037217" y="452957"/>
                </a:moveTo>
                <a:lnTo>
                  <a:pt x="1046222" y="436366"/>
                </a:lnTo>
                <a:moveTo>
                  <a:pt x="1518127" y="719978"/>
                </a:moveTo>
                <a:lnTo>
                  <a:pt x="1486926" y="684977"/>
                </a:lnTo>
                <a:moveTo>
                  <a:pt x="1229954" y="517047"/>
                </a:moveTo>
                <a:lnTo>
                  <a:pt x="1187554" y="488819"/>
                </a:lnTo>
                <a:moveTo>
                  <a:pt x="1241414" y="1141032"/>
                </a:moveTo>
                <a:lnTo>
                  <a:pt x="1249996" y="1160319"/>
                </a:lnTo>
                <a:moveTo>
                  <a:pt x="1258671" y="1054602"/>
                </a:moveTo>
                <a:lnTo>
                  <a:pt x="1228020" y="1023229"/>
                </a:lnTo>
                <a:moveTo>
                  <a:pt x="1475176" y="705185"/>
                </a:moveTo>
                <a:lnTo>
                  <a:pt x="1486926" y="684977"/>
                </a:lnTo>
                <a:moveTo>
                  <a:pt x="1066181" y="517952"/>
                </a:moveTo>
                <a:lnTo>
                  <a:pt x="1093270" y="524991"/>
                </a:lnTo>
                <a:moveTo>
                  <a:pt x="1203089" y="1079387"/>
                </a:moveTo>
                <a:lnTo>
                  <a:pt x="1258671" y="1054602"/>
                </a:lnTo>
                <a:moveTo>
                  <a:pt x="1066181" y="517952"/>
                </a:moveTo>
                <a:lnTo>
                  <a:pt x="1064646" y="514558"/>
                </a:lnTo>
                <a:moveTo>
                  <a:pt x="1323071" y="1174396"/>
                </a:moveTo>
                <a:lnTo>
                  <a:pt x="1324505" y="1178448"/>
                </a:lnTo>
                <a:moveTo>
                  <a:pt x="1253805" y="1196551"/>
                </a:moveTo>
                <a:lnTo>
                  <a:pt x="1249996" y="1160319"/>
                </a:lnTo>
                <a:moveTo>
                  <a:pt x="1920129" y="539676"/>
                </a:moveTo>
                <a:lnTo>
                  <a:pt x="1936938" y="543893"/>
                </a:lnTo>
                <a:moveTo>
                  <a:pt x="1083480" y="469666"/>
                </a:moveTo>
                <a:lnTo>
                  <a:pt x="1138941" y="483089"/>
                </a:lnTo>
                <a:moveTo>
                  <a:pt x="1256898" y="578821"/>
                </a:moveTo>
                <a:lnTo>
                  <a:pt x="1281242" y="531960"/>
                </a:lnTo>
                <a:moveTo>
                  <a:pt x="1033936" y="448334"/>
                </a:moveTo>
                <a:lnTo>
                  <a:pt x="1037217" y="452957"/>
                </a:lnTo>
                <a:moveTo>
                  <a:pt x="1241414" y="1141032"/>
                </a:moveTo>
                <a:lnTo>
                  <a:pt x="1235608" y="1101005"/>
                </a:lnTo>
                <a:moveTo>
                  <a:pt x="1229954" y="517047"/>
                </a:moveTo>
                <a:lnTo>
                  <a:pt x="1281242" y="531960"/>
                </a:lnTo>
                <a:moveTo>
                  <a:pt x="1237778" y="1135154"/>
                </a:moveTo>
                <a:lnTo>
                  <a:pt x="1235608" y="1101005"/>
                </a:lnTo>
                <a:moveTo>
                  <a:pt x="1138941" y="483089"/>
                </a:moveTo>
                <a:lnTo>
                  <a:pt x="1180679" y="501414"/>
                </a:lnTo>
                <a:moveTo>
                  <a:pt x="1460141" y="858283"/>
                </a:moveTo>
                <a:lnTo>
                  <a:pt x="1509799" y="816106"/>
                </a:lnTo>
                <a:moveTo>
                  <a:pt x="1050856" y="505893"/>
                </a:moveTo>
                <a:lnTo>
                  <a:pt x="1064646" y="514558"/>
                </a:lnTo>
                <a:moveTo>
                  <a:pt x="1050856" y="505893"/>
                </a:moveTo>
                <a:lnTo>
                  <a:pt x="1037217" y="452957"/>
                </a:lnTo>
                <a:moveTo>
                  <a:pt x="1174405" y="527930"/>
                </a:moveTo>
                <a:lnTo>
                  <a:pt x="1180679" y="501414"/>
                </a:lnTo>
                <a:moveTo>
                  <a:pt x="1256898" y="578821"/>
                </a:moveTo>
                <a:lnTo>
                  <a:pt x="1310061" y="593065"/>
                </a:lnTo>
                <a:moveTo>
                  <a:pt x="1174405" y="527930"/>
                </a:moveTo>
                <a:lnTo>
                  <a:pt x="1200462" y="507899"/>
                </a:lnTo>
                <a:moveTo>
                  <a:pt x="1323071" y="1174396"/>
                </a:moveTo>
                <a:lnTo>
                  <a:pt x="1313964" y="1190445"/>
                </a:lnTo>
                <a:moveTo>
                  <a:pt x="1253805" y="1196551"/>
                </a:moveTo>
                <a:lnTo>
                  <a:pt x="1247883" y="1196061"/>
                </a:lnTo>
                <a:moveTo>
                  <a:pt x="1034309" y="471803"/>
                </a:moveTo>
                <a:lnTo>
                  <a:pt x="1037217" y="452957"/>
                </a:lnTo>
                <a:moveTo>
                  <a:pt x="1403201" y="883553"/>
                </a:moveTo>
                <a:lnTo>
                  <a:pt x="1458311" y="858283"/>
                </a:lnTo>
                <a:moveTo>
                  <a:pt x="1365849" y="825496"/>
                </a:moveTo>
                <a:lnTo>
                  <a:pt x="1385187" y="796661"/>
                </a:lnTo>
                <a:moveTo>
                  <a:pt x="1033936" y="448334"/>
                </a:moveTo>
                <a:lnTo>
                  <a:pt x="1046222" y="436366"/>
                </a:lnTo>
                <a:moveTo>
                  <a:pt x="1403655" y="883610"/>
                </a:moveTo>
                <a:lnTo>
                  <a:pt x="1458311" y="858283"/>
                </a:lnTo>
                <a:moveTo>
                  <a:pt x="1174405" y="527930"/>
                </a:moveTo>
                <a:lnTo>
                  <a:pt x="1229954" y="517047"/>
                </a:lnTo>
                <a:moveTo>
                  <a:pt x="1114377" y="530028"/>
                </a:moveTo>
                <a:lnTo>
                  <a:pt x="1138941" y="483089"/>
                </a:lnTo>
                <a:moveTo>
                  <a:pt x="1228020" y="1023229"/>
                </a:moveTo>
                <a:lnTo>
                  <a:pt x="1268309" y="1044339"/>
                </a:lnTo>
                <a:moveTo>
                  <a:pt x="1180679" y="501414"/>
                </a:moveTo>
                <a:lnTo>
                  <a:pt x="1144929" y="474656"/>
                </a:lnTo>
                <a:moveTo>
                  <a:pt x="1114377" y="530028"/>
                </a:moveTo>
                <a:lnTo>
                  <a:pt x="1174405" y="527930"/>
                </a:lnTo>
                <a:moveTo>
                  <a:pt x="1918587" y="638860"/>
                </a:moveTo>
                <a:lnTo>
                  <a:pt x="1893282" y="635816"/>
                </a:lnTo>
                <a:moveTo>
                  <a:pt x="1918587" y="638860"/>
                </a:moveTo>
                <a:lnTo>
                  <a:pt x="1945161" y="600888"/>
                </a:lnTo>
                <a:moveTo>
                  <a:pt x="1278521" y="1207680"/>
                </a:moveTo>
                <a:lnTo>
                  <a:pt x="1248606" y="1205925"/>
                </a:lnTo>
                <a:moveTo>
                  <a:pt x="1306742" y="851540"/>
                </a:moveTo>
                <a:lnTo>
                  <a:pt x="1365849" y="825496"/>
                </a:lnTo>
                <a:moveTo>
                  <a:pt x="1309008" y="600398"/>
                </a:moveTo>
                <a:lnTo>
                  <a:pt x="1256898" y="578821"/>
                </a:lnTo>
                <a:moveTo>
                  <a:pt x="1385187" y="796661"/>
                </a:moveTo>
                <a:lnTo>
                  <a:pt x="1407148" y="785304"/>
                </a:lnTo>
                <a:moveTo>
                  <a:pt x="1509799" y="816106"/>
                </a:moveTo>
                <a:lnTo>
                  <a:pt x="1522477" y="771876"/>
                </a:lnTo>
                <a:moveTo>
                  <a:pt x="1066181" y="517952"/>
                </a:moveTo>
                <a:lnTo>
                  <a:pt x="1050856" y="505893"/>
                </a:lnTo>
                <a:moveTo>
                  <a:pt x="1884458" y="548179"/>
                </a:moveTo>
                <a:lnTo>
                  <a:pt x="1920129" y="539676"/>
                </a:lnTo>
                <a:moveTo>
                  <a:pt x="1144929" y="474656"/>
                </a:moveTo>
                <a:lnTo>
                  <a:pt x="1187554" y="488819"/>
                </a:lnTo>
                <a:moveTo>
                  <a:pt x="1451185" y="689834"/>
                </a:moveTo>
                <a:lnTo>
                  <a:pt x="1475176" y="705185"/>
                </a:lnTo>
                <a:moveTo>
                  <a:pt x="1301420" y="537938"/>
                </a:moveTo>
                <a:lnTo>
                  <a:pt x="1281242" y="531960"/>
                </a:lnTo>
                <a:moveTo>
                  <a:pt x="1306742" y="851540"/>
                </a:moveTo>
                <a:lnTo>
                  <a:pt x="1346742" y="870486"/>
                </a:lnTo>
                <a:moveTo>
                  <a:pt x="1310061" y="593065"/>
                </a:moveTo>
                <a:lnTo>
                  <a:pt x="1281242" y="531960"/>
                </a:lnTo>
                <a:moveTo>
                  <a:pt x="1453190" y="641640"/>
                </a:moveTo>
                <a:lnTo>
                  <a:pt x="1456025" y="635938"/>
                </a:lnTo>
                <a:moveTo>
                  <a:pt x="1458344" y="643118"/>
                </a:moveTo>
                <a:lnTo>
                  <a:pt x="1453190" y="641640"/>
                </a:lnTo>
                <a:moveTo>
                  <a:pt x="1346742" y="870486"/>
                </a:moveTo>
                <a:lnTo>
                  <a:pt x="1403201" y="883553"/>
                </a:lnTo>
                <a:moveTo>
                  <a:pt x="1458344" y="643118"/>
                </a:moveTo>
                <a:lnTo>
                  <a:pt x="1456025" y="635938"/>
                </a:lnTo>
                <a:moveTo>
                  <a:pt x="1310061" y="593065"/>
                </a:moveTo>
                <a:lnTo>
                  <a:pt x="1301420" y="537938"/>
                </a:lnTo>
                <a:moveTo>
                  <a:pt x="1856126" y="615855"/>
                </a:moveTo>
                <a:lnTo>
                  <a:pt x="1893282" y="635816"/>
                </a:lnTo>
                <a:moveTo>
                  <a:pt x="1281242" y="531960"/>
                </a:moveTo>
                <a:lnTo>
                  <a:pt x="1288047" y="521795"/>
                </a:lnTo>
                <a:moveTo>
                  <a:pt x="1219632" y="558898"/>
                </a:moveTo>
                <a:lnTo>
                  <a:pt x="1256898" y="578821"/>
                </a:lnTo>
                <a:moveTo>
                  <a:pt x="1034309" y="471803"/>
                </a:moveTo>
                <a:lnTo>
                  <a:pt x="1033936" y="448334"/>
                </a:lnTo>
                <a:moveTo>
                  <a:pt x="1314341" y="584535"/>
                </a:moveTo>
                <a:lnTo>
                  <a:pt x="1301420" y="537938"/>
                </a:lnTo>
                <a:moveTo>
                  <a:pt x="1220384" y="1035045"/>
                </a:moveTo>
                <a:lnTo>
                  <a:pt x="1228020" y="1023229"/>
                </a:lnTo>
                <a:moveTo>
                  <a:pt x="1505154" y="656313"/>
                </a:moveTo>
                <a:lnTo>
                  <a:pt x="1486926" y="684977"/>
                </a:lnTo>
                <a:moveTo>
                  <a:pt x="1310061" y="593065"/>
                </a:moveTo>
                <a:lnTo>
                  <a:pt x="1314341" y="584535"/>
                </a:lnTo>
                <a:moveTo>
                  <a:pt x="1219632" y="558898"/>
                </a:moveTo>
                <a:lnTo>
                  <a:pt x="1229954" y="517047"/>
                </a:lnTo>
                <a:moveTo>
                  <a:pt x="1203089" y="1079387"/>
                </a:moveTo>
                <a:lnTo>
                  <a:pt x="1220384" y="1035045"/>
                </a:lnTo>
                <a:moveTo>
                  <a:pt x="1229954" y="517047"/>
                </a:moveTo>
                <a:lnTo>
                  <a:pt x="1253181" y="484551"/>
                </a:lnTo>
                <a:moveTo>
                  <a:pt x="1253181" y="484551"/>
                </a:moveTo>
                <a:lnTo>
                  <a:pt x="1187554" y="488819"/>
                </a:lnTo>
                <a:moveTo>
                  <a:pt x="1315749" y="594330"/>
                </a:moveTo>
                <a:lnTo>
                  <a:pt x="1310061" y="593065"/>
                </a:lnTo>
                <a:moveTo>
                  <a:pt x="1050856" y="505893"/>
                </a:moveTo>
                <a:lnTo>
                  <a:pt x="1034309" y="471803"/>
                </a:lnTo>
                <a:moveTo>
                  <a:pt x="1278521" y="1207680"/>
                </a:moveTo>
                <a:lnTo>
                  <a:pt x="1313964" y="1190445"/>
                </a:lnTo>
                <a:moveTo>
                  <a:pt x="1282634" y="898316"/>
                </a:moveTo>
                <a:lnTo>
                  <a:pt x="1294775" y="874653"/>
                </a:lnTo>
                <a:moveTo>
                  <a:pt x="1083480" y="469666"/>
                </a:moveTo>
                <a:lnTo>
                  <a:pt x="1106544" y="447879"/>
                </a:lnTo>
                <a:moveTo>
                  <a:pt x="1156101" y="537862"/>
                </a:moveTo>
                <a:lnTo>
                  <a:pt x="1114377" y="530028"/>
                </a:lnTo>
                <a:moveTo>
                  <a:pt x="1301420" y="537938"/>
                </a:moveTo>
                <a:lnTo>
                  <a:pt x="1288047" y="521795"/>
                </a:lnTo>
                <a:moveTo>
                  <a:pt x="1259558" y="1211322"/>
                </a:moveTo>
                <a:lnTo>
                  <a:pt x="1248606" y="1205925"/>
                </a:lnTo>
                <a:moveTo>
                  <a:pt x="1253805" y="1196551"/>
                </a:moveTo>
                <a:lnTo>
                  <a:pt x="1248606" y="1205925"/>
                </a:lnTo>
                <a:moveTo>
                  <a:pt x="1869738" y="572828"/>
                </a:moveTo>
                <a:lnTo>
                  <a:pt x="1884458" y="548179"/>
                </a:lnTo>
                <a:moveTo>
                  <a:pt x="1487540" y="856022"/>
                </a:moveTo>
                <a:lnTo>
                  <a:pt x="1460141" y="858283"/>
                </a:lnTo>
                <a:moveTo>
                  <a:pt x="1450110" y="653534"/>
                </a:moveTo>
                <a:lnTo>
                  <a:pt x="1453190" y="641640"/>
                </a:lnTo>
                <a:moveTo>
                  <a:pt x="1451185" y="689834"/>
                </a:moveTo>
                <a:lnTo>
                  <a:pt x="1486926" y="684977"/>
                </a:lnTo>
                <a:moveTo>
                  <a:pt x="1315749" y="594330"/>
                </a:moveTo>
                <a:lnTo>
                  <a:pt x="1314341" y="584535"/>
                </a:lnTo>
                <a:moveTo>
                  <a:pt x="1898296" y="647970"/>
                </a:moveTo>
                <a:lnTo>
                  <a:pt x="1893282" y="635816"/>
                </a:lnTo>
                <a:moveTo>
                  <a:pt x="1450110" y="653534"/>
                </a:moveTo>
                <a:lnTo>
                  <a:pt x="1458344" y="643118"/>
                </a:lnTo>
                <a:moveTo>
                  <a:pt x="1358019" y="813121"/>
                </a:moveTo>
                <a:lnTo>
                  <a:pt x="1365849" y="825496"/>
                </a:lnTo>
                <a:moveTo>
                  <a:pt x="1310557" y="1107468"/>
                </a:moveTo>
                <a:lnTo>
                  <a:pt x="1333571" y="1132122"/>
                </a:lnTo>
                <a:moveTo>
                  <a:pt x="1310557" y="1107468"/>
                </a:moveTo>
                <a:lnTo>
                  <a:pt x="1333663" y="1132448"/>
                </a:lnTo>
                <a:moveTo>
                  <a:pt x="1309008" y="600398"/>
                </a:moveTo>
                <a:lnTo>
                  <a:pt x="1310061" y="593065"/>
                </a:lnTo>
                <a:moveTo>
                  <a:pt x="1409325" y="624075"/>
                </a:moveTo>
                <a:lnTo>
                  <a:pt x="1453190" y="641640"/>
                </a:lnTo>
                <a:moveTo>
                  <a:pt x="1138941" y="483089"/>
                </a:moveTo>
                <a:lnTo>
                  <a:pt x="1144929" y="474656"/>
                </a:lnTo>
                <a:moveTo>
                  <a:pt x="1440832" y="735111"/>
                </a:moveTo>
                <a:lnTo>
                  <a:pt x="1454132" y="750867"/>
                </a:lnTo>
                <a:moveTo>
                  <a:pt x="1518127" y="719978"/>
                </a:moveTo>
                <a:lnTo>
                  <a:pt x="1546637" y="698306"/>
                </a:lnTo>
                <a:moveTo>
                  <a:pt x="1453190" y="641640"/>
                </a:moveTo>
                <a:lnTo>
                  <a:pt x="1421776" y="596862"/>
                </a:lnTo>
                <a:moveTo>
                  <a:pt x="1458344" y="643118"/>
                </a:moveTo>
                <a:lnTo>
                  <a:pt x="1505154" y="656313"/>
                </a:lnTo>
                <a:moveTo>
                  <a:pt x="1290885" y="1152659"/>
                </a:moveTo>
                <a:lnTo>
                  <a:pt x="1333663" y="1132448"/>
                </a:lnTo>
                <a:moveTo>
                  <a:pt x="1278521" y="1207680"/>
                </a:moveTo>
                <a:lnTo>
                  <a:pt x="1323071" y="1174396"/>
                </a:lnTo>
                <a:moveTo>
                  <a:pt x="1421776" y="596862"/>
                </a:moveTo>
                <a:lnTo>
                  <a:pt x="1456025" y="635938"/>
                </a:lnTo>
                <a:moveTo>
                  <a:pt x="1126150" y="530514"/>
                </a:moveTo>
                <a:lnTo>
                  <a:pt x="1093270" y="524991"/>
                </a:lnTo>
                <a:moveTo>
                  <a:pt x="1440832" y="735111"/>
                </a:moveTo>
                <a:lnTo>
                  <a:pt x="1475176" y="705185"/>
                </a:lnTo>
                <a:moveTo>
                  <a:pt x="1309008" y="600398"/>
                </a:moveTo>
                <a:lnTo>
                  <a:pt x="1315749" y="594330"/>
                </a:lnTo>
                <a:moveTo>
                  <a:pt x="1473706" y="865252"/>
                </a:moveTo>
                <a:lnTo>
                  <a:pt x="1458311" y="858283"/>
                </a:lnTo>
                <a:moveTo>
                  <a:pt x="1178625" y="1016728"/>
                </a:moveTo>
                <a:lnTo>
                  <a:pt x="1220384" y="1035045"/>
                </a:lnTo>
                <a:moveTo>
                  <a:pt x="1310557" y="1107468"/>
                </a:moveTo>
                <a:lnTo>
                  <a:pt x="1304917" y="1076401"/>
                </a:lnTo>
                <a:moveTo>
                  <a:pt x="1856126" y="615855"/>
                </a:moveTo>
                <a:lnTo>
                  <a:pt x="1869738" y="572828"/>
                </a:lnTo>
                <a:moveTo>
                  <a:pt x="1547448" y="717759"/>
                </a:moveTo>
                <a:lnTo>
                  <a:pt x="1521081" y="724333"/>
                </a:lnTo>
                <a:moveTo>
                  <a:pt x="1302848" y="1053395"/>
                </a:moveTo>
                <a:lnTo>
                  <a:pt x="1292592" y="1064199"/>
                </a:lnTo>
                <a:moveTo>
                  <a:pt x="1219632" y="558898"/>
                </a:moveTo>
                <a:lnTo>
                  <a:pt x="1281242" y="531960"/>
                </a:lnTo>
                <a:moveTo>
                  <a:pt x="1281242" y="531960"/>
                </a:moveTo>
                <a:lnTo>
                  <a:pt x="1253181" y="484551"/>
                </a:lnTo>
                <a:moveTo>
                  <a:pt x="1106544" y="447879"/>
                </a:moveTo>
                <a:lnTo>
                  <a:pt x="1046222" y="436366"/>
                </a:lnTo>
                <a:moveTo>
                  <a:pt x="1294775" y="874653"/>
                </a:moveTo>
                <a:lnTo>
                  <a:pt x="1306742" y="851540"/>
                </a:lnTo>
                <a:moveTo>
                  <a:pt x="1473706" y="865252"/>
                </a:moveTo>
                <a:lnTo>
                  <a:pt x="1460141" y="858283"/>
                </a:lnTo>
                <a:moveTo>
                  <a:pt x="1309521" y="1106339"/>
                </a:moveTo>
                <a:lnTo>
                  <a:pt x="1304917" y="1076401"/>
                </a:lnTo>
                <a:moveTo>
                  <a:pt x="1524728" y="720719"/>
                </a:moveTo>
                <a:lnTo>
                  <a:pt x="1546637" y="698306"/>
                </a:lnTo>
                <a:moveTo>
                  <a:pt x="1450110" y="653534"/>
                </a:moveTo>
                <a:lnTo>
                  <a:pt x="1505154" y="656313"/>
                </a:lnTo>
                <a:moveTo>
                  <a:pt x="1450110" y="653534"/>
                </a:moveTo>
                <a:lnTo>
                  <a:pt x="1409325" y="624075"/>
                </a:lnTo>
                <a:moveTo>
                  <a:pt x="1156101" y="537862"/>
                </a:moveTo>
                <a:lnTo>
                  <a:pt x="1174405" y="527930"/>
                </a:lnTo>
                <a:moveTo>
                  <a:pt x="1538105" y="663613"/>
                </a:moveTo>
                <a:lnTo>
                  <a:pt x="1486926" y="684977"/>
                </a:lnTo>
                <a:moveTo>
                  <a:pt x="1407148" y="785304"/>
                </a:moveTo>
                <a:lnTo>
                  <a:pt x="1440832" y="735111"/>
                </a:lnTo>
                <a:moveTo>
                  <a:pt x="1456025" y="635938"/>
                </a:moveTo>
                <a:lnTo>
                  <a:pt x="1480824" y="593605"/>
                </a:lnTo>
                <a:moveTo>
                  <a:pt x="1273821" y="890507"/>
                </a:moveTo>
                <a:lnTo>
                  <a:pt x="1282634" y="898316"/>
                </a:lnTo>
                <a:moveTo>
                  <a:pt x="1262960" y="596418"/>
                </a:moveTo>
                <a:lnTo>
                  <a:pt x="1256898" y="578821"/>
                </a:lnTo>
                <a:moveTo>
                  <a:pt x="1547448" y="717759"/>
                </a:moveTo>
                <a:lnTo>
                  <a:pt x="1524728" y="720719"/>
                </a:lnTo>
                <a:moveTo>
                  <a:pt x="1126150" y="530514"/>
                </a:moveTo>
                <a:lnTo>
                  <a:pt x="1114377" y="530028"/>
                </a:lnTo>
                <a:moveTo>
                  <a:pt x="1309521" y="1106339"/>
                </a:moveTo>
                <a:lnTo>
                  <a:pt x="1292592" y="1064199"/>
                </a:lnTo>
                <a:moveTo>
                  <a:pt x="1546637" y="698306"/>
                </a:moveTo>
                <a:lnTo>
                  <a:pt x="1486926" y="684977"/>
                </a:lnTo>
                <a:moveTo>
                  <a:pt x="1220384" y="1035045"/>
                </a:moveTo>
                <a:lnTo>
                  <a:pt x="1187947" y="1001472"/>
                </a:lnTo>
                <a:moveTo>
                  <a:pt x="1253181" y="484551"/>
                </a:moveTo>
                <a:lnTo>
                  <a:pt x="1288047" y="521795"/>
                </a:lnTo>
                <a:moveTo>
                  <a:pt x="1522477" y="771876"/>
                </a:moveTo>
                <a:lnTo>
                  <a:pt x="1547448" y="717759"/>
                </a:lnTo>
                <a:moveTo>
                  <a:pt x="1293284" y="1020039"/>
                </a:moveTo>
                <a:lnTo>
                  <a:pt x="1268309" y="1044339"/>
                </a:lnTo>
                <a:moveTo>
                  <a:pt x="1409325" y="624075"/>
                </a:moveTo>
                <a:lnTo>
                  <a:pt x="1421776" y="596862"/>
                </a:lnTo>
                <a:moveTo>
                  <a:pt x="1270074" y="940967"/>
                </a:moveTo>
                <a:lnTo>
                  <a:pt x="1282634" y="898316"/>
                </a:lnTo>
                <a:moveTo>
                  <a:pt x="1302848" y="1053395"/>
                </a:moveTo>
                <a:lnTo>
                  <a:pt x="1268309" y="1044339"/>
                </a:lnTo>
                <a:moveTo>
                  <a:pt x="1843259" y="658616"/>
                </a:moveTo>
                <a:lnTo>
                  <a:pt x="1893282" y="635816"/>
                </a:lnTo>
                <a:moveTo>
                  <a:pt x="1856474" y="560952"/>
                </a:moveTo>
                <a:lnTo>
                  <a:pt x="1869738" y="572828"/>
                </a:lnTo>
                <a:moveTo>
                  <a:pt x="1330495" y="818390"/>
                </a:moveTo>
                <a:lnTo>
                  <a:pt x="1365849" y="825496"/>
                </a:lnTo>
                <a:moveTo>
                  <a:pt x="1451185" y="689834"/>
                </a:moveTo>
                <a:lnTo>
                  <a:pt x="1505154" y="656313"/>
                </a:lnTo>
                <a:moveTo>
                  <a:pt x="1403655" y="883610"/>
                </a:moveTo>
                <a:lnTo>
                  <a:pt x="1403201" y="883553"/>
                </a:lnTo>
                <a:moveTo>
                  <a:pt x="1403262" y="883849"/>
                </a:moveTo>
                <a:lnTo>
                  <a:pt x="1403201" y="883553"/>
                </a:lnTo>
                <a:moveTo>
                  <a:pt x="1273821" y="890507"/>
                </a:moveTo>
                <a:lnTo>
                  <a:pt x="1294775" y="874653"/>
                </a:lnTo>
                <a:moveTo>
                  <a:pt x="1211300" y="468174"/>
                </a:moveTo>
                <a:lnTo>
                  <a:pt x="1187554" y="488819"/>
                </a:lnTo>
                <a:moveTo>
                  <a:pt x="1403262" y="883849"/>
                </a:moveTo>
                <a:lnTo>
                  <a:pt x="1403655" y="883610"/>
                </a:lnTo>
                <a:moveTo>
                  <a:pt x="1338875" y="544608"/>
                </a:moveTo>
                <a:lnTo>
                  <a:pt x="1301420" y="537938"/>
                </a:lnTo>
                <a:moveTo>
                  <a:pt x="1072968" y="406799"/>
                </a:moveTo>
                <a:lnTo>
                  <a:pt x="1046222" y="436366"/>
                </a:lnTo>
                <a:moveTo>
                  <a:pt x="1126150" y="530514"/>
                </a:moveTo>
                <a:lnTo>
                  <a:pt x="1066181" y="517952"/>
                </a:lnTo>
                <a:moveTo>
                  <a:pt x="1138941" y="483089"/>
                </a:moveTo>
                <a:lnTo>
                  <a:pt x="1106544" y="447879"/>
                </a:lnTo>
                <a:moveTo>
                  <a:pt x="1314341" y="584535"/>
                </a:moveTo>
                <a:lnTo>
                  <a:pt x="1338875" y="544608"/>
                </a:lnTo>
                <a:moveTo>
                  <a:pt x="1943490" y="584713"/>
                </a:moveTo>
                <a:lnTo>
                  <a:pt x="1939124" y="548230"/>
                </a:lnTo>
                <a:moveTo>
                  <a:pt x="1228020" y="1023229"/>
                </a:moveTo>
                <a:lnTo>
                  <a:pt x="1249770" y="986384"/>
                </a:lnTo>
                <a:moveTo>
                  <a:pt x="1187947" y="1001472"/>
                </a:moveTo>
                <a:lnTo>
                  <a:pt x="1228020" y="1023229"/>
                </a:lnTo>
                <a:moveTo>
                  <a:pt x="1237778" y="1135154"/>
                </a:moveTo>
                <a:lnTo>
                  <a:pt x="1203089" y="1079387"/>
                </a:lnTo>
                <a:moveTo>
                  <a:pt x="1358019" y="813121"/>
                </a:moveTo>
                <a:lnTo>
                  <a:pt x="1385187" y="796661"/>
                </a:lnTo>
                <a:moveTo>
                  <a:pt x="1898296" y="647970"/>
                </a:moveTo>
                <a:lnTo>
                  <a:pt x="1918587" y="638860"/>
                </a:lnTo>
                <a:moveTo>
                  <a:pt x="1338875" y="544608"/>
                </a:moveTo>
                <a:lnTo>
                  <a:pt x="1288047" y="521795"/>
                </a:lnTo>
                <a:moveTo>
                  <a:pt x="1273821" y="890507"/>
                </a:moveTo>
                <a:lnTo>
                  <a:pt x="1306742" y="851540"/>
                </a:lnTo>
                <a:moveTo>
                  <a:pt x="1421776" y="596862"/>
                </a:moveTo>
                <a:lnTo>
                  <a:pt x="1480824" y="593605"/>
                </a:lnTo>
                <a:moveTo>
                  <a:pt x="1267993" y="1199001"/>
                </a:moveTo>
                <a:lnTo>
                  <a:pt x="1323071" y="1174396"/>
                </a:lnTo>
                <a:moveTo>
                  <a:pt x="1487540" y="856022"/>
                </a:moveTo>
                <a:lnTo>
                  <a:pt x="1509799" y="816106"/>
                </a:lnTo>
                <a:moveTo>
                  <a:pt x="1502852" y="597799"/>
                </a:moveTo>
                <a:lnTo>
                  <a:pt x="1456025" y="635938"/>
                </a:lnTo>
                <a:moveTo>
                  <a:pt x="1165422" y="1059609"/>
                </a:moveTo>
                <a:lnTo>
                  <a:pt x="1220384" y="1035045"/>
                </a:lnTo>
                <a:moveTo>
                  <a:pt x="1106544" y="447879"/>
                </a:moveTo>
                <a:lnTo>
                  <a:pt x="1144929" y="474656"/>
                </a:lnTo>
                <a:moveTo>
                  <a:pt x="1264590" y="936289"/>
                </a:moveTo>
                <a:lnTo>
                  <a:pt x="1282634" y="898316"/>
                </a:lnTo>
                <a:moveTo>
                  <a:pt x="1407773" y="638514"/>
                </a:moveTo>
                <a:lnTo>
                  <a:pt x="1450110" y="653534"/>
                </a:lnTo>
                <a:moveTo>
                  <a:pt x="1541609" y="765069"/>
                </a:moveTo>
                <a:lnTo>
                  <a:pt x="1522477" y="771876"/>
                </a:lnTo>
                <a:moveTo>
                  <a:pt x="1033936" y="448334"/>
                </a:moveTo>
                <a:lnTo>
                  <a:pt x="1072968" y="406799"/>
                </a:lnTo>
                <a:moveTo>
                  <a:pt x="1941828" y="568472"/>
                </a:moveTo>
                <a:lnTo>
                  <a:pt x="1920129" y="539676"/>
                </a:lnTo>
                <a:moveTo>
                  <a:pt x="1379169" y="582644"/>
                </a:moveTo>
                <a:lnTo>
                  <a:pt x="1314341" y="584535"/>
                </a:lnTo>
                <a:moveTo>
                  <a:pt x="1368097" y="552541"/>
                </a:moveTo>
                <a:lnTo>
                  <a:pt x="1314341" y="584535"/>
                </a:lnTo>
                <a:moveTo>
                  <a:pt x="1943490" y="584713"/>
                </a:moveTo>
                <a:lnTo>
                  <a:pt x="1945161" y="600888"/>
                </a:lnTo>
                <a:moveTo>
                  <a:pt x="1315749" y="594330"/>
                </a:moveTo>
                <a:lnTo>
                  <a:pt x="1368727" y="605343"/>
                </a:lnTo>
                <a:moveTo>
                  <a:pt x="1315749" y="594330"/>
                </a:moveTo>
                <a:lnTo>
                  <a:pt x="1379169" y="582644"/>
                </a:lnTo>
                <a:moveTo>
                  <a:pt x="1856474" y="560952"/>
                </a:moveTo>
                <a:lnTo>
                  <a:pt x="1884458" y="548179"/>
                </a:lnTo>
                <a:moveTo>
                  <a:pt x="1148159" y="479796"/>
                </a:moveTo>
                <a:lnTo>
                  <a:pt x="1144929" y="474656"/>
                </a:lnTo>
                <a:moveTo>
                  <a:pt x="1434879" y="576783"/>
                </a:moveTo>
                <a:lnTo>
                  <a:pt x="1421776" y="596862"/>
                </a:lnTo>
                <a:moveTo>
                  <a:pt x="1538105" y="663613"/>
                </a:moveTo>
                <a:lnTo>
                  <a:pt x="1505154" y="656313"/>
                </a:lnTo>
                <a:moveTo>
                  <a:pt x="1407773" y="638514"/>
                </a:moveTo>
                <a:lnTo>
                  <a:pt x="1409325" y="624075"/>
                </a:lnTo>
                <a:moveTo>
                  <a:pt x="1178625" y="1016728"/>
                </a:moveTo>
                <a:lnTo>
                  <a:pt x="1187947" y="1001472"/>
                </a:lnTo>
                <a:moveTo>
                  <a:pt x="1290885" y="1152659"/>
                </a:moveTo>
                <a:lnTo>
                  <a:pt x="1323071" y="1174396"/>
                </a:lnTo>
                <a:moveTo>
                  <a:pt x="1204425" y="1093412"/>
                </a:moveTo>
                <a:lnTo>
                  <a:pt x="1203089" y="1079387"/>
                </a:lnTo>
                <a:moveTo>
                  <a:pt x="1259558" y="1211322"/>
                </a:moveTo>
                <a:lnTo>
                  <a:pt x="1278521" y="1207680"/>
                </a:lnTo>
                <a:moveTo>
                  <a:pt x="1285791" y="995775"/>
                </a:moveTo>
                <a:lnTo>
                  <a:pt x="1228020" y="1023229"/>
                </a:lnTo>
                <a:moveTo>
                  <a:pt x="1212231" y="547715"/>
                </a:moveTo>
                <a:lnTo>
                  <a:pt x="1229954" y="517047"/>
                </a:lnTo>
                <a:moveTo>
                  <a:pt x="1417318" y="774462"/>
                </a:moveTo>
                <a:lnTo>
                  <a:pt x="1407148" y="785304"/>
                </a:lnTo>
                <a:moveTo>
                  <a:pt x="1293284" y="1020039"/>
                </a:moveTo>
                <a:lnTo>
                  <a:pt x="1228020" y="1023229"/>
                </a:lnTo>
                <a:moveTo>
                  <a:pt x="1429202" y="879692"/>
                </a:moveTo>
                <a:lnTo>
                  <a:pt x="1458311" y="858283"/>
                </a:lnTo>
                <a:moveTo>
                  <a:pt x="1941828" y="568472"/>
                </a:moveTo>
                <a:lnTo>
                  <a:pt x="1936938" y="543893"/>
                </a:lnTo>
                <a:moveTo>
                  <a:pt x="1440832" y="735111"/>
                </a:moveTo>
                <a:lnTo>
                  <a:pt x="1451185" y="689834"/>
                </a:lnTo>
                <a:moveTo>
                  <a:pt x="1262960" y="596418"/>
                </a:moveTo>
                <a:lnTo>
                  <a:pt x="1309008" y="600398"/>
                </a:lnTo>
                <a:moveTo>
                  <a:pt x="1368727" y="605343"/>
                </a:moveTo>
                <a:lnTo>
                  <a:pt x="1409325" y="624075"/>
                </a:lnTo>
                <a:moveTo>
                  <a:pt x="1165422" y="1059609"/>
                </a:moveTo>
                <a:lnTo>
                  <a:pt x="1203089" y="1079387"/>
                </a:lnTo>
                <a:moveTo>
                  <a:pt x="1156101" y="537862"/>
                </a:moveTo>
                <a:lnTo>
                  <a:pt x="1148159" y="479796"/>
                </a:lnTo>
                <a:moveTo>
                  <a:pt x="1943490" y="584713"/>
                </a:moveTo>
                <a:lnTo>
                  <a:pt x="1936938" y="543893"/>
                </a:lnTo>
                <a:moveTo>
                  <a:pt x="1409325" y="624075"/>
                </a:moveTo>
                <a:lnTo>
                  <a:pt x="1379169" y="582644"/>
                </a:lnTo>
                <a:moveTo>
                  <a:pt x="1241414" y="1141032"/>
                </a:moveTo>
                <a:lnTo>
                  <a:pt x="1237778" y="1135154"/>
                </a:lnTo>
                <a:moveTo>
                  <a:pt x="1291798" y="948541"/>
                </a:moveTo>
                <a:lnTo>
                  <a:pt x="1270074" y="940967"/>
                </a:lnTo>
                <a:moveTo>
                  <a:pt x="1379169" y="582644"/>
                </a:moveTo>
                <a:lnTo>
                  <a:pt x="1421776" y="596862"/>
                </a:lnTo>
                <a:moveTo>
                  <a:pt x="1085487" y="510516"/>
                </a:moveTo>
                <a:lnTo>
                  <a:pt x="1066181" y="517952"/>
                </a:lnTo>
                <a:moveTo>
                  <a:pt x="1249770" y="986384"/>
                </a:moveTo>
                <a:lnTo>
                  <a:pt x="1291798" y="948541"/>
                </a:lnTo>
                <a:moveTo>
                  <a:pt x="1348431" y="533122"/>
                </a:moveTo>
                <a:lnTo>
                  <a:pt x="1288047" y="521795"/>
                </a:lnTo>
                <a:moveTo>
                  <a:pt x="1434879" y="576783"/>
                </a:moveTo>
                <a:lnTo>
                  <a:pt x="1480824" y="593605"/>
                </a:lnTo>
                <a:moveTo>
                  <a:pt x="1249770" y="986384"/>
                </a:moveTo>
                <a:lnTo>
                  <a:pt x="1270074" y="940967"/>
                </a:lnTo>
                <a:moveTo>
                  <a:pt x="1126150" y="530514"/>
                </a:moveTo>
                <a:lnTo>
                  <a:pt x="1156101" y="537862"/>
                </a:lnTo>
                <a:moveTo>
                  <a:pt x="1211300" y="468174"/>
                </a:moveTo>
                <a:lnTo>
                  <a:pt x="1144929" y="474656"/>
                </a:lnTo>
                <a:moveTo>
                  <a:pt x="1187947" y="1001472"/>
                </a:moveTo>
                <a:lnTo>
                  <a:pt x="1249770" y="986384"/>
                </a:lnTo>
                <a:moveTo>
                  <a:pt x="1819973" y="595535"/>
                </a:moveTo>
                <a:lnTo>
                  <a:pt x="1869738" y="572828"/>
                </a:lnTo>
                <a:moveTo>
                  <a:pt x="1253805" y="1196551"/>
                </a:moveTo>
                <a:lnTo>
                  <a:pt x="1241414" y="1141032"/>
                </a:lnTo>
                <a:moveTo>
                  <a:pt x="1824026" y="586985"/>
                </a:moveTo>
                <a:lnTo>
                  <a:pt x="1869738" y="572828"/>
                </a:lnTo>
                <a:moveTo>
                  <a:pt x="1267993" y="1199001"/>
                </a:moveTo>
                <a:lnTo>
                  <a:pt x="1278521" y="1207680"/>
                </a:lnTo>
                <a:moveTo>
                  <a:pt x="1071363" y="499705"/>
                </a:moveTo>
                <a:lnTo>
                  <a:pt x="1066181" y="517952"/>
                </a:lnTo>
                <a:moveTo>
                  <a:pt x="1448119" y="681616"/>
                </a:moveTo>
                <a:lnTo>
                  <a:pt x="1450110" y="653534"/>
                </a:lnTo>
                <a:moveTo>
                  <a:pt x="1269180" y="831724"/>
                </a:moveTo>
                <a:lnTo>
                  <a:pt x="1306742" y="851540"/>
                </a:lnTo>
                <a:moveTo>
                  <a:pt x="1262960" y="596418"/>
                </a:moveTo>
                <a:lnTo>
                  <a:pt x="1219632" y="558898"/>
                </a:lnTo>
                <a:moveTo>
                  <a:pt x="1370752" y="918733"/>
                </a:moveTo>
                <a:lnTo>
                  <a:pt x="1403262" y="883849"/>
                </a:lnTo>
                <a:moveTo>
                  <a:pt x="1366781" y="619492"/>
                </a:moveTo>
                <a:lnTo>
                  <a:pt x="1315749" y="594330"/>
                </a:lnTo>
                <a:moveTo>
                  <a:pt x="1306742" y="851540"/>
                </a:moveTo>
                <a:lnTo>
                  <a:pt x="1330495" y="818390"/>
                </a:lnTo>
                <a:moveTo>
                  <a:pt x="1509799" y="816106"/>
                </a:moveTo>
                <a:lnTo>
                  <a:pt x="1541609" y="765069"/>
                </a:lnTo>
                <a:moveTo>
                  <a:pt x="1259558" y="1211322"/>
                </a:moveTo>
                <a:lnTo>
                  <a:pt x="1253805" y="1196551"/>
                </a:lnTo>
                <a:moveTo>
                  <a:pt x="1165422" y="1059609"/>
                </a:moveTo>
                <a:lnTo>
                  <a:pt x="1178625" y="1016728"/>
                </a:lnTo>
                <a:moveTo>
                  <a:pt x="1166567" y="1007450"/>
                </a:moveTo>
                <a:lnTo>
                  <a:pt x="1178625" y="1016728"/>
                </a:lnTo>
                <a:moveTo>
                  <a:pt x="1502852" y="597799"/>
                </a:moveTo>
                <a:lnTo>
                  <a:pt x="1480824" y="593605"/>
                </a:lnTo>
                <a:moveTo>
                  <a:pt x="1211300" y="468174"/>
                </a:moveTo>
                <a:lnTo>
                  <a:pt x="1253181" y="484551"/>
                </a:lnTo>
                <a:moveTo>
                  <a:pt x="1448119" y="681616"/>
                </a:moveTo>
                <a:lnTo>
                  <a:pt x="1505154" y="656313"/>
                </a:lnTo>
                <a:moveTo>
                  <a:pt x="1401319" y="798665"/>
                </a:moveTo>
                <a:lnTo>
                  <a:pt x="1407148" y="785304"/>
                </a:lnTo>
                <a:moveTo>
                  <a:pt x="1264590" y="936289"/>
                </a:moveTo>
                <a:lnTo>
                  <a:pt x="1273821" y="890507"/>
                </a:lnTo>
                <a:moveTo>
                  <a:pt x="1843259" y="658616"/>
                </a:moveTo>
                <a:lnTo>
                  <a:pt x="1856126" y="615855"/>
                </a:lnTo>
                <a:moveTo>
                  <a:pt x="1546637" y="698306"/>
                </a:moveTo>
                <a:lnTo>
                  <a:pt x="1538105" y="663613"/>
                </a:lnTo>
                <a:moveTo>
                  <a:pt x="1480824" y="593605"/>
                </a:moveTo>
                <a:lnTo>
                  <a:pt x="1491881" y="579273"/>
                </a:lnTo>
                <a:moveTo>
                  <a:pt x="1204425" y="1093412"/>
                </a:moveTo>
                <a:lnTo>
                  <a:pt x="1237778" y="1135154"/>
                </a:lnTo>
                <a:moveTo>
                  <a:pt x="1212231" y="547715"/>
                </a:moveTo>
                <a:lnTo>
                  <a:pt x="1174405" y="527930"/>
                </a:lnTo>
                <a:moveTo>
                  <a:pt x="1366781" y="619492"/>
                </a:moveTo>
                <a:lnTo>
                  <a:pt x="1309008" y="600398"/>
                </a:lnTo>
                <a:moveTo>
                  <a:pt x="1322093" y="955620"/>
                </a:moveTo>
                <a:lnTo>
                  <a:pt x="1291798" y="948541"/>
                </a:lnTo>
                <a:moveTo>
                  <a:pt x="1285791" y="995775"/>
                </a:moveTo>
                <a:lnTo>
                  <a:pt x="1291798" y="948541"/>
                </a:lnTo>
                <a:moveTo>
                  <a:pt x="1071363" y="499705"/>
                </a:moveTo>
                <a:lnTo>
                  <a:pt x="1050856" y="505893"/>
                </a:lnTo>
                <a:moveTo>
                  <a:pt x="1941828" y="568472"/>
                </a:moveTo>
                <a:lnTo>
                  <a:pt x="1884458" y="548179"/>
                </a:lnTo>
                <a:moveTo>
                  <a:pt x="1264590" y="936289"/>
                </a:moveTo>
                <a:lnTo>
                  <a:pt x="1270074" y="940967"/>
                </a:lnTo>
                <a:moveTo>
                  <a:pt x="1448119" y="681616"/>
                </a:moveTo>
                <a:lnTo>
                  <a:pt x="1451185" y="689834"/>
                </a:lnTo>
                <a:moveTo>
                  <a:pt x="1267993" y="1199001"/>
                </a:moveTo>
                <a:lnTo>
                  <a:pt x="1241414" y="1141032"/>
                </a:lnTo>
                <a:moveTo>
                  <a:pt x="1285791" y="995775"/>
                </a:moveTo>
                <a:lnTo>
                  <a:pt x="1249770" y="986384"/>
                </a:lnTo>
                <a:moveTo>
                  <a:pt x="1368097" y="552541"/>
                </a:moveTo>
                <a:lnTo>
                  <a:pt x="1338875" y="544608"/>
                </a:lnTo>
                <a:moveTo>
                  <a:pt x="1379169" y="582644"/>
                </a:moveTo>
                <a:lnTo>
                  <a:pt x="1434879" y="576783"/>
                </a:lnTo>
                <a:moveTo>
                  <a:pt x="1918587" y="638860"/>
                </a:moveTo>
                <a:lnTo>
                  <a:pt x="1943490" y="584713"/>
                </a:lnTo>
                <a:moveTo>
                  <a:pt x="1796789" y="641981"/>
                </a:moveTo>
                <a:lnTo>
                  <a:pt x="1856126" y="615855"/>
                </a:lnTo>
                <a:moveTo>
                  <a:pt x="1843259" y="658616"/>
                </a:moveTo>
                <a:lnTo>
                  <a:pt x="1898296" y="647970"/>
                </a:lnTo>
                <a:moveTo>
                  <a:pt x="1407773" y="638514"/>
                </a:moveTo>
                <a:lnTo>
                  <a:pt x="1368727" y="605343"/>
                </a:lnTo>
                <a:moveTo>
                  <a:pt x="1108294" y="460803"/>
                </a:moveTo>
                <a:lnTo>
                  <a:pt x="1144929" y="474656"/>
                </a:lnTo>
                <a:moveTo>
                  <a:pt x="1166567" y="1007450"/>
                </a:moveTo>
                <a:lnTo>
                  <a:pt x="1187947" y="1001472"/>
                </a:lnTo>
                <a:moveTo>
                  <a:pt x="1547448" y="717759"/>
                </a:moveTo>
                <a:lnTo>
                  <a:pt x="1546637" y="698306"/>
                </a:lnTo>
                <a:moveTo>
                  <a:pt x="1193743" y="520400"/>
                </a:moveTo>
                <a:lnTo>
                  <a:pt x="1174405" y="527930"/>
                </a:lnTo>
                <a:moveTo>
                  <a:pt x="1072968" y="406799"/>
                </a:moveTo>
                <a:lnTo>
                  <a:pt x="1106544" y="447879"/>
                </a:lnTo>
                <a:moveTo>
                  <a:pt x="1259558" y="1211322"/>
                </a:moveTo>
                <a:lnTo>
                  <a:pt x="1267993" y="1199001"/>
                </a:lnTo>
                <a:moveTo>
                  <a:pt x="1309857" y="506910"/>
                </a:moveTo>
                <a:lnTo>
                  <a:pt x="1288047" y="521795"/>
                </a:lnTo>
                <a:moveTo>
                  <a:pt x="1253805" y="1196551"/>
                </a:moveTo>
                <a:lnTo>
                  <a:pt x="1267993" y="1199001"/>
                </a:lnTo>
                <a:moveTo>
                  <a:pt x="1035341" y="433545"/>
                </a:moveTo>
                <a:lnTo>
                  <a:pt x="1033936" y="448334"/>
                </a:lnTo>
                <a:moveTo>
                  <a:pt x="1241414" y="1141032"/>
                </a:moveTo>
                <a:lnTo>
                  <a:pt x="1310557" y="1107468"/>
                </a:lnTo>
                <a:moveTo>
                  <a:pt x="1473706" y="865252"/>
                </a:moveTo>
                <a:lnTo>
                  <a:pt x="1487540" y="856022"/>
                </a:lnTo>
                <a:moveTo>
                  <a:pt x="1227699" y="560350"/>
                </a:moveTo>
                <a:lnTo>
                  <a:pt x="1219632" y="558898"/>
                </a:lnTo>
                <a:moveTo>
                  <a:pt x="1050856" y="505893"/>
                </a:moveTo>
                <a:lnTo>
                  <a:pt x="1049978" y="475185"/>
                </a:lnTo>
                <a:moveTo>
                  <a:pt x="1241414" y="1141032"/>
                </a:moveTo>
                <a:lnTo>
                  <a:pt x="1290885" y="1152659"/>
                </a:lnTo>
                <a:moveTo>
                  <a:pt x="1330495" y="818390"/>
                </a:moveTo>
                <a:lnTo>
                  <a:pt x="1358019" y="813121"/>
                </a:lnTo>
                <a:moveTo>
                  <a:pt x="1368727" y="605343"/>
                </a:moveTo>
                <a:lnTo>
                  <a:pt x="1379169" y="582644"/>
                </a:lnTo>
                <a:moveTo>
                  <a:pt x="1338875" y="544608"/>
                </a:moveTo>
                <a:lnTo>
                  <a:pt x="1348431" y="533122"/>
                </a:lnTo>
                <a:moveTo>
                  <a:pt x="1148159" y="479796"/>
                </a:moveTo>
                <a:lnTo>
                  <a:pt x="1211300" y="468174"/>
                </a:lnTo>
                <a:moveTo>
                  <a:pt x="1135407" y="522516"/>
                </a:moveTo>
                <a:lnTo>
                  <a:pt x="1156101" y="537862"/>
                </a:lnTo>
                <a:moveTo>
                  <a:pt x="1379169" y="582644"/>
                </a:moveTo>
                <a:lnTo>
                  <a:pt x="1368097" y="552541"/>
                </a:lnTo>
                <a:moveTo>
                  <a:pt x="1158881" y="1053928"/>
                </a:moveTo>
                <a:lnTo>
                  <a:pt x="1178625" y="1016728"/>
                </a:lnTo>
                <a:moveTo>
                  <a:pt x="1035341" y="433545"/>
                </a:moveTo>
                <a:lnTo>
                  <a:pt x="1034309" y="471803"/>
                </a:lnTo>
                <a:moveTo>
                  <a:pt x="1049978" y="475185"/>
                </a:moveTo>
                <a:lnTo>
                  <a:pt x="1034309" y="471803"/>
                </a:lnTo>
                <a:moveTo>
                  <a:pt x="1819973" y="595535"/>
                </a:moveTo>
                <a:lnTo>
                  <a:pt x="1856126" y="615855"/>
                </a:lnTo>
                <a:moveTo>
                  <a:pt x="1859513" y="662199"/>
                </a:moveTo>
                <a:lnTo>
                  <a:pt x="1898296" y="647970"/>
                </a:lnTo>
                <a:moveTo>
                  <a:pt x="1306742" y="851540"/>
                </a:moveTo>
                <a:lnTo>
                  <a:pt x="1291534" y="793330"/>
                </a:lnTo>
                <a:moveTo>
                  <a:pt x="1502852" y="597799"/>
                </a:moveTo>
                <a:lnTo>
                  <a:pt x="1491881" y="579273"/>
                </a:lnTo>
                <a:moveTo>
                  <a:pt x="1525492" y="807750"/>
                </a:moveTo>
                <a:lnTo>
                  <a:pt x="1509799" y="816106"/>
                </a:lnTo>
                <a:moveTo>
                  <a:pt x="1401319" y="798665"/>
                </a:moveTo>
                <a:lnTo>
                  <a:pt x="1385187" y="796661"/>
                </a:lnTo>
                <a:moveTo>
                  <a:pt x="1204425" y="1093412"/>
                </a:moveTo>
                <a:lnTo>
                  <a:pt x="1165422" y="1059609"/>
                </a:lnTo>
                <a:moveTo>
                  <a:pt x="1906646" y="532169"/>
                </a:moveTo>
                <a:lnTo>
                  <a:pt x="1884458" y="548179"/>
                </a:lnTo>
                <a:moveTo>
                  <a:pt x="1212231" y="547715"/>
                </a:moveTo>
                <a:lnTo>
                  <a:pt x="1219632" y="558898"/>
                </a:lnTo>
                <a:moveTo>
                  <a:pt x="1293284" y="1020039"/>
                </a:moveTo>
                <a:lnTo>
                  <a:pt x="1285791" y="995775"/>
                </a:lnTo>
                <a:moveTo>
                  <a:pt x="1210626" y="967133"/>
                </a:moveTo>
                <a:lnTo>
                  <a:pt x="1270074" y="940967"/>
                </a:lnTo>
                <a:moveTo>
                  <a:pt x="1302848" y="1053395"/>
                </a:moveTo>
                <a:lnTo>
                  <a:pt x="1293284" y="1020039"/>
                </a:lnTo>
                <a:moveTo>
                  <a:pt x="1210626" y="967133"/>
                </a:moveTo>
                <a:lnTo>
                  <a:pt x="1249770" y="986384"/>
                </a:lnTo>
                <a:moveTo>
                  <a:pt x="1187947" y="1001472"/>
                </a:moveTo>
                <a:lnTo>
                  <a:pt x="1210626" y="967133"/>
                </a:lnTo>
                <a:moveTo>
                  <a:pt x="1012216" y="273314"/>
                </a:moveTo>
                <a:lnTo>
                  <a:pt x="1018286" y="278759"/>
                </a:lnTo>
                <a:moveTo>
                  <a:pt x="1322093" y="955620"/>
                </a:moveTo>
                <a:lnTo>
                  <a:pt x="1370752" y="918733"/>
                </a:lnTo>
                <a:moveTo>
                  <a:pt x="1256440" y="874440"/>
                </a:moveTo>
                <a:lnTo>
                  <a:pt x="1306742" y="851540"/>
                </a:lnTo>
                <a:moveTo>
                  <a:pt x="1368097" y="552541"/>
                </a:moveTo>
                <a:lnTo>
                  <a:pt x="1348431" y="533122"/>
                </a:lnTo>
                <a:moveTo>
                  <a:pt x="1156101" y="537862"/>
                </a:moveTo>
                <a:lnTo>
                  <a:pt x="1193743" y="520400"/>
                </a:lnTo>
                <a:moveTo>
                  <a:pt x="1544481" y="713664"/>
                </a:moveTo>
                <a:lnTo>
                  <a:pt x="1546637" y="698306"/>
                </a:lnTo>
                <a:moveTo>
                  <a:pt x="1016200" y="293752"/>
                </a:moveTo>
                <a:lnTo>
                  <a:pt x="1018286" y="278759"/>
                </a:lnTo>
                <a:moveTo>
                  <a:pt x="1366781" y="619492"/>
                </a:moveTo>
                <a:lnTo>
                  <a:pt x="1407773" y="638514"/>
                </a:lnTo>
                <a:moveTo>
                  <a:pt x="1480824" y="593605"/>
                </a:moveTo>
                <a:lnTo>
                  <a:pt x="1449757" y="563621"/>
                </a:lnTo>
                <a:moveTo>
                  <a:pt x="1108294" y="460803"/>
                </a:moveTo>
                <a:lnTo>
                  <a:pt x="1106544" y="447879"/>
                </a:lnTo>
                <a:moveTo>
                  <a:pt x="1429202" y="879692"/>
                </a:moveTo>
                <a:lnTo>
                  <a:pt x="1403655" y="883610"/>
                </a:lnTo>
                <a:moveTo>
                  <a:pt x="1541609" y="765069"/>
                </a:moveTo>
                <a:lnTo>
                  <a:pt x="1547448" y="717759"/>
                </a:lnTo>
                <a:moveTo>
                  <a:pt x="1544481" y="713664"/>
                </a:moveTo>
                <a:lnTo>
                  <a:pt x="1547448" y="717759"/>
                </a:lnTo>
                <a:moveTo>
                  <a:pt x="1924044" y="625896"/>
                </a:moveTo>
                <a:lnTo>
                  <a:pt x="1918587" y="638860"/>
                </a:lnTo>
                <a:moveTo>
                  <a:pt x="1267993" y="1199001"/>
                </a:moveTo>
                <a:lnTo>
                  <a:pt x="1290885" y="1152659"/>
                </a:lnTo>
                <a:moveTo>
                  <a:pt x="1135407" y="522516"/>
                </a:moveTo>
                <a:lnTo>
                  <a:pt x="1148159" y="479796"/>
                </a:lnTo>
                <a:moveTo>
                  <a:pt x="1824026" y="586985"/>
                </a:moveTo>
                <a:lnTo>
                  <a:pt x="1856474" y="560952"/>
                </a:lnTo>
                <a:moveTo>
                  <a:pt x="1417318" y="774462"/>
                </a:moveTo>
                <a:lnTo>
                  <a:pt x="1440832" y="735111"/>
                </a:lnTo>
                <a:moveTo>
                  <a:pt x="1108294" y="460803"/>
                </a:moveTo>
                <a:lnTo>
                  <a:pt x="1148159" y="479796"/>
                </a:lnTo>
                <a:moveTo>
                  <a:pt x="1366781" y="619492"/>
                </a:moveTo>
                <a:lnTo>
                  <a:pt x="1368727" y="605343"/>
                </a:lnTo>
                <a:moveTo>
                  <a:pt x="1921920" y="627691"/>
                </a:moveTo>
                <a:lnTo>
                  <a:pt x="1918587" y="638860"/>
                </a:lnTo>
                <a:moveTo>
                  <a:pt x="1322052" y="611588"/>
                </a:moveTo>
                <a:lnTo>
                  <a:pt x="1309008" y="600398"/>
                </a:lnTo>
                <a:moveTo>
                  <a:pt x="1309521" y="1106339"/>
                </a:moveTo>
                <a:lnTo>
                  <a:pt x="1302848" y="1053395"/>
                </a:lnTo>
                <a:moveTo>
                  <a:pt x="1085487" y="510516"/>
                </a:moveTo>
                <a:lnTo>
                  <a:pt x="1126150" y="530514"/>
                </a:lnTo>
                <a:moveTo>
                  <a:pt x="1227699" y="560350"/>
                </a:moveTo>
                <a:lnTo>
                  <a:pt x="1262960" y="596418"/>
                </a:lnTo>
                <a:moveTo>
                  <a:pt x="1796789" y="641981"/>
                </a:moveTo>
                <a:lnTo>
                  <a:pt x="1843259" y="658616"/>
                </a:lnTo>
                <a:moveTo>
                  <a:pt x="1135407" y="522516"/>
                </a:moveTo>
                <a:lnTo>
                  <a:pt x="1126150" y="530514"/>
                </a:lnTo>
                <a:moveTo>
                  <a:pt x="1434879" y="576783"/>
                </a:moveTo>
                <a:lnTo>
                  <a:pt x="1449757" y="563621"/>
                </a:lnTo>
                <a:moveTo>
                  <a:pt x="1166261" y="1065981"/>
                </a:moveTo>
                <a:lnTo>
                  <a:pt x="1204425" y="1093412"/>
                </a:lnTo>
                <a:moveTo>
                  <a:pt x="1420772" y="881754"/>
                </a:moveTo>
                <a:lnTo>
                  <a:pt x="1403655" y="883610"/>
                </a:lnTo>
                <a:moveTo>
                  <a:pt x="1420772" y="881754"/>
                </a:moveTo>
                <a:lnTo>
                  <a:pt x="1403262" y="883849"/>
                </a:lnTo>
                <a:moveTo>
                  <a:pt x="1256440" y="874440"/>
                </a:moveTo>
                <a:lnTo>
                  <a:pt x="1273821" y="890507"/>
                </a:lnTo>
                <a:moveTo>
                  <a:pt x="1290885" y="1152659"/>
                </a:moveTo>
                <a:lnTo>
                  <a:pt x="1310557" y="1107468"/>
                </a:lnTo>
                <a:moveTo>
                  <a:pt x="1309521" y="1106339"/>
                </a:moveTo>
                <a:lnTo>
                  <a:pt x="1310557" y="1107468"/>
                </a:lnTo>
                <a:moveTo>
                  <a:pt x="1089604" y="505643"/>
                </a:moveTo>
                <a:lnTo>
                  <a:pt x="1148159" y="479796"/>
                </a:lnTo>
                <a:moveTo>
                  <a:pt x="1265702" y="497296"/>
                </a:moveTo>
                <a:lnTo>
                  <a:pt x="1288047" y="521795"/>
                </a:lnTo>
                <a:moveTo>
                  <a:pt x="1859513" y="662199"/>
                </a:moveTo>
                <a:lnTo>
                  <a:pt x="1843259" y="658616"/>
                </a:lnTo>
                <a:moveTo>
                  <a:pt x="1491853" y="589666"/>
                </a:moveTo>
                <a:lnTo>
                  <a:pt x="1502852" y="597799"/>
                </a:lnTo>
                <a:moveTo>
                  <a:pt x="1221248" y="952408"/>
                </a:moveTo>
                <a:lnTo>
                  <a:pt x="1270074" y="940967"/>
                </a:lnTo>
                <a:moveTo>
                  <a:pt x="1166261" y="1065981"/>
                </a:moveTo>
                <a:lnTo>
                  <a:pt x="1165422" y="1059609"/>
                </a:lnTo>
                <a:moveTo>
                  <a:pt x="1166567" y="1007450"/>
                </a:moveTo>
                <a:lnTo>
                  <a:pt x="1210626" y="967133"/>
                </a:lnTo>
                <a:moveTo>
                  <a:pt x="1193743" y="520400"/>
                </a:moveTo>
                <a:lnTo>
                  <a:pt x="1148159" y="479796"/>
                </a:lnTo>
                <a:moveTo>
                  <a:pt x="1521994" y="650298"/>
                </a:moveTo>
                <a:lnTo>
                  <a:pt x="1538105" y="663613"/>
                </a:lnTo>
                <a:moveTo>
                  <a:pt x="1448689" y="673288"/>
                </a:moveTo>
                <a:lnTo>
                  <a:pt x="1450110" y="653534"/>
                </a:lnTo>
                <a:moveTo>
                  <a:pt x="1178625" y="482643"/>
                </a:moveTo>
                <a:lnTo>
                  <a:pt x="1148159" y="479796"/>
                </a:lnTo>
                <a:moveTo>
                  <a:pt x="1158881" y="1053928"/>
                </a:moveTo>
                <a:lnTo>
                  <a:pt x="1165422" y="1059609"/>
                </a:lnTo>
                <a:moveTo>
                  <a:pt x="1491853" y="589666"/>
                </a:moveTo>
                <a:lnTo>
                  <a:pt x="1491881" y="579273"/>
                </a:lnTo>
                <a:moveTo>
                  <a:pt x="1158881" y="1053928"/>
                </a:moveTo>
                <a:lnTo>
                  <a:pt x="1166567" y="1007450"/>
                </a:lnTo>
                <a:moveTo>
                  <a:pt x="1358019" y="813121"/>
                </a:moveTo>
                <a:lnTo>
                  <a:pt x="1401319" y="798665"/>
                </a:lnTo>
                <a:moveTo>
                  <a:pt x="1521994" y="650298"/>
                </a:moveTo>
                <a:lnTo>
                  <a:pt x="1546637" y="698306"/>
                </a:lnTo>
                <a:moveTo>
                  <a:pt x="1016200" y="293752"/>
                </a:moveTo>
                <a:lnTo>
                  <a:pt x="1012216" y="273314"/>
                </a:lnTo>
                <a:moveTo>
                  <a:pt x="1487540" y="856022"/>
                </a:moveTo>
                <a:lnTo>
                  <a:pt x="1525492" y="807750"/>
                </a:lnTo>
                <a:moveTo>
                  <a:pt x="1541609" y="765069"/>
                </a:moveTo>
                <a:lnTo>
                  <a:pt x="1544481" y="713664"/>
                </a:lnTo>
                <a:moveTo>
                  <a:pt x="1425374" y="636148"/>
                </a:moveTo>
                <a:lnTo>
                  <a:pt x="1450110" y="653534"/>
                </a:lnTo>
                <a:moveTo>
                  <a:pt x="1449757" y="563621"/>
                </a:moveTo>
                <a:lnTo>
                  <a:pt x="1491881" y="579273"/>
                </a:lnTo>
                <a:moveTo>
                  <a:pt x="1921920" y="627691"/>
                </a:moveTo>
                <a:lnTo>
                  <a:pt x="1898296" y="647970"/>
                </a:lnTo>
                <a:moveTo>
                  <a:pt x="1241414" y="1141032"/>
                </a:moveTo>
                <a:lnTo>
                  <a:pt x="1262513" y="1111571"/>
                </a:lnTo>
                <a:moveTo>
                  <a:pt x="1796789" y="641981"/>
                </a:moveTo>
                <a:lnTo>
                  <a:pt x="1819973" y="595535"/>
                </a:lnTo>
                <a:moveTo>
                  <a:pt x="1262513" y="1111571"/>
                </a:moveTo>
                <a:lnTo>
                  <a:pt x="1237778" y="1135154"/>
                </a:lnTo>
                <a:moveTo>
                  <a:pt x="1326523" y="971160"/>
                </a:moveTo>
                <a:lnTo>
                  <a:pt x="1291798" y="948541"/>
                </a:lnTo>
                <a:moveTo>
                  <a:pt x="1283916" y="584072"/>
                </a:moveTo>
                <a:lnTo>
                  <a:pt x="1309008" y="600398"/>
                </a:lnTo>
                <a:moveTo>
                  <a:pt x="1178625" y="482643"/>
                </a:moveTo>
                <a:lnTo>
                  <a:pt x="1211300" y="468174"/>
                </a:lnTo>
                <a:moveTo>
                  <a:pt x="1012216" y="273314"/>
                </a:moveTo>
                <a:lnTo>
                  <a:pt x="1026598" y="275790"/>
                </a:lnTo>
                <a:moveTo>
                  <a:pt x="1461765" y="729115"/>
                </a:moveTo>
                <a:lnTo>
                  <a:pt x="1451185" y="689834"/>
                </a:lnTo>
                <a:moveTo>
                  <a:pt x="1265702" y="497296"/>
                </a:moveTo>
                <a:lnTo>
                  <a:pt x="1253181" y="484551"/>
                </a:lnTo>
                <a:moveTo>
                  <a:pt x="1390677" y="812405"/>
                </a:moveTo>
                <a:lnTo>
                  <a:pt x="1358019" y="813121"/>
                </a:lnTo>
                <a:moveTo>
                  <a:pt x="1221248" y="952408"/>
                </a:moveTo>
                <a:lnTo>
                  <a:pt x="1264590" y="936289"/>
                </a:lnTo>
                <a:moveTo>
                  <a:pt x="1341178" y="955355"/>
                </a:moveTo>
                <a:lnTo>
                  <a:pt x="1322093" y="955620"/>
                </a:lnTo>
                <a:moveTo>
                  <a:pt x="1309857" y="506910"/>
                </a:moveTo>
                <a:lnTo>
                  <a:pt x="1348431" y="533122"/>
                </a:lnTo>
                <a:moveTo>
                  <a:pt x="1858195" y="535335"/>
                </a:moveTo>
                <a:lnTo>
                  <a:pt x="1884458" y="548179"/>
                </a:lnTo>
                <a:moveTo>
                  <a:pt x="1269180" y="831724"/>
                </a:moveTo>
                <a:lnTo>
                  <a:pt x="1291534" y="793330"/>
                </a:lnTo>
                <a:moveTo>
                  <a:pt x="1943490" y="584713"/>
                </a:moveTo>
                <a:lnTo>
                  <a:pt x="1941828" y="568472"/>
                </a:lnTo>
                <a:moveTo>
                  <a:pt x="1291534" y="793330"/>
                </a:moveTo>
                <a:lnTo>
                  <a:pt x="1330495" y="818390"/>
                </a:lnTo>
                <a:moveTo>
                  <a:pt x="1016200" y="293752"/>
                </a:moveTo>
                <a:lnTo>
                  <a:pt x="1026598" y="275790"/>
                </a:lnTo>
                <a:moveTo>
                  <a:pt x="1035341" y="433545"/>
                </a:moveTo>
                <a:lnTo>
                  <a:pt x="1072968" y="406799"/>
                </a:lnTo>
                <a:moveTo>
                  <a:pt x="1840221" y="679766"/>
                </a:moveTo>
                <a:lnTo>
                  <a:pt x="1843259" y="658616"/>
                </a:lnTo>
                <a:moveTo>
                  <a:pt x="1227699" y="560350"/>
                </a:moveTo>
                <a:lnTo>
                  <a:pt x="1212231" y="547715"/>
                </a:lnTo>
                <a:moveTo>
                  <a:pt x="1166261" y="1065981"/>
                </a:moveTo>
                <a:lnTo>
                  <a:pt x="1158881" y="1053928"/>
                </a:lnTo>
                <a:moveTo>
                  <a:pt x="1085487" y="510516"/>
                </a:moveTo>
                <a:lnTo>
                  <a:pt x="1135407" y="522516"/>
                </a:lnTo>
                <a:moveTo>
                  <a:pt x="1341178" y="955355"/>
                </a:moveTo>
                <a:lnTo>
                  <a:pt x="1370752" y="918733"/>
                </a:lnTo>
                <a:moveTo>
                  <a:pt x="1429202" y="879692"/>
                </a:moveTo>
                <a:lnTo>
                  <a:pt x="1473706" y="865252"/>
                </a:lnTo>
                <a:moveTo>
                  <a:pt x="1819973" y="595535"/>
                </a:moveTo>
                <a:lnTo>
                  <a:pt x="1824026" y="586985"/>
                </a:lnTo>
                <a:moveTo>
                  <a:pt x="1256440" y="874440"/>
                </a:moveTo>
                <a:lnTo>
                  <a:pt x="1269180" y="831724"/>
                </a:lnTo>
                <a:moveTo>
                  <a:pt x="1408420" y="555276"/>
                </a:moveTo>
                <a:lnTo>
                  <a:pt x="1434879" y="576783"/>
                </a:lnTo>
                <a:moveTo>
                  <a:pt x="1544481" y="713664"/>
                </a:moveTo>
                <a:lnTo>
                  <a:pt x="1521994" y="650298"/>
                </a:lnTo>
                <a:moveTo>
                  <a:pt x="1085487" y="510516"/>
                </a:moveTo>
                <a:lnTo>
                  <a:pt x="1071363" y="499705"/>
                </a:lnTo>
                <a:moveTo>
                  <a:pt x="1850074" y="546619"/>
                </a:moveTo>
                <a:lnTo>
                  <a:pt x="1856474" y="560952"/>
                </a:lnTo>
                <a:moveTo>
                  <a:pt x="1085487" y="510516"/>
                </a:moveTo>
                <a:lnTo>
                  <a:pt x="1089604" y="505643"/>
                </a:lnTo>
                <a:moveTo>
                  <a:pt x="1785156" y="684301"/>
                </a:moveTo>
                <a:lnTo>
                  <a:pt x="1843259" y="658616"/>
                </a:lnTo>
                <a:moveTo>
                  <a:pt x="1089604" y="505643"/>
                </a:moveTo>
                <a:lnTo>
                  <a:pt x="1135407" y="522516"/>
                </a:lnTo>
                <a:moveTo>
                  <a:pt x="1840221" y="679766"/>
                </a:moveTo>
                <a:lnTo>
                  <a:pt x="1859513" y="662199"/>
                </a:lnTo>
                <a:moveTo>
                  <a:pt x="1089604" y="505643"/>
                </a:moveTo>
                <a:lnTo>
                  <a:pt x="1108294" y="460803"/>
                </a:lnTo>
                <a:moveTo>
                  <a:pt x="1525492" y="807750"/>
                </a:moveTo>
                <a:lnTo>
                  <a:pt x="1541609" y="765069"/>
                </a:lnTo>
                <a:moveTo>
                  <a:pt x="1370752" y="918733"/>
                </a:moveTo>
                <a:lnTo>
                  <a:pt x="1420772" y="881754"/>
                </a:lnTo>
                <a:moveTo>
                  <a:pt x="1071305" y="440782"/>
                </a:moveTo>
                <a:lnTo>
                  <a:pt x="1106544" y="447879"/>
                </a:lnTo>
                <a:moveTo>
                  <a:pt x="1326523" y="971160"/>
                </a:moveTo>
                <a:lnTo>
                  <a:pt x="1322093" y="955620"/>
                </a:lnTo>
                <a:moveTo>
                  <a:pt x="1356371" y="538359"/>
                </a:moveTo>
                <a:lnTo>
                  <a:pt x="1379169" y="582644"/>
                </a:lnTo>
                <a:moveTo>
                  <a:pt x="1906646" y="532169"/>
                </a:moveTo>
                <a:lnTo>
                  <a:pt x="1941828" y="568472"/>
                </a:lnTo>
                <a:moveTo>
                  <a:pt x="1356371" y="538359"/>
                </a:moveTo>
                <a:lnTo>
                  <a:pt x="1368097" y="552541"/>
                </a:lnTo>
                <a:moveTo>
                  <a:pt x="1231163" y="812070"/>
                </a:moveTo>
                <a:lnTo>
                  <a:pt x="1269180" y="831724"/>
                </a:lnTo>
                <a:moveTo>
                  <a:pt x="1451695" y="570777"/>
                </a:moveTo>
                <a:lnTo>
                  <a:pt x="1491881" y="579273"/>
                </a:lnTo>
                <a:moveTo>
                  <a:pt x="1307613" y="990179"/>
                </a:moveTo>
                <a:lnTo>
                  <a:pt x="1291798" y="948541"/>
                </a:lnTo>
                <a:moveTo>
                  <a:pt x="1757466" y="622794"/>
                </a:moveTo>
                <a:lnTo>
                  <a:pt x="1796789" y="641981"/>
                </a:lnTo>
                <a:moveTo>
                  <a:pt x="1940421" y="580815"/>
                </a:moveTo>
                <a:lnTo>
                  <a:pt x="1941828" y="568472"/>
                </a:lnTo>
                <a:moveTo>
                  <a:pt x="1808931" y="589482"/>
                </a:moveTo>
                <a:lnTo>
                  <a:pt x="1819973" y="595535"/>
                </a:lnTo>
                <a:moveTo>
                  <a:pt x="1227699" y="560350"/>
                </a:moveTo>
                <a:lnTo>
                  <a:pt x="1235994" y="553054"/>
                </a:lnTo>
                <a:moveTo>
                  <a:pt x="1785156" y="684301"/>
                </a:moveTo>
                <a:lnTo>
                  <a:pt x="1796789" y="641981"/>
                </a:lnTo>
                <a:moveTo>
                  <a:pt x="1212231" y="547715"/>
                </a:moveTo>
                <a:lnTo>
                  <a:pt x="1193743" y="520400"/>
                </a:lnTo>
                <a:moveTo>
                  <a:pt x="1210626" y="967133"/>
                </a:moveTo>
                <a:lnTo>
                  <a:pt x="1221248" y="952408"/>
                </a:lnTo>
                <a:moveTo>
                  <a:pt x="1501546" y="846907"/>
                </a:moveTo>
                <a:lnTo>
                  <a:pt x="1487540" y="856022"/>
                </a:lnTo>
                <a:moveTo>
                  <a:pt x="1521994" y="650298"/>
                </a:moveTo>
                <a:lnTo>
                  <a:pt x="1491853" y="589666"/>
                </a:lnTo>
                <a:moveTo>
                  <a:pt x="1808931" y="589482"/>
                </a:moveTo>
                <a:lnTo>
                  <a:pt x="1824026" y="586985"/>
                </a:lnTo>
                <a:moveTo>
                  <a:pt x="1262513" y="1111571"/>
                </a:moveTo>
                <a:lnTo>
                  <a:pt x="1310557" y="1107468"/>
                </a:lnTo>
                <a:moveTo>
                  <a:pt x="1461765" y="729115"/>
                </a:moveTo>
                <a:lnTo>
                  <a:pt x="1440832" y="735111"/>
                </a:lnTo>
                <a:moveTo>
                  <a:pt x="1071363" y="499705"/>
                </a:moveTo>
                <a:lnTo>
                  <a:pt x="1089604" y="505643"/>
                </a:lnTo>
                <a:moveTo>
                  <a:pt x="1940421" y="580815"/>
                </a:moveTo>
                <a:lnTo>
                  <a:pt x="1943490" y="584713"/>
                </a:lnTo>
                <a:moveTo>
                  <a:pt x="1425374" y="636148"/>
                </a:moveTo>
                <a:lnTo>
                  <a:pt x="1407773" y="638514"/>
                </a:lnTo>
                <a:moveTo>
                  <a:pt x="1401319" y="798665"/>
                </a:moveTo>
                <a:lnTo>
                  <a:pt x="1417318" y="774462"/>
                </a:lnTo>
                <a:moveTo>
                  <a:pt x="1262513" y="1111571"/>
                </a:moveTo>
                <a:lnTo>
                  <a:pt x="1309521" y="1106339"/>
                </a:lnTo>
                <a:moveTo>
                  <a:pt x="1495242" y="851183"/>
                </a:moveTo>
                <a:lnTo>
                  <a:pt x="1487540" y="856022"/>
                </a:lnTo>
                <a:moveTo>
                  <a:pt x="1356371" y="538359"/>
                </a:moveTo>
                <a:lnTo>
                  <a:pt x="1348431" y="533122"/>
                </a:lnTo>
                <a:moveTo>
                  <a:pt x="1269180" y="831724"/>
                </a:moveTo>
                <a:lnTo>
                  <a:pt x="1251770" y="770655"/>
                </a:lnTo>
                <a:moveTo>
                  <a:pt x="1856474" y="560952"/>
                </a:moveTo>
                <a:lnTo>
                  <a:pt x="1858195" y="535335"/>
                </a:lnTo>
                <a:moveTo>
                  <a:pt x="1218809" y="1100616"/>
                </a:moveTo>
                <a:lnTo>
                  <a:pt x="1237778" y="1135154"/>
                </a:lnTo>
                <a:moveTo>
                  <a:pt x="1297304" y="1040804"/>
                </a:moveTo>
                <a:lnTo>
                  <a:pt x="1293284" y="1020039"/>
                </a:lnTo>
                <a:moveTo>
                  <a:pt x="1193743" y="520400"/>
                </a:moveTo>
                <a:lnTo>
                  <a:pt x="1178625" y="482643"/>
                </a:lnTo>
                <a:moveTo>
                  <a:pt x="1212231" y="547715"/>
                </a:moveTo>
                <a:lnTo>
                  <a:pt x="1235994" y="553054"/>
                </a:lnTo>
                <a:moveTo>
                  <a:pt x="1265702" y="497296"/>
                </a:moveTo>
                <a:lnTo>
                  <a:pt x="1211300" y="468174"/>
                </a:lnTo>
                <a:moveTo>
                  <a:pt x="1386884" y="598858"/>
                </a:moveTo>
                <a:lnTo>
                  <a:pt x="1379169" y="582644"/>
                </a:lnTo>
                <a:moveTo>
                  <a:pt x="1859513" y="662199"/>
                </a:moveTo>
                <a:lnTo>
                  <a:pt x="1921920" y="627691"/>
                </a:lnTo>
                <a:moveTo>
                  <a:pt x="1297304" y="1040804"/>
                </a:moveTo>
                <a:lnTo>
                  <a:pt x="1302848" y="1053395"/>
                </a:lnTo>
                <a:moveTo>
                  <a:pt x="1757466" y="622794"/>
                </a:moveTo>
                <a:lnTo>
                  <a:pt x="1819973" y="595535"/>
                </a:lnTo>
                <a:moveTo>
                  <a:pt x="1322052" y="611588"/>
                </a:moveTo>
                <a:lnTo>
                  <a:pt x="1366781" y="619492"/>
                </a:lnTo>
                <a:moveTo>
                  <a:pt x="1071363" y="499705"/>
                </a:moveTo>
                <a:lnTo>
                  <a:pt x="1049978" y="475185"/>
                </a:lnTo>
                <a:moveTo>
                  <a:pt x="1071305" y="440782"/>
                </a:moveTo>
                <a:lnTo>
                  <a:pt x="1072968" y="406799"/>
                </a:lnTo>
                <a:moveTo>
                  <a:pt x="1089604" y="505643"/>
                </a:moveTo>
                <a:lnTo>
                  <a:pt x="1049978" y="475185"/>
                </a:lnTo>
                <a:moveTo>
                  <a:pt x="1740387" y="667059"/>
                </a:moveTo>
                <a:lnTo>
                  <a:pt x="1796789" y="641981"/>
                </a:lnTo>
                <a:moveTo>
                  <a:pt x="1924044" y="625896"/>
                </a:moveTo>
                <a:lnTo>
                  <a:pt x="1943490" y="584713"/>
                </a:lnTo>
                <a:moveTo>
                  <a:pt x="1261603" y="919522"/>
                </a:moveTo>
                <a:lnTo>
                  <a:pt x="1273821" y="890507"/>
                </a:lnTo>
                <a:moveTo>
                  <a:pt x="1207767" y="960641"/>
                </a:moveTo>
                <a:lnTo>
                  <a:pt x="1210626" y="967133"/>
                </a:lnTo>
                <a:moveTo>
                  <a:pt x="1534525" y="755385"/>
                </a:moveTo>
                <a:lnTo>
                  <a:pt x="1541609" y="765069"/>
                </a:lnTo>
                <a:moveTo>
                  <a:pt x="1534525" y="755385"/>
                </a:moveTo>
                <a:lnTo>
                  <a:pt x="1544481" y="713664"/>
                </a:lnTo>
                <a:moveTo>
                  <a:pt x="1393890" y="598672"/>
                </a:moveTo>
                <a:lnTo>
                  <a:pt x="1434879" y="576783"/>
                </a:lnTo>
                <a:moveTo>
                  <a:pt x="1283916" y="584072"/>
                </a:moveTo>
                <a:lnTo>
                  <a:pt x="1262960" y="596418"/>
                </a:lnTo>
                <a:moveTo>
                  <a:pt x="1455803" y="686590"/>
                </a:moveTo>
                <a:lnTo>
                  <a:pt x="1448119" y="681616"/>
                </a:lnTo>
                <a:moveTo>
                  <a:pt x="1448689" y="673288"/>
                </a:moveTo>
                <a:lnTo>
                  <a:pt x="1448119" y="681616"/>
                </a:lnTo>
                <a:moveTo>
                  <a:pt x="1307613" y="990179"/>
                </a:moveTo>
                <a:lnTo>
                  <a:pt x="1285791" y="995775"/>
                </a:lnTo>
                <a:moveTo>
                  <a:pt x="1309521" y="1106339"/>
                </a:moveTo>
                <a:lnTo>
                  <a:pt x="1297304" y="1040804"/>
                </a:lnTo>
                <a:moveTo>
                  <a:pt x="1495242" y="851183"/>
                </a:moveTo>
                <a:lnTo>
                  <a:pt x="1473706" y="865252"/>
                </a:lnTo>
                <a:moveTo>
                  <a:pt x="1049978" y="475185"/>
                </a:moveTo>
                <a:lnTo>
                  <a:pt x="1035341" y="433545"/>
                </a:lnTo>
                <a:moveTo>
                  <a:pt x="1451695" y="570777"/>
                </a:moveTo>
                <a:lnTo>
                  <a:pt x="1491853" y="589666"/>
                </a:lnTo>
                <a:moveTo>
                  <a:pt x="1217016" y="488435"/>
                </a:moveTo>
                <a:lnTo>
                  <a:pt x="1211300" y="468174"/>
                </a:lnTo>
                <a:moveTo>
                  <a:pt x="1461765" y="729115"/>
                </a:moveTo>
                <a:lnTo>
                  <a:pt x="1448119" y="681616"/>
                </a:lnTo>
                <a:moveTo>
                  <a:pt x="1218809" y="1100616"/>
                </a:moveTo>
                <a:lnTo>
                  <a:pt x="1204425" y="1093412"/>
                </a:lnTo>
                <a:moveTo>
                  <a:pt x="1312601" y="520760"/>
                </a:moveTo>
                <a:lnTo>
                  <a:pt x="1348431" y="533122"/>
                </a:lnTo>
                <a:moveTo>
                  <a:pt x="1393890" y="598672"/>
                </a:moveTo>
                <a:lnTo>
                  <a:pt x="1379169" y="582644"/>
                </a:lnTo>
                <a:moveTo>
                  <a:pt x="1776689" y="586837"/>
                </a:moveTo>
                <a:lnTo>
                  <a:pt x="1819973" y="595535"/>
                </a:lnTo>
                <a:moveTo>
                  <a:pt x="1398791" y="813730"/>
                </a:moveTo>
                <a:lnTo>
                  <a:pt x="1417318" y="774462"/>
                </a:lnTo>
                <a:moveTo>
                  <a:pt x="1785156" y="684301"/>
                </a:moveTo>
                <a:lnTo>
                  <a:pt x="1840221" y="679766"/>
                </a:lnTo>
                <a:moveTo>
                  <a:pt x="1850074" y="546619"/>
                </a:moveTo>
                <a:lnTo>
                  <a:pt x="1824026" y="586985"/>
                </a:lnTo>
                <a:moveTo>
                  <a:pt x="1339716" y="839763"/>
                </a:moveTo>
                <a:lnTo>
                  <a:pt x="1358019" y="813121"/>
                </a:lnTo>
                <a:moveTo>
                  <a:pt x="1342066" y="840454"/>
                </a:moveTo>
                <a:lnTo>
                  <a:pt x="1358019" y="813121"/>
                </a:lnTo>
                <a:moveTo>
                  <a:pt x="1451695" y="570777"/>
                </a:moveTo>
                <a:lnTo>
                  <a:pt x="1449757" y="563621"/>
                </a:lnTo>
                <a:moveTo>
                  <a:pt x="1256440" y="874440"/>
                </a:moveTo>
                <a:lnTo>
                  <a:pt x="1231163" y="812070"/>
                </a:lnTo>
                <a:moveTo>
                  <a:pt x="1386884" y="598858"/>
                </a:moveTo>
                <a:lnTo>
                  <a:pt x="1366781" y="619492"/>
                </a:lnTo>
                <a:moveTo>
                  <a:pt x="1924044" y="625896"/>
                </a:moveTo>
                <a:lnTo>
                  <a:pt x="1940421" y="580815"/>
                </a:lnTo>
                <a:moveTo>
                  <a:pt x="1425374" y="636148"/>
                </a:moveTo>
                <a:lnTo>
                  <a:pt x="1366781" y="619492"/>
                </a:lnTo>
                <a:moveTo>
                  <a:pt x="1417318" y="774462"/>
                </a:moveTo>
                <a:lnTo>
                  <a:pt x="1461765" y="729115"/>
                </a:lnTo>
                <a:moveTo>
                  <a:pt x="1251770" y="770655"/>
                </a:moveTo>
                <a:lnTo>
                  <a:pt x="1291534" y="793330"/>
                </a:lnTo>
                <a:moveTo>
                  <a:pt x="1283916" y="584072"/>
                </a:moveTo>
                <a:lnTo>
                  <a:pt x="1227699" y="560350"/>
                </a:lnTo>
                <a:moveTo>
                  <a:pt x="1207767" y="960641"/>
                </a:moveTo>
                <a:lnTo>
                  <a:pt x="1221248" y="952408"/>
                </a:lnTo>
                <a:moveTo>
                  <a:pt x="1071305" y="440782"/>
                </a:moveTo>
                <a:lnTo>
                  <a:pt x="1108294" y="460803"/>
                </a:lnTo>
                <a:moveTo>
                  <a:pt x="1420772" y="881754"/>
                </a:moveTo>
                <a:lnTo>
                  <a:pt x="1429202" y="879692"/>
                </a:lnTo>
                <a:moveTo>
                  <a:pt x="1408420" y="555276"/>
                </a:moveTo>
                <a:lnTo>
                  <a:pt x="1449757" y="563621"/>
                </a:lnTo>
                <a:moveTo>
                  <a:pt x="1923410" y="625056"/>
                </a:moveTo>
                <a:lnTo>
                  <a:pt x="1940421" y="580815"/>
                </a:lnTo>
                <a:moveTo>
                  <a:pt x="1261603" y="919522"/>
                </a:moveTo>
                <a:lnTo>
                  <a:pt x="1264590" y="936289"/>
                </a:lnTo>
                <a:moveTo>
                  <a:pt x="1159269" y="990409"/>
                </a:moveTo>
                <a:lnTo>
                  <a:pt x="1166567" y="1007450"/>
                </a:lnTo>
                <a:moveTo>
                  <a:pt x="1326523" y="971160"/>
                </a:moveTo>
                <a:lnTo>
                  <a:pt x="1341178" y="955355"/>
                </a:lnTo>
                <a:moveTo>
                  <a:pt x="1265702" y="497296"/>
                </a:moveTo>
                <a:lnTo>
                  <a:pt x="1309857" y="506910"/>
                </a:lnTo>
                <a:moveTo>
                  <a:pt x="1379196" y="907113"/>
                </a:moveTo>
                <a:lnTo>
                  <a:pt x="1370752" y="918733"/>
                </a:lnTo>
                <a:moveTo>
                  <a:pt x="1390677" y="812405"/>
                </a:moveTo>
                <a:lnTo>
                  <a:pt x="1401319" y="798665"/>
                </a:lnTo>
                <a:moveTo>
                  <a:pt x="1268181" y="557487"/>
                </a:moveTo>
                <a:lnTo>
                  <a:pt x="1227699" y="560350"/>
                </a:lnTo>
                <a:moveTo>
                  <a:pt x="1816743" y="692878"/>
                </a:moveTo>
                <a:lnTo>
                  <a:pt x="1840221" y="679766"/>
                </a:lnTo>
                <a:moveTo>
                  <a:pt x="1297906" y="1035748"/>
                </a:moveTo>
                <a:lnTo>
                  <a:pt x="1285791" y="995775"/>
                </a:lnTo>
                <a:moveTo>
                  <a:pt x="1776689" y="586837"/>
                </a:moveTo>
                <a:lnTo>
                  <a:pt x="1808931" y="589482"/>
                </a:lnTo>
                <a:moveTo>
                  <a:pt x="1525492" y="807750"/>
                </a:moveTo>
                <a:lnTo>
                  <a:pt x="1534525" y="755385"/>
                </a:lnTo>
                <a:moveTo>
                  <a:pt x="1297906" y="1035748"/>
                </a:moveTo>
                <a:lnTo>
                  <a:pt x="1293284" y="1020039"/>
                </a:lnTo>
                <a:moveTo>
                  <a:pt x="1808931" y="589482"/>
                </a:moveTo>
                <a:lnTo>
                  <a:pt x="1850074" y="546619"/>
                </a:lnTo>
                <a:moveTo>
                  <a:pt x="1483558" y="630794"/>
                </a:moveTo>
                <a:lnTo>
                  <a:pt x="1491853" y="589666"/>
                </a:lnTo>
                <a:moveTo>
                  <a:pt x="1089604" y="505643"/>
                </a:moveTo>
                <a:lnTo>
                  <a:pt x="1071305" y="440782"/>
                </a:lnTo>
                <a:moveTo>
                  <a:pt x="1513743" y="691410"/>
                </a:moveTo>
                <a:lnTo>
                  <a:pt x="1544481" y="713664"/>
                </a:lnTo>
                <a:moveTo>
                  <a:pt x="1921920" y="627691"/>
                </a:moveTo>
                <a:lnTo>
                  <a:pt x="1924044" y="625896"/>
                </a:lnTo>
                <a:moveTo>
                  <a:pt x="1282478" y="1084265"/>
                </a:moveTo>
                <a:lnTo>
                  <a:pt x="1309521" y="1106339"/>
                </a:lnTo>
                <a:moveTo>
                  <a:pt x="1212231" y="547715"/>
                </a:moveTo>
                <a:lnTo>
                  <a:pt x="1258164" y="519720"/>
                </a:lnTo>
                <a:moveTo>
                  <a:pt x="1923410" y="625056"/>
                </a:moveTo>
                <a:lnTo>
                  <a:pt x="1924044" y="625896"/>
                </a:lnTo>
                <a:moveTo>
                  <a:pt x="1393890" y="598672"/>
                </a:moveTo>
                <a:lnTo>
                  <a:pt x="1366781" y="619492"/>
                </a:lnTo>
                <a:moveTo>
                  <a:pt x="1398791" y="813730"/>
                </a:moveTo>
                <a:lnTo>
                  <a:pt x="1401319" y="798665"/>
                </a:lnTo>
                <a:moveTo>
                  <a:pt x="1923410" y="625056"/>
                </a:moveTo>
                <a:lnTo>
                  <a:pt x="1921920" y="627691"/>
                </a:lnTo>
                <a:moveTo>
                  <a:pt x="1462368" y="676527"/>
                </a:moveTo>
                <a:lnTo>
                  <a:pt x="1521994" y="650298"/>
                </a:lnTo>
                <a:moveTo>
                  <a:pt x="1312601" y="520760"/>
                </a:moveTo>
                <a:lnTo>
                  <a:pt x="1309857" y="506910"/>
                </a:lnTo>
                <a:moveTo>
                  <a:pt x="1231163" y="812070"/>
                </a:moveTo>
                <a:lnTo>
                  <a:pt x="1251770" y="770655"/>
                </a:lnTo>
                <a:moveTo>
                  <a:pt x="1740387" y="667059"/>
                </a:moveTo>
                <a:lnTo>
                  <a:pt x="1757466" y="622794"/>
                </a:lnTo>
                <a:moveTo>
                  <a:pt x="1816743" y="692878"/>
                </a:moveTo>
                <a:lnTo>
                  <a:pt x="1785156" y="684301"/>
                </a:lnTo>
                <a:moveTo>
                  <a:pt x="1884001" y="657803"/>
                </a:moveTo>
                <a:lnTo>
                  <a:pt x="1859513" y="662199"/>
                </a:lnTo>
                <a:moveTo>
                  <a:pt x="1757466" y="622794"/>
                </a:moveTo>
                <a:lnTo>
                  <a:pt x="1776689" y="586837"/>
                </a:lnTo>
                <a:moveTo>
                  <a:pt x="1740387" y="667059"/>
                </a:moveTo>
                <a:lnTo>
                  <a:pt x="1785156" y="684301"/>
                </a:lnTo>
                <a:moveTo>
                  <a:pt x="1035341" y="433545"/>
                </a:moveTo>
                <a:lnTo>
                  <a:pt x="1071305" y="440782"/>
                </a:lnTo>
                <a:moveTo>
                  <a:pt x="1049978" y="475185"/>
                </a:moveTo>
                <a:lnTo>
                  <a:pt x="1071305" y="440782"/>
                </a:lnTo>
                <a:moveTo>
                  <a:pt x="1483558" y="630794"/>
                </a:moveTo>
                <a:lnTo>
                  <a:pt x="1521994" y="650298"/>
                </a:lnTo>
                <a:moveTo>
                  <a:pt x="1339716" y="839763"/>
                </a:moveTo>
                <a:lnTo>
                  <a:pt x="1330495" y="818390"/>
                </a:lnTo>
                <a:moveTo>
                  <a:pt x="1193743" y="520400"/>
                </a:moveTo>
                <a:lnTo>
                  <a:pt x="1217016" y="488435"/>
                </a:lnTo>
                <a:moveTo>
                  <a:pt x="1177544" y="1082409"/>
                </a:moveTo>
                <a:lnTo>
                  <a:pt x="1204425" y="1093412"/>
                </a:lnTo>
                <a:moveTo>
                  <a:pt x="1159269" y="990409"/>
                </a:moveTo>
                <a:lnTo>
                  <a:pt x="1210626" y="967133"/>
                </a:lnTo>
                <a:moveTo>
                  <a:pt x="1258164" y="519720"/>
                </a:moveTo>
                <a:lnTo>
                  <a:pt x="1193743" y="520400"/>
                </a:lnTo>
                <a:moveTo>
                  <a:pt x="1265593" y="504317"/>
                </a:moveTo>
                <a:lnTo>
                  <a:pt x="1309857" y="506910"/>
                </a:lnTo>
                <a:moveTo>
                  <a:pt x="1501546" y="846907"/>
                </a:moveTo>
                <a:lnTo>
                  <a:pt x="1525492" y="807750"/>
                </a:lnTo>
                <a:moveTo>
                  <a:pt x="1178625" y="482643"/>
                </a:moveTo>
                <a:lnTo>
                  <a:pt x="1217016" y="488435"/>
                </a:lnTo>
                <a:moveTo>
                  <a:pt x="1451874" y="774600"/>
                </a:moveTo>
                <a:lnTo>
                  <a:pt x="1417318" y="774462"/>
                </a:lnTo>
                <a:moveTo>
                  <a:pt x="1338660" y="838920"/>
                </a:moveTo>
                <a:lnTo>
                  <a:pt x="1330495" y="818390"/>
                </a:lnTo>
                <a:moveTo>
                  <a:pt x="1243210" y="937071"/>
                </a:moveTo>
                <a:lnTo>
                  <a:pt x="1264590" y="936289"/>
                </a:lnTo>
                <a:moveTo>
                  <a:pt x="1428211" y="874620"/>
                </a:moveTo>
                <a:lnTo>
                  <a:pt x="1429202" y="879692"/>
                </a:lnTo>
                <a:moveTo>
                  <a:pt x="1858195" y="535335"/>
                </a:moveTo>
                <a:lnTo>
                  <a:pt x="1906646" y="532169"/>
                </a:lnTo>
                <a:moveTo>
                  <a:pt x="1313533" y="777883"/>
                </a:moveTo>
                <a:lnTo>
                  <a:pt x="1330495" y="818390"/>
                </a:lnTo>
                <a:moveTo>
                  <a:pt x="1906377" y="559742"/>
                </a:moveTo>
                <a:lnTo>
                  <a:pt x="1941828" y="568472"/>
                </a:lnTo>
                <a:moveTo>
                  <a:pt x="1439821" y="613183"/>
                </a:moveTo>
                <a:lnTo>
                  <a:pt x="1491853" y="589666"/>
                </a:lnTo>
                <a:moveTo>
                  <a:pt x="1390677" y="812405"/>
                </a:moveTo>
                <a:lnTo>
                  <a:pt x="1398791" y="813730"/>
                </a:lnTo>
                <a:moveTo>
                  <a:pt x="1240546" y="495104"/>
                </a:moveTo>
                <a:lnTo>
                  <a:pt x="1193743" y="520400"/>
                </a:lnTo>
                <a:moveTo>
                  <a:pt x="1447966" y="850855"/>
                </a:moveTo>
                <a:lnTo>
                  <a:pt x="1473706" y="865252"/>
                </a:lnTo>
                <a:moveTo>
                  <a:pt x="1497450" y="735394"/>
                </a:moveTo>
                <a:lnTo>
                  <a:pt x="1544481" y="713664"/>
                </a:lnTo>
                <a:moveTo>
                  <a:pt x="1408420" y="555276"/>
                </a:moveTo>
                <a:lnTo>
                  <a:pt x="1451695" y="570777"/>
                </a:lnTo>
                <a:moveTo>
                  <a:pt x="1235994" y="553054"/>
                </a:moveTo>
                <a:lnTo>
                  <a:pt x="1258164" y="519720"/>
                </a:lnTo>
                <a:moveTo>
                  <a:pt x="1428211" y="874620"/>
                </a:moveTo>
                <a:lnTo>
                  <a:pt x="1420772" y="881754"/>
                </a:lnTo>
                <a:moveTo>
                  <a:pt x="1254947" y="765410"/>
                </a:moveTo>
                <a:lnTo>
                  <a:pt x="1251770" y="770655"/>
                </a:lnTo>
                <a:moveTo>
                  <a:pt x="1513743" y="691410"/>
                </a:moveTo>
                <a:lnTo>
                  <a:pt x="1521994" y="650298"/>
                </a:lnTo>
                <a:moveTo>
                  <a:pt x="1268181" y="557487"/>
                </a:moveTo>
                <a:lnTo>
                  <a:pt x="1235994" y="553054"/>
                </a:lnTo>
                <a:moveTo>
                  <a:pt x="1338636" y="582859"/>
                </a:moveTo>
                <a:lnTo>
                  <a:pt x="1322052" y="611588"/>
                </a:lnTo>
                <a:moveTo>
                  <a:pt x="1322052" y="611588"/>
                </a:moveTo>
                <a:lnTo>
                  <a:pt x="1386884" y="598858"/>
                </a:lnTo>
                <a:moveTo>
                  <a:pt x="1520036" y="798725"/>
                </a:moveTo>
                <a:lnTo>
                  <a:pt x="1525492" y="807750"/>
                </a:lnTo>
                <a:moveTo>
                  <a:pt x="1808931" y="589482"/>
                </a:moveTo>
                <a:lnTo>
                  <a:pt x="1848493" y="541935"/>
                </a:lnTo>
                <a:moveTo>
                  <a:pt x="1150366" y="1034671"/>
                </a:moveTo>
                <a:lnTo>
                  <a:pt x="1166567" y="1007450"/>
                </a:lnTo>
                <a:moveTo>
                  <a:pt x="1455803" y="686590"/>
                </a:moveTo>
                <a:lnTo>
                  <a:pt x="1448689" y="673288"/>
                </a:lnTo>
                <a:moveTo>
                  <a:pt x="1856690" y="544256"/>
                </a:moveTo>
                <a:lnTo>
                  <a:pt x="1906646" y="532169"/>
                </a:lnTo>
                <a:moveTo>
                  <a:pt x="1283916" y="584072"/>
                </a:moveTo>
                <a:lnTo>
                  <a:pt x="1322052" y="611588"/>
                </a:lnTo>
                <a:moveTo>
                  <a:pt x="1338636" y="582859"/>
                </a:moveTo>
                <a:lnTo>
                  <a:pt x="1356371" y="538359"/>
                </a:lnTo>
                <a:moveTo>
                  <a:pt x="1386884" y="598858"/>
                </a:moveTo>
                <a:lnTo>
                  <a:pt x="1356371" y="538359"/>
                </a:lnTo>
                <a:moveTo>
                  <a:pt x="1257046" y="895916"/>
                </a:moveTo>
                <a:lnTo>
                  <a:pt x="1256440" y="874440"/>
                </a:lnTo>
                <a:moveTo>
                  <a:pt x="1461765" y="729115"/>
                </a:moveTo>
                <a:lnTo>
                  <a:pt x="1455803" y="686590"/>
                </a:lnTo>
                <a:moveTo>
                  <a:pt x="1341178" y="955355"/>
                </a:moveTo>
                <a:lnTo>
                  <a:pt x="1379196" y="907113"/>
                </a:lnTo>
                <a:moveTo>
                  <a:pt x="1788268" y="693349"/>
                </a:moveTo>
                <a:lnTo>
                  <a:pt x="1785156" y="684301"/>
                </a:lnTo>
                <a:moveTo>
                  <a:pt x="1344405" y="947651"/>
                </a:moveTo>
                <a:lnTo>
                  <a:pt x="1341178" y="955355"/>
                </a:lnTo>
                <a:moveTo>
                  <a:pt x="1307613" y="990179"/>
                </a:moveTo>
                <a:lnTo>
                  <a:pt x="1326523" y="971160"/>
                </a:lnTo>
                <a:moveTo>
                  <a:pt x="1442345" y="820249"/>
                </a:moveTo>
                <a:lnTo>
                  <a:pt x="1417318" y="774462"/>
                </a:lnTo>
                <a:moveTo>
                  <a:pt x="1177544" y="1082409"/>
                </a:moveTo>
                <a:lnTo>
                  <a:pt x="1166261" y="1065981"/>
                </a:lnTo>
                <a:moveTo>
                  <a:pt x="1455803" y="686590"/>
                </a:moveTo>
                <a:lnTo>
                  <a:pt x="1462368" y="676527"/>
                </a:lnTo>
                <a:moveTo>
                  <a:pt x="1261603" y="919522"/>
                </a:moveTo>
                <a:lnTo>
                  <a:pt x="1256440" y="874440"/>
                </a:lnTo>
                <a:moveTo>
                  <a:pt x="1428211" y="874620"/>
                </a:moveTo>
                <a:lnTo>
                  <a:pt x="1398791" y="813730"/>
                </a:lnTo>
                <a:moveTo>
                  <a:pt x="1906377" y="559742"/>
                </a:moveTo>
                <a:lnTo>
                  <a:pt x="1906646" y="532169"/>
                </a:lnTo>
                <a:moveTo>
                  <a:pt x="1312601" y="520760"/>
                </a:moveTo>
                <a:lnTo>
                  <a:pt x="1356371" y="538359"/>
                </a:lnTo>
                <a:moveTo>
                  <a:pt x="1448689" y="673288"/>
                </a:moveTo>
                <a:lnTo>
                  <a:pt x="1462368" y="676527"/>
                </a:lnTo>
                <a:moveTo>
                  <a:pt x="1448689" y="673288"/>
                </a:moveTo>
                <a:lnTo>
                  <a:pt x="1425374" y="636148"/>
                </a:lnTo>
                <a:moveTo>
                  <a:pt x="1237438" y="858701"/>
                </a:moveTo>
                <a:lnTo>
                  <a:pt x="1256440" y="874440"/>
                </a:lnTo>
                <a:moveTo>
                  <a:pt x="1906377" y="559742"/>
                </a:moveTo>
                <a:lnTo>
                  <a:pt x="1940421" y="580815"/>
                </a:lnTo>
                <a:moveTo>
                  <a:pt x="1218809" y="1100616"/>
                </a:moveTo>
                <a:lnTo>
                  <a:pt x="1262513" y="1111571"/>
                </a:lnTo>
                <a:moveTo>
                  <a:pt x="1856506" y="681313"/>
                </a:moveTo>
                <a:lnTo>
                  <a:pt x="1859513" y="662199"/>
                </a:lnTo>
                <a:moveTo>
                  <a:pt x="1850074" y="546619"/>
                </a:moveTo>
                <a:lnTo>
                  <a:pt x="1858195" y="535335"/>
                </a:lnTo>
                <a:moveTo>
                  <a:pt x="1313533" y="777883"/>
                </a:moveTo>
                <a:lnTo>
                  <a:pt x="1291534" y="793330"/>
                </a:lnTo>
                <a:moveTo>
                  <a:pt x="1222196" y="801899"/>
                </a:moveTo>
                <a:lnTo>
                  <a:pt x="1231163" y="812070"/>
                </a:lnTo>
                <a:moveTo>
                  <a:pt x="1338636" y="582859"/>
                </a:moveTo>
                <a:lnTo>
                  <a:pt x="1386884" y="598858"/>
                </a:lnTo>
                <a:moveTo>
                  <a:pt x="1379196" y="907113"/>
                </a:moveTo>
                <a:lnTo>
                  <a:pt x="1420772" y="881754"/>
                </a:lnTo>
                <a:moveTo>
                  <a:pt x="1217016" y="488435"/>
                </a:moveTo>
                <a:lnTo>
                  <a:pt x="1265702" y="497296"/>
                </a:lnTo>
                <a:moveTo>
                  <a:pt x="1520036" y="798725"/>
                </a:moveTo>
                <a:lnTo>
                  <a:pt x="1534525" y="755385"/>
                </a:lnTo>
                <a:moveTo>
                  <a:pt x="1150366" y="1034671"/>
                </a:moveTo>
                <a:lnTo>
                  <a:pt x="1166261" y="1065981"/>
                </a:lnTo>
                <a:moveTo>
                  <a:pt x="1282478" y="1084265"/>
                </a:moveTo>
                <a:lnTo>
                  <a:pt x="1262513" y="1111571"/>
                </a:lnTo>
                <a:moveTo>
                  <a:pt x="1159269" y="990409"/>
                </a:moveTo>
                <a:lnTo>
                  <a:pt x="1207767" y="960641"/>
                </a:lnTo>
                <a:moveTo>
                  <a:pt x="1788268" y="693349"/>
                </a:moveTo>
                <a:lnTo>
                  <a:pt x="1816743" y="692878"/>
                </a:lnTo>
                <a:moveTo>
                  <a:pt x="1462368" y="676527"/>
                </a:moveTo>
                <a:lnTo>
                  <a:pt x="1425374" y="636148"/>
                </a:lnTo>
                <a:moveTo>
                  <a:pt x="1150366" y="1034671"/>
                </a:moveTo>
                <a:lnTo>
                  <a:pt x="1158881" y="1053928"/>
                </a:lnTo>
                <a:moveTo>
                  <a:pt x="1265593" y="504317"/>
                </a:moveTo>
                <a:lnTo>
                  <a:pt x="1265702" y="497296"/>
                </a:lnTo>
                <a:moveTo>
                  <a:pt x="1884001" y="657803"/>
                </a:moveTo>
                <a:lnTo>
                  <a:pt x="1921920" y="627691"/>
                </a:lnTo>
                <a:moveTo>
                  <a:pt x="1237438" y="858701"/>
                </a:moveTo>
                <a:lnTo>
                  <a:pt x="1231163" y="812070"/>
                </a:lnTo>
                <a:moveTo>
                  <a:pt x="1283916" y="584072"/>
                </a:moveTo>
                <a:lnTo>
                  <a:pt x="1338636" y="582859"/>
                </a:lnTo>
                <a:moveTo>
                  <a:pt x="1884001" y="657803"/>
                </a:moveTo>
                <a:lnTo>
                  <a:pt x="1923410" y="625056"/>
                </a:lnTo>
                <a:moveTo>
                  <a:pt x="1701607" y="647677"/>
                </a:moveTo>
                <a:lnTo>
                  <a:pt x="1757466" y="622794"/>
                </a:lnTo>
                <a:moveTo>
                  <a:pt x="1228859" y="838805"/>
                </a:moveTo>
                <a:lnTo>
                  <a:pt x="1231163" y="812070"/>
                </a:lnTo>
                <a:moveTo>
                  <a:pt x="1462368" y="676527"/>
                </a:moveTo>
                <a:lnTo>
                  <a:pt x="1483558" y="630794"/>
                </a:lnTo>
                <a:moveTo>
                  <a:pt x="1344405" y="947651"/>
                </a:moveTo>
                <a:lnTo>
                  <a:pt x="1326523" y="971160"/>
                </a:lnTo>
                <a:moveTo>
                  <a:pt x="1439821" y="613183"/>
                </a:moveTo>
                <a:lnTo>
                  <a:pt x="1451695" y="570777"/>
                </a:lnTo>
                <a:moveTo>
                  <a:pt x="1495242" y="851183"/>
                </a:moveTo>
                <a:lnTo>
                  <a:pt x="1501546" y="846907"/>
                </a:lnTo>
                <a:moveTo>
                  <a:pt x="1393890" y="598672"/>
                </a:moveTo>
                <a:lnTo>
                  <a:pt x="1408420" y="555276"/>
                </a:lnTo>
                <a:moveTo>
                  <a:pt x="1734004" y="605681"/>
                </a:moveTo>
                <a:lnTo>
                  <a:pt x="1757466" y="622794"/>
                </a:lnTo>
                <a:moveTo>
                  <a:pt x="1240546" y="495104"/>
                </a:moveTo>
                <a:lnTo>
                  <a:pt x="1265702" y="497296"/>
                </a:lnTo>
                <a:moveTo>
                  <a:pt x="1848493" y="541935"/>
                </a:moveTo>
                <a:lnTo>
                  <a:pt x="1850074" y="546619"/>
                </a:lnTo>
                <a:moveTo>
                  <a:pt x="1222196" y="801899"/>
                </a:moveTo>
                <a:lnTo>
                  <a:pt x="1251770" y="770655"/>
                </a:lnTo>
                <a:moveTo>
                  <a:pt x="1161971" y="987775"/>
                </a:moveTo>
                <a:lnTo>
                  <a:pt x="1207767" y="960641"/>
                </a:lnTo>
                <a:moveTo>
                  <a:pt x="1730231" y="708852"/>
                </a:moveTo>
                <a:lnTo>
                  <a:pt x="1785156" y="684301"/>
                </a:lnTo>
                <a:moveTo>
                  <a:pt x="1296329" y="564737"/>
                </a:moveTo>
                <a:lnTo>
                  <a:pt x="1356371" y="538359"/>
                </a:lnTo>
                <a:moveTo>
                  <a:pt x="1243210" y="937071"/>
                </a:moveTo>
                <a:lnTo>
                  <a:pt x="1221248" y="952408"/>
                </a:lnTo>
                <a:moveTo>
                  <a:pt x="1439821" y="613183"/>
                </a:moveTo>
                <a:lnTo>
                  <a:pt x="1408420" y="555276"/>
                </a:lnTo>
                <a:moveTo>
                  <a:pt x="1501546" y="846907"/>
                </a:moveTo>
                <a:lnTo>
                  <a:pt x="1520036" y="798725"/>
                </a:lnTo>
                <a:moveTo>
                  <a:pt x="1222196" y="801899"/>
                </a:moveTo>
                <a:lnTo>
                  <a:pt x="1254947" y="765410"/>
                </a:lnTo>
                <a:moveTo>
                  <a:pt x="1283916" y="584072"/>
                </a:moveTo>
                <a:lnTo>
                  <a:pt x="1268181" y="557487"/>
                </a:lnTo>
                <a:moveTo>
                  <a:pt x="1341178" y="955355"/>
                </a:moveTo>
                <a:lnTo>
                  <a:pt x="1357372" y="929387"/>
                </a:lnTo>
                <a:moveTo>
                  <a:pt x="1265593" y="504317"/>
                </a:moveTo>
                <a:lnTo>
                  <a:pt x="1312601" y="520760"/>
                </a:lnTo>
                <a:moveTo>
                  <a:pt x="1499931" y="844071"/>
                </a:moveTo>
                <a:lnTo>
                  <a:pt x="1501546" y="846907"/>
                </a:lnTo>
                <a:moveTo>
                  <a:pt x="1342066" y="840454"/>
                </a:moveTo>
                <a:lnTo>
                  <a:pt x="1390677" y="812405"/>
                </a:lnTo>
                <a:moveTo>
                  <a:pt x="1282478" y="1084265"/>
                </a:moveTo>
                <a:lnTo>
                  <a:pt x="1297304" y="1040804"/>
                </a:lnTo>
                <a:moveTo>
                  <a:pt x="1258164" y="519720"/>
                </a:moveTo>
                <a:lnTo>
                  <a:pt x="1265593" y="504317"/>
                </a:lnTo>
                <a:moveTo>
                  <a:pt x="1268181" y="557487"/>
                </a:moveTo>
                <a:lnTo>
                  <a:pt x="1258164" y="519720"/>
                </a:lnTo>
                <a:moveTo>
                  <a:pt x="1462368" y="676527"/>
                </a:moveTo>
                <a:lnTo>
                  <a:pt x="1513743" y="691410"/>
                </a:lnTo>
                <a:moveTo>
                  <a:pt x="1393890" y="598672"/>
                </a:moveTo>
                <a:lnTo>
                  <a:pt x="1386884" y="598858"/>
                </a:lnTo>
                <a:moveTo>
                  <a:pt x="1425374" y="636148"/>
                </a:moveTo>
                <a:lnTo>
                  <a:pt x="1393890" y="598672"/>
                </a:lnTo>
                <a:moveTo>
                  <a:pt x="1856506" y="681313"/>
                </a:moveTo>
                <a:lnTo>
                  <a:pt x="1840221" y="679766"/>
                </a:lnTo>
                <a:moveTo>
                  <a:pt x="1429202" y="879692"/>
                </a:moveTo>
                <a:lnTo>
                  <a:pt x="1447966" y="850855"/>
                </a:lnTo>
                <a:moveTo>
                  <a:pt x="1451874" y="774600"/>
                </a:moveTo>
                <a:lnTo>
                  <a:pt x="1461765" y="729115"/>
                </a:lnTo>
                <a:moveTo>
                  <a:pt x="1701607" y="647677"/>
                </a:moveTo>
                <a:lnTo>
                  <a:pt x="1740387" y="667059"/>
                </a:lnTo>
                <a:moveTo>
                  <a:pt x="1721239" y="610821"/>
                </a:moveTo>
                <a:lnTo>
                  <a:pt x="1757466" y="622794"/>
                </a:lnTo>
                <a:moveTo>
                  <a:pt x="1240546" y="495104"/>
                </a:moveTo>
                <a:lnTo>
                  <a:pt x="1217016" y="488435"/>
                </a:lnTo>
                <a:moveTo>
                  <a:pt x="1258164" y="519720"/>
                </a:moveTo>
                <a:lnTo>
                  <a:pt x="1240546" y="495104"/>
                </a:lnTo>
                <a:moveTo>
                  <a:pt x="1497450" y="735394"/>
                </a:moveTo>
                <a:lnTo>
                  <a:pt x="1534525" y="755385"/>
                </a:lnTo>
                <a:moveTo>
                  <a:pt x="1813471" y="576104"/>
                </a:moveTo>
                <a:lnTo>
                  <a:pt x="1808931" y="589482"/>
                </a:lnTo>
                <a:moveTo>
                  <a:pt x="1499931" y="844071"/>
                </a:moveTo>
                <a:lnTo>
                  <a:pt x="1495242" y="851183"/>
                </a:lnTo>
                <a:moveTo>
                  <a:pt x="1379196" y="907113"/>
                </a:moveTo>
                <a:lnTo>
                  <a:pt x="1428211" y="874620"/>
                </a:lnTo>
                <a:moveTo>
                  <a:pt x="1389282" y="855292"/>
                </a:moveTo>
                <a:lnTo>
                  <a:pt x="1390677" y="812405"/>
                </a:lnTo>
                <a:moveTo>
                  <a:pt x="1296329" y="564737"/>
                </a:moveTo>
                <a:lnTo>
                  <a:pt x="1338636" y="582859"/>
                </a:lnTo>
                <a:moveTo>
                  <a:pt x="1462368" y="676527"/>
                </a:moveTo>
                <a:lnTo>
                  <a:pt x="1439821" y="613183"/>
                </a:lnTo>
                <a:moveTo>
                  <a:pt x="1425374" y="636148"/>
                </a:moveTo>
                <a:lnTo>
                  <a:pt x="1439821" y="613183"/>
                </a:lnTo>
                <a:moveTo>
                  <a:pt x="1734004" y="605681"/>
                </a:moveTo>
                <a:lnTo>
                  <a:pt x="1776689" y="586837"/>
                </a:lnTo>
                <a:moveTo>
                  <a:pt x="1240546" y="495104"/>
                </a:moveTo>
                <a:lnTo>
                  <a:pt x="1265593" y="504317"/>
                </a:lnTo>
                <a:moveTo>
                  <a:pt x="1848493" y="541935"/>
                </a:moveTo>
                <a:lnTo>
                  <a:pt x="1858195" y="535335"/>
                </a:lnTo>
                <a:moveTo>
                  <a:pt x="1297906" y="1035748"/>
                </a:moveTo>
                <a:lnTo>
                  <a:pt x="1297304" y="1040804"/>
                </a:lnTo>
                <a:moveTo>
                  <a:pt x="1730231" y="708852"/>
                </a:moveTo>
                <a:lnTo>
                  <a:pt x="1740387" y="667059"/>
                </a:lnTo>
                <a:moveTo>
                  <a:pt x="1497450" y="735394"/>
                </a:moveTo>
                <a:lnTo>
                  <a:pt x="1455803" y="686590"/>
                </a:lnTo>
                <a:moveTo>
                  <a:pt x="1313453" y="777630"/>
                </a:moveTo>
                <a:lnTo>
                  <a:pt x="1251770" y="770655"/>
                </a:lnTo>
                <a:moveTo>
                  <a:pt x="1313533" y="777883"/>
                </a:moveTo>
                <a:lnTo>
                  <a:pt x="1251770" y="770655"/>
                </a:lnTo>
                <a:moveTo>
                  <a:pt x="1164844" y="988418"/>
                </a:moveTo>
                <a:lnTo>
                  <a:pt x="1207767" y="960641"/>
                </a:lnTo>
                <a:moveTo>
                  <a:pt x="1439821" y="613183"/>
                </a:moveTo>
                <a:lnTo>
                  <a:pt x="1483558" y="630794"/>
                </a:lnTo>
                <a:moveTo>
                  <a:pt x="1207767" y="960641"/>
                </a:moveTo>
                <a:lnTo>
                  <a:pt x="1243210" y="937071"/>
                </a:lnTo>
                <a:moveTo>
                  <a:pt x="1856690" y="544256"/>
                </a:moveTo>
                <a:lnTo>
                  <a:pt x="1858195" y="535335"/>
                </a:lnTo>
                <a:moveTo>
                  <a:pt x="1499931" y="844071"/>
                </a:moveTo>
                <a:lnTo>
                  <a:pt x="1520036" y="798725"/>
                </a:lnTo>
                <a:moveTo>
                  <a:pt x="1283916" y="584072"/>
                </a:moveTo>
                <a:lnTo>
                  <a:pt x="1296329" y="564737"/>
                </a:lnTo>
                <a:moveTo>
                  <a:pt x="1307613" y="990179"/>
                </a:moveTo>
                <a:lnTo>
                  <a:pt x="1344405" y="947651"/>
                </a:lnTo>
                <a:moveTo>
                  <a:pt x="1296329" y="564737"/>
                </a:moveTo>
                <a:lnTo>
                  <a:pt x="1312601" y="520760"/>
                </a:lnTo>
                <a:moveTo>
                  <a:pt x="1313453" y="777630"/>
                </a:moveTo>
                <a:lnTo>
                  <a:pt x="1254947" y="765410"/>
                </a:lnTo>
                <a:moveTo>
                  <a:pt x="1296329" y="564737"/>
                </a:moveTo>
                <a:lnTo>
                  <a:pt x="1258164" y="519720"/>
                </a:lnTo>
                <a:moveTo>
                  <a:pt x="1389282" y="855292"/>
                </a:moveTo>
                <a:lnTo>
                  <a:pt x="1398791" y="813730"/>
                </a:lnTo>
                <a:moveTo>
                  <a:pt x="1894428" y="602175"/>
                </a:moveTo>
                <a:lnTo>
                  <a:pt x="1940421" y="580815"/>
                </a:lnTo>
                <a:moveTo>
                  <a:pt x="1461765" y="729115"/>
                </a:moveTo>
                <a:lnTo>
                  <a:pt x="1497450" y="735394"/>
                </a:lnTo>
                <a:moveTo>
                  <a:pt x="1296329" y="564737"/>
                </a:moveTo>
                <a:lnTo>
                  <a:pt x="1265593" y="504317"/>
                </a:lnTo>
                <a:moveTo>
                  <a:pt x="1268181" y="557487"/>
                </a:moveTo>
                <a:lnTo>
                  <a:pt x="1296329" y="564737"/>
                </a:lnTo>
                <a:moveTo>
                  <a:pt x="1442345" y="820249"/>
                </a:moveTo>
                <a:lnTo>
                  <a:pt x="1398791" y="813730"/>
                </a:lnTo>
                <a:moveTo>
                  <a:pt x="1684691" y="691885"/>
                </a:moveTo>
                <a:lnTo>
                  <a:pt x="1740387" y="667059"/>
                </a:lnTo>
                <a:moveTo>
                  <a:pt x="1297906" y="1035748"/>
                </a:moveTo>
                <a:lnTo>
                  <a:pt x="1307613" y="990179"/>
                </a:lnTo>
                <a:moveTo>
                  <a:pt x="1497450" y="735394"/>
                </a:moveTo>
                <a:lnTo>
                  <a:pt x="1462368" y="676527"/>
                </a:lnTo>
                <a:moveTo>
                  <a:pt x="1480299" y="779685"/>
                </a:moveTo>
                <a:lnTo>
                  <a:pt x="1534525" y="755385"/>
                </a:lnTo>
                <a:moveTo>
                  <a:pt x="1848493" y="541935"/>
                </a:moveTo>
                <a:lnTo>
                  <a:pt x="1856690" y="544256"/>
                </a:lnTo>
                <a:moveTo>
                  <a:pt x="1254947" y="765410"/>
                </a:moveTo>
                <a:lnTo>
                  <a:pt x="1284881" y="722155"/>
                </a:lnTo>
                <a:moveTo>
                  <a:pt x="1393890" y="598672"/>
                </a:moveTo>
                <a:lnTo>
                  <a:pt x="1439821" y="613183"/>
                </a:lnTo>
                <a:moveTo>
                  <a:pt x="1389282" y="855292"/>
                </a:moveTo>
                <a:lnTo>
                  <a:pt x="1428211" y="874620"/>
                </a:lnTo>
                <a:moveTo>
                  <a:pt x="1428211" y="874620"/>
                </a:moveTo>
                <a:lnTo>
                  <a:pt x="1442345" y="820249"/>
                </a:lnTo>
                <a:moveTo>
                  <a:pt x="1227713" y="954200"/>
                </a:moveTo>
                <a:lnTo>
                  <a:pt x="1207767" y="960641"/>
                </a:lnTo>
                <a:moveTo>
                  <a:pt x="1791605" y="592459"/>
                </a:moveTo>
                <a:lnTo>
                  <a:pt x="1808931" y="589482"/>
                </a:lnTo>
                <a:moveTo>
                  <a:pt x="1261603" y="919522"/>
                </a:moveTo>
                <a:lnTo>
                  <a:pt x="1257046" y="895916"/>
                </a:lnTo>
                <a:moveTo>
                  <a:pt x="1894428" y="602175"/>
                </a:moveTo>
                <a:lnTo>
                  <a:pt x="1923410" y="625056"/>
                </a:lnTo>
                <a:moveTo>
                  <a:pt x="1480299" y="779685"/>
                </a:moveTo>
                <a:lnTo>
                  <a:pt x="1461765" y="729115"/>
                </a:lnTo>
                <a:moveTo>
                  <a:pt x="1257046" y="895916"/>
                </a:moveTo>
                <a:lnTo>
                  <a:pt x="1237438" y="858701"/>
                </a:lnTo>
                <a:moveTo>
                  <a:pt x="1856690" y="544256"/>
                </a:moveTo>
                <a:lnTo>
                  <a:pt x="1906377" y="559742"/>
                </a:lnTo>
                <a:moveTo>
                  <a:pt x="1428211" y="874620"/>
                </a:moveTo>
                <a:lnTo>
                  <a:pt x="1447966" y="850855"/>
                </a:lnTo>
                <a:moveTo>
                  <a:pt x="1730231" y="708852"/>
                </a:moveTo>
                <a:lnTo>
                  <a:pt x="1788268" y="693349"/>
                </a:lnTo>
                <a:moveTo>
                  <a:pt x="1159269" y="990409"/>
                </a:moveTo>
                <a:lnTo>
                  <a:pt x="1161971" y="987775"/>
                </a:lnTo>
                <a:moveTo>
                  <a:pt x="1228859" y="838805"/>
                </a:moveTo>
                <a:lnTo>
                  <a:pt x="1222196" y="801899"/>
                </a:lnTo>
                <a:moveTo>
                  <a:pt x="1497450" y="735394"/>
                </a:moveTo>
                <a:lnTo>
                  <a:pt x="1513743" y="691410"/>
                </a:lnTo>
                <a:moveTo>
                  <a:pt x="1159023" y="988631"/>
                </a:moveTo>
                <a:lnTo>
                  <a:pt x="1159269" y="990409"/>
                </a:lnTo>
                <a:moveTo>
                  <a:pt x="1812194" y="672168"/>
                </a:moveTo>
                <a:lnTo>
                  <a:pt x="1840221" y="679766"/>
                </a:lnTo>
                <a:moveTo>
                  <a:pt x="1237438" y="858701"/>
                </a:moveTo>
                <a:lnTo>
                  <a:pt x="1228859" y="838805"/>
                </a:lnTo>
                <a:moveTo>
                  <a:pt x="1447966" y="850855"/>
                </a:moveTo>
                <a:lnTo>
                  <a:pt x="1495242" y="851183"/>
                </a:lnTo>
                <a:moveTo>
                  <a:pt x="1276532" y="1076062"/>
                </a:moveTo>
                <a:lnTo>
                  <a:pt x="1297304" y="1040804"/>
                </a:lnTo>
                <a:moveTo>
                  <a:pt x="1157485" y="1001122"/>
                </a:moveTo>
                <a:lnTo>
                  <a:pt x="1159269" y="990409"/>
                </a:lnTo>
                <a:moveTo>
                  <a:pt x="1177544" y="1082409"/>
                </a:moveTo>
                <a:lnTo>
                  <a:pt x="1218809" y="1100616"/>
                </a:lnTo>
                <a:moveTo>
                  <a:pt x="1876635" y="646695"/>
                </a:moveTo>
                <a:lnTo>
                  <a:pt x="1923410" y="625056"/>
                </a:lnTo>
                <a:moveTo>
                  <a:pt x="1159023" y="988631"/>
                </a:moveTo>
                <a:lnTo>
                  <a:pt x="1161971" y="987775"/>
                </a:lnTo>
                <a:moveTo>
                  <a:pt x="1480299" y="779685"/>
                </a:moveTo>
                <a:lnTo>
                  <a:pt x="1520036" y="798725"/>
                </a:lnTo>
                <a:moveTo>
                  <a:pt x="1447966" y="850855"/>
                </a:moveTo>
                <a:lnTo>
                  <a:pt x="1499931" y="844071"/>
                </a:lnTo>
                <a:moveTo>
                  <a:pt x="1442345" y="820249"/>
                </a:moveTo>
                <a:lnTo>
                  <a:pt x="1451874" y="774600"/>
                </a:lnTo>
                <a:moveTo>
                  <a:pt x="1374363" y="898786"/>
                </a:moveTo>
                <a:lnTo>
                  <a:pt x="1428211" y="874620"/>
                </a:lnTo>
                <a:moveTo>
                  <a:pt x="1342066" y="840454"/>
                </a:moveTo>
                <a:lnTo>
                  <a:pt x="1339716" y="839763"/>
                </a:lnTo>
                <a:moveTo>
                  <a:pt x="1747872" y="711805"/>
                </a:moveTo>
                <a:lnTo>
                  <a:pt x="1788268" y="693349"/>
                </a:lnTo>
                <a:moveTo>
                  <a:pt x="1339665" y="841105"/>
                </a:moveTo>
                <a:lnTo>
                  <a:pt x="1339716" y="839763"/>
                </a:lnTo>
                <a:moveTo>
                  <a:pt x="1338660" y="838920"/>
                </a:moveTo>
                <a:lnTo>
                  <a:pt x="1339716" y="839763"/>
                </a:lnTo>
                <a:moveTo>
                  <a:pt x="1157485" y="1001122"/>
                </a:moveTo>
                <a:lnTo>
                  <a:pt x="1159023" y="988631"/>
                </a:lnTo>
                <a:moveTo>
                  <a:pt x="1339665" y="841105"/>
                </a:moveTo>
                <a:lnTo>
                  <a:pt x="1342066" y="840454"/>
                </a:lnTo>
                <a:moveTo>
                  <a:pt x="1357372" y="929387"/>
                </a:moveTo>
                <a:lnTo>
                  <a:pt x="1379196" y="907113"/>
                </a:lnTo>
                <a:moveTo>
                  <a:pt x="1451874" y="774600"/>
                </a:moveTo>
                <a:lnTo>
                  <a:pt x="1480299" y="779685"/>
                </a:lnTo>
                <a:moveTo>
                  <a:pt x="1344405" y="947651"/>
                </a:moveTo>
                <a:lnTo>
                  <a:pt x="1357372" y="929387"/>
                </a:lnTo>
                <a:moveTo>
                  <a:pt x="1243210" y="937071"/>
                </a:moveTo>
                <a:lnTo>
                  <a:pt x="1261603" y="919522"/>
                </a:lnTo>
                <a:moveTo>
                  <a:pt x="1809316" y="675672"/>
                </a:moveTo>
                <a:lnTo>
                  <a:pt x="1816743" y="692878"/>
                </a:lnTo>
                <a:moveTo>
                  <a:pt x="1339665" y="841105"/>
                </a:moveTo>
                <a:lnTo>
                  <a:pt x="1338660" y="838920"/>
                </a:lnTo>
                <a:moveTo>
                  <a:pt x="1791605" y="592459"/>
                </a:moveTo>
                <a:lnTo>
                  <a:pt x="1776689" y="586837"/>
                </a:lnTo>
                <a:moveTo>
                  <a:pt x="1342066" y="840454"/>
                </a:moveTo>
                <a:lnTo>
                  <a:pt x="1389282" y="855292"/>
                </a:lnTo>
                <a:moveTo>
                  <a:pt x="1307613" y="990179"/>
                </a:moveTo>
                <a:lnTo>
                  <a:pt x="1337162" y="938124"/>
                </a:lnTo>
                <a:moveTo>
                  <a:pt x="1150366" y="1034671"/>
                </a:moveTo>
                <a:lnTo>
                  <a:pt x="1159269" y="990409"/>
                </a:lnTo>
                <a:moveTo>
                  <a:pt x="1164844" y="988418"/>
                </a:moveTo>
                <a:lnTo>
                  <a:pt x="1161971" y="987775"/>
                </a:lnTo>
                <a:moveTo>
                  <a:pt x="1338660" y="838920"/>
                </a:moveTo>
                <a:lnTo>
                  <a:pt x="1313533" y="777883"/>
                </a:lnTo>
                <a:moveTo>
                  <a:pt x="1239947" y="1087730"/>
                </a:moveTo>
                <a:lnTo>
                  <a:pt x="1262513" y="1111571"/>
                </a:lnTo>
                <a:moveTo>
                  <a:pt x="1684691" y="691885"/>
                </a:moveTo>
                <a:lnTo>
                  <a:pt x="1701607" y="647677"/>
                </a:lnTo>
                <a:moveTo>
                  <a:pt x="1813471" y="576104"/>
                </a:moveTo>
                <a:lnTo>
                  <a:pt x="1848493" y="541935"/>
                </a:lnTo>
                <a:moveTo>
                  <a:pt x="1701607" y="647677"/>
                </a:moveTo>
                <a:lnTo>
                  <a:pt x="1721239" y="610821"/>
                </a:lnTo>
                <a:moveTo>
                  <a:pt x="1856506" y="681313"/>
                </a:moveTo>
                <a:lnTo>
                  <a:pt x="1884001" y="657803"/>
                </a:lnTo>
                <a:moveTo>
                  <a:pt x="1159023" y="988631"/>
                </a:moveTo>
                <a:lnTo>
                  <a:pt x="1164844" y="988418"/>
                </a:lnTo>
                <a:moveTo>
                  <a:pt x="1248298" y="748291"/>
                </a:moveTo>
                <a:lnTo>
                  <a:pt x="1254947" y="765410"/>
                </a:lnTo>
                <a:moveTo>
                  <a:pt x="1313533" y="777883"/>
                </a:moveTo>
                <a:lnTo>
                  <a:pt x="1313453" y="777630"/>
                </a:lnTo>
                <a:moveTo>
                  <a:pt x="1816743" y="692878"/>
                </a:moveTo>
                <a:lnTo>
                  <a:pt x="1812194" y="672168"/>
                </a:lnTo>
                <a:moveTo>
                  <a:pt x="1721239" y="610821"/>
                </a:moveTo>
                <a:lnTo>
                  <a:pt x="1734004" y="605681"/>
                </a:lnTo>
                <a:moveTo>
                  <a:pt x="1463863" y="823721"/>
                </a:moveTo>
                <a:lnTo>
                  <a:pt x="1520036" y="798725"/>
                </a:lnTo>
                <a:moveTo>
                  <a:pt x="1276532" y="1076062"/>
                </a:moveTo>
                <a:lnTo>
                  <a:pt x="1282478" y="1084265"/>
                </a:lnTo>
                <a:moveTo>
                  <a:pt x="1684691" y="691885"/>
                </a:moveTo>
                <a:lnTo>
                  <a:pt x="1730231" y="708852"/>
                </a:lnTo>
                <a:moveTo>
                  <a:pt x="1463863" y="823721"/>
                </a:moveTo>
                <a:lnTo>
                  <a:pt x="1499931" y="844071"/>
                </a:lnTo>
                <a:moveTo>
                  <a:pt x="1157485" y="1001122"/>
                </a:moveTo>
                <a:lnTo>
                  <a:pt x="1164844" y="988418"/>
                </a:lnTo>
                <a:moveTo>
                  <a:pt x="1846582" y="586031"/>
                </a:moveTo>
                <a:lnTo>
                  <a:pt x="1848493" y="541935"/>
                </a:lnTo>
                <a:moveTo>
                  <a:pt x="1480299" y="779685"/>
                </a:moveTo>
                <a:lnTo>
                  <a:pt x="1497450" y="735394"/>
                </a:lnTo>
                <a:moveTo>
                  <a:pt x="1313453" y="777630"/>
                </a:moveTo>
                <a:lnTo>
                  <a:pt x="1284881" y="722155"/>
                </a:lnTo>
                <a:moveTo>
                  <a:pt x="1846582" y="586031"/>
                </a:moveTo>
                <a:lnTo>
                  <a:pt x="1856690" y="544256"/>
                </a:lnTo>
                <a:moveTo>
                  <a:pt x="1374363" y="898786"/>
                </a:moveTo>
                <a:lnTo>
                  <a:pt x="1379196" y="907113"/>
                </a:lnTo>
                <a:moveTo>
                  <a:pt x="1463863" y="823721"/>
                </a:moveTo>
                <a:lnTo>
                  <a:pt x="1451874" y="774600"/>
                </a:lnTo>
                <a:moveTo>
                  <a:pt x="1276532" y="1076062"/>
                </a:moveTo>
                <a:lnTo>
                  <a:pt x="1297906" y="1035748"/>
                </a:lnTo>
                <a:moveTo>
                  <a:pt x="1747872" y="711805"/>
                </a:moveTo>
                <a:lnTo>
                  <a:pt x="1730231" y="708852"/>
                </a:lnTo>
                <a:moveTo>
                  <a:pt x="1150366" y="1034671"/>
                </a:moveTo>
                <a:lnTo>
                  <a:pt x="1157485" y="1001122"/>
                </a:lnTo>
                <a:moveTo>
                  <a:pt x="1337162" y="938124"/>
                </a:moveTo>
                <a:lnTo>
                  <a:pt x="1344405" y="947651"/>
                </a:lnTo>
                <a:moveTo>
                  <a:pt x="1447966" y="850855"/>
                </a:moveTo>
                <a:lnTo>
                  <a:pt x="1442345" y="820249"/>
                </a:lnTo>
                <a:moveTo>
                  <a:pt x="1184982" y="984898"/>
                </a:moveTo>
                <a:lnTo>
                  <a:pt x="1207767" y="960641"/>
                </a:lnTo>
                <a:moveTo>
                  <a:pt x="1894428" y="602175"/>
                </a:moveTo>
                <a:lnTo>
                  <a:pt x="1906377" y="559742"/>
                </a:lnTo>
                <a:moveTo>
                  <a:pt x="1846582" y="586031"/>
                </a:moveTo>
                <a:lnTo>
                  <a:pt x="1906377" y="559742"/>
                </a:lnTo>
                <a:moveTo>
                  <a:pt x="1809316" y="675672"/>
                </a:moveTo>
                <a:lnTo>
                  <a:pt x="1788268" y="693349"/>
                </a:lnTo>
                <a:moveTo>
                  <a:pt x="1177544" y="1082409"/>
                </a:moveTo>
                <a:lnTo>
                  <a:pt x="1150366" y="1034671"/>
                </a:lnTo>
                <a:moveTo>
                  <a:pt x="1876635" y="646695"/>
                </a:moveTo>
                <a:lnTo>
                  <a:pt x="1884001" y="657803"/>
                </a:lnTo>
                <a:moveTo>
                  <a:pt x="1374363" y="898786"/>
                </a:moveTo>
                <a:lnTo>
                  <a:pt x="1389282" y="855292"/>
                </a:lnTo>
                <a:moveTo>
                  <a:pt x="1222196" y="801899"/>
                </a:moveTo>
                <a:lnTo>
                  <a:pt x="1248298" y="748291"/>
                </a:lnTo>
                <a:moveTo>
                  <a:pt x="1239947" y="1087730"/>
                </a:moveTo>
                <a:lnTo>
                  <a:pt x="1218809" y="1100616"/>
                </a:lnTo>
                <a:moveTo>
                  <a:pt x="1442345" y="820249"/>
                </a:moveTo>
                <a:lnTo>
                  <a:pt x="1463863" y="823721"/>
                </a:lnTo>
                <a:moveTo>
                  <a:pt x="1227713" y="954200"/>
                </a:moveTo>
                <a:lnTo>
                  <a:pt x="1243210" y="937071"/>
                </a:lnTo>
                <a:moveTo>
                  <a:pt x="1374363" y="898786"/>
                </a:moveTo>
                <a:lnTo>
                  <a:pt x="1357372" y="929387"/>
                </a:lnTo>
                <a:moveTo>
                  <a:pt x="1685266" y="633674"/>
                </a:moveTo>
                <a:lnTo>
                  <a:pt x="1701607" y="647677"/>
                </a:lnTo>
                <a:moveTo>
                  <a:pt x="1447966" y="850855"/>
                </a:moveTo>
                <a:lnTo>
                  <a:pt x="1463863" y="823721"/>
                </a:lnTo>
                <a:moveTo>
                  <a:pt x="1337162" y="938124"/>
                </a:moveTo>
                <a:lnTo>
                  <a:pt x="1357372" y="929387"/>
                </a:lnTo>
                <a:moveTo>
                  <a:pt x="1734004" y="605681"/>
                </a:moveTo>
                <a:lnTo>
                  <a:pt x="1791605" y="592459"/>
                </a:lnTo>
                <a:moveTo>
                  <a:pt x="1239947" y="1087730"/>
                </a:moveTo>
                <a:lnTo>
                  <a:pt x="1282478" y="1084265"/>
                </a:lnTo>
                <a:moveTo>
                  <a:pt x="1463863" y="823721"/>
                </a:moveTo>
                <a:lnTo>
                  <a:pt x="1480299" y="779685"/>
                </a:lnTo>
                <a:moveTo>
                  <a:pt x="1725044" y="740457"/>
                </a:moveTo>
                <a:lnTo>
                  <a:pt x="1730231" y="708852"/>
                </a:lnTo>
                <a:moveTo>
                  <a:pt x="1672668" y="734344"/>
                </a:moveTo>
                <a:lnTo>
                  <a:pt x="1730231" y="708852"/>
                </a:lnTo>
                <a:moveTo>
                  <a:pt x="1297639" y="970266"/>
                </a:moveTo>
                <a:lnTo>
                  <a:pt x="1307613" y="990179"/>
                </a:lnTo>
                <a:moveTo>
                  <a:pt x="1279933" y="877828"/>
                </a:moveTo>
                <a:lnTo>
                  <a:pt x="1257046" y="895916"/>
                </a:lnTo>
                <a:moveTo>
                  <a:pt x="1292543" y="918032"/>
                </a:moveTo>
                <a:lnTo>
                  <a:pt x="1257046" y="895916"/>
                </a:lnTo>
                <a:moveTo>
                  <a:pt x="1813471" y="576104"/>
                </a:moveTo>
                <a:lnTo>
                  <a:pt x="1846582" y="586031"/>
                </a:lnTo>
                <a:moveTo>
                  <a:pt x="1292543" y="918032"/>
                </a:moveTo>
                <a:lnTo>
                  <a:pt x="1261603" y="919522"/>
                </a:lnTo>
                <a:moveTo>
                  <a:pt x="1240272" y="846982"/>
                </a:moveTo>
                <a:lnTo>
                  <a:pt x="1257046" y="895916"/>
                </a:lnTo>
                <a:moveTo>
                  <a:pt x="1672668" y="734344"/>
                </a:moveTo>
                <a:lnTo>
                  <a:pt x="1684691" y="691885"/>
                </a:lnTo>
                <a:moveTo>
                  <a:pt x="1648947" y="671419"/>
                </a:moveTo>
                <a:lnTo>
                  <a:pt x="1701607" y="647677"/>
                </a:lnTo>
                <a:moveTo>
                  <a:pt x="1685266" y="633674"/>
                </a:moveTo>
                <a:lnTo>
                  <a:pt x="1721239" y="610821"/>
                </a:lnTo>
                <a:moveTo>
                  <a:pt x="1333828" y="880031"/>
                </a:moveTo>
                <a:lnTo>
                  <a:pt x="1342066" y="840454"/>
                </a:lnTo>
                <a:moveTo>
                  <a:pt x="1876635" y="646695"/>
                </a:moveTo>
                <a:lnTo>
                  <a:pt x="1856506" y="681313"/>
                </a:lnTo>
                <a:moveTo>
                  <a:pt x="1846582" y="586031"/>
                </a:moveTo>
                <a:lnTo>
                  <a:pt x="1894428" y="602175"/>
                </a:lnTo>
                <a:moveTo>
                  <a:pt x="1247298" y="954035"/>
                </a:moveTo>
                <a:lnTo>
                  <a:pt x="1261603" y="919522"/>
                </a:lnTo>
                <a:moveTo>
                  <a:pt x="1337162" y="938124"/>
                </a:moveTo>
                <a:lnTo>
                  <a:pt x="1374363" y="898786"/>
                </a:lnTo>
                <a:moveTo>
                  <a:pt x="1248298" y="748291"/>
                </a:moveTo>
                <a:lnTo>
                  <a:pt x="1284881" y="722155"/>
                </a:lnTo>
                <a:moveTo>
                  <a:pt x="1333828" y="880031"/>
                </a:moveTo>
                <a:lnTo>
                  <a:pt x="1339665" y="841105"/>
                </a:lnTo>
                <a:moveTo>
                  <a:pt x="1240272" y="846982"/>
                </a:moveTo>
                <a:lnTo>
                  <a:pt x="1237438" y="858701"/>
                </a:lnTo>
                <a:moveTo>
                  <a:pt x="1240272" y="846982"/>
                </a:moveTo>
                <a:lnTo>
                  <a:pt x="1228859" y="838805"/>
                </a:lnTo>
                <a:moveTo>
                  <a:pt x="1747872" y="711805"/>
                </a:moveTo>
                <a:lnTo>
                  <a:pt x="1809316" y="675672"/>
                </a:lnTo>
                <a:moveTo>
                  <a:pt x="1725044" y="740457"/>
                </a:moveTo>
                <a:lnTo>
                  <a:pt x="1747872" y="711805"/>
                </a:lnTo>
                <a:moveTo>
                  <a:pt x="1333828" y="880031"/>
                </a:moveTo>
                <a:lnTo>
                  <a:pt x="1389282" y="855292"/>
                </a:lnTo>
                <a:moveTo>
                  <a:pt x="1661717" y="646918"/>
                </a:moveTo>
                <a:lnTo>
                  <a:pt x="1701607" y="647677"/>
                </a:lnTo>
                <a:moveTo>
                  <a:pt x="1226617" y="788467"/>
                </a:moveTo>
                <a:lnTo>
                  <a:pt x="1222196" y="801899"/>
                </a:lnTo>
                <a:moveTo>
                  <a:pt x="1292526" y="967964"/>
                </a:moveTo>
                <a:lnTo>
                  <a:pt x="1261603" y="919522"/>
                </a:lnTo>
                <a:moveTo>
                  <a:pt x="1791605" y="592459"/>
                </a:moveTo>
                <a:lnTo>
                  <a:pt x="1813471" y="576104"/>
                </a:lnTo>
                <a:moveTo>
                  <a:pt x="1308157" y="817802"/>
                </a:moveTo>
                <a:lnTo>
                  <a:pt x="1339665" y="841105"/>
                </a:lnTo>
                <a:moveTo>
                  <a:pt x="1308157" y="817802"/>
                </a:moveTo>
                <a:lnTo>
                  <a:pt x="1338660" y="838920"/>
                </a:lnTo>
                <a:moveTo>
                  <a:pt x="1297906" y="1035748"/>
                </a:moveTo>
                <a:lnTo>
                  <a:pt x="1297639" y="970266"/>
                </a:lnTo>
                <a:moveTo>
                  <a:pt x="1812194" y="672168"/>
                </a:moveTo>
                <a:lnTo>
                  <a:pt x="1856506" y="681313"/>
                </a:lnTo>
                <a:moveTo>
                  <a:pt x="1242737" y="847516"/>
                </a:moveTo>
                <a:lnTo>
                  <a:pt x="1257046" y="895916"/>
                </a:lnTo>
                <a:moveTo>
                  <a:pt x="1876635" y="646695"/>
                </a:moveTo>
                <a:lnTo>
                  <a:pt x="1894428" y="602175"/>
                </a:lnTo>
                <a:moveTo>
                  <a:pt x="1196793" y="1075142"/>
                </a:moveTo>
                <a:lnTo>
                  <a:pt x="1218809" y="1100616"/>
                </a:lnTo>
                <a:moveTo>
                  <a:pt x="1308157" y="817802"/>
                </a:moveTo>
                <a:lnTo>
                  <a:pt x="1313533" y="777883"/>
                </a:lnTo>
                <a:moveTo>
                  <a:pt x="1762603" y="603138"/>
                </a:moveTo>
                <a:lnTo>
                  <a:pt x="1734004" y="605681"/>
                </a:lnTo>
                <a:moveTo>
                  <a:pt x="1297906" y="1035748"/>
                </a:moveTo>
                <a:lnTo>
                  <a:pt x="1294984" y="974011"/>
                </a:lnTo>
                <a:moveTo>
                  <a:pt x="1648947" y="671419"/>
                </a:moveTo>
                <a:lnTo>
                  <a:pt x="1684691" y="691885"/>
                </a:lnTo>
                <a:moveTo>
                  <a:pt x="1238155" y="843602"/>
                </a:moveTo>
                <a:lnTo>
                  <a:pt x="1222196" y="801899"/>
                </a:lnTo>
                <a:moveTo>
                  <a:pt x="1184982" y="984898"/>
                </a:moveTo>
                <a:lnTo>
                  <a:pt x="1157485" y="1001122"/>
                </a:lnTo>
                <a:moveTo>
                  <a:pt x="1747872" y="711805"/>
                </a:moveTo>
                <a:lnTo>
                  <a:pt x="1806121" y="672673"/>
                </a:lnTo>
                <a:moveTo>
                  <a:pt x="1238155" y="843602"/>
                </a:moveTo>
                <a:lnTo>
                  <a:pt x="1228859" y="838805"/>
                </a:lnTo>
                <a:moveTo>
                  <a:pt x="1247298" y="954035"/>
                </a:moveTo>
                <a:lnTo>
                  <a:pt x="1243210" y="937071"/>
                </a:lnTo>
                <a:moveTo>
                  <a:pt x="1239947" y="1087730"/>
                </a:moveTo>
                <a:lnTo>
                  <a:pt x="1276532" y="1076062"/>
                </a:lnTo>
                <a:moveTo>
                  <a:pt x="1184982" y="984898"/>
                </a:moveTo>
                <a:lnTo>
                  <a:pt x="1164844" y="988418"/>
                </a:lnTo>
                <a:moveTo>
                  <a:pt x="1279305" y="1014000"/>
                </a:moveTo>
                <a:lnTo>
                  <a:pt x="1297906" y="1035748"/>
                </a:lnTo>
                <a:moveTo>
                  <a:pt x="1631949" y="715655"/>
                </a:moveTo>
                <a:lnTo>
                  <a:pt x="1684691" y="691885"/>
                </a:lnTo>
                <a:moveTo>
                  <a:pt x="1333828" y="880031"/>
                </a:moveTo>
                <a:lnTo>
                  <a:pt x="1374363" y="898786"/>
                </a:lnTo>
                <a:moveTo>
                  <a:pt x="1833123" y="629004"/>
                </a:moveTo>
                <a:lnTo>
                  <a:pt x="1894428" y="602175"/>
                </a:lnTo>
                <a:moveTo>
                  <a:pt x="1833123" y="629004"/>
                </a:moveTo>
                <a:lnTo>
                  <a:pt x="1846582" y="586031"/>
                </a:lnTo>
                <a:moveTo>
                  <a:pt x="1740154" y="604549"/>
                </a:moveTo>
                <a:lnTo>
                  <a:pt x="1734004" y="605681"/>
                </a:lnTo>
                <a:moveTo>
                  <a:pt x="1787284" y="612144"/>
                </a:moveTo>
                <a:lnTo>
                  <a:pt x="1813471" y="576104"/>
                </a:lnTo>
                <a:moveTo>
                  <a:pt x="1150366" y="1034671"/>
                </a:moveTo>
                <a:lnTo>
                  <a:pt x="1184982" y="984898"/>
                </a:lnTo>
                <a:moveTo>
                  <a:pt x="1672668" y="734344"/>
                </a:moveTo>
                <a:lnTo>
                  <a:pt x="1725044" y="740457"/>
                </a:lnTo>
                <a:moveTo>
                  <a:pt x="1812194" y="672168"/>
                </a:moveTo>
                <a:lnTo>
                  <a:pt x="1876635" y="646695"/>
                </a:lnTo>
                <a:moveTo>
                  <a:pt x="1809316" y="675672"/>
                </a:moveTo>
                <a:lnTo>
                  <a:pt x="1812194" y="672168"/>
                </a:lnTo>
                <a:moveTo>
                  <a:pt x="1787284" y="612144"/>
                </a:moveTo>
                <a:lnTo>
                  <a:pt x="1846582" y="586031"/>
                </a:lnTo>
                <a:moveTo>
                  <a:pt x="1227713" y="954200"/>
                </a:moveTo>
                <a:lnTo>
                  <a:pt x="1247298" y="954035"/>
                </a:lnTo>
                <a:moveTo>
                  <a:pt x="1196793" y="1075142"/>
                </a:moveTo>
                <a:lnTo>
                  <a:pt x="1177544" y="1082409"/>
                </a:lnTo>
                <a:moveTo>
                  <a:pt x="1833123" y="629004"/>
                </a:moveTo>
                <a:lnTo>
                  <a:pt x="1876635" y="646695"/>
                </a:lnTo>
                <a:moveTo>
                  <a:pt x="1715875" y="747335"/>
                </a:moveTo>
                <a:lnTo>
                  <a:pt x="1725044" y="740457"/>
                </a:lnTo>
                <a:moveTo>
                  <a:pt x="1184982" y="984898"/>
                </a:moveTo>
                <a:lnTo>
                  <a:pt x="1227713" y="954200"/>
                </a:lnTo>
                <a:moveTo>
                  <a:pt x="1715875" y="747335"/>
                </a:moveTo>
                <a:lnTo>
                  <a:pt x="1672668" y="734344"/>
                </a:lnTo>
                <a:moveTo>
                  <a:pt x="1312457" y="761760"/>
                </a:moveTo>
                <a:lnTo>
                  <a:pt x="1313453" y="777630"/>
                </a:lnTo>
                <a:moveTo>
                  <a:pt x="1740154" y="604549"/>
                </a:moveTo>
                <a:lnTo>
                  <a:pt x="1721239" y="610821"/>
                </a:lnTo>
                <a:moveTo>
                  <a:pt x="1806121" y="672673"/>
                </a:moveTo>
                <a:lnTo>
                  <a:pt x="1809316" y="675672"/>
                </a:lnTo>
                <a:moveTo>
                  <a:pt x="1173599" y="1029711"/>
                </a:moveTo>
                <a:lnTo>
                  <a:pt x="1177544" y="1082409"/>
                </a:lnTo>
                <a:moveTo>
                  <a:pt x="1297639" y="970266"/>
                </a:moveTo>
                <a:lnTo>
                  <a:pt x="1337162" y="938124"/>
                </a:lnTo>
                <a:moveTo>
                  <a:pt x="1301956" y="721355"/>
                </a:moveTo>
                <a:lnTo>
                  <a:pt x="1284881" y="722155"/>
                </a:lnTo>
                <a:moveTo>
                  <a:pt x="1806121" y="672673"/>
                </a:moveTo>
                <a:lnTo>
                  <a:pt x="1812194" y="672168"/>
                </a:lnTo>
                <a:moveTo>
                  <a:pt x="1312457" y="761760"/>
                </a:moveTo>
                <a:lnTo>
                  <a:pt x="1284881" y="722155"/>
                </a:lnTo>
                <a:moveTo>
                  <a:pt x="1833123" y="629004"/>
                </a:moveTo>
                <a:lnTo>
                  <a:pt x="1812194" y="672168"/>
                </a:lnTo>
                <a:moveTo>
                  <a:pt x="1276532" y="1076062"/>
                </a:moveTo>
                <a:lnTo>
                  <a:pt x="1279305" y="1014000"/>
                </a:lnTo>
                <a:moveTo>
                  <a:pt x="1319324" y="923377"/>
                </a:moveTo>
                <a:lnTo>
                  <a:pt x="1374363" y="898786"/>
                </a:lnTo>
                <a:moveTo>
                  <a:pt x="1173599" y="1029711"/>
                </a:moveTo>
                <a:lnTo>
                  <a:pt x="1150366" y="1034671"/>
                </a:lnTo>
                <a:moveTo>
                  <a:pt x="1787284" y="612144"/>
                </a:moveTo>
                <a:lnTo>
                  <a:pt x="1791605" y="592459"/>
                </a:lnTo>
                <a:moveTo>
                  <a:pt x="1285434" y="1230936"/>
                </a:moveTo>
                <a:lnTo>
                  <a:pt x="1287935" y="1226895"/>
                </a:lnTo>
                <a:moveTo>
                  <a:pt x="1289307" y="1231632"/>
                </a:moveTo>
                <a:lnTo>
                  <a:pt x="1285434" y="1230936"/>
                </a:lnTo>
                <a:moveTo>
                  <a:pt x="1319324" y="923377"/>
                </a:moveTo>
                <a:lnTo>
                  <a:pt x="1337162" y="938124"/>
                </a:lnTo>
                <a:moveTo>
                  <a:pt x="1806121" y="672673"/>
                </a:moveTo>
                <a:lnTo>
                  <a:pt x="1833123" y="629004"/>
                </a:lnTo>
                <a:moveTo>
                  <a:pt x="1259916" y="1059091"/>
                </a:moveTo>
                <a:lnTo>
                  <a:pt x="1276532" y="1076062"/>
                </a:lnTo>
                <a:moveTo>
                  <a:pt x="1661717" y="646918"/>
                </a:moveTo>
                <a:lnTo>
                  <a:pt x="1685266" y="633674"/>
                </a:lnTo>
                <a:moveTo>
                  <a:pt x="1762603" y="603138"/>
                </a:moveTo>
                <a:lnTo>
                  <a:pt x="1791605" y="592459"/>
                </a:lnTo>
                <a:moveTo>
                  <a:pt x="1289307" y="1231632"/>
                </a:moveTo>
                <a:lnTo>
                  <a:pt x="1287935" y="1226895"/>
                </a:lnTo>
                <a:moveTo>
                  <a:pt x="1283916" y="1229205"/>
                </a:moveTo>
                <a:lnTo>
                  <a:pt x="1285434" y="1230936"/>
                </a:lnTo>
                <a:moveTo>
                  <a:pt x="1283916" y="1229205"/>
                </a:moveTo>
                <a:lnTo>
                  <a:pt x="1287935" y="1226895"/>
                </a:lnTo>
                <a:moveTo>
                  <a:pt x="1631949" y="715655"/>
                </a:moveTo>
                <a:lnTo>
                  <a:pt x="1672668" y="734344"/>
                </a:lnTo>
                <a:moveTo>
                  <a:pt x="1292543" y="918032"/>
                </a:moveTo>
                <a:lnTo>
                  <a:pt x="1279933" y="877828"/>
                </a:lnTo>
                <a:moveTo>
                  <a:pt x="1757767" y="700839"/>
                </a:moveTo>
                <a:lnTo>
                  <a:pt x="1747872" y="711805"/>
                </a:lnTo>
                <a:moveTo>
                  <a:pt x="1298240" y="805297"/>
                </a:moveTo>
                <a:lnTo>
                  <a:pt x="1313453" y="777630"/>
                </a:lnTo>
                <a:moveTo>
                  <a:pt x="1298240" y="805297"/>
                </a:moveTo>
                <a:lnTo>
                  <a:pt x="1313533" y="777883"/>
                </a:lnTo>
                <a:moveTo>
                  <a:pt x="1333828" y="880031"/>
                </a:moveTo>
                <a:lnTo>
                  <a:pt x="1308157" y="817802"/>
                </a:lnTo>
                <a:moveTo>
                  <a:pt x="1787284" y="612144"/>
                </a:moveTo>
                <a:lnTo>
                  <a:pt x="1833123" y="629004"/>
                </a:lnTo>
                <a:moveTo>
                  <a:pt x="1226617" y="788467"/>
                </a:moveTo>
                <a:lnTo>
                  <a:pt x="1248298" y="748291"/>
                </a:lnTo>
                <a:moveTo>
                  <a:pt x="1753309" y="706370"/>
                </a:moveTo>
                <a:lnTo>
                  <a:pt x="1747872" y="711805"/>
                </a:lnTo>
                <a:moveTo>
                  <a:pt x="1648947" y="671419"/>
                </a:moveTo>
                <a:lnTo>
                  <a:pt x="1661717" y="646918"/>
                </a:lnTo>
                <a:moveTo>
                  <a:pt x="1289361" y="862681"/>
                </a:moveTo>
                <a:lnTo>
                  <a:pt x="1333828" y="880031"/>
                </a:lnTo>
                <a:moveTo>
                  <a:pt x="1289361" y="862681"/>
                </a:moveTo>
                <a:lnTo>
                  <a:pt x="1279933" y="877828"/>
                </a:lnTo>
                <a:moveTo>
                  <a:pt x="1675087" y="748104"/>
                </a:moveTo>
                <a:lnTo>
                  <a:pt x="1672668" y="734344"/>
                </a:lnTo>
                <a:moveTo>
                  <a:pt x="1631949" y="715655"/>
                </a:moveTo>
                <a:lnTo>
                  <a:pt x="1648947" y="671419"/>
                </a:lnTo>
                <a:moveTo>
                  <a:pt x="1685266" y="633674"/>
                </a:moveTo>
                <a:lnTo>
                  <a:pt x="1740154" y="604549"/>
                </a:lnTo>
                <a:moveTo>
                  <a:pt x="1297059" y="969494"/>
                </a:moveTo>
                <a:lnTo>
                  <a:pt x="1292543" y="918032"/>
                </a:lnTo>
                <a:moveTo>
                  <a:pt x="1292526" y="967964"/>
                </a:moveTo>
                <a:lnTo>
                  <a:pt x="1292543" y="918032"/>
                </a:lnTo>
                <a:moveTo>
                  <a:pt x="1762603" y="603138"/>
                </a:moveTo>
                <a:lnTo>
                  <a:pt x="1787284" y="612144"/>
                </a:lnTo>
                <a:moveTo>
                  <a:pt x="1289361" y="862681"/>
                </a:moveTo>
                <a:lnTo>
                  <a:pt x="1308157" y="817802"/>
                </a:lnTo>
                <a:moveTo>
                  <a:pt x="1256864" y="714529"/>
                </a:moveTo>
                <a:lnTo>
                  <a:pt x="1284881" y="722155"/>
                </a:lnTo>
                <a:moveTo>
                  <a:pt x="1248268" y="972016"/>
                </a:moveTo>
                <a:lnTo>
                  <a:pt x="1227713" y="954200"/>
                </a:lnTo>
                <a:moveTo>
                  <a:pt x="1242737" y="847516"/>
                </a:moveTo>
                <a:lnTo>
                  <a:pt x="1279933" y="877828"/>
                </a:lnTo>
                <a:moveTo>
                  <a:pt x="1319324" y="923377"/>
                </a:moveTo>
                <a:lnTo>
                  <a:pt x="1333828" y="880031"/>
                </a:lnTo>
                <a:moveTo>
                  <a:pt x="1675087" y="748104"/>
                </a:moveTo>
                <a:lnTo>
                  <a:pt x="1715875" y="747335"/>
                </a:lnTo>
                <a:moveTo>
                  <a:pt x="1319324" y="923377"/>
                </a:moveTo>
                <a:lnTo>
                  <a:pt x="1279933" y="877828"/>
                </a:lnTo>
                <a:moveTo>
                  <a:pt x="1294984" y="974011"/>
                </a:moveTo>
                <a:lnTo>
                  <a:pt x="1247298" y="954035"/>
                </a:lnTo>
                <a:moveTo>
                  <a:pt x="1292526" y="967964"/>
                </a:moveTo>
                <a:lnTo>
                  <a:pt x="1247298" y="954035"/>
                </a:lnTo>
                <a:moveTo>
                  <a:pt x="1292543" y="918032"/>
                </a:moveTo>
                <a:lnTo>
                  <a:pt x="1319324" y="923377"/>
                </a:lnTo>
                <a:moveTo>
                  <a:pt x="1196793" y="1075142"/>
                </a:moveTo>
                <a:lnTo>
                  <a:pt x="1239947" y="1087730"/>
                </a:lnTo>
                <a:moveTo>
                  <a:pt x="1294984" y="974011"/>
                </a:moveTo>
                <a:lnTo>
                  <a:pt x="1297639" y="970266"/>
                </a:lnTo>
                <a:moveTo>
                  <a:pt x="1297059" y="969494"/>
                </a:moveTo>
                <a:lnTo>
                  <a:pt x="1297639" y="970266"/>
                </a:lnTo>
                <a:moveTo>
                  <a:pt x="1259916" y="1059091"/>
                </a:moveTo>
                <a:lnTo>
                  <a:pt x="1239947" y="1087730"/>
                </a:lnTo>
                <a:moveTo>
                  <a:pt x="1773109" y="655372"/>
                </a:moveTo>
                <a:lnTo>
                  <a:pt x="1806121" y="672673"/>
                </a:lnTo>
                <a:moveTo>
                  <a:pt x="1242737" y="847516"/>
                </a:moveTo>
                <a:lnTo>
                  <a:pt x="1240272" y="846982"/>
                </a:lnTo>
                <a:moveTo>
                  <a:pt x="1773109" y="655372"/>
                </a:moveTo>
                <a:lnTo>
                  <a:pt x="1833123" y="629004"/>
                </a:lnTo>
                <a:moveTo>
                  <a:pt x="1294984" y="974011"/>
                </a:moveTo>
                <a:lnTo>
                  <a:pt x="1297059" y="969494"/>
                </a:lnTo>
                <a:moveTo>
                  <a:pt x="1294984" y="974011"/>
                </a:moveTo>
                <a:lnTo>
                  <a:pt x="1292526" y="967964"/>
                </a:lnTo>
                <a:moveTo>
                  <a:pt x="1292526" y="967964"/>
                </a:moveTo>
                <a:lnTo>
                  <a:pt x="1297059" y="969494"/>
                </a:lnTo>
                <a:moveTo>
                  <a:pt x="1640585" y="663493"/>
                </a:moveTo>
                <a:lnTo>
                  <a:pt x="1648947" y="671419"/>
                </a:lnTo>
                <a:moveTo>
                  <a:pt x="1238155" y="843602"/>
                </a:moveTo>
                <a:lnTo>
                  <a:pt x="1240272" y="846982"/>
                </a:lnTo>
                <a:moveTo>
                  <a:pt x="1242198" y="736731"/>
                </a:moveTo>
                <a:lnTo>
                  <a:pt x="1248298" y="748291"/>
                </a:lnTo>
                <a:moveTo>
                  <a:pt x="1753309" y="706370"/>
                </a:moveTo>
                <a:lnTo>
                  <a:pt x="1725044" y="740457"/>
                </a:lnTo>
                <a:moveTo>
                  <a:pt x="1242737" y="847516"/>
                </a:moveTo>
                <a:lnTo>
                  <a:pt x="1289361" y="862681"/>
                </a:lnTo>
                <a:moveTo>
                  <a:pt x="1279305" y="1014000"/>
                </a:moveTo>
                <a:lnTo>
                  <a:pt x="1247298" y="954035"/>
                </a:lnTo>
                <a:moveTo>
                  <a:pt x="1297639" y="970266"/>
                </a:moveTo>
                <a:lnTo>
                  <a:pt x="1319324" y="923377"/>
                </a:lnTo>
                <a:moveTo>
                  <a:pt x="1319324" y="923377"/>
                </a:moveTo>
                <a:lnTo>
                  <a:pt x="1289361" y="862681"/>
                </a:lnTo>
                <a:moveTo>
                  <a:pt x="1297059" y="969494"/>
                </a:moveTo>
                <a:lnTo>
                  <a:pt x="1319324" y="923377"/>
                </a:lnTo>
                <a:moveTo>
                  <a:pt x="1757767" y="700839"/>
                </a:moveTo>
                <a:lnTo>
                  <a:pt x="1806121" y="672673"/>
                </a:lnTo>
                <a:moveTo>
                  <a:pt x="1773109" y="655372"/>
                </a:moveTo>
                <a:lnTo>
                  <a:pt x="1787284" y="612144"/>
                </a:lnTo>
                <a:moveTo>
                  <a:pt x="1640585" y="663493"/>
                </a:moveTo>
                <a:lnTo>
                  <a:pt x="1661717" y="646918"/>
                </a:lnTo>
                <a:moveTo>
                  <a:pt x="1740154" y="604549"/>
                </a:moveTo>
                <a:lnTo>
                  <a:pt x="1762603" y="603138"/>
                </a:lnTo>
                <a:moveTo>
                  <a:pt x="1229831" y="989671"/>
                </a:moveTo>
                <a:lnTo>
                  <a:pt x="1227713" y="954200"/>
                </a:lnTo>
                <a:moveTo>
                  <a:pt x="1238155" y="843602"/>
                </a:moveTo>
                <a:lnTo>
                  <a:pt x="1226617" y="788467"/>
                </a:lnTo>
                <a:moveTo>
                  <a:pt x="1279305" y="1014000"/>
                </a:moveTo>
                <a:lnTo>
                  <a:pt x="1294984" y="974011"/>
                </a:lnTo>
                <a:moveTo>
                  <a:pt x="1675087" y="748104"/>
                </a:moveTo>
                <a:lnTo>
                  <a:pt x="1631949" y="715655"/>
                </a:lnTo>
                <a:moveTo>
                  <a:pt x="1715875" y="747335"/>
                </a:moveTo>
                <a:lnTo>
                  <a:pt x="1753309" y="706370"/>
                </a:lnTo>
                <a:moveTo>
                  <a:pt x="1242737" y="847516"/>
                </a:moveTo>
                <a:lnTo>
                  <a:pt x="1238155" y="843602"/>
                </a:lnTo>
                <a:moveTo>
                  <a:pt x="1173599" y="1029711"/>
                </a:moveTo>
                <a:lnTo>
                  <a:pt x="1184982" y="984898"/>
                </a:lnTo>
                <a:moveTo>
                  <a:pt x="1247901" y="844257"/>
                </a:moveTo>
                <a:lnTo>
                  <a:pt x="1308157" y="817802"/>
                </a:lnTo>
                <a:moveTo>
                  <a:pt x="1247901" y="844257"/>
                </a:moveTo>
                <a:lnTo>
                  <a:pt x="1289361" y="862681"/>
                </a:lnTo>
                <a:moveTo>
                  <a:pt x="1593713" y="696079"/>
                </a:moveTo>
                <a:lnTo>
                  <a:pt x="1648947" y="671419"/>
                </a:lnTo>
                <a:moveTo>
                  <a:pt x="1248298" y="748291"/>
                </a:moveTo>
                <a:lnTo>
                  <a:pt x="1256864" y="714529"/>
                </a:lnTo>
                <a:moveTo>
                  <a:pt x="1247901" y="844257"/>
                </a:moveTo>
                <a:lnTo>
                  <a:pt x="1226617" y="788467"/>
                </a:lnTo>
                <a:moveTo>
                  <a:pt x="1259916" y="1059091"/>
                </a:moveTo>
                <a:lnTo>
                  <a:pt x="1279305" y="1014000"/>
                </a:lnTo>
                <a:moveTo>
                  <a:pt x="1262568" y="1004413"/>
                </a:moveTo>
                <a:lnTo>
                  <a:pt x="1247298" y="954035"/>
                </a:lnTo>
                <a:moveTo>
                  <a:pt x="1692978" y="621725"/>
                </a:moveTo>
                <a:lnTo>
                  <a:pt x="1685266" y="633674"/>
                </a:lnTo>
                <a:moveTo>
                  <a:pt x="1242737" y="847516"/>
                </a:moveTo>
                <a:lnTo>
                  <a:pt x="1247901" y="844257"/>
                </a:lnTo>
                <a:moveTo>
                  <a:pt x="1248268" y="972016"/>
                </a:moveTo>
                <a:lnTo>
                  <a:pt x="1247298" y="954035"/>
                </a:lnTo>
                <a:moveTo>
                  <a:pt x="1196793" y="1075142"/>
                </a:moveTo>
                <a:lnTo>
                  <a:pt x="1173599" y="1029711"/>
                </a:lnTo>
                <a:moveTo>
                  <a:pt x="1226617" y="788467"/>
                </a:moveTo>
                <a:lnTo>
                  <a:pt x="1242198" y="736731"/>
                </a:lnTo>
                <a:moveTo>
                  <a:pt x="1238155" y="843602"/>
                </a:moveTo>
                <a:lnTo>
                  <a:pt x="1247901" y="844257"/>
                </a:lnTo>
                <a:moveTo>
                  <a:pt x="1686701" y="622594"/>
                </a:moveTo>
                <a:lnTo>
                  <a:pt x="1685266" y="633674"/>
                </a:lnTo>
                <a:moveTo>
                  <a:pt x="1298240" y="805297"/>
                </a:moveTo>
                <a:lnTo>
                  <a:pt x="1308157" y="817802"/>
                </a:lnTo>
                <a:moveTo>
                  <a:pt x="1603294" y="679749"/>
                </a:moveTo>
                <a:lnTo>
                  <a:pt x="1648947" y="671419"/>
                </a:lnTo>
                <a:moveTo>
                  <a:pt x="1312457" y="761760"/>
                </a:moveTo>
                <a:lnTo>
                  <a:pt x="1301956" y="721355"/>
                </a:lnTo>
                <a:moveTo>
                  <a:pt x="1593713" y="696079"/>
                </a:moveTo>
                <a:lnTo>
                  <a:pt x="1631949" y="715655"/>
                </a:lnTo>
                <a:moveTo>
                  <a:pt x="1729045" y="737844"/>
                </a:moveTo>
                <a:lnTo>
                  <a:pt x="1715875" y="747335"/>
                </a:lnTo>
                <a:moveTo>
                  <a:pt x="1224997" y="781040"/>
                </a:moveTo>
                <a:lnTo>
                  <a:pt x="1226617" y="788467"/>
                </a:lnTo>
                <a:moveTo>
                  <a:pt x="1757767" y="700839"/>
                </a:moveTo>
                <a:lnTo>
                  <a:pt x="1773109" y="655372"/>
                </a:lnTo>
                <a:moveTo>
                  <a:pt x="1262568" y="1004413"/>
                </a:moveTo>
                <a:lnTo>
                  <a:pt x="1279305" y="1014000"/>
                </a:lnTo>
                <a:moveTo>
                  <a:pt x="1756277" y="699548"/>
                </a:moveTo>
                <a:lnTo>
                  <a:pt x="1773109" y="655372"/>
                </a:lnTo>
                <a:moveTo>
                  <a:pt x="1626677" y="751146"/>
                </a:moveTo>
                <a:lnTo>
                  <a:pt x="1631949" y="715655"/>
                </a:lnTo>
                <a:moveTo>
                  <a:pt x="1229831" y="989671"/>
                </a:moveTo>
                <a:lnTo>
                  <a:pt x="1184982" y="984898"/>
                </a:lnTo>
                <a:moveTo>
                  <a:pt x="1576805" y="740284"/>
                </a:moveTo>
                <a:lnTo>
                  <a:pt x="1631949" y="715655"/>
                </a:lnTo>
                <a:moveTo>
                  <a:pt x="1686701" y="622594"/>
                </a:moveTo>
                <a:lnTo>
                  <a:pt x="1661717" y="646918"/>
                </a:lnTo>
                <a:moveTo>
                  <a:pt x="1225346" y="1040197"/>
                </a:moveTo>
                <a:lnTo>
                  <a:pt x="1239947" y="1087730"/>
                </a:lnTo>
                <a:moveTo>
                  <a:pt x="1737175" y="634974"/>
                </a:moveTo>
                <a:lnTo>
                  <a:pt x="1787284" y="612144"/>
                </a:lnTo>
                <a:moveTo>
                  <a:pt x="1756277" y="699548"/>
                </a:moveTo>
                <a:lnTo>
                  <a:pt x="1757767" y="700839"/>
                </a:lnTo>
                <a:moveTo>
                  <a:pt x="1753309" y="706370"/>
                </a:moveTo>
                <a:lnTo>
                  <a:pt x="1757767" y="700839"/>
                </a:lnTo>
                <a:moveTo>
                  <a:pt x="1737175" y="634974"/>
                </a:moveTo>
                <a:lnTo>
                  <a:pt x="1762603" y="603138"/>
                </a:lnTo>
                <a:moveTo>
                  <a:pt x="1626677" y="751146"/>
                </a:moveTo>
                <a:lnTo>
                  <a:pt x="1675087" y="748104"/>
                </a:lnTo>
                <a:moveTo>
                  <a:pt x="1756277" y="699548"/>
                </a:moveTo>
                <a:lnTo>
                  <a:pt x="1753309" y="706370"/>
                </a:lnTo>
                <a:moveTo>
                  <a:pt x="1298240" y="805297"/>
                </a:moveTo>
                <a:lnTo>
                  <a:pt x="1312457" y="761760"/>
                </a:lnTo>
                <a:moveTo>
                  <a:pt x="1603294" y="679749"/>
                </a:moveTo>
                <a:lnTo>
                  <a:pt x="1640585" y="663493"/>
                </a:lnTo>
                <a:moveTo>
                  <a:pt x="1265055" y="831119"/>
                </a:moveTo>
                <a:lnTo>
                  <a:pt x="1308157" y="817802"/>
                </a:lnTo>
                <a:moveTo>
                  <a:pt x="1256864" y="714529"/>
                </a:moveTo>
                <a:lnTo>
                  <a:pt x="1301956" y="721355"/>
                </a:lnTo>
                <a:moveTo>
                  <a:pt x="1692978" y="621725"/>
                </a:moveTo>
                <a:lnTo>
                  <a:pt x="1740154" y="604549"/>
                </a:lnTo>
                <a:moveTo>
                  <a:pt x="1224997" y="781040"/>
                </a:moveTo>
                <a:lnTo>
                  <a:pt x="1242198" y="736731"/>
                </a:lnTo>
                <a:moveTo>
                  <a:pt x="1262568" y="1004413"/>
                </a:moveTo>
                <a:lnTo>
                  <a:pt x="1248268" y="972016"/>
                </a:lnTo>
                <a:moveTo>
                  <a:pt x="1692413" y="746556"/>
                </a:moveTo>
                <a:lnTo>
                  <a:pt x="1715875" y="747335"/>
                </a:lnTo>
                <a:moveTo>
                  <a:pt x="1173599" y="1029711"/>
                </a:moveTo>
                <a:lnTo>
                  <a:pt x="1229831" y="989671"/>
                </a:lnTo>
                <a:moveTo>
                  <a:pt x="1640585" y="663493"/>
                </a:moveTo>
                <a:lnTo>
                  <a:pt x="1686701" y="622594"/>
                </a:lnTo>
                <a:moveTo>
                  <a:pt x="1737175" y="634974"/>
                </a:moveTo>
                <a:lnTo>
                  <a:pt x="1740154" y="604549"/>
                </a:lnTo>
                <a:moveTo>
                  <a:pt x="1242198" y="736731"/>
                </a:moveTo>
                <a:lnTo>
                  <a:pt x="1256864" y="714529"/>
                </a:lnTo>
                <a:moveTo>
                  <a:pt x="1737175" y="634974"/>
                </a:moveTo>
                <a:lnTo>
                  <a:pt x="1773109" y="655372"/>
                </a:lnTo>
                <a:moveTo>
                  <a:pt x="1227652" y="1038629"/>
                </a:moveTo>
                <a:lnTo>
                  <a:pt x="1279305" y="1014000"/>
                </a:lnTo>
                <a:moveTo>
                  <a:pt x="1225026" y="1037447"/>
                </a:moveTo>
                <a:lnTo>
                  <a:pt x="1196793" y="1075142"/>
                </a:lnTo>
                <a:moveTo>
                  <a:pt x="1225346" y="1040197"/>
                </a:moveTo>
                <a:lnTo>
                  <a:pt x="1196793" y="1075142"/>
                </a:lnTo>
                <a:moveTo>
                  <a:pt x="1227652" y="1038629"/>
                </a:moveTo>
                <a:lnTo>
                  <a:pt x="1259916" y="1059091"/>
                </a:lnTo>
                <a:moveTo>
                  <a:pt x="1593713" y="696079"/>
                </a:moveTo>
                <a:lnTo>
                  <a:pt x="1603294" y="679749"/>
                </a:lnTo>
                <a:moveTo>
                  <a:pt x="1225346" y="1040197"/>
                </a:moveTo>
                <a:lnTo>
                  <a:pt x="1259916" y="1059091"/>
                </a:lnTo>
                <a:moveTo>
                  <a:pt x="1225026" y="1037447"/>
                </a:moveTo>
                <a:lnTo>
                  <a:pt x="1173599" y="1029711"/>
                </a:lnTo>
                <a:moveTo>
                  <a:pt x="1576805" y="740284"/>
                </a:moveTo>
                <a:lnTo>
                  <a:pt x="1593713" y="696079"/>
                </a:lnTo>
                <a:moveTo>
                  <a:pt x="1729045" y="737844"/>
                </a:moveTo>
                <a:lnTo>
                  <a:pt x="1756277" y="699548"/>
                </a:lnTo>
                <a:moveTo>
                  <a:pt x="1229831" y="989671"/>
                </a:moveTo>
                <a:lnTo>
                  <a:pt x="1248268" y="972016"/>
                </a:lnTo>
                <a:moveTo>
                  <a:pt x="1729045" y="737844"/>
                </a:moveTo>
                <a:lnTo>
                  <a:pt x="1753309" y="706370"/>
                </a:lnTo>
                <a:moveTo>
                  <a:pt x="1247901" y="844257"/>
                </a:moveTo>
                <a:lnTo>
                  <a:pt x="1265055" y="831119"/>
                </a:lnTo>
                <a:moveTo>
                  <a:pt x="1226835" y="803852"/>
                </a:moveTo>
                <a:lnTo>
                  <a:pt x="1226617" y="788467"/>
                </a:lnTo>
                <a:moveTo>
                  <a:pt x="1245358" y="992893"/>
                </a:moveTo>
                <a:lnTo>
                  <a:pt x="1262568" y="1004413"/>
                </a:lnTo>
                <a:moveTo>
                  <a:pt x="1231693" y="725392"/>
                </a:moveTo>
                <a:lnTo>
                  <a:pt x="1242198" y="736731"/>
                </a:lnTo>
                <a:moveTo>
                  <a:pt x="1692413" y="746556"/>
                </a:moveTo>
                <a:lnTo>
                  <a:pt x="1675087" y="748104"/>
                </a:lnTo>
                <a:moveTo>
                  <a:pt x="1576805" y="740284"/>
                </a:moveTo>
                <a:lnTo>
                  <a:pt x="1626677" y="751146"/>
                </a:lnTo>
                <a:moveTo>
                  <a:pt x="1245358" y="992893"/>
                </a:moveTo>
                <a:lnTo>
                  <a:pt x="1248268" y="972016"/>
                </a:lnTo>
                <a:moveTo>
                  <a:pt x="1227652" y="1038629"/>
                </a:moveTo>
                <a:lnTo>
                  <a:pt x="1262568" y="1004413"/>
                </a:lnTo>
                <a:moveTo>
                  <a:pt x="1619567" y="753907"/>
                </a:moveTo>
                <a:lnTo>
                  <a:pt x="1626677" y="751146"/>
                </a:lnTo>
                <a:moveTo>
                  <a:pt x="1578130" y="685309"/>
                </a:moveTo>
                <a:lnTo>
                  <a:pt x="1593713" y="696079"/>
                </a:lnTo>
                <a:moveTo>
                  <a:pt x="1619567" y="753907"/>
                </a:moveTo>
                <a:lnTo>
                  <a:pt x="1576805" y="740284"/>
                </a:lnTo>
                <a:moveTo>
                  <a:pt x="1626411" y="755798"/>
                </a:moveTo>
                <a:lnTo>
                  <a:pt x="1626677" y="751146"/>
                </a:lnTo>
                <a:moveTo>
                  <a:pt x="1330220" y="754336"/>
                </a:moveTo>
                <a:lnTo>
                  <a:pt x="1301956" y="721355"/>
                </a:lnTo>
                <a:moveTo>
                  <a:pt x="1619567" y="753907"/>
                </a:moveTo>
                <a:lnTo>
                  <a:pt x="1626411" y="755798"/>
                </a:lnTo>
                <a:moveTo>
                  <a:pt x="1686701" y="622594"/>
                </a:moveTo>
                <a:lnTo>
                  <a:pt x="1692978" y="621725"/>
                </a:lnTo>
                <a:moveTo>
                  <a:pt x="1330220" y="754336"/>
                </a:moveTo>
                <a:lnTo>
                  <a:pt x="1312457" y="761760"/>
                </a:lnTo>
                <a:moveTo>
                  <a:pt x="1316542" y="727959"/>
                </a:moveTo>
                <a:lnTo>
                  <a:pt x="1301956" y="721355"/>
                </a:lnTo>
                <a:moveTo>
                  <a:pt x="1640911" y="648218"/>
                </a:moveTo>
                <a:lnTo>
                  <a:pt x="1640585" y="663493"/>
                </a:lnTo>
                <a:moveTo>
                  <a:pt x="1578130" y="685309"/>
                </a:moveTo>
                <a:lnTo>
                  <a:pt x="1603294" y="679749"/>
                </a:lnTo>
                <a:moveTo>
                  <a:pt x="1265055" y="831119"/>
                </a:moveTo>
                <a:lnTo>
                  <a:pt x="1298240" y="805297"/>
                </a:lnTo>
                <a:moveTo>
                  <a:pt x="1737175" y="634974"/>
                </a:moveTo>
                <a:lnTo>
                  <a:pt x="1692978" y="621725"/>
                </a:lnTo>
                <a:moveTo>
                  <a:pt x="1247901" y="844257"/>
                </a:moveTo>
                <a:lnTo>
                  <a:pt x="1226835" y="803852"/>
                </a:lnTo>
                <a:moveTo>
                  <a:pt x="1229831" y="989671"/>
                </a:moveTo>
                <a:lnTo>
                  <a:pt x="1245358" y="992893"/>
                </a:lnTo>
                <a:moveTo>
                  <a:pt x="1727193" y="676704"/>
                </a:moveTo>
                <a:lnTo>
                  <a:pt x="1773109" y="655372"/>
                </a:lnTo>
                <a:moveTo>
                  <a:pt x="1231693" y="725392"/>
                </a:moveTo>
                <a:lnTo>
                  <a:pt x="1256864" y="714529"/>
                </a:lnTo>
                <a:moveTo>
                  <a:pt x="1218459" y="769371"/>
                </a:moveTo>
                <a:lnTo>
                  <a:pt x="1242198" y="736731"/>
                </a:lnTo>
                <a:moveTo>
                  <a:pt x="1686701" y="622594"/>
                </a:moveTo>
                <a:lnTo>
                  <a:pt x="1737175" y="634974"/>
                </a:lnTo>
                <a:moveTo>
                  <a:pt x="912443" y="197542"/>
                </a:moveTo>
                <a:lnTo>
                  <a:pt x="883139" y="194099"/>
                </a:lnTo>
                <a:moveTo>
                  <a:pt x="1225026" y="1037447"/>
                </a:moveTo>
                <a:lnTo>
                  <a:pt x="1229831" y="989671"/>
                </a:lnTo>
                <a:moveTo>
                  <a:pt x="1629785" y="650939"/>
                </a:moveTo>
                <a:lnTo>
                  <a:pt x="1640585" y="663493"/>
                </a:lnTo>
                <a:moveTo>
                  <a:pt x="1226574" y="1037767"/>
                </a:moveTo>
                <a:lnTo>
                  <a:pt x="1229831" y="989671"/>
                </a:lnTo>
                <a:moveTo>
                  <a:pt x="883139" y="194099"/>
                </a:moveTo>
                <a:lnTo>
                  <a:pt x="898734" y="179326"/>
                </a:lnTo>
                <a:moveTo>
                  <a:pt x="1218459" y="769371"/>
                </a:moveTo>
                <a:lnTo>
                  <a:pt x="1224997" y="781040"/>
                </a:lnTo>
                <a:moveTo>
                  <a:pt x="1227652" y="1038629"/>
                </a:moveTo>
                <a:lnTo>
                  <a:pt x="1245358" y="992893"/>
                </a:lnTo>
                <a:moveTo>
                  <a:pt x="1727193" y="676704"/>
                </a:moveTo>
                <a:lnTo>
                  <a:pt x="1756277" y="699548"/>
                </a:lnTo>
                <a:moveTo>
                  <a:pt x="1226835" y="803852"/>
                </a:moveTo>
                <a:lnTo>
                  <a:pt x="1224997" y="781040"/>
                </a:lnTo>
                <a:moveTo>
                  <a:pt x="1226574" y="1037767"/>
                </a:moveTo>
                <a:lnTo>
                  <a:pt x="1245358" y="992893"/>
                </a:lnTo>
                <a:moveTo>
                  <a:pt x="1298240" y="805297"/>
                </a:moveTo>
                <a:lnTo>
                  <a:pt x="1330220" y="754336"/>
                </a:lnTo>
                <a:moveTo>
                  <a:pt x="1692413" y="746556"/>
                </a:moveTo>
                <a:lnTo>
                  <a:pt x="1626677" y="751146"/>
                </a:lnTo>
                <a:moveTo>
                  <a:pt x="1277374" y="703511"/>
                </a:moveTo>
                <a:lnTo>
                  <a:pt x="1301956" y="721355"/>
                </a:lnTo>
                <a:moveTo>
                  <a:pt x="1225346" y="1040197"/>
                </a:moveTo>
                <a:lnTo>
                  <a:pt x="1227652" y="1038629"/>
                </a:lnTo>
                <a:moveTo>
                  <a:pt x="1226574" y="1037767"/>
                </a:moveTo>
                <a:lnTo>
                  <a:pt x="1227652" y="1038629"/>
                </a:lnTo>
                <a:moveTo>
                  <a:pt x="1575922" y="761168"/>
                </a:moveTo>
                <a:lnTo>
                  <a:pt x="1576805" y="740284"/>
                </a:lnTo>
                <a:moveTo>
                  <a:pt x="1225346" y="1040197"/>
                </a:moveTo>
                <a:lnTo>
                  <a:pt x="1225026" y="1037447"/>
                </a:lnTo>
                <a:moveTo>
                  <a:pt x="1225026" y="1037447"/>
                </a:moveTo>
                <a:lnTo>
                  <a:pt x="1226574" y="1037767"/>
                </a:lnTo>
                <a:moveTo>
                  <a:pt x="1225346" y="1040197"/>
                </a:moveTo>
                <a:lnTo>
                  <a:pt x="1226574" y="1037767"/>
                </a:lnTo>
                <a:moveTo>
                  <a:pt x="1575922" y="761168"/>
                </a:moveTo>
                <a:lnTo>
                  <a:pt x="1619567" y="753907"/>
                </a:lnTo>
                <a:moveTo>
                  <a:pt x="1626411" y="755798"/>
                </a:moveTo>
                <a:lnTo>
                  <a:pt x="1692413" y="746556"/>
                </a:lnTo>
                <a:moveTo>
                  <a:pt x="1692413" y="746556"/>
                </a:moveTo>
                <a:lnTo>
                  <a:pt x="1729045" y="737844"/>
                </a:lnTo>
                <a:moveTo>
                  <a:pt x="1710625" y="720787"/>
                </a:moveTo>
                <a:lnTo>
                  <a:pt x="1756277" y="699548"/>
                </a:lnTo>
                <a:moveTo>
                  <a:pt x="1629785" y="650939"/>
                </a:moveTo>
                <a:lnTo>
                  <a:pt x="1603294" y="679749"/>
                </a:lnTo>
                <a:moveTo>
                  <a:pt x="1640911" y="648218"/>
                </a:moveTo>
                <a:lnTo>
                  <a:pt x="1686701" y="622594"/>
                </a:lnTo>
                <a:moveTo>
                  <a:pt x="1314099" y="797016"/>
                </a:moveTo>
                <a:lnTo>
                  <a:pt x="1298240" y="805297"/>
                </a:lnTo>
                <a:moveTo>
                  <a:pt x="1218459" y="769371"/>
                </a:moveTo>
                <a:lnTo>
                  <a:pt x="1231693" y="725392"/>
                </a:lnTo>
                <a:moveTo>
                  <a:pt x="1524584" y="763868"/>
                </a:moveTo>
                <a:lnTo>
                  <a:pt x="1576805" y="740284"/>
                </a:lnTo>
                <a:moveTo>
                  <a:pt x="912443" y="197542"/>
                </a:moveTo>
                <a:lnTo>
                  <a:pt x="898734" y="179326"/>
                </a:lnTo>
                <a:moveTo>
                  <a:pt x="1670555" y="761445"/>
                </a:moveTo>
                <a:lnTo>
                  <a:pt x="1626411" y="755798"/>
                </a:lnTo>
                <a:moveTo>
                  <a:pt x="1727193" y="676704"/>
                </a:moveTo>
                <a:lnTo>
                  <a:pt x="1737175" y="634974"/>
                </a:lnTo>
                <a:moveTo>
                  <a:pt x="1277374" y="703511"/>
                </a:moveTo>
                <a:lnTo>
                  <a:pt x="1256864" y="714529"/>
                </a:lnTo>
                <a:moveTo>
                  <a:pt x="1226835" y="803852"/>
                </a:moveTo>
                <a:lnTo>
                  <a:pt x="1265055" y="831119"/>
                </a:lnTo>
                <a:moveTo>
                  <a:pt x="1710625" y="720787"/>
                </a:moveTo>
                <a:lnTo>
                  <a:pt x="1729045" y="737844"/>
                </a:lnTo>
                <a:moveTo>
                  <a:pt x="1578130" y="685309"/>
                </a:moveTo>
                <a:lnTo>
                  <a:pt x="1629785" y="650939"/>
                </a:lnTo>
                <a:moveTo>
                  <a:pt x="1287150" y="815386"/>
                </a:moveTo>
                <a:lnTo>
                  <a:pt x="1298240" y="805297"/>
                </a:lnTo>
                <a:moveTo>
                  <a:pt x="1226835" y="803852"/>
                </a:moveTo>
                <a:lnTo>
                  <a:pt x="1218459" y="769371"/>
                </a:lnTo>
                <a:moveTo>
                  <a:pt x="1231693" y="725392"/>
                </a:moveTo>
                <a:lnTo>
                  <a:pt x="1277374" y="703511"/>
                </a:lnTo>
                <a:moveTo>
                  <a:pt x="1330220" y="754336"/>
                </a:moveTo>
                <a:lnTo>
                  <a:pt x="1316542" y="727959"/>
                </a:lnTo>
                <a:moveTo>
                  <a:pt x="1635978" y="773471"/>
                </a:moveTo>
                <a:lnTo>
                  <a:pt x="1626411" y="755798"/>
                </a:lnTo>
                <a:moveTo>
                  <a:pt x="1670555" y="761445"/>
                </a:moveTo>
                <a:lnTo>
                  <a:pt x="1692413" y="746556"/>
                </a:lnTo>
                <a:moveTo>
                  <a:pt x="1580611" y="777090"/>
                </a:moveTo>
                <a:lnTo>
                  <a:pt x="1619567" y="753907"/>
                </a:lnTo>
                <a:moveTo>
                  <a:pt x="1524584" y="763868"/>
                </a:moveTo>
                <a:lnTo>
                  <a:pt x="1575922" y="761168"/>
                </a:lnTo>
                <a:moveTo>
                  <a:pt x="903874" y="186694"/>
                </a:moveTo>
                <a:lnTo>
                  <a:pt x="912443" y="197542"/>
                </a:lnTo>
                <a:moveTo>
                  <a:pt x="1710625" y="720787"/>
                </a:moveTo>
                <a:lnTo>
                  <a:pt x="1692413" y="746556"/>
                </a:lnTo>
                <a:moveTo>
                  <a:pt x="1540796" y="768376"/>
                </a:moveTo>
                <a:lnTo>
                  <a:pt x="1575922" y="761168"/>
                </a:lnTo>
                <a:moveTo>
                  <a:pt x="903874" y="186694"/>
                </a:moveTo>
                <a:lnTo>
                  <a:pt x="898734" y="179326"/>
                </a:lnTo>
                <a:moveTo>
                  <a:pt x="1629785" y="650939"/>
                </a:moveTo>
                <a:lnTo>
                  <a:pt x="1640911" y="648218"/>
                </a:lnTo>
                <a:moveTo>
                  <a:pt x="1361143" y="760713"/>
                </a:moveTo>
                <a:lnTo>
                  <a:pt x="1330220" y="754336"/>
                </a:lnTo>
                <a:moveTo>
                  <a:pt x="1694391" y="656878"/>
                </a:moveTo>
                <a:lnTo>
                  <a:pt x="1686701" y="622594"/>
                </a:lnTo>
                <a:moveTo>
                  <a:pt x="1692850" y="654292"/>
                </a:moveTo>
                <a:lnTo>
                  <a:pt x="1686701" y="622594"/>
                </a:lnTo>
                <a:moveTo>
                  <a:pt x="1314099" y="797016"/>
                </a:moveTo>
                <a:lnTo>
                  <a:pt x="1330220" y="754336"/>
                </a:lnTo>
                <a:moveTo>
                  <a:pt x="1361143" y="760713"/>
                </a:moveTo>
                <a:lnTo>
                  <a:pt x="1316542" y="727959"/>
                </a:lnTo>
                <a:moveTo>
                  <a:pt x="1694391" y="656878"/>
                </a:moveTo>
                <a:lnTo>
                  <a:pt x="1737175" y="634974"/>
                </a:lnTo>
                <a:moveTo>
                  <a:pt x="1287150" y="815386"/>
                </a:moveTo>
                <a:lnTo>
                  <a:pt x="1265055" y="831119"/>
                </a:lnTo>
                <a:moveTo>
                  <a:pt x="1277374" y="703511"/>
                </a:moveTo>
                <a:lnTo>
                  <a:pt x="1316542" y="727959"/>
                </a:lnTo>
                <a:moveTo>
                  <a:pt x="1710625" y="720787"/>
                </a:moveTo>
                <a:lnTo>
                  <a:pt x="1727193" y="676704"/>
                </a:lnTo>
                <a:moveTo>
                  <a:pt x="1578069" y="669859"/>
                </a:moveTo>
                <a:lnTo>
                  <a:pt x="1578130" y="685309"/>
                </a:lnTo>
                <a:moveTo>
                  <a:pt x="1599991" y="779609"/>
                </a:moveTo>
                <a:lnTo>
                  <a:pt x="1619567" y="753907"/>
                </a:lnTo>
                <a:moveTo>
                  <a:pt x="1575697" y="670872"/>
                </a:moveTo>
                <a:lnTo>
                  <a:pt x="1578130" y="685309"/>
                </a:lnTo>
                <a:moveTo>
                  <a:pt x="1599991" y="779609"/>
                </a:moveTo>
                <a:lnTo>
                  <a:pt x="1626411" y="755798"/>
                </a:lnTo>
                <a:moveTo>
                  <a:pt x="1670555" y="761445"/>
                </a:moveTo>
                <a:lnTo>
                  <a:pt x="1710625" y="720787"/>
                </a:lnTo>
                <a:moveTo>
                  <a:pt x="1231481" y="709874"/>
                </a:moveTo>
                <a:lnTo>
                  <a:pt x="1231693" y="725392"/>
                </a:lnTo>
                <a:moveTo>
                  <a:pt x="1540796" y="768376"/>
                </a:moveTo>
                <a:lnTo>
                  <a:pt x="1524584" y="763868"/>
                </a:lnTo>
                <a:moveTo>
                  <a:pt x="1261387" y="1096730"/>
                </a:moveTo>
                <a:lnTo>
                  <a:pt x="1275663" y="1081473"/>
                </a:lnTo>
                <a:moveTo>
                  <a:pt x="1580611" y="777090"/>
                </a:moveTo>
                <a:lnTo>
                  <a:pt x="1575922" y="761168"/>
                </a:lnTo>
                <a:moveTo>
                  <a:pt x="1381440" y="725859"/>
                </a:moveTo>
                <a:lnTo>
                  <a:pt x="1316542" y="727959"/>
                </a:lnTo>
                <a:moveTo>
                  <a:pt x="1204800" y="1121874"/>
                </a:moveTo>
                <a:lnTo>
                  <a:pt x="1261387" y="1096730"/>
                </a:lnTo>
                <a:moveTo>
                  <a:pt x="1635978" y="773471"/>
                </a:moveTo>
                <a:lnTo>
                  <a:pt x="1670555" y="761445"/>
                </a:lnTo>
                <a:moveTo>
                  <a:pt x="1408460" y="774146"/>
                </a:moveTo>
                <a:lnTo>
                  <a:pt x="1361143" y="760713"/>
                </a:lnTo>
                <a:moveTo>
                  <a:pt x="1523464" y="776254"/>
                </a:moveTo>
                <a:lnTo>
                  <a:pt x="1524584" y="763868"/>
                </a:lnTo>
                <a:moveTo>
                  <a:pt x="1482317" y="745732"/>
                </a:moveTo>
                <a:lnTo>
                  <a:pt x="1524584" y="763868"/>
                </a:lnTo>
                <a:moveTo>
                  <a:pt x="1218459" y="769371"/>
                </a:moveTo>
                <a:lnTo>
                  <a:pt x="1231481" y="709874"/>
                </a:lnTo>
                <a:moveTo>
                  <a:pt x="1241647" y="809785"/>
                </a:moveTo>
                <a:lnTo>
                  <a:pt x="1265055" y="831119"/>
                </a:lnTo>
                <a:moveTo>
                  <a:pt x="1523464" y="776254"/>
                </a:moveTo>
                <a:lnTo>
                  <a:pt x="1540796" y="768376"/>
                </a:lnTo>
                <a:moveTo>
                  <a:pt x="1640911" y="648218"/>
                </a:moveTo>
                <a:lnTo>
                  <a:pt x="1692850" y="654292"/>
                </a:lnTo>
                <a:moveTo>
                  <a:pt x="1361143" y="760713"/>
                </a:moveTo>
                <a:lnTo>
                  <a:pt x="1381440" y="725859"/>
                </a:lnTo>
                <a:moveTo>
                  <a:pt x="1691310" y="655491"/>
                </a:moveTo>
                <a:lnTo>
                  <a:pt x="1640911" y="648218"/>
                </a:lnTo>
                <a:moveTo>
                  <a:pt x="1694391" y="656878"/>
                </a:moveTo>
                <a:lnTo>
                  <a:pt x="1727193" y="676704"/>
                </a:lnTo>
                <a:moveTo>
                  <a:pt x="1352737" y="801880"/>
                </a:moveTo>
                <a:lnTo>
                  <a:pt x="1330220" y="754336"/>
                </a:lnTo>
                <a:moveTo>
                  <a:pt x="1244092" y="1080549"/>
                </a:moveTo>
                <a:lnTo>
                  <a:pt x="1261387" y="1096730"/>
                </a:lnTo>
                <a:moveTo>
                  <a:pt x="1493676" y="723905"/>
                </a:moveTo>
                <a:lnTo>
                  <a:pt x="1519130" y="708680"/>
                </a:lnTo>
                <a:moveTo>
                  <a:pt x="1287150" y="815386"/>
                </a:moveTo>
                <a:lnTo>
                  <a:pt x="1314099" y="797016"/>
                </a:lnTo>
                <a:moveTo>
                  <a:pt x="1412885" y="775464"/>
                </a:moveTo>
                <a:lnTo>
                  <a:pt x="1408460" y="774146"/>
                </a:lnTo>
                <a:moveTo>
                  <a:pt x="1540796" y="768376"/>
                </a:moveTo>
                <a:lnTo>
                  <a:pt x="1580611" y="777090"/>
                </a:lnTo>
                <a:moveTo>
                  <a:pt x="1578069" y="669859"/>
                </a:moveTo>
                <a:lnTo>
                  <a:pt x="1629785" y="650939"/>
                </a:lnTo>
                <a:moveTo>
                  <a:pt x="1412885" y="775464"/>
                </a:moveTo>
                <a:lnTo>
                  <a:pt x="1482317" y="745732"/>
                </a:lnTo>
                <a:moveTo>
                  <a:pt x="1408460" y="774146"/>
                </a:moveTo>
                <a:lnTo>
                  <a:pt x="1381440" y="725859"/>
                </a:lnTo>
                <a:moveTo>
                  <a:pt x="1695375" y="707260"/>
                </a:moveTo>
                <a:lnTo>
                  <a:pt x="1727193" y="676704"/>
                </a:lnTo>
                <a:moveTo>
                  <a:pt x="1335545" y="721424"/>
                </a:moveTo>
                <a:lnTo>
                  <a:pt x="1316542" y="727959"/>
                </a:lnTo>
                <a:moveTo>
                  <a:pt x="1412885" y="775464"/>
                </a:moveTo>
                <a:lnTo>
                  <a:pt x="1381440" y="725859"/>
                </a:lnTo>
                <a:moveTo>
                  <a:pt x="1218459" y="769371"/>
                </a:moveTo>
                <a:lnTo>
                  <a:pt x="1215707" y="745991"/>
                </a:lnTo>
                <a:moveTo>
                  <a:pt x="1241647" y="809785"/>
                </a:moveTo>
                <a:lnTo>
                  <a:pt x="1226835" y="803852"/>
                </a:lnTo>
                <a:moveTo>
                  <a:pt x="1213489" y="751918"/>
                </a:moveTo>
                <a:lnTo>
                  <a:pt x="1218459" y="769371"/>
                </a:lnTo>
                <a:moveTo>
                  <a:pt x="1670555" y="761445"/>
                </a:moveTo>
                <a:lnTo>
                  <a:pt x="1695375" y="707260"/>
                </a:lnTo>
                <a:moveTo>
                  <a:pt x="1213489" y="751918"/>
                </a:moveTo>
                <a:lnTo>
                  <a:pt x="1226835" y="803852"/>
                </a:lnTo>
                <a:moveTo>
                  <a:pt x="1231481" y="709874"/>
                </a:moveTo>
                <a:lnTo>
                  <a:pt x="1277374" y="703511"/>
                </a:lnTo>
                <a:moveTo>
                  <a:pt x="1482317" y="745732"/>
                </a:moveTo>
                <a:lnTo>
                  <a:pt x="1493676" y="723905"/>
                </a:lnTo>
                <a:moveTo>
                  <a:pt x="1213564" y="752366"/>
                </a:moveTo>
                <a:lnTo>
                  <a:pt x="1226835" y="803852"/>
                </a:lnTo>
                <a:moveTo>
                  <a:pt x="1352737" y="801880"/>
                </a:moveTo>
                <a:lnTo>
                  <a:pt x="1361143" y="760713"/>
                </a:lnTo>
                <a:moveTo>
                  <a:pt x="1412885" y="775464"/>
                </a:moveTo>
                <a:lnTo>
                  <a:pt x="1437891" y="728368"/>
                </a:lnTo>
                <a:moveTo>
                  <a:pt x="1470228" y="788215"/>
                </a:moveTo>
                <a:lnTo>
                  <a:pt x="1524584" y="763868"/>
                </a:lnTo>
                <a:moveTo>
                  <a:pt x="1314099" y="797016"/>
                </a:moveTo>
                <a:lnTo>
                  <a:pt x="1352737" y="801880"/>
                </a:lnTo>
                <a:moveTo>
                  <a:pt x="1695375" y="707260"/>
                </a:moveTo>
                <a:lnTo>
                  <a:pt x="1710625" y="720787"/>
                </a:lnTo>
                <a:moveTo>
                  <a:pt x="1437891" y="728368"/>
                </a:moveTo>
                <a:lnTo>
                  <a:pt x="1482317" y="745732"/>
                </a:lnTo>
                <a:moveTo>
                  <a:pt x="1510595" y="697467"/>
                </a:moveTo>
                <a:lnTo>
                  <a:pt x="1519130" y="708680"/>
                </a:lnTo>
                <a:moveTo>
                  <a:pt x="1412885" y="775464"/>
                </a:moveTo>
                <a:lnTo>
                  <a:pt x="1392375" y="711392"/>
                </a:lnTo>
                <a:moveTo>
                  <a:pt x="1244092" y="1080549"/>
                </a:moveTo>
                <a:lnTo>
                  <a:pt x="1275663" y="1081473"/>
                </a:lnTo>
                <a:moveTo>
                  <a:pt x="1352737" y="801880"/>
                </a:moveTo>
                <a:lnTo>
                  <a:pt x="1408460" y="774146"/>
                </a:lnTo>
                <a:moveTo>
                  <a:pt x="1374974" y="809006"/>
                </a:moveTo>
                <a:lnTo>
                  <a:pt x="1408460" y="774146"/>
                </a:lnTo>
                <a:moveTo>
                  <a:pt x="1392375" y="711392"/>
                </a:moveTo>
                <a:lnTo>
                  <a:pt x="1381440" y="725859"/>
                </a:lnTo>
                <a:moveTo>
                  <a:pt x="1585019" y="784097"/>
                </a:moveTo>
                <a:lnTo>
                  <a:pt x="1540796" y="768376"/>
                </a:lnTo>
                <a:moveTo>
                  <a:pt x="1642947" y="683652"/>
                </a:moveTo>
                <a:lnTo>
                  <a:pt x="1640911" y="648218"/>
                </a:lnTo>
                <a:moveTo>
                  <a:pt x="1412885" y="775464"/>
                </a:moveTo>
                <a:lnTo>
                  <a:pt x="1470228" y="788215"/>
                </a:lnTo>
                <a:moveTo>
                  <a:pt x="1353446" y="809129"/>
                </a:moveTo>
                <a:lnTo>
                  <a:pt x="1314099" y="797016"/>
                </a:lnTo>
                <a:moveTo>
                  <a:pt x="1635684" y="681089"/>
                </a:moveTo>
                <a:lnTo>
                  <a:pt x="1640911" y="648218"/>
                </a:lnTo>
                <a:moveTo>
                  <a:pt x="1290736" y="713755"/>
                </a:moveTo>
                <a:lnTo>
                  <a:pt x="1316542" y="727959"/>
                </a:lnTo>
                <a:moveTo>
                  <a:pt x="1470228" y="788215"/>
                </a:moveTo>
                <a:lnTo>
                  <a:pt x="1523464" y="776254"/>
                </a:lnTo>
                <a:moveTo>
                  <a:pt x="1470228" y="788215"/>
                </a:moveTo>
                <a:lnTo>
                  <a:pt x="1482317" y="745732"/>
                </a:lnTo>
                <a:moveTo>
                  <a:pt x="1204800" y="1121874"/>
                </a:moveTo>
                <a:lnTo>
                  <a:pt x="1244092" y="1080549"/>
                </a:lnTo>
                <a:moveTo>
                  <a:pt x="1599991" y="779609"/>
                </a:moveTo>
                <a:lnTo>
                  <a:pt x="1635978" y="773471"/>
                </a:lnTo>
                <a:moveTo>
                  <a:pt x="1694391" y="656878"/>
                </a:moveTo>
                <a:lnTo>
                  <a:pt x="1692850" y="654292"/>
                </a:lnTo>
                <a:moveTo>
                  <a:pt x="1478423" y="790228"/>
                </a:moveTo>
                <a:lnTo>
                  <a:pt x="1523464" y="776254"/>
                </a:lnTo>
                <a:moveTo>
                  <a:pt x="1666189" y="744057"/>
                </a:moveTo>
                <a:lnTo>
                  <a:pt x="1670555" y="761445"/>
                </a:lnTo>
                <a:moveTo>
                  <a:pt x="1392375" y="711392"/>
                </a:moveTo>
                <a:lnTo>
                  <a:pt x="1437891" y="728368"/>
                </a:lnTo>
                <a:moveTo>
                  <a:pt x="1691310" y="655491"/>
                </a:moveTo>
                <a:lnTo>
                  <a:pt x="1692850" y="654292"/>
                </a:lnTo>
                <a:moveTo>
                  <a:pt x="1692637" y="655814"/>
                </a:moveTo>
                <a:lnTo>
                  <a:pt x="1694391" y="656878"/>
                </a:lnTo>
                <a:moveTo>
                  <a:pt x="1482317" y="745732"/>
                </a:moveTo>
                <a:lnTo>
                  <a:pt x="1450076" y="712642"/>
                </a:lnTo>
                <a:moveTo>
                  <a:pt x="1692637" y="655814"/>
                </a:moveTo>
                <a:lnTo>
                  <a:pt x="1692850" y="654292"/>
                </a:lnTo>
                <a:moveTo>
                  <a:pt x="1510595" y="697467"/>
                </a:moveTo>
                <a:lnTo>
                  <a:pt x="1493676" y="723905"/>
                </a:lnTo>
                <a:moveTo>
                  <a:pt x="1635684" y="681089"/>
                </a:moveTo>
                <a:lnTo>
                  <a:pt x="1629785" y="650939"/>
                </a:lnTo>
                <a:moveTo>
                  <a:pt x="1471026" y="791277"/>
                </a:moveTo>
                <a:lnTo>
                  <a:pt x="1412885" y="775464"/>
                </a:lnTo>
                <a:moveTo>
                  <a:pt x="1335545" y="721424"/>
                </a:moveTo>
                <a:lnTo>
                  <a:pt x="1381440" y="725859"/>
                </a:lnTo>
                <a:moveTo>
                  <a:pt x="1691310" y="655491"/>
                </a:moveTo>
                <a:lnTo>
                  <a:pt x="1692637" y="655814"/>
                </a:lnTo>
                <a:moveTo>
                  <a:pt x="1662099" y="745765"/>
                </a:moveTo>
                <a:lnTo>
                  <a:pt x="1670555" y="761445"/>
                </a:lnTo>
                <a:moveTo>
                  <a:pt x="1575697" y="670872"/>
                </a:moveTo>
                <a:lnTo>
                  <a:pt x="1578069" y="669859"/>
                </a:lnTo>
                <a:moveTo>
                  <a:pt x="1599991" y="779609"/>
                </a:moveTo>
                <a:lnTo>
                  <a:pt x="1580611" y="777090"/>
                </a:lnTo>
                <a:moveTo>
                  <a:pt x="1585019" y="784097"/>
                </a:moveTo>
                <a:lnTo>
                  <a:pt x="1523464" y="776254"/>
                </a:lnTo>
                <a:moveTo>
                  <a:pt x="1450076" y="712642"/>
                </a:moveTo>
                <a:lnTo>
                  <a:pt x="1493676" y="723905"/>
                </a:lnTo>
                <a:moveTo>
                  <a:pt x="1519130" y="708680"/>
                </a:moveTo>
                <a:lnTo>
                  <a:pt x="1524804" y="681305"/>
                </a:lnTo>
                <a:moveTo>
                  <a:pt x="1695375" y="707260"/>
                </a:moveTo>
                <a:lnTo>
                  <a:pt x="1694391" y="656878"/>
                </a:lnTo>
                <a:moveTo>
                  <a:pt x="1204800" y="1121874"/>
                </a:moveTo>
                <a:lnTo>
                  <a:pt x="1225915" y="1088497"/>
                </a:lnTo>
                <a:moveTo>
                  <a:pt x="1241647" y="809785"/>
                </a:moveTo>
                <a:lnTo>
                  <a:pt x="1287150" y="815386"/>
                </a:lnTo>
                <a:moveTo>
                  <a:pt x="1695375" y="707260"/>
                </a:moveTo>
                <a:lnTo>
                  <a:pt x="1692637" y="655814"/>
                </a:lnTo>
                <a:moveTo>
                  <a:pt x="1437891" y="728368"/>
                </a:moveTo>
                <a:lnTo>
                  <a:pt x="1450076" y="712642"/>
                </a:lnTo>
                <a:moveTo>
                  <a:pt x="1290736" y="713755"/>
                </a:moveTo>
                <a:lnTo>
                  <a:pt x="1277374" y="703511"/>
                </a:lnTo>
                <a:moveTo>
                  <a:pt x="1585019" y="784097"/>
                </a:moveTo>
                <a:lnTo>
                  <a:pt x="1580611" y="777090"/>
                </a:lnTo>
                <a:moveTo>
                  <a:pt x="1353446" y="809129"/>
                </a:moveTo>
                <a:lnTo>
                  <a:pt x="1287150" y="815386"/>
                </a:lnTo>
                <a:moveTo>
                  <a:pt x="1374974" y="809006"/>
                </a:moveTo>
                <a:lnTo>
                  <a:pt x="1352737" y="801880"/>
                </a:lnTo>
                <a:moveTo>
                  <a:pt x="1225915" y="1088497"/>
                </a:moveTo>
                <a:lnTo>
                  <a:pt x="1244092" y="1080549"/>
                </a:lnTo>
                <a:moveTo>
                  <a:pt x="1215707" y="745991"/>
                </a:moveTo>
                <a:lnTo>
                  <a:pt x="1231481" y="709874"/>
                </a:lnTo>
                <a:moveTo>
                  <a:pt x="1662099" y="745765"/>
                </a:moveTo>
                <a:lnTo>
                  <a:pt x="1635978" y="773471"/>
                </a:lnTo>
                <a:moveTo>
                  <a:pt x="1478423" y="790228"/>
                </a:moveTo>
                <a:lnTo>
                  <a:pt x="1470228" y="788215"/>
                </a:lnTo>
                <a:moveTo>
                  <a:pt x="1205903" y="1113292"/>
                </a:moveTo>
                <a:lnTo>
                  <a:pt x="1204800" y="1121874"/>
                </a:lnTo>
                <a:moveTo>
                  <a:pt x="1353446" y="809129"/>
                </a:moveTo>
                <a:lnTo>
                  <a:pt x="1352737" y="801880"/>
                </a:lnTo>
                <a:moveTo>
                  <a:pt x="1681431" y="697982"/>
                </a:moveTo>
                <a:lnTo>
                  <a:pt x="1691310" y="655491"/>
                </a:lnTo>
                <a:moveTo>
                  <a:pt x="1471026" y="791277"/>
                </a:moveTo>
                <a:lnTo>
                  <a:pt x="1470228" y="788215"/>
                </a:lnTo>
                <a:moveTo>
                  <a:pt x="1215482" y="751206"/>
                </a:moveTo>
                <a:lnTo>
                  <a:pt x="1231481" y="709874"/>
                </a:lnTo>
                <a:moveTo>
                  <a:pt x="1681431" y="697982"/>
                </a:moveTo>
                <a:lnTo>
                  <a:pt x="1692637" y="655814"/>
                </a:lnTo>
                <a:moveTo>
                  <a:pt x="1585019" y="784097"/>
                </a:moveTo>
                <a:lnTo>
                  <a:pt x="1599991" y="779609"/>
                </a:lnTo>
                <a:moveTo>
                  <a:pt x="1353446" y="809129"/>
                </a:moveTo>
                <a:lnTo>
                  <a:pt x="1374974" y="809006"/>
                </a:lnTo>
                <a:moveTo>
                  <a:pt x="1437891" y="728368"/>
                </a:moveTo>
                <a:lnTo>
                  <a:pt x="1408332" y="695857"/>
                </a:lnTo>
                <a:moveTo>
                  <a:pt x="1471026" y="791277"/>
                </a:moveTo>
                <a:lnTo>
                  <a:pt x="1478423" y="790228"/>
                </a:lnTo>
                <a:moveTo>
                  <a:pt x="1311557" y="792777"/>
                </a:moveTo>
                <a:lnTo>
                  <a:pt x="1287150" y="815386"/>
                </a:lnTo>
                <a:moveTo>
                  <a:pt x="1642947" y="683652"/>
                </a:moveTo>
                <a:lnTo>
                  <a:pt x="1691310" y="655491"/>
                </a:lnTo>
                <a:moveTo>
                  <a:pt x="1417888" y="808386"/>
                </a:moveTo>
                <a:lnTo>
                  <a:pt x="1408460" y="774146"/>
                </a:lnTo>
                <a:moveTo>
                  <a:pt x="1578069" y="669859"/>
                </a:moveTo>
                <a:lnTo>
                  <a:pt x="1635684" y="681089"/>
                </a:lnTo>
                <a:moveTo>
                  <a:pt x="1524804" y="681305"/>
                </a:moveTo>
                <a:lnTo>
                  <a:pt x="1575697" y="670872"/>
                </a:lnTo>
                <a:moveTo>
                  <a:pt x="1417888" y="808386"/>
                </a:moveTo>
                <a:lnTo>
                  <a:pt x="1412885" y="775464"/>
                </a:lnTo>
                <a:moveTo>
                  <a:pt x="1534052" y="794750"/>
                </a:moveTo>
                <a:lnTo>
                  <a:pt x="1523464" y="776254"/>
                </a:lnTo>
                <a:moveTo>
                  <a:pt x="1681431" y="697982"/>
                </a:moveTo>
                <a:lnTo>
                  <a:pt x="1695375" y="707260"/>
                </a:lnTo>
                <a:moveTo>
                  <a:pt x="1392375" y="711392"/>
                </a:moveTo>
                <a:lnTo>
                  <a:pt x="1408332" y="695857"/>
                </a:lnTo>
                <a:moveTo>
                  <a:pt x="1213564" y="752366"/>
                </a:moveTo>
                <a:lnTo>
                  <a:pt x="1241647" y="809785"/>
                </a:lnTo>
                <a:moveTo>
                  <a:pt x="1213489" y="751918"/>
                </a:moveTo>
                <a:lnTo>
                  <a:pt x="1215707" y="745991"/>
                </a:lnTo>
                <a:moveTo>
                  <a:pt x="1408498" y="808680"/>
                </a:moveTo>
                <a:lnTo>
                  <a:pt x="1408460" y="774146"/>
                </a:lnTo>
                <a:moveTo>
                  <a:pt x="1231481" y="709874"/>
                </a:moveTo>
                <a:lnTo>
                  <a:pt x="1290736" y="713755"/>
                </a:lnTo>
                <a:moveTo>
                  <a:pt x="1213375" y="751660"/>
                </a:moveTo>
                <a:lnTo>
                  <a:pt x="1215707" y="745991"/>
                </a:lnTo>
                <a:moveTo>
                  <a:pt x="1593725" y="772405"/>
                </a:moveTo>
                <a:lnTo>
                  <a:pt x="1599991" y="779609"/>
                </a:lnTo>
                <a:moveTo>
                  <a:pt x="1666189" y="744057"/>
                </a:moveTo>
                <a:lnTo>
                  <a:pt x="1695375" y="707260"/>
                </a:lnTo>
                <a:moveTo>
                  <a:pt x="1510595" y="697467"/>
                </a:moveTo>
                <a:lnTo>
                  <a:pt x="1524804" y="681305"/>
                </a:lnTo>
                <a:moveTo>
                  <a:pt x="1213375" y="751660"/>
                </a:moveTo>
                <a:lnTo>
                  <a:pt x="1213489" y="751918"/>
                </a:lnTo>
                <a:moveTo>
                  <a:pt x="1213564" y="752366"/>
                </a:moveTo>
                <a:lnTo>
                  <a:pt x="1213489" y="751918"/>
                </a:lnTo>
                <a:moveTo>
                  <a:pt x="1213564" y="752366"/>
                </a:moveTo>
                <a:lnTo>
                  <a:pt x="1213375" y="751660"/>
                </a:lnTo>
                <a:moveTo>
                  <a:pt x="1215482" y="751206"/>
                </a:moveTo>
                <a:lnTo>
                  <a:pt x="1215707" y="745991"/>
                </a:lnTo>
                <a:moveTo>
                  <a:pt x="1618574" y="734276"/>
                </a:moveTo>
                <a:lnTo>
                  <a:pt x="1635978" y="773471"/>
                </a:lnTo>
                <a:moveTo>
                  <a:pt x="1205903" y="1113292"/>
                </a:moveTo>
                <a:lnTo>
                  <a:pt x="1225915" y="1088497"/>
                </a:lnTo>
                <a:moveTo>
                  <a:pt x="1277813" y="715315"/>
                </a:moveTo>
                <a:lnTo>
                  <a:pt x="1231481" y="709874"/>
                </a:lnTo>
                <a:moveTo>
                  <a:pt x="1213375" y="751660"/>
                </a:moveTo>
                <a:lnTo>
                  <a:pt x="1215482" y="751206"/>
                </a:lnTo>
                <a:moveTo>
                  <a:pt x="1213564" y="752366"/>
                </a:moveTo>
                <a:lnTo>
                  <a:pt x="1215482" y="751206"/>
                </a:lnTo>
                <a:moveTo>
                  <a:pt x="1408332" y="695857"/>
                </a:moveTo>
                <a:lnTo>
                  <a:pt x="1450076" y="712642"/>
                </a:lnTo>
                <a:moveTo>
                  <a:pt x="1290736" y="713755"/>
                </a:moveTo>
                <a:lnTo>
                  <a:pt x="1335545" y="721424"/>
                </a:lnTo>
                <a:moveTo>
                  <a:pt x="1386738" y="699003"/>
                </a:moveTo>
                <a:lnTo>
                  <a:pt x="1392375" y="711392"/>
                </a:lnTo>
                <a:moveTo>
                  <a:pt x="1593725" y="772405"/>
                </a:moveTo>
                <a:lnTo>
                  <a:pt x="1585019" y="784097"/>
                </a:lnTo>
                <a:moveTo>
                  <a:pt x="1474653" y="689526"/>
                </a:moveTo>
                <a:lnTo>
                  <a:pt x="1493676" y="723905"/>
                </a:lnTo>
                <a:moveTo>
                  <a:pt x="1356601" y="708781"/>
                </a:moveTo>
                <a:lnTo>
                  <a:pt x="1381440" y="725859"/>
                </a:lnTo>
                <a:moveTo>
                  <a:pt x="1503240" y="686103"/>
                </a:moveTo>
                <a:lnTo>
                  <a:pt x="1510595" y="697467"/>
                </a:lnTo>
                <a:moveTo>
                  <a:pt x="1266727" y="785171"/>
                </a:moveTo>
                <a:lnTo>
                  <a:pt x="1287150" y="815386"/>
                </a:lnTo>
                <a:moveTo>
                  <a:pt x="1666189" y="744057"/>
                </a:moveTo>
                <a:lnTo>
                  <a:pt x="1681431" y="697982"/>
                </a:lnTo>
                <a:moveTo>
                  <a:pt x="1642947" y="683652"/>
                </a:moveTo>
                <a:lnTo>
                  <a:pt x="1681431" y="697982"/>
                </a:lnTo>
                <a:moveTo>
                  <a:pt x="1311557" y="792777"/>
                </a:moveTo>
                <a:lnTo>
                  <a:pt x="1353446" y="809129"/>
                </a:lnTo>
                <a:moveTo>
                  <a:pt x="1478423" y="790228"/>
                </a:moveTo>
                <a:lnTo>
                  <a:pt x="1534052" y="794750"/>
                </a:lnTo>
                <a:moveTo>
                  <a:pt x="1663988" y="742377"/>
                </a:moveTo>
                <a:lnTo>
                  <a:pt x="1681431" y="697982"/>
                </a:lnTo>
                <a:moveTo>
                  <a:pt x="1408498" y="808680"/>
                </a:moveTo>
                <a:lnTo>
                  <a:pt x="1374974" y="809006"/>
                </a:lnTo>
                <a:moveTo>
                  <a:pt x="1599991" y="779609"/>
                </a:moveTo>
                <a:lnTo>
                  <a:pt x="1618574" y="734276"/>
                </a:lnTo>
                <a:moveTo>
                  <a:pt x="1642947" y="683652"/>
                </a:moveTo>
                <a:lnTo>
                  <a:pt x="1635684" y="681089"/>
                </a:lnTo>
                <a:moveTo>
                  <a:pt x="1662099" y="745765"/>
                </a:moveTo>
                <a:lnTo>
                  <a:pt x="1666189" y="744057"/>
                </a:lnTo>
                <a:moveTo>
                  <a:pt x="1526792" y="796587"/>
                </a:moveTo>
                <a:lnTo>
                  <a:pt x="1478423" y="790228"/>
                </a:lnTo>
                <a:moveTo>
                  <a:pt x="1590282" y="709876"/>
                </a:moveTo>
                <a:lnTo>
                  <a:pt x="1578069" y="669859"/>
                </a:lnTo>
                <a:moveTo>
                  <a:pt x="1663988" y="742377"/>
                </a:moveTo>
                <a:lnTo>
                  <a:pt x="1666189" y="744057"/>
                </a:lnTo>
                <a:moveTo>
                  <a:pt x="1356601" y="708781"/>
                </a:moveTo>
                <a:lnTo>
                  <a:pt x="1392375" y="711392"/>
                </a:lnTo>
                <a:moveTo>
                  <a:pt x="1417888" y="808386"/>
                </a:moveTo>
                <a:lnTo>
                  <a:pt x="1471026" y="791277"/>
                </a:lnTo>
                <a:moveTo>
                  <a:pt x="1534052" y="794750"/>
                </a:moveTo>
                <a:lnTo>
                  <a:pt x="1585019" y="784097"/>
                </a:lnTo>
                <a:moveTo>
                  <a:pt x="1579772" y="705992"/>
                </a:moveTo>
                <a:lnTo>
                  <a:pt x="1578069" y="669859"/>
                </a:lnTo>
                <a:moveTo>
                  <a:pt x="1474653" y="689526"/>
                </a:moveTo>
                <a:lnTo>
                  <a:pt x="1510595" y="697467"/>
                </a:lnTo>
                <a:moveTo>
                  <a:pt x="1663988" y="742377"/>
                </a:moveTo>
                <a:lnTo>
                  <a:pt x="1662099" y="745765"/>
                </a:lnTo>
                <a:moveTo>
                  <a:pt x="1579772" y="705992"/>
                </a:moveTo>
                <a:lnTo>
                  <a:pt x="1575697" y="670872"/>
                </a:lnTo>
                <a:moveTo>
                  <a:pt x="1633745" y="689151"/>
                </a:moveTo>
                <a:lnTo>
                  <a:pt x="1642947" y="683652"/>
                </a:lnTo>
                <a:moveTo>
                  <a:pt x="1633745" y="689151"/>
                </a:moveTo>
                <a:lnTo>
                  <a:pt x="1635684" y="681089"/>
                </a:lnTo>
                <a:moveTo>
                  <a:pt x="1532841" y="689522"/>
                </a:moveTo>
                <a:lnTo>
                  <a:pt x="1575697" y="670872"/>
                </a:lnTo>
                <a:moveTo>
                  <a:pt x="1239733" y="748107"/>
                </a:moveTo>
                <a:lnTo>
                  <a:pt x="1231481" y="709874"/>
                </a:lnTo>
                <a:moveTo>
                  <a:pt x="1474653" y="689526"/>
                </a:moveTo>
                <a:lnTo>
                  <a:pt x="1450076" y="712642"/>
                </a:lnTo>
                <a:moveTo>
                  <a:pt x="1503240" y="686103"/>
                </a:moveTo>
                <a:lnTo>
                  <a:pt x="1524804" y="681305"/>
                </a:lnTo>
                <a:moveTo>
                  <a:pt x="1356601" y="708781"/>
                </a:moveTo>
                <a:lnTo>
                  <a:pt x="1335545" y="721424"/>
                </a:lnTo>
                <a:moveTo>
                  <a:pt x="1386738" y="699003"/>
                </a:moveTo>
                <a:lnTo>
                  <a:pt x="1408332" y="695857"/>
                </a:lnTo>
                <a:moveTo>
                  <a:pt x="1534052" y="794750"/>
                </a:moveTo>
                <a:lnTo>
                  <a:pt x="1593725" y="772405"/>
                </a:lnTo>
                <a:moveTo>
                  <a:pt x="1277813" y="715315"/>
                </a:moveTo>
                <a:lnTo>
                  <a:pt x="1290736" y="713755"/>
                </a:lnTo>
                <a:moveTo>
                  <a:pt x="1266727" y="785171"/>
                </a:moveTo>
                <a:lnTo>
                  <a:pt x="1241647" y="809785"/>
                </a:lnTo>
                <a:moveTo>
                  <a:pt x="1266727" y="785171"/>
                </a:moveTo>
                <a:lnTo>
                  <a:pt x="1213564" y="752366"/>
                </a:lnTo>
                <a:moveTo>
                  <a:pt x="1370836" y="807391"/>
                </a:moveTo>
                <a:lnTo>
                  <a:pt x="1374974" y="809006"/>
                </a:lnTo>
                <a:moveTo>
                  <a:pt x="1624469" y="723259"/>
                </a:moveTo>
                <a:lnTo>
                  <a:pt x="1681431" y="697982"/>
                </a:lnTo>
                <a:moveTo>
                  <a:pt x="1593725" y="772405"/>
                </a:moveTo>
                <a:lnTo>
                  <a:pt x="1618574" y="734276"/>
                </a:lnTo>
                <a:moveTo>
                  <a:pt x="1293551" y="718389"/>
                </a:moveTo>
                <a:lnTo>
                  <a:pt x="1290736" y="713755"/>
                </a:lnTo>
                <a:moveTo>
                  <a:pt x="1618574" y="734276"/>
                </a:moveTo>
                <a:lnTo>
                  <a:pt x="1662099" y="745765"/>
                </a:lnTo>
                <a:moveTo>
                  <a:pt x="1484111" y="802348"/>
                </a:moveTo>
                <a:lnTo>
                  <a:pt x="1478423" y="790228"/>
                </a:lnTo>
                <a:moveTo>
                  <a:pt x="1618574" y="734276"/>
                </a:moveTo>
                <a:lnTo>
                  <a:pt x="1663988" y="742377"/>
                </a:lnTo>
                <a:moveTo>
                  <a:pt x="1239733" y="748107"/>
                </a:moveTo>
                <a:lnTo>
                  <a:pt x="1213564" y="752366"/>
                </a:lnTo>
                <a:moveTo>
                  <a:pt x="1624469" y="723259"/>
                </a:moveTo>
                <a:lnTo>
                  <a:pt x="1642947" y="683652"/>
                </a:lnTo>
                <a:moveTo>
                  <a:pt x="1624469" y="723259"/>
                </a:moveTo>
                <a:lnTo>
                  <a:pt x="1663988" y="742377"/>
                </a:lnTo>
                <a:moveTo>
                  <a:pt x="1484111" y="802348"/>
                </a:moveTo>
                <a:lnTo>
                  <a:pt x="1471026" y="791277"/>
                </a:lnTo>
                <a:moveTo>
                  <a:pt x="1277813" y="715315"/>
                </a:moveTo>
                <a:lnTo>
                  <a:pt x="1293551" y="718389"/>
                </a:lnTo>
                <a:moveTo>
                  <a:pt x="1370836" y="807391"/>
                </a:moveTo>
                <a:lnTo>
                  <a:pt x="1353446" y="809129"/>
                </a:lnTo>
                <a:moveTo>
                  <a:pt x="1239733" y="748107"/>
                </a:moveTo>
                <a:lnTo>
                  <a:pt x="1215482" y="751206"/>
                </a:lnTo>
                <a:moveTo>
                  <a:pt x="1593725" y="772405"/>
                </a:moveTo>
                <a:lnTo>
                  <a:pt x="1590282" y="709876"/>
                </a:lnTo>
                <a:moveTo>
                  <a:pt x="1624469" y="723259"/>
                </a:moveTo>
                <a:lnTo>
                  <a:pt x="1633745" y="689151"/>
                </a:lnTo>
                <a:moveTo>
                  <a:pt x="1593725" y="772405"/>
                </a:moveTo>
                <a:lnTo>
                  <a:pt x="1579772" y="705992"/>
                </a:lnTo>
                <a:moveTo>
                  <a:pt x="1590282" y="709876"/>
                </a:moveTo>
                <a:lnTo>
                  <a:pt x="1635684" y="681089"/>
                </a:lnTo>
                <a:moveTo>
                  <a:pt x="1356601" y="708781"/>
                </a:moveTo>
                <a:lnTo>
                  <a:pt x="1290736" y="713755"/>
                </a:lnTo>
                <a:moveTo>
                  <a:pt x="1526792" y="796587"/>
                </a:moveTo>
                <a:lnTo>
                  <a:pt x="1534052" y="794750"/>
                </a:lnTo>
                <a:moveTo>
                  <a:pt x="1532841" y="689522"/>
                </a:moveTo>
                <a:lnTo>
                  <a:pt x="1524804" y="681305"/>
                </a:lnTo>
                <a:moveTo>
                  <a:pt x="1266727" y="785171"/>
                </a:moveTo>
                <a:lnTo>
                  <a:pt x="1311557" y="792777"/>
                </a:lnTo>
                <a:moveTo>
                  <a:pt x="1423802" y="699833"/>
                </a:moveTo>
                <a:lnTo>
                  <a:pt x="1450076" y="712642"/>
                </a:lnTo>
                <a:moveTo>
                  <a:pt x="1408498" y="808680"/>
                </a:moveTo>
                <a:lnTo>
                  <a:pt x="1417888" y="808386"/>
                </a:lnTo>
                <a:moveTo>
                  <a:pt x="1474653" y="689526"/>
                </a:moveTo>
                <a:lnTo>
                  <a:pt x="1503240" y="686103"/>
                </a:lnTo>
                <a:moveTo>
                  <a:pt x="1590282" y="709876"/>
                </a:moveTo>
                <a:lnTo>
                  <a:pt x="1633745" y="689151"/>
                </a:lnTo>
                <a:moveTo>
                  <a:pt x="1562879" y="750190"/>
                </a:moveTo>
                <a:lnTo>
                  <a:pt x="1593725" y="772405"/>
                </a:lnTo>
                <a:moveTo>
                  <a:pt x="1356601" y="708781"/>
                </a:moveTo>
                <a:lnTo>
                  <a:pt x="1386738" y="699003"/>
                </a:lnTo>
                <a:moveTo>
                  <a:pt x="1333698" y="776908"/>
                </a:moveTo>
                <a:lnTo>
                  <a:pt x="1353446" y="809129"/>
                </a:lnTo>
                <a:moveTo>
                  <a:pt x="1239733" y="748107"/>
                </a:moveTo>
                <a:lnTo>
                  <a:pt x="1277813" y="715315"/>
                </a:lnTo>
                <a:moveTo>
                  <a:pt x="1618574" y="734276"/>
                </a:moveTo>
                <a:lnTo>
                  <a:pt x="1624469" y="723259"/>
                </a:lnTo>
                <a:moveTo>
                  <a:pt x="1503240" y="686103"/>
                </a:moveTo>
                <a:lnTo>
                  <a:pt x="1532841" y="689522"/>
                </a:lnTo>
                <a:moveTo>
                  <a:pt x="1293551" y="718389"/>
                </a:moveTo>
                <a:lnTo>
                  <a:pt x="1356601" y="708781"/>
                </a:lnTo>
                <a:moveTo>
                  <a:pt x="1439469" y="794182"/>
                </a:moveTo>
                <a:lnTo>
                  <a:pt x="1471026" y="791277"/>
                </a:lnTo>
                <a:moveTo>
                  <a:pt x="1618574" y="734276"/>
                </a:moveTo>
                <a:lnTo>
                  <a:pt x="1590282" y="709876"/>
                </a:lnTo>
                <a:moveTo>
                  <a:pt x="1423802" y="699833"/>
                </a:moveTo>
                <a:lnTo>
                  <a:pt x="1408332" y="695857"/>
                </a:lnTo>
                <a:moveTo>
                  <a:pt x="1590282" y="709876"/>
                </a:moveTo>
                <a:lnTo>
                  <a:pt x="1624469" y="723259"/>
                </a:lnTo>
                <a:moveTo>
                  <a:pt x="1562879" y="750190"/>
                </a:moveTo>
                <a:lnTo>
                  <a:pt x="1534052" y="794750"/>
                </a:lnTo>
                <a:moveTo>
                  <a:pt x="1333698" y="776908"/>
                </a:moveTo>
                <a:lnTo>
                  <a:pt x="1311557" y="792777"/>
                </a:lnTo>
                <a:moveTo>
                  <a:pt x="1370836" y="807391"/>
                </a:moveTo>
                <a:lnTo>
                  <a:pt x="1408498" y="808680"/>
                </a:lnTo>
                <a:moveTo>
                  <a:pt x="1484111" y="802348"/>
                </a:moveTo>
                <a:lnTo>
                  <a:pt x="1526792" y="796587"/>
                </a:lnTo>
                <a:moveTo>
                  <a:pt x="1526792" y="796587"/>
                </a:moveTo>
                <a:lnTo>
                  <a:pt x="1562879" y="750190"/>
                </a:lnTo>
                <a:moveTo>
                  <a:pt x="1266727" y="785171"/>
                </a:moveTo>
                <a:lnTo>
                  <a:pt x="1239733" y="748107"/>
                </a:lnTo>
                <a:moveTo>
                  <a:pt x="1590282" y="709876"/>
                </a:moveTo>
                <a:lnTo>
                  <a:pt x="1579772" y="705992"/>
                </a:lnTo>
                <a:moveTo>
                  <a:pt x="1328122" y="722547"/>
                </a:moveTo>
                <a:lnTo>
                  <a:pt x="1293551" y="718389"/>
                </a:lnTo>
                <a:moveTo>
                  <a:pt x="1386738" y="699003"/>
                </a:moveTo>
                <a:lnTo>
                  <a:pt x="1423802" y="699833"/>
                </a:lnTo>
                <a:moveTo>
                  <a:pt x="1423283" y="700037"/>
                </a:moveTo>
                <a:lnTo>
                  <a:pt x="1386738" y="699003"/>
                </a:lnTo>
                <a:moveTo>
                  <a:pt x="1532841" y="689522"/>
                </a:moveTo>
                <a:lnTo>
                  <a:pt x="1579772" y="705992"/>
                </a:lnTo>
                <a:moveTo>
                  <a:pt x="1289030" y="758169"/>
                </a:moveTo>
                <a:lnTo>
                  <a:pt x="1277813" y="715315"/>
                </a:lnTo>
                <a:moveTo>
                  <a:pt x="1562879" y="750190"/>
                </a:moveTo>
                <a:lnTo>
                  <a:pt x="1579772" y="705992"/>
                </a:lnTo>
                <a:moveTo>
                  <a:pt x="1328122" y="722547"/>
                </a:moveTo>
                <a:lnTo>
                  <a:pt x="1356601" y="708781"/>
                </a:lnTo>
                <a:moveTo>
                  <a:pt x="1562879" y="750190"/>
                </a:moveTo>
                <a:lnTo>
                  <a:pt x="1532841" y="689522"/>
                </a:lnTo>
                <a:moveTo>
                  <a:pt x="1289030" y="758169"/>
                </a:moveTo>
                <a:lnTo>
                  <a:pt x="1293551" y="718389"/>
                </a:lnTo>
                <a:moveTo>
                  <a:pt x="1359887" y="727928"/>
                </a:moveTo>
                <a:lnTo>
                  <a:pt x="1386738" y="699003"/>
                </a:lnTo>
                <a:moveTo>
                  <a:pt x="1439469" y="794182"/>
                </a:moveTo>
                <a:lnTo>
                  <a:pt x="1417888" y="808386"/>
                </a:lnTo>
                <a:moveTo>
                  <a:pt x="1423802" y="699833"/>
                </a:moveTo>
                <a:lnTo>
                  <a:pt x="1474653" y="689526"/>
                </a:lnTo>
                <a:moveTo>
                  <a:pt x="1423814" y="700163"/>
                </a:moveTo>
                <a:lnTo>
                  <a:pt x="1474653" y="689526"/>
                </a:lnTo>
                <a:moveTo>
                  <a:pt x="1333698" y="776908"/>
                </a:moveTo>
                <a:lnTo>
                  <a:pt x="1266727" y="785171"/>
                </a:lnTo>
                <a:moveTo>
                  <a:pt x="1386674" y="789759"/>
                </a:moveTo>
                <a:lnTo>
                  <a:pt x="1408498" y="808680"/>
                </a:lnTo>
                <a:moveTo>
                  <a:pt x="1324093" y="770672"/>
                </a:moveTo>
                <a:lnTo>
                  <a:pt x="1266727" y="785171"/>
                </a:lnTo>
                <a:moveTo>
                  <a:pt x="1266727" y="785171"/>
                </a:moveTo>
                <a:lnTo>
                  <a:pt x="1289030" y="758169"/>
                </a:lnTo>
                <a:moveTo>
                  <a:pt x="1553335" y="743178"/>
                </a:moveTo>
                <a:lnTo>
                  <a:pt x="1532841" y="689522"/>
                </a:lnTo>
                <a:moveTo>
                  <a:pt x="1535551" y="699326"/>
                </a:moveTo>
                <a:lnTo>
                  <a:pt x="1532841" y="689522"/>
                </a:lnTo>
                <a:moveTo>
                  <a:pt x="1333698" y="776908"/>
                </a:moveTo>
                <a:lnTo>
                  <a:pt x="1370836" y="807391"/>
                </a:lnTo>
                <a:moveTo>
                  <a:pt x="1379256" y="730151"/>
                </a:moveTo>
                <a:lnTo>
                  <a:pt x="1386738" y="699003"/>
                </a:lnTo>
                <a:moveTo>
                  <a:pt x="1239733" y="748107"/>
                </a:moveTo>
                <a:lnTo>
                  <a:pt x="1289030" y="758169"/>
                </a:lnTo>
                <a:moveTo>
                  <a:pt x="1359887" y="727928"/>
                </a:moveTo>
                <a:lnTo>
                  <a:pt x="1356601" y="708781"/>
                </a:lnTo>
                <a:moveTo>
                  <a:pt x="1483310" y="712145"/>
                </a:moveTo>
                <a:lnTo>
                  <a:pt x="1503240" y="686103"/>
                </a:lnTo>
                <a:moveTo>
                  <a:pt x="1486523" y="713092"/>
                </a:moveTo>
                <a:lnTo>
                  <a:pt x="1503240" y="686103"/>
                </a:lnTo>
                <a:moveTo>
                  <a:pt x="1397937" y="776770"/>
                </a:moveTo>
                <a:lnTo>
                  <a:pt x="1417888" y="808386"/>
                </a:lnTo>
                <a:moveTo>
                  <a:pt x="1508683" y="774480"/>
                </a:moveTo>
                <a:lnTo>
                  <a:pt x="1526792" y="796587"/>
                </a:lnTo>
                <a:moveTo>
                  <a:pt x="1553335" y="743178"/>
                </a:moveTo>
                <a:lnTo>
                  <a:pt x="1562879" y="750190"/>
                </a:lnTo>
                <a:moveTo>
                  <a:pt x="1408498" y="808680"/>
                </a:moveTo>
                <a:lnTo>
                  <a:pt x="1397937" y="776770"/>
                </a:lnTo>
                <a:moveTo>
                  <a:pt x="1335765" y="774709"/>
                </a:moveTo>
                <a:lnTo>
                  <a:pt x="1328122" y="722547"/>
                </a:lnTo>
                <a:moveTo>
                  <a:pt x="1324093" y="770672"/>
                </a:moveTo>
                <a:lnTo>
                  <a:pt x="1328122" y="722547"/>
                </a:lnTo>
                <a:moveTo>
                  <a:pt x="1386674" y="789759"/>
                </a:moveTo>
                <a:lnTo>
                  <a:pt x="1370836" y="807391"/>
                </a:lnTo>
                <a:moveTo>
                  <a:pt x="1439469" y="794182"/>
                </a:moveTo>
                <a:lnTo>
                  <a:pt x="1484111" y="802348"/>
                </a:lnTo>
                <a:moveTo>
                  <a:pt x="1289030" y="758169"/>
                </a:moveTo>
                <a:lnTo>
                  <a:pt x="1328122" y="722547"/>
                </a:lnTo>
                <a:moveTo>
                  <a:pt x="1423283" y="700037"/>
                </a:moveTo>
                <a:lnTo>
                  <a:pt x="1423802" y="699833"/>
                </a:lnTo>
                <a:moveTo>
                  <a:pt x="1423814" y="700163"/>
                </a:moveTo>
                <a:lnTo>
                  <a:pt x="1423802" y="699833"/>
                </a:lnTo>
                <a:moveTo>
                  <a:pt x="1423283" y="700037"/>
                </a:moveTo>
                <a:lnTo>
                  <a:pt x="1423814" y="700163"/>
                </a:lnTo>
                <a:moveTo>
                  <a:pt x="1333698" y="776908"/>
                </a:moveTo>
                <a:lnTo>
                  <a:pt x="1335765" y="774709"/>
                </a:lnTo>
                <a:moveTo>
                  <a:pt x="1333698" y="776908"/>
                </a:moveTo>
                <a:lnTo>
                  <a:pt x="1324093" y="770672"/>
                </a:lnTo>
                <a:moveTo>
                  <a:pt x="1483310" y="712145"/>
                </a:moveTo>
                <a:lnTo>
                  <a:pt x="1474653" y="689526"/>
                </a:lnTo>
                <a:moveTo>
                  <a:pt x="1328122" y="722547"/>
                </a:moveTo>
                <a:lnTo>
                  <a:pt x="1359887" y="727928"/>
                </a:lnTo>
                <a:moveTo>
                  <a:pt x="1324093" y="770672"/>
                </a:moveTo>
                <a:lnTo>
                  <a:pt x="1335765" y="774709"/>
                </a:lnTo>
                <a:moveTo>
                  <a:pt x="1553335" y="743178"/>
                </a:moveTo>
                <a:lnTo>
                  <a:pt x="1535551" y="699326"/>
                </a:lnTo>
                <a:moveTo>
                  <a:pt x="1324093" y="770672"/>
                </a:moveTo>
                <a:lnTo>
                  <a:pt x="1289030" y="758169"/>
                </a:lnTo>
                <a:moveTo>
                  <a:pt x="1333698" y="776908"/>
                </a:moveTo>
                <a:lnTo>
                  <a:pt x="1386674" y="789759"/>
                </a:lnTo>
                <a:moveTo>
                  <a:pt x="1486523" y="713092"/>
                </a:moveTo>
                <a:lnTo>
                  <a:pt x="1532841" y="689522"/>
                </a:lnTo>
                <a:moveTo>
                  <a:pt x="1508683" y="774480"/>
                </a:moveTo>
                <a:lnTo>
                  <a:pt x="1484111" y="802348"/>
                </a:lnTo>
                <a:moveTo>
                  <a:pt x="1335765" y="774709"/>
                </a:moveTo>
                <a:lnTo>
                  <a:pt x="1386674" y="789759"/>
                </a:lnTo>
                <a:moveTo>
                  <a:pt x="1508683" y="774480"/>
                </a:moveTo>
                <a:lnTo>
                  <a:pt x="1562879" y="750190"/>
                </a:lnTo>
                <a:moveTo>
                  <a:pt x="1335765" y="774709"/>
                </a:moveTo>
                <a:lnTo>
                  <a:pt x="1359887" y="727928"/>
                </a:lnTo>
                <a:moveTo>
                  <a:pt x="1386674" y="789759"/>
                </a:moveTo>
                <a:lnTo>
                  <a:pt x="1359887" y="727928"/>
                </a:lnTo>
                <a:moveTo>
                  <a:pt x="1508683" y="774480"/>
                </a:moveTo>
                <a:lnTo>
                  <a:pt x="1553335" y="743178"/>
                </a:lnTo>
                <a:moveTo>
                  <a:pt x="1379256" y="730151"/>
                </a:moveTo>
                <a:lnTo>
                  <a:pt x="1423283" y="700037"/>
                </a:lnTo>
                <a:moveTo>
                  <a:pt x="1512487" y="767932"/>
                </a:moveTo>
                <a:lnTo>
                  <a:pt x="1553335" y="743178"/>
                </a:lnTo>
                <a:moveTo>
                  <a:pt x="1423814" y="700163"/>
                </a:moveTo>
                <a:lnTo>
                  <a:pt x="1483310" y="712145"/>
                </a:lnTo>
                <a:moveTo>
                  <a:pt x="1439469" y="794182"/>
                </a:moveTo>
                <a:lnTo>
                  <a:pt x="1508683" y="774480"/>
                </a:lnTo>
                <a:moveTo>
                  <a:pt x="1486523" y="713092"/>
                </a:moveTo>
                <a:lnTo>
                  <a:pt x="1535551" y="699326"/>
                </a:lnTo>
                <a:moveTo>
                  <a:pt x="1531987" y="727992"/>
                </a:moveTo>
                <a:lnTo>
                  <a:pt x="1553335" y="743178"/>
                </a:lnTo>
                <a:moveTo>
                  <a:pt x="1531987" y="727992"/>
                </a:moveTo>
                <a:lnTo>
                  <a:pt x="1535551" y="699326"/>
                </a:lnTo>
                <a:moveTo>
                  <a:pt x="1397937" y="776770"/>
                </a:moveTo>
                <a:lnTo>
                  <a:pt x="1439469" y="794182"/>
                </a:lnTo>
                <a:moveTo>
                  <a:pt x="1386674" y="789759"/>
                </a:moveTo>
                <a:lnTo>
                  <a:pt x="1397937" y="776770"/>
                </a:lnTo>
                <a:moveTo>
                  <a:pt x="1417886" y="740445"/>
                </a:moveTo>
                <a:lnTo>
                  <a:pt x="1423283" y="700037"/>
                </a:lnTo>
                <a:moveTo>
                  <a:pt x="1386674" y="789759"/>
                </a:moveTo>
                <a:lnTo>
                  <a:pt x="1379256" y="730151"/>
                </a:lnTo>
                <a:moveTo>
                  <a:pt x="1417886" y="740445"/>
                </a:moveTo>
                <a:lnTo>
                  <a:pt x="1423814" y="700163"/>
                </a:lnTo>
                <a:moveTo>
                  <a:pt x="1379256" y="730151"/>
                </a:moveTo>
                <a:lnTo>
                  <a:pt x="1359887" y="727928"/>
                </a:lnTo>
                <a:moveTo>
                  <a:pt x="1466514" y="756309"/>
                </a:moveTo>
                <a:lnTo>
                  <a:pt x="1439469" y="794182"/>
                </a:lnTo>
                <a:moveTo>
                  <a:pt x="1508683" y="774480"/>
                </a:moveTo>
                <a:lnTo>
                  <a:pt x="1512487" y="767932"/>
                </a:lnTo>
                <a:moveTo>
                  <a:pt x="1397937" y="776770"/>
                </a:moveTo>
                <a:lnTo>
                  <a:pt x="1379256" y="730151"/>
                </a:lnTo>
                <a:moveTo>
                  <a:pt x="1508683" y="774480"/>
                </a:moveTo>
                <a:lnTo>
                  <a:pt x="1483310" y="712145"/>
                </a:lnTo>
                <a:moveTo>
                  <a:pt x="1508683" y="774480"/>
                </a:moveTo>
                <a:lnTo>
                  <a:pt x="1486523" y="713092"/>
                </a:lnTo>
                <a:moveTo>
                  <a:pt x="1512487" y="767932"/>
                </a:moveTo>
                <a:lnTo>
                  <a:pt x="1486523" y="713092"/>
                </a:lnTo>
                <a:moveTo>
                  <a:pt x="1512487" y="767932"/>
                </a:moveTo>
                <a:lnTo>
                  <a:pt x="1531987" y="727992"/>
                </a:lnTo>
                <a:moveTo>
                  <a:pt x="1486523" y="713092"/>
                </a:moveTo>
                <a:lnTo>
                  <a:pt x="1483310" y="712145"/>
                </a:lnTo>
                <a:moveTo>
                  <a:pt x="1486523" y="713092"/>
                </a:moveTo>
                <a:lnTo>
                  <a:pt x="1531987" y="727992"/>
                </a:lnTo>
                <a:moveTo>
                  <a:pt x="1466514" y="756309"/>
                </a:moveTo>
                <a:lnTo>
                  <a:pt x="1508683" y="774480"/>
                </a:lnTo>
                <a:moveTo>
                  <a:pt x="1397937" y="776770"/>
                </a:moveTo>
                <a:lnTo>
                  <a:pt x="1417886" y="740445"/>
                </a:lnTo>
                <a:moveTo>
                  <a:pt x="1379256" y="730151"/>
                </a:moveTo>
                <a:lnTo>
                  <a:pt x="1417886" y="740445"/>
                </a:lnTo>
                <a:moveTo>
                  <a:pt x="1397937" y="776770"/>
                </a:moveTo>
                <a:lnTo>
                  <a:pt x="1466514" y="756309"/>
                </a:lnTo>
                <a:moveTo>
                  <a:pt x="1417886" y="740445"/>
                </a:moveTo>
                <a:lnTo>
                  <a:pt x="1483310" y="712145"/>
                </a:lnTo>
                <a:moveTo>
                  <a:pt x="1466514" y="756309"/>
                </a:moveTo>
                <a:lnTo>
                  <a:pt x="1483310" y="712145"/>
                </a:lnTo>
                <a:moveTo>
                  <a:pt x="1417886" y="740445"/>
                </a:moveTo>
                <a:lnTo>
                  <a:pt x="1466514" y="756309"/>
                </a:lnTo>
                <a:moveTo>
                  <a:pt x="1422934" y="669036"/>
                </a:moveTo>
                <a:lnTo>
                  <a:pt x="1419882" y="668335"/>
                </a:lnTo>
                <a:moveTo>
                  <a:pt x="1419377" y="672021"/>
                </a:moveTo>
                <a:lnTo>
                  <a:pt x="1419882" y="668335"/>
                </a:lnTo>
                <a:moveTo>
                  <a:pt x="1419377" y="672021"/>
                </a:moveTo>
                <a:lnTo>
                  <a:pt x="1422934" y="669036"/>
                </a:lnTo>
                <a:moveTo>
                  <a:pt x="1392770" y="755331"/>
                </a:moveTo>
                <a:lnTo>
                  <a:pt x="1391242" y="754895"/>
                </a:lnTo>
                <a:moveTo>
                  <a:pt x="1391242" y="754895"/>
                </a:moveTo>
                <a:lnTo>
                  <a:pt x="1391903" y="753745"/>
                </a:lnTo>
                <a:moveTo>
                  <a:pt x="1392770" y="755331"/>
                </a:moveTo>
                <a:lnTo>
                  <a:pt x="1391903" y="753745"/>
                </a:lnTo>
                <a:moveTo>
                  <a:pt x="1390534" y="754324"/>
                </a:moveTo>
                <a:lnTo>
                  <a:pt x="1391242" y="754895"/>
                </a:lnTo>
                <a:moveTo>
                  <a:pt x="1390534" y="754324"/>
                </a:moveTo>
                <a:lnTo>
                  <a:pt x="1391903" y="75374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541" name="9x0x_9_official_ReferenceLigand_0">
            <a:extLst>
              <a:ext uri="{FF2B5EF4-FFF2-40B4-BE49-F238E27FC236}">
                <a16:creationId xmlns:a16="http://schemas.microsoft.com/office/drawing/2014/main" id="{9104A79F-E4FD-4491-A066-D9E10816477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9816" y="1100039"/>
                </a:moveTo>
                <a:lnTo>
                  <a:pt x="1288213" y="11658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2" name="9x0x_9_official_ReferenceLigand_1">
            <a:extLst>
              <a:ext uri="{FF2B5EF4-FFF2-40B4-BE49-F238E27FC236}">
                <a16:creationId xmlns:a16="http://schemas.microsoft.com/office/drawing/2014/main" id="{FB872924-875F-4D93-8EE4-BC27CE4EE448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213" y="1165867"/>
                </a:moveTo>
                <a:lnTo>
                  <a:pt x="1243018" y="12126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3" name="9x0x_9_official_ReferenceLigand_2">
            <a:extLst>
              <a:ext uri="{FF2B5EF4-FFF2-40B4-BE49-F238E27FC236}">
                <a16:creationId xmlns:a16="http://schemas.microsoft.com/office/drawing/2014/main" id="{62A857D4-DADC-478F-86FD-FE72EE92447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0935" y="847486"/>
                </a:moveTo>
                <a:lnTo>
                  <a:pt x="1395615" y="8364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4" name="9x0x_9_official_ReferenceLigand_3">
            <a:extLst>
              <a:ext uri="{FF2B5EF4-FFF2-40B4-BE49-F238E27FC236}">
                <a16:creationId xmlns:a16="http://schemas.microsoft.com/office/drawing/2014/main" id="{D9E45040-2DCF-4236-823A-200AF0381F3C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1780" y="495241"/>
                </a:moveTo>
                <a:lnTo>
                  <a:pt x="997790" y="4314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5" name="9x0x_9_official_ReferenceLigand_4">
            <a:extLst>
              <a:ext uri="{FF2B5EF4-FFF2-40B4-BE49-F238E27FC236}">
                <a16:creationId xmlns:a16="http://schemas.microsoft.com/office/drawing/2014/main" id="{BFC9E024-ADE0-4BAC-AC90-43B50E3B67D4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2044" y="483786"/>
                </a:moveTo>
                <a:lnTo>
                  <a:pt x="1031780" y="495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6" name="9x0x_9_official_ReferenceLigand_5">
            <a:extLst>
              <a:ext uri="{FF2B5EF4-FFF2-40B4-BE49-F238E27FC236}">
                <a16:creationId xmlns:a16="http://schemas.microsoft.com/office/drawing/2014/main" id="{3D7B05C3-5351-4D84-AB52-3AA13124713A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9833" y="782689"/>
                </a:moveTo>
                <a:lnTo>
                  <a:pt x="1470568" y="718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7" name="9x0x_9_official_ReferenceLigand_6">
            <a:extLst>
              <a:ext uri="{FF2B5EF4-FFF2-40B4-BE49-F238E27FC236}">
                <a16:creationId xmlns:a16="http://schemas.microsoft.com/office/drawing/2014/main" id="{3D300E5C-0D58-4FBA-BFF3-0F519DDCA5E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1814" y="543345"/>
                </a:moveTo>
                <a:lnTo>
                  <a:pt x="1102044" y="4837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8" name="9x0x_9_official_ReferenceLigand_7">
            <a:extLst>
              <a:ext uri="{FF2B5EF4-FFF2-40B4-BE49-F238E27FC236}">
                <a16:creationId xmlns:a16="http://schemas.microsoft.com/office/drawing/2014/main" id="{2B179AE2-5B6F-4A37-B376-991B1500C82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362" y="529925"/>
                </a:moveTo>
                <a:lnTo>
                  <a:pt x="1141814" y="543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9" name="9x0x_9_official_ReferenceLigand_8">
            <a:extLst>
              <a:ext uri="{FF2B5EF4-FFF2-40B4-BE49-F238E27FC236}">
                <a16:creationId xmlns:a16="http://schemas.microsoft.com/office/drawing/2014/main" id="{685AE198-A85B-41C3-9E09-2AD90A8A3A2F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2648" y="1095302"/>
                </a:moveTo>
                <a:lnTo>
                  <a:pt x="1259816" y="11000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0" name="9x0x_9_official_ReferenceLigand_9">
            <a:extLst>
              <a:ext uri="{FF2B5EF4-FFF2-40B4-BE49-F238E27FC236}">
                <a16:creationId xmlns:a16="http://schemas.microsoft.com/office/drawing/2014/main" id="{5211931E-EE4A-488A-A0E3-C771F5B28546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679" y="590227"/>
                </a:moveTo>
                <a:lnTo>
                  <a:pt x="1211362" y="529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1" name="9x0x_9_official_ReferenceLigand_10">
            <a:extLst>
              <a:ext uri="{FF2B5EF4-FFF2-40B4-BE49-F238E27FC236}">
                <a16:creationId xmlns:a16="http://schemas.microsoft.com/office/drawing/2014/main" id="{02297DBD-9A05-4AE1-996D-D7657EBBCC7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0828" y="574041"/>
                </a:moveTo>
                <a:lnTo>
                  <a:pt x="1251679" y="5902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2" name="9x0x_9_official_ReferenceLigand_11">
            <a:extLst>
              <a:ext uri="{FF2B5EF4-FFF2-40B4-BE49-F238E27FC236}">
                <a16:creationId xmlns:a16="http://schemas.microsoft.com/office/drawing/2014/main" id="{C36D7FDA-D1E7-4BF4-A060-2FB771D15817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7790" y="431431"/>
                </a:moveTo>
                <a:lnTo>
                  <a:pt x="1007860" y="3903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3" name="9x0x_9_official_ReferenceLigand_12">
            <a:extLst>
              <a:ext uri="{FF2B5EF4-FFF2-40B4-BE49-F238E27FC236}">
                <a16:creationId xmlns:a16="http://schemas.microsoft.com/office/drawing/2014/main" id="{8F8D30F1-AF3E-43E5-BC87-879B116815D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0568" y="718838"/>
                </a:moveTo>
                <a:lnTo>
                  <a:pt x="1471973" y="6737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4" name="9x0x_9_official_ReferenceLigand_13">
            <a:extLst>
              <a:ext uri="{FF2B5EF4-FFF2-40B4-BE49-F238E27FC236}">
                <a16:creationId xmlns:a16="http://schemas.microsoft.com/office/drawing/2014/main" id="{383D533F-0C62-462E-A6F8-8B30348A9D7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1693" y="604636"/>
                </a:moveTo>
                <a:lnTo>
                  <a:pt x="1902755" y="60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5" name="9x0x_9_official_ReferenceLigand_14">
            <a:extLst>
              <a:ext uri="{FF2B5EF4-FFF2-40B4-BE49-F238E27FC236}">
                <a16:creationId xmlns:a16="http://schemas.microsoft.com/office/drawing/2014/main" id="{684F8B17-870E-475F-B217-7E44B708D8F6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860" y="633320"/>
                </a:moveTo>
                <a:lnTo>
                  <a:pt x="1320828" y="5740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6" name="9x0x_9_official_ReferenceLigand_15">
            <a:extLst>
              <a:ext uri="{FF2B5EF4-FFF2-40B4-BE49-F238E27FC236}">
                <a16:creationId xmlns:a16="http://schemas.microsoft.com/office/drawing/2014/main" id="{4F61D897-2078-4F6B-B960-148088363CB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096" y="614794"/>
                </a:moveTo>
                <a:lnTo>
                  <a:pt x="1362860" y="633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7" name="9x0x_9_official_ReferenceLigand_16">
            <a:extLst>
              <a:ext uri="{FF2B5EF4-FFF2-40B4-BE49-F238E27FC236}">
                <a16:creationId xmlns:a16="http://schemas.microsoft.com/office/drawing/2014/main" id="{5455CFED-5A21-446B-A392-D50E7640FC76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673" y="887154"/>
                </a:moveTo>
                <a:lnTo>
                  <a:pt x="1400935" y="8474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8" name="9x0x_9_official_ReferenceLigand_17">
            <a:extLst>
              <a:ext uri="{FF2B5EF4-FFF2-40B4-BE49-F238E27FC236}">
                <a16:creationId xmlns:a16="http://schemas.microsoft.com/office/drawing/2014/main" id="{C5462757-98A3-4362-9796-858B481D398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92" y="821552"/>
                </a:moveTo>
                <a:lnTo>
                  <a:pt x="1499833" y="782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9" name="9x0x_9_official_ReferenceLigand_18">
            <a:extLst>
              <a:ext uri="{FF2B5EF4-FFF2-40B4-BE49-F238E27FC236}">
                <a16:creationId xmlns:a16="http://schemas.microsoft.com/office/drawing/2014/main" id="{8FF70A42-A3CA-423C-9D40-D8192230C7EA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0935" y="847486"/>
                </a:moveTo>
                <a:lnTo>
                  <a:pt x="1455892" y="8215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0" name="9x0x_9_official_ReferenceLigand_19">
            <a:extLst>
              <a:ext uri="{FF2B5EF4-FFF2-40B4-BE49-F238E27FC236}">
                <a16:creationId xmlns:a16="http://schemas.microsoft.com/office/drawing/2014/main" id="{D646E5D4-2A35-4FBB-8CA4-4F9699DDB59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0379" y="869067"/>
                </a:moveTo>
                <a:lnTo>
                  <a:pt x="1353673" y="8871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1" name="9x0x_9_official_ReferenceLigand_20">
            <a:extLst>
              <a:ext uri="{FF2B5EF4-FFF2-40B4-BE49-F238E27FC236}">
                <a16:creationId xmlns:a16="http://schemas.microsoft.com/office/drawing/2014/main" id="{67513211-63FF-453E-9781-7B1496140515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973" y="673788"/>
                </a:moveTo>
                <a:lnTo>
                  <a:pt x="1432096" y="6147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2" name="9x0x_9_official_ReferenceLigand_21">
            <a:extLst>
              <a:ext uri="{FF2B5EF4-FFF2-40B4-BE49-F238E27FC236}">
                <a16:creationId xmlns:a16="http://schemas.microsoft.com/office/drawing/2014/main" id="{8B3ADBCF-E744-4224-BEAD-59817CF95A3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0379" y="869067"/>
                </a:moveTo>
                <a:lnTo>
                  <a:pt x="1275694" y="802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3" name="9x0x_9_official_ReferenceLigand_22">
            <a:extLst>
              <a:ext uri="{FF2B5EF4-FFF2-40B4-BE49-F238E27FC236}">
                <a16:creationId xmlns:a16="http://schemas.microsoft.com/office/drawing/2014/main" id="{FBBB061E-ADC8-4048-A3FA-4375F1E6084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60" y="390316"/>
                </a:moveTo>
                <a:lnTo>
                  <a:pt x="975831" y="3251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4" name="9x0x_9_official_ReferenceLigand_23">
            <a:extLst>
              <a:ext uri="{FF2B5EF4-FFF2-40B4-BE49-F238E27FC236}">
                <a16:creationId xmlns:a16="http://schemas.microsoft.com/office/drawing/2014/main" id="{5D56FC20-826E-40F6-9A2E-C736CE84121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515" y="1021419"/>
                </a:moveTo>
                <a:lnTo>
                  <a:pt x="1208936" y="10323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5" name="9x0x_9_official_ReferenceLigand_24">
            <a:extLst>
              <a:ext uri="{FF2B5EF4-FFF2-40B4-BE49-F238E27FC236}">
                <a16:creationId xmlns:a16="http://schemas.microsoft.com/office/drawing/2014/main" id="{D0A58B3D-2829-404C-A6A5-C116CBC02918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27" y="915561"/>
                </a:moveTo>
                <a:lnTo>
                  <a:pt x="1290379" y="8690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6" name="9x0x_9_official_ReferenceLigand_25">
            <a:extLst>
              <a:ext uri="{FF2B5EF4-FFF2-40B4-BE49-F238E27FC236}">
                <a16:creationId xmlns:a16="http://schemas.microsoft.com/office/drawing/2014/main" id="{C29B77BF-479F-4927-8970-0A4027E6438F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936" y="1032372"/>
                </a:moveTo>
                <a:lnTo>
                  <a:pt x="1242648" y="1095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7" name="9x0x_9_official_ReferenceLigand_26">
            <a:extLst>
              <a:ext uri="{FF2B5EF4-FFF2-40B4-BE49-F238E27FC236}">
                <a16:creationId xmlns:a16="http://schemas.microsoft.com/office/drawing/2014/main" id="{37080FA9-3F7C-4742-BE27-39AAC12FCB4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1007" y="664591"/>
                </a:moveTo>
                <a:lnTo>
                  <a:pt x="1861693" y="6046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8" name="9x0x_9_official_ReferenceLigand_27">
            <a:extLst>
              <a:ext uri="{FF2B5EF4-FFF2-40B4-BE49-F238E27FC236}">
                <a16:creationId xmlns:a16="http://schemas.microsoft.com/office/drawing/2014/main" id="{E8FC5457-9E02-4D9B-B326-B93D1F0F4BE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0385" y="979180"/>
                </a:moveTo>
                <a:lnTo>
                  <a:pt x="1247127" y="9155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9" name="9x0x_9_official_ReferenceLigand_28">
            <a:extLst>
              <a:ext uri="{FF2B5EF4-FFF2-40B4-BE49-F238E27FC236}">
                <a16:creationId xmlns:a16="http://schemas.microsoft.com/office/drawing/2014/main" id="{A26854D0-9495-4A0E-9475-F88E1B912914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936" y="1032372"/>
                </a:moveTo>
                <a:lnTo>
                  <a:pt x="1260385" y="9791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0" name="9x0x_9_official_ReferenceLigand_29">
            <a:extLst>
              <a:ext uri="{FF2B5EF4-FFF2-40B4-BE49-F238E27FC236}">
                <a16:creationId xmlns:a16="http://schemas.microsoft.com/office/drawing/2014/main" id="{60EAA70E-0BF5-49F3-B0B4-9AB4221B7AF7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31" y="325164"/>
                </a:moveTo>
                <a:lnTo>
                  <a:pt x="983027" y="286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1" name="9x0x_9_official_ReferenceLigand_30">
            <a:extLst>
              <a:ext uri="{FF2B5EF4-FFF2-40B4-BE49-F238E27FC236}">
                <a16:creationId xmlns:a16="http://schemas.microsoft.com/office/drawing/2014/main" id="{7363C516-EB94-452E-81ED-E851CFE662F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7493" y="649073"/>
                </a:moveTo>
                <a:lnTo>
                  <a:pt x="1821007" y="6645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2" name="9x0x_9_official_ReferenceLigand_31">
            <a:extLst>
              <a:ext uri="{FF2B5EF4-FFF2-40B4-BE49-F238E27FC236}">
                <a16:creationId xmlns:a16="http://schemas.microsoft.com/office/drawing/2014/main" id="{B8A1FFE2-A388-46D7-982A-79562BBB4B3C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5694" y="802024"/>
                </a:moveTo>
                <a:lnTo>
                  <a:pt x="1242230" y="8066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3" name="9x0x_9_official_ReferenceLigand_32">
            <a:extLst>
              <a:ext uri="{FF2B5EF4-FFF2-40B4-BE49-F238E27FC236}">
                <a16:creationId xmlns:a16="http://schemas.microsoft.com/office/drawing/2014/main" id="{BC6548F7-9F3D-4428-B9DC-4E3211B8F7B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2996" y="706419"/>
                </a:moveTo>
                <a:lnTo>
                  <a:pt x="1757493" y="64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4" name="9x0x_9_official_ReferenceLigand_33">
            <a:extLst>
              <a:ext uri="{FF2B5EF4-FFF2-40B4-BE49-F238E27FC236}">
                <a16:creationId xmlns:a16="http://schemas.microsoft.com/office/drawing/2014/main" id="{8F44E9DD-A533-40CC-B6E1-E87D93B6D2F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3027" y="286450"/>
                </a:moveTo>
                <a:lnTo>
                  <a:pt x="967691" y="2162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5" name="9x0x_9_official_ReferenceLigand_34">
            <a:extLst>
              <a:ext uri="{FF2B5EF4-FFF2-40B4-BE49-F238E27FC236}">
                <a16:creationId xmlns:a16="http://schemas.microsoft.com/office/drawing/2014/main" id="{726DB536-C2AB-4FA1-9514-8A8F2C3A1B64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393" y="685482"/>
                </a:moveTo>
                <a:lnTo>
                  <a:pt x="1712996" y="7064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6" name="9x0x_9_official_ReferenceLigand_35">
            <a:extLst>
              <a:ext uri="{FF2B5EF4-FFF2-40B4-BE49-F238E27FC236}">
                <a16:creationId xmlns:a16="http://schemas.microsoft.com/office/drawing/2014/main" id="{44F59DBE-0768-480F-AFFE-FE9EE1BB87B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936" y="1032372"/>
                </a:moveTo>
                <a:lnTo>
                  <a:pt x="1204871" y="103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7" name="9x0x_9_official_ReferenceLigand_36">
            <a:extLst>
              <a:ext uri="{FF2B5EF4-FFF2-40B4-BE49-F238E27FC236}">
                <a16:creationId xmlns:a16="http://schemas.microsoft.com/office/drawing/2014/main" id="{60232B7C-CC2B-4C89-BED9-2D37D878C07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7691" y="216256"/>
                </a:moveTo>
                <a:lnTo>
                  <a:pt x="987846" y="177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8" name="9x0x_9_official_ReferenceLigand_37">
            <a:extLst>
              <a:ext uri="{FF2B5EF4-FFF2-40B4-BE49-F238E27FC236}">
                <a16:creationId xmlns:a16="http://schemas.microsoft.com/office/drawing/2014/main" id="{27F562AA-6629-4996-A4D8-E682EE4764AA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846" y="177100"/>
                </a:moveTo>
                <a:lnTo>
                  <a:pt x="984843" y="1063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9" name="9x0x_9_official_ReferenceLigand_38">
            <a:extLst>
              <a:ext uri="{FF2B5EF4-FFF2-40B4-BE49-F238E27FC236}">
                <a16:creationId xmlns:a16="http://schemas.microsoft.com/office/drawing/2014/main" id="{F990AD71-71EA-4DE0-84B4-2C3D4BFA0E0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364" y="671482"/>
                </a:moveTo>
                <a:lnTo>
                  <a:pt x="1646393" y="685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0" name="9x0x_9_official_ReferenceLigand_39">
            <a:extLst>
              <a:ext uri="{FF2B5EF4-FFF2-40B4-BE49-F238E27FC236}">
                <a16:creationId xmlns:a16="http://schemas.microsoft.com/office/drawing/2014/main" id="{F32DFA3A-3284-4399-AC84-9C6FF698FF51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2230" y="806612"/>
                </a:moveTo>
                <a:lnTo>
                  <a:pt x="1264952" y="7764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1" name="9x0x_9_official_ReferenceLigand_40">
            <a:extLst>
              <a:ext uri="{FF2B5EF4-FFF2-40B4-BE49-F238E27FC236}">
                <a16:creationId xmlns:a16="http://schemas.microsoft.com/office/drawing/2014/main" id="{C2067A70-575A-4C5F-9111-30FCDBB0D43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52" y="776435"/>
                </a:moveTo>
                <a:lnTo>
                  <a:pt x="1335208" y="7727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2" name="9x0x_9_official_ReferenceLigand_41">
            <a:extLst>
              <a:ext uri="{FF2B5EF4-FFF2-40B4-BE49-F238E27FC236}">
                <a16:creationId xmlns:a16="http://schemas.microsoft.com/office/drawing/2014/main" id="{C30A8E7F-175C-4D64-99D1-8360CE7F9E46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52" y="776435"/>
                </a:moveTo>
                <a:lnTo>
                  <a:pt x="1225803" y="7538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3" name="9x0x_9_official_ReferenceLigand_42">
            <a:extLst>
              <a:ext uri="{FF2B5EF4-FFF2-40B4-BE49-F238E27FC236}">
                <a16:creationId xmlns:a16="http://schemas.microsoft.com/office/drawing/2014/main" id="{55BE7BDB-FC85-4E84-81FF-79E10ECDB2C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130" y="734307"/>
                </a:moveTo>
                <a:lnTo>
                  <a:pt x="1644364" y="67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4" name="9x0x_9_official_ReferenceLigand_43">
            <a:extLst>
              <a:ext uri="{FF2B5EF4-FFF2-40B4-BE49-F238E27FC236}">
                <a16:creationId xmlns:a16="http://schemas.microsoft.com/office/drawing/2014/main" id="{5A895B1E-7DAF-44F7-A5EE-294D5502624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450" y="761920"/>
                </a:moveTo>
                <a:lnTo>
                  <a:pt x="1637130" y="7343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5" name="9x0x_9_official_ReferenceLigand_44">
            <a:extLst>
              <a:ext uri="{FF2B5EF4-FFF2-40B4-BE49-F238E27FC236}">
                <a16:creationId xmlns:a16="http://schemas.microsoft.com/office/drawing/2014/main" id="{230AACF1-F3DF-44CD-AB79-F427A2B2D1F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1205" y="730583"/>
                </a:moveTo>
                <a:lnTo>
                  <a:pt x="1571450" y="7619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6" name="9x0x_9_official_ReferenceLigand_45">
            <a:extLst>
              <a:ext uri="{FF2B5EF4-FFF2-40B4-BE49-F238E27FC236}">
                <a16:creationId xmlns:a16="http://schemas.microsoft.com/office/drawing/2014/main" id="{1E19EDB6-12AB-463A-B8A0-DF2F39068177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08" y="772744"/>
                </a:moveTo>
                <a:lnTo>
                  <a:pt x="1343399" y="766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7" name="9x0x_9_official_ReferenceLigand_46">
            <a:extLst>
              <a:ext uri="{FF2B5EF4-FFF2-40B4-BE49-F238E27FC236}">
                <a16:creationId xmlns:a16="http://schemas.microsoft.com/office/drawing/2014/main" id="{C518654E-A3AC-4087-B545-17CD00585637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0445" y="769836"/>
                </a:moveTo>
                <a:lnTo>
                  <a:pt x="1521205" y="730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8" name="9x0x_9_official_ReferenceLigand_47">
            <a:extLst>
              <a:ext uri="{FF2B5EF4-FFF2-40B4-BE49-F238E27FC236}">
                <a16:creationId xmlns:a16="http://schemas.microsoft.com/office/drawing/2014/main" id="{5B6A9BF9-C556-4934-8B5C-349630C4A6E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7468" y="736706"/>
                </a:moveTo>
                <a:lnTo>
                  <a:pt x="1460445" y="7698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9" name="9x0x_9_official_ReferenceLigand_48">
            <a:extLst>
              <a:ext uri="{FF2B5EF4-FFF2-40B4-BE49-F238E27FC236}">
                <a16:creationId xmlns:a16="http://schemas.microsoft.com/office/drawing/2014/main" id="{FF226735-68C3-45F1-B17A-40E1D2E03678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99" y="766453"/>
                </a:moveTo>
                <a:lnTo>
                  <a:pt x="1407468" y="7367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0" name="9x0x_9_official_PredictedLigand_0">
            <a:extLst>
              <a:ext uri="{FF2B5EF4-FFF2-40B4-BE49-F238E27FC236}">
                <a16:creationId xmlns:a16="http://schemas.microsoft.com/office/drawing/2014/main" id="{529CF4E5-62FA-4E32-91F4-D5F2FA8D2645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0589" y="1111792"/>
                </a:moveTo>
                <a:lnTo>
                  <a:pt x="1110531" y="11620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1" name="9x0x_9_official_PredictedLigand_1">
            <a:extLst>
              <a:ext uri="{FF2B5EF4-FFF2-40B4-BE49-F238E27FC236}">
                <a16:creationId xmlns:a16="http://schemas.microsoft.com/office/drawing/2014/main" id="{3DCF1298-8B01-460F-BE7F-82A5E0C71FD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0714" y="1133100"/>
                </a:moveTo>
                <a:lnTo>
                  <a:pt x="1150589" y="1111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2" name="9x0x_9_official_PredictedLigand_2">
            <a:extLst>
              <a:ext uri="{FF2B5EF4-FFF2-40B4-BE49-F238E27FC236}">
                <a16:creationId xmlns:a16="http://schemas.microsoft.com/office/drawing/2014/main" id="{E9AE97ED-EAE5-443E-AE6E-4A62AA889A9C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6338" y="1099084"/>
                </a:moveTo>
                <a:lnTo>
                  <a:pt x="1210714" y="11331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3" name="9x0x_9_official_PredictedLigand_3">
            <a:extLst>
              <a:ext uri="{FF2B5EF4-FFF2-40B4-BE49-F238E27FC236}">
                <a16:creationId xmlns:a16="http://schemas.microsoft.com/office/drawing/2014/main" id="{E0924463-9242-40F6-AADE-E51BE70B01B7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383" y="1120596"/>
                </a:moveTo>
                <a:lnTo>
                  <a:pt x="1216338" y="10990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4" name="9x0x_9_official_PredictedLigand_4">
            <a:extLst>
              <a:ext uri="{FF2B5EF4-FFF2-40B4-BE49-F238E27FC236}">
                <a16:creationId xmlns:a16="http://schemas.microsoft.com/office/drawing/2014/main" id="{5D1AB978-2301-4465-99BE-CADCBB6AE66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5644" y="1149356"/>
                </a:moveTo>
                <a:lnTo>
                  <a:pt x="1270383" y="11205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5" name="9x0x_9_official_PredictedLigand_5">
            <a:extLst>
              <a:ext uri="{FF2B5EF4-FFF2-40B4-BE49-F238E27FC236}">
                <a16:creationId xmlns:a16="http://schemas.microsoft.com/office/drawing/2014/main" id="{3D78DFE7-342D-41CB-A602-3FC65405F238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2660" y="437230"/>
                </a:moveTo>
                <a:lnTo>
                  <a:pt x="1612368" y="466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6" name="9x0x_9_official_PredictedLigand_6">
            <a:extLst>
              <a:ext uri="{FF2B5EF4-FFF2-40B4-BE49-F238E27FC236}">
                <a16:creationId xmlns:a16="http://schemas.microsoft.com/office/drawing/2014/main" id="{5305EF77-BF4F-4285-B02B-A0F00EA6657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484" y="464958"/>
                </a:moveTo>
                <a:lnTo>
                  <a:pt x="1672660" y="4372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7" name="9x0x_9_official_PredictedLigand_7">
            <a:extLst>
              <a:ext uri="{FF2B5EF4-FFF2-40B4-BE49-F238E27FC236}">
                <a16:creationId xmlns:a16="http://schemas.microsoft.com/office/drawing/2014/main" id="{54027F73-80EA-459C-807A-3F4FE301A02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1058" y="584266"/>
                </a:moveTo>
                <a:lnTo>
                  <a:pt x="1205287" y="522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8" name="9x0x_9_official_PredictedLigand_8">
            <a:extLst>
              <a:ext uri="{FF2B5EF4-FFF2-40B4-BE49-F238E27FC236}">
                <a16:creationId xmlns:a16="http://schemas.microsoft.com/office/drawing/2014/main" id="{AC032605-C14D-460A-9604-C9844357CE9F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5287" y="522498"/>
                </a:moveTo>
                <a:lnTo>
                  <a:pt x="1142767" y="500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599" name="9x0x_9_official_PredictedLigand_9">
            <a:extLst>
              <a:ext uri="{FF2B5EF4-FFF2-40B4-BE49-F238E27FC236}">
                <a16:creationId xmlns:a16="http://schemas.microsoft.com/office/drawing/2014/main" id="{6864B9F2-B81D-46CB-9491-5341ABA20F24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5004" y="868606"/>
                </a:moveTo>
                <a:lnTo>
                  <a:pt x="1382421" y="863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0" name="9x0x_9_official_PredictedLigand_10">
            <a:extLst>
              <a:ext uri="{FF2B5EF4-FFF2-40B4-BE49-F238E27FC236}">
                <a16:creationId xmlns:a16="http://schemas.microsoft.com/office/drawing/2014/main" id="{A4F8A64B-EA5B-4879-A267-5481D7B38C7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09" y="594512"/>
                </a:moveTo>
                <a:lnTo>
                  <a:pt x="1231058" y="584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1" name="9x0x_9_official_PredictedLigand_11">
            <a:extLst>
              <a:ext uri="{FF2B5EF4-FFF2-40B4-BE49-F238E27FC236}">
                <a16:creationId xmlns:a16="http://schemas.microsoft.com/office/drawing/2014/main" id="{F47CE211-AC3F-4E98-98BD-B3F74197842F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368" y="466346"/>
                </a:moveTo>
                <a:lnTo>
                  <a:pt x="1560966" y="4178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2" name="9x0x_9_official_PredictedLigand_12">
            <a:extLst>
              <a:ext uri="{FF2B5EF4-FFF2-40B4-BE49-F238E27FC236}">
                <a16:creationId xmlns:a16="http://schemas.microsoft.com/office/drawing/2014/main" id="{E5BB29B5-1788-40FE-A560-BAC36F14D2EA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966" y="417849"/>
                </a:moveTo>
                <a:lnTo>
                  <a:pt x="1499370" y="4515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3" name="9x0x_9_official_PredictedLigand_13">
            <a:extLst>
              <a:ext uri="{FF2B5EF4-FFF2-40B4-BE49-F238E27FC236}">
                <a16:creationId xmlns:a16="http://schemas.microsoft.com/office/drawing/2014/main" id="{538BD8B5-7CCE-4B77-8118-F0370331AC5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5004" y="868606"/>
                </a:moveTo>
                <a:lnTo>
                  <a:pt x="1279560" y="8225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4" name="9x0x_9_official_PredictedLigand_14">
            <a:extLst>
              <a:ext uri="{FF2B5EF4-FFF2-40B4-BE49-F238E27FC236}">
                <a16:creationId xmlns:a16="http://schemas.microsoft.com/office/drawing/2014/main" id="{BFBFA053-0896-4219-A8B7-32BCBAC08DA1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5579" y="930072"/>
                </a:moveTo>
                <a:lnTo>
                  <a:pt x="1315004" y="868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5" name="9x0x_9_official_PredictedLigand_15">
            <a:extLst>
              <a:ext uri="{FF2B5EF4-FFF2-40B4-BE49-F238E27FC236}">
                <a16:creationId xmlns:a16="http://schemas.microsoft.com/office/drawing/2014/main" id="{DD724D6B-2B5F-4CD0-881E-40DA5D838C48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421" y="863507"/>
                </a:moveTo>
                <a:lnTo>
                  <a:pt x="1427502" y="8452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6" name="9x0x_9_official_PredictedLigand_16">
            <a:extLst>
              <a:ext uri="{FF2B5EF4-FFF2-40B4-BE49-F238E27FC236}">
                <a16:creationId xmlns:a16="http://schemas.microsoft.com/office/drawing/2014/main" id="{6476551E-FC84-4E1F-AFCE-4F74B87804F4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695" y="643441"/>
                </a:moveTo>
                <a:lnTo>
                  <a:pt x="1300009" y="594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7" name="9x0x_9_official_PredictedLigand_17">
            <a:extLst>
              <a:ext uri="{FF2B5EF4-FFF2-40B4-BE49-F238E27FC236}">
                <a16:creationId xmlns:a16="http://schemas.microsoft.com/office/drawing/2014/main" id="{929561E9-75EC-4CA3-81DF-27D403CE4D8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383" y="1120596"/>
                </a:moveTo>
                <a:lnTo>
                  <a:pt x="1280893" y="10582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8" name="9x0x_9_official_PredictedLigand_18">
            <a:extLst>
              <a:ext uri="{FF2B5EF4-FFF2-40B4-BE49-F238E27FC236}">
                <a16:creationId xmlns:a16="http://schemas.microsoft.com/office/drawing/2014/main" id="{FADD6C9B-C349-430B-93C8-AF09EA8925B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30" y="505911"/>
                </a:moveTo>
                <a:lnTo>
                  <a:pt x="1734484" y="4649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09" name="9x0x_9_official_PredictedLigand_19">
            <a:extLst>
              <a:ext uri="{FF2B5EF4-FFF2-40B4-BE49-F238E27FC236}">
                <a16:creationId xmlns:a16="http://schemas.microsoft.com/office/drawing/2014/main" id="{068EFF4B-33FA-464B-8117-88DE5E30323A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383" y="1120596"/>
                </a:moveTo>
                <a:lnTo>
                  <a:pt x="1256539" y="11679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0" name="9x0x_9_official_PredictedLigand_20">
            <a:extLst>
              <a:ext uri="{FF2B5EF4-FFF2-40B4-BE49-F238E27FC236}">
                <a16:creationId xmlns:a16="http://schemas.microsoft.com/office/drawing/2014/main" id="{7FEF4859-4C1F-4EE5-AF38-0400701526FE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9370" y="451599"/>
                </a:moveTo>
                <a:lnTo>
                  <a:pt x="1447688" y="4193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1" name="9x0x_9_official_PredictedLigand_21">
            <a:extLst>
              <a:ext uri="{FF2B5EF4-FFF2-40B4-BE49-F238E27FC236}">
                <a16:creationId xmlns:a16="http://schemas.microsoft.com/office/drawing/2014/main" id="{C94EC05C-16FF-40AC-9FF5-E9C72D95633C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02" y="845221"/>
                </a:moveTo>
                <a:lnTo>
                  <a:pt x="1482957" y="8032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2" name="9x0x_9_official_PredictedLigand_22">
            <a:extLst>
              <a:ext uri="{FF2B5EF4-FFF2-40B4-BE49-F238E27FC236}">
                <a16:creationId xmlns:a16="http://schemas.microsoft.com/office/drawing/2014/main" id="{7422044F-90DE-4F20-A6BF-74646CCAF8F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369" y="952420"/>
                </a:moveTo>
                <a:lnTo>
                  <a:pt x="1295579" y="9300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3" name="9x0x_9_official_PredictedLigand_23">
            <a:extLst>
              <a:ext uri="{FF2B5EF4-FFF2-40B4-BE49-F238E27FC236}">
                <a16:creationId xmlns:a16="http://schemas.microsoft.com/office/drawing/2014/main" id="{FF1F532E-01F6-4BD2-BF2A-0A99948E6CF1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36" y="575497"/>
                </a:moveTo>
                <a:lnTo>
                  <a:pt x="1789630" y="5059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4" name="9x0x_9_official_PredictedLigand_24">
            <a:extLst>
              <a:ext uri="{FF2B5EF4-FFF2-40B4-BE49-F238E27FC236}">
                <a16:creationId xmlns:a16="http://schemas.microsoft.com/office/drawing/2014/main" id="{B9465F2D-21E6-44D4-B9AA-786AD397A008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893" y="1058221"/>
                </a:moveTo>
                <a:lnTo>
                  <a:pt x="1226917" y="10208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5" name="9x0x_9_official_PredictedLigand_25">
            <a:extLst>
              <a:ext uri="{FF2B5EF4-FFF2-40B4-BE49-F238E27FC236}">
                <a16:creationId xmlns:a16="http://schemas.microsoft.com/office/drawing/2014/main" id="{907E3343-D998-41A8-B0BC-AD2779FD07E1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957" y="803298"/>
                </a:moveTo>
                <a:lnTo>
                  <a:pt x="1534631" y="804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6" name="9x0x_9_official_PredictedLigand_26">
            <a:extLst>
              <a:ext uri="{FF2B5EF4-FFF2-40B4-BE49-F238E27FC236}">
                <a16:creationId xmlns:a16="http://schemas.microsoft.com/office/drawing/2014/main" id="{5E0E6DC5-6323-4DE8-8BB1-855426BF60C2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67" y="500200"/>
                </a:moveTo>
                <a:lnTo>
                  <a:pt x="1152574" y="477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7" name="9x0x_9_official_PredictedLigand_27">
            <a:extLst>
              <a:ext uri="{FF2B5EF4-FFF2-40B4-BE49-F238E27FC236}">
                <a16:creationId xmlns:a16="http://schemas.microsoft.com/office/drawing/2014/main" id="{4788AAB2-511F-4237-A4D2-FDA98342EA16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760" y="620077"/>
                </a:moveTo>
                <a:lnTo>
                  <a:pt x="1331695" y="6434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8" name="9x0x_9_official_PredictedLigand_28">
            <a:extLst>
              <a:ext uri="{FF2B5EF4-FFF2-40B4-BE49-F238E27FC236}">
                <a16:creationId xmlns:a16="http://schemas.microsoft.com/office/drawing/2014/main" id="{D4CD2C5A-BBC8-47AF-AC19-3D2785B36E67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6917" y="1020816"/>
                </a:moveTo>
                <a:lnTo>
                  <a:pt x="1246369" y="9524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19" name="9x0x_9_official_PredictedLigand_29">
            <a:extLst>
              <a:ext uri="{FF2B5EF4-FFF2-40B4-BE49-F238E27FC236}">
                <a16:creationId xmlns:a16="http://schemas.microsoft.com/office/drawing/2014/main" id="{4A53C052-C072-47E3-82D6-E35DD3E07A8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688" y="419320"/>
                </a:moveTo>
                <a:lnTo>
                  <a:pt x="1402998" y="4704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0" name="9x0x_9_official_PredictedLigand_30">
            <a:extLst>
              <a:ext uri="{FF2B5EF4-FFF2-40B4-BE49-F238E27FC236}">
                <a16:creationId xmlns:a16="http://schemas.microsoft.com/office/drawing/2014/main" id="{5D85C75B-E60E-4A4C-8C39-23DA6A10A29F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631" y="804214"/>
                </a:moveTo>
                <a:lnTo>
                  <a:pt x="1572599" y="7431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1" name="9x0x_9_official_PredictedLigand_31">
            <a:extLst>
              <a:ext uri="{FF2B5EF4-FFF2-40B4-BE49-F238E27FC236}">
                <a16:creationId xmlns:a16="http://schemas.microsoft.com/office/drawing/2014/main" id="{B662C024-A0F2-4C30-ADA6-5FD48D9AA34F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018" y="589764"/>
                </a:moveTo>
                <a:lnTo>
                  <a:pt x="1777536" y="5754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2" name="9x0x_9_official_PredictedLigand_32">
            <a:extLst>
              <a:ext uri="{FF2B5EF4-FFF2-40B4-BE49-F238E27FC236}">
                <a16:creationId xmlns:a16="http://schemas.microsoft.com/office/drawing/2014/main" id="{581A6CDD-2DAB-426E-9E03-72DF0EAEE11C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2574" y="477815"/>
                </a:moveTo>
                <a:lnTo>
                  <a:pt x="1118638" y="415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3" name="9x0x_9_official_PredictedLigand_33">
            <a:extLst>
              <a:ext uri="{FF2B5EF4-FFF2-40B4-BE49-F238E27FC236}">
                <a16:creationId xmlns:a16="http://schemas.microsoft.com/office/drawing/2014/main" id="{A49871EE-589F-48CB-87FC-64CD0038B15F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596" y="669728"/>
                </a:moveTo>
                <a:lnTo>
                  <a:pt x="1391760" y="6200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4" name="9x0x_9_official_PredictedLigand_34">
            <a:extLst>
              <a:ext uri="{FF2B5EF4-FFF2-40B4-BE49-F238E27FC236}">
                <a16:creationId xmlns:a16="http://schemas.microsoft.com/office/drawing/2014/main" id="{BF736A38-2E0B-42E1-AC5A-C3A6FB44C457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369" y="952420"/>
                </a:moveTo>
                <a:lnTo>
                  <a:pt x="1248080" y="9291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5" name="9x0x_9_official_PredictedLigand_35">
            <a:extLst>
              <a:ext uri="{FF2B5EF4-FFF2-40B4-BE49-F238E27FC236}">
                <a16:creationId xmlns:a16="http://schemas.microsoft.com/office/drawing/2014/main" id="{B5E35207-6246-4035-9C48-CD156907F3D3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998" y="470413"/>
                </a:moveTo>
                <a:lnTo>
                  <a:pt x="1356482" y="4404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6" name="9x0x_9_official_PredictedLigand_36">
            <a:extLst>
              <a:ext uri="{FF2B5EF4-FFF2-40B4-BE49-F238E27FC236}">
                <a16:creationId xmlns:a16="http://schemas.microsoft.com/office/drawing/2014/main" id="{A8A196BB-E5F7-4A33-BE1A-4E973F082291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2599" y="743173"/>
                </a:moveTo>
                <a:lnTo>
                  <a:pt x="1625382" y="738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7" name="9x0x_9_official_PredictedLigand_37">
            <a:extLst>
              <a:ext uri="{FF2B5EF4-FFF2-40B4-BE49-F238E27FC236}">
                <a16:creationId xmlns:a16="http://schemas.microsoft.com/office/drawing/2014/main" id="{1774BEB6-8262-4474-8956-2A603A6ACDA8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8624" y="660330"/>
                </a:moveTo>
                <a:lnTo>
                  <a:pt x="1732018" y="5897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8" name="9x0x_9_official_PredictedLigand_38">
            <a:extLst>
              <a:ext uri="{FF2B5EF4-FFF2-40B4-BE49-F238E27FC236}">
                <a16:creationId xmlns:a16="http://schemas.microsoft.com/office/drawing/2014/main" id="{E5450257-9A44-4B09-A01A-E827CDB3CD9F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083" y="673879"/>
                </a:moveTo>
                <a:lnTo>
                  <a:pt x="1718624" y="6603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29" name="9x0x_9_official_PredictedLigand_39">
            <a:extLst>
              <a:ext uri="{FF2B5EF4-FFF2-40B4-BE49-F238E27FC236}">
                <a16:creationId xmlns:a16="http://schemas.microsoft.com/office/drawing/2014/main" id="{9204A309-F41B-4A33-B0BD-B322E7BED1DF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382" y="738309"/>
                </a:moveTo>
                <a:lnTo>
                  <a:pt x="1652083" y="673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30" name="9x0x_9_official_PredictedLigand_40">
            <a:extLst>
              <a:ext uri="{FF2B5EF4-FFF2-40B4-BE49-F238E27FC236}">
                <a16:creationId xmlns:a16="http://schemas.microsoft.com/office/drawing/2014/main" id="{0A55B464-F840-47A2-8B53-15D044CB2FAA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8080" y="929186"/>
                </a:moveTo>
                <a:lnTo>
                  <a:pt x="1230867" y="8650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31" name="9x0x_9_official_PredictedLigand_41">
            <a:extLst>
              <a:ext uri="{FF2B5EF4-FFF2-40B4-BE49-F238E27FC236}">
                <a16:creationId xmlns:a16="http://schemas.microsoft.com/office/drawing/2014/main" id="{F1E023C7-E889-474B-B0C7-7141F6DB3176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426" y="683215"/>
                </a:moveTo>
                <a:lnTo>
                  <a:pt x="1424596" y="6697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32" name="9x0x_9_official_PredictedLigand_42">
            <a:extLst>
              <a:ext uri="{FF2B5EF4-FFF2-40B4-BE49-F238E27FC236}">
                <a16:creationId xmlns:a16="http://schemas.microsoft.com/office/drawing/2014/main" id="{51AB50A6-B525-46E7-985F-28E9EE202800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867" y="865068"/>
                </a:moveTo>
                <a:lnTo>
                  <a:pt x="1250383" y="8146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33" name="9x0x_9_official_PredictedLigand_43">
            <a:extLst>
              <a:ext uri="{FF2B5EF4-FFF2-40B4-BE49-F238E27FC236}">
                <a16:creationId xmlns:a16="http://schemas.microsoft.com/office/drawing/2014/main" id="{EC99299A-88B5-4AB6-9FFF-EA8D4588CF37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383" y="814649"/>
                </a:moveTo>
                <a:lnTo>
                  <a:pt x="1226644" y="7616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34" name="9x0x_9_official_PredictedLigand_44">
            <a:extLst>
              <a:ext uri="{FF2B5EF4-FFF2-40B4-BE49-F238E27FC236}">
                <a16:creationId xmlns:a16="http://schemas.microsoft.com/office/drawing/2014/main" id="{8C338F90-9E3F-439A-BA93-26C3D2A60819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8208" y="714558"/>
                </a:moveTo>
                <a:lnTo>
                  <a:pt x="1398426" y="6832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35" name="9x0x_9_official_PredictedLigand_45">
            <a:extLst>
              <a:ext uri="{FF2B5EF4-FFF2-40B4-BE49-F238E27FC236}">
                <a16:creationId xmlns:a16="http://schemas.microsoft.com/office/drawing/2014/main" id="{93767E6A-8A5F-49A2-B58D-EA1A7F49556A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383" y="814649"/>
                </a:moveTo>
                <a:lnTo>
                  <a:pt x="1302104" y="817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36" name="9x0x_9_official_PredictedLigand_46">
            <a:extLst>
              <a:ext uri="{FF2B5EF4-FFF2-40B4-BE49-F238E27FC236}">
                <a16:creationId xmlns:a16="http://schemas.microsoft.com/office/drawing/2014/main" id="{F2FDA577-830F-48CC-A389-F2C72AA7097D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104" y="817725"/>
                </a:moveTo>
                <a:lnTo>
                  <a:pt x="1333662" y="7567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37" name="9x0x_9_official_PredictedLigand_47">
            <a:extLst>
              <a:ext uri="{FF2B5EF4-FFF2-40B4-BE49-F238E27FC236}">
                <a16:creationId xmlns:a16="http://schemas.microsoft.com/office/drawing/2014/main" id="{B6D3D69D-2C0F-460A-B4C1-98008E5487D1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108" y="763822"/>
                </a:moveTo>
                <a:lnTo>
                  <a:pt x="1438208" y="7145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38" name="9x0x_9_official_PredictedLigand_48">
            <a:extLst>
              <a:ext uri="{FF2B5EF4-FFF2-40B4-BE49-F238E27FC236}">
                <a16:creationId xmlns:a16="http://schemas.microsoft.com/office/drawing/2014/main" id="{EC7D56BF-1B8A-4221-B10F-EED4EBBD80DB}"/>
              </a:ext>
            </a:extLst>
          </p:cNvPr>
          <p:cNvSpPr>
            <a:spLocks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662" y="756757"/>
                </a:moveTo>
                <a:lnTo>
                  <a:pt x="1402108" y="76382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39" name="9x0x_9_official_PredictedAtoms_0">
            <a:extLst>
              <a:ext uri="{FF2B5EF4-FFF2-40B4-BE49-F238E27FC236}">
                <a16:creationId xmlns:a16="http://schemas.microsoft.com/office/drawing/2014/main" id="{2F7A69BF-FE22-4180-84F4-149E94387A27}"/>
              </a:ext>
            </a:extLst>
          </p:cNvPr>
          <p:cNvSpPr>
            <a:spLocks/>
          </p:cNvSpPr>
          <p:nvPr/>
        </p:nvSpPr>
        <p:spPr>
          <a:xfrm>
            <a:off x="1538052" y="72958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0" name="9x0x_9_official_PredictedAtoms_1">
            <a:extLst>
              <a:ext uri="{FF2B5EF4-FFF2-40B4-BE49-F238E27FC236}">
                <a16:creationId xmlns:a16="http://schemas.microsoft.com/office/drawing/2014/main" id="{F24491BD-ADAC-4985-B60C-16D293B14E17}"/>
              </a:ext>
            </a:extLst>
          </p:cNvPr>
          <p:cNvSpPr>
            <a:spLocks/>
          </p:cNvSpPr>
          <p:nvPr/>
        </p:nvSpPr>
        <p:spPr>
          <a:xfrm>
            <a:off x="1482790" y="72670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1" name="9x0x_9_official_PredictedAtoms_2">
            <a:extLst>
              <a:ext uri="{FF2B5EF4-FFF2-40B4-BE49-F238E27FC236}">
                <a16:creationId xmlns:a16="http://schemas.microsoft.com/office/drawing/2014/main" id="{33AD10EF-F720-4C3F-AF9A-30B3C2E46B3E}"/>
              </a:ext>
            </a:extLst>
          </p:cNvPr>
          <p:cNvSpPr>
            <a:spLocks/>
          </p:cNvSpPr>
          <p:nvPr/>
        </p:nvSpPr>
        <p:spPr>
          <a:xfrm>
            <a:off x="1468946" y="73144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2" name="9x0x_9_official_PredictedAtoms_3">
            <a:extLst>
              <a:ext uri="{FF2B5EF4-FFF2-40B4-BE49-F238E27FC236}">
                <a16:creationId xmlns:a16="http://schemas.microsoft.com/office/drawing/2014/main" id="{E85FA2CF-C808-4731-ADCA-75717A432C50}"/>
              </a:ext>
            </a:extLst>
          </p:cNvPr>
          <p:cNvSpPr>
            <a:spLocks/>
          </p:cNvSpPr>
          <p:nvPr/>
        </p:nvSpPr>
        <p:spPr>
          <a:xfrm>
            <a:off x="1428746" y="72455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3" name="9x0x_9_official_PredictedAtoms_4">
            <a:extLst>
              <a:ext uri="{FF2B5EF4-FFF2-40B4-BE49-F238E27FC236}">
                <a16:creationId xmlns:a16="http://schemas.microsoft.com/office/drawing/2014/main" id="{58DDC7F0-FB2E-44DE-830A-6B64134AB8EC}"/>
              </a:ext>
            </a:extLst>
          </p:cNvPr>
          <p:cNvSpPr>
            <a:spLocks/>
          </p:cNvSpPr>
          <p:nvPr/>
        </p:nvSpPr>
        <p:spPr>
          <a:xfrm>
            <a:off x="1423121" y="72795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4" name="9x0x_9_official_PredictedAtoms_5">
            <a:extLst>
              <a:ext uri="{FF2B5EF4-FFF2-40B4-BE49-F238E27FC236}">
                <a16:creationId xmlns:a16="http://schemas.microsoft.com/office/drawing/2014/main" id="{410029E9-D6B7-4707-8DCC-2B58E33DDDFE}"/>
              </a:ext>
            </a:extLst>
          </p:cNvPr>
          <p:cNvSpPr>
            <a:spLocks/>
          </p:cNvSpPr>
          <p:nvPr/>
        </p:nvSpPr>
        <p:spPr>
          <a:xfrm>
            <a:off x="1362996" y="72582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5" name="9x0x_9_official_PredictedAtoms_6">
            <a:extLst>
              <a:ext uri="{FF2B5EF4-FFF2-40B4-BE49-F238E27FC236}">
                <a16:creationId xmlns:a16="http://schemas.microsoft.com/office/drawing/2014/main" id="{39E460E3-205B-4EA0-9302-85BB5056314A}"/>
              </a:ext>
            </a:extLst>
          </p:cNvPr>
          <p:cNvSpPr>
            <a:spLocks/>
          </p:cNvSpPr>
          <p:nvPr/>
        </p:nvSpPr>
        <p:spPr>
          <a:xfrm>
            <a:off x="1322938" y="73085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6" name="9x0x_9_official_PredictedAtoms_7">
            <a:extLst>
              <a:ext uri="{FF2B5EF4-FFF2-40B4-BE49-F238E27FC236}">
                <a16:creationId xmlns:a16="http://schemas.microsoft.com/office/drawing/2014/main" id="{F28E1AF9-8F8F-47A7-944B-4405C267C573}"/>
              </a:ext>
            </a:extLst>
          </p:cNvPr>
          <p:cNvSpPr>
            <a:spLocks/>
          </p:cNvSpPr>
          <p:nvPr/>
        </p:nvSpPr>
        <p:spPr>
          <a:xfrm>
            <a:off x="1493300" y="72047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7" name="9x0x_9_official_PredictedAtoms_8">
            <a:extLst>
              <a:ext uri="{FF2B5EF4-FFF2-40B4-BE49-F238E27FC236}">
                <a16:creationId xmlns:a16="http://schemas.microsoft.com/office/drawing/2014/main" id="{3666520D-00B1-4A43-9A2E-C19A22BC10FA}"/>
              </a:ext>
            </a:extLst>
          </p:cNvPr>
          <p:cNvSpPr>
            <a:spLocks/>
          </p:cNvSpPr>
          <p:nvPr/>
        </p:nvSpPr>
        <p:spPr>
          <a:xfrm>
            <a:off x="1439325" y="71672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8" name="9x0x_9_official_PredictedAtoms_9">
            <a:extLst>
              <a:ext uri="{FF2B5EF4-FFF2-40B4-BE49-F238E27FC236}">
                <a16:creationId xmlns:a16="http://schemas.microsoft.com/office/drawing/2014/main" id="{EAE20FC5-DCB2-44F6-A6F0-D309F39D4B23}"/>
              </a:ext>
            </a:extLst>
          </p:cNvPr>
          <p:cNvSpPr>
            <a:spLocks/>
          </p:cNvSpPr>
          <p:nvPr/>
        </p:nvSpPr>
        <p:spPr>
          <a:xfrm>
            <a:off x="1458777" y="70989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49" name="9x0x_9_official_PredictedAtoms_10">
            <a:extLst>
              <a:ext uri="{FF2B5EF4-FFF2-40B4-BE49-F238E27FC236}">
                <a16:creationId xmlns:a16="http://schemas.microsoft.com/office/drawing/2014/main" id="{90081EB2-5D1E-4AB5-9418-8B42EFFF91E6}"/>
              </a:ext>
            </a:extLst>
          </p:cNvPr>
          <p:cNvSpPr>
            <a:spLocks/>
          </p:cNvSpPr>
          <p:nvPr/>
        </p:nvSpPr>
        <p:spPr>
          <a:xfrm>
            <a:off x="1507986" y="70765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0" name="9x0x_9_official_PredictedAtoms_11">
            <a:extLst>
              <a:ext uri="{FF2B5EF4-FFF2-40B4-BE49-F238E27FC236}">
                <a16:creationId xmlns:a16="http://schemas.microsoft.com/office/drawing/2014/main" id="{EBA4B0B0-8D38-4C16-A638-408F803EC6BA}"/>
              </a:ext>
            </a:extLst>
          </p:cNvPr>
          <p:cNvSpPr>
            <a:spLocks/>
          </p:cNvSpPr>
          <p:nvPr/>
        </p:nvSpPr>
        <p:spPr>
          <a:xfrm>
            <a:off x="1527411" y="70150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1" name="9x0x_9_official_PredictedAtoms_12">
            <a:extLst>
              <a:ext uri="{FF2B5EF4-FFF2-40B4-BE49-F238E27FC236}">
                <a16:creationId xmlns:a16="http://schemas.microsoft.com/office/drawing/2014/main" id="{6482E914-48CD-419F-96D4-29450F7678BF}"/>
              </a:ext>
            </a:extLst>
          </p:cNvPr>
          <p:cNvSpPr>
            <a:spLocks/>
          </p:cNvSpPr>
          <p:nvPr/>
        </p:nvSpPr>
        <p:spPr>
          <a:xfrm>
            <a:off x="1491967" y="69690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2" name="9x0x_9_official_PredictedAtoms_13">
            <a:extLst>
              <a:ext uri="{FF2B5EF4-FFF2-40B4-BE49-F238E27FC236}">
                <a16:creationId xmlns:a16="http://schemas.microsoft.com/office/drawing/2014/main" id="{8127A348-0132-4001-A15D-8E243C8E0AA3}"/>
              </a:ext>
            </a:extLst>
          </p:cNvPr>
          <p:cNvSpPr>
            <a:spLocks/>
          </p:cNvSpPr>
          <p:nvPr/>
        </p:nvSpPr>
        <p:spPr>
          <a:xfrm>
            <a:off x="1594828" y="7009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3" name="9x0x_9_official_PredictedAtoms_14">
            <a:extLst>
              <a:ext uri="{FF2B5EF4-FFF2-40B4-BE49-F238E27FC236}">
                <a16:creationId xmlns:a16="http://schemas.microsoft.com/office/drawing/2014/main" id="{FD863278-1B0A-4CB8-A983-B434EDABAF71}"/>
              </a:ext>
            </a:extLst>
          </p:cNvPr>
          <p:cNvSpPr>
            <a:spLocks/>
          </p:cNvSpPr>
          <p:nvPr/>
        </p:nvSpPr>
        <p:spPr>
          <a:xfrm>
            <a:off x="1639909" y="69917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4" name="9x0x_9_official_PredictedAtoms_15">
            <a:extLst>
              <a:ext uri="{FF2B5EF4-FFF2-40B4-BE49-F238E27FC236}">
                <a16:creationId xmlns:a16="http://schemas.microsoft.com/office/drawing/2014/main" id="{5111E93C-9259-4EDD-848A-7ADEA4F23729}"/>
              </a:ext>
            </a:extLst>
          </p:cNvPr>
          <p:cNvSpPr>
            <a:spLocks/>
          </p:cNvSpPr>
          <p:nvPr/>
        </p:nvSpPr>
        <p:spPr>
          <a:xfrm>
            <a:off x="1695364" y="6949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5" name="9x0x_9_official_PredictedAtoms_16">
            <a:extLst>
              <a:ext uri="{FF2B5EF4-FFF2-40B4-BE49-F238E27FC236}">
                <a16:creationId xmlns:a16="http://schemas.microsoft.com/office/drawing/2014/main" id="{4F1501B6-649C-4855-9A9D-6BC4927A5947}"/>
              </a:ext>
            </a:extLst>
          </p:cNvPr>
          <p:cNvSpPr>
            <a:spLocks/>
          </p:cNvSpPr>
          <p:nvPr/>
        </p:nvSpPr>
        <p:spPr>
          <a:xfrm>
            <a:off x="1747039" y="69506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6" name="9x0x_9_official_PredictedAtoms_17">
            <a:extLst>
              <a:ext uri="{FF2B5EF4-FFF2-40B4-BE49-F238E27FC236}">
                <a16:creationId xmlns:a16="http://schemas.microsoft.com/office/drawing/2014/main" id="{0F876BE6-0F85-42B3-9AB4-CE6F5F8D682C}"/>
              </a:ext>
            </a:extLst>
          </p:cNvPr>
          <p:cNvSpPr>
            <a:spLocks/>
          </p:cNvSpPr>
          <p:nvPr/>
        </p:nvSpPr>
        <p:spPr>
          <a:xfrm>
            <a:off x="1785007" y="68896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7" name="9x0x_9_official_PredictedAtoms_18">
            <a:extLst>
              <a:ext uri="{FF2B5EF4-FFF2-40B4-BE49-F238E27FC236}">
                <a16:creationId xmlns:a16="http://schemas.microsoft.com/office/drawing/2014/main" id="{BCB7AED9-D748-4DC6-970C-80B256544132}"/>
              </a:ext>
            </a:extLst>
          </p:cNvPr>
          <p:cNvSpPr>
            <a:spLocks/>
          </p:cNvSpPr>
          <p:nvPr/>
        </p:nvSpPr>
        <p:spPr>
          <a:xfrm>
            <a:off x="1837789" y="68847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8" name="9x0x_9_official_PredictedAtoms_19">
            <a:extLst>
              <a:ext uri="{FF2B5EF4-FFF2-40B4-BE49-F238E27FC236}">
                <a16:creationId xmlns:a16="http://schemas.microsoft.com/office/drawing/2014/main" id="{1DEA9EB6-4ED8-4AC3-A179-DEC6F2BE46C8}"/>
              </a:ext>
            </a:extLst>
          </p:cNvPr>
          <p:cNvSpPr>
            <a:spLocks/>
          </p:cNvSpPr>
          <p:nvPr/>
        </p:nvSpPr>
        <p:spPr>
          <a:xfrm>
            <a:off x="1864490" y="68203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59" name="9x0x_9_official_PredictedAtoms_20">
            <a:extLst>
              <a:ext uri="{FF2B5EF4-FFF2-40B4-BE49-F238E27FC236}">
                <a16:creationId xmlns:a16="http://schemas.microsoft.com/office/drawing/2014/main" id="{236412B7-5F67-4C1A-B42A-3B222129E9D2}"/>
              </a:ext>
            </a:extLst>
          </p:cNvPr>
          <p:cNvSpPr>
            <a:spLocks/>
          </p:cNvSpPr>
          <p:nvPr/>
        </p:nvSpPr>
        <p:spPr>
          <a:xfrm>
            <a:off x="1931031" y="68068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0" name="9x0x_9_official_PredictedAtoms_21">
            <a:extLst>
              <a:ext uri="{FF2B5EF4-FFF2-40B4-BE49-F238E27FC236}">
                <a16:creationId xmlns:a16="http://schemas.microsoft.com/office/drawing/2014/main" id="{0FD1E42E-7849-4272-B541-3D8DDAA253E2}"/>
              </a:ext>
            </a:extLst>
          </p:cNvPr>
          <p:cNvSpPr>
            <a:spLocks/>
          </p:cNvSpPr>
          <p:nvPr/>
        </p:nvSpPr>
        <p:spPr>
          <a:xfrm>
            <a:off x="1944425" y="67362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1" name="9x0x_9_official_PredictedAtoms_22">
            <a:extLst>
              <a:ext uri="{FF2B5EF4-FFF2-40B4-BE49-F238E27FC236}">
                <a16:creationId xmlns:a16="http://schemas.microsoft.com/office/drawing/2014/main" id="{65E3FFA2-EB17-451D-BB82-8308B8AE5584}"/>
              </a:ext>
            </a:extLst>
          </p:cNvPr>
          <p:cNvSpPr>
            <a:spLocks/>
          </p:cNvSpPr>
          <p:nvPr/>
        </p:nvSpPr>
        <p:spPr>
          <a:xfrm>
            <a:off x="1989943" y="6721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2" name="9x0x_9_official_PredictedAtoms_23">
            <a:extLst>
              <a:ext uri="{FF2B5EF4-FFF2-40B4-BE49-F238E27FC236}">
                <a16:creationId xmlns:a16="http://schemas.microsoft.com/office/drawing/2014/main" id="{3DA3E89B-A775-483D-A906-6BA28D932312}"/>
              </a:ext>
            </a:extLst>
          </p:cNvPr>
          <p:cNvSpPr>
            <a:spLocks/>
          </p:cNvSpPr>
          <p:nvPr/>
        </p:nvSpPr>
        <p:spPr>
          <a:xfrm>
            <a:off x="2002037" y="66523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3" name="9x0x_9_official_PredictedAtoms_24">
            <a:extLst>
              <a:ext uri="{FF2B5EF4-FFF2-40B4-BE49-F238E27FC236}">
                <a16:creationId xmlns:a16="http://schemas.microsoft.com/office/drawing/2014/main" id="{C2B6E8B8-9F4F-4B4F-9BFA-0CDF069ABDBE}"/>
              </a:ext>
            </a:extLst>
          </p:cNvPr>
          <p:cNvSpPr>
            <a:spLocks/>
          </p:cNvSpPr>
          <p:nvPr/>
        </p:nvSpPr>
        <p:spPr>
          <a:xfrm>
            <a:off x="1946891" y="6611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4" name="9x0x_9_official_PredictedAtoms_25">
            <a:extLst>
              <a:ext uri="{FF2B5EF4-FFF2-40B4-BE49-F238E27FC236}">
                <a16:creationId xmlns:a16="http://schemas.microsoft.com/office/drawing/2014/main" id="{0EB67B4A-43D2-4724-B36D-439D1963D677}"/>
              </a:ext>
            </a:extLst>
          </p:cNvPr>
          <p:cNvSpPr>
            <a:spLocks/>
          </p:cNvSpPr>
          <p:nvPr/>
        </p:nvSpPr>
        <p:spPr>
          <a:xfrm>
            <a:off x="1885068" y="65837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5" name="9x0x_9_official_PredictedAtoms_26">
            <a:extLst>
              <a:ext uri="{FF2B5EF4-FFF2-40B4-BE49-F238E27FC236}">
                <a16:creationId xmlns:a16="http://schemas.microsoft.com/office/drawing/2014/main" id="{7BDE5451-1D57-48BE-B92A-A89E04BF49D8}"/>
              </a:ext>
            </a:extLst>
          </p:cNvPr>
          <p:cNvSpPr>
            <a:spLocks/>
          </p:cNvSpPr>
          <p:nvPr/>
        </p:nvSpPr>
        <p:spPr>
          <a:xfrm>
            <a:off x="1824775" y="66128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6" name="9x0x_9_official_PredictedAtoms_27">
            <a:extLst>
              <a:ext uri="{FF2B5EF4-FFF2-40B4-BE49-F238E27FC236}">
                <a16:creationId xmlns:a16="http://schemas.microsoft.com/office/drawing/2014/main" id="{E741C35A-A006-474F-A8B5-6B9C3F49DB67}"/>
              </a:ext>
            </a:extLst>
          </p:cNvPr>
          <p:cNvSpPr>
            <a:spLocks/>
          </p:cNvSpPr>
          <p:nvPr/>
        </p:nvSpPr>
        <p:spPr>
          <a:xfrm>
            <a:off x="1773374" y="65643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7" name="9x0x_9_official_PredictedAtoms_28">
            <a:extLst>
              <a:ext uri="{FF2B5EF4-FFF2-40B4-BE49-F238E27FC236}">
                <a16:creationId xmlns:a16="http://schemas.microsoft.com/office/drawing/2014/main" id="{2FC7551D-06E7-4F07-8D98-BDA8FAE73C22}"/>
              </a:ext>
            </a:extLst>
          </p:cNvPr>
          <p:cNvSpPr>
            <a:spLocks/>
          </p:cNvSpPr>
          <p:nvPr/>
        </p:nvSpPr>
        <p:spPr>
          <a:xfrm>
            <a:off x="1711778" y="65980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8" name="9x0x_9_official_PredictedAtoms_29">
            <a:extLst>
              <a:ext uri="{FF2B5EF4-FFF2-40B4-BE49-F238E27FC236}">
                <a16:creationId xmlns:a16="http://schemas.microsoft.com/office/drawing/2014/main" id="{A0323AD6-94F1-4A0E-BBA0-8B7EA911D53A}"/>
              </a:ext>
            </a:extLst>
          </p:cNvPr>
          <p:cNvSpPr>
            <a:spLocks/>
          </p:cNvSpPr>
          <p:nvPr/>
        </p:nvSpPr>
        <p:spPr>
          <a:xfrm>
            <a:off x="1660096" y="65658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69" name="9x0x_9_official_PredictedAtoms_30">
            <a:extLst>
              <a:ext uri="{FF2B5EF4-FFF2-40B4-BE49-F238E27FC236}">
                <a16:creationId xmlns:a16="http://schemas.microsoft.com/office/drawing/2014/main" id="{A933C03B-E6CF-42D0-A7AB-085833CB71B1}"/>
              </a:ext>
            </a:extLst>
          </p:cNvPr>
          <p:cNvSpPr>
            <a:spLocks/>
          </p:cNvSpPr>
          <p:nvPr/>
        </p:nvSpPr>
        <p:spPr>
          <a:xfrm>
            <a:off x="1615405" y="66168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0" name="9x0x_9_official_PredictedAtoms_31">
            <a:extLst>
              <a:ext uri="{FF2B5EF4-FFF2-40B4-BE49-F238E27FC236}">
                <a16:creationId xmlns:a16="http://schemas.microsoft.com/office/drawing/2014/main" id="{23B17978-83B1-4971-BBF5-A2B3872E848A}"/>
              </a:ext>
            </a:extLst>
          </p:cNvPr>
          <p:cNvSpPr>
            <a:spLocks/>
          </p:cNvSpPr>
          <p:nvPr/>
        </p:nvSpPr>
        <p:spPr>
          <a:xfrm>
            <a:off x="1568889" y="65869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1" name="9x0x_9_official_PredictedAtoms_32">
            <a:extLst>
              <a:ext uri="{FF2B5EF4-FFF2-40B4-BE49-F238E27FC236}">
                <a16:creationId xmlns:a16="http://schemas.microsoft.com/office/drawing/2014/main" id="{07C4691C-8A66-4D71-BC34-06BDC72EC7B7}"/>
              </a:ext>
            </a:extLst>
          </p:cNvPr>
          <p:cNvSpPr>
            <a:spLocks/>
          </p:cNvSpPr>
          <p:nvPr/>
        </p:nvSpPr>
        <p:spPr>
          <a:xfrm>
            <a:off x="1460487" y="70756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2" name="9x0x_9_official_PredictedAtoms_33">
            <a:extLst>
              <a:ext uri="{FF2B5EF4-FFF2-40B4-BE49-F238E27FC236}">
                <a16:creationId xmlns:a16="http://schemas.microsoft.com/office/drawing/2014/main" id="{1D753E87-5195-4E92-83D6-59504323A49A}"/>
              </a:ext>
            </a:extLst>
          </p:cNvPr>
          <p:cNvSpPr>
            <a:spLocks/>
          </p:cNvSpPr>
          <p:nvPr/>
        </p:nvSpPr>
        <p:spPr>
          <a:xfrm>
            <a:off x="1443275" y="7011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3" name="9x0x_9_official_PredictedAtoms_34">
            <a:extLst>
              <a:ext uri="{FF2B5EF4-FFF2-40B4-BE49-F238E27FC236}">
                <a16:creationId xmlns:a16="http://schemas.microsoft.com/office/drawing/2014/main" id="{1B2E77F5-6108-49A5-BCA2-8B52C0CCE19B}"/>
              </a:ext>
            </a:extLst>
          </p:cNvPr>
          <p:cNvSpPr>
            <a:spLocks/>
          </p:cNvSpPr>
          <p:nvPr/>
        </p:nvSpPr>
        <p:spPr>
          <a:xfrm>
            <a:off x="1462790" y="69611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4" name="9x0x_9_official_PredictedAtoms_35">
            <a:extLst>
              <a:ext uri="{FF2B5EF4-FFF2-40B4-BE49-F238E27FC236}">
                <a16:creationId xmlns:a16="http://schemas.microsoft.com/office/drawing/2014/main" id="{1E427E57-55D2-447A-8400-FD33EDD22B79}"/>
              </a:ext>
            </a:extLst>
          </p:cNvPr>
          <p:cNvSpPr>
            <a:spLocks/>
          </p:cNvSpPr>
          <p:nvPr/>
        </p:nvSpPr>
        <p:spPr>
          <a:xfrm>
            <a:off x="1439051" y="69081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5" name="9x0x_9_official_PredictedAtoms_36">
            <a:extLst>
              <a:ext uri="{FF2B5EF4-FFF2-40B4-BE49-F238E27FC236}">
                <a16:creationId xmlns:a16="http://schemas.microsoft.com/office/drawing/2014/main" id="{4AA143D8-CB8D-4210-8554-6BCE89B6F97E}"/>
              </a:ext>
            </a:extLst>
          </p:cNvPr>
          <p:cNvSpPr>
            <a:spLocks/>
          </p:cNvSpPr>
          <p:nvPr/>
        </p:nvSpPr>
        <p:spPr>
          <a:xfrm>
            <a:off x="1514511" y="69642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6" name="9x0x_9_official_PredictedAtoms_37">
            <a:extLst>
              <a:ext uri="{FF2B5EF4-FFF2-40B4-BE49-F238E27FC236}">
                <a16:creationId xmlns:a16="http://schemas.microsoft.com/office/drawing/2014/main" id="{354DD3B8-9E7C-4312-8599-9868DC5A3CD8}"/>
              </a:ext>
            </a:extLst>
          </p:cNvPr>
          <p:cNvSpPr>
            <a:spLocks/>
          </p:cNvSpPr>
          <p:nvPr/>
        </p:nvSpPr>
        <p:spPr>
          <a:xfrm>
            <a:off x="1546069" y="6903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7" name="9x0x_9_official_PredictedAtoms_38">
            <a:extLst>
              <a:ext uri="{FF2B5EF4-FFF2-40B4-BE49-F238E27FC236}">
                <a16:creationId xmlns:a16="http://schemas.microsoft.com/office/drawing/2014/main" id="{7D8EE774-7D44-4083-AD73-EC75C5398E4F}"/>
              </a:ext>
            </a:extLst>
          </p:cNvPr>
          <p:cNvSpPr>
            <a:spLocks/>
          </p:cNvSpPr>
          <p:nvPr/>
        </p:nvSpPr>
        <p:spPr>
          <a:xfrm>
            <a:off x="1614516" y="69103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8" name="9x0x_9_official_PredictedAtoms_39">
            <a:extLst>
              <a:ext uri="{FF2B5EF4-FFF2-40B4-BE49-F238E27FC236}">
                <a16:creationId xmlns:a16="http://schemas.microsoft.com/office/drawing/2014/main" id="{9521E92E-FB4B-47A4-94C5-CC481DA9BE6A}"/>
              </a:ext>
            </a:extLst>
          </p:cNvPr>
          <p:cNvSpPr>
            <a:spLocks/>
          </p:cNvSpPr>
          <p:nvPr/>
        </p:nvSpPr>
        <p:spPr>
          <a:xfrm>
            <a:off x="1650615" y="68610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79" name="9x0x_9_official_PredictedAtoms_40">
            <a:extLst>
              <a:ext uri="{FF2B5EF4-FFF2-40B4-BE49-F238E27FC236}">
                <a16:creationId xmlns:a16="http://schemas.microsoft.com/office/drawing/2014/main" id="{DBC71531-6A98-4152-B350-6E6C550FD5A0}"/>
              </a:ext>
            </a:extLst>
          </p:cNvPr>
          <p:cNvSpPr>
            <a:spLocks/>
          </p:cNvSpPr>
          <p:nvPr/>
        </p:nvSpPr>
        <p:spPr>
          <a:xfrm>
            <a:off x="1610834" y="68296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0" name="9x0x_9_official_PredictedAtoms_41">
            <a:extLst>
              <a:ext uri="{FF2B5EF4-FFF2-40B4-BE49-F238E27FC236}">
                <a16:creationId xmlns:a16="http://schemas.microsoft.com/office/drawing/2014/main" id="{64A727C7-9EDE-4928-A713-D8C6ED103317}"/>
              </a:ext>
            </a:extLst>
          </p:cNvPr>
          <p:cNvSpPr>
            <a:spLocks/>
          </p:cNvSpPr>
          <p:nvPr/>
        </p:nvSpPr>
        <p:spPr>
          <a:xfrm>
            <a:off x="1637003" y="68162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1" name="9x0x_9_official_PredictedAtoms_42">
            <a:extLst>
              <a:ext uri="{FF2B5EF4-FFF2-40B4-BE49-F238E27FC236}">
                <a16:creationId xmlns:a16="http://schemas.microsoft.com/office/drawing/2014/main" id="{0755BE3B-C18A-4483-8C94-7323F0E5A449}"/>
              </a:ext>
            </a:extLst>
          </p:cNvPr>
          <p:cNvSpPr>
            <a:spLocks/>
          </p:cNvSpPr>
          <p:nvPr/>
        </p:nvSpPr>
        <p:spPr>
          <a:xfrm>
            <a:off x="1604167" y="67665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2" name="9x0x_9_official_PredictedAtoms_43">
            <a:extLst>
              <a:ext uri="{FF2B5EF4-FFF2-40B4-BE49-F238E27FC236}">
                <a16:creationId xmlns:a16="http://schemas.microsoft.com/office/drawing/2014/main" id="{3278D7D8-9BB7-4ADD-B13D-A24484953734}"/>
              </a:ext>
            </a:extLst>
          </p:cNvPr>
          <p:cNvSpPr>
            <a:spLocks/>
          </p:cNvSpPr>
          <p:nvPr/>
        </p:nvSpPr>
        <p:spPr>
          <a:xfrm>
            <a:off x="1544103" y="67899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3" name="9x0x_9_official_PredictedAtoms_44">
            <a:extLst>
              <a:ext uri="{FF2B5EF4-FFF2-40B4-BE49-F238E27FC236}">
                <a16:creationId xmlns:a16="http://schemas.microsoft.com/office/drawing/2014/main" id="{040CD77D-C0B8-40D7-81BC-64EC18DBBFE1}"/>
              </a:ext>
            </a:extLst>
          </p:cNvPr>
          <p:cNvSpPr>
            <a:spLocks/>
          </p:cNvSpPr>
          <p:nvPr/>
        </p:nvSpPr>
        <p:spPr>
          <a:xfrm>
            <a:off x="1512416" y="67409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4" name="9x0x_9_official_PredictedAtoms_45">
            <a:extLst>
              <a:ext uri="{FF2B5EF4-FFF2-40B4-BE49-F238E27FC236}">
                <a16:creationId xmlns:a16="http://schemas.microsoft.com/office/drawing/2014/main" id="{FD8CCF4D-3069-4F23-B630-ABFBF936DA29}"/>
              </a:ext>
            </a:extLst>
          </p:cNvPr>
          <p:cNvSpPr>
            <a:spLocks/>
          </p:cNvSpPr>
          <p:nvPr/>
        </p:nvSpPr>
        <p:spPr>
          <a:xfrm>
            <a:off x="1443466" y="67307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5" name="9x0x_9_official_PredictedAtoms_46">
            <a:extLst>
              <a:ext uri="{FF2B5EF4-FFF2-40B4-BE49-F238E27FC236}">
                <a16:creationId xmlns:a16="http://schemas.microsoft.com/office/drawing/2014/main" id="{2A55684B-1241-493B-BBB5-3C820BBF54F2}"/>
              </a:ext>
            </a:extLst>
          </p:cNvPr>
          <p:cNvSpPr>
            <a:spLocks/>
          </p:cNvSpPr>
          <p:nvPr/>
        </p:nvSpPr>
        <p:spPr>
          <a:xfrm>
            <a:off x="1417695" y="66689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6" name="9x0x_9_official_PredictedAtoms_47">
            <a:extLst>
              <a:ext uri="{FF2B5EF4-FFF2-40B4-BE49-F238E27FC236}">
                <a16:creationId xmlns:a16="http://schemas.microsoft.com/office/drawing/2014/main" id="{A7890A1C-9F7D-40D6-A35F-FCB909723F52}"/>
              </a:ext>
            </a:extLst>
          </p:cNvPr>
          <p:cNvSpPr>
            <a:spLocks/>
          </p:cNvSpPr>
          <p:nvPr/>
        </p:nvSpPr>
        <p:spPr>
          <a:xfrm>
            <a:off x="1355175" y="66466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7" name="9x0x_9_official_PredictedAtoms_48">
            <a:extLst>
              <a:ext uri="{FF2B5EF4-FFF2-40B4-BE49-F238E27FC236}">
                <a16:creationId xmlns:a16="http://schemas.microsoft.com/office/drawing/2014/main" id="{5E4627F8-A3C3-463E-9902-402CB4430DFF}"/>
              </a:ext>
            </a:extLst>
          </p:cNvPr>
          <p:cNvSpPr>
            <a:spLocks/>
          </p:cNvSpPr>
          <p:nvPr/>
        </p:nvSpPr>
        <p:spPr>
          <a:xfrm>
            <a:off x="1364982" y="66242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8" name="9x0x_9_official_PredictedAtoms_49">
            <a:extLst>
              <a:ext uri="{FF2B5EF4-FFF2-40B4-BE49-F238E27FC236}">
                <a16:creationId xmlns:a16="http://schemas.microsoft.com/office/drawing/2014/main" id="{D839F9BA-5611-41FD-98AF-8AEB68070B23}"/>
              </a:ext>
            </a:extLst>
          </p:cNvPr>
          <p:cNvSpPr>
            <a:spLocks/>
          </p:cNvSpPr>
          <p:nvPr/>
        </p:nvSpPr>
        <p:spPr>
          <a:xfrm>
            <a:off x="1331045" y="65620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89" name="stage3-cases-clash_34">
            <a:extLst>
              <a:ext uri="{FF2B5EF4-FFF2-40B4-BE49-F238E27FC236}">
                <a16:creationId xmlns:a16="http://schemas.microsoft.com/office/drawing/2014/main" id="{3DC1B03D-19BA-411F-B8EE-A6EEBB7FB9F7}"/>
              </a:ext>
            </a:extLst>
          </p:cNvPr>
          <p:cNvSpPr>
            <a:spLocks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8.06 Å   D 32%   Clash 0</a:t>
            </a:r>
          </a:p>
        </p:txBody>
      </p:sp>
      <p:sp>
        <p:nvSpPr>
          <p:cNvPr id="1690" name="9x0x_9_tuned_Receptor">
            <a:extLst>
              <a:ext uri="{FF2B5EF4-FFF2-40B4-BE49-F238E27FC236}">
                <a16:creationId xmlns:a16="http://schemas.microsoft.com/office/drawing/2014/main" id="{56A64B34-BA21-4848-A213-5F849249CE1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9360" y="321638"/>
                </a:moveTo>
                <a:lnTo>
                  <a:pt x="891476" y="354778"/>
                </a:lnTo>
                <a:moveTo>
                  <a:pt x="883913" y="305756"/>
                </a:moveTo>
                <a:lnTo>
                  <a:pt x="859360" y="321638"/>
                </a:lnTo>
                <a:moveTo>
                  <a:pt x="861434" y="243384"/>
                </a:moveTo>
                <a:lnTo>
                  <a:pt x="883913" y="305756"/>
                </a:lnTo>
                <a:moveTo>
                  <a:pt x="883913" y="305756"/>
                </a:moveTo>
                <a:lnTo>
                  <a:pt x="863622" y="356990"/>
                </a:lnTo>
                <a:moveTo>
                  <a:pt x="1197872" y="759641"/>
                </a:moveTo>
                <a:lnTo>
                  <a:pt x="1249725" y="731546"/>
                </a:lnTo>
                <a:moveTo>
                  <a:pt x="685015" y="249620"/>
                </a:moveTo>
                <a:lnTo>
                  <a:pt x="693634" y="280185"/>
                </a:lnTo>
                <a:moveTo>
                  <a:pt x="1082408" y="742687"/>
                </a:moveTo>
                <a:lnTo>
                  <a:pt x="1137683" y="726948"/>
                </a:lnTo>
                <a:moveTo>
                  <a:pt x="1137683" y="726948"/>
                </a:moveTo>
                <a:lnTo>
                  <a:pt x="1197872" y="759641"/>
                </a:lnTo>
                <a:moveTo>
                  <a:pt x="2045253" y="765497"/>
                </a:moveTo>
                <a:lnTo>
                  <a:pt x="2067294" y="707396"/>
                </a:lnTo>
                <a:moveTo>
                  <a:pt x="2068861" y="655167"/>
                </a:moveTo>
                <a:lnTo>
                  <a:pt x="2067294" y="707396"/>
                </a:lnTo>
                <a:moveTo>
                  <a:pt x="1137683" y="726948"/>
                </a:moveTo>
                <a:lnTo>
                  <a:pt x="1125524" y="745057"/>
                </a:lnTo>
                <a:moveTo>
                  <a:pt x="687414" y="283291"/>
                </a:moveTo>
                <a:lnTo>
                  <a:pt x="685015" y="249620"/>
                </a:lnTo>
                <a:moveTo>
                  <a:pt x="2091331" y="441931"/>
                </a:moveTo>
                <a:lnTo>
                  <a:pt x="2067276" y="431735"/>
                </a:lnTo>
                <a:moveTo>
                  <a:pt x="2024581" y="770708"/>
                </a:moveTo>
                <a:lnTo>
                  <a:pt x="2045253" y="765497"/>
                </a:lnTo>
                <a:moveTo>
                  <a:pt x="687414" y="283291"/>
                </a:moveTo>
                <a:lnTo>
                  <a:pt x="622832" y="312483"/>
                </a:lnTo>
                <a:moveTo>
                  <a:pt x="2048339" y="660180"/>
                </a:moveTo>
                <a:lnTo>
                  <a:pt x="2068861" y="655167"/>
                </a:lnTo>
                <a:moveTo>
                  <a:pt x="2143555" y="393257"/>
                </a:moveTo>
                <a:lnTo>
                  <a:pt x="2091331" y="441931"/>
                </a:lnTo>
                <a:moveTo>
                  <a:pt x="1125524" y="745057"/>
                </a:moveTo>
                <a:lnTo>
                  <a:pt x="1076901" y="704583"/>
                </a:lnTo>
                <a:moveTo>
                  <a:pt x="1076901" y="704583"/>
                </a:moveTo>
                <a:lnTo>
                  <a:pt x="1015873" y="696480"/>
                </a:lnTo>
                <a:moveTo>
                  <a:pt x="707138" y="240233"/>
                </a:moveTo>
                <a:lnTo>
                  <a:pt x="687414" y="283291"/>
                </a:lnTo>
                <a:moveTo>
                  <a:pt x="1015873" y="696480"/>
                </a:moveTo>
                <a:lnTo>
                  <a:pt x="972022" y="659495"/>
                </a:lnTo>
                <a:moveTo>
                  <a:pt x="2091331" y="441931"/>
                </a:moveTo>
                <a:lnTo>
                  <a:pt x="2036700" y="437579"/>
                </a:lnTo>
                <a:moveTo>
                  <a:pt x="768354" y="225014"/>
                </a:moveTo>
                <a:lnTo>
                  <a:pt x="809845" y="245118"/>
                </a:lnTo>
                <a:moveTo>
                  <a:pt x="2000549" y="822062"/>
                </a:moveTo>
                <a:lnTo>
                  <a:pt x="2024581" y="770708"/>
                </a:lnTo>
                <a:moveTo>
                  <a:pt x="622832" y="312483"/>
                </a:moveTo>
                <a:lnTo>
                  <a:pt x="627649" y="365247"/>
                </a:lnTo>
                <a:moveTo>
                  <a:pt x="2025553" y="719033"/>
                </a:moveTo>
                <a:lnTo>
                  <a:pt x="2024581" y="770708"/>
                </a:lnTo>
                <a:moveTo>
                  <a:pt x="981945" y="926605"/>
                </a:moveTo>
                <a:lnTo>
                  <a:pt x="978424" y="974655"/>
                </a:lnTo>
                <a:moveTo>
                  <a:pt x="627649" y="365247"/>
                </a:moveTo>
                <a:lnTo>
                  <a:pt x="658863" y="423767"/>
                </a:lnTo>
                <a:moveTo>
                  <a:pt x="1469066" y="1039871"/>
                </a:moveTo>
                <a:lnTo>
                  <a:pt x="1489497" y="986438"/>
                </a:lnTo>
                <a:moveTo>
                  <a:pt x="768354" y="225014"/>
                </a:moveTo>
                <a:lnTo>
                  <a:pt x="707138" y="240233"/>
                </a:lnTo>
                <a:moveTo>
                  <a:pt x="2025553" y="719033"/>
                </a:moveTo>
                <a:lnTo>
                  <a:pt x="2048339" y="660180"/>
                </a:lnTo>
                <a:moveTo>
                  <a:pt x="2162978" y="382318"/>
                </a:moveTo>
                <a:lnTo>
                  <a:pt x="2143555" y="393257"/>
                </a:lnTo>
                <a:moveTo>
                  <a:pt x="1076901" y="704583"/>
                </a:moveTo>
                <a:lnTo>
                  <a:pt x="1092358" y="674276"/>
                </a:lnTo>
                <a:moveTo>
                  <a:pt x="972022" y="659495"/>
                </a:moveTo>
                <a:lnTo>
                  <a:pt x="988508" y="630165"/>
                </a:lnTo>
                <a:moveTo>
                  <a:pt x="627649" y="365247"/>
                </a:moveTo>
                <a:lnTo>
                  <a:pt x="562326" y="380345"/>
                </a:lnTo>
                <a:moveTo>
                  <a:pt x="786213" y="182178"/>
                </a:moveTo>
                <a:lnTo>
                  <a:pt x="768354" y="225014"/>
                </a:lnTo>
                <a:moveTo>
                  <a:pt x="1986643" y="803762"/>
                </a:moveTo>
                <a:lnTo>
                  <a:pt x="2000549" y="822062"/>
                </a:lnTo>
                <a:moveTo>
                  <a:pt x="1466205" y="1063373"/>
                </a:moveTo>
                <a:lnTo>
                  <a:pt x="1469066" y="1039871"/>
                </a:lnTo>
                <a:moveTo>
                  <a:pt x="2001450" y="741613"/>
                </a:moveTo>
                <a:lnTo>
                  <a:pt x="2025553" y="719033"/>
                </a:lnTo>
                <a:moveTo>
                  <a:pt x="1025138" y="924886"/>
                </a:moveTo>
                <a:lnTo>
                  <a:pt x="981945" y="926605"/>
                </a:lnTo>
                <a:moveTo>
                  <a:pt x="2183749" y="316803"/>
                </a:moveTo>
                <a:lnTo>
                  <a:pt x="2162978" y="382318"/>
                </a:lnTo>
                <a:moveTo>
                  <a:pt x="2162978" y="382318"/>
                </a:moveTo>
                <a:lnTo>
                  <a:pt x="2217140" y="426627"/>
                </a:lnTo>
                <a:moveTo>
                  <a:pt x="2217140" y="426627"/>
                </a:moveTo>
                <a:lnTo>
                  <a:pt x="2272234" y="415082"/>
                </a:lnTo>
                <a:moveTo>
                  <a:pt x="1092358" y="674276"/>
                </a:moveTo>
                <a:lnTo>
                  <a:pt x="1048615" y="637362"/>
                </a:lnTo>
                <a:moveTo>
                  <a:pt x="1048615" y="637362"/>
                </a:moveTo>
                <a:lnTo>
                  <a:pt x="988508" y="630165"/>
                </a:lnTo>
                <a:moveTo>
                  <a:pt x="988508" y="630165"/>
                </a:moveTo>
                <a:lnTo>
                  <a:pt x="944675" y="593145"/>
                </a:lnTo>
                <a:moveTo>
                  <a:pt x="1025138" y="924886"/>
                </a:moveTo>
                <a:lnTo>
                  <a:pt x="1083430" y="882839"/>
                </a:lnTo>
                <a:moveTo>
                  <a:pt x="735259" y="136671"/>
                </a:moveTo>
                <a:lnTo>
                  <a:pt x="786213" y="182178"/>
                </a:lnTo>
                <a:moveTo>
                  <a:pt x="2001450" y="741613"/>
                </a:moveTo>
                <a:lnTo>
                  <a:pt x="1986643" y="803762"/>
                </a:lnTo>
                <a:moveTo>
                  <a:pt x="1045460" y="989244"/>
                </a:moveTo>
                <a:lnTo>
                  <a:pt x="1025138" y="924886"/>
                </a:lnTo>
                <a:moveTo>
                  <a:pt x="786213" y="182178"/>
                </a:moveTo>
                <a:lnTo>
                  <a:pt x="801615" y="223242"/>
                </a:lnTo>
                <a:moveTo>
                  <a:pt x="1466205" y="1063373"/>
                </a:moveTo>
                <a:lnTo>
                  <a:pt x="1408669" y="1035932"/>
                </a:lnTo>
                <a:moveTo>
                  <a:pt x="1520550" y="1040891"/>
                </a:moveTo>
                <a:lnTo>
                  <a:pt x="1466205" y="1063373"/>
                </a:lnTo>
                <a:moveTo>
                  <a:pt x="1992389" y="703816"/>
                </a:moveTo>
                <a:lnTo>
                  <a:pt x="2001450" y="741613"/>
                </a:lnTo>
                <a:moveTo>
                  <a:pt x="1520550" y="1040891"/>
                </a:moveTo>
                <a:lnTo>
                  <a:pt x="1499384" y="1011040"/>
                </a:lnTo>
                <a:moveTo>
                  <a:pt x="1408669" y="1035932"/>
                </a:moveTo>
                <a:lnTo>
                  <a:pt x="1431042" y="1029944"/>
                </a:lnTo>
                <a:moveTo>
                  <a:pt x="801615" y="223242"/>
                </a:moveTo>
                <a:lnTo>
                  <a:pt x="833664" y="188206"/>
                </a:lnTo>
                <a:moveTo>
                  <a:pt x="2050241" y="699837"/>
                </a:moveTo>
                <a:lnTo>
                  <a:pt x="1992389" y="703816"/>
                </a:lnTo>
                <a:moveTo>
                  <a:pt x="833664" y="188206"/>
                </a:moveTo>
                <a:lnTo>
                  <a:pt x="842064" y="122802"/>
                </a:lnTo>
                <a:moveTo>
                  <a:pt x="1431042" y="1029944"/>
                </a:moveTo>
                <a:lnTo>
                  <a:pt x="1499384" y="1011040"/>
                </a:lnTo>
                <a:moveTo>
                  <a:pt x="1267214" y="1145712"/>
                </a:moveTo>
                <a:lnTo>
                  <a:pt x="1224604" y="1146373"/>
                </a:lnTo>
                <a:moveTo>
                  <a:pt x="2061406" y="759544"/>
                </a:moveTo>
                <a:lnTo>
                  <a:pt x="2050241" y="699837"/>
                </a:lnTo>
                <a:moveTo>
                  <a:pt x="842064" y="122802"/>
                </a:moveTo>
                <a:lnTo>
                  <a:pt x="871592" y="91218"/>
                </a:lnTo>
                <a:moveTo>
                  <a:pt x="833664" y="188206"/>
                </a:moveTo>
                <a:lnTo>
                  <a:pt x="856194" y="221166"/>
                </a:lnTo>
                <a:moveTo>
                  <a:pt x="2050241" y="699837"/>
                </a:moveTo>
                <a:lnTo>
                  <a:pt x="2039176" y="648030"/>
                </a:lnTo>
                <a:moveTo>
                  <a:pt x="1254314" y="1200548"/>
                </a:moveTo>
                <a:lnTo>
                  <a:pt x="1267214" y="1145712"/>
                </a:lnTo>
                <a:moveTo>
                  <a:pt x="871592" y="91218"/>
                </a:moveTo>
                <a:lnTo>
                  <a:pt x="893717" y="124810"/>
                </a:lnTo>
                <a:moveTo>
                  <a:pt x="2039176" y="648030"/>
                </a:moveTo>
                <a:lnTo>
                  <a:pt x="1999148" y="655606"/>
                </a:lnTo>
                <a:moveTo>
                  <a:pt x="856194" y="221166"/>
                </a:moveTo>
                <a:lnTo>
                  <a:pt x="886008" y="189680"/>
                </a:lnTo>
                <a:moveTo>
                  <a:pt x="886008" y="189680"/>
                </a:moveTo>
                <a:lnTo>
                  <a:pt x="893717" y="124810"/>
                </a:lnTo>
                <a:moveTo>
                  <a:pt x="1290995" y="1192293"/>
                </a:moveTo>
                <a:lnTo>
                  <a:pt x="1254314" y="1200548"/>
                </a:lnTo>
                <a:moveTo>
                  <a:pt x="1617232" y="607707"/>
                </a:moveTo>
                <a:lnTo>
                  <a:pt x="1673263" y="599309"/>
                </a:lnTo>
                <a:moveTo>
                  <a:pt x="1596554" y="668783"/>
                </a:moveTo>
                <a:lnTo>
                  <a:pt x="1617232" y="607707"/>
                </a:lnTo>
                <a:moveTo>
                  <a:pt x="1639909" y="721421"/>
                </a:moveTo>
                <a:lnTo>
                  <a:pt x="1596554" y="668783"/>
                </a:lnTo>
                <a:moveTo>
                  <a:pt x="1278576" y="1245364"/>
                </a:moveTo>
                <a:lnTo>
                  <a:pt x="1290995" y="1192293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691" name="9x0x_9_tuned_ExperimentalDensity">
            <a:extLst>
              <a:ext uri="{FF2B5EF4-FFF2-40B4-BE49-F238E27FC236}">
                <a16:creationId xmlns:a16="http://schemas.microsoft.com/office/drawing/2014/main" id="{80D289AB-FA2A-4E86-8B00-9D7FF70D0312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582" y="1136761"/>
                </a:moveTo>
                <a:lnTo>
                  <a:pt x="1284222" y="1087970"/>
                </a:lnTo>
                <a:moveTo>
                  <a:pt x="1286521" y="1176766"/>
                </a:moveTo>
                <a:lnTo>
                  <a:pt x="1308582" y="1136761"/>
                </a:lnTo>
                <a:moveTo>
                  <a:pt x="1256054" y="1165100"/>
                </a:moveTo>
                <a:lnTo>
                  <a:pt x="1308582" y="1136761"/>
                </a:lnTo>
                <a:moveTo>
                  <a:pt x="1306057" y="1180473"/>
                </a:moveTo>
                <a:lnTo>
                  <a:pt x="1308582" y="1136761"/>
                </a:lnTo>
                <a:moveTo>
                  <a:pt x="1247054" y="1109054"/>
                </a:moveTo>
                <a:lnTo>
                  <a:pt x="1284222" y="1087970"/>
                </a:lnTo>
                <a:moveTo>
                  <a:pt x="1331043" y="1133383"/>
                </a:moveTo>
                <a:lnTo>
                  <a:pt x="1308582" y="1136761"/>
                </a:lnTo>
                <a:moveTo>
                  <a:pt x="1286521" y="1176766"/>
                </a:moveTo>
                <a:lnTo>
                  <a:pt x="1256054" y="1165100"/>
                </a:lnTo>
                <a:moveTo>
                  <a:pt x="1331043" y="1133383"/>
                </a:moveTo>
                <a:lnTo>
                  <a:pt x="1284222" y="1087970"/>
                </a:lnTo>
                <a:moveTo>
                  <a:pt x="1399213" y="846812"/>
                </a:moveTo>
                <a:lnTo>
                  <a:pt x="1418920" y="801608"/>
                </a:lnTo>
                <a:moveTo>
                  <a:pt x="1286521" y="1176766"/>
                </a:moveTo>
                <a:lnTo>
                  <a:pt x="1306057" y="1180473"/>
                </a:lnTo>
                <a:moveTo>
                  <a:pt x="1333571" y="1132122"/>
                </a:moveTo>
                <a:lnTo>
                  <a:pt x="1284222" y="1087970"/>
                </a:lnTo>
                <a:moveTo>
                  <a:pt x="1304917" y="1076401"/>
                </a:moveTo>
                <a:lnTo>
                  <a:pt x="1284222" y="1087970"/>
                </a:lnTo>
                <a:moveTo>
                  <a:pt x="1249996" y="1160319"/>
                </a:moveTo>
                <a:lnTo>
                  <a:pt x="1256054" y="1165100"/>
                </a:lnTo>
                <a:moveTo>
                  <a:pt x="1247883" y="1196061"/>
                </a:moveTo>
                <a:lnTo>
                  <a:pt x="1286521" y="1176766"/>
                </a:lnTo>
                <a:moveTo>
                  <a:pt x="1249996" y="1160319"/>
                </a:moveTo>
                <a:lnTo>
                  <a:pt x="1247054" y="1109054"/>
                </a:lnTo>
                <a:moveTo>
                  <a:pt x="1473260" y="815075"/>
                </a:moveTo>
                <a:lnTo>
                  <a:pt x="1418920" y="801608"/>
                </a:lnTo>
                <a:moveTo>
                  <a:pt x="1399213" y="846812"/>
                </a:moveTo>
                <a:lnTo>
                  <a:pt x="1473260" y="815075"/>
                </a:lnTo>
                <a:moveTo>
                  <a:pt x="1247883" y="1196061"/>
                </a:moveTo>
                <a:lnTo>
                  <a:pt x="1256054" y="1165100"/>
                </a:lnTo>
                <a:moveTo>
                  <a:pt x="1235608" y="1101005"/>
                </a:moveTo>
                <a:lnTo>
                  <a:pt x="1247054" y="1109054"/>
                </a:lnTo>
                <a:moveTo>
                  <a:pt x="1418920" y="801608"/>
                </a:moveTo>
                <a:lnTo>
                  <a:pt x="1440983" y="771645"/>
                </a:lnTo>
                <a:moveTo>
                  <a:pt x="1306057" y="1180473"/>
                </a:moveTo>
                <a:lnTo>
                  <a:pt x="1331043" y="1133383"/>
                </a:lnTo>
                <a:moveTo>
                  <a:pt x="1901619" y="594673"/>
                </a:moveTo>
                <a:lnTo>
                  <a:pt x="1926270" y="547704"/>
                </a:lnTo>
                <a:moveTo>
                  <a:pt x="1247054" y="1109054"/>
                </a:moveTo>
                <a:lnTo>
                  <a:pt x="1258671" y="1054602"/>
                </a:lnTo>
                <a:moveTo>
                  <a:pt x="1247883" y="1196061"/>
                </a:moveTo>
                <a:lnTo>
                  <a:pt x="1249996" y="1160319"/>
                </a:lnTo>
                <a:moveTo>
                  <a:pt x="1306057" y="1180473"/>
                </a:moveTo>
                <a:lnTo>
                  <a:pt x="1333961" y="1132767"/>
                </a:lnTo>
                <a:moveTo>
                  <a:pt x="1248606" y="1205925"/>
                </a:moveTo>
                <a:lnTo>
                  <a:pt x="1286521" y="1176766"/>
                </a:lnTo>
                <a:moveTo>
                  <a:pt x="1247054" y="1109054"/>
                </a:moveTo>
                <a:lnTo>
                  <a:pt x="1304917" y="1076401"/>
                </a:lnTo>
                <a:moveTo>
                  <a:pt x="1458311" y="858283"/>
                </a:moveTo>
                <a:lnTo>
                  <a:pt x="1399213" y="846812"/>
                </a:lnTo>
                <a:moveTo>
                  <a:pt x="1473858" y="815219"/>
                </a:moveTo>
                <a:lnTo>
                  <a:pt x="1473260" y="815075"/>
                </a:lnTo>
                <a:moveTo>
                  <a:pt x="1365849" y="825496"/>
                </a:moveTo>
                <a:lnTo>
                  <a:pt x="1418920" y="801608"/>
                </a:lnTo>
                <a:moveTo>
                  <a:pt x="1365849" y="825496"/>
                </a:moveTo>
                <a:lnTo>
                  <a:pt x="1399213" y="846812"/>
                </a:lnTo>
                <a:moveTo>
                  <a:pt x="1473260" y="815075"/>
                </a:moveTo>
                <a:lnTo>
                  <a:pt x="1440983" y="771645"/>
                </a:lnTo>
                <a:moveTo>
                  <a:pt x="1473858" y="815219"/>
                </a:moveTo>
                <a:lnTo>
                  <a:pt x="1440983" y="771645"/>
                </a:lnTo>
                <a:moveTo>
                  <a:pt x="1901619" y="594673"/>
                </a:moveTo>
                <a:lnTo>
                  <a:pt x="1939124" y="548230"/>
                </a:lnTo>
                <a:moveTo>
                  <a:pt x="1333961" y="1132767"/>
                </a:moveTo>
                <a:lnTo>
                  <a:pt x="1331043" y="1133383"/>
                </a:lnTo>
                <a:moveTo>
                  <a:pt x="1331043" y="1133383"/>
                </a:moveTo>
                <a:lnTo>
                  <a:pt x="1333571" y="1132122"/>
                </a:lnTo>
                <a:moveTo>
                  <a:pt x="1346742" y="870486"/>
                </a:moveTo>
                <a:lnTo>
                  <a:pt x="1399213" y="846812"/>
                </a:lnTo>
                <a:moveTo>
                  <a:pt x="1407148" y="785304"/>
                </a:moveTo>
                <a:lnTo>
                  <a:pt x="1418920" y="801608"/>
                </a:lnTo>
                <a:moveTo>
                  <a:pt x="1324505" y="1178448"/>
                </a:moveTo>
                <a:lnTo>
                  <a:pt x="1306057" y="1180473"/>
                </a:lnTo>
                <a:moveTo>
                  <a:pt x="1235608" y="1101005"/>
                </a:moveTo>
                <a:lnTo>
                  <a:pt x="1258671" y="1054602"/>
                </a:lnTo>
                <a:moveTo>
                  <a:pt x="1473858" y="815219"/>
                </a:moveTo>
                <a:lnTo>
                  <a:pt x="1499874" y="767761"/>
                </a:lnTo>
                <a:moveTo>
                  <a:pt x="1333961" y="1132767"/>
                </a:moveTo>
                <a:lnTo>
                  <a:pt x="1333571" y="1132122"/>
                </a:lnTo>
                <a:moveTo>
                  <a:pt x="1893282" y="635816"/>
                </a:moveTo>
                <a:lnTo>
                  <a:pt x="1901619" y="594673"/>
                </a:lnTo>
                <a:moveTo>
                  <a:pt x="1458311" y="858283"/>
                </a:moveTo>
                <a:lnTo>
                  <a:pt x="1473260" y="815075"/>
                </a:lnTo>
                <a:moveTo>
                  <a:pt x="1945161" y="600888"/>
                </a:moveTo>
                <a:lnTo>
                  <a:pt x="1901619" y="594673"/>
                </a:lnTo>
                <a:moveTo>
                  <a:pt x="1333663" y="1132448"/>
                </a:moveTo>
                <a:lnTo>
                  <a:pt x="1333961" y="1132767"/>
                </a:lnTo>
                <a:moveTo>
                  <a:pt x="1333663" y="1132448"/>
                </a:moveTo>
                <a:lnTo>
                  <a:pt x="1333571" y="1132122"/>
                </a:lnTo>
                <a:moveTo>
                  <a:pt x="1460141" y="858283"/>
                </a:moveTo>
                <a:lnTo>
                  <a:pt x="1473260" y="815075"/>
                </a:lnTo>
                <a:moveTo>
                  <a:pt x="1460141" y="858283"/>
                </a:moveTo>
                <a:lnTo>
                  <a:pt x="1473858" y="815219"/>
                </a:lnTo>
                <a:moveTo>
                  <a:pt x="1313964" y="1190445"/>
                </a:moveTo>
                <a:lnTo>
                  <a:pt x="1306057" y="1180473"/>
                </a:lnTo>
                <a:moveTo>
                  <a:pt x="1939124" y="548230"/>
                </a:moveTo>
                <a:lnTo>
                  <a:pt x="1926270" y="547704"/>
                </a:lnTo>
                <a:moveTo>
                  <a:pt x="1304917" y="1076401"/>
                </a:moveTo>
                <a:lnTo>
                  <a:pt x="1333571" y="1132122"/>
                </a:lnTo>
                <a:moveTo>
                  <a:pt x="1926270" y="547704"/>
                </a:moveTo>
                <a:lnTo>
                  <a:pt x="1935023" y="538724"/>
                </a:lnTo>
                <a:moveTo>
                  <a:pt x="1473858" y="815219"/>
                </a:moveTo>
                <a:lnTo>
                  <a:pt x="1454132" y="750867"/>
                </a:lnTo>
                <a:moveTo>
                  <a:pt x="1248606" y="1205925"/>
                </a:moveTo>
                <a:lnTo>
                  <a:pt x="1247883" y="1196061"/>
                </a:lnTo>
                <a:moveTo>
                  <a:pt x="1304917" y="1076401"/>
                </a:moveTo>
                <a:lnTo>
                  <a:pt x="1258671" y="1054602"/>
                </a:lnTo>
                <a:moveTo>
                  <a:pt x="1385187" y="796661"/>
                </a:moveTo>
                <a:lnTo>
                  <a:pt x="1418920" y="801608"/>
                </a:lnTo>
                <a:moveTo>
                  <a:pt x="1869738" y="572828"/>
                </a:moveTo>
                <a:lnTo>
                  <a:pt x="1901619" y="594673"/>
                </a:lnTo>
                <a:moveTo>
                  <a:pt x="1292592" y="1064199"/>
                </a:moveTo>
                <a:lnTo>
                  <a:pt x="1258671" y="1054602"/>
                </a:lnTo>
                <a:moveTo>
                  <a:pt x="1473858" y="815219"/>
                </a:moveTo>
                <a:lnTo>
                  <a:pt x="1522477" y="771876"/>
                </a:lnTo>
                <a:moveTo>
                  <a:pt x="1920129" y="539676"/>
                </a:moveTo>
                <a:lnTo>
                  <a:pt x="1926270" y="547704"/>
                </a:lnTo>
                <a:moveTo>
                  <a:pt x="1324505" y="1178448"/>
                </a:moveTo>
                <a:lnTo>
                  <a:pt x="1333961" y="1132767"/>
                </a:lnTo>
                <a:moveTo>
                  <a:pt x="1304917" y="1076401"/>
                </a:moveTo>
                <a:lnTo>
                  <a:pt x="1292592" y="1064199"/>
                </a:lnTo>
                <a:moveTo>
                  <a:pt x="1278521" y="1207680"/>
                </a:moveTo>
                <a:lnTo>
                  <a:pt x="1286521" y="1176766"/>
                </a:lnTo>
                <a:moveTo>
                  <a:pt x="1454132" y="750867"/>
                </a:moveTo>
                <a:lnTo>
                  <a:pt x="1440983" y="771645"/>
                </a:lnTo>
                <a:moveTo>
                  <a:pt x="1324505" y="1178448"/>
                </a:moveTo>
                <a:lnTo>
                  <a:pt x="1333663" y="1132448"/>
                </a:lnTo>
                <a:moveTo>
                  <a:pt x="1403201" y="883553"/>
                </a:moveTo>
                <a:lnTo>
                  <a:pt x="1399213" y="846812"/>
                </a:lnTo>
                <a:moveTo>
                  <a:pt x="1460141" y="858283"/>
                </a:moveTo>
                <a:lnTo>
                  <a:pt x="1458311" y="858283"/>
                </a:lnTo>
                <a:moveTo>
                  <a:pt x="1499874" y="767761"/>
                </a:moveTo>
                <a:lnTo>
                  <a:pt x="1521081" y="724333"/>
                </a:lnTo>
                <a:moveTo>
                  <a:pt x="1939124" y="548230"/>
                </a:moveTo>
                <a:lnTo>
                  <a:pt x="1935023" y="538724"/>
                </a:lnTo>
                <a:moveTo>
                  <a:pt x="1258671" y="1054602"/>
                </a:moveTo>
                <a:lnTo>
                  <a:pt x="1268309" y="1044339"/>
                </a:lnTo>
                <a:moveTo>
                  <a:pt x="1077826" y="468098"/>
                </a:moveTo>
                <a:lnTo>
                  <a:pt x="1080334" y="475853"/>
                </a:lnTo>
                <a:moveTo>
                  <a:pt x="1454132" y="750867"/>
                </a:moveTo>
                <a:lnTo>
                  <a:pt x="1499874" y="767761"/>
                </a:lnTo>
                <a:moveTo>
                  <a:pt x="1499874" y="767761"/>
                </a:moveTo>
                <a:lnTo>
                  <a:pt x="1518127" y="719978"/>
                </a:lnTo>
                <a:moveTo>
                  <a:pt x="1083480" y="469666"/>
                </a:moveTo>
                <a:lnTo>
                  <a:pt x="1077826" y="468098"/>
                </a:lnTo>
                <a:moveTo>
                  <a:pt x="1083480" y="469666"/>
                </a:moveTo>
                <a:lnTo>
                  <a:pt x="1080334" y="475853"/>
                </a:lnTo>
                <a:moveTo>
                  <a:pt x="1499874" y="767761"/>
                </a:moveTo>
                <a:lnTo>
                  <a:pt x="1475176" y="705185"/>
                </a:lnTo>
                <a:moveTo>
                  <a:pt x="1869738" y="572828"/>
                </a:moveTo>
                <a:lnTo>
                  <a:pt x="1926270" y="547704"/>
                </a:lnTo>
                <a:moveTo>
                  <a:pt x="1407148" y="785304"/>
                </a:moveTo>
                <a:lnTo>
                  <a:pt x="1440983" y="771645"/>
                </a:lnTo>
                <a:moveTo>
                  <a:pt x="1093270" y="524991"/>
                </a:moveTo>
                <a:lnTo>
                  <a:pt x="1080334" y="475853"/>
                </a:lnTo>
                <a:moveTo>
                  <a:pt x="1278521" y="1207680"/>
                </a:moveTo>
                <a:lnTo>
                  <a:pt x="1306057" y="1180473"/>
                </a:lnTo>
                <a:moveTo>
                  <a:pt x="1077826" y="468098"/>
                </a:moveTo>
                <a:lnTo>
                  <a:pt x="1037217" y="452957"/>
                </a:lnTo>
                <a:moveTo>
                  <a:pt x="1064646" y="514558"/>
                </a:moveTo>
                <a:lnTo>
                  <a:pt x="1080334" y="475853"/>
                </a:lnTo>
                <a:moveTo>
                  <a:pt x="1080334" y="475853"/>
                </a:moveTo>
                <a:lnTo>
                  <a:pt x="1037217" y="452957"/>
                </a:lnTo>
                <a:moveTo>
                  <a:pt x="1521081" y="724333"/>
                </a:moveTo>
                <a:lnTo>
                  <a:pt x="1518127" y="719978"/>
                </a:lnTo>
                <a:moveTo>
                  <a:pt x="1945161" y="600888"/>
                </a:moveTo>
                <a:lnTo>
                  <a:pt x="1939124" y="548230"/>
                </a:lnTo>
                <a:moveTo>
                  <a:pt x="1292592" y="1064199"/>
                </a:moveTo>
                <a:lnTo>
                  <a:pt x="1268309" y="1044339"/>
                </a:lnTo>
                <a:moveTo>
                  <a:pt x="1454132" y="750867"/>
                </a:moveTo>
                <a:lnTo>
                  <a:pt x="1475176" y="705185"/>
                </a:lnTo>
                <a:moveTo>
                  <a:pt x="1518127" y="719978"/>
                </a:moveTo>
                <a:lnTo>
                  <a:pt x="1475176" y="705185"/>
                </a:lnTo>
                <a:moveTo>
                  <a:pt x="1522477" y="771876"/>
                </a:moveTo>
                <a:lnTo>
                  <a:pt x="1499874" y="767761"/>
                </a:lnTo>
                <a:moveTo>
                  <a:pt x="1093270" y="524991"/>
                </a:moveTo>
                <a:lnTo>
                  <a:pt x="1064646" y="514558"/>
                </a:lnTo>
                <a:moveTo>
                  <a:pt x="1509799" y="816106"/>
                </a:moveTo>
                <a:lnTo>
                  <a:pt x="1473858" y="815219"/>
                </a:lnTo>
                <a:moveTo>
                  <a:pt x="1920129" y="539676"/>
                </a:moveTo>
                <a:lnTo>
                  <a:pt x="1935023" y="538724"/>
                </a:lnTo>
                <a:moveTo>
                  <a:pt x="1323071" y="1174396"/>
                </a:moveTo>
                <a:lnTo>
                  <a:pt x="1333663" y="1132448"/>
                </a:lnTo>
                <a:moveTo>
                  <a:pt x="1241414" y="1141032"/>
                </a:moveTo>
                <a:lnTo>
                  <a:pt x="1247054" y="1109054"/>
                </a:lnTo>
                <a:moveTo>
                  <a:pt x="1856126" y="615855"/>
                </a:moveTo>
                <a:lnTo>
                  <a:pt x="1901619" y="594673"/>
                </a:lnTo>
                <a:moveTo>
                  <a:pt x="1220384" y="1035045"/>
                </a:moveTo>
                <a:lnTo>
                  <a:pt x="1258671" y="1054602"/>
                </a:lnTo>
                <a:moveTo>
                  <a:pt x="1200462" y="507899"/>
                </a:moveTo>
                <a:lnTo>
                  <a:pt x="1180679" y="501414"/>
                </a:lnTo>
                <a:moveTo>
                  <a:pt x="1077826" y="468098"/>
                </a:moveTo>
                <a:lnTo>
                  <a:pt x="1046222" y="436366"/>
                </a:lnTo>
                <a:moveTo>
                  <a:pt x="1114377" y="530028"/>
                </a:moveTo>
                <a:lnTo>
                  <a:pt x="1080334" y="475853"/>
                </a:lnTo>
                <a:moveTo>
                  <a:pt x="1064646" y="514558"/>
                </a:moveTo>
                <a:lnTo>
                  <a:pt x="1037217" y="452957"/>
                </a:lnTo>
                <a:moveTo>
                  <a:pt x="1203089" y="1079387"/>
                </a:moveTo>
                <a:lnTo>
                  <a:pt x="1235608" y="1101005"/>
                </a:lnTo>
                <a:moveTo>
                  <a:pt x="1521081" y="724333"/>
                </a:moveTo>
                <a:lnTo>
                  <a:pt x="1524728" y="720719"/>
                </a:lnTo>
                <a:moveTo>
                  <a:pt x="1114377" y="530028"/>
                </a:moveTo>
                <a:lnTo>
                  <a:pt x="1083480" y="469666"/>
                </a:lnTo>
                <a:moveTo>
                  <a:pt x="1083480" y="469666"/>
                </a:moveTo>
                <a:lnTo>
                  <a:pt x="1046222" y="436366"/>
                </a:lnTo>
                <a:moveTo>
                  <a:pt x="1524728" y="720719"/>
                </a:moveTo>
                <a:lnTo>
                  <a:pt x="1518127" y="719978"/>
                </a:lnTo>
                <a:moveTo>
                  <a:pt x="1093270" y="524991"/>
                </a:moveTo>
                <a:lnTo>
                  <a:pt x="1114377" y="530028"/>
                </a:lnTo>
                <a:moveTo>
                  <a:pt x="1893282" y="635816"/>
                </a:moveTo>
                <a:lnTo>
                  <a:pt x="1945161" y="600888"/>
                </a:lnTo>
                <a:moveTo>
                  <a:pt x="1346742" y="870486"/>
                </a:moveTo>
                <a:lnTo>
                  <a:pt x="1365849" y="825496"/>
                </a:lnTo>
                <a:moveTo>
                  <a:pt x="1522477" y="771876"/>
                </a:moveTo>
                <a:lnTo>
                  <a:pt x="1521081" y="724333"/>
                </a:lnTo>
                <a:moveTo>
                  <a:pt x="1180679" y="501414"/>
                </a:moveTo>
                <a:lnTo>
                  <a:pt x="1187554" y="488819"/>
                </a:lnTo>
                <a:moveTo>
                  <a:pt x="1936938" y="543893"/>
                </a:moveTo>
                <a:lnTo>
                  <a:pt x="1939124" y="548230"/>
                </a:lnTo>
                <a:moveTo>
                  <a:pt x="1884458" y="548179"/>
                </a:moveTo>
                <a:lnTo>
                  <a:pt x="1926270" y="547704"/>
                </a:lnTo>
                <a:moveTo>
                  <a:pt x="1229954" y="517047"/>
                </a:moveTo>
                <a:lnTo>
                  <a:pt x="1200462" y="507899"/>
                </a:lnTo>
                <a:moveTo>
                  <a:pt x="1936938" y="543893"/>
                </a:moveTo>
                <a:lnTo>
                  <a:pt x="1935023" y="538724"/>
                </a:lnTo>
                <a:moveTo>
                  <a:pt x="1200462" y="507899"/>
                </a:moveTo>
                <a:lnTo>
                  <a:pt x="1187554" y="488819"/>
                </a:lnTo>
                <a:moveTo>
                  <a:pt x="1407148" y="785304"/>
                </a:moveTo>
                <a:lnTo>
                  <a:pt x="1454132" y="750867"/>
                </a:lnTo>
                <a:moveTo>
                  <a:pt x="1313964" y="1190445"/>
                </a:moveTo>
                <a:lnTo>
                  <a:pt x="1324505" y="1178448"/>
                </a:lnTo>
                <a:moveTo>
                  <a:pt x="1114377" y="530028"/>
                </a:moveTo>
                <a:lnTo>
                  <a:pt x="1180679" y="501414"/>
                </a:lnTo>
                <a:moveTo>
                  <a:pt x="1037217" y="452957"/>
                </a:moveTo>
                <a:lnTo>
                  <a:pt x="1046222" y="436366"/>
                </a:lnTo>
                <a:moveTo>
                  <a:pt x="1518127" y="719978"/>
                </a:moveTo>
                <a:lnTo>
                  <a:pt x="1486926" y="684977"/>
                </a:lnTo>
                <a:moveTo>
                  <a:pt x="1229954" y="517047"/>
                </a:moveTo>
                <a:lnTo>
                  <a:pt x="1187554" y="488819"/>
                </a:lnTo>
                <a:moveTo>
                  <a:pt x="1241414" y="1141032"/>
                </a:moveTo>
                <a:lnTo>
                  <a:pt x="1249996" y="1160319"/>
                </a:lnTo>
                <a:moveTo>
                  <a:pt x="1258671" y="1054602"/>
                </a:moveTo>
                <a:lnTo>
                  <a:pt x="1228020" y="1023229"/>
                </a:lnTo>
                <a:moveTo>
                  <a:pt x="1475176" y="705185"/>
                </a:moveTo>
                <a:lnTo>
                  <a:pt x="1486926" y="684977"/>
                </a:lnTo>
                <a:moveTo>
                  <a:pt x="1066181" y="517952"/>
                </a:moveTo>
                <a:lnTo>
                  <a:pt x="1093270" y="524991"/>
                </a:lnTo>
                <a:moveTo>
                  <a:pt x="1203089" y="1079387"/>
                </a:moveTo>
                <a:lnTo>
                  <a:pt x="1258671" y="1054602"/>
                </a:lnTo>
                <a:moveTo>
                  <a:pt x="1066181" y="517952"/>
                </a:moveTo>
                <a:lnTo>
                  <a:pt x="1064646" y="514558"/>
                </a:lnTo>
                <a:moveTo>
                  <a:pt x="1323071" y="1174396"/>
                </a:moveTo>
                <a:lnTo>
                  <a:pt x="1324505" y="1178448"/>
                </a:lnTo>
                <a:moveTo>
                  <a:pt x="1253805" y="1196551"/>
                </a:moveTo>
                <a:lnTo>
                  <a:pt x="1249996" y="1160319"/>
                </a:lnTo>
                <a:moveTo>
                  <a:pt x="1920129" y="539676"/>
                </a:moveTo>
                <a:lnTo>
                  <a:pt x="1936938" y="543893"/>
                </a:lnTo>
                <a:moveTo>
                  <a:pt x="1083480" y="469666"/>
                </a:moveTo>
                <a:lnTo>
                  <a:pt x="1138941" y="483089"/>
                </a:lnTo>
                <a:moveTo>
                  <a:pt x="1256898" y="578821"/>
                </a:moveTo>
                <a:lnTo>
                  <a:pt x="1281242" y="531960"/>
                </a:lnTo>
                <a:moveTo>
                  <a:pt x="1033936" y="448334"/>
                </a:moveTo>
                <a:lnTo>
                  <a:pt x="1037217" y="452957"/>
                </a:lnTo>
                <a:moveTo>
                  <a:pt x="1241414" y="1141032"/>
                </a:moveTo>
                <a:lnTo>
                  <a:pt x="1235608" y="1101005"/>
                </a:lnTo>
                <a:moveTo>
                  <a:pt x="1229954" y="517047"/>
                </a:moveTo>
                <a:lnTo>
                  <a:pt x="1281242" y="531960"/>
                </a:lnTo>
                <a:moveTo>
                  <a:pt x="1237778" y="1135154"/>
                </a:moveTo>
                <a:lnTo>
                  <a:pt x="1235608" y="1101005"/>
                </a:lnTo>
                <a:moveTo>
                  <a:pt x="1138941" y="483089"/>
                </a:moveTo>
                <a:lnTo>
                  <a:pt x="1180679" y="501414"/>
                </a:lnTo>
                <a:moveTo>
                  <a:pt x="1460141" y="858283"/>
                </a:moveTo>
                <a:lnTo>
                  <a:pt x="1509799" y="816106"/>
                </a:lnTo>
                <a:moveTo>
                  <a:pt x="1050856" y="505893"/>
                </a:moveTo>
                <a:lnTo>
                  <a:pt x="1064646" y="514558"/>
                </a:lnTo>
                <a:moveTo>
                  <a:pt x="1050856" y="505893"/>
                </a:moveTo>
                <a:lnTo>
                  <a:pt x="1037217" y="452957"/>
                </a:lnTo>
                <a:moveTo>
                  <a:pt x="1174405" y="527930"/>
                </a:moveTo>
                <a:lnTo>
                  <a:pt x="1180679" y="501414"/>
                </a:lnTo>
                <a:moveTo>
                  <a:pt x="1256898" y="578821"/>
                </a:moveTo>
                <a:lnTo>
                  <a:pt x="1310061" y="593065"/>
                </a:lnTo>
                <a:moveTo>
                  <a:pt x="1174405" y="527930"/>
                </a:moveTo>
                <a:lnTo>
                  <a:pt x="1200462" y="507899"/>
                </a:lnTo>
                <a:moveTo>
                  <a:pt x="1323071" y="1174396"/>
                </a:moveTo>
                <a:lnTo>
                  <a:pt x="1313964" y="1190445"/>
                </a:lnTo>
                <a:moveTo>
                  <a:pt x="1253805" y="1196551"/>
                </a:moveTo>
                <a:lnTo>
                  <a:pt x="1247883" y="1196061"/>
                </a:lnTo>
                <a:moveTo>
                  <a:pt x="1034309" y="471803"/>
                </a:moveTo>
                <a:lnTo>
                  <a:pt x="1037217" y="452957"/>
                </a:lnTo>
                <a:moveTo>
                  <a:pt x="1403201" y="883553"/>
                </a:moveTo>
                <a:lnTo>
                  <a:pt x="1458311" y="858283"/>
                </a:lnTo>
                <a:moveTo>
                  <a:pt x="1365849" y="825496"/>
                </a:moveTo>
                <a:lnTo>
                  <a:pt x="1385187" y="796661"/>
                </a:lnTo>
                <a:moveTo>
                  <a:pt x="1033936" y="448334"/>
                </a:moveTo>
                <a:lnTo>
                  <a:pt x="1046222" y="436366"/>
                </a:lnTo>
                <a:moveTo>
                  <a:pt x="1403655" y="883610"/>
                </a:moveTo>
                <a:lnTo>
                  <a:pt x="1458311" y="858283"/>
                </a:lnTo>
                <a:moveTo>
                  <a:pt x="1174405" y="527930"/>
                </a:moveTo>
                <a:lnTo>
                  <a:pt x="1229954" y="517047"/>
                </a:lnTo>
                <a:moveTo>
                  <a:pt x="1114377" y="530028"/>
                </a:moveTo>
                <a:lnTo>
                  <a:pt x="1138941" y="483089"/>
                </a:lnTo>
                <a:moveTo>
                  <a:pt x="1228020" y="1023229"/>
                </a:moveTo>
                <a:lnTo>
                  <a:pt x="1268309" y="1044339"/>
                </a:lnTo>
                <a:moveTo>
                  <a:pt x="1180679" y="501414"/>
                </a:moveTo>
                <a:lnTo>
                  <a:pt x="1144929" y="474656"/>
                </a:lnTo>
                <a:moveTo>
                  <a:pt x="1114377" y="530028"/>
                </a:moveTo>
                <a:lnTo>
                  <a:pt x="1174405" y="527930"/>
                </a:lnTo>
                <a:moveTo>
                  <a:pt x="1918587" y="638860"/>
                </a:moveTo>
                <a:lnTo>
                  <a:pt x="1893282" y="635816"/>
                </a:lnTo>
                <a:moveTo>
                  <a:pt x="1918587" y="638860"/>
                </a:moveTo>
                <a:lnTo>
                  <a:pt x="1945161" y="600888"/>
                </a:lnTo>
                <a:moveTo>
                  <a:pt x="1278521" y="1207680"/>
                </a:moveTo>
                <a:lnTo>
                  <a:pt x="1248606" y="1205925"/>
                </a:lnTo>
                <a:moveTo>
                  <a:pt x="1306742" y="851540"/>
                </a:moveTo>
                <a:lnTo>
                  <a:pt x="1365849" y="825496"/>
                </a:lnTo>
                <a:moveTo>
                  <a:pt x="1309008" y="600398"/>
                </a:moveTo>
                <a:lnTo>
                  <a:pt x="1256898" y="578821"/>
                </a:lnTo>
                <a:moveTo>
                  <a:pt x="1385187" y="796661"/>
                </a:moveTo>
                <a:lnTo>
                  <a:pt x="1407148" y="785304"/>
                </a:lnTo>
                <a:moveTo>
                  <a:pt x="1509799" y="816106"/>
                </a:moveTo>
                <a:lnTo>
                  <a:pt x="1522477" y="771876"/>
                </a:lnTo>
                <a:moveTo>
                  <a:pt x="1066181" y="517952"/>
                </a:moveTo>
                <a:lnTo>
                  <a:pt x="1050856" y="505893"/>
                </a:lnTo>
                <a:moveTo>
                  <a:pt x="1884458" y="548179"/>
                </a:moveTo>
                <a:lnTo>
                  <a:pt x="1920129" y="539676"/>
                </a:lnTo>
                <a:moveTo>
                  <a:pt x="1144929" y="474656"/>
                </a:moveTo>
                <a:lnTo>
                  <a:pt x="1187554" y="488819"/>
                </a:lnTo>
                <a:moveTo>
                  <a:pt x="1451185" y="689834"/>
                </a:moveTo>
                <a:lnTo>
                  <a:pt x="1475176" y="705185"/>
                </a:lnTo>
                <a:moveTo>
                  <a:pt x="1301420" y="537938"/>
                </a:moveTo>
                <a:lnTo>
                  <a:pt x="1281242" y="531960"/>
                </a:lnTo>
                <a:moveTo>
                  <a:pt x="1306742" y="851540"/>
                </a:moveTo>
                <a:lnTo>
                  <a:pt x="1346742" y="870486"/>
                </a:lnTo>
                <a:moveTo>
                  <a:pt x="1310061" y="593065"/>
                </a:moveTo>
                <a:lnTo>
                  <a:pt x="1281242" y="531960"/>
                </a:lnTo>
                <a:moveTo>
                  <a:pt x="1453190" y="641640"/>
                </a:moveTo>
                <a:lnTo>
                  <a:pt x="1456025" y="635938"/>
                </a:lnTo>
                <a:moveTo>
                  <a:pt x="1458344" y="643118"/>
                </a:moveTo>
                <a:lnTo>
                  <a:pt x="1453190" y="641640"/>
                </a:lnTo>
                <a:moveTo>
                  <a:pt x="1346742" y="870486"/>
                </a:moveTo>
                <a:lnTo>
                  <a:pt x="1403201" y="883553"/>
                </a:lnTo>
                <a:moveTo>
                  <a:pt x="1458344" y="643118"/>
                </a:moveTo>
                <a:lnTo>
                  <a:pt x="1456025" y="635938"/>
                </a:lnTo>
                <a:moveTo>
                  <a:pt x="1310061" y="593065"/>
                </a:moveTo>
                <a:lnTo>
                  <a:pt x="1301420" y="537938"/>
                </a:lnTo>
                <a:moveTo>
                  <a:pt x="1856126" y="615855"/>
                </a:moveTo>
                <a:lnTo>
                  <a:pt x="1893282" y="635816"/>
                </a:lnTo>
                <a:moveTo>
                  <a:pt x="1281242" y="531960"/>
                </a:moveTo>
                <a:lnTo>
                  <a:pt x="1288047" y="521795"/>
                </a:lnTo>
                <a:moveTo>
                  <a:pt x="1219632" y="558898"/>
                </a:moveTo>
                <a:lnTo>
                  <a:pt x="1256898" y="578821"/>
                </a:lnTo>
                <a:moveTo>
                  <a:pt x="1034309" y="471803"/>
                </a:moveTo>
                <a:lnTo>
                  <a:pt x="1033936" y="448334"/>
                </a:lnTo>
                <a:moveTo>
                  <a:pt x="1314341" y="584535"/>
                </a:moveTo>
                <a:lnTo>
                  <a:pt x="1301420" y="537938"/>
                </a:lnTo>
                <a:moveTo>
                  <a:pt x="1220384" y="1035045"/>
                </a:moveTo>
                <a:lnTo>
                  <a:pt x="1228020" y="1023229"/>
                </a:lnTo>
                <a:moveTo>
                  <a:pt x="1505154" y="656313"/>
                </a:moveTo>
                <a:lnTo>
                  <a:pt x="1486926" y="684977"/>
                </a:lnTo>
                <a:moveTo>
                  <a:pt x="1310061" y="593065"/>
                </a:moveTo>
                <a:lnTo>
                  <a:pt x="1314341" y="584535"/>
                </a:lnTo>
                <a:moveTo>
                  <a:pt x="1219632" y="558898"/>
                </a:moveTo>
                <a:lnTo>
                  <a:pt x="1229954" y="517047"/>
                </a:lnTo>
                <a:moveTo>
                  <a:pt x="1203089" y="1079387"/>
                </a:moveTo>
                <a:lnTo>
                  <a:pt x="1220384" y="1035045"/>
                </a:lnTo>
                <a:moveTo>
                  <a:pt x="1229954" y="517047"/>
                </a:moveTo>
                <a:lnTo>
                  <a:pt x="1253181" y="484551"/>
                </a:lnTo>
                <a:moveTo>
                  <a:pt x="1253181" y="484551"/>
                </a:moveTo>
                <a:lnTo>
                  <a:pt x="1187554" y="488819"/>
                </a:lnTo>
                <a:moveTo>
                  <a:pt x="1315749" y="594330"/>
                </a:moveTo>
                <a:lnTo>
                  <a:pt x="1310061" y="593065"/>
                </a:lnTo>
                <a:moveTo>
                  <a:pt x="1050856" y="505893"/>
                </a:moveTo>
                <a:lnTo>
                  <a:pt x="1034309" y="471803"/>
                </a:lnTo>
                <a:moveTo>
                  <a:pt x="1278521" y="1207680"/>
                </a:moveTo>
                <a:lnTo>
                  <a:pt x="1313964" y="1190445"/>
                </a:lnTo>
                <a:moveTo>
                  <a:pt x="1282634" y="898316"/>
                </a:moveTo>
                <a:lnTo>
                  <a:pt x="1294775" y="874653"/>
                </a:lnTo>
                <a:moveTo>
                  <a:pt x="1083480" y="469666"/>
                </a:moveTo>
                <a:lnTo>
                  <a:pt x="1106544" y="447879"/>
                </a:lnTo>
                <a:moveTo>
                  <a:pt x="1156101" y="537862"/>
                </a:moveTo>
                <a:lnTo>
                  <a:pt x="1114377" y="530028"/>
                </a:lnTo>
                <a:moveTo>
                  <a:pt x="1301420" y="537938"/>
                </a:moveTo>
                <a:lnTo>
                  <a:pt x="1288047" y="521795"/>
                </a:lnTo>
                <a:moveTo>
                  <a:pt x="1259558" y="1211322"/>
                </a:moveTo>
                <a:lnTo>
                  <a:pt x="1248606" y="1205925"/>
                </a:lnTo>
                <a:moveTo>
                  <a:pt x="1253805" y="1196551"/>
                </a:moveTo>
                <a:lnTo>
                  <a:pt x="1248606" y="1205925"/>
                </a:lnTo>
                <a:moveTo>
                  <a:pt x="1869738" y="572828"/>
                </a:moveTo>
                <a:lnTo>
                  <a:pt x="1884458" y="548179"/>
                </a:lnTo>
                <a:moveTo>
                  <a:pt x="1487540" y="856022"/>
                </a:moveTo>
                <a:lnTo>
                  <a:pt x="1460141" y="858283"/>
                </a:lnTo>
                <a:moveTo>
                  <a:pt x="1450110" y="653534"/>
                </a:moveTo>
                <a:lnTo>
                  <a:pt x="1453190" y="641640"/>
                </a:lnTo>
                <a:moveTo>
                  <a:pt x="1451185" y="689834"/>
                </a:moveTo>
                <a:lnTo>
                  <a:pt x="1486926" y="684977"/>
                </a:lnTo>
                <a:moveTo>
                  <a:pt x="1315749" y="594330"/>
                </a:moveTo>
                <a:lnTo>
                  <a:pt x="1314341" y="584535"/>
                </a:lnTo>
                <a:moveTo>
                  <a:pt x="1898296" y="647970"/>
                </a:moveTo>
                <a:lnTo>
                  <a:pt x="1893282" y="635816"/>
                </a:lnTo>
                <a:moveTo>
                  <a:pt x="1450110" y="653534"/>
                </a:moveTo>
                <a:lnTo>
                  <a:pt x="1458344" y="643118"/>
                </a:lnTo>
                <a:moveTo>
                  <a:pt x="1358019" y="813121"/>
                </a:moveTo>
                <a:lnTo>
                  <a:pt x="1365849" y="825496"/>
                </a:lnTo>
                <a:moveTo>
                  <a:pt x="1310557" y="1107468"/>
                </a:moveTo>
                <a:lnTo>
                  <a:pt x="1333571" y="1132122"/>
                </a:lnTo>
                <a:moveTo>
                  <a:pt x="1310557" y="1107468"/>
                </a:moveTo>
                <a:lnTo>
                  <a:pt x="1333663" y="1132448"/>
                </a:lnTo>
                <a:moveTo>
                  <a:pt x="1309008" y="600398"/>
                </a:moveTo>
                <a:lnTo>
                  <a:pt x="1310061" y="593065"/>
                </a:lnTo>
                <a:moveTo>
                  <a:pt x="1409325" y="624075"/>
                </a:moveTo>
                <a:lnTo>
                  <a:pt x="1453190" y="641640"/>
                </a:lnTo>
                <a:moveTo>
                  <a:pt x="1138941" y="483089"/>
                </a:moveTo>
                <a:lnTo>
                  <a:pt x="1144929" y="474656"/>
                </a:lnTo>
                <a:moveTo>
                  <a:pt x="1440832" y="735111"/>
                </a:moveTo>
                <a:lnTo>
                  <a:pt x="1454132" y="750867"/>
                </a:lnTo>
                <a:moveTo>
                  <a:pt x="1518127" y="719978"/>
                </a:moveTo>
                <a:lnTo>
                  <a:pt x="1546637" y="698306"/>
                </a:lnTo>
                <a:moveTo>
                  <a:pt x="1453190" y="641640"/>
                </a:moveTo>
                <a:lnTo>
                  <a:pt x="1421776" y="596862"/>
                </a:lnTo>
                <a:moveTo>
                  <a:pt x="1458344" y="643118"/>
                </a:moveTo>
                <a:lnTo>
                  <a:pt x="1505154" y="656313"/>
                </a:lnTo>
                <a:moveTo>
                  <a:pt x="1290885" y="1152659"/>
                </a:moveTo>
                <a:lnTo>
                  <a:pt x="1333663" y="1132448"/>
                </a:lnTo>
                <a:moveTo>
                  <a:pt x="1278521" y="1207680"/>
                </a:moveTo>
                <a:lnTo>
                  <a:pt x="1323071" y="1174396"/>
                </a:lnTo>
                <a:moveTo>
                  <a:pt x="1421776" y="596862"/>
                </a:moveTo>
                <a:lnTo>
                  <a:pt x="1456025" y="635938"/>
                </a:lnTo>
                <a:moveTo>
                  <a:pt x="1126150" y="530514"/>
                </a:moveTo>
                <a:lnTo>
                  <a:pt x="1093270" y="524991"/>
                </a:lnTo>
                <a:moveTo>
                  <a:pt x="1440832" y="735111"/>
                </a:moveTo>
                <a:lnTo>
                  <a:pt x="1475176" y="705185"/>
                </a:lnTo>
                <a:moveTo>
                  <a:pt x="1309008" y="600398"/>
                </a:moveTo>
                <a:lnTo>
                  <a:pt x="1315749" y="594330"/>
                </a:lnTo>
                <a:moveTo>
                  <a:pt x="1473706" y="865252"/>
                </a:moveTo>
                <a:lnTo>
                  <a:pt x="1458311" y="858283"/>
                </a:lnTo>
                <a:moveTo>
                  <a:pt x="1178625" y="1016728"/>
                </a:moveTo>
                <a:lnTo>
                  <a:pt x="1220384" y="1035045"/>
                </a:lnTo>
                <a:moveTo>
                  <a:pt x="1310557" y="1107468"/>
                </a:moveTo>
                <a:lnTo>
                  <a:pt x="1304917" y="1076401"/>
                </a:lnTo>
                <a:moveTo>
                  <a:pt x="1856126" y="615855"/>
                </a:moveTo>
                <a:lnTo>
                  <a:pt x="1869738" y="572828"/>
                </a:lnTo>
                <a:moveTo>
                  <a:pt x="1547448" y="717759"/>
                </a:moveTo>
                <a:lnTo>
                  <a:pt x="1521081" y="724333"/>
                </a:lnTo>
                <a:moveTo>
                  <a:pt x="1302848" y="1053395"/>
                </a:moveTo>
                <a:lnTo>
                  <a:pt x="1292592" y="1064199"/>
                </a:lnTo>
                <a:moveTo>
                  <a:pt x="1219632" y="558898"/>
                </a:moveTo>
                <a:lnTo>
                  <a:pt x="1281242" y="531960"/>
                </a:lnTo>
                <a:moveTo>
                  <a:pt x="1281242" y="531960"/>
                </a:moveTo>
                <a:lnTo>
                  <a:pt x="1253181" y="484551"/>
                </a:lnTo>
                <a:moveTo>
                  <a:pt x="1106544" y="447879"/>
                </a:moveTo>
                <a:lnTo>
                  <a:pt x="1046222" y="436366"/>
                </a:lnTo>
                <a:moveTo>
                  <a:pt x="1294775" y="874653"/>
                </a:moveTo>
                <a:lnTo>
                  <a:pt x="1306742" y="851540"/>
                </a:lnTo>
                <a:moveTo>
                  <a:pt x="1473706" y="865252"/>
                </a:moveTo>
                <a:lnTo>
                  <a:pt x="1460141" y="858283"/>
                </a:lnTo>
                <a:moveTo>
                  <a:pt x="1309521" y="1106339"/>
                </a:moveTo>
                <a:lnTo>
                  <a:pt x="1304917" y="1076401"/>
                </a:lnTo>
                <a:moveTo>
                  <a:pt x="1524728" y="720719"/>
                </a:moveTo>
                <a:lnTo>
                  <a:pt x="1546637" y="698306"/>
                </a:lnTo>
                <a:moveTo>
                  <a:pt x="1450110" y="653534"/>
                </a:moveTo>
                <a:lnTo>
                  <a:pt x="1505154" y="656313"/>
                </a:lnTo>
                <a:moveTo>
                  <a:pt x="1450110" y="653534"/>
                </a:moveTo>
                <a:lnTo>
                  <a:pt x="1409325" y="624075"/>
                </a:lnTo>
                <a:moveTo>
                  <a:pt x="1156101" y="537862"/>
                </a:moveTo>
                <a:lnTo>
                  <a:pt x="1174405" y="527930"/>
                </a:lnTo>
                <a:moveTo>
                  <a:pt x="1538105" y="663613"/>
                </a:moveTo>
                <a:lnTo>
                  <a:pt x="1486926" y="684977"/>
                </a:lnTo>
                <a:moveTo>
                  <a:pt x="1407148" y="785304"/>
                </a:moveTo>
                <a:lnTo>
                  <a:pt x="1440832" y="735111"/>
                </a:lnTo>
                <a:moveTo>
                  <a:pt x="1456025" y="635938"/>
                </a:moveTo>
                <a:lnTo>
                  <a:pt x="1480824" y="593605"/>
                </a:lnTo>
                <a:moveTo>
                  <a:pt x="1273821" y="890507"/>
                </a:moveTo>
                <a:lnTo>
                  <a:pt x="1282634" y="898316"/>
                </a:lnTo>
                <a:moveTo>
                  <a:pt x="1262960" y="596418"/>
                </a:moveTo>
                <a:lnTo>
                  <a:pt x="1256898" y="578821"/>
                </a:lnTo>
                <a:moveTo>
                  <a:pt x="1547448" y="717759"/>
                </a:moveTo>
                <a:lnTo>
                  <a:pt x="1524728" y="720719"/>
                </a:lnTo>
                <a:moveTo>
                  <a:pt x="1126150" y="530514"/>
                </a:moveTo>
                <a:lnTo>
                  <a:pt x="1114377" y="530028"/>
                </a:lnTo>
                <a:moveTo>
                  <a:pt x="1309521" y="1106339"/>
                </a:moveTo>
                <a:lnTo>
                  <a:pt x="1292592" y="1064199"/>
                </a:lnTo>
                <a:moveTo>
                  <a:pt x="1546637" y="698306"/>
                </a:moveTo>
                <a:lnTo>
                  <a:pt x="1486926" y="684977"/>
                </a:lnTo>
                <a:moveTo>
                  <a:pt x="1220384" y="1035045"/>
                </a:moveTo>
                <a:lnTo>
                  <a:pt x="1187947" y="1001472"/>
                </a:lnTo>
                <a:moveTo>
                  <a:pt x="1253181" y="484551"/>
                </a:moveTo>
                <a:lnTo>
                  <a:pt x="1288047" y="521795"/>
                </a:lnTo>
                <a:moveTo>
                  <a:pt x="1522477" y="771876"/>
                </a:moveTo>
                <a:lnTo>
                  <a:pt x="1547448" y="717759"/>
                </a:lnTo>
                <a:moveTo>
                  <a:pt x="1293284" y="1020039"/>
                </a:moveTo>
                <a:lnTo>
                  <a:pt x="1268309" y="1044339"/>
                </a:lnTo>
                <a:moveTo>
                  <a:pt x="1409325" y="624075"/>
                </a:moveTo>
                <a:lnTo>
                  <a:pt x="1421776" y="596862"/>
                </a:lnTo>
                <a:moveTo>
                  <a:pt x="1270074" y="940967"/>
                </a:moveTo>
                <a:lnTo>
                  <a:pt x="1282634" y="898316"/>
                </a:lnTo>
                <a:moveTo>
                  <a:pt x="1302848" y="1053395"/>
                </a:moveTo>
                <a:lnTo>
                  <a:pt x="1268309" y="1044339"/>
                </a:lnTo>
                <a:moveTo>
                  <a:pt x="1843259" y="658616"/>
                </a:moveTo>
                <a:lnTo>
                  <a:pt x="1893282" y="635816"/>
                </a:lnTo>
                <a:moveTo>
                  <a:pt x="1856474" y="560952"/>
                </a:moveTo>
                <a:lnTo>
                  <a:pt x="1869738" y="572828"/>
                </a:lnTo>
                <a:moveTo>
                  <a:pt x="1330495" y="818390"/>
                </a:moveTo>
                <a:lnTo>
                  <a:pt x="1365849" y="825496"/>
                </a:lnTo>
                <a:moveTo>
                  <a:pt x="1451185" y="689834"/>
                </a:moveTo>
                <a:lnTo>
                  <a:pt x="1505154" y="656313"/>
                </a:lnTo>
                <a:moveTo>
                  <a:pt x="1403655" y="883610"/>
                </a:moveTo>
                <a:lnTo>
                  <a:pt x="1403201" y="883553"/>
                </a:lnTo>
                <a:moveTo>
                  <a:pt x="1403262" y="883849"/>
                </a:moveTo>
                <a:lnTo>
                  <a:pt x="1403201" y="883553"/>
                </a:lnTo>
                <a:moveTo>
                  <a:pt x="1273821" y="890507"/>
                </a:moveTo>
                <a:lnTo>
                  <a:pt x="1294775" y="874653"/>
                </a:lnTo>
                <a:moveTo>
                  <a:pt x="1211300" y="468174"/>
                </a:moveTo>
                <a:lnTo>
                  <a:pt x="1187554" y="488819"/>
                </a:lnTo>
                <a:moveTo>
                  <a:pt x="1403262" y="883849"/>
                </a:moveTo>
                <a:lnTo>
                  <a:pt x="1403655" y="883610"/>
                </a:lnTo>
                <a:moveTo>
                  <a:pt x="1338875" y="544608"/>
                </a:moveTo>
                <a:lnTo>
                  <a:pt x="1301420" y="537938"/>
                </a:lnTo>
                <a:moveTo>
                  <a:pt x="1072968" y="406799"/>
                </a:moveTo>
                <a:lnTo>
                  <a:pt x="1046222" y="436366"/>
                </a:lnTo>
                <a:moveTo>
                  <a:pt x="1126150" y="530514"/>
                </a:moveTo>
                <a:lnTo>
                  <a:pt x="1066181" y="517952"/>
                </a:lnTo>
                <a:moveTo>
                  <a:pt x="1138941" y="483089"/>
                </a:moveTo>
                <a:lnTo>
                  <a:pt x="1106544" y="447879"/>
                </a:lnTo>
                <a:moveTo>
                  <a:pt x="1314341" y="584535"/>
                </a:moveTo>
                <a:lnTo>
                  <a:pt x="1338875" y="544608"/>
                </a:lnTo>
                <a:moveTo>
                  <a:pt x="1943490" y="584713"/>
                </a:moveTo>
                <a:lnTo>
                  <a:pt x="1939124" y="548230"/>
                </a:lnTo>
                <a:moveTo>
                  <a:pt x="1228020" y="1023229"/>
                </a:moveTo>
                <a:lnTo>
                  <a:pt x="1249770" y="986384"/>
                </a:lnTo>
                <a:moveTo>
                  <a:pt x="1187947" y="1001472"/>
                </a:moveTo>
                <a:lnTo>
                  <a:pt x="1228020" y="1023229"/>
                </a:lnTo>
                <a:moveTo>
                  <a:pt x="1237778" y="1135154"/>
                </a:moveTo>
                <a:lnTo>
                  <a:pt x="1203089" y="1079387"/>
                </a:lnTo>
                <a:moveTo>
                  <a:pt x="1358019" y="813121"/>
                </a:moveTo>
                <a:lnTo>
                  <a:pt x="1385187" y="796661"/>
                </a:lnTo>
                <a:moveTo>
                  <a:pt x="1898296" y="647970"/>
                </a:moveTo>
                <a:lnTo>
                  <a:pt x="1918587" y="638860"/>
                </a:lnTo>
                <a:moveTo>
                  <a:pt x="1338875" y="544608"/>
                </a:moveTo>
                <a:lnTo>
                  <a:pt x="1288047" y="521795"/>
                </a:lnTo>
                <a:moveTo>
                  <a:pt x="1273821" y="890507"/>
                </a:moveTo>
                <a:lnTo>
                  <a:pt x="1306742" y="851540"/>
                </a:lnTo>
                <a:moveTo>
                  <a:pt x="1421776" y="596862"/>
                </a:moveTo>
                <a:lnTo>
                  <a:pt x="1480824" y="593605"/>
                </a:lnTo>
                <a:moveTo>
                  <a:pt x="1267993" y="1199001"/>
                </a:moveTo>
                <a:lnTo>
                  <a:pt x="1323071" y="1174396"/>
                </a:lnTo>
                <a:moveTo>
                  <a:pt x="1487540" y="856022"/>
                </a:moveTo>
                <a:lnTo>
                  <a:pt x="1509799" y="816106"/>
                </a:lnTo>
                <a:moveTo>
                  <a:pt x="1502852" y="597799"/>
                </a:moveTo>
                <a:lnTo>
                  <a:pt x="1456025" y="635938"/>
                </a:lnTo>
                <a:moveTo>
                  <a:pt x="1165422" y="1059609"/>
                </a:moveTo>
                <a:lnTo>
                  <a:pt x="1220384" y="1035045"/>
                </a:lnTo>
                <a:moveTo>
                  <a:pt x="1106544" y="447879"/>
                </a:moveTo>
                <a:lnTo>
                  <a:pt x="1144929" y="474656"/>
                </a:lnTo>
                <a:moveTo>
                  <a:pt x="1264590" y="936289"/>
                </a:moveTo>
                <a:lnTo>
                  <a:pt x="1282634" y="898316"/>
                </a:lnTo>
                <a:moveTo>
                  <a:pt x="1407773" y="638514"/>
                </a:moveTo>
                <a:lnTo>
                  <a:pt x="1450110" y="653534"/>
                </a:lnTo>
                <a:moveTo>
                  <a:pt x="1541609" y="765069"/>
                </a:moveTo>
                <a:lnTo>
                  <a:pt x="1522477" y="771876"/>
                </a:lnTo>
                <a:moveTo>
                  <a:pt x="1033936" y="448334"/>
                </a:moveTo>
                <a:lnTo>
                  <a:pt x="1072968" y="406799"/>
                </a:lnTo>
                <a:moveTo>
                  <a:pt x="1941828" y="568472"/>
                </a:moveTo>
                <a:lnTo>
                  <a:pt x="1920129" y="539676"/>
                </a:lnTo>
                <a:moveTo>
                  <a:pt x="1379169" y="582644"/>
                </a:moveTo>
                <a:lnTo>
                  <a:pt x="1314341" y="584535"/>
                </a:lnTo>
                <a:moveTo>
                  <a:pt x="1368097" y="552541"/>
                </a:moveTo>
                <a:lnTo>
                  <a:pt x="1314341" y="584535"/>
                </a:lnTo>
                <a:moveTo>
                  <a:pt x="1943490" y="584713"/>
                </a:moveTo>
                <a:lnTo>
                  <a:pt x="1945161" y="600888"/>
                </a:lnTo>
                <a:moveTo>
                  <a:pt x="1315749" y="594330"/>
                </a:moveTo>
                <a:lnTo>
                  <a:pt x="1368727" y="605343"/>
                </a:lnTo>
                <a:moveTo>
                  <a:pt x="1315749" y="594330"/>
                </a:moveTo>
                <a:lnTo>
                  <a:pt x="1379169" y="582644"/>
                </a:lnTo>
                <a:moveTo>
                  <a:pt x="1856474" y="560952"/>
                </a:moveTo>
                <a:lnTo>
                  <a:pt x="1884458" y="548179"/>
                </a:lnTo>
                <a:moveTo>
                  <a:pt x="1148159" y="479796"/>
                </a:moveTo>
                <a:lnTo>
                  <a:pt x="1144929" y="474656"/>
                </a:lnTo>
                <a:moveTo>
                  <a:pt x="1434879" y="576783"/>
                </a:moveTo>
                <a:lnTo>
                  <a:pt x="1421776" y="596862"/>
                </a:lnTo>
                <a:moveTo>
                  <a:pt x="1538105" y="663613"/>
                </a:moveTo>
                <a:lnTo>
                  <a:pt x="1505154" y="656313"/>
                </a:lnTo>
                <a:moveTo>
                  <a:pt x="1407773" y="638514"/>
                </a:moveTo>
                <a:lnTo>
                  <a:pt x="1409325" y="624075"/>
                </a:lnTo>
                <a:moveTo>
                  <a:pt x="1178625" y="1016728"/>
                </a:moveTo>
                <a:lnTo>
                  <a:pt x="1187947" y="1001472"/>
                </a:lnTo>
                <a:moveTo>
                  <a:pt x="1290885" y="1152659"/>
                </a:moveTo>
                <a:lnTo>
                  <a:pt x="1323071" y="1174396"/>
                </a:lnTo>
                <a:moveTo>
                  <a:pt x="1204425" y="1093412"/>
                </a:moveTo>
                <a:lnTo>
                  <a:pt x="1203089" y="1079387"/>
                </a:lnTo>
                <a:moveTo>
                  <a:pt x="1259558" y="1211322"/>
                </a:moveTo>
                <a:lnTo>
                  <a:pt x="1278521" y="1207680"/>
                </a:lnTo>
                <a:moveTo>
                  <a:pt x="1285791" y="995775"/>
                </a:moveTo>
                <a:lnTo>
                  <a:pt x="1228020" y="1023229"/>
                </a:lnTo>
                <a:moveTo>
                  <a:pt x="1212231" y="547715"/>
                </a:moveTo>
                <a:lnTo>
                  <a:pt x="1229954" y="517047"/>
                </a:lnTo>
                <a:moveTo>
                  <a:pt x="1417318" y="774462"/>
                </a:moveTo>
                <a:lnTo>
                  <a:pt x="1407148" y="785304"/>
                </a:lnTo>
                <a:moveTo>
                  <a:pt x="1293284" y="1020039"/>
                </a:moveTo>
                <a:lnTo>
                  <a:pt x="1228020" y="1023229"/>
                </a:lnTo>
                <a:moveTo>
                  <a:pt x="1429202" y="879692"/>
                </a:moveTo>
                <a:lnTo>
                  <a:pt x="1458311" y="858283"/>
                </a:lnTo>
                <a:moveTo>
                  <a:pt x="1941828" y="568472"/>
                </a:moveTo>
                <a:lnTo>
                  <a:pt x="1936938" y="543893"/>
                </a:lnTo>
                <a:moveTo>
                  <a:pt x="1440832" y="735111"/>
                </a:moveTo>
                <a:lnTo>
                  <a:pt x="1451185" y="689834"/>
                </a:lnTo>
                <a:moveTo>
                  <a:pt x="1262960" y="596418"/>
                </a:moveTo>
                <a:lnTo>
                  <a:pt x="1309008" y="600398"/>
                </a:lnTo>
                <a:moveTo>
                  <a:pt x="1368727" y="605343"/>
                </a:moveTo>
                <a:lnTo>
                  <a:pt x="1409325" y="624075"/>
                </a:lnTo>
                <a:moveTo>
                  <a:pt x="1165422" y="1059609"/>
                </a:moveTo>
                <a:lnTo>
                  <a:pt x="1203089" y="1079387"/>
                </a:lnTo>
                <a:moveTo>
                  <a:pt x="1156101" y="537862"/>
                </a:moveTo>
                <a:lnTo>
                  <a:pt x="1148159" y="479796"/>
                </a:lnTo>
                <a:moveTo>
                  <a:pt x="1943490" y="584713"/>
                </a:moveTo>
                <a:lnTo>
                  <a:pt x="1936938" y="543893"/>
                </a:lnTo>
                <a:moveTo>
                  <a:pt x="1409325" y="624075"/>
                </a:moveTo>
                <a:lnTo>
                  <a:pt x="1379169" y="582644"/>
                </a:lnTo>
                <a:moveTo>
                  <a:pt x="1241414" y="1141032"/>
                </a:moveTo>
                <a:lnTo>
                  <a:pt x="1237778" y="1135154"/>
                </a:lnTo>
                <a:moveTo>
                  <a:pt x="1291798" y="948541"/>
                </a:moveTo>
                <a:lnTo>
                  <a:pt x="1270074" y="940967"/>
                </a:lnTo>
                <a:moveTo>
                  <a:pt x="1379169" y="582644"/>
                </a:moveTo>
                <a:lnTo>
                  <a:pt x="1421776" y="596862"/>
                </a:lnTo>
                <a:moveTo>
                  <a:pt x="1085487" y="510516"/>
                </a:moveTo>
                <a:lnTo>
                  <a:pt x="1066181" y="517952"/>
                </a:lnTo>
                <a:moveTo>
                  <a:pt x="1249770" y="986384"/>
                </a:moveTo>
                <a:lnTo>
                  <a:pt x="1291798" y="948541"/>
                </a:lnTo>
                <a:moveTo>
                  <a:pt x="1348431" y="533122"/>
                </a:moveTo>
                <a:lnTo>
                  <a:pt x="1288047" y="521795"/>
                </a:lnTo>
                <a:moveTo>
                  <a:pt x="1434879" y="576783"/>
                </a:moveTo>
                <a:lnTo>
                  <a:pt x="1480824" y="593605"/>
                </a:lnTo>
                <a:moveTo>
                  <a:pt x="1249770" y="986384"/>
                </a:moveTo>
                <a:lnTo>
                  <a:pt x="1270074" y="940967"/>
                </a:lnTo>
                <a:moveTo>
                  <a:pt x="1126150" y="530514"/>
                </a:moveTo>
                <a:lnTo>
                  <a:pt x="1156101" y="537862"/>
                </a:lnTo>
                <a:moveTo>
                  <a:pt x="1211300" y="468174"/>
                </a:moveTo>
                <a:lnTo>
                  <a:pt x="1144929" y="474656"/>
                </a:lnTo>
                <a:moveTo>
                  <a:pt x="1187947" y="1001472"/>
                </a:moveTo>
                <a:lnTo>
                  <a:pt x="1249770" y="986384"/>
                </a:lnTo>
                <a:moveTo>
                  <a:pt x="1819973" y="595535"/>
                </a:moveTo>
                <a:lnTo>
                  <a:pt x="1869738" y="572828"/>
                </a:lnTo>
                <a:moveTo>
                  <a:pt x="1253805" y="1196551"/>
                </a:moveTo>
                <a:lnTo>
                  <a:pt x="1241414" y="1141032"/>
                </a:lnTo>
                <a:moveTo>
                  <a:pt x="1824026" y="586985"/>
                </a:moveTo>
                <a:lnTo>
                  <a:pt x="1869738" y="572828"/>
                </a:lnTo>
                <a:moveTo>
                  <a:pt x="1267993" y="1199001"/>
                </a:moveTo>
                <a:lnTo>
                  <a:pt x="1278521" y="1207680"/>
                </a:lnTo>
                <a:moveTo>
                  <a:pt x="1071363" y="499705"/>
                </a:moveTo>
                <a:lnTo>
                  <a:pt x="1066181" y="517952"/>
                </a:lnTo>
                <a:moveTo>
                  <a:pt x="1448119" y="681616"/>
                </a:moveTo>
                <a:lnTo>
                  <a:pt x="1450110" y="653534"/>
                </a:lnTo>
                <a:moveTo>
                  <a:pt x="1269180" y="831724"/>
                </a:moveTo>
                <a:lnTo>
                  <a:pt x="1306742" y="851540"/>
                </a:lnTo>
                <a:moveTo>
                  <a:pt x="1262960" y="596418"/>
                </a:moveTo>
                <a:lnTo>
                  <a:pt x="1219632" y="558898"/>
                </a:lnTo>
                <a:moveTo>
                  <a:pt x="1370752" y="918733"/>
                </a:moveTo>
                <a:lnTo>
                  <a:pt x="1403262" y="883849"/>
                </a:lnTo>
                <a:moveTo>
                  <a:pt x="1366781" y="619492"/>
                </a:moveTo>
                <a:lnTo>
                  <a:pt x="1315749" y="594330"/>
                </a:lnTo>
                <a:moveTo>
                  <a:pt x="1306742" y="851540"/>
                </a:moveTo>
                <a:lnTo>
                  <a:pt x="1330495" y="818390"/>
                </a:lnTo>
                <a:moveTo>
                  <a:pt x="1509799" y="816106"/>
                </a:moveTo>
                <a:lnTo>
                  <a:pt x="1541609" y="765069"/>
                </a:lnTo>
                <a:moveTo>
                  <a:pt x="1259558" y="1211322"/>
                </a:moveTo>
                <a:lnTo>
                  <a:pt x="1253805" y="1196551"/>
                </a:lnTo>
                <a:moveTo>
                  <a:pt x="1165422" y="1059609"/>
                </a:moveTo>
                <a:lnTo>
                  <a:pt x="1178625" y="1016728"/>
                </a:lnTo>
                <a:moveTo>
                  <a:pt x="1166567" y="1007450"/>
                </a:moveTo>
                <a:lnTo>
                  <a:pt x="1178625" y="1016728"/>
                </a:lnTo>
                <a:moveTo>
                  <a:pt x="1502852" y="597799"/>
                </a:moveTo>
                <a:lnTo>
                  <a:pt x="1480824" y="593605"/>
                </a:lnTo>
                <a:moveTo>
                  <a:pt x="1211300" y="468174"/>
                </a:moveTo>
                <a:lnTo>
                  <a:pt x="1253181" y="484551"/>
                </a:lnTo>
                <a:moveTo>
                  <a:pt x="1448119" y="681616"/>
                </a:moveTo>
                <a:lnTo>
                  <a:pt x="1505154" y="656313"/>
                </a:lnTo>
                <a:moveTo>
                  <a:pt x="1401319" y="798665"/>
                </a:moveTo>
                <a:lnTo>
                  <a:pt x="1407148" y="785304"/>
                </a:lnTo>
                <a:moveTo>
                  <a:pt x="1264590" y="936289"/>
                </a:moveTo>
                <a:lnTo>
                  <a:pt x="1273821" y="890507"/>
                </a:lnTo>
                <a:moveTo>
                  <a:pt x="1843259" y="658616"/>
                </a:moveTo>
                <a:lnTo>
                  <a:pt x="1856126" y="615855"/>
                </a:lnTo>
                <a:moveTo>
                  <a:pt x="1546637" y="698306"/>
                </a:moveTo>
                <a:lnTo>
                  <a:pt x="1538105" y="663613"/>
                </a:lnTo>
                <a:moveTo>
                  <a:pt x="1480824" y="593605"/>
                </a:moveTo>
                <a:lnTo>
                  <a:pt x="1491881" y="579273"/>
                </a:lnTo>
                <a:moveTo>
                  <a:pt x="1204425" y="1093412"/>
                </a:moveTo>
                <a:lnTo>
                  <a:pt x="1237778" y="1135154"/>
                </a:lnTo>
                <a:moveTo>
                  <a:pt x="1212231" y="547715"/>
                </a:moveTo>
                <a:lnTo>
                  <a:pt x="1174405" y="527930"/>
                </a:lnTo>
                <a:moveTo>
                  <a:pt x="1366781" y="619492"/>
                </a:moveTo>
                <a:lnTo>
                  <a:pt x="1309008" y="600398"/>
                </a:lnTo>
                <a:moveTo>
                  <a:pt x="1322093" y="955620"/>
                </a:moveTo>
                <a:lnTo>
                  <a:pt x="1291798" y="948541"/>
                </a:lnTo>
                <a:moveTo>
                  <a:pt x="1285791" y="995775"/>
                </a:moveTo>
                <a:lnTo>
                  <a:pt x="1291798" y="948541"/>
                </a:lnTo>
                <a:moveTo>
                  <a:pt x="1071363" y="499705"/>
                </a:moveTo>
                <a:lnTo>
                  <a:pt x="1050856" y="505893"/>
                </a:lnTo>
                <a:moveTo>
                  <a:pt x="1941828" y="568472"/>
                </a:moveTo>
                <a:lnTo>
                  <a:pt x="1884458" y="548179"/>
                </a:lnTo>
                <a:moveTo>
                  <a:pt x="1264590" y="936289"/>
                </a:moveTo>
                <a:lnTo>
                  <a:pt x="1270074" y="940967"/>
                </a:lnTo>
                <a:moveTo>
                  <a:pt x="1448119" y="681616"/>
                </a:moveTo>
                <a:lnTo>
                  <a:pt x="1451185" y="689834"/>
                </a:lnTo>
                <a:moveTo>
                  <a:pt x="1267993" y="1199001"/>
                </a:moveTo>
                <a:lnTo>
                  <a:pt x="1241414" y="1141032"/>
                </a:lnTo>
                <a:moveTo>
                  <a:pt x="1285791" y="995775"/>
                </a:moveTo>
                <a:lnTo>
                  <a:pt x="1249770" y="986384"/>
                </a:lnTo>
                <a:moveTo>
                  <a:pt x="1368097" y="552541"/>
                </a:moveTo>
                <a:lnTo>
                  <a:pt x="1338875" y="544608"/>
                </a:lnTo>
                <a:moveTo>
                  <a:pt x="1379169" y="582644"/>
                </a:moveTo>
                <a:lnTo>
                  <a:pt x="1434879" y="576783"/>
                </a:lnTo>
                <a:moveTo>
                  <a:pt x="1918587" y="638860"/>
                </a:moveTo>
                <a:lnTo>
                  <a:pt x="1943490" y="584713"/>
                </a:lnTo>
                <a:moveTo>
                  <a:pt x="1796789" y="641981"/>
                </a:moveTo>
                <a:lnTo>
                  <a:pt x="1856126" y="615855"/>
                </a:lnTo>
                <a:moveTo>
                  <a:pt x="1843259" y="658616"/>
                </a:moveTo>
                <a:lnTo>
                  <a:pt x="1898296" y="647970"/>
                </a:lnTo>
                <a:moveTo>
                  <a:pt x="1407773" y="638514"/>
                </a:moveTo>
                <a:lnTo>
                  <a:pt x="1368727" y="605343"/>
                </a:lnTo>
                <a:moveTo>
                  <a:pt x="1108294" y="460803"/>
                </a:moveTo>
                <a:lnTo>
                  <a:pt x="1144929" y="474656"/>
                </a:lnTo>
                <a:moveTo>
                  <a:pt x="1166567" y="1007450"/>
                </a:moveTo>
                <a:lnTo>
                  <a:pt x="1187947" y="1001472"/>
                </a:lnTo>
                <a:moveTo>
                  <a:pt x="1547448" y="717759"/>
                </a:moveTo>
                <a:lnTo>
                  <a:pt x="1546637" y="698306"/>
                </a:lnTo>
                <a:moveTo>
                  <a:pt x="1193743" y="520400"/>
                </a:moveTo>
                <a:lnTo>
                  <a:pt x="1174405" y="527930"/>
                </a:lnTo>
                <a:moveTo>
                  <a:pt x="1072968" y="406799"/>
                </a:moveTo>
                <a:lnTo>
                  <a:pt x="1106544" y="447879"/>
                </a:lnTo>
                <a:moveTo>
                  <a:pt x="1259558" y="1211322"/>
                </a:moveTo>
                <a:lnTo>
                  <a:pt x="1267993" y="1199001"/>
                </a:lnTo>
                <a:moveTo>
                  <a:pt x="1309857" y="506910"/>
                </a:moveTo>
                <a:lnTo>
                  <a:pt x="1288047" y="521795"/>
                </a:lnTo>
                <a:moveTo>
                  <a:pt x="1253805" y="1196551"/>
                </a:moveTo>
                <a:lnTo>
                  <a:pt x="1267993" y="1199001"/>
                </a:lnTo>
                <a:moveTo>
                  <a:pt x="1035341" y="433545"/>
                </a:moveTo>
                <a:lnTo>
                  <a:pt x="1033936" y="448334"/>
                </a:lnTo>
                <a:moveTo>
                  <a:pt x="1241414" y="1141032"/>
                </a:moveTo>
                <a:lnTo>
                  <a:pt x="1310557" y="1107468"/>
                </a:lnTo>
                <a:moveTo>
                  <a:pt x="1473706" y="865252"/>
                </a:moveTo>
                <a:lnTo>
                  <a:pt x="1487540" y="856022"/>
                </a:lnTo>
                <a:moveTo>
                  <a:pt x="1227699" y="560350"/>
                </a:moveTo>
                <a:lnTo>
                  <a:pt x="1219632" y="558898"/>
                </a:lnTo>
                <a:moveTo>
                  <a:pt x="1050856" y="505893"/>
                </a:moveTo>
                <a:lnTo>
                  <a:pt x="1049978" y="475185"/>
                </a:lnTo>
                <a:moveTo>
                  <a:pt x="1241414" y="1141032"/>
                </a:moveTo>
                <a:lnTo>
                  <a:pt x="1290885" y="1152659"/>
                </a:lnTo>
                <a:moveTo>
                  <a:pt x="1330495" y="818390"/>
                </a:moveTo>
                <a:lnTo>
                  <a:pt x="1358019" y="813121"/>
                </a:lnTo>
                <a:moveTo>
                  <a:pt x="1368727" y="605343"/>
                </a:moveTo>
                <a:lnTo>
                  <a:pt x="1379169" y="582644"/>
                </a:lnTo>
                <a:moveTo>
                  <a:pt x="1338875" y="544608"/>
                </a:moveTo>
                <a:lnTo>
                  <a:pt x="1348431" y="533122"/>
                </a:lnTo>
                <a:moveTo>
                  <a:pt x="1148159" y="479796"/>
                </a:moveTo>
                <a:lnTo>
                  <a:pt x="1211300" y="468174"/>
                </a:lnTo>
                <a:moveTo>
                  <a:pt x="1135407" y="522516"/>
                </a:moveTo>
                <a:lnTo>
                  <a:pt x="1156101" y="537862"/>
                </a:lnTo>
                <a:moveTo>
                  <a:pt x="1379169" y="582644"/>
                </a:moveTo>
                <a:lnTo>
                  <a:pt x="1368097" y="552541"/>
                </a:lnTo>
                <a:moveTo>
                  <a:pt x="1158881" y="1053928"/>
                </a:moveTo>
                <a:lnTo>
                  <a:pt x="1178625" y="1016728"/>
                </a:lnTo>
                <a:moveTo>
                  <a:pt x="1035341" y="433545"/>
                </a:moveTo>
                <a:lnTo>
                  <a:pt x="1034309" y="471803"/>
                </a:lnTo>
                <a:moveTo>
                  <a:pt x="1049978" y="475185"/>
                </a:moveTo>
                <a:lnTo>
                  <a:pt x="1034309" y="471803"/>
                </a:lnTo>
                <a:moveTo>
                  <a:pt x="1819973" y="595535"/>
                </a:moveTo>
                <a:lnTo>
                  <a:pt x="1856126" y="615855"/>
                </a:lnTo>
                <a:moveTo>
                  <a:pt x="1859513" y="662199"/>
                </a:moveTo>
                <a:lnTo>
                  <a:pt x="1898296" y="647970"/>
                </a:lnTo>
                <a:moveTo>
                  <a:pt x="1306742" y="851540"/>
                </a:moveTo>
                <a:lnTo>
                  <a:pt x="1291534" y="793330"/>
                </a:lnTo>
                <a:moveTo>
                  <a:pt x="1502852" y="597799"/>
                </a:moveTo>
                <a:lnTo>
                  <a:pt x="1491881" y="579273"/>
                </a:lnTo>
                <a:moveTo>
                  <a:pt x="1525492" y="807750"/>
                </a:moveTo>
                <a:lnTo>
                  <a:pt x="1509799" y="816106"/>
                </a:lnTo>
                <a:moveTo>
                  <a:pt x="1401319" y="798665"/>
                </a:moveTo>
                <a:lnTo>
                  <a:pt x="1385187" y="796661"/>
                </a:lnTo>
                <a:moveTo>
                  <a:pt x="1204425" y="1093412"/>
                </a:moveTo>
                <a:lnTo>
                  <a:pt x="1165422" y="1059609"/>
                </a:lnTo>
                <a:moveTo>
                  <a:pt x="1906646" y="532169"/>
                </a:moveTo>
                <a:lnTo>
                  <a:pt x="1884458" y="548179"/>
                </a:lnTo>
                <a:moveTo>
                  <a:pt x="1212231" y="547715"/>
                </a:moveTo>
                <a:lnTo>
                  <a:pt x="1219632" y="558898"/>
                </a:lnTo>
                <a:moveTo>
                  <a:pt x="1293284" y="1020039"/>
                </a:moveTo>
                <a:lnTo>
                  <a:pt x="1285791" y="995775"/>
                </a:lnTo>
                <a:moveTo>
                  <a:pt x="1210626" y="967133"/>
                </a:moveTo>
                <a:lnTo>
                  <a:pt x="1270074" y="940967"/>
                </a:lnTo>
                <a:moveTo>
                  <a:pt x="1302848" y="1053395"/>
                </a:moveTo>
                <a:lnTo>
                  <a:pt x="1293284" y="1020039"/>
                </a:lnTo>
                <a:moveTo>
                  <a:pt x="1210626" y="967133"/>
                </a:moveTo>
                <a:lnTo>
                  <a:pt x="1249770" y="986384"/>
                </a:lnTo>
                <a:moveTo>
                  <a:pt x="1187947" y="1001472"/>
                </a:moveTo>
                <a:lnTo>
                  <a:pt x="1210626" y="967133"/>
                </a:lnTo>
                <a:moveTo>
                  <a:pt x="1012216" y="273314"/>
                </a:moveTo>
                <a:lnTo>
                  <a:pt x="1018286" y="278759"/>
                </a:lnTo>
                <a:moveTo>
                  <a:pt x="1322093" y="955620"/>
                </a:moveTo>
                <a:lnTo>
                  <a:pt x="1370752" y="918733"/>
                </a:lnTo>
                <a:moveTo>
                  <a:pt x="1256440" y="874440"/>
                </a:moveTo>
                <a:lnTo>
                  <a:pt x="1306742" y="851540"/>
                </a:lnTo>
                <a:moveTo>
                  <a:pt x="1368097" y="552541"/>
                </a:moveTo>
                <a:lnTo>
                  <a:pt x="1348431" y="533122"/>
                </a:lnTo>
                <a:moveTo>
                  <a:pt x="1156101" y="537862"/>
                </a:moveTo>
                <a:lnTo>
                  <a:pt x="1193743" y="520400"/>
                </a:lnTo>
                <a:moveTo>
                  <a:pt x="1544481" y="713664"/>
                </a:moveTo>
                <a:lnTo>
                  <a:pt x="1546637" y="698306"/>
                </a:lnTo>
                <a:moveTo>
                  <a:pt x="1016200" y="293752"/>
                </a:moveTo>
                <a:lnTo>
                  <a:pt x="1018286" y="278759"/>
                </a:lnTo>
                <a:moveTo>
                  <a:pt x="1366781" y="619492"/>
                </a:moveTo>
                <a:lnTo>
                  <a:pt x="1407773" y="638514"/>
                </a:lnTo>
                <a:moveTo>
                  <a:pt x="1480824" y="593605"/>
                </a:moveTo>
                <a:lnTo>
                  <a:pt x="1449757" y="563621"/>
                </a:lnTo>
                <a:moveTo>
                  <a:pt x="1108294" y="460803"/>
                </a:moveTo>
                <a:lnTo>
                  <a:pt x="1106544" y="447879"/>
                </a:lnTo>
                <a:moveTo>
                  <a:pt x="1429202" y="879692"/>
                </a:moveTo>
                <a:lnTo>
                  <a:pt x="1403655" y="883610"/>
                </a:lnTo>
                <a:moveTo>
                  <a:pt x="1541609" y="765069"/>
                </a:moveTo>
                <a:lnTo>
                  <a:pt x="1547448" y="717759"/>
                </a:lnTo>
                <a:moveTo>
                  <a:pt x="1544481" y="713664"/>
                </a:moveTo>
                <a:lnTo>
                  <a:pt x="1547448" y="717759"/>
                </a:lnTo>
                <a:moveTo>
                  <a:pt x="1924044" y="625896"/>
                </a:moveTo>
                <a:lnTo>
                  <a:pt x="1918587" y="638860"/>
                </a:lnTo>
                <a:moveTo>
                  <a:pt x="1267993" y="1199001"/>
                </a:moveTo>
                <a:lnTo>
                  <a:pt x="1290885" y="1152659"/>
                </a:lnTo>
                <a:moveTo>
                  <a:pt x="1135407" y="522516"/>
                </a:moveTo>
                <a:lnTo>
                  <a:pt x="1148159" y="479796"/>
                </a:lnTo>
                <a:moveTo>
                  <a:pt x="1824026" y="586985"/>
                </a:moveTo>
                <a:lnTo>
                  <a:pt x="1856474" y="560952"/>
                </a:lnTo>
                <a:moveTo>
                  <a:pt x="1417318" y="774462"/>
                </a:moveTo>
                <a:lnTo>
                  <a:pt x="1440832" y="735111"/>
                </a:lnTo>
                <a:moveTo>
                  <a:pt x="1108294" y="460803"/>
                </a:moveTo>
                <a:lnTo>
                  <a:pt x="1148159" y="479796"/>
                </a:lnTo>
                <a:moveTo>
                  <a:pt x="1366781" y="619492"/>
                </a:moveTo>
                <a:lnTo>
                  <a:pt x="1368727" y="605343"/>
                </a:lnTo>
                <a:moveTo>
                  <a:pt x="1921920" y="627691"/>
                </a:moveTo>
                <a:lnTo>
                  <a:pt x="1918587" y="638860"/>
                </a:lnTo>
                <a:moveTo>
                  <a:pt x="1322052" y="611588"/>
                </a:moveTo>
                <a:lnTo>
                  <a:pt x="1309008" y="600398"/>
                </a:lnTo>
                <a:moveTo>
                  <a:pt x="1309521" y="1106339"/>
                </a:moveTo>
                <a:lnTo>
                  <a:pt x="1302848" y="1053395"/>
                </a:lnTo>
                <a:moveTo>
                  <a:pt x="1085487" y="510516"/>
                </a:moveTo>
                <a:lnTo>
                  <a:pt x="1126150" y="530514"/>
                </a:lnTo>
                <a:moveTo>
                  <a:pt x="1227699" y="560350"/>
                </a:moveTo>
                <a:lnTo>
                  <a:pt x="1262960" y="596418"/>
                </a:lnTo>
                <a:moveTo>
                  <a:pt x="1796789" y="641981"/>
                </a:moveTo>
                <a:lnTo>
                  <a:pt x="1843259" y="658616"/>
                </a:lnTo>
                <a:moveTo>
                  <a:pt x="1135407" y="522516"/>
                </a:moveTo>
                <a:lnTo>
                  <a:pt x="1126150" y="530514"/>
                </a:lnTo>
                <a:moveTo>
                  <a:pt x="1434879" y="576783"/>
                </a:moveTo>
                <a:lnTo>
                  <a:pt x="1449757" y="563621"/>
                </a:lnTo>
                <a:moveTo>
                  <a:pt x="1166261" y="1065981"/>
                </a:moveTo>
                <a:lnTo>
                  <a:pt x="1204425" y="1093412"/>
                </a:lnTo>
                <a:moveTo>
                  <a:pt x="1420772" y="881754"/>
                </a:moveTo>
                <a:lnTo>
                  <a:pt x="1403655" y="883610"/>
                </a:lnTo>
                <a:moveTo>
                  <a:pt x="1420772" y="881754"/>
                </a:moveTo>
                <a:lnTo>
                  <a:pt x="1403262" y="883849"/>
                </a:lnTo>
                <a:moveTo>
                  <a:pt x="1256440" y="874440"/>
                </a:moveTo>
                <a:lnTo>
                  <a:pt x="1273821" y="890507"/>
                </a:lnTo>
                <a:moveTo>
                  <a:pt x="1290885" y="1152659"/>
                </a:moveTo>
                <a:lnTo>
                  <a:pt x="1310557" y="1107468"/>
                </a:lnTo>
                <a:moveTo>
                  <a:pt x="1309521" y="1106339"/>
                </a:moveTo>
                <a:lnTo>
                  <a:pt x="1310557" y="1107468"/>
                </a:lnTo>
                <a:moveTo>
                  <a:pt x="1089604" y="505643"/>
                </a:moveTo>
                <a:lnTo>
                  <a:pt x="1148159" y="479796"/>
                </a:lnTo>
                <a:moveTo>
                  <a:pt x="1265702" y="497296"/>
                </a:moveTo>
                <a:lnTo>
                  <a:pt x="1288047" y="521795"/>
                </a:lnTo>
                <a:moveTo>
                  <a:pt x="1859513" y="662199"/>
                </a:moveTo>
                <a:lnTo>
                  <a:pt x="1843259" y="658616"/>
                </a:lnTo>
                <a:moveTo>
                  <a:pt x="1491853" y="589666"/>
                </a:moveTo>
                <a:lnTo>
                  <a:pt x="1502852" y="597799"/>
                </a:lnTo>
                <a:moveTo>
                  <a:pt x="1221248" y="952408"/>
                </a:moveTo>
                <a:lnTo>
                  <a:pt x="1270074" y="940967"/>
                </a:lnTo>
                <a:moveTo>
                  <a:pt x="1166261" y="1065981"/>
                </a:moveTo>
                <a:lnTo>
                  <a:pt x="1165422" y="1059609"/>
                </a:lnTo>
                <a:moveTo>
                  <a:pt x="1166567" y="1007450"/>
                </a:moveTo>
                <a:lnTo>
                  <a:pt x="1210626" y="967133"/>
                </a:lnTo>
                <a:moveTo>
                  <a:pt x="1193743" y="520400"/>
                </a:moveTo>
                <a:lnTo>
                  <a:pt x="1148159" y="479796"/>
                </a:lnTo>
                <a:moveTo>
                  <a:pt x="1521994" y="650298"/>
                </a:moveTo>
                <a:lnTo>
                  <a:pt x="1538105" y="663613"/>
                </a:lnTo>
                <a:moveTo>
                  <a:pt x="1448689" y="673288"/>
                </a:moveTo>
                <a:lnTo>
                  <a:pt x="1450110" y="653534"/>
                </a:lnTo>
                <a:moveTo>
                  <a:pt x="1178625" y="482643"/>
                </a:moveTo>
                <a:lnTo>
                  <a:pt x="1148159" y="479796"/>
                </a:lnTo>
                <a:moveTo>
                  <a:pt x="1158881" y="1053928"/>
                </a:moveTo>
                <a:lnTo>
                  <a:pt x="1165422" y="1059609"/>
                </a:lnTo>
                <a:moveTo>
                  <a:pt x="1491853" y="589666"/>
                </a:moveTo>
                <a:lnTo>
                  <a:pt x="1491881" y="579273"/>
                </a:lnTo>
                <a:moveTo>
                  <a:pt x="1158881" y="1053928"/>
                </a:moveTo>
                <a:lnTo>
                  <a:pt x="1166567" y="1007450"/>
                </a:lnTo>
                <a:moveTo>
                  <a:pt x="1358019" y="813121"/>
                </a:moveTo>
                <a:lnTo>
                  <a:pt x="1401319" y="798665"/>
                </a:lnTo>
                <a:moveTo>
                  <a:pt x="1521994" y="650298"/>
                </a:moveTo>
                <a:lnTo>
                  <a:pt x="1546637" y="698306"/>
                </a:lnTo>
                <a:moveTo>
                  <a:pt x="1016200" y="293752"/>
                </a:moveTo>
                <a:lnTo>
                  <a:pt x="1012216" y="273314"/>
                </a:lnTo>
                <a:moveTo>
                  <a:pt x="1487540" y="856022"/>
                </a:moveTo>
                <a:lnTo>
                  <a:pt x="1525492" y="807750"/>
                </a:lnTo>
                <a:moveTo>
                  <a:pt x="1541609" y="765069"/>
                </a:moveTo>
                <a:lnTo>
                  <a:pt x="1544481" y="713664"/>
                </a:lnTo>
                <a:moveTo>
                  <a:pt x="1425374" y="636148"/>
                </a:moveTo>
                <a:lnTo>
                  <a:pt x="1450110" y="653534"/>
                </a:lnTo>
                <a:moveTo>
                  <a:pt x="1449757" y="563621"/>
                </a:moveTo>
                <a:lnTo>
                  <a:pt x="1491881" y="579273"/>
                </a:lnTo>
                <a:moveTo>
                  <a:pt x="1921920" y="627691"/>
                </a:moveTo>
                <a:lnTo>
                  <a:pt x="1898296" y="647970"/>
                </a:lnTo>
                <a:moveTo>
                  <a:pt x="1241414" y="1141032"/>
                </a:moveTo>
                <a:lnTo>
                  <a:pt x="1262513" y="1111571"/>
                </a:lnTo>
                <a:moveTo>
                  <a:pt x="1796789" y="641981"/>
                </a:moveTo>
                <a:lnTo>
                  <a:pt x="1819973" y="595535"/>
                </a:lnTo>
                <a:moveTo>
                  <a:pt x="1262513" y="1111571"/>
                </a:moveTo>
                <a:lnTo>
                  <a:pt x="1237778" y="1135154"/>
                </a:lnTo>
                <a:moveTo>
                  <a:pt x="1326523" y="971160"/>
                </a:moveTo>
                <a:lnTo>
                  <a:pt x="1291798" y="948541"/>
                </a:lnTo>
                <a:moveTo>
                  <a:pt x="1283916" y="584072"/>
                </a:moveTo>
                <a:lnTo>
                  <a:pt x="1309008" y="600398"/>
                </a:lnTo>
                <a:moveTo>
                  <a:pt x="1178625" y="482643"/>
                </a:moveTo>
                <a:lnTo>
                  <a:pt x="1211300" y="468174"/>
                </a:lnTo>
                <a:moveTo>
                  <a:pt x="1012216" y="273314"/>
                </a:moveTo>
                <a:lnTo>
                  <a:pt x="1026598" y="275790"/>
                </a:lnTo>
                <a:moveTo>
                  <a:pt x="1461765" y="729115"/>
                </a:moveTo>
                <a:lnTo>
                  <a:pt x="1451185" y="689834"/>
                </a:lnTo>
                <a:moveTo>
                  <a:pt x="1265702" y="497296"/>
                </a:moveTo>
                <a:lnTo>
                  <a:pt x="1253181" y="484551"/>
                </a:lnTo>
                <a:moveTo>
                  <a:pt x="1390677" y="812405"/>
                </a:moveTo>
                <a:lnTo>
                  <a:pt x="1358019" y="813121"/>
                </a:lnTo>
                <a:moveTo>
                  <a:pt x="1221248" y="952408"/>
                </a:moveTo>
                <a:lnTo>
                  <a:pt x="1264590" y="936289"/>
                </a:lnTo>
                <a:moveTo>
                  <a:pt x="1341178" y="955355"/>
                </a:moveTo>
                <a:lnTo>
                  <a:pt x="1322093" y="955620"/>
                </a:lnTo>
                <a:moveTo>
                  <a:pt x="1309857" y="506910"/>
                </a:moveTo>
                <a:lnTo>
                  <a:pt x="1348431" y="533122"/>
                </a:lnTo>
                <a:moveTo>
                  <a:pt x="1858195" y="535335"/>
                </a:moveTo>
                <a:lnTo>
                  <a:pt x="1884458" y="548179"/>
                </a:lnTo>
                <a:moveTo>
                  <a:pt x="1269180" y="831724"/>
                </a:moveTo>
                <a:lnTo>
                  <a:pt x="1291534" y="793330"/>
                </a:lnTo>
                <a:moveTo>
                  <a:pt x="1943490" y="584713"/>
                </a:moveTo>
                <a:lnTo>
                  <a:pt x="1941828" y="568472"/>
                </a:lnTo>
                <a:moveTo>
                  <a:pt x="1291534" y="793330"/>
                </a:moveTo>
                <a:lnTo>
                  <a:pt x="1330495" y="818390"/>
                </a:lnTo>
                <a:moveTo>
                  <a:pt x="1016200" y="293752"/>
                </a:moveTo>
                <a:lnTo>
                  <a:pt x="1026598" y="275790"/>
                </a:lnTo>
                <a:moveTo>
                  <a:pt x="1035341" y="433545"/>
                </a:moveTo>
                <a:lnTo>
                  <a:pt x="1072968" y="406799"/>
                </a:lnTo>
                <a:moveTo>
                  <a:pt x="1840221" y="679766"/>
                </a:moveTo>
                <a:lnTo>
                  <a:pt x="1843259" y="658616"/>
                </a:lnTo>
                <a:moveTo>
                  <a:pt x="1227699" y="560350"/>
                </a:moveTo>
                <a:lnTo>
                  <a:pt x="1212231" y="547715"/>
                </a:lnTo>
                <a:moveTo>
                  <a:pt x="1166261" y="1065981"/>
                </a:moveTo>
                <a:lnTo>
                  <a:pt x="1158881" y="1053928"/>
                </a:lnTo>
                <a:moveTo>
                  <a:pt x="1085487" y="510516"/>
                </a:moveTo>
                <a:lnTo>
                  <a:pt x="1135407" y="522516"/>
                </a:lnTo>
                <a:moveTo>
                  <a:pt x="1341178" y="955355"/>
                </a:moveTo>
                <a:lnTo>
                  <a:pt x="1370752" y="918733"/>
                </a:lnTo>
                <a:moveTo>
                  <a:pt x="1429202" y="879692"/>
                </a:moveTo>
                <a:lnTo>
                  <a:pt x="1473706" y="865252"/>
                </a:lnTo>
                <a:moveTo>
                  <a:pt x="1819973" y="595535"/>
                </a:moveTo>
                <a:lnTo>
                  <a:pt x="1824026" y="586985"/>
                </a:lnTo>
                <a:moveTo>
                  <a:pt x="1256440" y="874440"/>
                </a:moveTo>
                <a:lnTo>
                  <a:pt x="1269180" y="831724"/>
                </a:lnTo>
                <a:moveTo>
                  <a:pt x="1408420" y="555276"/>
                </a:moveTo>
                <a:lnTo>
                  <a:pt x="1434879" y="576783"/>
                </a:lnTo>
                <a:moveTo>
                  <a:pt x="1544481" y="713664"/>
                </a:moveTo>
                <a:lnTo>
                  <a:pt x="1521994" y="650298"/>
                </a:lnTo>
                <a:moveTo>
                  <a:pt x="1085487" y="510516"/>
                </a:moveTo>
                <a:lnTo>
                  <a:pt x="1071363" y="499705"/>
                </a:lnTo>
                <a:moveTo>
                  <a:pt x="1850074" y="546619"/>
                </a:moveTo>
                <a:lnTo>
                  <a:pt x="1856474" y="560952"/>
                </a:lnTo>
                <a:moveTo>
                  <a:pt x="1085487" y="510516"/>
                </a:moveTo>
                <a:lnTo>
                  <a:pt x="1089604" y="505643"/>
                </a:lnTo>
                <a:moveTo>
                  <a:pt x="1785156" y="684301"/>
                </a:moveTo>
                <a:lnTo>
                  <a:pt x="1843259" y="658616"/>
                </a:lnTo>
                <a:moveTo>
                  <a:pt x="1089604" y="505643"/>
                </a:moveTo>
                <a:lnTo>
                  <a:pt x="1135407" y="522516"/>
                </a:lnTo>
                <a:moveTo>
                  <a:pt x="1840221" y="679766"/>
                </a:moveTo>
                <a:lnTo>
                  <a:pt x="1859513" y="662199"/>
                </a:lnTo>
                <a:moveTo>
                  <a:pt x="1089604" y="505643"/>
                </a:moveTo>
                <a:lnTo>
                  <a:pt x="1108294" y="460803"/>
                </a:lnTo>
                <a:moveTo>
                  <a:pt x="1525492" y="807750"/>
                </a:moveTo>
                <a:lnTo>
                  <a:pt x="1541609" y="765069"/>
                </a:lnTo>
                <a:moveTo>
                  <a:pt x="1370752" y="918733"/>
                </a:moveTo>
                <a:lnTo>
                  <a:pt x="1420772" y="881754"/>
                </a:lnTo>
                <a:moveTo>
                  <a:pt x="1071305" y="440782"/>
                </a:moveTo>
                <a:lnTo>
                  <a:pt x="1106544" y="447879"/>
                </a:lnTo>
                <a:moveTo>
                  <a:pt x="1326523" y="971160"/>
                </a:moveTo>
                <a:lnTo>
                  <a:pt x="1322093" y="955620"/>
                </a:lnTo>
                <a:moveTo>
                  <a:pt x="1356371" y="538359"/>
                </a:moveTo>
                <a:lnTo>
                  <a:pt x="1379169" y="582644"/>
                </a:lnTo>
                <a:moveTo>
                  <a:pt x="1906646" y="532169"/>
                </a:moveTo>
                <a:lnTo>
                  <a:pt x="1941828" y="568472"/>
                </a:lnTo>
                <a:moveTo>
                  <a:pt x="1356371" y="538359"/>
                </a:moveTo>
                <a:lnTo>
                  <a:pt x="1368097" y="552541"/>
                </a:lnTo>
                <a:moveTo>
                  <a:pt x="1231163" y="812070"/>
                </a:moveTo>
                <a:lnTo>
                  <a:pt x="1269180" y="831724"/>
                </a:lnTo>
                <a:moveTo>
                  <a:pt x="1451695" y="570777"/>
                </a:moveTo>
                <a:lnTo>
                  <a:pt x="1491881" y="579273"/>
                </a:lnTo>
                <a:moveTo>
                  <a:pt x="1307613" y="990179"/>
                </a:moveTo>
                <a:lnTo>
                  <a:pt x="1291798" y="948541"/>
                </a:lnTo>
                <a:moveTo>
                  <a:pt x="1757466" y="622794"/>
                </a:moveTo>
                <a:lnTo>
                  <a:pt x="1796789" y="641981"/>
                </a:lnTo>
                <a:moveTo>
                  <a:pt x="1940421" y="580815"/>
                </a:moveTo>
                <a:lnTo>
                  <a:pt x="1941828" y="568472"/>
                </a:lnTo>
                <a:moveTo>
                  <a:pt x="1808931" y="589482"/>
                </a:moveTo>
                <a:lnTo>
                  <a:pt x="1819973" y="595535"/>
                </a:lnTo>
                <a:moveTo>
                  <a:pt x="1227699" y="560350"/>
                </a:moveTo>
                <a:lnTo>
                  <a:pt x="1235994" y="553054"/>
                </a:lnTo>
                <a:moveTo>
                  <a:pt x="1785156" y="684301"/>
                </a:moveTo>
                <a:lnTo>
                  <a:pt x="1796789" y="641981"/>
                </a:lnTo>
                <a:moveTo>
                  <a:pt x="1212231" y="547715"/>
                </a:moveTo>
                <a:lnTo>
                  <a:pt x="1193743" y="520400"/>
                </a:lnTo>
                <a:moveTo>
                  <a:pt x="1210626" y="967133"/>
                </a:moveTo>
                <a:lnTo>
                  <a:pt x="1221248" y="952408"/>
                </a:lnTo>
                <a:moveTo>
                  <a:pt x="1501546" y="846907"/>
                </a:moveTo>
                <a:lnTo>
                  <a:pt x="1487540" y="856022"/>
                </a:lnTo>
                <a:moveTo>
                  <a:pt x="1521994" y="650298"/>
                </a:moveTo>
                <a:lnTo>
                  <a:pt x="1491853" y="589666"/>
                </a:lnTo>
                <a:moveTo>
                  <a:pt x="1808931" y="589482"/>
                </a:moveTo>
                <a:lnTo>
                  <a:pt x="1824026" y="586985"/>
                </a:lnTo>
                <a:moveTo>
                  <a:pt x="1262513" y="1111571"/>
                </a:moveTo>
                <a:lnTo>
                  <a:pt x="1310557" y="1107468"/>
                </a:lnTo>
                <a:moveTo>
                  <a:pt x="1461765" y="729115"/>
                </a:moveTo>
                <a:lnTo>
                  <a:pt x="1440832" y="735111"/>
                </a:lnTo>
                <a:moveTo>
                  <a:pt x="1071363" y="499705"/>
                </a:moveTo>
                <a:lnTo>
                  <a:pt x="1089604" y="505643"/>
                </a:lnTo>
                <a:moveTo>
                  <a:pt x="1940421" y="580815"/>
                </a:moveTo>
                <a:lnTo>
                  <a:pt x="1943490" y="584713"/>
                </a:lnTo>
                <a:moveTo>
                  <a:pt x="1425374" y="636148"/>
                </a:moveTo>
                <a:lnTo>
                  <a:pt x="1407773" y="638514"/>
                </a:lnTo>
                <a:moveTo>
                  <a:pt x="1401319" y="798665"/>
                </a:moveTo>
                <a:lnTo>
                  <a:pt x="1417318" y="774462"/>
                </a:lnTo>
                <a:moveTo>
                  <a:pt x="1262513" y="1111571"/>
                </a:moveTo>
                <a:lnTo>
                  <a:pt x="1309521" y="1106339"/>
                </a:lnTo>
                <a:moveTo>
                  <a:pt x="1495242" y="851183"/>
                </a:moveTo>
                <a:lnTo>
                  <a:pt x="1487540" y="856022"/>
                </a:lnTo>
                <a:moveTo>
                  <a:pt x="1356371" y="538359"/>
                </a:moveTo>
                <a:lnTo>
                  <a:pt x="1348431" y="533122"/>
                </a:lnTo>
                <a:moveTo>
                  <a:pt x="1269180" y="831724"/>
                </a:moveTo>
                <a:lnTo>
                  <a:pt x="1251770" y="770655"/>
                </a:lnTo>
                <a:moveTo>
                  <a:pt x="1856474" y="560952"/>
                </a:moveTo>
                <a:lnTo>
                  <a:pt x="1858195" y="535335"/>
                </a:lnTo>
                <a:moveTo>
                  <a:pt x="1218809" y="1100616"/>
                </a:moveTo>
                <a:lnTo>
                  <a:pt x="1237778" y="1135154"/>
                </a:lnTo>
                <a:moveTo>
                  <a:pt x="1297304" y="1040804"/>
                </a:moveTo>
                <a:lnTo>
                  <a:pt x="1293284" y="1020039"/>
                </a:lnTo>
                <a:moveTo>
                  <a:pt x="1193743" y="520400"/>
                </a:moveTo>
                <a:lnTo>
                  <a:pt x="1178625" y="482643"/>
                </a:lnTo>
                <a:moveTo>
                  <a:pt x="1212231" y="547715"/>
                </a:moveTo>
                <a:lnTo>
                  <a:pt x="1235994" y="553054"/>
                </a:lnTo>
                <a:moveTo>
                  <a:pt x="1265702" y="497296"/>
                </a:moveTo>
                <a:lnTo>
                  <a:pt x="1211300" y="468174"/>
                </a:lnTo>
                <a:moveTo>
                  <a:pt x="1386884" y="598858"/>
                </a:moveTo>
                <a:lnTo>
                  <a:pt x="1379169" y="582644"/>
                </a:lnTo>
                <a:moveTo>
                  <a:pt x="1859513" y="662199"/>
                </a:moveTo>
                <a:lnTo>
                  <a:pt x="1921920" y="627691"/>
                </a:lnTo>
                <a:moveTo>
                  <a:pt x="1297304" y="1040804"/>
                </a:moveTo>
                <a:lnTo>
                  <a:pt x="1302848" y="1053395"/>
                </a:lnTo>
                <a:moveTo>
                  <a:pt x="1757466" y="622794"/>
                </a:moveTo>
                <a:lnTo>
                  <a:pt x="1819973" y="595535"/>
                </a:lnTo>
                <a:moveTo>
                  <a:pt x="1322052" y="611588"/>
                </a:moveTo>
                <a:lnTo>
                  <a:pt x="1366781" y="619492"/>
                </a:lnTo>
                <a:moveTo>
                  <a:pt x="1071363" y="499705"/>
                </a:moveTo>
                <a:lnTo>
                  <a:pt x="1049978" y="475185"/>
                </a:lnTo>
                <a:moveTo>
                  <a:pt x="1071305" y="440782"/>
                </a:moveTo>
                <a:lnTo>
                  <a:pt x="1072968" y="406799"/>
                </a:lnTo>
                <a:moveTo>
                  <a:pt x="1089604" y="505643"/>
                </a:moveTo>
                <a:lnTo>
                  <a:pt x="1049978" y="475185"/>
                </a:lnTo>
                <a:moveTo>
                  <a:pt x="1740387" y="667059"/>
                </a:moveTo>
                <a:lnTo>
                  <a:pt x="1796789" y="641981"/>
                </a:lnTo>
                <a:moveTo>
                  <a:pt x="1924044" y="625896"/>
                </a:moveTo>
                <a:lnTo>
                  <a:pt x="1943490" y="584713"/>
                </a:lnTo>
                <a:moveTo>
                  <a:pt x="1261603" y="919522"/>
                </a:moveTo>
                <a:lnTo>
                  <a:pt x="1273821" y="890507"/>
                </a:lnTo>
                <a:moveTo>
                  <a:pt x="1207767" y="960641"/>
                </a:moveTo>
                <a:lnTo>
                  <a:pt x="1210626" y="967133"/>
                </a:lnTo>
                <a:moveTo>
                  <a:pt x="1534525" y="755385"/>
                </a:moveTo>
                <a:lnTo>
                  <a:pt x="1541609" y="765069"/>
                </a:lnTo>
                <a:moveTo>
                  <a:pt x="1534525" y="755385"/>
                </a:moveTo>
                <a:lnTo>
                  <a:pt x="1544481" y="713664"/>
                </a:lnTo>
                <a:moveTo>
                  <a:pt x="1393890" y="598672"/>
                </a:moveTo>
                <a:lnTo>
                  <a:pt x="1434879" y="576783"/>
                </a:lnTo>
                <a:moveTo>
                  <a:pt x="1283916" y="584072"/>
                </a:moveTo>
                <a:lnTo>
                  <a:pt x="1262960" y="596418"/>
                </a:lnTo>
                <a:moveTo>
                  <a:pt x="1455803" y="686590"/>
                </a:moveTo>
                <a:lnTo>
                  <a:pt x="1448119" y="681616"/>
                </a:lnTo>
                <a:moveTo>
                  <a:pt x="1448689" y="673288"/>
                </a:moveTo>
                <a:lnTo>
                  <a:pt x="1448119" y="681616"/>
                </a:lnTo>
                <a:moveTo>
                  <a:pt x="1307613" y="990179"/>
                </a:moveTo>
                <a:lnTo>
                  <a:pt x="1285791" y="995775"/>
                </a:lnTo>
                <a:moveTo>
                  <a:pt x="1309521" y="1106339"/>
                </a:moveTo>
                <a:lnTo>
                  <a:pt x="1297304" y="1040804"/>
                </a:lnTo>
                <a:moveTo>
                  <a:pt x="1495242" y="851183"/>
                </a:moveTo>
                <a:lnTo>
                  <a:pt x="1473706" y="865252"/>
                </a:lnTo>
                <a:moveTo>
                  <a:pt x="1049978" y="475185"/>
                </a:moveTo>
                <a:lnTo>
                  <a:pt x="1035341" y="433545"/>
                </a:lnTo>
                <a:moveTo>
                  <a:pt x="1451695" y="570777"/>
                </a:moveTo>
                <a:lnTo>
                  <a:pt x="1491853" y="589666"/>
                </a:lnTo>
                <a:moveTo>
                  <a:pt x="1217016" y="488435"/>
                </a:moveTo>
                <a:lnTo>
                  <a:pt x="1211300" y="468174"/>
                </a:lnTo>
                <a:moveTo>
                  <a:pt x="1461765" y="729115"/>
                </a:moveTo>
                <a:lnTo>
                  <a:pt x="1448119" y="681616"/>
                </a:lnTo>
                <a:moveTo>
                  <a:pt x="1218809" y="1100616"/>
                </a:moveTo>
                <a:lnTo>
                  <a:pt x="1204425" y="1093412"/>
                </a:lnTo>
                <a:moveTo>
                  <a:pt x="1312601" y="520760"/>
                </a:moveTo>
                <a:lnTo>
                  <a:pt x="1348431" y="533122"/>
                </a:lnTo>
                <a:moveTo>
                  <a:pt x="1393890" y="598672"/>
                </a:moveTo>
                <a:lnTo>
                  <a:pt x="1379169" y="582644"/>
                </a:lnTo>
                <a:moveTo>
                  <a:pt x="1776689" y="586837"/>
                </a:moveTo>
                <a:lnTo>
                  <a:pt x="1819973" y="595535"/>
                </a:lnTo>
                <a:moveTo>
                  <a:pt x="1398791" y="813730"/>
                </a:moveTo>
                <a:lnTo>
                  <a:pt x="1417318" y="774462"/>
                </a:lnTo>
                <a:moveTo>
                  <a:pt x="1785156" y="684301"/>
                </a:moveTo>
                <a:lnTo>
                  <a:pt x="1840221" y="679766"/>
                </a:lnTo>
                <a:moveTo>
                  <a:pt x="1850074" y="546619"/>
                </a:moveTo>
                <a:lnTo>
                  <a:pt x="1824026" y="586985"/>
                </a:lnTo>
                <a:moveTo>
                  <a:pt x="1339716" y="839763"/>
                </a:moveTo>
                <a:lnTo>
                  <a:pt x="1358019" y="813121"/>
                </a:lnTo>
                <a:moveTo>
                  <a:pt x="1342066" y="840454"/>
                </a:moveTo>
                <a:lnTo>
                  <a:pt x="1358019" y="813121"/>
                </a:lnTo>
                <a:moveTo>
                  <a:pt x="1451695" y="570777"/>
                </a:moveTo>
                <a:lnTo>
                  <a:pt x="1449757" y="563621"/>
                </a:lnTo>
                <a:moveTo>
                  <a:pt x="1256440" y="874440"/>
                </a:moveTo>
                <a:lnTo>
                  <a:pt x="1231163" y="812070"/>
                </a:lnTo>
                <a:moveTo>
                  <a:pt x="1386884" y="598858"/>
                </a:moveTo>
                <a:lnTo>
                  <a:pt x="1366781" y="619492"/>
                </a:lnTo>
                <a:moveTo>
                  <a:pt x="1924044" y="625896"/>
                </a:moveTo>
                <a:lnTo>
                  <a:pt x="1940421" y="580815"/>
                </a:lnTo>
                <a:moveTo>
                  <a:pt x="1425374" y="636148"/>
                </a:moveTo>
                <a:lnTo>
                  <a:pt x="1366781" y="619492"/>
                </a:lnTo>
                <a:moveTo>
                  <a:pt x="1417318" y="774462"/>
                </a:moveTo>
                <a:lnTo>
                  <a:pt x="1461765" y="729115"/>
                </a:lnTo>
                <a:moveTo>
                  <a:pt x="1251770" y="770655"/>
                </a:moveTo>
                <a:lnTo>
                  <a:pt x="1291534" y="793330"/>
                </a:lnTo>
                <a:moveTo>
                  <a:pt x="1283916" y="584072"/>
                </a:moveTo>
                <a:lnTo>
                  <a:pt x="1227699" y="560350"/>
                </a:lnTo>
                <a:moveTo>
                  <a:pt x="1207767" y="960641"/>
                </a:moveTo>
                <a:lnTo>
                  <a:pt x="1221248" y="952408"/>
                </a:lnTo>
                <a:moveTo>
                  <a:pt x="1071305" y="440782"/>
                </a:moveTo>
                <a:lnTo>
                  <a:pt x="1108294" y="460803"/>
                </a:lnTo>
                <a:moveTo>
                  <a:pt x="1420772" y="881754"/>
                </a:moveTo>
                <a:lnTo>
                  <a:pt x="1429202" y="879692"/>
                </a:lnTo>
                <a:moveTo>
                  <a:pt x="1408420" y="555276"/>
                </a:moveTo>
                <a:lnTo>
                  <a:pt x="1449757" y="563621"/>
                </a:lnTo>
                <a:moveTo>
                  <a:pt x="1923410" y="625056"/>
                </a:moveTo>
                <a:lnTo>
                  <a:pt x="1940421" y="580815"/>
                </a:lnTo>
                <a:moveTo>
                  <a:pt x="1261603" y="919522"/>
                </a:moveTo>
                <a:lnTo>
                  <a:pt x="1264590" y="936289"/>
                </a:lnTo>
                <a:moveTo>
                  <a:pt x="1159269" y="990409"/>
                </a:moveTo>
                <a:lnTo>
                  <a:pt x="1166567" y="1007450"/>
                </a:lnTo>
                <a:moveTo>
                  <a:pt x="1326523" y="971160"/>
                </a:moveTo>
                <a:lnTo>
                  <a:pt x="1341178" y="955355"/>
                </a:lnTo>
                <a:moveTo>
                  <a:pt x="1265702" y="497296"/>
                </a:moveTo>
                <a:lnTo>
                  <a:pt x="1309857" y="506910"/>
                </a:lnTo>
                <a:moveTo>
                  <a:pt x="1379196" y="907113"/>
                </a:moveTo>
                <a:lnTo>
                  <a:pt x="1370752" y="918733"/>
                </a:lnTo>
                <a:moveTo>
                  <a:pt x="1390677" y="812405"/>
                </a:moveTo>
                <a:lnTo>
                  <a:pt x="1401319" y="798665"/>
                </a:lnTo>
                <a:moveTo>
                  <a:pt x="1268181" y="557487"/>
                </a:moveTo>
                <a:lnTo>
                  <a:pt x="1227699" y="560350"/>
                </a:lnTo>
                <a:moveTo>
                  <a:pt x="1816743" y="692878"/>
                </a:moveTo>
                <a:lnTo>
                  <a:pt x="1840221" y="679766"/>
                </a:lnTo>
                <a:moveTo>
                  <a:pt x="1297906" y="1035748"/>
                </a:moveTo>
                <a:lnTo>
                  <a:pt x="1285791" y="995775"/>
                </a:lnTo>
                <a:moveTo>
                  <a:pt x="1776689" y="586837"/>
                </a:moveTo>
                <a:lnTo>
                  <a:pt x="1808931" y="589482"/>
                </a:lnTo>
                <a:moveTo>
                  <a:pt x="1525492" y="807750"/>
                </a:moveTo>
                <a:lnTo>
                  <a:pt x="1534525" y="755385"/>
                </a:lnTo>
                <a:moveTo>
                  <a:pt x="1297906" y="1035748"/>
                </a:moveTo>
                <a:lnTo>
                  <a:pt x="1293284" y="1020039"/>
                </a:lnTo>
                <a:moveTo>
                  <a:pt x="1808931" y="589482"/>
                </a:moveTo>
                <a:lnTo>
                  <a:pt x="1850074" y="546619"/>
                </a:lnTo>
                <a:moveTo>
                  <a:pt x="1483558" y="630794"/>
                </a:moveTo>
                <a:lnTo>
                  <a:pt x="1491853" y="589666"/>
                </a:lnTo>
                <a:moveTo>
                  <a:pt x="1089604" y="505643"/>
                </a:moveTo>
                <a:lnTo>
                  <a:pt x="1071305" y="440782"/>
                </a:lnTo>
                <a:moveTo>
                  <a:pt x="1513743" y="691410"/>
                </a:moveTo>
                <a:lnTo>
                  <a:pt x="1544481" y="713664"/>
                </a:lnTo>
                <a:moveTo>
                  <a:pt x="1921920" y="627691"/>
                </a:moveTo>
                <a:lnTo>
                  <a:pt x="1924044" y="625896"/>
                </a:lnTo>
                <a:moveTo>
                  <a:pt x="1282478" y="1084265"/>
                </a:moveTo>
                <a:lnTo>
                  <a:pt x="1309521" y="1106339"/>
                </a:lnTo>
                <a:moveTo>
                  <a:pt x="1212231" y="547715"/>
                </a:moveTo>
                <a:lnTo>
                  <a:pt x="1258164" y="519720"/>
                </a:lnTo>
                <a:moveTo>
                  <a:pt x="1923410" y="625056"/>
                </a:moveTo>
                <a:lnTo>
                  <a:pt x="1924044" y="625896"/>
                </a:lnTo>
                <a:moveTo>
                  <a:pt x="1393890" y="598672"/>
                </a:moveTo>
                <a:lnTo>
                  <a:pt x="1366781" y="619492"/>
                </a:lnTo>
                <a:moveTo>
                  <a:pt x="1398791" y="813730"/>
                </a:moveTo>
                <a:lnTo>
                  <a:pt x="1401319" y="798665"/>
                </a:lnTo>
                <a:moveTo>
                  <a:pt x="1923410" y="625056"/>
                </a:moveTo>
                <a:lnTo>
                  <a:pt x="1921920" y="627691"/>
                </a:lnTo>
                <a:moveTo>
                  <a:pt x="1462368" y="676527"/>
                </a:moveTo>
                <a:lnTo>
                  <a:pt x="1521994" y="650298"/>
                </a:lnTo>
                <a:moveTo>
                  <a:pt x="1312601" y="520760"/>
                </a:moveTo>
                <a:lnTo>
                  <a:pt x="1309857" y="506910"/>
                </a:lnTo>
                <a:moveTo>
                  <a:pt x="1231163" y="812070"/>
                </a:moveTo>
                <a:lnTo>
                  <a:pt x="1251770" y="770655"/>
                </a:lnTo>
                <a:moveTo>
                  <a:pt x="1740387" y="667059"/>
                </a:moveTo>
                <a:lnTo>
                  <a:pt x="1757466" y="622794"/>
                </a:lnTo>
                <a:moveTo>
                  <a:pt x="1816743" y="692878"/>
                </a:moveTo>
                <a:lnTo>
                  <a:pt x="1785156" y="684301"/>
                </a:lnTo>
                <a:moveTo>
                  <a:pt x="1884001" y="657803"/>
                </a:moveTo>
                <a:lnTo>
                  <a:pt x="1859513" y="662199"/>
                </a:lnTo>
                <a:moveTo>
                  <a:pt x="1757466" y="622794"/>
                </a:moveTo>
                <a:lnTo>
                  <a:pt x="1776689" y="586837"/>
                </a:lnTo>
                <a:moveTo>
                  <a:pt x="1740387" y="667059"/>
                </a:moveTo>
                <a:lnTo>
                  <a:pt x="1785156" y="684301"/>
                </a:lnTo>
                <a:moveTo>
                  <a:pt x="1035341" y="433545"/>
                </a:moveTo>
                <a:lnTo>
                  <a:pt x="1071305" y="440782"/>
                </a:lnTo>
                <a:moveTo>
                  <a:pt x="1049978" y="475185"/>
                </a:moveTo>
                <a:lnTo>
                  <a:pt x="1071305" y="440782"/>
                </a:lnTo>
                <a:moveTo>
                  <a:pt x="1483558" y="630794"/>
                </a:moveTo>
                <a:lnTo>
                  <a:pt x="1521994" y="650298"/>
                </a:lnTo>
                <a:moveTo>
                  <a:pt x="1339716" y="839763"/>
                </a:moveTo>
                <a:lnTo>
                  <a:pt x="1330495" y="818390"/>
                </a:lnTo>
                <a:moveTo>
                  <a:pt x="1193743" y="520400"/>
                </a:moveTo>
                <a:lnTo>
                  <a:pt x="1217016" y="488435"/>
                </a:lnTo>
                <a:moveTo>
                  <a:pt x="1177544" y="1082409"/>
                </a:moveTo>
                <a:lnTo>
                  <a:pt x="1204425" y="1093412"/>
                </a:lnTo>
                <a:moveTo>
                  <a:pt x="1159269" y="990409"/>
                </a:moveTo>
                <a:lnTo>
                  <a:pt x="1210626" y="967133"/>
                </a:lnTo>
                <a:moveTo>
                  <a:pt x="1258164" y="519720"/>
                </a:moveTo>
                <a:lnTo>
                  <a:pt x="1193743" y="520400"/>
                </a:lnTo>
                <a:moveTo>
                  <a:pt x="1265593" y="504317"/>
                </a:moveTo>
                <a:lnTo>
                  <a:pt x="1309857" y="506910"/>
                </a:lnTo>
                <a:moveTo>
                  <a:pt x="1501546" y="846907"/>
                </a:moveTo>
                <a:lnTo>
                  <a:pt x="1525492" y="807750"/>
                </a:lnTo>
                <a:moveTo>
                  <a:pt x="1178625" y="482643"/>
                </a:moveTo>
                <a:lnTo>
                  <a:pt x="1217016" y="488435"/>
                </a:lnTo>
                <a:moveTo>
                  <a:pt x="1451874" y="774600"/>
                </a:moveTo>
                <a:lnTo>
                  <a:pt x="1417318" y="774462"/>
                </a:lnTo>
                <a:moveTo>
                  <a:pt x="1338660" y="838920"/>
                </a:moveTo>
                <a:lnTo>
                  <a:pt x="1330495" y="818390"/>
                </a:lnTo>
                <a:moveTo>
                  <a:pt x="1243210" y="937071"/>
                </a:moveTo>
                <a:lnTo>
                  <a:pt x="1264590" y="936289"/>
                </a:lnTo>
                <a:moveTo>
                  <a:pt x="1428211" y="874620"/>
                </a:moveTo>
                <a:lnTo>
                  <a:pt x="1429202" y="879692"/>
                </a:lnTo>
                <a:moveTo>
                  <a:pt x="1858195" y="535335"/>
                </a:moveTo>
                <a:lnTo>
                  <a:pt x="1906646" y="532169"/>
                </a:lnTo>
                <a:moveTo>
                  <a:pt x="1313533" y="777883"/>
                </a:moveTo>
                <a:lnTo>
                  <a:pt x="1330495" y="818390"/>
                </a:lnTo>
                <a:moveTo>
                  <a:pt x="1906377" y="559742"/>
                </a:moveTo>
                <a:lnTo>
                  <a:pt x="1941828" y="568472"/>
                </a:lnTo>
                <a:moveTo>
                  <a:pt x="1439821" y="613183"/>
                </a:moveTo>
                <a:lnTo>
                  <a:pt x="1491853" y="589666"/>
                </a:lnTo>
                <a:moveTo>
                  <a:pt x="1390677" y="812405"/>
                </a:moveTo>
                <a:lnTo>
                  <a:pt x="1398791" y="813730"/>
                </a:lnTo>
                <a:moveTo>
                  <a:pt x="1240546" y="495104"/>
                </a:moveTo>
                <a:lnTo>
                  <a:pt x="1193743" y="520400"/>
                </a:lnTo>
                <a:moveTo>
                  <a:pt x="1447966" y="850855"/>
                </a:moveTo>
                <a:lnTo>
                  <a:pt x="1473706" y="865252"/>
                </a:lnTo>
                <a:moveTo>
                  <a:pt x="1497450" y="735394"/>
                </a:moveTo>
                <a:lnTo>
                  <a:pt x="1544481" y="713664"/>
                </a:lnTo>
                <a:moveTo>
                  <a:pt x="1408420" y="555276"/>
                </a:moveTo>
                <a:lnTo>
                  <a:pt x="1451695" y="570777"/>
                </a:lnTo>
                <a:moveTo>
                  <a:pt x="1235994" y="553054"/>
                </a:moveTo>
                <a:lnTo>
                  <a:pt x="1258164" y="519720"/>
                </a:lnTo>
                <a:moveTo>
                  <a:pt x="1428211" y="874620"/>
                </a:moveTo>
                <a:lnTo>
                  <a:pt x="1420772" y="881754"/>
                </a:lnTo>
                <a:moveTo>
                  <a:pt x="1254947" y="765410"/>
                </a:moveTo>
                <a:lnTo>
                  <a:pt x="1251770" y="770655"/>
                </a:lnTo>
                <a:moveTo>
                  <a:pt x="1513743" y="691410"/>
                </a:moveTo>
                <a:lnTo>
                  <a:pt x="1521994" y="650298"/>
                </a:lnTo>
                <a:moveTo>
                  <a:pt x="1268181" y="557487"/>
                </a:moveTo>
                <a:lnTo>
                  <a:pt x="1235994" y="553054"/>
                </a:lnTo>
                <a:moveTo>
                  <a:pt x="1338636" y="582859"/>
                </a:moveTo>
                <a:lnTo>
                  <a:pt x="1322052" y="611588"/>
                </a:lnTo>
                <a:moveTo>
                  <a:pt x="1322052" y="611588"/>
                </a:moveTo>
                <a:lnTo>
                  <a:pt x="1386884" y="598858"/>
                </a:lnTo>
                <a:moveTo>
                  <a:pt x="1520036" y="798725"/>
                </a:moveTo>
                <a:lnTo>
                  <a:pt x="1525492" y="807750"/>
                </a:lnTo>
                <a:moveTo>
                  <a:pt x="1808931" y="589482"/>
                </a:moveTo>
                <a:lnTo>
                  <a:pt x="1848493" y="541935"/>
                </a:lnTo>
                <a:moveTo>
                  <a:pt x="1150366" y="1034671"/>
                </a:moveTo>
                <a:lnTo>
                  <a:pt x="1166567" y="1007450"/>
                </a:lnTo>
                <a:moveTo>
                  <a:pt x="1455803" y="686590"/>
                </a:moveTo>
                <a:lnTo>
                  <a:pt x="1448689" y="673288"/>
                </a:lnTo>
                <a:moveTo>
                  <a:pt x="1856690" y="544256"/>
                </a:moveTo>
                <a:lnTo>
                  <a:pt x="1906646" y="532169"/>
                </a:lnTo>
                <a:moveTo>
                  <a:pt x="1283916" y="584072"/>
                </a:moveTo>
                <a:lnTo>
                  <a:pt x="1322052" y="611588"/>
                </a:lnTo>
                <a:moveTo>
                  <a:pt x="1338636" y="582859"/>
                </a:moveTo>
                <a:lnTo>
                  <a:pt x="1356371" y="538359"/>
                </a:lnTo>
                <a:moveTo>
                  <a:pt x="1386884" y="598858"/>
                </a:moveTo>
                <a:lnTo>
                  <a:pt x="1356371" y="538359"/>
                </a:lnTo>
                <a:moveTo>
                  <a:pt x="1257046" y="895916"/>
                </a:moveTo>
                <a:lnTo>
                  <a:pt x="1256440" y="874440"/>
                </a:lnTo>
                <a:moveTo>
                  <a:pt x="1461765" y="729115"/>
                </a:moveTo>
                <a:lnTo>
                  <a:pt x="1455803" y="686590"/>
                </a:lnTo>
                <a:moveTo>
                  <a:pt x="1341178" y="955355"/>
                </a:moveTo>
                <a:lnTo>
                  <a:pt x="1379196" y="907113"/>
                </a:lnTo>
                <a:moveTo>
                  <a:pt x="1788268" y="693349"/>
                </a:moveTo>
                <a:lnTo>
                  <a:pt x="1785156" y="684301"/>
                </a:lnTo>
                <a:moveTo>
                  <a:pt x="1344405" y="947651"/>
                </a:moveTo>
                <a:lnTo>
                  <a:pt x="1341178" y="955355"/>
                </a:lnTo>
                <a:moveTo>
                  <a:pt x="1307613" y="990179"/>
                </a:moveTo>
                <a:lnTo>
                  <a:pt x="1326523" y="971160"/>
                </a:lnTo>
                <a:moveTo>
                  <a:pt x="1442345" y="820249"/>
                </a:moveTo>
                <a:lnTo>
                  <a:pt x="1417318" y="774462"/>
                </a:lnTo>
                <a:moveTo>
                  <a:pt x="1177544" y="1082409"/>
                </a:moveTo>
                <a:lnTo>
                  <a:pt x="1166261" y="1065981"/>
                </a:lnTo>
                <a:moveTo>
                  <a:pt x="1455803" y="686590"/>
                </a:moveTo>
                <a:lnTo>
                  <a:pt x="1462368" y="676527"/>
                </a:lnTo>
                <a:moveTo>
                  <a:pt x="1261603" y="919522"/>
                </a:moveTo>
                <a:lnTo>
                  <a:pt x="1256440" y="874440"/>
                </a:lnTo>
                <a:moveTo>
                  <a:pt x="1428211" y="874620"/>
                </a:moveTo>
                <a:lnTo>
                  <a:pt x="1398791" y="813730"/>
                </a:lnTo>
                <a:moveTo>
                  <a:pt x="1906377" y="559742"/>
                </a:moveTo>
                <a:lnTo>
                  <a:pt x="1906646" y="532169"/>
                </a:lnTo>
                <a:moveTo>
                  <a:pt x="1312601" y="520760"/>
                </a:moveTo>
                <a:lnTo>
                  <a:pt x="1356371" y="538359"/>
                </a:lnTo>
                <a:moveTo>
                  <a:pt x="1448689" y="673288"/>
                </a:moveTo>
                <a:lnTo>
                  <a:pt x="1462368" y="676527"/>
                </a:lnTo>
                <a:moveTo>
                  <a:pt x="1448689" y="673288"/>
                </a:moveTo>
                <a:lnTo>
                  <a:pt x="1425374" y="636148"/>
                </a:lnTo>
                <a:moveTo>
                  <a:pt x="1237438" y="858701"/>
                </a:moveTo>
                <a:lnTo>
                  <a:pt x="1256440" y="874440"/>
                </a:lnTo>
                <a:moveTo>
                  <a:pt x="1906377" y="559742"/>
                </a:moveTo>
                <a:lnTo>
                  <a:pt x="1940421" y="580815"/>
                </a:lnTo>
                <a:moveTo>
                  <a:pt x="1218809" y="1100616"/>
                </a:moveTo>
                <a:lnTo>
                  <a:pt x="1262513" y="1111571"/>
                </a:lnTo>
                <a:moveTo>
                  <a:pt x="1856506" y="681313"/>
                </a:moveTo>
                <a:lnTo>
                  <a:pt x="1859513" y="662199"/>
                </a:lnTo>
                <a:moveTo>
                  <a:pt x="1850074" y="546619"/>
                </a:moveTo>
                <a:lnTo>
                  <a:pt x="1858195" y="535335"/>
                </a:lnTo>
                <a:moveTo>
                  <a:pt x="1313533" y="777883"/>
                </a:moveTo>
                <a:lnTo>
                  <a:pt x="1291534" y="793330"/>
                </a:lnTo>
                <a:moveTo>
                  <a:pt x="1222196" y="801899"/>
                </a:moveTo>
                <a:lnTo>
                  <a:pt x="1231163" y="812070"/>
                </a:lnTo>
                <a:moveTo>
                  <a:pt x="1338636" y="582859"/>
                </a:moveTo>
                <a:lnTo>
                  <a:pt x="1386884" y="598858"/>
                </a:lnTo>
                <a:moveTo>
                  <a:pt x="1379196" y="907113"/>
                </a:moveTo>
                <a:lnTo>
                  <a:pt x="1420772" y="881754"/>
                </a:lnTo>
                <a:moveTo>
                  <a:pt x="1217016" y="488435"/>
                </a:moveTo>
                <a:lnTo>
                  <a:pt x="1265702" y="497296"/>
                </a:lnTo>
                <a:moveTo>
                  <a:pt x="1520036" y="798725"/>
                </a:moveTo>
                <a:lnTo>
                  <a:pt x="1534525" y="755385"/>
                </a:lnTo>
                <a:moveTo>
                  <a:pt x="1150366" y="1034671"/>
                </a:moveTo>
                <a:lnTo>
                  <a:pt x="1166261" y="1065981"/>
                </a:lnTo>
                <a:moveTo>
                  <a:pt x="1282478" y="1084265"/>
                </a:moveTo>
                <a:lnTo>
                  <a:pt x="1262513" y="1111571"/>
                </a:lnTo>
                <a:moveTo>
                  <a:pt x="1159269" y="990409"/>
                </a:moveTo>
                <a:lnTo>
                  <a:pt x="1207767" y="960641"/>
                </a:lnTo>
                <a:moveTo>
                  <a:pt x="1788268" y="693349"/>
                </a:moveTo>
                <a:lnTo>
                  <a:pt x="1816743" y="692878"/>
                </a:lnTo>
                <a:moveTo>
                  <a:pt x="1462368" y="676527"/>
                </a:moveTo>
                <a:lnTo>
                  <a:pt x="1425374" y="636148"/>
                </a:lnTo>
                <a:moveTo>
                  <a:pt x="1150366" y="1034671"/>
                </a:moveTo>
                <a:lnTo>
                  <a:pt x="1158881" y="1053928"/>
                </a:lnTo>
                <a:moveTo>
                  <a:pt x="1265593" y="504317"/>
                </a:moveTo>
                <a:lnTo>
                  <a:pt x="1265702" y="497296"/>
                </a:lnTo>
                <a:moveTo>
                  <a:pt x="1884001" y="657803"/>
                </a:moveTo>
                <a:lnTo>
                  <a:pt x="1921920" y="627691"/>
                </a:lnTo>
                <a:moveTo>
                  <a:pt x="1237438" y="858701"/>
                </a:moveTo>
                <a:lnTo>
                  <a:pt x="1231163" y="812070"/>
                </a:lnTo>
                <a:moveTo>
                  <a:pt x="1283916" y="584072"/>
                </a:moveTo>
                <a:lnTo>
                  <a:pt x="1338636" y="582859"/>
                </a:lnTo>
                <a:moveTo>
                  <a:pt x="1884001" y="657803"/>
                </a:moveTo>
                <a:lnTo>
                  <a:pt x="1923410" y="625056"/>
                </a:lnTo>
                <a:moveTo>
                  <a:pt x="1701607" y="647677"/>
                </a:moveTo>
                <a:lnTo>
                  <a:pt x="1757466" y="622794"/>
                </a:lnTo>
                <a:moveTo>
                  <a:pt x="1228859" y="838805"/>
                </a:moveTo>
                <a:lnTo>
                  <a:pt x="1231163" y="812070"/>
                </a:lnTo>
                <a:moveTo>
                  <a:pt x="1462368" y="676527"/>
                </a:moveTo>
                <a:lnTo>
                  <a:pt x="1483558" y="630794"/>
                </a:lnTo>
                <a:moveTo>
                  <a:pt x="1344405" y="947651"/>
                </a:moveTo>
                <a:lnTo>
                  <a:pt x="1326523" y="971160"/>
                </a:lnTo>
                <a:moveTo>
                  <a:pt x="1439821" y="613183"/>
                </a:moveTo>
                <a:lnTo>
                  <a:pt x="1451695" y="570777"/>
                </a:lnTo>
                <a:moveTo>
                  <a:pt x="1495242" y="851183"/>
                </a:moveTo>
                <a:lnTo>
                  <a:pt x="1501546" y="846907"/>
                </a:lnTo>
                <a:moveTo>
                  <a:pt x="1393890" y="598672"/>
                </a:moveTo>
                <a:lnTo>
                  <a:pt x="1408420" y="555276"/>
                </a:lnTo>
                <a:moveTo>
                  <a:pt x="1734004" y="605681"/>
                </a:moveTo>
                <a:lnTo>
                  <a:pt x="1757466" y="622794"/>
                </a:lnTo>
                <a:moveTo>
                  <a:pt x="1240546" y="495104"/>
                </a:moveTo>
                <a:lnTo>
                  <a:pt x="1265702" y="497296"/>
                </a:lnTo>
                <a:moveTo>
                  <a:pt x="1848493" y="541935"/>
                </a:moveTo>
                <a:lnTo>
                  <a:pt x="1850074" y="546619"/>
                </a:lnTo>
                <a:moveTo>
                  <a:pt x="1222196" y="801899"/>
                </a:moveTo>
                <a:lnTo>
                  <a:pt x="1251770" y="770655"/>
                </a:lnTo>
                <a:moveTo>
                  <a:pt x="1161971" y="987775"/>
                </a:moveTo>
                <a:lnTo>
                  <a:pt x="1207767" y="960641"/>
                </a:lnTo>
                <a:moveTo>
                  <a:pt x="1730231" y="708852"/>
                </a:moveTo>
                <a:lnTo>
                  <a:pt x="1785156" y="684301"/>
                </a:lnTo>
                <a:moveTo>
                  <a:pt x="1296329" y="564737"/>
                </a:moveTo>
                <a:lnTo>
                  <a:pt x="1356371" y="538359"/>
                </a:lnTo>
                <a:moveTo>
                  <a:pt x="1243210" y="937071"/>
                </a:moveTo>
                <a:lnTo>
                  <a:pt x="1221248" y="952408"/>
                </a:lnTo>
                <a:moveTo>
                  <a:pt x="1439821" y="613183"/>
                </a:moveTo>
                <a:lnTo>
                  <a:pt x="1408420" y="555276"/>
                </a:lnTo>
                <a:moveTo>
                  <a:pt x="1501546" y="846907"/>
                </a:moveTo>
                <a:lnTo>
                  <a:pt x="1520036" y="798725"/>
                </a:lnTo>
                <a:moveTo>
                  <a:pt x="1222196" y="801899"/>
                </a:moveTo>
                <a:lnTo>
                  <a:pt x="1254947" y="765410"/>
                </a:lnTo>
                <a:moveTo>
                  <a:pt x="1283916" y="584072"/>
                </a:moveTo>
                <a:lnTo>
                  <a:pt x="1268181" y="557487"/>
                </a:lnTo>
                <a:moveTo>
                  <a:pt x="1341178" y="955355"/>
                </a:moveTo>
                <a:lnTo>
                  <a:pt x="1357372" y="929387"/>
                </a:lnTo>
                <a:moveTo>
                  <a:pt x="1265593" y="504317"/>
                </a:moveTo>
                <a:lnTo>
                  <a:pt x="1312601" y="520760"/>
                </a:lnTo>
                <a:moveTo>
                  <a:pt x="1499931" y="844071"/>
                </a:moveTo>
                <a:lnTo>
                  <a:pt x="1501546" y="846907"/>
                </a:lnTo>
                <a:moveTo>
                  <a:pt x="1342066" y="840454"/>
                </a:moveTo>
                <a:lnTo>
                  <a:pt x="1390677" y="812405"/>
                </a:lnTo>
                <a:moveTo>
                  <a:pt x="1282478" y="1084265"/>
                </a:moveTo>
                <a:lnTo>
                  <a:pt x="1297304" y="1040804"/>
                </a:lnTo>
                <a:moveTo>
                  <a:pt x="1258164" y="519720"/>
                </a:moveTo>
                <a:lnTo>
                  <a:pt x="1265593" y="504317"/>
                </a:lnTo>
                <a:moveTo>
                  <a:pt x="1268181" y="557487"/>
                </a:moveTo>
                <a:lnTo>
                  <a:pt x="1258164" y="519720"/>
                </a:lnTo>
                <a:moveTo>
                  <a:pt x="1462368" y="676527"/>
                </a:moveTo>
                <a:lnTo>
                  <a:pt x="1513743" y="691410"/>
                </a:lnTo>
                <a:moveTo>
                  <a:pt x="1393890" y="598672"/>
                </a:moveTo>
                <a:lnTo>
                  <a:pt x="1386884" y="598858"/>
                </a:lnTo>
                <a:moveTo>
                  <a:pt x="1425374" y="636148"/>
                </a:moveTo>
                <a:lnTo>
                  <a:pt x="1393890" y="598672"/>
                </a:lnTo>
                <a:moveTo>
                  <a:pt x="1856506" y="681313"/>
                </a:moveTo>
                <a:lnTo>
                  <a:pt x="1840221" y="679766"/>
                </a:lnTo>
                <a:moveTo>
                  <a:pt x="1429202" y="879692"/>
                </a:moveTo>
                <a:lnTo>
                  <a:pt x="1447966" y="850855"/>
                </a:lnTo>
                <a:moveTo>
                  <a:pt x="1451874" y="774600"/>
                </a:moveTo>
                <a:lnTo>
                  <a:pt x="1461765" y="729115"/>
                </a:lnTo>
                <a:moveTo>
                  <a:pt x="1701607" y="647677"/>
                </a:moveTo>
                <a:lnTo>
                  <a:pt x="1740387" y="667059"/>
                </a:lnTo>
                <a:moveTo>
                  <a:pt x="1721239" y="610821"/>
                </a:moveTo>
                <a:lnTo>
                  <a:pt x="1757466" y="622794"/>
                </a:lnTo>
                <a:moveTo>
                  <a:pt x="1240546" y="495104"/>
                </a:moveTo>
                <a:lnTo>
                  <a:pt x="1217016" y="488435"/>
                </a:lnTo>
                <a:moveTo>
                  <a:pt x="1258164" y="519720"/>
                </a:moveTo>
                <a:lnTo>
                  <a:pt x="1240546" y="495104"/>
                </a:lnTo>
                <a:moveTo>
                  <a:pt x="1497450" y="735394"/>
                </a:moveTo>
                <a:lnTo>
                  <a:pt x="1534525" y="755385"/>
                </a:lnTo>
                <a:moveTo>
                  <a:pt x="1813471" y="576104"/>
                </a:moveTo>
                <a:lnTo>
                  <a:pt x="1808931" y="589482"/>
                </a:lnTo>
                <a:moveTo>
                  <a:pt x="1499931" y="844071"/>
                </a:moveTo>
                <a:lnTo>
                  <a:pt x="1495242" y="851183"/>
                </a:lnTo>
                <a:moveTo>
                  <a:pt x="1379196" y="907113"/>
                </a:moveTo>
                <a:lnTo>
                  <a:pt x="1428211" y="874620"/>
                </a:lnTo>
                <a:moveTo>
                  <a:pt x="1389282" y="855292"/>
                </a:moveTo>
                <a:lnTo>
                  <a:pt x="1390677" y="812405"/>
                </a:lnTo>
                <a:moveTo>
                  <a:pt x="1296329" y="564737"/>
                </a:moveTo>
                <a:lnTo>
                  <a:pt x="1338636" y="582859"/>
                </a:lnTo>
                <a:moveTo>
                  <a:pt x="1462368" y="676527"/>
                </a:moveTo>
                <a:lnTo>
                  <a:pt x="1439821" y="613183"/>
                </a:lnTo>
                <a:moveTo>
                  <a:pt x="1425374" y="636148"/>
                </a:moveTo>
                <a:lnTo>
                  <a:pt x="1439821" y="613183"/>
                </a:lnTo>
                <a:moveTo>
                  <a:pt x="1734004" y="605681"/>
                </a:moveTo>
                <a:lnTo>
                  <a:pt x="1776689" y="586837"/>
                </a:lnTo>
                <a:moveTo>
                  <a:pt x="1240546" y="495104"/>
                </a:moveTo>
                <a:lnTo>
                  <a:pt x="1265593" y="504317"/>
                </a:lnTo>
                <a:moveTo>
                  <a:pt x="1848493" y="541935"/>
                </a:moveTo>
                <a:lnTo>
                  <a:pt x="1858195" y="535335"/>
                </a:lnTo>
                <a:moveTo>
                  <a:pt x="1297906" y="1035748"/>
                </a:moveTo>
                <a:lnTo>
                  <a:pt x="1297304" y="1040804"/>
                </a:lnTo>
                <a:moveTo>
                  <a:pt x="1730231" y="708852"/>
                </a:moveTo>
                <a:lnTo>
                  <a:pt x="1740387" y="667059"/>
                </a:lnTo>
                <a:moveTo>
                  <a:pt x="1497450" y="735394"/>
                </a:moveTo>
                <a:lnTo>
                  <a:pt x="1455803" y="686590"/>
                </a:lnTo>
                <a:moveTo>
                  <a:pt x="1313453" y="777630"/>
                </a:moveTo>
                <a:lnTo>
                  <a:pt x="1251770" y="770655"/>
                </a:lnTo>
                <a:moveTo>
                  <a:pt x="1313533" y="777883"/>
                </a:moveTo>
                <a:lnTo>
                  <a:pt x="1251770" y="770655"/>
                </a:lnTo>
                <a:moveTo>
                  <a:pt x="1164844" y="988418"/>
                </a:moveTo>
                <a:lnTo>
                  <a:pt x="1207767" y="960641"/>
                </a:lnTo>
                <a:moveTo>
                  <a:pt x="1439821" y="613183"/>
                </a:moveTo>
                <a:lnTo>
                  <a:pt x="1483558" y="630794"/>
                </a:lnTo>
                <a:moveTo>
                  <a:pt x="1207767" y="960641"/>
                </a:moveTo>
                <a:lnTo>
                  <a:pt x="1243210" y="937071"/>
                </a:lnTo>
                <a:moveTo>
                  <a:pt x="1856690" y="544256"/>
                </a:moveTo>
                <a:lnTo>
                  <a:pt x="1858195" y="535335"/>
                </a:lnTo>
                <a:moveTo>
                  <a:pt x="1499931" y="844071"/>
                </a:moveTo>
                <a:lnTo>
                  <a:pt x="1520036" y="798725"/>
                </a:lnTo>
                <a:moveTo>
                  <a:pt x="1283916" y="584072"/>
                </a:moveTo>
                <a:lnTo>
                  <a:pt x="1296329" y="564737"/>
                </a:lnTo>
                <a:moveTo>
                  <a:pt x="1307613" y="990179"/>
                </a:moveTo>
                <a:lnTo>
                  <a:pt x="1344405" y="947651"/>
                </a:lnTo>
                <a:moveTo>
                  <a:pt x="1296329" y="564737"/>
                </a:moveTo>
                <a:lnTo>
                  <a:pt x="1312601" y="520760"/>
                </a:lnTo>
                <a:moveTo>
                  <a:pt x="1313453" y="777630"/>
                </a:moveTo>
                <a:lnTo>
                  <a:pt x="1254947" y="765410"/>
                </a:lnTo>
                <a:moveTo>
                  <a:pt x="1296329" y="564737"/>
                </a:moveTo>
                <a:lnTo>
                  <a:pt x="1258164" y="519720"/>
                </a:lnTo>
                <a:moveTo>
                  <a:pt x="1389282" y="855292"/>
                </a:moveTo>
                <a:lnTo>
                  <a:pt x="1398791" y="813730"/>
                </a:lnTo>
                <a:moveTo>
                  <a:pt x="1894428" y="602175"/>
                </a:moveTo>
                <a:lnTo>
                  <a:pt x="1940421" y="580815"/>
                </a:lnTo>
                <a:moveTo>
                  <a:pt x="1461765" y="729115"/>
                </a:moveTo>
                <a:lnTo>
                  <a:pt x="1497450" y="735394"/>
                </a:lnTo>
                <a:moveTo>
                  <a:pt x="1296329" y="564737"/>
                </a:moveTo>
                <a:lnTo>
                  <a:pt x="1265593" y="504317"/>
                </a:lnTo>
                <a:moveTo>
                  <a:pt x="1268181" y="557487"/>
                </a:moveTo>
                <a:lnTo>
                  <a:pt x="1296329" y="564737"/>
                </a:lnTo>
                <a:moveTo>
                  <a:pt x="1442345" y="820249"/>
                </a:moveTo>
                <a:lnTo>
                  <a:pt x="1398791" y="813730"/>
                </a:lnTo>
                <a:moveTo>
                  <a:pt x="1684691" y="691885"/>
                </a:moveTo>
                <a:lnTo>
                  <a:pt x="1740387" y="667059"/>
                </a:lnTo>
                <a:moveTo>
                  <a:pt x="1297906" y="1035748"/>
                </a:moveTo>
                <a:lnTo>
                  <a:pt x="1307613" y="990179"/>
                </a:lnTo>
                <a:moveTo>
                  <a:pt x="1497450" y="735394"/>
                </a:moveTo>
                <a:lnTo>
                  <a:pt x="1462368" y="676527"/>
                </a:lnTo>
                <a:moveTo>
                  <a:pt x="1480299" y="779685"/>
                </a:moveTo>
                <a:lnTo>
                  <a:pt x="1534525" y="755385"/>
                </a:lnTo>
                <a:moveTo>
                  <a:pt x="1848493" y="541935"/>
                </a:moveTo>
                <a:lnTo>
                  <a:pt x="1856690" y="544256"/>
                </a:lnTo>
                <a:moveTo>
                  <a:pt x="1254947" y="765410"/>
                </a:moveTo>
                <a:lnTo>
                  <a:pt x="1284881" y="722155"/>
                </a:lnTo>
                <a:moveTo>
                  <a:pt x="1393890" y="598672"/>
                </a:moveTo>
                <a:lnTo>
                  <a:pt x="1439821" y="613183"/>
                </a:lnTo>
                <a:moveTo>
                  <a:pt x="1389282" y="855292"/>
                </a:moveTo>
                <a:lnTo>
                  <a:pt x="1428211" y="874620"/>
                </a:lnTo>
                <a:moveTo>
                  <a:pt x="1428211" y="874620"/>
                </a:moveTo>
                <a:lnTo>
                  <a:pt x="1442345" y="820249"/>
                </a:lnTo>
                <a:moveTo>
                  <a:pt x="1227713" y="954200"/>
                </a:moveTo>
                <a:lnTo>
                  <a:pt x="1207767" y="960641"/>
                </a:lnTo>
                <a:moveTo>
                  <a:pt x="1791605" y="592459"/>
                </a:moveTo>
                <a:lnTo>
                  <a:pt x="1808931" y="589482"/>
                </a:lnTo>
                <a:moveTo>
                  <a:pt x="1261603" y="919522"/>
                </a:moveTo>
                <a:lnTo>
                  <a:pt x="1257046" y="895916"/>
                </a:lnTo>
                <a:moveTo>
                  <a:pt x="1894428" y="602175"/>
                </a:moveTo>
                <a:lnTo>
                  <a:pt x="1923410" y="625056"/>
                </a:lnTo>
                <a:moveTo>
                  <a:pt x="1480299" y="779685"/>
                </a:moveTo>
                <a:lnTo>
                  <a:pt x="1461765" y="729115"/>
                </a:lnTo>
                <a:moveTo>
                  <a:pt x="1257046" y="895916"/>
                </a:moveTo>
                <a:lnTo>
                  <a:pt x="1237438" y="858701"/>
                </a:lnTo>
                <a:moveTo>
                  <a:pt x="1856690" y="544256"/>
                </a:moveTo>
                <a:lnTo>
                  <a:pt x="1906377" y="559742"/>
                </a:lnTo>
                <a:moveTo>
                  <a:pt x="1428211" y="874620"/>
                </a:moveTo>
                <a:lnTo>
                  <a:pt x="1447966" y="850855"/>
                </a:lnTo>
                <a:moveTo>
                  <a:pt x="1730231" y="708852"/>
                </a:moveTo>
                <a:lnTo>
                  <a:pt x="1788268" y="693349"/>
                </a:lnTo>
                <a:moveTo>
                  <a:pt x="1159269" y="990409"/>
                </a:moveTo>
                <a:lnTo>
                  <a:pt x="1161971" y="987775"/>
                </a:lnTo>
                <a:moveTo>
                  <a:pt x="1228859" y="838805"/>
                </a:moveTo>
                <a:lnTo>
                  <a:pt x="1222196" y="801899"/>
                </a:lnTo>
                <a:moveTo>
                  <a:pt x="1497450" y="735394"/>
                </a:moveTo>
                <a:lnTo>
                  <a:pt x="1513743" y="691410"/>
                </a:lnTo>
                <a:moveTo>
                  <a:pt x="1159023" y="988631"/>
                </a:moveTo>
                <a:lnTo>
                  <a:pt x="1159269" y="990409"/>
                </a:lnTo>
                <a:moveTo>
                  <a:pt x="1812194" y="672168"/>
                </a:moveTo>
                <a:lnTo>
                  <a:pt x="1840221" y="679766"/>
                </a:lnTo>
                <a:moveTo>
                  <a:pt x="1237438" y="858701"/>
                </a:moveTo>
                <a:lnTo>
                  <a:pt x="1228859" y="838805"/>
                </a:lnTo>
                <a:moveTo>
                  <a:pt x="1447966" y="850855"/>
                </a:moveTo>
                <a:lnTo>
                  <a:pt x="1495242" y="851183"/>
                </a:lnTo>
                <a:moveTo>
                  <a:pt x="1276532" y="1076062"/>
                </a:moveTo>
                <a:lnTo>
                  <a:pt x="1297304" y="1040804"/>
                </a:lnTo>
                <a:moveTo>
                  <a:pt x="1157485" y="1001122"/>
                </a:moveTo>
                <a:lnTo>
                  <a:pt x="1159269" y="990409"/>
                </a:lnTo>
                <a:moveTo>
                  <a:pt x="1177544" y="1082409"/>
                </a:moveTo>
                <a:lnTo>
                  <a:pt x="1218809" y="1100616"/>
                </a:lnTo>
                <a:moveTo>
                  <a:pt x="1876635" y="646695"/>
                </a:moveTo>
                <a:lnTo>
                  <a:pt x="1923410" y="625056"/>
                </a:lnTo>
                <a:moveTo>
                  <a:pt x="1159023" y="988631"/>
                </a:moveTo>
                <a:lnTo>
                  <a:pt x="1161971" y="987775"/>
                </a:lnTo>
                <a:moveTo>
                  <a:pt x="1480299" y="779685"/>
                </a:moveTo>
                <a:lnTo>
                  <a:pt x="1520036" y="798725"/>
                </a:lnTo>
                <a:moveTo>
                  <a:pt x="1447966" y="850855"/>
                </a:moveTo>
                <a:lnTo>
                  <a:pt x="1499931" y="844071"/>
                </a:lnTo>
                <a:moveTo>
                  <a:pt x="1442345" y="820249"/>
                </a:moveTo>
                <a:lnTo>
                  <a:pt x="1451874" y="774600"/>
                </a:lnTo>
                <a:moveTo>
                  <a:pt x="1374363" y="898786"/>
                </a:moveTo>
                <a:lnTo>
                  <a:pt x="1428211" y="874620"/>
                </a:lnTo>
                <a:moveTo>
                  <a:pt x="1342066" y="840454"/>
                </a:moveTo>
                <a:lnTo>
                  <a:pt x="1339716" y="839763"/>
                </a:lnTo>
                <a:moveTo>
                  <a:pt x="1747872" y="711805"/>
                </a:moveTo>
                <a:lnTo>
                  <a:pt x="1788268" y="693349"/>
                </a:lnTo>
                <a:moveTo>
                  <a:pt x="1339665" y="841105"/>
                </a:moveTo>
                <a:lnTo>
                  <a:pt x="1339716" y="839763"/>
                </a:lnTo>
                <a:moveTo>
                  <a:pt x="1338660" y="838920"/>
                </a:moveTo>
                <a:lnTo>
                  <a:pt x="1339716" y="839763"/>
                </a:lnTo>
                <a:moveTo>
                  <a:pt x="1157485" y="1001122"/>
                </a:moveTo>
                <a:lnTo>
                  <a:pt x="1159023" y="988631"/>
                </a:lnTo>
                <a:moveTo>
                  <a:pt x="1339665" y="841105"/>
                </a:moveTo>
                <a:lnTo>
                  <a:pt x="1342066" y="840454"/>
                </a:lnTo>
                <a:moveTo>
                  <a:pt x="1357372" y="929387"/>
                </a:moveTo>
                <a:lnTo>
                  <a:pt x="1379196" y="907113"/>
                </a:lnTo>
                <a:moveTo>
                  <a:pt x="1451874" y="774600"/>
                </a:moveTo>
                <a:lnTo>
                  <a:pt x="1480299" y="779685"/>
                </a:lnTo>
                <a:moveTo>
                  <a:pt x="1344405" y="947651"/>
                </a:moveTo>
                <a:lnTo>
                  <a:pt x="1357372" y="929387"/>
                </a:lnTo>
                <a:moveTo>
                  <a:pt x="1243210" y="937071"/>
                </a:moveTo>
                <a:lnTo>
                  <a:pt x="1261603" y="919522"/>
                </a:lnTo>
                <a:moveTo>
                  <a:pt x="1809316" y="675672"/>
                </a:moveTo>
                <a:lnTo>
                  <a:pt x="1816743" y="692878"/>
                </a:lnTo>
                <a:moveTo>
                  <a:pt x="1339665" y="841105"/>
                </a:moveTo>
                <a:lnTo>
                  <a:pt x="1338660" y="838920"/>
                </a:lnTo>
                <a:moveTo>
                  <a:pt x="1791605" y="592459"/>
                </a:moveTo>
                <a:lnTo>
                  <a:pt x="1776689" y="586837"/>
                </a:lnTo>
                <a:moveTo>
                  <a:pt x="1342066" y="840454"/>
                </a:moveTo>
                <a:lnTo>
                  <a:pt x="1389282" y="855292"/>
                </a:lnTo>
                <a:moveTo>
                  <a:pt x="1307613" y="990179"/>
                </a:moveTo>
                <a:lnTo>
                  <a:pt x="1337162" y="938124"/>
                </a:lnTo>
                <a:moveTo>
                  <a:pt x="1150366" y="1034671"/>
                </a:moveTo>
                <a:lnTo>
                  <a:pt x="1159269" y="990409"/>
                </a:lnTo>
                <a:moveTo>
                  <a:pt x="1164844" y="988418"/>
                </a:moveTo>
                <a:lnTo>
                  <a:pt x="1161971" y="987775"/>
                </a:lnTo>
                <a:moveTo>
                  <a:pt x="1338660" y="838920"/>
                </a:moveTo>
                <a:lnTo>
                  <a:pt x="1313533" y="777883"/>
                </a:lnTo>
                <a:moveTo>
                  <a:pt x="1239947" y="1087730"/>
                </a:moveTo>
                <a:lnTo>
                  <a:pt x="1262513" y="1111571"/>
                </a:lnTo>
                <a:moveTo>
                  <a:pt x="1684691" y="691885"/>
                </a:moveTo>
                <a:lnTo>
                  <a:pt x="1701607" y="647677"/>
                </a:lnTo>
                <a:moveTo>
                  <a:pt x="1813471" y="576104"/>
                </a:moveTo>
                <a:lnTo>
                  <a:pt x="1848493" y="541935"/>
                </a:lnTo>
                <a:moveTo>
                  <a:pt x="1701607" y="647677"/>
                </a:moveTo>
                <a:lnTo>
                  <a:pt x="1721239" y="610821"/>
                </a:lnTo>
                <a:moveTo>
                  <a:pt x="1856506" y="681313"/>
                </a:moveTo>
                <a:lnTo>
                  <a:pt x="1884001" y="657803"/>
                </a:lnTo>
                <a:moveTo>
                  <a:pt x="1159023" y="988631"/>
                </a:moveTo>
                <a:lnTo>
                  <a:pt x="1164844" y="988418"/>
                </a:lnTo>
                <a:moveTo>
                  <a:pt x="1248298" y="748291"/>
                </a:moveTo>
                <a:lnTo>
                  <a:pt x="1254947" y="765410"/>
                </a:lnTo>
                <a:moveTo>
                  <a:pt x="1313533" y="777883"/>
                </a:moveTo>
                <a:lnTo>
                  <a:pt x="1313453" y="777630"/>
                </a:lnTo>
                <a:moveTo>
                  <a:pt x="1816743" y="692878"/>
                </a:moveTo>
                <a:lnTo>
                  <a:pt x="1812194" y="672168"/>
                </a:lnTo>
                <a:moveTo>
                  <a:pt x="1721239" y="610821"/>
                </a:moveTo>
                <a:lnTo>
                  <a:pt x="1734004" y="605681"/>
                </a:lnTo>
                <a:moveTo>
                  <a:pt x="1463863" y="823721"/>
                </a:moveTo>
                <a:lnTo>
                  <a:pt x="1520036" y="798725"/>
                </a:lnTo>
                <a:moveTo>
                  <a:pt x="1276532" y="1076062"/>
                </a:moveTo>
                <a:lnTo>
                  <a:pt x="1282478" y="1084265"/>
                </a:lnTo>
                <a:moveTo>
                  <a:pt x="1684691" y="691885"/>
                </a:moveTo>
                <a:lnTo>
                  <a:pt x="1730231" y="708852"/>
                </a:lnTo>
                <a:moveTo>
                  <a:pt x="1463863" y="823721"/>
                </a:moveTo>
                <a:lnTo>
                  <a:pt x="1499931" y="844071"/>
                </a:lnTo>
                <a:moveTo>
                  <a:pt x="1157485" y="1001122"/>
                </a:moveTo>
                <a:lnTo>
                  <a:pt x="1164844" y="988418"/>
                </a:lnTo>
                <a:moveTo>
                  <a:pt x="1846582" y="586031"/>
                </a:moveTo>
                <a:lnTo>
                  <a:pt x="1848493" y="541935"/>
                </a:lnTo>
                <a:moveTo>
                  <a:pt x="1480299" y="779685"/>
                </a:moveTo>
                <a:lnTo>
                  <a:pt x="1497450" y="735394"/>
                </a:lnTo>
                <a:moveTo>
                  <a:pt x="1313453" y="777630"/>
                </a:moveTo>
                <a:lnTo>
                  <a:pt x="1284881" y="722155"/>
                </a:lnTo>
                <a:moveTo>
                  <a:pt x="1846582" y="586031"/>
                </a:moveTo>
                <a:lnTo>
                  <a:pt x="1856690" y="544256"/>
                </a:lnTo>
                <a:moveTo>
                  <a:pt x="1374363" y="898786"/>
                </a:moveTo>
                <a:lnTo>
                  <a:pt x="1379196" y="907113"/>
                </a:lnTo>
                <a:moveTo>
                  <a:pt x="1463863" y="823721"/>
                </a:moveTo>
                <a:lnTo>
                  <a:pt x="1451874" y="774600"/>
                </a:lnTo>
                <a:moveTo>
                  <a:pt x="1276532" y="1076062"/>
                </a:moveTo>
                <a:lnTo>
                  <a:pt x="1297906" y="1035748"/>
                </a:lnTo>
                <a:moveTo>
                  <a:pt x="1747872" y="711805"/>
                </a:moveTo>
                <a:lnTo>
                  <a:pt x="1730231" y="708852"/>
                </a:lnTo>
                <a:moveTo>
                  <a:pt x="1150366" y="1034671"/>
                </a:moveTo>
                <a:lnTo>
                  <a:pt x="1157485" y="1001122"/>
                </a:lnTo>
                <a:moveTo>
                  <a:pt x="1337162" y="938124"/>
                </a:moveTo>
                <a:lnTo>
                  <a:pt x="1344405" y="947651"/>
                </a:lnTo>
                <a:moveTo>
                  <a:pt x="1447966" y="850855"/>
                </a:moveTo>
                <a:lnTo>
                  <a:pt x="1442345" y="820249"/>
                </a:lnTo>
                <a:moveTo>
                  <a:pt x="1184982" y="984898"/>
                </a:moveTo>
                <a:lnTo>
                  <a:pt x="1207767" y="960641"/>
                </a:lnTo>
                <a:moveTo>
                  <a:pt x="1894428" y="602175"/>
                </a:moveTo>
                <a:lnTo>
                  <a:pt x="1906377" y="559742"/>
                </a:lnTo>
                <a:moveTo>
                  <a:pt x="1846582" y="586031"/>
                </a:moveTo>
                <a:lnTo>
                  <a:pt x="1906377" y="559742"/>
                </a:lnTo>
                <a:moveTo>
                  <a:pt x="1809316" y="675672"/>
                </a:moveTo>
                <a:lnTo>
                  <a:pt x="1788268" y="693349"/>
                </a:lnTo>
                <a:moveTo>
                  <a:pt x="1177544" y="1082409"/>
                </a:moveTo>
                <a:lnTo>
                  <a:pt x="1150366" y="1034671"/>
                </a:lnTo>
                <a:moveTo>
                  <a:pt x="1876635" y="646695"/>
                </a:moveTo>
                <a:lnTo>
                  <a:pt x="1884001" y="657803"/>
                </a:lnTo>
                <a:moveTo>
                  <a:pt x="1374363" y="898786"/>
                </a:moveTo>
                <a:lnTo>
                  <a:pt x="1389282" y="855292"/>
                </a:lnTo>
                <a:moveTo>
                  <a:pt x="1222196" y="801899"/>
                </a:moveTo>
                <a:lnTo>
                  <a:pt x="1248298" y="748291"/>
                </a:lnTo>
                <a:moveTo>
                  <a:pt x="1239947" y="1087730"/>
                </a:moveTo>
                <a:lnTo>
                  <a:pt x="1218809" y="1100616"/>
                </a:lnTo>
                <a:moveTo>
                  <a:pt x="1442345" y="820249"/>
                </a:moveTo>
                <a:lnTo>
                  <a:pt x="1463863" y="823721"/>
                </a:lnTo>
                <a:moveTo>
                  <a:pt x="1227713" y="954200"/>
                </a:moveTo>
                <a:lnTo>
                  <a:pt x="1243210" y="937071"/>
                </a:lnTo>
                <a:moveTo>
                  <a:pt x="1374363" y="898786"/>
                </a:moveTo>
                <a:lnTo>
                  <a:pt x="1357372" y="929387"/>
                </a:lnTo>
                <a:moveTo>
                  <a:pt x="1685266" y="633674"/>
                </a:moveTo>
                <a:lnTo>
                  <a:pt x="1701607" y="647677"/>
                </a:lnTo>
                <a:moveTo>
                  <a:pt x="1447966" y="850855"/>
                </a:moveTo>
                <a:lnTo>
                  <a:pt x="1463863" y="823721"/>
                </a:lnTo>
                <a:moveTo>
                  <a:pt x="1337162" y="938124"/>
                </a:moveTo>
                <a:lnTo>
                  <a:pt x="1357372" y="929387"/>
                </a:lnTo>
                <a:moveTo>
                  <a:pt x="1734004" y="605681"/>
                </a:moveTo>
                <a:lnTo>
                  <a:pt x="1791605" y="592459"/>
                </a:lnTo>
                <a:moveTo>
                  <a:pt x="1239947" y="1087730"/>
                </a:moveTo>
                <a:lnTo>
                  <a:pt x="1282478" y="1084265"/>
                </a:lnTo>
                <a:moveTo>
                  <a:pt x="1463863" y="823721"/>
                </a:moveTo>
                <a:lnTo>
                  <a:pt x="1480299" y="779685"/>
                </a:lnTo>
                <a:moveTo>
                  <a:pt x="1725044" y="740457"/>
                </a:moveTo>
                <a:lnTo>
                  <a:pt x="1730231" y="708852"/>
                </a:lnTo>
                <a:moveTo>
                  <a:pt x="1672668" y="734344"/>
                </a:moveTo>
                <a:lnTo>
                  <a:pt x="1730231" y="708852"/>
                </a:lnTo>
                <a:moveTo>
                  <a:pt x="1297639" y="970266"/>
                </a:moveTo>
                <a:lnTo>
                  <a:pt x="1307613" y="990179"/>
                </a:lnTo>
                <a:moveTo>
                  <a:pt x="1279933" y="877828"/>
                </a:moveTo>
                <a:lnTo>
                  <a:pt x="1257046" y="895916"/>
                </a:lnTo>
                <a:moveTo>
                  <a:pt x="1292543" y="918032"/>
                </a:moveTo>
                <a:lnTo>
                  <a:pt x="1257046" y="895916"/>
                </a:lnTo>
                <a:moveTo>
                  <a:pt x="1813471" y="576104"/>
                </a:moveTo>
                <a:lnTo>
                  <a:pt x="1846582" y="586031"/>
                </a:lnTo>
                <a:moveTo>
                  <a:pt x="1292543" y="918032"/>
                </a:moveTo>
                <a:lnTo>
                  <a:pt x="1261603" y="919522"/>
                </a:lnTo>
                <a:moveTo>
                  <a:pt x="1240272" y="846982"/>
                </a:moveTo>
                <a:lnTo>
                  <a:pt x="1257046" y="895916"/>
                </a:lnTo>
                <a:moveTo>
                  <a:pt x="1672668" y="734344"/>
                </a:moveTo>
                <a:lnTo>
                  <a:pt x="1684691" y="691885"/>
                </a:lnTo>
                <a:moveTo>
                  <a:pt x="1648947" y="671419"/>
                </a:moveTo>
                <a:lnTo>
                  <a:pt x="1701607" y="647677"/>
                </a:lnTo>
                <a:moveTo>
                  <a:pt x="1685266" y="633674"/>
                </a:moveTo>
                <a:lnTo>
                  <a:pt x="1721239" y="610821"/>
                </a:lnTo>
                <a:moveTo>
                  <a:pt x="1333828" y="880031"/>
                </a:moveTo>
                <a:lnTo>
                  <a:pt x="1342066" y="840454"/>
                </a:lnTo>
                <a:moveTo>
                  <a:pt x="1876635" y="646695"/>
                </a:moveTo>
                <a:lnTo>
                  <a:pt x="1856506" y="681313"/>
                </a:lnTo>
                <a:moveTo>
                  <a:pt x="1846582" y="586031"/>
                </a:moveTo>
                <a:lnTo>
                  <a:pt x="1894428" y="602175"/>
                </a:lnTo>
                <a:moveTo>
                  <a:pt x="1247298" y="954035"/>
                </a:moveTo>
                <a:lnTo>
                  <a:pt x="1261603" y="919522"/>
                </a:lnTo>
                <a:moveTo>
                  <a:pt x="1337162" y="938124"/>
                </a:moveTo>
                <a:lnTo>
                  <a:pt x="1374363" y="898786"/>
                </a:lnTo>
                <a:moveTo>
                  <a:pt x="1248298" y="748291"/>
                </a:moveTo>
                <a:lnTo>
                  <a:pt x="1284881" y="722155"/>
                </a:lnTo>
                <a:moveTo>
                  <a:pt x="1333828" y="880031"/>
                </a:moveTo>
                <a:lnTo>
                  <a:pt x="1339665" y="841105"/>
                </a:lnTo>
                <a:moveTo>
                  <a:pt x="1240272" y="846982"/>
                </a:moveTo>
                <a:lnTo>
                  <a:pt x="1237438" y="858701"/>
                </a:lnTo>
                <a:moveTo>
                  <a:pt x="1240272" y="846982"/>
                </a:moveTo>
                <a:lnTo>
                  <a:pt x="1228859" y="838805"/>
                </a:lnTo>
                <a:moveTo>
                  <a:pt x="1747872" y="711805"/>
                </a:moveTo>
                <a:lnTo>
                  <a:pt x="1809316" y="675672"/>
                </a:lnTo>
                <a:moveTo>
                  <a:pt x="1725044" y="740457"/>
                </a:moveTo>
                <a:lnTo>
                  <a:pt x="1747872" y="711805"/>
                </a:lnTo>
                <a:moveTo>
                  <a:pt x="1333828" y="880031"/>
                </a:moveTo>
                <a:lnTo>
                  <a:pt x="1389282" y="855292"/>
                </a:lnTo>
                <a:moveTo>
                  <a:pt x="1661717" y="646918"/>
                </a:moveTo>
                <a:lnTo>
                  <a:pt x="1701607" y="647677"/>
                </a:lnTo>
                <a:moveTo>
                  <a:pt x="1226617" y="788467"/>
                </a:moveTo>
                <a:lnTo>
                  <a:pt x="1222196" y="801899"/>
                </a:lnTo>
                <a:moveTo>
                  <a:pt x="1292526" y="967964"/>
                </a:moveTo>
                <a:lnTo>
                  <a:pt x="1261603" y="919522"/>
                </a:lnTo>
                <a:moveTo>
                  <a:pt x="1791605" y="592459"/>
                </a:moveTo>
                <a:lnTo>
                  <a:pt x="1813471" y="576104"/>
                </a:lnTo>
                <a:moveTo>
                  <a:pt x="1308157" y="817802"/>
                </a:moveTo>
                <a:lnTo>
                  <a:pt x="1339665" y="841105"/>
                </a:lnTo>
                <a:moveTo>
                  <a:pt x="1308157" y="817802"/>
                </a:moveTo>
                <a:lnTo>
                  <a:pt x="1338660" y="838920"/>
                </a:lnTo>
                <a:moveTo>
                  <a:pt x="1297906" y="1035748"/>
                </a:moveTo>
                <a:lnTo>
                  <a:pt x="1297639" y="970266"/>
                </a:lnTo>
                <a:moveTo>
                  <a:pt x="1812194" y="672168"/>
                </a:moveTo>
                <a:lnTo>
                  <a:pt x="1856506" y="681313"/>
                </a:lnTo>
                <a:moveTo>
                  <a:pt x="1242737" y="847516"/>
                </a:moveTo>
                <a:lnTo>
                  <a:pt x="1257046" y="895916"/>
                </a:lnTo>
                <a:moveTo>
                  <a:pt x="1876635" y="646695"/>
                </a:moveTo>
                <a:lnTo>
                  <a:pt x="1894428" y="602175"/>
                </a:lnTo>
                <a:moveTo>
                  <a:pt x="1196793" y="1075142"/>
                </a:moveTo>
                <a:lnTo>
                  <a:pt x="1218809" y="1100616"/>
                </a:lnTo>
                <a:moveTo>
                  <a:pt x="1308157" y="817802"/>
                </a:moveTo>
                <a:lnTo>
                  <a:pt x="1313533" y="777883"/>
                </a:lnTo>
                <a:moveTo>
                  <a:pt x="1762603" y="603138"/>
                </a:moveTo>
                <a:lnTo>
                  <a:pt x="1734004" y="605681"/>
                </a:lnTo>
                <a:moveTo>
                  <a:pt x="1297906" y="1035748"/>
                </a:moveTo>
                <a:lnTo>
                  <a:pt x="1294984" y="974011"/>
                </a:lnTo>
                <a:moveTo>
                  <a:pt x="1648947" y="671419"/>
                </a:moveTo>
                <a:lnTo>
                  <a:pt x="1684691" y="691885"/>
                </a:lnTo>
                <a:moveTo>
                  <a:pt x="1238155" y="843602"/>
                </a:moveTo>
                <a:lnTo>
                  <a:pt x="1222196" y="801899"/>
                </a:lnTo>
                <a:moveTo>
                  <a:pt x="1184982" y="984898"/>
                </a:moveTo>
                <a:lnTo>
                  <a:pt x="1157485" y="1001122"/>
                </a:lnTo>
                <a:moveTo>
                  <a:pt x="1747872" y="711805"/>
                </a:moveTo>
                <a:lnTo>
                  <a:pt x="1806121" y="672673"/>
                </a:lnTo>
                <a:moveTo>
                  <a:pt x="1238155" y="843602"/>
                </a:moveTo>
                <a:lnTo>
                  <a:pt x="1228859" y="838805"/>
                </a:lnTo>
                <a:moveTo>
                  <a:pt x="1247298" y="954035"/>
                </a:moveTo>
                <a:lnTo>
                  <a:pt x="1243210" y="937071"/>
                </a:lnTo>
                <a:moveTo>
                  <a:pt x="1239947" y="1087730"/>
                </a:moveTo>
                <a:lnTo>
                  <a:pt x="1276532" y="1076062"/>
                </a:lnTo>
                <a:moveTo>
                  <a:pt x="1184982" y="984898"/>
                </a:moveTo>
                <a:lnTo>
                  <a:pt x="1164844" y="988418"/>
                </a:lnTo>
                <a:moveTo>
                  <a:pt x="1279305" y="1014000"/>
                </a:moveTo>
                <a:lnTo>
                  <a:pt x="1297906" y="1035748"/>
                </a:lnTo>
                <a:moveTo>
                  <a:pt x="1631949" y="715655"/>
                </a:moveTo>
                <a:lnTo>
                  <a:pt x="1684691" y="691885"/>
                </a:lnTo>
                <a:moveTo>
                  <a:pt x="1333828" y="880031"/>
                </a:moveTo>
                <a:lnTo>
                  <a:pt x="1374363" y="898786"/>
                </a:lnTo>
                <a:moveTo>
                  <a:pt x="1833123" y="629004"/>
                </a:moveTo>
                <a:lnTo>
                  <a:pt x="1894428" y="602175"/>
                </a:lnTo>
                <a:moveTo>
                  <a:pt x="1833123" y="629004"/>
                </a:moveTo>
                <a:lnTo>
                  <a:pt x="1846582" y="586031"/>
                </a:lnTo>
                <a:moveTo>
                  <a:pt x="1740154" y="604549"/>
                </a:moveTo>
                <a:lnTo>
                  <a:pt x="1734004" y="605681"/>
                </a:lnTo>
                <a:moveTo>
                  <a:pt x="1787284" y="612144"/>
                </a:moveTo>
                <a:lnTo>
                  <a:pt x="1813471" y="576104"/>
                </a:lnTo>
                <a:moveTo>
                  <a:pt x="1150366" y="1034671"/>
                </a:moveTo>
                <a:lnTo>
                  <a:pt x="1184982" y="984898"/>
                </a:lnTo>
                <a:moveTo>
                  <a:pt x="1672668" y="734344"/>
                </a:moveTo>
                <a:lnTo>
                  <a:pt x="1725044" y="740457"/>
                </a:lnTo>
                <a:moveTo>
                  <a:pt x="1812194" y="672168"/>
                </a:moveTo>
                <a:lnTo>
                  <a:pt x="1876635" y="646695"/>
                </a:lnTo>
                <a:moveTo>
                  <a:pt x="1809316" y="675672"/>
                </a:moveTo>
                <a:lnTo>
                  <a:pt x="1812194" y="672168"/>
                </a:lnTo>
                <a:moveTo>
                  <a:pt x="1787284" y="612144"/>
                </a:moveTo>
                <a:lnTo>
                  <a:pt x="1846582" y="586031"/>
                </a:lnTo>
                <a:moveTo>
                  <a:pt x="1227713" y="954200"/>
                </a:moveTo>
                <a:lnTo>
                  <a:pt x="1247298" y="954035"/>
                </a:lnTo>
                <a:moveTo>
                  <a:pt x="1196793" y="1075142"/>
                </a:moveTo>
                <a:lnTo>
                  <a:pt x="1177544" y="1082409"/>
                </a:lnTo>
                <a:moveTo>
                  <a:pt x="1833123" y="629004"/>
                </a:moveTo>
                <a:lnTo>
                  <a:pt x="1876635" y="646695"/>
                </a:lnTo>
                <a:moveTo>
                  <a:pt x="1715875" y="747335"/>
                </a:moveTo>
                <a:lnTo>
                  <a:pt x="1725044" y="740457"/>
                </a:lnTo>
                <a:moveTo>
                  <a:pt x="1184982" y="984898"/>
                </a:moveTo>
                <a:lnTo>
                  <a:pt x="1227713" y="954200"/>
                </a:lnTo>
                <a:moveTo>
                  <a:pt x="1715875" y="747335"/>
                </a:moveTo>
                <a:lnTo>
                  <a:pt x="1672668" y="734344"/>
                </a:lnTo>
                <a:moveTo>
                  <a:pt x="1312457" y="761760"/>
                </a:moveTo>
                <a:lnTo>
                  <a:pt x="1313453" y="777630"/>
                </a:lnTo>
                <a:moveTo>
                  <a:pt x="1740154" y="604549"/>
                </a:moveTo>
                <a:lnTo>
                  <a:pt x="1721239" y="610821"/>
                </a:lnTo>
                <a:moveTo>
                  <a:pt x="1806121" y="672673"/>
                </a:moveTo>
                <a:lnTo>
                  <a:pt x="1809316" y="675672"/>
                </a:lnTo>
                <a:moveTo>
                  <a:pt x="1173599" y="1029711"/>
                </a:moveTo>
                <a:lnTo>
                  <a:pt x="1177544" y="1082409"/>
                </a:lnTo>
                <a:moveTo>
                  <a:pt x="1297639" y="970266"/>
                </a:moveTo>
                <a:lnTo>
                  <a:pt x="1337162" y="938124"/>
                </a:lnTo>
                <a:moveTo>
                  <a:pt x="1301956" y="721355"/>
                </a:moveTo>
                <a:lnTo>
                  <a:pt x="1284881" y="722155"/>
                </a:lnTo>
                <a:moveTo>
                  <a:pt x="1806121" y="672673"/>
                </a:moveTo>
                <a:lnTo>
                  <a:pt x="1812194" y="672168"/>
                </a:lnTo>
                <a:moveTo>
                  <a:pt x="1312457" y="761760"/>
                </a:moveTo>
                <a:lnTo>
                  <a:pt x="1284881" y="722155"/>
                </a:lnTo>
                <a:moveTo>
                  <a:pt x="1833123" y="629004"/>
                </a:moveTo>
                <a:lnTo>
                  <a:pt x="1812194" y="672168"/>
                </a:lnTo>
                <a:moveTo>
                  <a:pt x="1276532" y="1076062"/>
                </a:moveTo>
                <a:lnTo>
                  <a:pt x="1279305" y="1014000"/>
                </a:lnTo>
                <a:moveTo>
                  <a:pt x="1319324" y="923377"/>
                </a:moveTo>
                <a:lnTo>
                  <a:pt x="1374363" y="898786"/>
                </a:lnTo>
                <a:moveTo>
                  <a:pt x="1173599" y="1029711"/>
                </a:moveTo>
                <a:lnTo>
                  <a:pt x="1150366" y="1034671"/>
                </a:lnTo>
                <a:moveTo>
                  <a:pt x="1787284" y="612144"/>
                </a:moveTo>
                <a:lnTo>
                  <a:pt x="1791605" y="592459"/>
                </a:lnTo>
                <a:moveTo>
                  <a:pt x="1285434" y="1230936"/>
                </a:moveTo>
                <a:lnTo>
                  <a:pt x="1287935" y="1226895"/>
                </a:lnTo>
                <a:moveTo>
                  <a:pt x="1289307" y="1231632"/>
                </a:moveTo>
                <a:lnTo>
                  <a:pt x="1285434" y="1230936"/>
                </a:lnTo>
                <a:moveTo>
                  <a:pt x="1319324" y="923377"/>
                </a:moveTo>
                <a:lnTo>
                  <a:pt x="1337162" y="938124"/>
                </a:lnTo>
                <a:moveTo>
                  <a:pt x="1806121" y="672673"/>
                </a:moveTo>
                <a:lnTo>
                  <a:pt x="1833123" y="629004"/>
                </a:lnTo>
                <a:moveTo>
                  <a:pt x="1259916" y="1059091"/>
                </a:moveTo>
                <a:lnTo>
                  <a:pt x="1276532" y="1076062"/>
                </a:lnTo>
                <a:moveTo>
                  <a:pt x="1661717" y="646918"/>
                </a:moveTo>
                <a:lnTo>
                  <a:pt x="1685266" y="633674"/>
                </a:lnTo>
                <a:moveTo>
                  <a:pt x="1762603" y="603138"/>
                </a:moveTo>
                <a:lnTo>
                  <a:pt x="1791605" y="592459"/>
                </a:lnTo>
                <a:moveTo>
                  <a:pt x="1289307" y="1231632"/>
                </a:moveTo>
                <a:lnTo>
                  <a:pt x="1287935" y="1226895"/>
                </a:lnTo>
                <a:moveTo>
                  <a:pt x="1283916" y="1229205"/>
                </a:moveTo>
                <a:lnTo>
                  <a:pt x="1285434" y="1230936"/>
                </a:lnTo>
                <a:moveTo>
                  <a:pt x="1283916" y="1229205"/>
                </a:moveTo>
                <a:lnTo>
                  <a:pt x="1287935" y="1226895"/>
                </a:lnTo>
                <a:moveTo>
                  <a:pt x="1631949" y="715655"/>
                </a:moveTo>
                <a:lnTo>
                  <a:pt x="1672668" y="734344"/>
                </a:lnTo>
                <a:moveTo>
                  <a:pt x="1292543" y="918032"/>
                </a:moveTo>
                <a:lnTo>
                  <a:pt x="1279933" y="877828"/>
                </a:lnTo>
                <a:moveTo>
                  <a:pt x="1757767" y="700839"/>
                </a:moveTo>
                <a:lnTo>
                  <a:pt x="1747872" y="711805"/>
                </a:lnTo>
                <a:moveTo>
                  <a:pt x="1298240" y="805297"/>
                </a:moveTo>
                <a:lnTo>
                  <a:pt x="1313453" y="777630"/>
                </a:lnTo>
                <a:moveTo>
                  <a:pt x="1298240" y="805297"/>
                </a:moveTo>
                <a:lnTo>
                  <a:pt x="1313533" y="777883"/>
                </a:lnTo>
                <a:moveTo>
                  <a:pt x="1333828" y="880031"/>
                </a:moveTo>
                <a:lnTo>
                  <a:pt x="1308157" y="817802"/>
                </a:lnTo>
                <a:moveTo>
                  <a:pt x="1787284" y="612144"/>
                </a:moveTo>
                <a:lnTo>
                  <a:pt x="1833123" y="629004"/>
                </a:lnTo>
                <a:moveTo>
                  <a:pt x="1226617" y="788467"/>
                </a:moveTo>
                <a:lnTo>
                  <a:pt x="1248298" y="748291"/>
                </a:lnTo>
                <a:moveTo>
                  <a:pt x="1753309" y="706370"/>
                </a:moveTo>
                <a:lnTo>
                  <a:pt x="1747872" y="711805"/>
                </a:lnTo>
                <a:moveTo>
                  <a:pt x="1648947" y="671419"/>
                </a:moveTo>
                <a:lnTo>
                  <a:pt x="1661717" y="646918"/>
                </a:lnTo>
                <a:moveTo>
                  <a:pt x="1289361" y="862681"/>
                </a:moveTo>
                <a:lnTo>
                  <a:pt x="1333828" y="880031"/>
                </a:lnTo>
                <a:moveTo>
                  <a:pt x="1289361" y="862681"/>
                </a:moveTo>
                <a:lnTo>
                  <a:pt x="1279933" y="877828"/>
                </a:lnTo>
                <a:moveTo>
                  <a:pt x="1675087" y="748104"/>
                </a:moveTo>
                <a:lnTo>
                  <a:pt x="1672668" y="734344"/>
                </a:lnTo>
                <a:moveTo>
                  <a:pt x="1631949" y="715655"/>
                </a:moveTo>
                <a:lnTo>
                  <a:pt x="1648947" y="671419"/>
                </a:lnTo>
                <a:moveTo>
                  <a:pt x="1685266" y="633674"/>
                </a:moveTo>
                <a:lnTo>
                  <a:pt x="1740154" y="604549"/>
                </a:lnTo>
                <a:moveTo>
                  <a:pt x="1297059" y="969494"/>
                </a:moveTo>
                <a:lnTo>
                  <a:pt x="1292543" y="918032"/>
                </a:lnTo>
                <a:moveTo>
                  <a:pt x="1292526" y="967964"/>
                </a:moveTo>
                <a:lnTo>
                  <a:pt x="1292543" y="918032"/>
                </a:lnTo>
                <a:moveTo>
                  <a:pt x="1762603" y="603138"/>
                </a:moveTo>
                <a:lnTo>
                  <a:pt x="1787284" y="612144"/>
                </a:lnTo>
                <a:moveTo>
                  <a:pt x="1289361" y="862681"/>
                </a:moveTo>
                <a:lnTo>
                  <a:pt x="1308157" y="817802"/>
                </a:lnTo>
                <a:moveTo>
                  <a:pt x="1256864" y="714529"/>
                </a:moveTo>
                <a:lnTo>
                  <a:pt x="1284881" y="722155"/>
                </a:lnTo>
                <a:moveTo>
                  <a:pt x="1248268" y="972016"/>
                </a:moveTo>
                <a:lnTo>
                  <a:pt x="1227713" y="954200"/>
                </a:lnTo>
                <a:moveTo>
                  <a:pt x="1242737" y="847516"/>
                </a:moveTo>
                <a:lnTo>
                  <a:pt x="1279933" y="877828"/>
                </a:lnTo>
                <a:moveTo>
                  <a:pt x="1319324" y="923377"/>
                </a:moveTo>
                <a:lnTo>
                  <a:pt x="1333828" y="880031"/>
                </a:lnTo>
                <a:moveTo>
                  <a:pt x="1675087" y="748104"/>
                </a:moveTo>
                <a:lnTo>
                  <a:pt x="1715875" y="747335"/>
                </a:lnTo>
                <a:moveTo>
                  <a:pt x="1319324" y="923377"/>
                </a:moveTo>
                <a:lnTo>
                  <a:pt x="1279933" y="877828"/>
                </a:lnTo>
                <a:moveTo>
                  <a:pt x="1294984" y="974011"/>
                </a:moveTo>
                <a:lnTo>
                  <a:pt x="1247298" y="954035"/>
                </a:lnTo>
                <a:moveTo>
                  <a:pt x="1292526" y="967964"/>
                </a:moveTo>
                <a:lnTo>
                  <a:pt x="1247298" y="954035"/>
                </a:lnTo>
                <a:moveTo>
                  <a:pt x="1292543" y="918032"/>
                </a:moveTo>
                <a:lnTo>
                  <a:pt x="1319324" y="923377"/>
                </a:lnTo>
                <a:moveTo>
                  <a:pt x="1196793" y="1075142"/>
                </a:moveTo>
                <a:lnTo>
                  <a:pt x="1239947" y="1087730"/>
                </a:lnTo>
                <a:moveTo>
                  <a:pt x="1294984" y="974011"/>
                </a:moveTo>
                <a:lnTo>
                  <a:pt x="1297639" y="970266"/>
                </a:lnTo>
                <a:moveTo>
                  <a:pt x="1297059" y="969494"/>
                </a:moveTo>
                <a:lnTo>
                  <a:pt x="1297639" y="970266"/>
                </a:lnTo>
                <a:moveTo>
                  <a:pt x="1259916" y="1059091"/>
                </a:moveTo>
                <a:lnTo>
                  <a:pt x="1239947" y="1087730"/>
                </a:lnTo>
                <a:moveTo>
                  <a:pt x="1773109" y="655372"/>
                </a:moveTo>
                <a:lnTo>
                  <a:pt x="1806121" y="672673"/>
                </a:lnTo>
                <a:moveTo>
                  <a:pt x="1242737" y="847516"/>
                </a:moveTo>
                <a:lnTo>
                  <a:pt x="1240272" y="846982"/>
                </a:lnTo>
                <a:moveTo>
                  <a:pt x="1773109" y="655372"/>
                </a:moveTo>
                <a:lnTo>
                  <a:pt x="1833123" y="629004"/>
                </a:lnTo>
                <a:moveTo>
                  <a:pt x="1294984" y="974011"/>
                </a:moveTo>
                <a:lnTo>
                  <a:pt x="1297059" y="969494"/>
                </a:lnTo>
                <a:moveTo>
                  <a:pt x="1294984" y="974011"/>
                </a:moveTo>
                <a:lnTo>
                  <a:pt x="1292526" y="967964"/>
                </a:lnTo>
                <a:moveTo>
                  <a:pt x="1292526" y="967964"/>
                </a:moveTo>
                <a:lnTo>
                  <a:pt x="1297059" y="969494"/>
                </a:lnTo>
                <a:moveTo>
                  <a:pt x="1640585" y="663493"/>
                </a:moveTo>
                <a:lnTo>
                  <a:pt x="1648947" y="671419"/>
                </a:lnTo>
                <a:moveTo>
                  <a:pt x="1238155" y="843602"/>
                </a:moveTo>
                <a:lnTo>
                  <a:pt x="1240272" y="846982"/>
                </a:lnTo>
                <a:moveTo>
                  <a:pt x="1242198" y="736731"/>
                </a:moveTo>
                <a:lnTo>
                  <a:pt x="1248298" y="748291"/>
                </a:lnTo>
                <a:moveTo>
                  <a:pt x="1753309" y="706370"/>
                </a:moveTo>
                <a:lnTo>
                  <a:pt x="1725044" y="740457"/>
                </a:lnTo>
                <a:moveTo>
                  <a:pt x="1242737" y="847516"/>
                </a:moveTo>
                <a:lnTo>
                  <a:pt x="1289361" y="862681"/>
                </a:lnTo>
                <a:moveTo>
                  <a:pt x="1279305" y="1014000"/>
                </a:moveTo>
                <a:lnTo>
                  <a:pt x="1247298" y="954035"/>
                </a:lnTo>
                <a:moveTo>
                  <a:pt x="1297639" y="970266"/>
                </a:moveTo>
                <a:lnTo>
                  <a:pt x="1319324" y="923377"/>
                </a:lnTo>
                <a:moveTo>
                  <a:pt x="1319324" y="923377"/>
                </a:moveTo>
                <a:lnTo>
                  <a:pt x="1289361" y="862681"/>
                </a:lnTo>
                <a:moveTo>
                  <a:pt x="1297059" y="969494"/>
                </a:moveTo>
                <a:lnTo>
                  <a:pt x="1319324" y="923377"/>
                </a:lnTo>
                <a:moveTo>
                  <a:pt x="1757767" y="700839"/>
                </a:moveTo>
                <a:lnTo>
                  <a:pt x="1806121" y="672673"/>
                </a:lnTo>
                <a:moveTo>
                  <a:pt x="1773109" y="655372"/>
                </a:moveTo>
                <a:lnTo>
                  <a:pt x="1787284" y="612144"/>
                </a:lnTo>
                <a:moveTo>
                  <a:pt x="1640585" y="663493"/>
                </a:moveTo>
                <a:lnTo>
                  <a:pt x="1661717" y="646918"/>
                </a:lnTo>
                <a:moveTo>
                  <a:pt x="1740154" y="604549"/>
                </a:moveTo>
                <a:lnTo>
                  <a:pt x="1762603" y="603138"/>
                </a:lnTo>
                <a:moveTo>
                  <a:pt x="1229831" y="989671"/>
                </a:moveTo>
                <a:lnTo>
                  <a:pt x="1227713" y="954200"/>
                </a:lnTo>
                <a:moveTo>
                  <a:pt x="1238155" y="843602"/>
                </a:moveTo>
                <a:lnTo>
                  <a:pt x="1226617" y="788467"/>
                </a:lnTo>
                <a:moveTo>
                  <a:pt x="1279305" y="1014000"/>
                </a:moveTo>
                <a:lnTo>
                  <a:pt x="1294984" y="974011"/>
                </a:lnTo>
                <a:moveTo>
                  <a:pt x="1675087" y="748104"/>
                </a:moveTo>
                <a:lnTo>
                  <a:pt x="1631949" y="715655"/>
                </a:lnTo>
                <a:moveTo>
                  <a:pt x="1715875" y="747335"/>
                </a:moveTo>
                <a:lnTo>
                  <a:pt x="1753309" y="706370"/>
                </a:lnTo>
                <a:moveTo>
                  <a:pt x="1242737" y="847516"/>
                </a:moveTo>
                <a:lnTo>
                  <a:pt x="1238155" y="843602"/>
                </a:lnTo>
                <a:moveTo>
                  <a:pt x="1173599" y="1029711"/>
                </a:moveTo>
                <a:lnTo>
                  <a:pt x="1184982" y="984898"/>
                </a:lnTo>
                <a:moveTo>
                  <a:pt x="1247901" y="844257"/>
                </a:moveTo>
                <a:lnTo>
                  <a:pt x="1308157" y="817802"/>
                </a:lnTo>
                <a:moveTo>
                  <a:pt x="1247901" y="844257"/>
                </a:moveTo>
                <a:lnTo>
                  <a:pt x="1289361" y="862681"/>
                </a:lnTo>
                <a:moveTo>
                  <a:pt x="1593713" y="696079"/>
                </a:moveTo>
                <a:lnTo>
                  <a:pt x="1648947" y="671419"/>
                </a:lnTo>
                <a:moveTo>
                  <a:pt x="1248298" y="748291"/>
                </a:moveTo>
                <a:lnTo>
                  <a:pt x="1256864" y="714529"/>
                </a:lnTo>
                <a:moveTo>
                  <a:pt x="1247901" y="844257"/>
                </a:moveTo>
                <a:lnTo>
                  <a:pt x="1226617" y="788467"/>
                </a:lnTo>
                <a:moveTo>
                  <a:pt x="1259916" y="1059091"/>
                </a:moveTo>
                <a:lnTo>
                  <a:pt x="1279305" y="1014000"/>
                </a:lnTo>
                <a:moveTo>
                  <a:pt x="1262568" y="1004413"/>
                </a:moveTo>
                <a:lnTo>
                  <a:pt x="1247298" y="954035"/>
                </a:lnTo>
                <a:moveTo>
                  <a:pt x="1692978" y="621725"/>
                </a:moveTo>
                <a:lnTo>
                  <a:pt x="1685266" y="633674"/>
                </a:lnTo>
                <a:moveTo>
                  <a:pt x="1242737" y="847516"/>
                </a:moveTo>
                <a:lnTo>
                  <a:pt x="1247901" y="844257"/>
                </a:lnTo>
                <a:moveTo>
                  <a:pt x="1248268" y="972016"/>
                </a:moveTo>
                <a:lnTo>
                  <a:pt x="1247298" y="954035"/>
                </a:lnTo>
                <a:moveTo>
                  <a:pt x="1196793" y="1075142"/>
                </a:moveTo>
                <a:lnTo>
                  <a:pt x="1173599" y="1029711"/>
                </a:lnTo>
                <a:moveTo>
                  <a:pt x="1226617" y="788467"/>
                </a:moveTo>
                <a:lnTo>
                  <a:pt x="1242198" y="736731"/>
                </a:lnTo>
                <a:moveTo>
                  <a:pt x="1238155" y="843602"/>
                </a:moveTo>
                <a:lnTo>
                  <a:pt x="1247901" y="844257"/>
                </a:lnTo>
                <a:moveTo>
                  <a:pt x="1686701" y="622594"/>
                </a:moveTo>
                <a:lnTo>
                  <a:pt x="1685266" y="633674"/>
                </a:lnTo>
                <a:moveTo>
                  <a:pt x="1298240" y="805297"/>
                </a:moveTo>
                <a:lnTo>
                  <a:pt x="1308157" y="817802"/>
                </a:lnTo>
                <a:moveTo>
                  <a:pt x="1603294" y="679749"/>
                </a:moveTo>
                <a:lnTo>
                  <a:pt x="1648947" y="671419"/>
                </a:lnTo>
                <a:moveTo>
                  <a:pt x="1312457" y="761760"/>
                </a:moveTo>
                <a:lnTo>
                  <a:pt x="1301956" y="721355"/>
                </a:lnTo>
                <a:moveTo>
                  <a:pt x="1593713" y="696079"/>
                </a:moveTo>
                <a:lnTo>
                  <a:pt x="1631949" y="715655"/>
                </a:lnTo>
                <a:moveTo>
                  <a:pt x="1729045" y="737844"/>
                </a:moveTo>
                <a:lnTo>
                  <a:pt x="1715875" y="747335"/>
                </a:lnTo>
                <a:moveTo>
                  <a:pt x="1224997" y="781040"/>
                </a:moveTo>
                <a:lnTo>
                  <a:pt x="1226617" y="788467"/>
                </a:lnTo>
                <a:moveTo>
                  <a:pt x="1757767" y="700839"/>
                </a:moveTo>
                <a:lnTo>
                  <a:pt x="1773109" y="655372"/>
                </a:lnTo>
                <a:moveTo>
                  <a:pt x="1262568" y="1004413"/>
                </a:moveTo>
                <a:lnTo>
                  <a:pt x="1279305" y="1014000"/>
                </a:lnTo>
                <a:moveTo>
                  <a:pt x="1756277" y="699548"/>
                </a:moveTo>
                <a:lnTo>
                  <a:pt x="1773109" y="655372"/>
                </a:lnTo>
                <a:moveTo>
                  <a:pt x="1626677" y="751146"/>
                </a:moveTo>
                <a:lnTo>
                  <a:pt x="1631949" y="715655"/>
                </a:lnTo>
                <a:moveTo>
                  <a:pt x="1229831" y="989671"/>
                </a:moveTo>
                <a:lnTo>
                  <a:pt x="1184982" y="984898"/>
                </a:lnTo>
                <a:moveTo>
                  <a:pt x="1576805" y="740284"/>
                </a:moveTo>
                <a:lnTo>
                  <a:pt x="1631949" y="715655"/>
                </a:lnTo>
                <a:moveTo>
                  <a:pt x="1686701" y="622594"/>
                </a:moveTo>
                <a:lnTo>
                  <a:pt x="1661717" y="646918"/>
                </a:lnTo>
                <a:moveTo>
                  <a:pt x="1225346" y="1040197"/>
                </a:moveTo>
                <a:lnTo>
                  <a:pt x="1239947" y="1087730"/>
                </a:lnTo>
                <a:moveTo>
                  <a:pt x="1737175" y="634974"/>
                </a:moveTo>
                <a:lnTo>
                  <a:pt x="1787284" y="612144"/>
                </a:lnTo>
                <a:moveTo>
                  <a:pt x="1756277" y="699548"/>
                </a:moveTo>
                <a:lnTo>
                  <a:pt x="1757767" y="700839"/>
                </a:lnTo>
                <a:moveTo>
                  <a:pt x="1753309" y="706370"/>
                </a:moveTo>
                <a:lnTo>
                  <a:pt x="1757767" y="700839"/>
                </a:lnTo>
                <a:moveTo>
                  <a:pt x="1737175" y="634974"/>
                </a:moveTo>
                <a:lnTo>
                  <a:pt x="1762603" y="603138"/>
                </a:lnTo>
                <a:moveTo>
                  <a:pt x="1626677" y="751146"/>
                </a:moveTo>
                <a:lnTo>
                  <a:pt x="1675087" y="748104"/>
                </a:lnTo>
                <a:moveTo>
                  <a:pt x="1756277" y="699548"/>
                </a:moveTo>
                <a:lnTo>
                  <a:pt x="1753309" y="706370"/>
                </a:lnTo>
                <a:moveTo>
                  <a:pt x="1298240" y="805297"/>
                </a:moveTo>
                <a:lnTo>
                  <a:pt x="1312457" y="761760"/>
                </a:lnTo>
                <a:moveTo>
                  <a:pt x="1603294" y="679749"/>
                </a:moveTo>
                <a:lnTo>
                  <a:pt x="1640585" y="663493"/>
                </a:lnTo>
                <a:moveTo>
                  <a:pt x="1265055" y="831119"/>
                </a:moveTo>
                <a:lnTo>
                  <a:pt x="1308157" y="817802"/>
                </a:lnTo>
                <a:moveTo>
                  <a:pt x="1256864" y="714529"/>
                </a:moveTo>
                <a:lnTo>
                  <a:pt x="1301956" y="721355"/>
                </a:lnTo>
                <a:moveTo>
                  <a:pt x="1692978" y="621725"/>
                </a:moveTo>
                <a:lnTo>
                  <a:pt x="1740154" y="604549"/>
                </a:lnTo>
                <a:moveTo>
                  <a:pt x="1224997" y="781040"/>
                </a:moveTo>
                <a:lnTo>
                  <a:pt x="1242198" y="736731"/>
                </a:lnTo>
                <a:moveTo>
                  <a:pt x="1262568" y="1004413"/>
                </a:moveTo>
                <a:lnTo>
                  <a:pt x="1248268" y="972016"/>
                </a:lnTo>
                <a:moveTo>
                  <a:pt x="1692413" y="746556"/>
                </a:moveTo>
                <a:lnTo>
                  <a:pt x="1715875" y="747335"/>
                </a:lnTo>
                <a:moveTo>
                  <a:pt x="1173599" y="1029711"/>
                </a:moveTo>
                <a:lnTo>
                  <a:pt x="1229831" y="989671"/>
                </a:lnTo>
                <a:moveTo>
                  <a:pt x="1640585" y="663493"/>
                </a:moveTo>
                <a:lnTo>
                  <a:pt x="1686701" y="622594"/>
                </a:lnTo>
                <a:moveTo>
                  <a:pt x="1737175" y="634974"/>
                </a:moveTo>
                <a:lnTo>
                  <a:pt x="1740154" y="604549"/>
                </a:lnTo>
                <a:moveTo>
                  <a:pt x="1242198" y="736731"/>
                </a:moveTo>
                <a:lnTo>
                  <a:pt x="1256864" y="714529"/>
                </a:lnTo>
                <a:moveTo>
                  <a:pt x="1737175" y="634974"/>
                </a:moveTo>
                <a:lnTo>
                  <a:pt x="1773109" y="655372"/>
                </a:lnTo>
                <a:moveTo>
                  <a:pt x="1227652" y="1038629"/>
                </a:moveTo>
                <a:lnTo>
                  <a:pt x="1279305" y="1014000"/>
                </a:lnTo>
                <a:moveTo>
                  <a:pt x="1225026" y="1037447"/>
                </a:moveTo>
                <a:lnTo>
                  <a:pt x="1196793" y="1075142"/>
                </a:lnTo>
                <a:moveTo>
                  <a:pt x="1225346" y="1040197"/>
                </a:moveTo>
                <a:lnTo>
                  <a:pt x="1196793" y="1075142"/>
                </a:lnTo>
                <a:moveTo>
                  <a:pt x="1227652" y="1038629"/>
                </a:moveTo>
                <a:lnTo>
                  <a:pt x="1259916" y="1059091"/>
                </a:lnTo>
                <a:moveTo>
                  <a:pt x="1593713" y="696079"/>
                </a:moveTo>
                <a:lnTo>
                  <a:pt x="1603294" y="679749"/>
                </a:lnTo>
                <a:moveTo>
                  <a:pt x="1225346" y="1040197"/>
                </a:moveTo>
                <a:lnTo>
                  <a:pt x="1259916" y="1059091"/>
                </a:lnTo>
                <a:moveTo>
                  <a:pt x="1225026" y="1037447"/>
                </a:moveTo>
                <a:lnTo>
                  <a:pt x="1173599" y="1029711"/>
                </a:lnTo>
                <a:moveTo>
                  <a:pt x="1576805" y="740284"/>
                </a:moveTo>
                <a:lnTo>
                  <a:pt x="1593713" y="696079"/>
                </a:lnTo>
                <a:moveTo>
                  <a:pt x="1729045" y="737844"/>
                </a:moveTo>
                <a:lnTo>
                  <a:pt x="1756277" y="699548"/>
                </a:lnTo>
                <a:moveTo>
                  <a:pt x="1229831" y="989671"/>
                </a:moveTo>
                <a:lnTo>
                  <a:pt x="1248268" y="972016"/>
                </a:lnTo>
                <a:moveTo>
                  <a:pt x="1729045" y="737844"/>
                </a:moveTo>
                <a:lnTo>
                  <a:pt x="1753309" y="706370"/>
                </a:lnTo>
                <a:moveTo>
                  <a:pt x="1247901" y="844257"/>
                </a:moveTo>
                <a:lnTo>
                  <a:pt x="1265055" y="831119"/>
                </a:lnTo>
                <a:moveTo>
                  <a:pt x="1226835" y="803852"/>
                </a:moveTo>
                <a:lnTo>
                  <a:pt x="1226617" y="788467"/>
                </a:lnTo>
                <a:moveTo>
                  <a:pt x="1245358" y="992893"/>
                </a:moveTo>
                <a:lnTo>
                  <a:pt x="1262568" y="1004413"/>
                </a:lnTo>
                <a:moveTo>
                  <a:pt x="1231693" y="725392"/>
                </a:moveTo>
                <a:lnTo>
                  <a:pt x="1242198" y="736731"/>
                </a:lnTo>
                <a:moveTo>
                  <a:pt x="1692413" y="746556"/>
                </a:moveTo>
                <a:lnTo>
                  <a:pt x="1675087" y="748104"/>
                </a:lnTo>
                <a:moveTo>
                  <a:pt x="1576805" y="740284"/>
                </a:moveTo>
                <a:lnTo>
                  <a:pt x="1626677" y="751146"/>
                </a:lnTo>
                <a:moveTo>
                  <a:pt x="1245358" y="992893"/>
                </a:moveTo>
                <a:lnTo>
                  <a:pt x="1248268" y="972016"/>
                </a:lnTo>
                <a:moveTo>
                  <a:pt x="1227652" y="1038629"/>
                </a:moveTo>
                <a:lnTo>
                  <a:pt x="1262568" y="1004413"/>
                </a:lnTo>
                <a:moveTo>
                  <a:pt x="1619567" y="753907"/>
                </a:moveTo>
                <a:lnTo>
                  <a:pt x="1626677" y="751146"/>
                </a:lnTo>
                <a:moveTo>
                  <a:pt x="1578130" y="685309"/>
                </a:moveTo>
                <a:lnTo>
                  <a:pt x="1593713" y="696079"/>
                </a:lnTo>
                <a:moveTo>
                  <a:pt x="1619567" y="753907"/>
                </a:moveTo>
                <a:lnTo>
                  <a:pt x="1576805" y="740284"/>
                </a:lnTo>
                <a:moveTo>
                  <a:pt x="1626411" y="755798"/>
                </a:moveTo>
                <a:lnTo>
                  <a:pt x="1626677" y="751146"/>
                </a:lnTo>
                <a:moveTo>
                  <a:pt x="1330220" y="754336"/>
                </a:moveTo>
                <a:lnTo>
                  <a:pt x="1301956" y="721355"/>
                </a:lnTo>
                <a:moveTo>
                  <a:pt x="1619567" y="753907"/>
                </a:moveTo>
                <a:lnTo>
                  <a:pt x="1626411" y="755798"/>
                </a:lnTo>
                <a:moveTo>
                  <a:pt x="1686701" y="622594"/>
                </a:moveTo>
                <a:lnTo>
                  <a:pt x="1692978" y="621725"/>
                </a:lnTo>
                <a:moveTo>
                  <a:pt x="1330220" y="754336"/>
                </a:moveTo>
                <a:lnTo>
                  <a:pt x="1312457" y="761760"/>
                </a:lnTo>
                <a:moveTo>
                  <a:pt x="1316542" y="727959"/>
                </a:moveTo>
                <a:lnTo>
                  <a:pt x="1301956" y="721355"/>
                </a:lnTo>
                <a:moveTo>
                  <a:pt x="1640911" y="648218"/>
                </a:moveTo>
                <a:lnTo>
                  <a:pt x="1640585" y="663493"/>
                </a:lnTo>
                <a:moveTo>
                  <a:pt x="1578130" y="685309"/>
                </a:moveTo>
                <a:lnTo>
                  <a:pt x="1603294" y="679749"/>
                </a:lnTo>
                <a:moveTo>
                  <a:pt x="1265055" y="831119"/>
                </a:moveTo>
                <a:lnTo>
                  <a:pt x="1298240" y="805297"/>
                </a:lnTo>
                <a:moveTo>
                  <a:pt x="1737175" y="634974"/>
                </a:moveTo>
                <a:lnTo>
                  <a:pt x="1692978" y="621725"/>
                </a:lnTo>
                <a:moveTo>
                  <a:pt x="1247901" y="844257"/>
                </a:moveTo>
                <a:lnTo>
                  <a:pt x="1226835" y="803852"/>
                </a:lnTo>
                <a:moveTo>
                  <a:pt x="1229831" y="989671"/>
                </a:moveTo>
                <a:lnTo>
                  <a:pt x="1245358" y="992893"/>
                </a:lnTo>
                <a:moveTo>
                  <a:pt x="1727193" y="676704"/>
                </a:moveTo>
                <a:lnTo>
                  <a:pt x="1773109" y="655372"/>
                </a:lnTo>
                <a:moveTo>
                  <a:pt x="1231693" y="725392"/>
                </a:moveTo>
                <a:lnTo>
                  <a:pt x="1256864" y="714529"/>
                </a:lnTo>
                <a:moveTo>
                  <a:pt x="1218459" y="769371"/>
                </a:moveTo>
                <a:lnTo>
                  <a:pt x="1242198" y="736731"/>
                </a:lnTo>
                <a:moveTo>
                  <a:pt x="1686701" y="622594"/>
                </a:moveTo>
                <a:lnTo>
                  <a:pt x="1737175" y="634974"/>
                </a:lnTo>
                <a:moveTo>
                  <a:pt x="912443" y="197542"/>
                </a:moveTo>
                <a:lnTo>
                  <a:pt x="883139" y="194099"/>
                </a:lnTo>
                <a:moveTo>
                  <a:pt x="1225026" y="1037447"/>
                </a:moveTo>
                <a:lnTo>
                  <a:pt x="1229831" y="989671"/>
                </a:lnTo>
                <a:moveTo>
                  <a:pt x="1629785" y="650939"/>
                </a:moveTo>
                <a:lnTo>
                  <a:pt x="1640585" y="663493"/>
                </a:lnTo>
                <a:moveTo>
                  <a:pt x="1226574" y="1037767"/>
                </a:moveTo>
                <a:lnTo>
                  <a:pt x="1229831" y="989671"/>
                </a:lnTo>
                <a:moveTo>
                  <a:pt x="883139" y="194099"/>
                </a:moveTo>
                <a:lnTo>
                  <a:pt x="898734" y="179326"/>
                </a:lnTo>
                <a:moveTo>
                  <a:pt x="1218459" y="769371"/>
                </a:moveTo>
                <a:lnTo>
                  <a:pt x="1224997" y="781040"/>
                </a:lnTo>
                <a:moveTo>
                  <a:pt x="1227652" y="1038629"/>
                </a:moveTo>
                <a:lnTo>
                  <a:pt x="1245358" y="992893"/>
                </a:lnTo>
                <a:moveTo>
                  <a:pt x="1727193" y="676704"/>
                </a:moveTo>
                <a:lnTo>
                  <a:pt x="1756277" y="699548"/>
                </a:lnTo>
                <a:moveTo>
                  <a:pt x="1226835" y="803852"/>
                </a:moveTo>
                <a:lnTo>
                  <a:pt x="1224997" y="781040"/>
                </a:lnTo>
                <a:moveTo>
                  <a:pt x="1226574" y="1037767"/>
                </a:moveTo>
                <a:lnTo>
                  <a:pt x="1245358" y="992893"/>
                </a:lnTo>
                <a:moveTo>
                  <a:pt x="1298240" y="805297"/>
                </a:moveTo>
                <a:lnTo>
                  <a:pt x="1330220" y="754336"/>
                </a:lnTo>
                <a:moveTo>
                  <a:pt x="1692413" y="746556"/>
                </a:moveTo>
                <a:lnTo>
                  <a:pt x="1626677" y="751146"/>
                </a:lnTo>
                <a:moveTo>
                  <a:pt x="1277374" y="703511"/>
                </a:moveTo>
                <a:lnTo>
                  <a:pt x="1301956" y="721355"/>
                </a:lnTo>
                <a:moveTo>
                  <a:pt x="1225346" y="1040197"/>
                </a:moveTo>
                <a:lnTo>
                  <a:pt x="1227652" y="1038629"/>
                </a:lnTo>
                <a:moveTo>
                  <a:pt x="1226574" y="1037767"/>
                </a:moveTo>
                <a:lnTo>
                  <a:pt x="1227652" y="1038629"/>
                </a:lnTo>
                <a:moveTo>
                  <a:pt x="1575922" y="761168"/>
                </a:moveTo>
                <a:lnTo>
                  <a:pt x="1576805" y="740284"/>
                </a:lnTo>
                <a:moveTo>
                  <a:pt x="1225346" y="1040197"/>
                </a:moveTo>
                <a:lnTo>
                  <a:pt x="1225026" y="1037447"/>
                </a:lnTo>
                <a:moveTo>
                  <a:pt x="1225026" y="1037447"/>
                </a:moveTo>
                <a:lnTo>
                  <a:pt x="1226574" y="1037767"/>
                </a:lnTo>
                <a:moveTo>
                  <a:pt x="1225346" y="1040197"/>
                </a:moveTo>
                <a:lnTo>
                  <a:pt x="1226574" y="1037767"/>
                </a:lnTo>
                <a:moveTo>
                  <a:pt x="1575922" y="761168"/>
                </a:moveTo>
                <a:lnTo>
                  <a:pt x="1619567" y="753907"/>
                </a:lnTo>
                <a:moveTo>
                  <a:pt x="1626411" y="755798"/>
                </a:moveTo>
                <a:lnTo>
                  <a:pt x="1692413" y="746556"/>
                </a:lnTo>
                <a:moveTo>
                  <a:pt x="1692413" y="746556"/>
                </a:moveTo>
                <a:lnTo>
                  <a:pt x="1729045" y="737844"/>
                </a:lnTo>
                <a:moveTo>
                  <a:pt x="1710625" y="720787"/>
                </a:moveTo>
                <a:lnTo>
                  <a:pt x="1756277" y="699548"/>
                </a:lnTo>
                <a:moveTo>
                  <a:pt x="1629785" y="650939"/>
                </a:moveTo>
                <a:lnTo>
                  <a:pt x="1603294" y="679749"/>
                </a:lnTo>
                <a:moveTo>
                  <a:pt x="1640911" y="648218"/>
                </a:moveTo>
                <a:lnTo>
                  <a:pt x="1686701" y="622594"/>
                </a:lnTo>
                <a:moveTo>
                  <a:pt x="1314099" y="797016"/>
                </a:moveTo>
                <a:lnTo>
                  <a:pt x="1298240" y="805297"/>
                </a:lnTo>
                <a:moveTo>
                  <a:pt x="1218459" y="769371"/>
                </a:moveTo>
                <a:lnTo>
                  <a:pt x="1231693" y="725392"/>
                </a:lnTo>
                <a:moveTo>
                  <a:pt x="1524584" y="763868"/>
                </a:moveTo>
                <a:lnTo>
                  <a:pt x="1576805" y="740284"/>
                </a:lnTo>
                <a:moveTo>
                  <a:pt x="912443" y="197542"/>
                </a:moveTo>
                <a:lnTo>
                  <a:pt x="898734" y="179326"/>
                </a:lnTo>
                <a:moveTo>
                  <a:pt x="1670555" y="761445"/>
                </a:moveTo>
                <a:lnTo>
                  <a:pt x="1626411" y="755798"/>
                </a:lnTo>
                <a:moveTo>
                  <a:pt x="1727193" y="676704"/>
                </a:moveTo>
                <a:lnTo>
                  <a:pt x="1737175" y="634974"/>
                </a:lnTo>
                <a:moveTo>
                  <a:pt x="1277374" y="703511"/>
                </a:moveTo>
                <a:lnTo>
                  <a:pt x="1256864" y="714529"/>
                </a:lnTo>
                <a:moveTo>
                  <a:pt x="1226835" y="803852"/>
                </a:moveTo>
                <a:lnTo>
                  <a:pt x="1265055" y="831119"/>
                </a:lnTo>
                <a:moveTo>
                  <a:pt x="1710625" y="720787"/>
                </a:moveTo>
                <a:lnTo>
                  <a:pt x="1729045" y="737844"/>
                </a:lnTo>
                <a:moveTo>
                  <a:pt x="1578130" y="685309"/>
                </a:moveTo>
                <a:lnTo>
                  <a:pt x="1629785" y="650939"/>
                </a:lnTo>
                <a:moveTo>
                  <a:pt x="1287150" y="815386"/>
                </a:moveTo>
                <a:lnTo>
                  <a:pt x="1298240" y="805297"/>
                </a:lnTo>
                <a:moveTo>
                  <a:pt x="1226835" y="803852"/>
                </a:moveTo>
                <a:lnTo>
                  <a:pt x="1218459" y="769371"/>
                </a:lnTo>
                <a:moveTo>
                  <a:pt x="1231693" y="725392"/>
                </a:moveTo>
                <a:lnTo>
                  <a:pt x="1277374" y="703511"/>
                </a:lnTo>
                <a:moveTo>
                  <a:pt x="1330220" y="754336"/>
                </a:moveTo>
                <a:lnTo>
                  <a:pt x="1316542" y="727959"/>
                </a:lnTo>
                <a:moveTo>
                  <a:pt x="1635978" y="773471"/>
                </a:moveTo>
                <a:lnTo>
                  <a:pt x="1626411" y="755798"/>
                </a:lnTo>
                <a:moveTo>
                  <a:pt x="1670555" y="761445"/>
                </a:moveTo>
                <a:lnTo>
                  <a:pt x="1692413" y="746556"/>
                </a:lnTo>
                <a:moveTo>
                  <a:pt x="1580611" y="777090"/>
                </a:moveTo>
                <a:lnTo>
                  <a:pt x="1619567" y="753907"/>
                </a:lnTo>
                <a:moveTo>
                  <a:pt x="1524584" y="763868"/>
                </a:moveTo>
                <a:lnTo>
                  <a:pt x="1575922" y="761168"/>
                </a:lnTo>
                <a:moveTo>
                  <a:pt x="903874" y="186694"/>
                </a:moveTo>
                <a:lnTo>
                  <a:pt x="912443" y="197542"/>
                </a:lnTo>
                <a:moveTo>
                  <a:pt x="1710625" y="720787"/>
                </a:moveTo>
                <a:lnTo>
                  <a:pt x="1692413" y="746556"/>
                </a:lnTo>
                <a:moveTo>
                  <a:pt x="1540796" y="768376"/>
                </a:moveTo>
                <a:lnTo>
                  <a:pt x="1575922" y="761168"/>
                </a:lnTo>
                <a:moveTo>
                  <a:pt x="903874" y="186694"/>
                </a:moveTo>
                <a:lnTo>
                  <a:pt x="898734" y="179326"/>
                </a:lnTo>
                <a:moveTo>
                  <a:pt x="1629785" y="650939"/>
                </a:moveTo>
                <a:lnTo>
                  <a:pt x="1640911" y="648218"/>
                </a:lnTo>
                <a:moveTo>
                  <a:pt x="1361143" y="760713"/>
                </a:moveTo>
                <a:lnTo>
                  <a:pt x="1330220" y="754336"/>
                </a:lnTo>
                <a:moveTo>
                  <a:pt x="1694391" y="656878"/>
                </a:moveTo>
                <a:lnTo>
                  <a:pt x="1686701" y="622594"/>
                </a:lnTo>
                <a:moveTo>
                  <a:pt x="1692850" y="654292"/>
                </a:moveTo>
                <a:lnTo>
                  <a:pt x="1686701" y="622594"/>
                </a:lnTo>
                <a:moveTo>
                  <a:pt x="1314099" y="797016"/>
                </a:moveTo>
                <a:lnTo>
                  <a:pt x="1330220" y="754336"/>
                </a:lnTo>
                <a:moveTo>
                  <a:pt x="1361143" y="760713"/>
                </a:moveTo>
                <a:lnTo>
                  <a:pt x="1316542" y="727959"/>
                </a:lnTo>
                <a:moveTo>
                  <a:pt x="1694391" y="656878"/>
                </a:moveTo>
                <a:lnTo>
                  <a:pt x="1737175" y="634974"/>
                </a:lnTo>
                <a:moveTo>
                  <a:pt x="1287150" y="815386"/>
                </a:moveTo>
                <a:lnTo>
                  <a:pt x="1265055" y="831119"/>
                </a:lnTo>
                <a:moveTo>
                  <a:pt x="1277374" y="703511"/>
                </a:moveTo>
                <a:lnTo>
                  <a:pt x="1316542" y="727959"/>
                </a:lnTo>
                <a:moveTo>
                  <a:pt x="1710625" y="720787"/>
                </a:moveTo>
                <a:lnTo>
                  <a:pt x="1727193" y="676704"/>
                </a:lnTo>
                <a:moveTo>
                  <a:pt x="1578069" y="669859"/>
                </a:moveTo>
                <a:lnTo>
                  <a:pt x="1578130" y="685309"/>
                </a:lnTo>
                <a:moveTo>
                  <a:pt x="1599991" y="779609"/>
                </a:moveTo>
                <a:lnTo>
                  <a:pt x="1619567" y="753907"/>
                </a:lnTo>
                <a:moveTo>
                  <a:pt x="1575697" y="670872"/>
                </a:moveTo>
                <a:lnTo>
                  <a:pt x="1578130" y="685309"/>
                </a:lnTo>
                <a:moveTo>
                  <a:pt x="1599991" y="779609"/>
                </a:moveTo>
                <a:lnTo>
                  <a:pt x="1626411" y="755798"/>
                </a:lnTo>
                <a:moveTo>
                  <a:pt x="1670555" y="761445"/>
                </a:moveTo>
                <a:lnTo>
                  <a:pt x="1710625" y="720787"/>
                </a:lnTo>
                <a:moveTo>
                  <a:pt x="1231481" y="709874"/>
                </a:moveTo>
                <a:lnTo>
                  <a:pt x="1231693" y="725392"/>
                </a:lnTo>
                <a:moveTo>
                  <a:pt x="1540796" y="768376"/>
                </a:moveTo>
                <a:lnTo>
                  <a:pt x="1524584" y="763868"/>
                </a:lnTo>
                <a:moveTo>
                  <a:pt x="1261387" y="1096730"/>
                </a:moveTo>
                <a:lnTo>
                  <a:pt x="1275663" y="1081473"/>
                </a:lnTo>
                <a:moveTo>
                  <a:pt x="1580611" y="777090"/>
                </a:moveTo>
                <a:lnTo>
                  <a:pt x="1575922" y="761168"/>
                </a:lnTo>
                <a:moveTo>
                  <a:pt x="1381440" y="725859"/>
                </a:moveTo>
                <a:lnTo>
                  <a:pt x="1316542" y="727959"/>
                </a:lnTo>
                <a:moveTo>
                  <a:pt x="1204800" y="1121874"/>
                </a:moveTo>
                <a:lnTo>
                  <a:pt x="1261387" y="1096730"/>
                </a:lnTo>
                <a:moveTo>
                  <a:pt x="1635978" y="773471"/>
                </a:moveTo>
                <a:lnTo>
                  <a:pt x="1670555" y="761445"/>
                </a:lnTo>
                <a:moveTo>
                  <a:pt x="1408460" y="774146"/>
                </a:moveTo>
                <a:lnTo>
                  <a:pt x="1361143" y="760713"/>
                </a:lnTo>
                <a:moveTo>
                  <a:pt x="1523464" y="776254"/>
                </a:moveTo>
                <a:lnTo>
                  <a:pt x="1524584" y="763868"/>
                </a:lnTo>
                <a:moveTo>
                  <a:pt x="1482317" y="745732"/>
                </a:moveTo>
                <a:lnTo>
                  <a:pt x="1524584" y="763868"/>
                </a:lnTo>
                <a:moveTo>
                  <a:pt x="1218459" y="769371"/>
                </a:moveTo>
                <a:lnTo>
                  <a:pt x="1231481" y="709874"/>
                </a:lnTo>
                <a:moveTo>
                  <a:pt x="1241647" y="809785"/>
                </a:moveTo>
                <a:lnTo>
                  <a:pt x="1265055" y="831119"/>
                </a:lnTo>
                <a:moveTo>
                  <a:pt x="1523464" y="776254"/>
                </a:moveTo>
                <a:lnTo>
                  <a:pt x="1540796" y="768376"/>
                </a:lnTo>
                <a:moveTo>
                  <a:pt x="1640911" y="648218"/>
                </a:moveTo>
                <a:lnTo>
                  <a:pt x="1692850" y="654292"/>
                </a:lnTo>
                <a:moveTo>
                  <a:pt x="1361143" y="760713"/>
                </a:moveTo>
                <a:lnTo>
                  <a:pt x="1381440" y="725859"/>
                </a:lnTo>
                <a:moveTo>
                  <a:pt x="1691310" y="655491"/>
                </a:moveTo>
                <a:lnTo>
                  <a:pt x="1640911" y="648218"/>
                </a:lnTo>
                <a:moveTo>
                  <a:pt x="1694391" y="656878"/>
                </a:moveTo>
                <a:lnTo>
                  <a:pt x="1727193" y="676704"/>
                </a:lnTo>
                <a:moveTo>
                  <a:pt x="1352737" y="801880"/>
                </a:moveTo>
                <a:lnTo>
                  <a:pt x="1330220" y="754336"/>
                </a:lnTo>
                <a:moveTo>
                  <a:pt x="1244092" y="1080549"/>
                </a:moveTo>
                <a:lnTo>
                  <a:pt x="1261387" y="1096730"/>
                </a:lnTo>
                <a:moveTo>
                  <a:pt x="1493676" y="723905"/>
                </a:moveTo>
                <a:lnTo>
                  <a:pt x="1519130" y="708680"/>
                </a:lnTo>
                <a:moveTo>
                  <a:pt x="1287150" y="815386"/>
                </a:moveTo>
                <a:lnTo>
                  <a:pt x="1314099" y="797016"/>
                </a:lnTo>
                <a:moveTo>
                  <a:pt x="1412885" y="775464"/>
                </a:moveTo>
                <a:lnTo>
                  <a:pt x="1408460" y="774146"/>
                </a:lnTo>
                <a:moveTo>
                  <a:pt x="1540796" y="768376"/>
                </a:moveTo>
                <a:lnTo>
                  <a:pt x="1580611" y="777090"/>
                </a:lnTo>
                <a:moveTo>
                  <a:pt x="1578069" y="669859"/>
                </a:moveTo>
                <a:lnTo>
                  <a:pt x="1629785" y="650939"/>
                </a:lnTo>
                <a:moveTo>
                  <a:pt x="1412885" y="775464"/>
                </a:moveTo>
                <a:lnTo>
                  <a:pt x="1482317" y="745732"/>
                </a:lnTo>
                <a:moveTo>
                  <a:pt x="1408460" y="774146"/>
                </a:moveTo>
                <a:lnTo>
                  <a:pt x="1381440" y="725859"/>
                </a:lnTo>
                <a:moveTo>
                  <a:pt x="1695375" y="707260"/>
                </a:moveTo>
                <a:lnTo>
                  <a:pt x="1727193" y="676704"/>
                </a:lnTo>
                <a:moveTo>
                  <a:pt x="1335545" y="721424"/>
                </a:moveTo>
                <a:lnTo>
                  <a:pt x="1316542" y="727959"/>
                </a:lnTo>
                <a:moveTo>
                  <a:pt x="1412885" y="775464"/>
                </a:moveTo>
                <a:lnTo>
                  <a:pt x="1381440" y="725859"/>
                </a:lnTo>
                <a:moveTo>
                  <a:pt x="1218459" y="769371"/>
                </a:moveTo>
                <a:lnTo>
                  <a:pt x="1215707" y="745991"/>
                </a:lnTo>
                <a:moveTo>
                  <a:pt x="1241647" y="809785"/>
                </a:moveTo>
                <a:lnTo>
                  <a:pt x="1226835" y="803852"/>
                </a:lnTo>
                <a:moveTo>
                  <a:pt x="1213489" y="751918"/>
                </a:moveTo>
                <a:lnTo>
                  <a:pt x="1218459" y="769371"/>
                </a:lnTo>
                <a:moveTo>
                  <a:pt x="1670555" y="761445"/>
                </a:moveTo>
                <a:lnTo>
                  <a:pt x="1695375" y="707260"/>
                </a:lnTo>
                <a:moveTo>
                  <a:pt x="1213489" y="751918"/>
                </a:moveTo>
                <a:lnTo>
                  <a:pt x="1226835" y="803852"/>
                </a:lnTo>
                <a:moveTo>
                  <a:pt x="1231481" y="709874"/>
                </a:moveTo>
                <a:lnTo>
                  <a:pt x="1277374" y="703511"/>
                </a:lnTo>
                <a:moveTo>
                  <a:pt x="1482317" y="745732"/>
                </a:moveTo>
                <a:lnTo>
                  <a:pt x="1493676" y="723905"/>
                </a:lnTo>
                <a:moveTo>
                  <a:pt x="1213564" y="752366"/>
                </a:moveTo>
                <a:lnTo>
                  <a:pt x="1226835" y="803852"/>
                </a:lnTo>
                <a:moveTo>
                  <a:pt x="1352737" y="801880"/>
                </a:moveTo>
                <a:lnTo>
                  <a:pt x="1361143" y="760713"/>
                </a:lnTo>
                <a:moveTo>
                  <a:pt x="1412885" y="775464"/>
                </a:moveTo>
                <a:lnTo>
                  <a:pt x="1437891" y="728368"/>
                </a:lnTo>
                <a:moveTo>
                  <a:pt x="1470228" y="788215"/>
                </a:moveTo>
                <a:lnTo>
                  <a:pt x="1524584" y="763868"/>
                </a:lnTo>
                <a:moveTo>
                  <a:pt x="1314099" y="797016"/>
                </a:moveTo>
                <a:lnTo>
                  <a:pt x="1352737" y="801880"/>
                </a:lnTo>
                <a:moveTo>
                  <a:pt x="1695375" y="707260"/>
                </a:moveTo>
                <a:lnTo>
                  <a:pt x="1710625" y="720787"/>
                </a:lnTo>
                <a:moveTo>
                  <a:pt x="1437891" y="728368"/>
                </a:moveTo>
                <a:lnTo>
                  <a:pt x="1482317" y="745732"/>
                </a:lnTo>
                <a:moveTo>
                  <a:pt x="1510595" y="697467"/>
                </a:moveTo>
                <a:lnTo>
                  <a:pt x="1519130" y="708680"/>
                </a:lnTo>
                <a:moveTo>
                  <a:pt x="1412885" y="775464"/>
                </a:moveTo>
                <a:lnTo>
                  <a:pt x="1392375" y="711392"/>
                </a:lnTo>
                <a:moveTo>
                  <a:pt x="1244092" y="1080549"/>
                </a:moveTo>
                <a:lnTo>
                  <a:pt x="1275663" y="1081473"/>
                </a:lnTo>
                <a:moveTo>
                  <a:pt x="1352737" y="801880"/>
                </a:moveTo>
                <a:lnTo>
                  <a:pt x="1408460" y="774146"/>
                </a:lnTo>
                <a:moveTo>
                  <a:pt x="1374974" y="809006"/>
                </a:moveTo>
                <a:lnTo>
                  <a:pt x="1408460" y="774146"/>
                </a:lnTo>
                <a:moveTo>
                  <a:pt x="1392375" y="711392"/>
                </a:moveTo>
                <a:lnTo>
                  <a:pt x="1381440" y="725859"/>
                </a:lnTo>
                <a:moveTo>
                  <a:pt x="1585019" y="784097"/>
                </a:moveTo>
                <a:lnTo>
                  <a:pt x="1540796" y="768376"/>
                </a:lnTo>
                <a:moveTo>
                  <a:pt x="1642947" y="683652"/>
                </a:moveTo>
                <a:lnTo>
                  <a:pt x="1640911" y="648218"/>
                </a:lnTo>
                <a:moveTo>
                  <a:pt x="1412885" y="775464"/>
                </a:moveTo>
                <a:lnTo>
                  <a:pt x="1470228" y="788215"/>
                </a:lnTo>
                <a:moveTo>
                  <a:pt x="1353446" y="809129"/>
                </a:moveTo>
                <a:lnTo>
                  <a:pt x="1314099" y="797016"/>
                </a:lnTo>
                <a:moveTo>
                  <a:pt x="1635684" y="681089"/>
                </a:moveTo>
                <a:lnTo>
                  <a:pt x="1640911" y="648218"/>
                </a:lnTo>
                <a:moveTo>
                  <a:pt x="1290736" y="713755"/>
                </a:moveTo>
                <a:lnTo>
                  <a:pt x="1316542" y="727959"/>
                </a:lnTo>
                <a:moveTo>
                  <a:pt x="1470228" y="788215"/>
                </a:moveTo>
                <a:lnTo>
                  <a:pt x="1523464" y="776254"/>
                </a:lnTo>
                <a:moveTo>
                  <a:pt x="1470228" y="788215"/>
                </a:moveTo>
                <a:lnTo>
                  <a:pt x="1482317" y="745732"/>
                </a:lnTo>
                <a:moveTo>
                  <a:pt x="1204800" y="1121874"/>
                </a:moveTo>
                <a:lnTo>
                  <a:pt x="1244092" y="1080549"/>
                </a:lnTo>
                <a:moveTo>
                  <a:pt x="1599991" y="779609"/>
                </a:moveTo>
                <a:lnTo>
                  <a:pt x="1635978" y="773471"/>
                </a:lnTo>
                <a:moveTo>
                  <a:pt x="1694391" y="656878"/>
                </a:moveTo>
                <a:lnTo>
                  <a:pt x="1692850" y="654292"/>
                </a:lnTo>
                <a:moveTo>
                  <a:pt x="1478423" y="790228"/>
                </a:moveTo>
                <a:lnTo>
                  <a:pt x="1523464" y="776254"/>
                </a:lnTo>
                <a:moveTo>
                  <a:pt x="1666189" y="744057"/>
                </a:moveTo>
                <a:lnTo>
                  <a:pt x="1670555" y="761445"/>
                </a:lnTo>
                <a:moveTo>
                  <a:pt x="1392375" y="711392"/>
                </a:moveTo>
                <a:lnTo>
                  <a:pt x="1437891" y="728368"/>
                </a:lnTo>
                <a:moveTo>
                  <a:pt x="1691310" y="655491"/>
                </a:moveTo>
                <a:lnTo>
                  <a:pt x="1692850" y="654292"/>
                </a:lnTo>
                <a:moveTo>
                  <a:pt x="1692637" y="655814"/>
                </a:moveTo>
                <a:lnTo>
                  <a:pt x="1694391" y="656878"/>
                </a:lnTo>
                <a:moveTo>
                  <a:pt x="1482317" y="745732"/>
                </a:moveTo>
                <a:lnTo>
                  <a:pt x="1450076" y="712642"/>
                </a:lnTo>
                <a:moveTo>
                  <a:pt x="1692637" y="655814"/>
                </a:moveTo>
                <a:lnTo>
                  <a:pt x="1692850" y="654292"/>
                </a:lnTo>
                <a:moveTo>
                  <a:pt x="1510595" y="697467"/>
                </a:moveTo>
                <a:lnTo>
                  <a:pt x="1493676" y="723905"/>
                </a:lnTo>
                <a:moveTo>
                  <a:pt x="1635684" y="681089"/>
                </a:moveTo>
                <a:lnTo>
                  <a:pt x="1629785" y="650939"/>
                </a:lnTo>
                <a:moveTo>
                  <a:pt x="1471026" y="791277"/>
                </a:moveTo>
                <a:lnTo>
                  <a:pt x="1412885" y="775464"/>
                </a:lnTo>
                <a:moveTo>
                  <a:pt x="1335545" y="721424"/>
                </a:moveTo>
                <a:lnTo>
                  <a:pt x="1381440" y="725859"/>
                </a:lnTo>
                <a:moveTo>
                  <a:pt x="1691310" y="655491"/>
                </a:moveTo>
                <a:lnTo>
                  <a:pt x="1692637" y="655814"/>
                </a:lnTo>
                <a:moveTo>
                  <a:pt x="1662099" y="745765"/>
                </a:moveTo>
                <a:lnTo>
                  <a:pt x="1670555" y="761445"/>
                </a:lnTo>
                <a:moveTo>
                  <a:pt x="1575697" y="670872"/>
                </a:moveTo>
                <a:lnTo>
                  <a:pt x="1578069" y="669859"/>
                </a:lnTo>
                <a:moveTo>
                  <a:pt x="1599991" y="779609"/>
                </a:moveTo>
                <a:lnTo>
                  <a:pt x="1580611" y="777090"/>
                </a:lnTo>
                <a:moveTo>
                  <a:pt x="1585019" y="784097"/>
                </a:moveTo>
                <a:lnTo>
                  <a:pt x="1523464" y="776254"/>
                </a:lnTo>
                <a:moveTo>
                  <a:pt x="1450076" y="712642"/>
                </a:moveTo>
                <a:lnTo>
                  <a:pt x="1493676" y="723905"/>
                </a:lnTo>
                <a:moveTo>
                  <a:pt x="1519130" y="708680"/>
                </a:moveTo>
                <a:lnTo>
                  <a:pt x="1524804" y="681305"/>
                </a:lnTo>
                <a:moveTo>
                  <a:pt x="1695375" y="707260"/>
                </a:moveTo>
                <a:lnTo>
                  <a:pt x="1694391" y="656878"/>
                </a:lnTo>
                <a:moveTo>
                  <a:pt x="1204800" y="1121874"/>
                </a:moveTo>
                <a:lnTo>
                  <a:pt x="1225915" y="1088497"/>
                </a:lnTo>
                <a:moveTo>
                  <a:pt x="1241647" y="809785"/>
                </a:moveTo>
                <a:lnTo>
                  <a:pt x="1287150" y="815386"/>
                </a:lnTo>
                <a:moveTo>
                  <a:pt x="1695375" y="707260"/>
                </a:moveTo>
                <a:lnTo>
                  <a:pt x="1692637" y="655814"/>
                </a:lnTo>
                <a:moveTo>
                  <a:pt x="1437891" y="728368"/>
                </a:moveTo>
                <a:lnTo>
                  <a:pt x="1450076" y="712642"/>
                </a:lnTo>
                <a:moveTo>
                  <a:pt x="1290736" y="713755"/>
                </a:moveTo>
                <a:lnTo>
                  <a:pt x="1277374" y="703511"/>
                </a:lnTo>
                <a:moveTo>
                  <a:pt x="1585019" y="784097"/>
                </a:moveTo>
                <a:lnTo>
                  <a:pt x="1580611" y="777090"/>
                </a:lnTo>
                <a:moveTo>
                  <a:pt x="1353446" y="809129"/>
                </a:moveTo>
                <a:lnTo>
                  <a:pt x="1287150" y="815386"/>
                </a:lnTo>
                <a:moveTo>
                  <a:pt x="1374974" y="809006"/>
                </a:moveTo>
                <a:lnTo>
                  <a:pt x="1352737" y="801880"/>
                </a:lnTo>
                <a:moveTo>
                  <a:pt x="1225915" y="1088497"/>
                </a:moveTo>
                <a:lnTo>
                  <a:pt x="1244092" y="1080549"/>
                </a:lnTo>
                <a:moveTo>
                  <a:pt x="1215707" y="745991"/>
                </a:moveTo>
                <a:lnTo>
                  <a:pt x="1231481" y="709874"/>
                </a:lnTo>
                <a:moveTo>
                  <a:pt x="1662099" y="745765"/>
                </a:moveTo>
                <a:lnTo>
                  <a:pt x="1635978" y="773471"/>
                </a:lnTo>
                <a:moveTo>
                  <a:pt x="1478423" y="790228"/>
                </a:moveTo>
                <a:lnTo>
                  <a:pt x="1470228" y="788215"/>
                </a:lnTo>
                <a:moveTo>
                  <a:pt x="1205903" y="1113292"/>
                </a:moveTo>
                <a:lnTo>
                  <a:pt x="1204800" y="1121874"/>
                </a:lnTo>
                <a:moveTo>
                  <a:pt x="1353446" y="809129"/>
                </a:moveTo>
                <a:lnTo>
                  <a:pt x="1352737" y="801880"/>
                </a:lnTo>
                <a:moveTo>
                  <a:pt x="1681431" y="697982"/>
                </a:moveTo>
                <a:lnTo>
                  <a:pt x="1691310" y="655491"/>
                </a:lnTo>
                <a:moveTo>
                  <a:pt x="1471026" y="791277"/>
                </a:moveTo>
                <a:lnTo>
                  <a:pt x="1470228" y="788215"/>
                </a:lnTo>
                <a:moveTo>
                  <a:pt x="1215482" y="751206"/>
                </a:moveTo>
                <a:lnTo>
                  <a:pt x="1231481" y="709874"/>
                </a:lnTo>
                <a:moveTo>
                  <a:pt x="1681431" y="697982"/>
                </a:moveTo>
                <a:lnTo>
                  <a:pt x="1692637" y="655814"/>
                </a:lnTo>
                <a:moveTo>
                  <a:pt x="1585019" y="784097"/>
                </a:moveTo>
                <a:lnTo>
                  <a:pt x="1599991" y="779609"/>
                </a:lnTo>
                <a:moveTo>
                  <a:pt x="1353446" y="809129"/>
                </a:moveTo>
                <a:lnTo>
                  <a:pt x="1374974" y="809006"/>
                </a:lnTo>
                <a:moveTo>
                  <a:pt x="1437891" y="728368"/>
                </a:moveTo>
                <a:lnTo>
                  <a:pt x="1408332" y="695857"/>
                </a:lnTo>
                <a:moveTo>
                  <a:pt x="1471026" y="791277"/>
                </a:moveTo>
                <a:lnTo>
                  <a:pt x="1478423" y="790228"/>
                </a:lnTo>
                <a:moveTo>
                  <a:pt x="1311557" y="792777"/>
                </a:moveTo>
                <a:lnTo>
                  <a:pt x="1287150" y="815386"/>
                </a:lnTo>
                <a:moveTo>
                  <a:pt x="1642947" y="683652"/>
                </a:moveTo>
                <a:lnTo>
                  <a:pt x="1691310" y="655491"/>
                </a:lnTo>
                <a:moveTo>
                  <a:pt x="1417888" y="808386"/>
                </a:moveTo>
                <a:lnTo>
                  <a:pt x="1408460" y="774146"/>
                </a:lnTo>
                <a:moveTo>
                  <a:pt x="1578069" y="669859"/>
                </a:moveTo>
                <a:lnTo>
                  <a:pt x="1635684" y="681089"/>
                </a:lnTo>
                <a:moveTo>
                  <a:pt x="1524804" y="681305"/>
                </a:moveTo>
                <a:lnTo>
                  <a:pt x="1575697" y="670872"/>
                </a:lnTo>
                <a:moveTo>
                  <a:pt x="1417888" y="808386"/>
                </a:moveTo>
                <a:lnTo>
                  <a:pt x="1412885" y="775464"/>
                </a:lnTo>
                <a:moveTo>
                  <a:pt x="1534052" y="794750"/>
                </a:moveTo>
                <a:lnTo>
                  <a:pt x="1523464" y="776254"/>
                </a:lnTo>
                <a:moveTo>
                  <a:pt x="1681431" y="697982"/>
                </a:moveTo>
                <a:lnTo>
                  <a:pt x="1695375" y="707260"/>
                </a:lnTo>
                <a:moveTo>
                  <a:pt x="1392375" y="711392"/>
                </a:moveTo>
                <a:lnTo>
                  <a:pt x="1408332" y="695857"/>
                </a:lnTo>
                <a:moveTo>
                  <a:pt x="1213564" y="752366"/>
                </a:moveTo>
                <a:lnTo>
                  <a:pt x="1241647" y="809785"/>
                </a:lnTo>
                <a:moveTo>
                  <a:pt x="1213489" y="751918"/>
                </a:moveTo>
                <a:lnTo>
                  <a:pt x="1215707" y="745991"/>
                </a:lnTo>
                <a:moveTo>
                  <a:pt x="1408498" y="808680"/>
                </a:moveTo>
                <a:lnTo>
                  <a:pt x="1408460" y="774146"/>
                </a:lnTo>
                <a:moveTo>
                  <a:pt x="1231481" y="709874"/>
                </a:moveTo>
                <a:lnTo>
                  <a:pt x="1290736" y="713755"/>
                </a:lnTo>
                <a:moveTo>
                  <a:pt x="1213375" y="751660"/>
                </a:moveTo>
                <a:lnTo>
                  <a:pt x="1215707" y="745991"/>
                </a:lnTo>
                <a:moveTo>
                  <a:pt x="1593725" y="772405"/>
                </a:moveTo>
                <a:lnTo>
                  <a:pt x="1599991" y="779609"/>
                </a:lnTo>
                <a:moveTo>
                  <a:pt x="1666189" y="744057"/>
                </a:moveTo>
                <a:lnTo>
                  <a:pt x="1695375" y="707260"/>
                </a:lnTo>
                <a:moveTo>
                  <a:pt x="1510595" y="697467"/>
                </a:moveTo>
                <a:lnTo>
                  <a:pt x="1524804" y="681305"/>
                </a:lnTo>
                <a:moveTo>
                  <a:pt x="1213375" y="751660"/>
                </a:moveTo>
                <a:lnTo>
                  <a:pt x="1213489" y="751918"/>
                </a:lnTo>
                <a:moveTo>
                  <a:pt x="1213564" y="752366"/>
                </a:moveTo>
                <a:lnTo>
                  <a:pt x="1213489" y="751918"/>
                </a:lnTo>
                <a:moveTo>
                  <a:pt x="1213564" y="752366"/>
                </a:moveTo>
                <a:lnTo>
                  <a:pt x="1213375" y="751660"/>
                </a:lnTo>
                <a:moveTo>
                  <a:pt x="1215482" y="751206"/>
                </a:moveTo>
                <a:lnTo>
                  <a:pt x="1215707" y="745991"/>
                </a:lnTo>
                <a:moveTo>
                  <a:pt x="1618574" y="734276"/>
                </a:moveTo>
                <a:lnTo>
                  <a:pt x="1635978" y="773471"/>
                </a:lnTo>
                <a:moveTo>
                  <a:pt x="1205903" y="1113292"/>
                </a:moveTo>
                <a:lnTo>
                  <a:pt x="1225915" y="1088497"/>
                </a:lnTo>
                <a:moveTo>
                  <a:pt x="1277813" y="715315"/>
                </a:moveTo>
                <a:lnTo>
                  <a:pt x="1231481" y="709874"/>
                </a:lnTo>
                <a:moveTo>
                  <a:pt x="1213375" y="751660"/>
                </a:moveTo>
                <a:lnTo>
                  <a:pt x="1215482" y="751206"/>
                </a:lnTo>
                <a:moveTo>
                  <a:pt x="1213564" y="752366"/>
                </a:moveTo>
                <a:lnTo>
                  <a:pt x="1215482" y="751206"/>
                </a:lnTo>
                <a:moveTo>
                  <a:pt x="1408332" y="695857"/>
                </a:moveTo>
                <a:lnTo>
                  <a:pt x="1450076" y="712642"/>
                </a:lnTo>
                <a:moveTo>
                  <a:pt x="1290736" y="713755"/>
                </a:moveTo>
                <a:lnTo>
                  <a:pt x="1335545" y="721424"/>
                </a:lnTo>
                <a:moveTo>
                  <a:pt x="1386738" y="699003"/>
                </a:moveTo>
                <a:lnTo>
                  <a:pt x="1392375" y="711392"/>
                </a:lnTo>
                <a:moveTo>
                  <a:pt x="1593725" y="772405"/>
                </a:moveTo>
                <a:lnTo>
                  <a:pt x="1585019" y="784097"/>
                </a:lnTo>
                <a:moveTo>
                  <a:pt x="1474653" y="689526"/>
                </a:moveTo>
                <a:lnTo>
                  <a:pt x="1493676" y="723905"/>
                </a:lnTo>
                <a:moveTo>
                  <a:pt x="1356601" y="708781"/>
                </a:moveTo>
                <a:lnTo>
                  <a:pt x="1381440" y="725859"/>
                </a:lnTo>
                <a:moveTo>
                  <a:pt x="1503240" y="686103"/>
                </a:moveTo>
                <a:lnTo>
                  <a:pt x="1510595" y="697467"/>
                </a:lnTo>
                <a:moveTo>
                  <a:pt x="1266727" y="785171"/>
                </a:moveTo>
                <a:lnTo>
                  <a:pt x="1287150" y="815386"/>
                </a:lnTo>
                <a:moveTo>
                  <a:pt x="1666189" y="744057"/>
                </a:moveTo>
                <a:lnTo>
                  <a:pt x="1681431" y="697982"/>
                </a:lnTo>
                <a:moveTo>
                  <a:pt x="1642947" y="683652"/>
                </a:moveTo>
                <a:lnTo>
                  <a:pt x="1681431" y="697982"/>
                </a:lnTo>
                <a:moveTo>
                  <a:pt x="1311557" y="792777"/>
                </a:moveTo>
                <a:lnTo>
                  <a:pt x="1353446" y="809129"/>
                </a:lnTo>
                <a:moveTo>
                  <a:pt x="1478423" y="790228"/>
                </a:moveTo>
                <a:lnTo>
                  <a:pt x="1534052" y="794750"/>
                </a:lnTo>
                <a:moveTo>
                  <a:pt x="1663988" y="742377"/>
                </a:moveTo>
                <a:lnTo>
                  <a:pt x="1681431" y="697982"/>
                </a:lnTo>
                <a:moveTo>
                  <a:pt x="1408498" y="808680"/>
                </a:moveTo>
                <a:lnTo>
                  <a:pt x="1374974" y="809006"/>
                </a:lnTo>
                <a:moveTo>
                  <a:pt x="1599991" y="779609"/>
                </a:moveTo>
                <a:lnTo>
                  <a:pt x="1618574" y="734276"/>
                </a:lnTo>
                <a:moveTo>
                  <a:pt x="1642947" y="683652"/>
                </a:moveTo>
                <a:lnTo>
                  <a:pt x="1635684" y="681089"/>
                </a:lnTo>
                <a:moveTo>
                  <a:pt x="1662099" y="745765"/>
                </a:moveTo>
                <a:lnTo>
                  <a:pt x="1666189" y="744057"/>
                </a:lnTo>
                <a:moveTo>
                  <a:pt x="1526792" y="796587"/>
                </a:moveTo>
                <a:lnTo>
                  <a:pt x="1478423" y="790228"/>
                </a:lnTo>
                <a:moveTo>
                  <a:pt x="1590282" y="709876"/>
                </a:moveTo>
                <a:lnTo>
                  <a:pt x="1578069" y="669859"/>
                </a:lnTo>
                <a:moveTo>
                  <a:pt x="1663988" y="742377"/>
                </a:moveTo>
                <a:lnTo>
                  <a:pt x="1666189" y="744057"/>
                </a:lnTo>
                <a:moveTo>
                  <a:pt x="1356601" y="708781"/>
                </a:moveTo>
                <a:lnTo>
                  <a:pt x="1392375" y="711392"/>
                </a:lnTo>
                <a:moveTo>
                  <a:pt x="1417888" y="808386"/>
                </a:moveTo>
                <a:lnTo>
                  <a:pt x="1471026" y="791277"/>
                </a:lnTo>
                <a:moveTo>
                  <a:pt x="1534052" y="794750"/>
                </a:moveTo>
                <a:lnTo>
                  <a:pt x="1585019" y="784097"/>
                </a:lnTo>
                <a:moveTo>
                  <a:pt x="1579772" y="705992"/>
                </a:moveTo>
                <a:lnTo>
                  <a:pt x="1578069" y="669859"/>
                </a:lnTo>
                <a:moveTo>
                  <a:pt x="1474653" y="689526"/>
                </a:moveTo>
                <a:lnTo>
                  <a:pt x="1510595" y="697467"/>
                </a:lnTo>
                <a:moveTo>
                  <a:pt x="1663988" y="742377"/>
                </a:moveTo>
                <a:lnTo>
                  <a:pt x="1662099" y="745765"/>
                </a:lnTo>
                <a:moveTo>
                  <a:pt x="1579772" y="705992"/>
                </a:moveTo>
                <a:lnTo>
                  <a:pt x="1575697" y="670872"/>
                </a:lnTo>
                <a:moveTo>
                  <a:pt x="1633745" y="689151"/>
                </a:moveTo>
                <a:lnTo>
                  <a:pt x="1642947" y="683652"/>
                </a:lnTo>
                <a:moveTo>
                  <a:pt x="1633745" y="689151"/>
                </a:moveTo>
                <a:lnTo>
                  <a:pt x="1635684" y="681089"/>
                </a:lnTo>
                <a:moveTo>
                  <a:pt x="1532841" y="689522"/>
                </a:moveTo>
                <a:lnTo>
                  <a:pt x="1575697" y="670872"/>
                </a:lnTo>
                <a:moveTo>
                  <a:pt x="1239733" y="748107"/>
                </a:moveTo>
                <a:lnTo>
                  <a:pt x="1231481" y="709874"/>
                </a:lnTo>
                <a:moveTo>
                  <a:pt x="1474653" y="689526"/>
                </a:moveTo>
                <a:lnTo>
                  <a:pt x="1450076" y="712642"/>
                </a:lnTo>
                <a:moveTo>
                  <a:pt x="1503240" y="686103"/>
                </a:moveTo>
                <a:lnTo>
                  <a:pt x="1524804" y="681305"/>
                </a:lnTo>
                <a:moveTo>
                  <a:pt x="1356601" y="708781"/>
                </a:moveTo>
                <a:lnTo>
                  <a:pt x="1335545" y="721424"/>
                </a:lnTo>
                <a:moveTo>
                  <a:pt x="1386738" y="699003"/>
                </a:moveTo>
                <a:lnTo>
                  <a:pt x="1408332" y="695857"/>
                </a:lnTo>
                <a:moveTo>
                  <a:pt x="1534052" y="794750"/>
                </a:moveTo>
                <a:lnTo>
                  <a:pt x="1593725" y="772405"/>
                </a:lnTo>
                <a:moveTo>
                  <a:pt x="1277813" y="715315"/>
                </a:moveTo>
                <a:lnTo>
                  <a:pt x="1290736" y="713755"/>
                </a:lnTo>
                <a:moveTo>
                  <a:pt x="1266727" y="785171"/>
                </a:moveTo>
                <a:lnTo>
                  <a:pt x="1241647" y="809785"/>
                </a:lnTo>
                <a:moveTo>
                  <a:pt x="1266727" y="785171"/>
                </a:moveTo>
                <a:lnTo>
                  <a:pt x="1213564" y="752366"/>
                </a:lnTo>
                <a:moveTo>
                  <a:pt x="1370836" y="807391"/>
                </a:moveTo>
                <a:lnTo>
                  <a:pt x="1374974" y="809006"/>
                </a:lnTo>
                <a:moveTo>
                  <a:pt x="1624469" y="723259"/>
                </a:moveTo>
                <a:lnTo>
                  <a:pt x="1681431" y="697982"/>
                </a:lnTo>
                <a:moveTo>
                  <a:pt x="1593725" y="772405"/>
                </a:moveTo>
                <a:lnTo>
                  <a:pt x="1618574" y="734276"/>
                </a:lnTo>
                <a:moveTo>
                  <a:pt x="1293551" y="718389"/>
                </a:moveTo>
                <a:lnTo>
                  <a:pt x="1290736" y="713755"/>
                </a:lnTo>
                <a:moveTo>
                  <a:pt x="1618574" y="734276"/>
                </a:moveTo>
                <a:lnTo>
                  <a:pt x="1662099" y="745765"/>
                </a:lnTo>
                <a:moveTo>
                  <a:pt x="1484111" y="802348"/>
                </a:moveTo>
                <a:lnTo>
                  <a:pt x="1478423" y="790228"/>
                </a:lnTo>
                <a:moveTo>
                  <a:pt x="1618574" y="734276"/>
                </a:moveTo>
                <a:lnTo>
                  <a:pt x="1663988" y="742377"/>
                </a:lnTo>
                <a:moveTo>
                  <a:pt x="1239733" y="748107"/>
                </a:moveTo>
                <a:lnTo>
                  <a:pt x="1213564" y="752366"/>
                </a:lnTo>
                <a:moveTo>
                  <a:pt x="1624469" y="723259"/>
                </a:moveTo>
                <a:lnTo>
                  <a:pt x="1642947" y="683652"/>
                </a:lnTo>
                <a:moveTo>
                  <a:pt x="1624469" y="723259"/>
                </a:moveTo>
                <a:lnTo>
                  <a:pt x="1663988" y="742377"/>
                </a:lnTo>
                <a:moveTo>
                  <a:pt x="1484111" y="802348"/>
                </a:moveTo>
                <a:lnTo>
                  <a:pt x="1471026" y="791277"/>
                </a:lnTo>
                <a:moveTo>
                  <a:pt x="1277813" y="715315"/>
                </a:moveTo>
                <a:lnTo>
                  <a:pt x="1293551" y="718389"/>
                </a:lnTo>
                <a:moveTo>
                  <a:pt x="1370836" y="807391"/>
                </a:moveTo>
                <a:lnTo>
                  <a:pt x="1353446" y="809129"/>
                </a:lnTo>
                <a:moveTo>
                  <a:pt x="1239733" y="748107"/>
                </a:moveTo>
                <a:lnTo>
                  <a:pt x="1215482" y="751206"/>
                </a:lnTo>
                <a:moveTo>
                  <a:pt x="1593725" y="772405"/>
                </a:moveTo>
                <a:lnTo>
                  <a:pt x="1590282" y="709876"/>
                </a:lnTo>
                <a:moveTo>
                  <a:pt x="1624469" y="723259"/>
                </a:moveTo>
                <a:lnTo>
                  <a:pt x="1633745" y="689151"/>
                </a:lnTo>
                <a:moveTo>
                  <a:pt x="1593725" y="772405"/>
                </a:moveTo>
                <a:lnTo>
                  <a:pt x="1579772" y="705992"/>
                </a:lnTo>
                <a:moveTo>
                  <a:pt x="1590282" y="709876"/>
                </a:moveTo>
                <a:lnTo>
                  <a:pt x="1635684" y="681089"/>
                </a:lnTo>
                <a:moveTo>
                  <a:pt x="1356601" y="708781"/>
                </a:moveTo>
                <a:lnTo>
                  <a:pt x="1290736" y="713755"/>
                </a:lnTo>
                <a:moveTo>
                  <a:pt x="1526792" y="796587"/>
                </a:moveTo>
                <a:lnTo>
                  <a:pt x="1534052" y="794750"/>
                </a:lnTo>
                <a:moveTo>
                  <a:pt x="1532841" y="689522"/>
                </a:moveTo>
                <a:lnTo>
                  <a:pt x="1524804" y="681305"/>
                </a:lnTo>
                <a:moveTo>
                  <a:pt x="1266727" y="785171"/>
                </a:moveTo>
                <a:lnTo>
                  <a:pt x="1311557" y="792777"/>
                </a:lnTo>
                <a:moveTo>
                  <a:pt x="1423802" y="699833"/>
                </a:moveTo>
                <a:lnTo>
                  <a:pt x="1450076" y="712642"/>
                </a:lnTo>
                <a:moveTo>
                  <a:pt x="1408498" y="808680"/>
                </a:moveTo>
                <a:lnTo>
                  <a:pt x="1417888" y="808386"/>
                </a:lnTo>
                <a:moveTo>
                  <a:pt x="1474653" y="689526"/>
                </a:moveTo>
                <a:lnTo>
                  <a:pt x="1503240" y="686103"/>
                </a:lnTo>
                <a:moveTo>
                  <a:pt x="1590282" y="709876"/>
                </a:moveTo>
                <a:lnTo>
                  <a:pt x="1633745" y="689151"/>
                </a:lnTo>
                <a:moveTo>
                  <a:pt x="1562879" y="750190"/>
                </a:moveTo>
                <a:lnTo>
                  <a:pt x="1593725" y="772405"/>
                </a:lnTo>
                <a:moveTo>
                  <a:pt x="1356601" y="708781"/>
                </a:moveTo>
                <a:lnTo>
                  <a:pt x="1386738" y="699003"/>
                </a:lnTo>
                <a:moveTo>
                  <a:pt x="1333698" y="776908"/>
                </a:moveTo>
                <a:lnTo>
                  <a:pt x="1353446" y="809129"/>
                </a:lnTo>
                <a:moveTo>
                  <a:pt x="1239733" y="748107"/>
                </a:moveTo>
                <a:lnTo>
                  <a:pt x="1277813" y="715315"/>
                </a:lnTo>
                <a:moveTo>
                  <a:pt x="1618574" y="734276"/>
                </a:moveTo>
                <a:lnTo>
                  <a:pt x="1624469" y="723259"/>
                </a:lnTo>
                <a:moveTo>
                  <a:pt x="1503240" y="686103"/>
                </a:moveTo>
                <a:lnTo>
                  <a:pt x="1532841" y="689522"/>
                </a:lnTo>
                <a:moveTo>
                  <a:pt x="1293551" y="718389"/>
                </a:moveTo>
                <a:lnTo>
                  <a:pt x="1356601" y="708781"/>
                </a:lnTo>
                <a:moveTo>
                  <a:pt x="1439469" y="794182"/>
                </a:moveTo>
                <a:lnTo>
                  <a:pt x="1471026" y="791277"/>
                </a:lnTo>
                <a:moveTo>
                  <a:pt x="1618574" y="734276"/>
                </a:moveTo>
                <a:lnTo>
                  <a:pt x="1590282" y="709876"/>
                </a:lnTo>
                <a:moveTo>
                  <a:pt x="1423802" y="699833"/>
                </a:moveTo>
                <a:lnTo>
                  <a:pt x="1408332" y="695857"/>
                </a:lnTo>
                <a:moveTo>
                  <a:pt x="1590282" y="709876"/>
                </a:moveTo>
                <a:lnTo>
                  <a:pt x="1624469" y="723259"/>
                </a:lnTo>
                <a:moveTo>
                  <a:pt x="1562879" y="750190"/>
                </a:moveTo>
                <a:lnTo>
                  <a:pt x="1534052" y="794750"/>
                </a:lnTo>
                <a:moveTo>
                  <a:pt x="1333698" y="776908"/>
                </a:moveTo>
                <a:lnTo>
                  <a:pt x="1311557" y="792777"/>
                </a:lnTo>
                <a:moveTo>
                  <a:pt x="1370836" y="807391"/>
                </a:moveTo>
                <a:lnTo>
                  <a:pt x="1408498" y="808680"/>
                </a:lnTo>
                <a:moveTo>
                  <a:pt x="1484111" y="802348"/>
                </a:moveTo>
                <a:lnTo>
                  <a:pt x="1526792" y="796587"/>
                </a:lnTo>
                <a:moveTo>
                  <a:pt x="1526792" y="796587"/>
                </a:moveTo>
                <a:lnTo>
                  <a:pt x="1562879" y="750190"/>
                </a:lnTo>
                <a:moveTo>
                  <a:pt x="1266727" y="785171"/>
                </a:moveTo>
                <a:lnTo>
                  <a:pt x="1239733" y="748107"/>
                </a:lnTo>
                <a:moveTo>
                  <a:pt x="1590282" y="709876"/>
                </a:moveTo>
                <a:lnTo>
                  <a:pt x="1579772" y="705992"/>
                </a:lnTo>
                <a:moveTo>
                  <a:pt x="1328122" y="722547"/>
                </a:moveTo>
                <a:lnTo>
                  <a:pt x="1293551" y="718389"/>
                </a:lnTo>
                <a:moveTo>
                  <a:pt x="1386738" y="699003"/>
                </a:moveTo>
                <a:lnTo>
                  <a:pt x="1423802" y="699833"/>
                </a:lnTo>
                <a:moveTo>
                  <a:pt x="1423283" y="700037"/>
                </a:moveTo>
                <a:lnTo>
                  <a:pt x="1386738" y="699003"/>
                </a:lnTo>
                <a:moveTo>
                  <a:pt x="1532841" y="689522"/>
                </a:moveTo>
                <a:lnTo>
                  <a:pt x="1579772" y="705992"/>
                </a:lnTo>
                <a:moveTo>
                  <a:pt x="1289030" y="758169"/>
                </a:moveTo>
                <a:lnTo>
                  <a:pt x="1277813" y="715315"/>
                </a:lnTo>
                <a:moveTo>
                  <a:pt x="1562879" y="750190"/>
                </a:moveTo>
                <a:lnTo>
                  <a:pt x="1579772" y="705992"/>
                </a:lnTo>
                <a:moveTo>
                  <a:pt x="1328122" y="722547"/>
                </a:moveTo>
                <a:lnTo>
                  <a:pt x="1356601" y="708781"/>
                </a:lnTo>
                <a:moveTo>
                  <a:pt x="1562879" y="750190"/>
                </a:moveTo>
                <a:lnTo>
                  <a:pt x="1532841" y="689522"/>
                </a:lnTo>
                <a:moveTo>
                  <a:pt x="1289030" y="758169"/>
                </a:moveTo>
                <a:lnTo>
                  <a:pt x="1293551" y="718389"/>
                </a:lnTo>
                <a:moveTo>
                  <a:pt x="1359887" y="727928"/>
                </a:moveTo>
                <a:lnTo>
                  <a:pt x="1386738" y="699003"/>
                </a:lnTo>
                <a:moveTo>
                  <a:pt x="1439469" y="794182"/>
                </a:moveTo>
                <a:lnTo>
                  <a:pt x="1417888" y="808386"/>
                </a:lnTo>
                <a:moveTo>
                  <a:pt x="1423802" y="699833"/>
                </a:moveTo>
                <a:lnTo>
                  <a:pt x="1474653" y="689526"/>
                </a:lnTo>
                <a:moveTo>
                  <a:pt x="1423814" y="700163"/>
                </a:moveTo>
                <a:lnTo>
                  <a:pt x="1474653" y="689526"/>
                </a:lnTo>
                <a:moveTo>
                  <a:pt x="1333698" y="776908"/>
                </a:moveTo>
                <a:lnTo>
                  <a:pt x="1266727" y="785171"/>
                </a:lnTo>
                <a:moveTo>
                  <a:pt x="1386674" y="789759"/>
                </a:moveTo>
                <a:lnTo>
                  <a:pt x="1408498" y="808680"/>
                </a:lnTo>
                <a:moveTo>
                  <a:pt x="1324093" y="770672"/>
                </a:moveTo>
                <a:lnTo>
                  <a:pt x="1266727" y="785171"/>
                </a:lnTo>
                <a:moveTo>
                  <a:pt x="1266727" y="785171"/>
                </a:moveTo>
                <a:lnTo>
                  <a:pt x="1289030" y="758169"/>
                </a:lnTo>
                <a:moveTo>
                  <a:pt x="1553335" y="743178"/>
                </a:moveTo>
                <a:lnTo>
                  <a:pt x="1532841" y="689522"/>
                </a:lnTo>
                <a:moveTo>
                  <a:pt x="1535551" y="699326"/>
                </a:moveTo>
                <a:lnTo>
                  <a:pt x="1532841" y="689522"/>
                </a:lnTo>
                <a:moveTo>
                  <a:pt x="1333698" y="776908"/>
                </a:moveTo>
                <a:lnTo>
                  <a:pt x="1370836" y="807391"/>
                </a:lnTo>
                <a:moveTo>
                  <a:pt x="1379256" y="730151"/>
                </a:moveTo>
                <a:lnTo>
                  <a:pt x="1386738" y="699003"/>
                </a:lnTo>
                <a:moveTo>
                  <a:pt x="1239733" y="748107"/>
                </a:moveTo>
                <a:lnTo>
                  <a:pt x="1289030" y="758169"/>
                </a:lnTo>
                <a:moveTo>
                  <a:pt x="1359887" y="727928"/>
                </a:moveTo>
                <a:lnTo>
                  <a:pt x="1356601" y="708781"/>
                </a:lnTo>
                <a:moveTo>
                  <a:pt x="1483310" y="712145"/>
                </a:moveTo>
                <a:lnTo>
                  <a:pt x="1503240" y="686103"/>
                </a:lnTo>
                <a:moveTo>
                  <a:pt x="1486523" y="713092"/>
                </a:moveTo>
                <a:lnTo>
                  <a:pt x="1503240" y="686103"/>
                </a:lnTo>
                <a:moveTo>
                  <a:pt x="1397937" y="776770"/>
                </a:moveTo>
                <a:lnTo>
                  <a:pt x="1417888" y="808386"/>
                </a:lnTo>
                <a:moveTo>
                  <a:pt x="1508683" y="774480"/>
                </a:moveTo>
                <a:lnTo>
                  <a:pt x="1526792" y="796587"/>
                </a:lnTo>
                <a:moveTo>
                  <a:pt x="1553335" y="743178"/>
                </a:moveTo>
                <a:lnTo>
                  <a:pt x="1562879" y="750190"/>
                </a:lnTo>
                <a:moveTo>
                  <a:pt x="1408498" y="808680"/>
                </a:moveTo>
                <a:lnTo>
                  <a:pt x="1397937" y="776770"/>
                </a:lnTo>
                <a:moveTo>
                  <a:pt x="1335765" y="774709"/>
                </a:moveTo>
                <a:lnTo>
                  <a:pt x="1328122" y="722547"/>
                </a:lnTo>
                <a:moveTo>
                  <a:pt x="1324093" y="770672"/>
                </a:moveTo>
                <a:lnTo>
                  <a:pt x="1328122" y="722547"/>
                </a:lnTo>
                <a:moveTo>
                  <a:pt x="1386674" y="789759"/>
                </a:moveTo>
                <a:lnTo>
                  <a:pt x="1370836" y="807391"/>
                </a:lnTo>
                <a:moveTo>
                  <a:pt x="1439469" y="794182"/>
                </a:moveTo>
                <a:lnTo>
                  <a:pt x="1484111" y="802348"/>
                </a:lnTo>
                <a:moveTo>
                  <a:pt x="1289030" y="758169"/>
                </a:moveTo>
                <a:lnTo>
                  <a:pt x="1328122" y="722547"/>
                </a:lnTo>
                <a:moveTo>
                  <a:pt x="1423283" y="700037"/>
                </a:moveTo>
                <a:lnTo>
                  <a:pt x="1423802" y="699833"/>
                </a:lnTo>
                <a:moveTo>
                  <a:pt x="1423814" y="700163"/>
                </a:moveTo>
                <a:lnTo>
                  <a:pt x="1423802" y="699833"/>
                </a:lnTo>
                <a:moveTo>
                  <a:pt x="1423283" y="700037"/>
                </a:moveTo>
                <a:lnTo>
                  <a:pt x="1423814" y="700163"/>
                </a:lnTo>
                <a:moveTo>
                  <a:pt x="1333698" y="776908"/>
                </a:moveTo>
                <a:lnTo>
                  <a:pt x="1335765" y="774709"/>
                </a:lnTo>
                <a:moveTo>
                  <a:pt x="1333698" y="776908"/>
                </a:moveTo>
                <a:lnTo>
                  <a:pt x="1324093" y="770672"/>
                </a:lnTo>
                <a:moveTo>
                  <a:pt x="1483310" y="712145"/>
                </a:moveTo>
                <a:lnTo>
                  <a:pt x="1474653" y="689526"/>
                </a:lnTo>
                <a:moveTo>
                  <a:pt x="1328122" y="722547"/>
                </a:moveTo>
                <a:lnTo>
                  <a:pt x="1359887" y="727928"/>
                </a:lnTo>
                <a:moveTo>
                  <a:pt x="1324093" y="770672"/>
                </a:moveTo>
                <a:lnTo>
                  <a:pt x="1335765" y="774709"/>
                </a:lnTo>
                <a:moveTo>
                  <a:pt x="1553335" y="743178"/>
                </a:moveTo>
                <a:lnTo>
                  <a:pt x="1535551" y="699326"/>
                </a:lnTo>
                <a:moveTo>
                  <a:pt x="1324093" y="770672"/>
                </a:moveTo>
                <a:lnTo>
                  <a:pt x="1289030" y="758169"/>
                </a:lnTo>
                <a:moveTo>
                  <a:pt x="1333698" y="776908"/>
                </a:moveTo>
                <a:lnTo>
                  <a:pt x="1386674" y="789759"/>
                </a:lnTo>
                <a:moveTo>
                  <a:pt x="1486523" y="713092"/>
                </a:moveTo>
                <a:lnTo>
                  <a:pt x="1532841" y="689522"/>
                </a:lnTo>
                <a:moveTo>
                  <a:pt x="1508683" y="774480"/>
                </a:moveTo>
                <a:lnTo>
                  <a:pt x="1484111" y="802348"/>
                </a:lnTo>
                <a:moveTo>
                  <a:pt x="1335765" y="774709"/>
                </a:moveTo>
                <a:lnTo>
                  <a:pt x="1386674" y="789759"/>
                </a:lnTo>
                <a:moveTo>
                  <a:pt x="1508683" y="774480"/>
                </a:moveTo>
                <a:lnTo>
                  <a:pt x="1562879" y="750190"/>
                </a:lnTo>
                <a:moveTo>
                  <a:pt x="1335765" y="774709"/>
                </a:moveTo>
                <a:lnTo>
                  <a:pt x="1359887" y="727928"/>
                </a:lnTo>
                <a:moveTo>
                  <a:pt x="1386674" y="789759"/>
                </a:moveTo>
                <a:lnTo>
                  <a:pt x="1359887" y="727928"/>
                </a:lnTo>
                <a:moveTo>
                  <a:pt x="1508683" y="774480"/>
                </a:moveTo>
                <a:lnTo>
                  <a:pt x="1553335" y="743178"/>
                </a:lnTo>
                <a:moveTo>
                  <a:pt x="1379256" y="730151"/>
                </a:moveTo>
                <a:lnTo>
                  <a:pt x="1423283" y="700037"/>
                </a:lnTo>
                <a:moveTo>
                  <a:pt x="1512487" y="767932"/>
                </a:moveTo>
                <a:lnTo>
                  <a:pt x="1553335" y="743178"/>
                </a:lnTo>
                <a:moveTo>
                  <a:pt x="1423814" y="700163"/>
                </a:moveTo>
                <a:lnTo>
                  <a:pt x="1483310" y="712145"/>
                </a:lnTo>
                <a:moveTo>
                  <a:pt x="1439469" y="794182"/>
                </a:moveTo>
                <a:lnTo>
                  <a:pt x="1508683" y="774480"/>
                </a:lnTo>
                <a:moveTo>
                  <a:pt x="1486523" y="713092"/>
                </a:moveTo>
                <a:lnTo>
                  <a:pt x="1535551" y="699326"/>
                </a:lnTo>
                <a:moveTo>
                  <a:pt x="1531987" y="727992"/>
                </a:moveTo>
                <a:lnTo>
                  <a:pt x="1553335" y="743178"/>
                </a:lnTo>
                <a:moveTo>
                  <a:pt x="1531987" y="727992"/>
                </a:moveTo>
                <a:lnTo>
                  <a:pt x="1535551" y="699326"/>
                </a:lnTo>
                <a:moveTo>
                  <a:pt x="1397937" y="776770"/>
                </a:moveTo>
                <a:lnTo>
                  <a:pt x="1439469" y="794182"/>
                </a:lnTo>
                <a:moveTo>
                  <a:pt x="1386674" y="789759"/>
                </a:moveTo>
                <a:lnTo>
                  <a:pt x="1397937" y="776770"/>
                </a:lnTo>
                <a:moveTo>
                  <a:pt x="1417886" y="740445"/>
                </a:moveTo>
                <a:lnTo>
                  <a:pt x="1423283" y="700037"/>
                </a:lnTo>
                <a:moveTo>
                  <a:pt x="1386674" y="789759"/>
                </a:moveTo>
                <a:lnTo>
                  <a:pt x="1379256" y="730151"/>
                </a:lnTo>
                <a:moveTo>
                  <a:pt x="1417886" y="740445"/>
                </a:moveTo>
                <a:lnTo>
                  <a:pt x="1423814" y="700163"/>
                </a:lnTo>
                <a:moveTo>
                  <a:pt x="1379256" y="730151"/>
                </a:moveTo>
                <a:lnTo>
                  <a:pt x="1359887" y="727928"/>
                </a:lnTo>
                <a:moveTo>
                  <a:pt x="1466514" y="756309"/>
                </a:moveTo>
                <a:lnTo>
                  <a:pt x="1439469" y="794182"/>
                </a:lnTo>
                <a:moveTo>
                  <a:pt x="1508683" y="774480"/>
                </a:moveTo>
                <a:lnTo>
                  <a:pt x="1512487" y="767932"/>
                </a:lnTo>
                <a:moveTo>
                  <a:pt x="1397937" y="776770"/>
                </a:moveTo>
                <a:lnTo>
                  <a:pt x="1379256" y="730151"/>
                </a:lnTo>
                <a:moveTo>
                  <a:pt x="1508683" y="774480"/>
                </a:moveTo>
                <a:lnTo>
                  <a:pt x="1483310" y="712145"/>
                </a:lnTo>
                <a:moveTo>
                  <a:pt x="1508683" y="774480"/>
                </a:moveTo>
                <a:lnTo>
                  <a:pt x="1486523" y="713092"/>
                </a:lnTo>
                <a:moveTo>
                  <a:pt x="1512487" y="767932"/>
                </a:moveTo>
                <a:lnTo>
                  <a:pt x="1486523" y="713092"/>
                </a:lnTo>
                <a:moveTo>
                  <a:pt x="1512487" y="767932"/>
                </a:moveTo>
                <a:lnTo>
                  <a:pt x="1531987" y="727992"/>
                </a:lnTo>
                <a:moveTo>
                  <a:pt x="1486523" y="713092"/>
                </a:moveTo>
                <a:lnTo>
                  <a:pt x="1483310" y="712145"/>
                </a:lnTo>
                <a:moveTo>
                  <a:pt x="1486523" y="713092"/>
                </a:moveTo>
                <a:lnTo>
                  <a:pt x="1531987" y="727992"/>
                </a:lnTo>
                <a:moveTo>
                  <a:pt x="1466514" y="756309"/>
                </a:moveTo>
                <a:lnTo>
                  <a:pt x="1508683" y="774480"/>
                </a:lnTo>
                <a:moveTo>
                  <a:pt x="1397937" y="776770"/>
                </a:moveTo>
                <a:lnTo>
                  <a:pt x="1417886" y="740445"/>
                </a:lnTo>
                <a:moveTo>
                  <a:pt x="1379256" y="730151"/>
                </a:moveTo>
                <a:lnTo>
                  <a:pt x="1417886" y="740445"/>
                </a:lnTo>
                <a:moveTo>
                  <a:pt x="1397937" y="776770"/>
                </a:moveTo>
                <a:lnTo>
                  <a:pt x="1466514" y="756309"/>
                </a:lnTo>
                <a:moveTo>
                  <a:pt x="1417886" y="740445"/>
                </a:moveTo>
                <a:lnTo>
                  <a:pt x="1483310" y="712145"/>
                </a:lnTo>
                <a:moveTo>
                  <a:pt x="1466514" y="756309"/>
                </a:moveTo>
                <a:lnTo>
                  <a:pt x="1483310" y="712145"/>
                </a:lnTo>
                <a:moveTo>
                  <a:pt x="1417886" y="740445"/>
                </a:moveTo>
                <a:lnTo>
                  <a:pt x="1466514" y="756309"/>
                </a:lnTo>
                <a:moveTo>
                  <a:pt x="1422934" y="669036"/>
                </a:moveTo>
                <a:lnTo>
                  <a:pt x="1419882" y="668335"/>
                </a:lnTo>
                <a:moveTo>
                  <a:pt x="1419377" y="672021"/>
                </a:moveTo>
                <a:lnTo>
                  <a:pt x="1419882" y="668335"/>
                </a:lnTo>
                <a:moveTo>
                  <a:pt x="1419377" y="672021"/>
                </a:moveTo>
                <a:lnTo>
                  <a:pt x="1422934" y="669036"/>
                </a:lnTo>
                <a:moveTo>
                  <a:pt x="1392770" y="755331"/>
                </a:moveTo>
                <a:lnTo>
                  <a:pt x="1391242" y="754895"/>
                </a:lnTo>
                <a:moveTo>
                  <a:pt x="1391242" y="754895"/>
                </a:moveTo>
                <a:lnTo>
                  <a:pt x="1391903" y="753745"/>
                </a:lnTo>
                <a:moveTo>
                  <a:pt x="1392770" y="755331"/>
                </a:moveTo>
                <a:lnTo>
                  <a:pt x="1391903" y="753745"/>
                </a:lnTo>
                <a:moveTo>
                  <a:pt x="1390534" y="754324"/>
                </a:moveTo>
                <a:lnTo>
                  <a:pt x="1391242" y="754895"/>
                </a:lnTo>
                <a:moveTo>
                  <a:pt x="1390534" y="754324"/>
                </a:moveTo>
                <a:lnTo>
                  <a:pt x="1391903" y="75374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692" name="9x0x_9_tuned_ReferenceLigand_0">
            <a:extLst>
              <a:ext uri="{FF2B5EF4-FFF2-40B4-BE49-F238E27FC236}">
                <a16:creationId xmlns:a16="http://schemas.microsoft.com/office/drawing/2014/main" id="{1296E34D-AF8F-4E21-A3D4-D756BE82BA7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9816" y="1100039"/>
                </a:moveTo>
                <a:lnTo>
                  <a:pt x="1288213" y="11658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93" name="9x0x_9_tuned_ReferenceLigand_1">
            <a:extLst>
              <a:ext uri="{FF2B5EF4-FFF2-40B4-BE49-F238E27FC236}">
                <a16:creationId xmlns:a16="http://schemas.microsoft.com/office/drawing/2014/main" id="{2C2020A7-4228-4697-878A-77732CAEB1AA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213" y="1165867"/>
                </a:moveTo>
                <a:lnTo>
                  <a:pt x="1243018" y="12126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94" name="9x0x_9_tuned_ReferenceLigand_2">
            <a:extLst>
              <a:ext uri="{FF2B5EF4-FFF2-40B4-BE49-F238E27FC236}">
                <a16:creationId xmlns:a16="http://schemas.microsoft.com/office/drawing/2014/main" id="{8B70B96B-F0D3-46BE-AEDD-D01975D7B033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0935" y="847486"/>
                </a:moveTo>
                <a:lnTo>
                  <a:pt x="1395615" y="8364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95" name="9x0x_9_tuned_ReferenceLigand_3">
            <a:extLst>
              <a:ext uri="{FF2B5EF4-FFF2-40B4-BE49-F238E27FC236}">
                <a16:creationId xmlns:a16="http://schemas.microsoft.com/office/drawing/2014/main" id="{CA63D69C-3C03-400C-8225-BB9BC54663C0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1780" y="495241"/>
                </a:moveTo>
                <a:lnTo>
                  <a:pt x="997790" y="4314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96" name="9x0x_9_tuned_ReferenceLigand_4">
            <a:extLst>
              <a:ext uri="{FF2B5EF4-FFF2-40B4-BE49-F238E27FC236}">
                <a16:creationId xmlns:a16="http://schemas.microsoft.com/office/drawing/2014/main" id="{15859B8F-A212-4392-B7EF-137AEE3D128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2044" y="483786"/>
                </a:moveTo>
                <a:lnTo>
                  <a:pt x="1031780" y="495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97" name="9x0x_9_tuned_ReferenceLigand_5">
            <a:extLst>
              <a:ext uri="{FF2B5EF4-FFF2-40B4-BE49-F238E27FC236}">
                <a16:creationId xmlns:a16="http://schemas.microsoft.com/office/drawing/2014/main" id="{A1788575-1097-48BE-901A-0AAF0F71530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9833" y="782689"/>
                </a:moveTo>
                <a:lnTo>
                  <a:pt x="1470568" y="718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98" name="9x0x_9_tuned_ReferenceLigand_6">
            <a:extLst>
              <a:ext uri="{FF2B5EF4-FFF2-40B4-BE49-F238E27FC236}">
                <a16:creationId xmlns:a16="http://schemas.microsoft.com/office/drawing/2014/main" id="{FFB5EF42-BAB1-4A12-8977-CEF27FDC1074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1814" y="543345"/>
                </a:moveTo>
                <a:lnTo>
                  <a:pt x="1102044" y="4837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99" name="9x0x_9_tuned_ReferenceLigand_7">
            <a:extLst>
              <a:ext uri="{FF2B5EF4-FFF2-40B4-BE49-F238E27FC236}">
                <a16:creationId xmlns:a16="http://schemas.microsoft.com/office/drawing/2014/main" id="{41214E15-2C76-47A9-BAAC-25630C1EFF2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362" y="529925"/>
                </a:moveTo>
                <a:lnTo>
                  <a:pt x="1141814" y="543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0" name="9x0x_9_tuned_ReferenceLigand_8">
            <a:extLst>
              <a:ext uri="{FF2B5EF4-FFF2-40B4-BE49-F238E27FC236}">
                <a16:creationId xmlns:a16="http://schemas.microsoft.com/office/drawing/2014/main" id="{7D45531B-4F33-4358-BDF7-5AC10B432BB6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2648" y="1095302"/>
                </a:moveTo>
                <a:lnTo>
                  <a:pt x="1259816" y="11000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1" name="9x0x_9_tuned_ReferenceLigand_9">
            <a:extLst>
              <a:ext uri="{FF2B5EF4-FFF2-40B4-BE49-F238E27FC236}">
                <a16:creationId xmlns:a16="http://schemas.microsoft.com/office/drawing/2014/main" id="{E691D178-DBBE-4737-83BE-E141BCA39470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679" y="590227"/>
                </a:moveTo>
                <a:lnTo>
                  <a:pt x="1211362" y="529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2" name="9x0x_9_tuned_ReferenceLigand_10">
            <a:extLst>
              <a:ext uri="{FF2B5EF4-FFF2-40B4-BE49-F238E27FC236}">
                <a16:creationId xmlns:a16="http://schemas.microsoft.com/office/drawing/2014/main" id="{022F4AB4-3B8C-4C9F-A58F-F3C164615F8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0828" y="574041"/>
                </a:moveTo>
                <a:lnTo>
                  <a:pt x="1251679" y="5902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3" name="9x0x_9_tuned_ReferenceLigand_11">
            <a:extLst>
              <a:ext uri="{FF2B5EF4-FFF2-40B4-BE49-F238E27FC236}">
                <a16:creationId xmlns:a16="http://schemas.microsoft.com/office/drawing/2014/main" id="{9CF1FC07-4907-4833-B807-F5259B3F73F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7790" y="431431"/>
                </a:moveTo>
                <a:lnTo>
                  <a:pt x="1007860" y="3903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4" name="9x0x_9_tuned_ReferenceLigand_12">
            <a:extLst>
              <a:ext uri="{FF2B5EF4-FFF2-40B4-BE49-F238E27FC236}">
                <a16:creationId xmlns:a16="http://schemas.microsoft.com/office/drawing/2014/main" id="{98130749-86A0-43B0-BB5A-A5F7FBB432B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0568" y="718838"/>
                </a:moveTo>
                <a:lnTo>
                  <a:pt x="1471973" y="6737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5" name="9x0x_9_tuned_ReferenceLigand_13">
            <a:extLst>
              <a:ext uri="{FF2B5EF4-FFF2-40B4-BE49-F238E27FC236}">
                <a16:creationId xmlns:a16="http://schemas.microsoft.com/office/drawing/2014/main" id="{99D0E5BF-E565-4C2A-8278-FC6FA4E5DC2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1693" y="604636"/>
                </a:moveTo>
                <a:lnTo>
                  <a:pt x="1902755" y="60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6" name="9x0x_9_tuned_ReferenceLigand_14">
            <a:extLst>
              <a:ext uri="{FF2B5EF4-FFF2-40B4-BE49-F238E27FC236}">
                <a16:creationId xmlns:a16="http://schemas.microsoft.com/office/drawing/2014/main" id="{A899268A-CFD9-4351-BBE0-36ACA15D7C2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860" y="633320"/>
                </a:moveTo>
                <a:lnTo>
                  <a:pt x="1320828" y="5740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7" name="9x0x_9_tuned_ReferenceLigand_15">
            <a:extLst>
              <a:ext uri="{FF2B5EF4-FFF2-40B4-BE49-F238E27FC236}">
                <a16:creationId xmlns:a16="http://schemas.microsoft.com/office/drawing/2014/main" id="{BE4E35E2-0B54-45A9-95BB-CB2E632560D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096" y="614794"/>
                </a:moveTo>
                <a:lnTo>
                  <a:pt x="1362860" y="633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8" name="9x0x_9_tuned_ReferenceLigand_16">
            <a:extLst>
              <a:ext uri="{FF2B5EF4-FFF2-40B4-BE49-F238E27FC236}">
                <a16:creationId xmlns:a16="http://schemas.microsoft.com/office/drawing/2014/main" id="{5B0BB323-2A0F-4D55-9F53-D2F6D00FCE6E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673" y="887154"/>
                </a:moveTo>
                <a:lnTo>
                  <a:pt x="1400935" y="8474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9" name="9x0x_9_tuned_ReferenceLigand_17">
            <a:extLst>
              <a:ext uri="{FF2B5EF4-FFF2-40B4-BE49-F238E27FC236}">
                <a16:creationId xmlns:a16="http://schemas.microsoft.com/office/drawing/2014/main" id="{D2EA4564-DC96-43DD-8E79-EFAD52070D0A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92" y="821552"/>
                </a:moveTo>
                <a:lnTo>
                  <a:pt x="1499833" y="782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0" name="9x0x_9_tuned_ReferenceLigand_18">
            <a:extLst>
              <a:ext uri="{FF2B5EF4-FFF2-40B4-BE49-F238E27FC236}">
                <a16:creationId xmlns:a16="http://schemas.microsoft.com/office/drawing/2014/main" id="{411FF56C-CAA0-4821-8060-5F326BACE953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0935" y="847486"/>
                </a:moveTo>
                <a:lnTo>
                  <a:pt x="1455892" y="8215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1" name="9x0x_9_tuned_ReferenceLigand_19">
            <a:extLst>
              <a:ext uri="{FF2B5EF4-FFF2-40B4-BE49-F238E27FC236}">
                <a16:creationId xmlns:a16="http://schemas.microsoft.com/office/drawing/2014/main" id="{1E7C8953-C158-4971-BBD9-96F0FAB4839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0379" y="869067"/>
                </a:moveTo>
                <a:lnTo>
                  <a:pt x="1353673" y="8871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2" name="9x0x_9_tuned_ReferenceLigand_20">
            <a:extLst>
              <a:ext uri="{FF2B5EF4-FFF2-40B4-BE49-F238E27FC236}">
                <a16:creationId xmlns:a16="http://schemas.microsoft.com/office/drawing/2014/main" id="{6254ACBB-440B-4CF4-927A-2D0952E82DA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973" y="673788"/>
                </a:moveTo>
                <a:lnTo>
                  <a:pt x="1432096" y="6147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3" name="9x0x_9_tuned_ReferenceLigand_21">
            <a:extLst>
              <a:ext uri="{FF2B5EF4-FFF2-40B4-BE49-F238E27FC236}">
                <a16:creationId xmlns:a16="http://schemas.microsoft.com/office/drawing/2014/main" id="{4BBAAD72-C0AB-4E87-93CD-B50FB7379F2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0379" y="869067"/>
                </a:moveTo>
                <a:lnTo>
                  <a:pt x="1275694" y="802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4" name="9x0x_9_tuned_ReferenceLigand_22">
            <a:extLst>
              <a:ext uri="{FF2B5EF4-FFF2-40B4-BE49-F238E27FC236}">
                <a16:creationId xmlns:a16="http://schemas.microsoft.com/office/drawing/2014/main" id="{CE63B918-B802-4F12-9A55-E224275C0A7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60" y="390316"/>
                </a:moveTo>
                <a:lnTo>
                  <a:pt x="975831" y="3251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5" name="9x0x_9_tuned_ReferenceLigand_23">
            <a:extLst>
              <a:ext uri="{FF2B5EF4-FFF2-40B4-BE49-F238E27FC236}">
                <a16:creationId xmlns:a16="http://schemas.microsoft.com/office/drawing/2014/main" id="{8A050693-2824-41D9-A3F6-59F34BCCBD9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515" y="1021419"/>
                </a:moveTo>
                <a:lnTo>
                  <a:pt x="1208936" y="10323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6" name="9x0x_9_tuned_ReferenceLigand_24">
            <a:extLst>
              <a:ext uri="{FF2B5EF4-FFF2-40B4-BE49-F238E27FC236}">
                <a16:creationId xmlns:a16="http://schemas.microsoft.com/office/drawing/2014/main" id="{C6EC1ACA-E0BA-446E-A3E4-ACD03BAEA30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27" y="915561"/>
                </a:moveTo>
                <a:lnTo>
                  <a:pt x="1290379" y="8690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7" name="9x0x_9_tuned_ReferenceLigand_25">
            <a:extLst>
              <a:ext uri="{FF2B5EF4-FFF2-40B4-BE49-F238E27FC236}">
                <a16:creationId xmlns:a16="http://schemas.microsoft.com/office/drawing/2014/main" id="{D08DBD21-6C11-4019-8239-6A2BBB16454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936" y="1032372"/>
                </a:moveTo>
                <a:lnTo>
                  <a:pt x="1242648" y="1095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8" name="9x0x_9_tuned_ReferenceLigand_26">
            <a:extLst>
              <a:ext uri="{FF2B5EF4-FFF2-40B4-BE49-F238E27FC236}">
                <a16:creationId xmlns:a16="http://schemas.microsoft.com/office/drawing/2014/main" id="{68EDA865-2611-416A-88D0-999279932BD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1007" y="664591"/>
                </a:moveTo>
                <a:lnTo>
                  <a:pt x="1861693" y="6046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9" name="9x0x_9_tuned_ReferenceLigand_27">
            <a:extLst>
              <a:ext uri="{FF2B5EF4-FFF2-40B4-BE49-F238E27FC236}">
                <a16:creationId xmlns:a16="http://schemas.microsoft.com/office/drawing/2014/main" id="{93CCF4EB-F84C-4A2F-A765-932435DF616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0385" y="979180"/>
                </a:moveTo>
                <a:lnTo>
                  <a:pt x="1247127" y="9155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0" name="9x0x_9_tuned_ReferenceLigand_28">
            <a:extLst>
              <a:ext uri="{FF2B5EF4-FFF2-40B4-BE49-F238E27FC236}">
                <a16:creationId xmlns:a16="http://schemas.microsoft.com/office/drawing/2014/main" id="{947012FF-D4C8-4D2E-A856-C17A12C2151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936" y="1032372"/>
                </a:moveTo>
                <a:lnTo>
                  <a:pt x="1260385" y="9791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1" name="9x0x_9_tuned_ReferenceLigand_29">
            <a:extLst>
              <a:ext uri="{FF2B5EF4-FFF2-40B4-BE49-F238E27FC236}">
                <a16:creationId xmlns:a16="http://schemas.microsoft.com/office/drawing/2014/main" id="{394DD170-8F98-43A4-B655-E6DB208D365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31" y="325164"/>
                </a:moveTo>
                <a:lnTo>
                  <a:pt x="983027" y="286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2" name="9x0x_9_tuned_ReferenceLigand_30">
            <a:extLst>
              <a:ext uri="{FF2B5EF4-FFF2-40B4-BE49-F238E27FC236}">
                <a16:creationId xmlns:a16="http://schemas.microsoft.com/office/drawing/2014/main" id="{B90D560E-0EF6-4AF5-9A61-8821C0BE46C0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7493" y="649073"/>
                </a:moveTo>
                <a:lnTo>
                  <a:pt x="1821007" y="6645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3" name="9x0x_9_tuned_ReferenceLigand_31">
            <a:extLst>
              <a:ext uri="{FF2B5EF4-FFF2-40B4-BE49-F238E27FC236}">
                <a16:creationId xmlns:a16="http://schemas.microsoft.com/office/drawing/2014/main" id="{D16E38A2-F640-4357-8BA9-7CF5F982110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5694" y="802024"/>
                </a:moveTo>
                <a:lnTo>
                  <a:pt x="1242230" y="8066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4" name="9x0x_9_tuned_ReferenceLigand_32">
            <a:extLst>
              <a:ext uri="{FF2B5EF4-FFF2-40B4-BE49-F238E27FC236}">
                <a16:creationId xmlns:a16="http://schemas.microsoft.com/office/drawing/2014/main" id="{3F3AE01F-40E3-4B77-90F3-6C79416A170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2996" y="706419"/>
                </a:moveTo>
                <a:lnTo>
                  <a:pt x="1757493" y="64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5" name="9x0x_9_tuned_ReferenceLigand_33">
            <a:extLst>
              <a:ext uri="{FF2B5EF4-FFF2-40B4-BE49-F238E27FC236}">
                <a16:creationId xmlns:a16="http://schemas.microsoft.com/office/drawing/2014/main" id="{4425B0A4-384C-4163-B0D1-1F05831AB28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3027" y="286450"/>
                </a:moveTo>
                <a:lnTo>
                  <a:pt x="967691" y="2162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6" name="9x0x_9_tuned_ReferenceLigand_34">
            <a:extLst>
              <a:ext uri="{FF2B5EF4-FFF2-40B4-BE49-F238E27FC236}">
                <a16:creationId xmlns:a16="http://schemas.microsoft.com/office/drawing/2014/main" id="{FDA31B00-304A-4ED3-95B1-CDC893A56E7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393" y="685482"/>
                </a:moveTo>
                <a:lnTo>
                  <a:pt x="1712996" y="7064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7" name="9x0x_9_tuned_ReferenceLigand_35">
            <a:extLst>
              <a:ext uri="{FF2B5EF4-FFF2-40B4-BE49-F238E27FC236}">
                <a16:creationId xmlns:a16="http://schemas.microsoft.com/office/drawing/2014/main" id="{D5C7C81F-3222-4BD3-9A67-EDC9451209E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936" y="1032372"/>
                </a:moveTo>
                <a:lnTo>
                  <a:pt x="1204871" y="103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8" name="9x0x_9_tuned_ReferenceLigand_36">
            <a:extLst>
              <a:ext uri="{FF2B5EF4-FFF2-40B4-BE49-F238E27FC236}">
                <a16:creationId xmlns:a16="http://schemas.microsoft.com/office/drawing/2014/main" id="{D2E211A6-64CB-41CC-A4AE-C3D95044341F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7691" y="216256"/>
                </a:moveTo>
                <a:lnTo>
                  <a:pt x="987846" y="177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9" name="9x0x_9_tuned_ReferenceLigand_37">
            <a:extLst>
              <a:ext uri="{FF2B5EF4-FFF2-40B4-BE49-F238E27FC236}">
                <a16:creationId xmlns:a16="http://schemas.microsoft.com/office/drawing/2014/main" id="{D642DE32-A1CE-4746-BAB7-B5175E5F8FB4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846" y="177100"/>
                </a:moveTo>
                <a:lnTo>
                  <a:pt x="984843" y="1063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0" name="9x0x_9_tuned_ReferenceLigand_38">
            <a:extLst>
              <a:ext uri="{FF2B5EF4-FFF2-40B4-BE49-F238E27FC236}">
                <a16:creationId xmlns:a16="http://schemas.microsoft.com/office/drawing/2014/main" id="{5FA5C4DC-4925-4F3E-A6AA-D333416874D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364" y="671482"/>
                </a:moveTo>
                <a:lnTo>
                  <a:pt x="1646393" y="685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1" name="9x0x_9_tuned_ReferenceLigand_39">
            <a:extLst>
              <a:ext uri="{FF2B5EF4-FFF2-40B4-BE49-F238E27FC236}">
                <a16:creationId xmlns:a16="http://schemas.microsoft.com/office/drawing/2014/main" id="{B2110B18-7BFF-4745-880A-EE8DC7159B4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2230" y="806612"/>
                </a:moveTo>
                <a:lnTo>
                  <a:pt x="1264952" y="7764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2" name="9x0x_9_tuned_ReferenceLigand_40">
            <a:extLst>
              <a:ext uri="{FF2B5EF4-FFF2-40B4-BE49-F238E27FC236}">
                <a16:creationId xmlns:a16="http://schemas.microsoft.com/office/drawing/2014/main" id="{4FED9790-A4D6-4A9A-8A51-F2131BC12B2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52" y="776435"/>
                </a:moveTo>
                <a:lnTo>
                  <a:pt x="1335208" y="7727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3" name="9x0x_9_tuned_ReferenceLigand_41">
            <a:extLst>
              <a:ext uri="{FF2B5EF4-FFF2-40B4-BE49-F238E27FC236}">
                <a16:creationId xmlns:a16="http://schemas.microsoft.com/office/drawing/2014/main" id="{0965F5DB-CD7E-45A4-8500-A86231543F8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52" y="776435"/>
                </a:moveTo>
                <a:lnTo>
                  <a:pt x="1225803" y="7538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4" name="9x0x_9_tuned_ReferenceLigand_42">
            <a:extLst>
              <a:ext uri="{FF2B5EF4-FFF2-40B4-BE49-F238E27FC236}">
                <a16:creationId xmlns:a16="http://schemas.microsoft.com/office/drawing/2014/main" id="{1BD088A7-F255-417C-8FA3-50A76E3082A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130" y="734307"/>
                </a:moveTo>
                <a:lnTo>
                  <a:pt x="1644364" y="67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5" name="9x0x_9_tuned_ReferenceLigand_43">
            <a:extLst>
              <a:ext uri="{FF2B5EF4-FFF2-40B4-BE49-F238E27FC236}">
                <a16:creationId xmlns:a16="http://schemas.microsoft.com/office/drawing/2014/main" id="{09455914-30F2-4585-8FE9-F0858FE90A66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450" y="761920"/>
                </a:moveTo>
                <a:lnTo>
                  <a:pt x="1637130" y="7343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6" name="9x0x_9_tuned_ReferenceLigand_44">
            <a:extLst>
              <a:ext uri="{FF2B5EF4-FFF2-40B4-BE49-F238E27FC236}">
                <a16:creationId xmlns:a16="http://schemas.microsoft.com/office/drawing/2014/main" id="{F2E1732B-875D-4714-9501-0458BDAF0054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1205" y="730583"/>
                </a:moveTo>
                <a:lnTo>
                  <a:pt x="1571450" y="7619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7" name="9x0x_9_tuned_ReferenceLigand_45">
            <a:extLst>
              <a:ext uri="{FF2B5EF4-FFF2-40B4-BE49-F238E27FC236}">
                <a16:creationId xmlns:a16="http://schemas.microsoft.com/office/drawing/2014/main" id="{8491BDC7-7CD7-4092-9956-34D4F88AD0E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08" y="772744"/>
                </a:moveTo>
                <a:lnTo>
                  <a:pt x="1343399" y="766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8" name="9x0x_9_tuned_ReferenceLigand_46">
            <a:extLst>
              <a:ext uri="{FF2B5EF4-FFF2-40B4-BE49-F238E27FC236}">
                <a16:creationId xmlns:a16="http://schemas.microsoft.com/office/drawing/2014/main" id="{13A2C6B3-8B35-4545-8FDA-6583BFE8C42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0445" y="769836"/>
                </a:moveTo>
                <a:lnTo>
                  <a:pt x="1521205" y="730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9" name="9x0x_9_tuned_ReferenceLigand_47">
            <a:extLst>
              <a:ext uri="{FF2B5EF4-FFF2-40B4-BE49-F238E27FC236}">
                <a16:creationId xmlns:a16="http://schemas.microsoft.com/office/drawing/2014/main" id="{C97C1490-1405-4EEF-B1B9-E28AB750644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7468" y="736706"/>
                </a:moveTo>
                <a:lnTo>
                  <a:pt x="1460445" y="7698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0" name="9x0x_9_tuned_ReferenceLigand_48">
            <a:extLst>
              <a:ext uri="{FF2B5EF4-FFF2-40B4-BE49-F238E27FC236}">
                <a16:creationId xmlns:a16="http://schemas.microsoft.com/office/drawing/2014/main" id="{8FE0208C-19A2-4BF5-947A-B6DCA150285F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99" y="766453"/>
                </a:moveTo>
                <a:lnTo>
                  <a:pt x="1407468" y="7367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1" name="9x0x_9_tuned_PredictedLigand_0">
            <a:extLst>
              <a:ext uri="{FF2B5EF4-FFF2-40B4-BE49-F238E27FC236}">
                <a16:creationId xmlns:a16="http://schemas.microsoft.com/office/drawing/2014/main" id="{748DFE19-8B54-4843-9197-5F444B7BC024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523" y="1170904"/>
                </a:moveTo>
                <a:lnTo>
                  <a:pt x="1263258" y="12302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2" name="9x0x_9_tuned_PredictedLigand_1">
            <a:extLst>
              <a:ext uri="{FF2B5EF4-FFF2-40B4-BE49-F238E27FC236}">
                <a16:creationId xmlns:a16="http://schemas.microsoft.com/office/drawing/2014/main" id="{5D01BFB7-D615-4C81-AD57-76003F81D4E7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882" y="1146693"/>
                </a:moveTo>
                <a:lnTo>
                  <a:pt x="1282523" y="1170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3" name="9x0x_9_tuned_PredictedLigand_2">
            <a:extLst>
              <a:ext uri="{FF2B5EF4-FFF2-40B4-BE49-F238E27FC236}">
                <a16:creationId xmlns:a16="http://schemas.microsoft.com/office/drawing/2014/main" id="{051A8269-0DBF-475C-B8DC-954C74F37CB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373" y="497280"/>
                </a:moveTo>
                <a:lnTo>
                  <a:pt x="1029340" y="4503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4" name="9x0x_9_tuned_PredictedLigand_3">
            <a:extLst>
              <a:ext uri="{FF2B5EF4-FFF2-40B4-BE49-F238E27FC236}">
                <a16:creationId xmlns:a16="http://schemas.microsoft.com/office/drawing/2014/main" id="{B9C5A0EE-C449-4F1F-8804-5488240A156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7460" y="535031"/>
                </a:moveTo>
                <a:lnTo>
                  <a:pt x="1071373" y="497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5" name="9x0x_9_tuned_PredictedLigand_4">
            <a:extLst>
              <a:ext uri="{FF2B5EF4-FFF2-40B4-BE49-F238E27FC236}">
                <a16:creationId xmlns:a16="http://schemas.microsoft.com/office/drawing/2014/main" id="{F48530FF-2694-497B-9F80-BA45C0A85F0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128" y="1078047"/>
                </a:moveTo>
                <a:lnTo>
                  <a:pt x="1238882" y="11466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6" name="9x0x_9_tuned_PredictedLigand_5">
            <a:extLst>
              <a:ext uri="{FF2B5EF4-FFF2-40B4-BE49-F238E27FC236}">
                <a16:creationId xmlns:a16="http://schemas.microsoft.com/office/drawing/2014/main" id="{62587678-A549-47B8-8DFC-81EF55BCB812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415" y="851913"/>
                </a:moveTo>
                <a:lnTo>
                  <a:pt x="1402696" y="8450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7" name="9x0x_9_tuned_PredictedLigand_6">
            <a:extLst>
              <a:ext uri="{FF2B5EF4-FFF2-40B4-BE49-F238E27FC236}">
                <a16:creationId xmlns:a16="http://schemas.microsoft.com/office/drawing/2014/main" id="{06912B4B-A069-4961-AB47-3FB0C3A65AEF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9340" y="450382"/>
                </a:moveTo>
                <a:lnTo>
                  <a:pt x="1056893" y="3826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8" name="9x0x_9_tuned_PredictedLigand_7">
            <a:extLst>
              <a:ext uri="{FF2B5EF4-FFF2-40B4-BE49-F238E27FC236}">
                <a16:creationId xmlns:a16="http://schemas.microsoft.com/office/drawing/2014/main" id="{3AAE2339-A83C-42EB-84A8-6B8E01A1CFD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6893" y="382604"/>
                </a:moveTo>
                <a:lnTo>
                  <a:pt x="1004826" y="3324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9" name="9x0x_9_tuned_PredictedLigand_8">
            <a:extLst>
              <a:ext uri="{FF2B5EF4-FFF2-40B4-BE49-F238E27FC236}">
                <a16:creationId xmlns:a16="http://schemas.microsoft.com/office/drawing/2014/main" id="{91F63316-81D0-4DED-A8FF-FD2EA046932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2115" y="580295"/>
                </a:moveTo>
                <a:lnTo>
                  <a:pt x="1916786" y="5612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0" name="9x0x_9_tuned_PredictedLigand_9">
            <a:extLst>
              <a:ext uri="{FF2B5EF4-FFF2-40B4-BE49-F238E27FC236}">
                <a16:creationId xmlns:a16="http://schemas.microsoft.com/office/drawing/2014/main" id="{A33ECE9D-3C43-424E-9AE7-976AAF00DD2F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7382" y="528251"/>
                </a:moveTo>
                <a:lnTo>
                  <a:pt x="1287773" y="4934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1" name="9x0x_9_tuned_PredictedLigand_10">
            <a:extLst>
              <a:ext uri="{FF2B5EF4-FFF2-40B4-BE49-F238E27FC236}">
                <a16:creationId xmlns:a16="http://schemas.microsoft.com/office/drawing/2014/main" id="{093FADC6-930D-4E03-A500-D3CAD0671903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427" y="585927"/>
                </a:moveTo>
                <a:lnTo>
                  <a:pt x="1347382" y="528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2" name="9x0x_9_tuned_PredictedLigand_11">
            <a:extLst>
              <a:ext uri="{FF2B5EF4-FFF2-40B4-BE49-F238E27FC236}">
                <a16:creationId xmlns:a16="http://schemas.microsoft.com/office/drawing/2014/main" id="{6CAFAE8A-D80D-4B6E-A98C-F8A3BA251D9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03" y="497342"/>
                </a:moveTo>
                <a:lnTo>
                  <a:pt x="1117460" y="5350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3" name="9x0x_9_tuned_PredictedLigand_12">
            <a:extLst>
              <a:ext uri="{FF2B5EF4-FFF2-40B4-BE49-F238E27FC236}">
                <a16:creationId xmlns:a16="http://schemas.microsoft.com/office/drawing/2014/main" id="{26352055-D09C-46D6-9CE3-033EF3B7124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8362" y="777005"/>
                </a:moveTo>
                <a:lnTo>
                  <a:pt x="1462748" y="724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4" name="9x0x_9_tuned_PredictedLigand_13">
            <a:extLst>
              <a:ext uri="{FF2B5EF4-FFF2-40B4-BE49-F238E27FC236}">
                <a16:creationId xmlns:a16="http://schemas.microsoft.com/office/drawing/2014/main" id="{9FBD4A20-A457-4501-A20D-B1029032173F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262" y="1041960"/>
                </a:moveTo>
                <a:lnTo>
                  <a:pt x="1246128" y="10780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5" name="9x0x_9_tuned_PredictedLigand_14">
            <a:extLst>
              <a:ext uri="{FF2B5EF4-FFF2-40B4-BE49-F238E27FC236}">
                <a16:creationId xmlns:a16="http://schemas.microsoft.com/office/drawing/2014/main" id="{54822F3B-885D-46B4-914D-64CD38CD8C2A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329" y="611299"/>
                </a:moveTo>
                <a:lnTo>
                  <a:pt x="1362427" y="585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6" name="9x0x_9_tuned_PredictedLigand_15">
            <a:extLst>
              <a:ext uri="{FF2B5EF4-FFF2-40B4-BE49-F238E27FC236}">
                <a16:creationId xmlns:a16="http://schemas.microsoft.com/office/drawing/2014/main" id="{58141704-6C84-49AE-89EB-0F09A27DA733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207" y="933837"/>
                </a:moveTo>
                <a:lnTo>
                  <a:pt x="1292218" y="872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7" name="9x0x_9_tuned_PredictedLigand_16">
            <a:extLst>
              <a:ext uri="{FF2B5EF4-FFF2-40B4-BE49-F238E27FC236}">
                <a16:creationId xmlns:a16="http://schemas.microsoft.com/office/drawing/2014/main" id="{CBE2176B-C24A-4E87-9B3E-8AAACED1DC42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748" y="724414"/>
                </a:moveTo>
                <a:lnTo>
                  <a:pt x="1441199" y="6709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8" name="9x0x_9_tuned_PredictedLigand_17">
            <a:extLst>
              <a:ext uri="{FF2B5EF4-FFF2-40B4-BE49-F238E27FC236}">
                <a16:creationId xmlns:a16="http://schemas.microsoft.com/office/drawing/2014/main" id="{971D96E6-2024-424D-B911-115E835204A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7773" y="493448"/>
                </a:moveTo>
                <a:lnTo>
                  <a:pt x="1234054" y="5340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9" name="9x0x_9_tuned_PredictedLigand_18">
            <a:extLst>
              <a:ext uri="{FF2B5EF4-FFF2-40B4-BE49-F238E27FC236}">
                <a16:creationId xmlns:a16="http://schemas.microsoft.com/office/drawing/2014/main" id="{EC71BCA0-1793-4925-801F-C5567608FE33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1199" y="670901"/>
                </a:moveTo>
                <a:lnTo>
                  <a:pt x="1426329" y="6112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0" name="9x0x_9_tuned_PredictedLigand_19">
            <a:extLst>
              <a:ext uri="{FF2B5EF4-FFF2-40B4-BE49-F238E27FC236}">
                <a16:creationId xmlns:a16="http://schemas.microsoft.com/office/drawing/2014/main" id="{214CF546-F3AA-4CB6-9487-9409428FEF8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1038" y="633115"/>
                </a:moveTo>
                <a:lnTo>
                  <a:pt x="1892115" y="5802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1" name="9x0x_9_tuned_PredictedLigand_20">
            <a:extLst>
              <a:ext uri="{FF2B5EF4-FFF2-40B4-BE49-F238E27FC236}">
                <a16:creationId xmlns:a16="http://schemas.microsoft.com/office/drawing/2014/main" id="{551293F6-A139-4BFC-9740-845A1CB649EB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826" y="332480"/>
                </a:moveTo>
                <a:lnTo>
                  <a:pt x="1013156" y="29417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2" name="9x0x_9_tuned_PredictedLigand_21">
            <a:extLst>
              <a:ext uri="{FF2B5EF4-FFF2-40B4-BE49-F238E27FC236}">
                <a16:creationId xmlns:a16="http://schemas.microsoft.com/office/drawing/2014/main" id="{E97F15B4-C27F-4F93-BB02-FD3704698466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7764" y="984396"/>
                </a:moveTo>
                <a:lnTo>
                  <a:pt x="1265207" y="9338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3" name="9x0x_9_tuned_PredictedLigand_22">
            <a:extLst>
              <a:ext uri="{FF2B5EF4-FFF2-40B4-BE49-F238E27FC236}">
                <a16:creationId xmlns:a16="http://schemas.microsoft.com/office/drawing/2014/main" id="{E0135A60-D828-4E9A-8467-B7A86D8FD06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4054" y="534041"/>
                </a:moveTo>
                <a:lnTo>
                  <a:pt x="1170803" y="4973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4" name="9x0x_9_tuned_PredictedLigand_23">
            <a:extLst>
              <a:ext uri="{FF2B5EF4-FFF2-40B4-BE49-F238E27FC236}">
                <a16:creationId xmlns:a16="http://schemas.microsoft.com/office/drawing/2014/main" id="{147AFB91-5840-455C-8770-DB60B5F69752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8433" y="881769"/>
                </a:moveTo>
                <a:lnTo>
                  <a:pt x="1405415" y="8519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5" name="9x0x_9_tuned_PredictedLigand_24">
            <a:extLst>
              <a:ext uri="{FF2B5EF4-FFF2-40B4-BE49-F238E27FC236}">
                <a16:creationId xmlns:a16="http://schemas.microsoft.com/office/drawing/2014/main" id="{3F18BEA1-DB1D-4A1A-A744-5CC2929F770D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415" y="851913"/>
                </a:moveTo>
                <a:lnTo>
                  <a:pt x="1458000" y="829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6" name="9x0x_9_tuned_PredictedLigand_25">
            <a:extLst>
              <a:ext uri="{FF2B5EF4-FFF2-40B4-BE49-F238E27FC236}">
                <a16:creationId xmlns:a16="http://schemas.microsoft.com/office/drawing/2014/main" id="{AF88890D-C400-4211-83E3-88250F798F4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218" y="872512"/>
                </a:moveTo>
                <a:lnTo>
                  <a:pt x="1358433" y="88176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7" name="9x0x_9_tuned_PredictedLigand_26">
            <a:extLst>
              <a:ext uri="{FF2B5EF4-FFF2-40B4-BE49-F238E27FC236}">
                <a16:creationId xmlns:a16="http://schemas.microsoft.com/office/drawing/2014/main" id="{0153D7F6-16EB-4B9D-9E49-7C590F02622F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262" y="1041960"/>
                </a:moveTo>
                <a:lnTo>
                  <a:pt x="1159535" y="10234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8" name="9x0x_9_tuned_PredictedLigand_27">
            <a:extLst>
              <a:ext uri="{FF2B5EF4-FFF2-40B4-BE49-F238E27FC236}">
                <a16:creationId xmlns:a16="http://schemas.microsoft.com/office/drawing/2014/main" id="{BD588DDA-7584-4F1E-B1D7-D1376CF00C8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000" y="829585"/>
                </a:moveTo>
                <a:lnTo>
                  <a:pt x="1498362" y="77700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9" name="9x0x_9_tuned_PredictedLigand_28">
            <a:extLst>
              <a:ext uri="{FF2B5EF4-FFF2-40B4-BE49-F238E27FC236}">
                <a16:creationId xmlns:a16="http://schemas.microsoft.com/office/drawing/2014/main" id="{0DAF2868-2EF6-4A0D-977C-D73BB68FABD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262" y="1041960"/>
                </a:moveTo>
                <a:lnTo>
                  <a:pt x="1267764" y="9843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0" name="9x0x_9_tuned_PredictedLigand_29">
            <a:extLst>
              <a:ext uri="{FF2B5EF4-FFF2-40B4-BE49-F238E27FC236}">
                <a16:creationId xmlns:a16="http://schemas.microsoft.com/office/drawing/2014/main" id="{17106146-0479-4843-8086-D261826315C2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8896" y="628774"/>
                </a:moveTo>
                <a:lnTo>
                  <a:pt x="1841038" y="6331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1" name="9x0x_9_tuned_PredictedLigand_30">
            <a:extLst>
              <a:ext uri="{FF2B5EF4-FFF2-40B4-BE49-F238E27FC236}">
                <a16:creationId xmlns:a16="http://schemas.microsoft.com/office/drawing/2014/main" id="{98D22170-DDCC-480E-ACFE-FD10FDA37614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218" y="872512"/>
                </a:moveTo>
                <a:lnTo>
                  <a:pt x="1253160" y="8521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2" name="9x0x_9_tuned_PredictedLigand_31">
            <a:extLst>
              <a:ext uri="{FF2B5EF4-FFF2-40B4-BE49-F238E27FC236}">
                <a16:creationId xmlns:a16="http://schemas.microsoft.com/office/drawing/2014/main" id="{858B606B-6C08-4880-B2E2-5A6D1FF7E960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156" y="294176"/>
                </a:moveTo>
                <a:lnTo>
                  <a:pt x="952960" y="255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3" name="9x0x_9_tuned_PredictedLigand_32">
            <a:extLst>
              <a:ext uri="{FF2B5EF4-FFF2-40B4-BE49-F238E27FC236}">
                <a16:creationId xmlns:a16="http://schemas.microsoft.com/office/drawing/2014/main" id="{52B89B59-76A5-4F07-B99E-0172A0709A76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2798" y="1085764"/>
                </a:moveTo>
                <a:lnTo>
                  <a:pt x="1223262" y="10419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4" name="9x0x_9_tuned_PredictedLigand_33">
            <a:extLst>
              <a:ext uri="{FF2B5EF4-FFF2-40B4-BE49-F238E27FC236}">
                <a16:creationId xmlns:a16="http://schemas.microsoft.com/office/drawing/2014/main" id="{A9F47BF9-085E-4B27-A09F-526E36173904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0611" y="672588"/>
                </a:moveTo>
                <a:lnTo>
                  <a:pt x="1798896" y="6287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5" name="9x0x_9_tuned_PredictedLigand_34">
            <a:extLst>
              <a:ext uri="{FF2B5EF4-FFF2-40B4-BE49-F238E27FC236}">
                <a16:creationId xmlns:a16="http://schemas.microsoft.com/office/drawing/2014/main" id="{67FE2867-21A9-470F-948C-ED95E924ED4C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60" y="852140"/>
                </a:moveTo>
                <a:lnTo>
                  <a:pt x="1270009" y="7905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6" name="9x0x_9_tuned_PredictedLigand_35">
            <a:extLst>
              <a:ext uri="{FF2B5EF4-FFF2-40B4-BE49-F238E27FC236}">
                <a16:creationId xmlns:a16="http://schemas.microsoft.com/office/drawing/2014/main" id="{19B853A5-1A85-4EC4-BBA2-575B8E8D5C8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2960" y="255236"/>
                </a:moveTo>
                <a:lnTo>
                  <a:pt x="953373" y="2284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7" name="9x0x_9_tuned_PredictedLigand_36">
            <a:extLst>
              <a:ext uri="{FF2B5EF4-FFF2-40B4-BE49-F238E27FC236}">
                <a16:creationId xmlns:a16="http://schemas.microsoft.com/office/drawing/2014/main" id="{4212F0DF-4FAC-4737-881A-DEF4D0EA2C7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700" y="661246"/>
                </a:moveTo>
                <a:lnTo>
                  <a:pt x="1740611" y="6725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8" name="9x0x_9_tuned_PredictedLigand_37">
            <a:extLst>
              <a:ext uri="{FF2B5EF4-FFF2-40B4-BE49-F238E27FC236}">
                <a16:creationId xmlns:a16="http://schemas.microsoft.com/office/drawing/2014/main" id="{19808985-A95C-45B4-AF7B-C190DC908B2F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193" y="714077"/>
                </a:moveTo>
                <a:lnTo>
                  <a:pt x="1693700" y="6612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9" name="9x0x_9_tuned_PredictedLigand_38">
            <a:extLst>
              <a:ext uri="{FF2B5EF4-FFF2-40B4-BE49-F238E27FC236}">
                <a16:creationId xmlns:a16="http://schemas.microsoft.com/office/drawing/2014/main" id="{D24B83CB-A2AA-43C8-8382-01B00EB696C1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009" y="790521"/>
                </a:moveTo>
                <a:lnTo>
                  <a:pt x="1260924" y="7678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0" name="9x0x_9_tuned_PredictedLigand_39">
            <a:extLst>
              <a:ext uri="{FF2B5EF4-FFF2-40B4-BE49-F238E27FC236}">
                <a16:creationId xmlns:a16="http://schemas.microsoft.com/office/drawing/2014/main" id="{ED06E523-2E74-40FB-978A-205C0738FA08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3373" y="228498"/>
                </a:moveTo>
                <a:lnTo>
                  <a:pt x="936543" y="2685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1" name="9x0x_9_tuned_PredictedLigand_40">
            <a:extLst>
              <a:ext uri="{FF2B5EF4-FFF2-40B4-BE49-F238E27FC236}">
                <a16:creationId xmlns:a16="http://schemas.microsoft.com/office/drawing/2014/main" id="{53E65D0C-0F2C-47B7-AAB4-6B46C3226013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0066" y="710431"/>
                </a:moveTo>
                <a:lnTo>
                  <a:pt x="1644193" y="714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2" name="9x0x_9_tuned_PredictedLigand_41">
            <a:extLst>
              <a:ext uri="{FF2B5EF4-FFF2-40B4-BE49-F238E27FC236}">
                <a16:creationId xmlns:a16="http://schemas.microsoft.com/office/drawing/2014/main" id="{3FBA3052-0129-442C-B6D4-D6D2381048DE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0924" y="767849"/>
                </a:moveTo>
                <a:lnTo>
                  <a:pt x="1207730" y="7762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3" name="9x0x_9_tuned_PredictedLigand_42">
            <a:extLst>
              <a:ext uri="{FF2B5EF4-FFF2-40B4-BE49-F238E27FC236}">
                <a16:creationId xmlns:a16="http://schemas.microsoft.com/office/drawing/2014/main" id="{97FA22CC-2C14-4002-89FE-EFA6459F54E3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0924" y="767849"/>
                </a:moveTo>
                <a:lnTo>
                  <a:pt x="1311491" y="7307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4" name="9x0x_9_tuned_PredictedLigand_43">
            <a:extLst>
              <a:ext uri="{FF2B5EF4-FFF2-40B4-BE49-F238E27FC236}">
                <a16:creationId xmlns:a16="http://schemas.microsoft.com/office/drawing/2014/main" id="{0F65680D-5D19-46E1-BC02-93C9A24878B9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3568" y="753478"/>
                </a:moveTo>
                <a:lnTo>
                  <a:pt x="1600066" y="7104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5" name="9x0x_9_tuned_PredictedLigand_44">
            <a:extLst>
              <a:ext uri="{FF2B5EF4-FFF2-40B4-BE49-F238E27FC236}">
                <a16:creationId xmlns:a16="http://schemas.microsoft.com/office/drawing/2014/main" id="{B280B37F-7E1C-46B9-8174-112B87341E1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6715" y="762017"/>
                </a:moveTo>
                <a:lnTo>
                  <a:pt x="1543568" y="75347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6" name="9x0x_9_tuned_PredictedLigand_45">
            <a:extLst>
              <a:ext uri="{FF2B5EF4-FFF2-40B4-BE49-F238E27FC236}">
                <a16:creationId xmlns:a16="http://schemas.microsoft.com/office/drawing/2014/main" id="{527B1211-2131-4CD8-BA2E-30A832A0D235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1491" y="730729"/>
                </a:moveTo>
                <a:lnTo>
                  <a:pt x="1323055" y="7586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7" name="9x0x_9_tuned_PredictedLigand_46">
            <a:extLst>
              <a:ext uri="{FF2B5EF4-FFF2-40B4-BE49-F238E27FC236}">
                <a16:creationId xmlns:a16="http://schemas.microsoft.com/office/drawing/2014/main" id="{2C0AFC69-3D16-4CF6-8BC9-B4F1DA92AF00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9518" y="735559"/>
                </a:moveTo>
                <a:lnTo>
                  <a:pt x="1506715" y="7620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8" name="9x0x_9_tuned_PredictedLigand_47">
            <a:extLst>
              <a:ext uri="{FF2B5EF4-FFF2-40B4-BE49-F238E27FC236}">
                <a16:creationId xmlns:a16="http://schemas.microsoft.com/office/drawing/2014/main" id="{B564AE43-94D6-4FF7-9AD1-285CDA828AF0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864" y="778907"/>
                </a:moveTo>
                <a:lnTo>
                  <a:pt x="1439518" y="735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9" name="9x0x_9_tuned_PredictedLigand_48">
            <a:extLst>
              <a:ext uri="{FF2B5EF4-FFF2-40B4-BE49-F238E27FC236}">
                <a16:creationId xmlns:a16="http://schemas.microsoft.com/office/drawing/2014/main" id="{D7540E95-6983-48BD-B4C2-85FF14FB867E}"/>
              </a:ext>
            </a:extLst>
          </p:cNvPr>
          <p:cNvSpPr>
            <a:spLocks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055" y="758628"/>
                </a:moveTo>
                <a:lnTo>
                  <a:pt x="1391864" y="7789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0" name="9x0x_9_tuned_PredictedAtoms_0">
            <a:extLst>
              <a:ext uri="{FF2B5EF4-FFF2-40B4-BE49-F238E27FC236}">
                <a16:creationId xmlns:a16="http://schemas.microsoft.com/office/drawing/2014/main" id="{BAF7216C-78BF-4835-B062-14FEF2847E0B}"/>
              </a:ext>
            </a:extLst>
          </p:cNvPr>
          <p:cNvSpPr>
            <a:spLocks/>
          </p:cNvSpPr>
          <p:nvPr/>
        </p:nvSpPr>
        <p:spPr>
          <a:xfrm>
            <a:off x="4417006" y="72322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1" name="9x0x_9_tuned_PredictedAtoms_1">
            <a:extLst>
              <a:ext uri="{FF2B5EF4-FFF2-40B4-BE49-F238E27FC236}">
                <a16:creationId xmlns:a16="http://schemas.microsoft.com/office/drawing/2014/main" id="{A3A479D3-5760-42D3-8FBA-7058D92BDC59}"/>
              </a:ext>
            </a:extLst>
          </p:cNvPr>
          <p:cNvSpPr>
            <a:spLocks/>
          </p:cNvSpPr>
          <p:nvPr/>
        </p:nvSpPr>
        <p:spPr>
          <a:xfrm>
            <a:off x="4407470" y="71884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2" name="9x0x_9_tuned_PredictedAtoms_2">
            <a:extLst>
              <a:ext uri="{FF2B5EF4-FFF2-40B4-BE49-F238E27FC236}">
                <a16:creationId xmlns:a16="http://schemas.microsoft.com/office/drawing/2014/main" id="{B79A2FF5-990F-451D-B8D8-A8303B9711BC}"/>
              </a:ext>
            </a:extLst>
          </p:cNvPr>
          <p:cNvSpPr>
            <a:spLocks/>
          </p:cNvSpPr>
          <p:nvPr/>
        </p:nvSpPr>
        <p:spPr>
          <a:xfrm>
            <a:off x="4343742" y="71698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3" name="9x0x_9_tuned_PredictedAtoms_3">
            <a:extLst>
              <a:ext uri="{FF2B5EF4-FFF2-40B4-BE49-F238E27FC236}">
                <a16:creationId xmlns:a16="http://schemas.microsoft.com/office/drawing/2014/main" id="{63A4AA44-48A0-4F99-9468-157353C2DB24}"/>
              </a:ext>
            </a:extLst>
          </p:cNvPr>
          <p:cNvSpPr>
            <a:spLocks/>
          </p:cNvSpPr>
          <p:nvPr/>
        </p:nvSpPr>
        <p:spPr>
          <a:xfrm>
            <a:off x="4430336" y="72245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4" name="9x0x_9_tuned_PredictedAtoms_4">
            <a:extLst>
              <a:ext uri="{FF2B5EF4-FFF2-40B4-BE49-F238E27FC236}">
                <a16:creationId xmlns:a16="http://schemas.microsoft.com/office/drawing/2014/main" id="{6C2150CD-5FA6-40D8-B6AE-B4A75A742077}"/>
              </a:ext>
            </a:extLst>
          </p:cNvPr>
          <p:cNvSpPr>
            <a:spLocks/>
          </p:cNvSpPr>
          <p:nvPr/>
        </p:nvSpPr>
        <p:spPr>
          <a:xfrm>
            <a:off x="4423089" y="72931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5" name="9x0x_9_tuned_PredictedAtoms_5">
            <a:extLst>
              <a:ext uri="{FF2B5EF4-FFF2-40B4-BE49-F238E27FC236}">
                <a16:creationId xmlns:a16="http://schemas.microsoft.com/office/drawing/2014/main" id="{E683DF1C-0C07-49FA-9A0C-861E14B5C7DE}"/>
              </a:ext>
            </a:extLst>
          </p:cNvPr>
          <p:cNvSpPr>
            <a:spLocks/>
          </p:cNvSpPr>
          <p:nvPr/>
        </p:nvSpPr>
        <p:spPr>
          <a:xfrm>
            <a:off x="4466731" y="73173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6" name="9x0x_9_tuned_PredictedAtoms_6">
            <a:extLst>
              <a:ext uri="{FF2B5EF4-FFF2-40B4-BE49-F238E27FC236}">
                <a16:creationId xmlns:a16="http://schemas.microsoft.com/office/drawing/2014/main" id="{3E6D1111-15FD-4EA1-908D-A0F13EB5E859}"/>
              </a:ext>
            </a:extLst>
          </p:cNvPr>
          <p:cNvSpPr>
            <a:spLocks/>
          </p:cNvSpPr>
          <p:nvPr/>
        </p:nvSpPr>
        <p:spPr>
          <a:xfrm>
            <a:off x="4447465" y="73767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7" name="9x0x_9_tuned_PredictedAtoms_7">
            <a:extLst>
              <a:ext uri="{FF2B5EF4-FFF2-40B4-BE49-F238E27FC236}">
                <a16:creationId xmlns:a16="http://schemas.microsoft.com/office/drawing/2014/main" id="{58EECA05-0BE8-4EAC-950D-EED4EB75E285}"/>
              </a:ext>
            </a:extLst>
          </p:cNvPr>
          <p:cNvSpPr>
            <a:spLocks/>
          </p:cNvSpPr>
          <p:nvPr/>
        </p:nvSpPr>
        <p:spPr>
          <a:xfrm>
            <a:off x="4451972" y="71308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8" name="9x0x_9_tuned_PredictedAtoms_8">
            <a:extLst>
              <a:ext uri="{FF2B5EF4-FFF2-40B4-BE49-F238E27FC236}">
                <a16:creationId xmlns:a16="http://schemas.microsoft.com/office/drawing/2014/main" id="{FE251CB2-4908-4063-A836-87D0F7A75DE2}"/>
              </a:ext>
            </a:extLst>
          </p:cNvPr>
          <p:cNvSpPr>
            <a:spLocks/>
          </p:cNvSpPr>
          <p:nvPr/>
        </p:nvSpPr>
        <p:spPr>
          <a:xfrm>
            <a:off x="4449415" y="70803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9" name="9x0x_9_tuned_PredictedAtoms_9">
            <a:extLst>
              <a:ext uri="{FF2B5EF4-FFF2-40B4-BE49-F238E27FC236}">
                <a16:creationId xmlns:a16="http://schemas.microsoft.com/office/drawing/2014/main" id="{F6B81A57-5310-4D87-A304-E2B07AEAAECF}"/>
              </a:ext>
            </a:extLst>
          </p:cNvPr>
          <p:cNvSpPr>
            <a:spLocks/>
          </p:cNvSpPr>
          <p:nvPr/>
        </p:nvSpPr>
        <p:spPr>
          <a:xfrm>
            <a:off x="4476426" y="70189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0" name="9x0x_9_tuned_PredictedAtoms_10">
            <a:extLst>
              <a:ext uri="{FF2B5EF4-FFF2-40B4-BE49-F238E27FC236}">
                <a16:creationId xmlns:a16="http://schemas.microsoft.com/office/drawing/2014/main" id="{E1DE4D16-4899-4F01-808F-9D8D51BF3AE8}"/>
              </a:ext>
            </a:extLst>
          </p:cNvPr>
          <p:cNvSpPr>
            <a:spLocks/>
          </p:cNvSpPr>
          <p:nvPr/>
        </p:nvSpPr>
        <p:spPr>
          <a:xfrm>
            <a:off x="4542641" y="70282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1" name="9x0x_9_tuned_PredictedAtoms_11">
            <a:extLst>
              <a:ext uri="{FF2B5EF4-FFF2-40B4-BE49-F238E27FC236}">
                <a16:creationId xmlns:a16="http://schemas.microsoft.com/office/drawing/2014/main" id="{8005C4E1-7091-4CC6-991A-27BDBF3D00D7}"/>
              </a:ext>
            </a:extLst>
          </p:cNvPr>
          <p:cNvSpPr>
            <a:spLocks/>
          </p:cNvSpPr>
          <p:nvPr/>
        </p:nvSpPr>
        <p:spPr>
          <a:xfrm>
            <a:off x="4589622" y="69983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2" name="9x0x_9_tuned_PredictedAtoms_12">
            <a:extLst>
              <a:ext uri="{FF2B5EF4-FFF2-40B4-BE49-F238E27FC236}">
                <a16:creationId xmlns:a16="http://schemas.microsoft.com/office/drawing/2014/main" id="{A90D4D47-C782-4661-AB8C-5A76009D7DDB}"/>
              </a:ext>
            </a:extLst>
          </p:cNvPr>
          <p:cNvSpPr>
            <a:spLocks/>
          </p:cNvSpPr>
          <p:nvPr/>
        </p:nvSpPr>
        <p:spPr>
          <a:xfrm>
            <a:off x="4586903" y="69915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3" name="9x0x_9_tuned_PredictedAtoms_13">
            <a:extLst>
              <a:ext uri="{FF2B5EF4-FFF2-40B4-BE49-F238E27FC236}">
                <a16:creationId xmlns:a16="http://schemas.microsoft.com/office/drawing/2014/main" id="{635F445C-B4C7-47B9-A4B4-FF4F28EF807C}"/>
              </a:ext>
            </a:extLst>
          </p:cNvPr>
          <p:cNvSpPr>
            <a:spLocks/>
          </p:cNvSpPr>
          <p:nvPr/>
        </p:nvSpPr>
        <p:spPr>
          <a:xfrm>
            <a:off x="4642208" y="69760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4" name="9x0x_9_tuned_PredictedAtoms_14">
            <a:extLst>
              <a:ext uri="{FF2B5EF4-FFF2-40B4-BE49-F238E27FC236}">
                <a16:creationId xmlns:a16="http://schemas.microsoft.com/office/drawing/2014/main" id="{17BFA90E-6CAA-46E5-8603-65FDC5DD095C}"/>
              </a:ext>
            </a:extLst>
          </p:cNvPr>
          <p:cNvSpPr>
            <a:spLocks/>
          </p:cNvSpPr>
          <p:nvPr/>
        </p:nvSpPr>
        <p:spPr>
          <a:xfrm>
            <a:off x="4682570" y="69234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5" name="9x0x_9_tuned_PredictedAtoms_15">
            <a:extLst>
              <a:ext uri="{FF2B5EF4-FFF2-40B4-BE49-F238E27FC236}">
                <a16:creationId xmlns:a16="http://schemas.microsoft.com/office/drawing/2014/main" id="{9542EFB2-3DCF-4AB9-9536-84C4D1FB88B4}"/>
              </a:ext>
            </a:extLst>
          </p:cNvPr>
          <p:cNvSpPr>
            <a:spLocks/>
          </p:cNvSpPr>
          <p:nvPr/>
        </p:nvSpPr>
        <p:spPr>
          <a:xfrm>
            <a:off x="4646956" y="68708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6" name="9x0x_9_tuned_PredictedAtoms_16">
            <a:extLst>
              <a:ext uri="{FF2B5EF4-FFF2-40B4-BE49-F238E27FC236}">
                <a16:creationId xmlns:a16="http://schemas.microsoft.com/office/drawing/2014/main" id="{1320A6DA-C5C1-4B2E-8FB9-EAAC93F6F134}"/>
              </a:ext>
            </a:extLst>
          </p:cNvPr>
          <p:cNvSpPr>
            <a:spLocks/>
          </p:cNvSpPr>
          <p:nvPr/>
        </p:nvSpPr>
        <p:spPr>
          <a:xfrm>
            <a:off x="4625406" y="68173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7" name="9x0x_9_tuned_PredictedAtoms_17">
            <a:extLst>
              <a:ext uri="{FF2B5EF4-FFF2-40B4-BE49-F238E27FC236}">
                <a16:creationId xmlns:a16="http://schemas.microsoft.com/office/drawing/2014/main" id="{C8091687-BF79-45DE-A3BD-7B575AD7BD25}"/>
              </a:ext>
            </a:extLst>
          </p:cNvPr>
          <p:cNvSpPr>
            <a:spLocks/>
          </p:cNvSpPr>
          <p:nvPr/>
        </p:nvSpPr>
        <p:spPr>
          <a:xfrm>
            <a:off x="4610536" y="67577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8" name="9x0x_9_tuned_PredictedAtoms_18">
            <a:extLst>
              <a:ext uri="{FF2B5EF4-FFF2-40B4-BE49-F238E27FC236}">
                <a16:creationId xmlns:a16="http://schemas.microsoft.com/office/drawing/2014/main" id="{7D7360A0-7D4B-4D7E-8BFC-C282611AFA35}"/>
              </a:ext>
            </a:extLst>
          </p:cNvPr>
          <p:cNvSpPr>
            <a:spLocks/>
          </p:cNvSpPr>
          <p:nvPr/>
        </p:nvSpPr>
        <p:spPr>
          <a:xfrm>
            <a:off x="4546635" y="6732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9" name="9x0x_9_tuned_PredictedAtoms_19">
            <a:extLst>
              <a:ext uri="{FF2B5EF4-FFF2-40B4-BE49-F238E27FC236}">
                <a16:creationId xmlns:a16="http://schemas.microsoft.com/office/drawing/2014/main" id="{CA50850E-BDF9-4BBB-94F1-61FFC3C4BD5B}"/>
              </a:ext>
            </a:extLst>
          </p:cNvPr>
          <p:cNvSpPr>
            <a:spLocks/>
          </p:cNvSpPr>
          <p:nvPr/>
        </p:nvSpPr>
        <p:spPr>
          <a:xfrm>
            <a:off x="4531589" y="66747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0" name="9x0x_9_tuned_PredictedAtoms_20">
            <a:extLst>
              <a:ext uri="{FF2B5EF4-FFF2-40B4-BE49-F238E27FC236}">
                <a16:creationId xmlns:a16="http://schemas.microsoft.com/office/drawing/2014/main" id="{4F01E02F-C469-4006-816A-835038D26C05}"/>
              </a:ext>
            </a:extLst>
          </p:cNvPr>
          <p:cNvSpPr>
            <a:spLocks/>
          </p:cNvSpPr>
          <p:nvPr/>
        </p:nvSpPr>
        <p:spPr>
          <a:xfrm>
            <a:off x="4471980" y="66399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1" name="9x0x_9_tuned_PredictedAtoms_21">
            <a:extLst>
              <a:ext uri="{FF2B5EF4-FFF2-40B4-BE49-F238E27FC236}">
                <a16:creationId xmlns:a16="http://schemas.microsoft.com/office/drawing/2014/main" id="{4157E3D2-E4A9-4C97-AC2B-4DD294E174FA}"/>
              </a:ext>
            </a:extLst>
          </p:cNvPr>
          <p:cNvSpPr>
            <a:spLocks/>
          </p:cNvSpPr>
          <p:nvPr/>
        </p:nvSpPr>
        <p:spPr>
          <a:xfrm>
            <a:off x="4418261" y="66805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2" name="9x0x_9_tuned_PredictedAtoms_22">
            <a:extLst>
              <a:ext uri="{FF2B5EF4-FFF2-40B4-BE49-F238E27FC236}">
                <a16:creationId xmlns:a16="http://schemas.microsoft.com/office/drawing/2014/main" id="{10AD249A-814D-41BA-B449-6F36469B9B84}"/>
              </a:ext>
            </a:extLst>
          </p:cNvPr>
          <p:cNvSpPr>
            <a:spLocks/>
          </p:cNvSpPr>
          <p:nvPr/>
        </p:nvSpPr>
        <p:spPr>
          <a:xfrm>
            <a:off x="4355011" y="6643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3" name="9x0x_9_tuned_PredictedAtoms_23">
            <a:extLst>
              <a:ext uri="{FF2B5EF4-FFF2-40B4-BE49-F238E27FC236}">
                <a16:creationId xmlns:a16="http://schemas.microsoft.com/office/drawing/2014/main" id="{0D040728-59FB-4D22-AB10-B477DD7DED8B}"/>
              </a:ext>
            </a:extLst>
          </p:cNvPr>
          <p:cNvSpPr>
            <a:spLocks/>
          </p:cNvSpPr>
          <p:nvPr/>
        </p:nvSpPr>
        <p:spPr>
          <a:xfrm>
            <a:off x="4301667" y="66815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4" name="9x0x_9_tuned_PredictedAtoms_24">
            <a:extLst>
              <a:ext uri="{FF2B5EF4-FFF2-40B4-BE49-F238E27FC236}">
                <a16:creationId xmlns:a16="http://schemas.microsoft.com/office/drawing/2014/main" id="{1563E4DE-6282-496D-A8ED-6380184E72C8}"/>
              </a:ext>
            </a:extLst>
          </p:cNvPr>
          <p:cNvSpPr>
            <a:spLocks/>
          </p:cNvSpPr>
          <p:nvPr/>
        </p:nvSpPr>
        <p:spPr>
          <a:xfrm>
            <a:off x="4255580" y="66437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5" name="9x0x_9_tuned_PredictedAtoms_25">
            <a:extLst>
              <a:ext uri="{FF2B5EF4-FFF2-40B4-BE49-F238E27FC236}">
                <a16:creationId xmlns:a16="http://schemas.microsoft.com/office/drawing/2014/main" id="{15BE15BC-11ED-4C53-91B5-56349139C545}"/>
              </a:ext>
            </a:extLst>
          </p:cNvPr>
          <p:cNvSpPr>
            <a:spLocks/>
          </p:cNvSpPr>
          <p:nvPr/>
        </p:nvSpPr>
        <p:spPr>
          <a:xfrm>
            <a:off x="4213547" y="6596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6" name="9x0x_9_tuned_PredictedAtoms_26">
            <a:extLst>
              <a:ext uri="{FF2B5EF4-FFF2-40B4-BE49-F238E27FC236}">
                <a16:creationId xmlns:a16="http://schemas.microsoft.com/office/drawing/2014/main" id="{50EE185D-D03F-4E38-8B58-6B3E0560AFFD}"/>
              </a:ext>
            </a:extLst>
          </p:cNvPr>
          <p:cNvSpPr>
            <a:spLocks/>
          </p:cNvSpPr>
          <p:nvPr/>
        </p:nvSpPr>
        <p:spPr>
          <a:xfrm>
            <a:off x="4241100" y="65290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7" name="9x0x_9_tuned_PredictedAtoms_27">
            <a:extLst>
              <a:ext uri="{FF2B5EF4-FFF2-40B4-BE49-F238E27FC236}">
                <a16:creationId xmlns:a16="http://schemas.microsoft.com/office/drawing/2014/main" id="{7D14967B-78E5-459D-BB91-CA6CC3C06544}"/>
              </a:ext>
            </a:extLst>
          </p:cNvPr>
          <p:cNvSpPr>
            <a:spLocks/>
          </p:cNvSpPr>
          <p:nvPr/>
        </p:nvSpPr>
        <p:spPr>
          <a:xfrm>
            <a:off x="4189033" y="64789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8" name="9x0x_9_tuned_PredictedAtoms_28">
            <a:extLst>
              <a:ext uri="{FF2B5EF4-FFF2-40B4-BE49-F238E27FC236}">
                <a16:creationId xmlns:a16="http://schemas.microsoft.com/office/drawing/2014/main" id="{D443041A-2202-45AE-850B-D73027724739}"/>
              </a:ext>
            </a:extLst>
          </p:cNvPr>
          <p:cNvSpPr>
            <a:spLocks/>
          </p:cNvSpPr>
          <p:nvPr/>
        </p:nvSpPr>
        <p:spPr>
          <a:xfrm>
            <a:off x="4197363" y="6440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9" name="9x0x_9_tuned_PredictedAtoms_29">
            <a:extLst>
              <a:ext uri="{FF2B5EF4-FFF2-40B4-BE49-F238E27FC236}">
                <a16:creationId xmlns:a16="http://schemas.microsoft.com/office/drawing/2014/main" id="{BB1E9A46-AE1E-468B-9DD2-7F2DECDC909D}"/>
              </a:ext>
            </a:extLst>
          </p:cNvPr>
          <p:cNvSpPr>
            <a:spLocks/>
          </p:cNvSpPr>
          <p:nvPr/>
        </p:nvSpPr>
        <p:spPr>
          <a:xfrm>
            <a:off x="4137167" y="64017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0" name="9x0x_9_tuned_PredictedAtoms_30">
            <a:extLst>
              <a:ext uri="{FF2B5EF4-FFF2-40B4-BE49-F238E27FC236}">
                <a16:creationId xmlns:a16="http://schemas.microsoft.com/office/drawing/2014/main" id="{13449A48-7C6E-4507-9DB2-852E3E2A9EF7}"/>
              </a:ext>
            </a:extLst>
          </p:cNvPr>
          <p:cNvSpPr>
            <a:spLocks/>
          </p:cNvSpPr>
          <p:nvPr/>
        </p:nvSpPr>
        <p:spPr>
          <a:xfrm>
            <a:off x="4137580" y="63749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1" name="9x0x_9_tuned_PredictedAtoms_31">
            <a:extLst>
              <a:ext uri="{FF2B5EF4-FFF2-40B4-BE49-F238E27FC236}">
                <a16:creationId xmlns:a16="http://schemas.microsoft.com/office/drawing/2014/main" id="{C64D1F3F-749E-460B-87E0-2AA5F1BE5EE7}"/>
              </a:ext>
            </a:extLst>
          </p:cNvPr>
          <p:cNvSpPr>
            <a:spLocks/>
          </p:cNvSpPr>
          <p:nvPr/>
        </p:nvSpPr>
        <p:spPr>
          <a:xfrm>
            <a:off x="4120751" y="6415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2" name="9x0x_9_tuned_PredictedAtoms_32">
            <a:extLst>
              <a:ext uri="{FF2B5EF4-FFF2-40B4-BE49-F238E27FC236}">
                <a16:creationId xmlns:a16="http://schemas.microsoft.com/office/drawing/2014/main" id="{5C40D3C5-D760-4C49-A43C-008045753E1D}"/>
              </a:ext>
            </a:extLst>
          </p:cNvPr>
          <p:cNvSpPr>
            <a:spLocks/>
          </p:cNvSpPr>
          <p:nvPr/>
        </p:nvSpPr>
        <p:spPr>
          <a:xfrm>
            <a:off x="4437367" y="69986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3" name="9x0x_9_tuned_PredictedAtoms_33">
            <a:extLst>
              <a:ext uri="{FF2B5EF4-FFF2-40B4-BE49-F238E27FC236}">
                <a16:creationId xmlns:a16="http://schemas.microsoft.com/office/drawing/2014/main" id="{CB557FA4-0C68-4EC6-AC38-A408DFD3C9AB}"/>
              </a:ext>
            </a:extLst>
          </p:cNvPr>
          <p:cNvSpPr>
            <a:spLocks/>
          </p:cNvSpPr>
          <p:nvPr/>
        </p:nvSpPr>
        <p:spPr>
          <a:xfrm>
            <a:off x="4454217" y="69370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4" name="9x0x_9_tuned_PredictedAtoms_34">
            <a:extLst>
              <a:ext uri="{FF2B5EF4-FFF2-40B4-BE49-F238E27FC236}">
                <a16:creationId xmlns:a16="http://schemas.microsoft.com/office/drawing/2014/main" id="{99978C80-8669-4D92-A680-DB8D52F13FF4}"/>
              </a:ext>
            </a:extLst>
          </p:cNvPr>
          <p:cNvSpPr>
            <a:spLocks/>
          </p:cNvSpPr>
          <p:nvPr/>
        </p:nvSpPr>
        <p:spPr>
          <a:xfrm>
            <a:off x="4445132" y="69143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5" name="9x0x_9_tuned_PredictedAtoms_35">
            <a:extLst>
              <a:ext uri="{FF2B5EF4-FFF2-40B4-BE49-F238E27FC236}">
                <a16:creationId xmlns:a16="http://schemas.microsoft.com/office/drawing/2014/main" id="{7D22F504-7DC7-4507-B486-63640A885ED7}"/>
              </a:ext>
            </a:extLst>
          </p:cNvPr>
          <p:cNvSpPr>
            <a:spLocks/>
          </p:cNvSpPr>
          <p:nvPr/>
        </p:nvSpPr>
        <p:spPr>
          <a:xfrm>
            <a:off x="4391938" y="69227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6" name="9x0x_9_tuned_PredictedAtoms_36">
            <a:extLst>
              <a:ext uri="{FF2B5EF4-FFF2-40B4-BE49-F238E27FC236}">
                <a16:creationId xmlns:a16="http://schemas.microsoft.com/office/drawing/2014/main" id="{3BADBC26-6FA8-4A3C-8A42-48AF03CFE86A}"/>
              </a:ext>
            </a:extLst>
          </p:cNvPr>
          <p:cNvSpPr>
            <a:spLocks/>
          </p:cNvSpPr>
          <p:nvPr/>
        </p:nvSpPr>
        <p:spPr>
          <a:xfrm>
            <a:off x="4495699" y="68772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7" name="9x0x_9_tuned_PredictedAtoms_37">
            <a:extLst>
              <a:ext uri="{FF2B5EF4-FFF2-40B4-BE49-F238E27FC236}">
                <a16:creationId xmlns:a16="http://schemas.microsoft.com/office/drawing/2014/main" id="{AC526195-C2AC-4852-8105-353B00276E8C}"/>
              </a:ext>
            </a:extLst>
          </p:cNvPr>
          <p:cNvSpPr>
            <a:spLocks/>
          </p:cNvSpPr>
          <p:nvPr/>
        </p:nvSpPr>
        <p:spPr>
          <a:xfrm>
            <a:off x="4507262" y="69051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8" name="9x0x_9_tuned_PredictedAtoms_38">
            <a:extLst>
              <a:ext uri="{FF2B5EF4-FFF2-40B4-BE49-F238E27FC236}">
                <a16:creationId xmlns:a16="http://schemas.microsoft.com/office/drawing/2014/main" id="{CA747D98-05F3-4B6A-BC56-FE578F2C314B}"/>
              </a:ext>
            </a:extLst>
          </p:cNvPr>
          <p:cNvSpPr>
            <a:spLocks/>
          </p:cNvSpPr>
          <p:nvPr/>
        </p:nvSpPr>
        <p:spPr>
          <a:xfrm>
            <a:off x="4576071" y="69253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9" name="9x0x_9_tuned_PredictedAtoms_39">
            <a:extLst>
              <a:ext uri="{FF2B5EF4-FFF2-40B4-BE49-F238E27FC236}">
                <a16:creationId xmlns:a16="http://schemas.microsoft.com/office/drawing/2014/main" id="{57B9F853-C03D-4146-A6C3-7563AA15D547}"/>
              </a:ext>
            </a:extLst>
          </p:cNvPr>
          <p:cNvSpPr>
            <a:spLocks/>
          </p:cNvSpPr>
          <p:nvPr/>
        </p:nvSpPr>
        <p:spPr>
          <a:xfrm>
            <a:off x="4623726" y="68820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0" name="9x0x_9_tuned_PredictedAtoms_40">
            <a:extLst>
              <a:ext uri="{FF2B5EF4-FFF2-40B4-BE49-F238E27FC236}">
                <a16:creationId xmlns:a16="http://schemas.microsoft.com/office/drawing/2014/main" id="{C8AE9E9F-0C68-4273-A16B-015B6E5F2A8E}"/>
              </a:ext>
            </a:extLst>
          </p:cNvPr>
          <p:cNvSpPr>
            <a:spLocks/>
          </p:cNvSpPr>
          <p:nvPr/>
        </p:nvSpPr>
        <p:spPr>
          <a:xfrm>
            <a:off x="4690922" y="69084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1" name="9x0x_9_tuned_PredictedAtoms_41">
            <a:extLst>
              <a:ext uri="{FF2B5EF4-FFF2-40B4-BE49-F238E27FC236}">
                <a16:creationId xmlns:a16="http://schemas.microsoft.com/office/drawing/2014/main" id="{0D47E9D4-9E56-4BB1-8363-1080794530D7}"/>
              </a:ext>
            </a:extLst>
          </p:cNvPr>
          <p:cNvSpPr>
            <a:spLocks/>
          </p:cNvSpPr>
          <p:nvPr/>
        </p:nvSpPr>
        <p:spPr>
          <a:xfrm>
            <a:off x="4727776" y="68999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2" name="9x0x_9_tuned_PredictedAtoms_42">
            <a:extLst>
              <a:ext uri="{FF2B5EF4-FFF2-40B4-BE49-F238E27FC236}">
                <a16:creationId xmlns:a16="http://schemas.microsoft.com/office/drawing/2014/main" id="{4644DD3D-5A48-4675-9BAF-8C75DB871229}"/>
              </a:ext>
            </a:extLst>
          </p:cNvPr>
          <p:cNvSpPr>
            <a:spLocks/>
          </p:cNvSpPr>
          <p:nvPr/>
        </p:nvSpPr>
        <p:spPr>
          <a:xfrm>
            <a:off x="4784274" y="68569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3" name="9x0x_9_tuned_PredictedAtoms_43">
            <a:extLst>
              <a:ext uri="{FF2B5EF4-FFF2-40B4-BE49-F238E27FC236}">
                <a16:creationId xmlns:a16="http://schemas.microsoft.com/office/drawing/2014/main" id="{3F737755-D66F-4489-A5B0-AD2491890A98}"/>
              </a:ext>
            </a:extLst>
          </p:cNvPr>
          <p:cNvSpPr>
            <a:spLocks/>
          </p:cNvSpPr>
          <p:nvPr/>
        </p:nvSpPr>
        <p:spPr>
          <a:xfrm>
            <a:off x="4828401" y="68605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4" name="9x0x_9_tuned_PredictedAtoms_44">
            <a:extLst>
              <a:ext uri="{FF2B5EF4-FFF2-40B4-BE49-F238E27FC236}">
                <a16:creationId xmlns:a16="http://schemas.microsoft.com/office/drawing/2014/main" id="{7048AD77-5581-4D92-A72D-EEC5A03D903B}"/>
              </a:ext>
            </a:extLst>
          </p:cNvPr>
          <p:cNvSpPr>
            <a:spLocks/>
          </p:cNvSpPr>
          <p:nvPr/>
        </p:nvSpPr>
        <p:spPr>
          <a:xfrm>
            <a:off x="4877908" y="6807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5" name="9x0x_9_tuned_PredictedAtoms_45">
            <a:extLst>
              <a:ext uri="{FF2B5EF4-FFF2-40B4-BE49-F238E27FC236}">
                <a16:creationId xmlns:a16="http://schemas.microsoft.com/office/drawing/2014/main" id="{1A87F7ED-D1C6-4B96-8C5E-252ACAA75E2A}"/>
              </a:ext>
            </a:extLst>
          </p:cNvPr>
          <p:cNvSpPr>
            <a:spLocks/>
          </p:cNvSpPr>
          <p:nvPr/>
        </p:nvSpPr>
        <p:spPr>
          <a:xfrm>
            <a:off x="4924818" y="68190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6" name="9x0x_9_tuned_PredictedAtoms_46">
            <a:extLst>
              <a:ext uri="{FF2B5EF4-FFF2-40B4-BE49-F238E27FC236}">
                <a16:creationId xmlns:a16="http://schemas.microsoft.com/office/drawing/2014/main" id="{153B5E28-0865-4671-9BA8-305E8E23E62F}"/>
              </a:ext>
            </a:extLst>
          </p:cNvPr>
          <p:cNvSpPr>
            <a:spLocks/>
          </p:cNvSpPr>
          <p:nvPr/>
        </p:nvSpPr>
        <p:spPr>
          <a:xfrm>
            <a:off x="4983103" y="6775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7" name="9x0x_9_tuned_PredictedAtoms_47">
            <a:extLst>
              <a:ext uri="{FF2B5EF4-FFF2-40B4-BE49-F238E27FC236}">
                <a16:creationId xmlns:a16="http://schemas.microsoft.com/office/drawing/2014/main" id="{C6377890-4FC8-4F7C-BA4E-B3CEF118D303}"/>
              </a:ext>
            </a:extLst>
          </p:cNvPr>
          <p:cNvSpPr>
            <a:spLocks/>
          </p:cNvSpPr>
          <p:nvPr/>
        </p:nvSpPr>
        <p:spPr>
          <a:xfrm>
            <a:off x="5025245" y="67795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8" name="9x0x_9_tuned_PredictedAtoms_48">
            <a:extLst>
              <a:ext uri="{FF2B5EF4-FFF2-40B4-BE49-F238E27FC236}">
                <a16:creationId xmlns:a16="http://schemas.microsoft.com/office/drawing/2014/main" id="{A7B0DC3A-002B-46F7-97EF-0A109ABA92A7}"/>
              </a:ext>
            </a:extLst>
          </p:cNvPr>
          <p:cNvSpPr>
            <a:spLocks/>
          </p:cNvSpPr>
          <p:nvPr/>
        </p:nvSpPr>
        <p:spPr>
          <a:xfrm>
            <a:off x="5076323" y="6726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9" name="9x0x_9_tuned_PredictedAtoms_49">
            <a:extLst>
              <a:ext uri="{FF2B5EF4-FFF2-40B4-BE49-F238E27FC236}">
                <a16:creationId xmlns:a16="http://schemas.microsoft.com/office/drawing/2014/main" id="{CF2F2C9E-E693-484C-9904-6C66E4EE6A2C}"/>
              </a:ext>
            </a:extLst>
          </p:cNvPr>
          <p:cNvSpPr>
            <a:spLocks/>
          </p:cNvSpPr>
          <p:nvPr/>
        </p:nvSpPr>
        <p:spPr>
          <a:xfrm>
            <a:off x="5100993" y="67077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0" name="stage3-cases-clash_36">
            <a:extLst>
              <a:ext uri="{FF2B5EF4-FFF2-40B4-BE49-F238E27FC236}">
                <a16:creationId xmlns:a16="http://schemas.microsoft.com/office/drawing/2014/main" id="{EB6DCE31-B1E8-409E-A9B4-DB8496AE9123}"/>
              </a:ext>
            </a:extLst>
          </p:cNvPr>
          <p:cNvSpPr>
            <a:spLocks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1.12 Å   D 54%   Clash 0</a:t>
            </a:r>
          </a:p>
        </p:txBody>
      </p:sp>
      <p:sp>
        <p:nvSpPr>
          <p:cNvPr id="1841" name="9x0x_9_build_Receptor">
            <a:extLst>
              <a:ext uri="{FF2B5EF4-FFF2-40B4-BE49-F238E27FC236}">
                <a16:creationId xmlns:a16="http://schemas.microsoft.com/office/drawing/2014/main" id="{D5A9E8D7-34FA-4D89-B19D-B8A2E051B46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9360" y="321638"/>
                </a:moveTo>
                <a:lnTo>
                  <a:pt x="891476" y="354778"/>
                </a:lnTo>
                <a:moveTo>
                  <a:pt x="883913" y="305756"/>
                </a:moveTo>
                <a:lnTo>
                  <a:pt x="859360" y="321638"/>
                </a:lnTo>
                <a:moveTo>
                  <a:pt x="861434" y="243384"/>
                </a:moveTo>
                <a:lnTo>
                  <a:pt x="883913" y="305756"/>
                </a:lnTo>
                <a:moveTo>
                  <a:pt x="883913" y="305756"/>
                </a:moveTo>
                <a:lnTo>
                  <a:pt x="863622" y="356990"/>
                </a:lnTo>
                <a:moveTo>
                  <a:pt x="1197872" y="759641"/>
                </a:moveTo>
                <a:lnTo>
                  <a:pt x="1249725" y="731546"/>
                </a:lnTo>
                <a:moveTo>
                  <a:pt x="685015" y="249620"/>
                </a:moveTo>
                <a:lnTo>
                  <a:pt x="693634" y="280185"/>
                </a:lnTo>
                <a:moveTo>
                  <a:pt x="1082408" y="742687"/>
                </a:moveTo>
                <a:lnTo>
                  <a:pt x="1137683" y="726948"/>
                </a:lnTo>
                <a:moveTo>
                  <a:pt x="1137683" y="726948"/>
                </a:moveTo>
                <a:lnTo>
                  <a:pt x="1197872" y="759641"/>
                </a:lnTo>
                <a:moveTo>
                  <a:pt x="2045253" y="765497"/>
                </a:moveTo>
                <a:lnTo>
                  <a:pt x="2067294" y="707396"/>
                </a:lnTo>
                <a:moveTo>
                  <a:pt x="2068861" y="655167"/>
                </a:moveTo>
                <a:lnTo>
                  <a:pt x="2067294" y="707396"/>
                </a:lnTo>
                <a:moveTo>
                  <a:pt x="1137683" y="726948"/>
                </a:moveTo>
                <a:lnTo>
                  <a:pt x="1125524" y="745057"/>
                </a:lnTo>
                <a:moveTo>
                  <a:pt x="687414" y="283291"/>
                </a:moveTo>
                <a:lnTo>
                  <a:pt x="685015" y="249620"/>
                </a:lnTo>
                <a:moveTo>
                  <a:pt x="2091331" y="441931"/>
                </a:moveTo>
                <a:lnTo>
                  <a:pt x="2067276" y="431735"/>
                </a:lnTo>
                <a:moveTo>
                  <a:pt x="2024581" y="770708"/>
                </a:moveTo>
                <a:lnTo>
                  <a:pt x="2045253" y="765497"/>
                </a:lnTo>
                <a:moveTo>
                  <a:pt x="687414" y="283291"/>
                </a:moveTo>
                <a:lnTo>
                  <a:pt x="622832" y="312483"/>
                </a:lnTo>
                <a:moveTo>
                  <a:pt x="2048339" y="660180"/>
                </a:moveTo>
                <a:lnTo>
                  <a:pt x="2068861" y="655167"/>
                </a:lnTo>
                <a:moveTo>
                  <a:pt x="2143555" y="393257"/>
                </a:moveTo>
                <a:lnTo>
                  <a:pt x="2091331" y="441931"/>
                </a:lnTo>
                <a:moveTo>
                  <a:pt x="1125524" y="745057"/>
                </a:moveTo>
                <a:lnTo>
                  <a:pt x="1076901" y="704583"/>
                </a:lnTo>
                <a:moveTo>
                  <a:pt x="1076901" y="704583"/>
                </a:moveTo>
                <a:lnTo>
                  <a:pt x="1015873" y="696480"/>
                </a:lnTo>
                <a:moveTo>
                  <a:pt x="707138" y="240233"/>
                </a:moveTo>
                <a:lnTo>
                  <a:pt x="687414" y="283291"/>
                </a:lnTo>
                <a:moveTo>
                  <a:pt x="1015873" y="696480"/>
                </a:moveTo>
                <a:lnTo>
                  <a:pt x="972022" y="659495"/>
                </a:lnTo>
                <a:moveTo>
                  <a:pt x="2091331" y="441931"/>
                </a:moveTo>
                <a:lnTo>
                  <a:pt x="2036700" y="437579"/>
                </a:lnTo>
                <a:moveTo>
                  <a:pt x="768354" y="225014"/>
                </a:moveTo>
                <a:lnTo>
                  <a:pt x="809845" y="245118"/>
                </a:lnTo>
                <a:moveTo>
                  <a:pt x="2000549" y="822062"/>
                </a:moveTo>
                <a:lnTo>
                  <a:pt x="2024581" y="770708"/>
                </a:lnTo>
                <a:moveTo>
                  <a:pt x="622832" y="312483"/>
                </a:moveTo>
                <a:lnTo>
                  <a:pt x="627649" y="365247"/>
                </a:lnTo>
                <a:moveTo>
                  <a:pt x="2025553" y="719033"/>
                </a:moveTo>
                <a:lnTo>
                  <a:pt x="2024581" y="770708"/>
                </a:lnTo>
                <a:moveTo>
                  <a:pt x="981945" y="926605"/>
                </a:moveTo>
                <a:lnTo>
                  <a:pt x="978424" y="974655"/>
                </a:lnTo>
                <a:moveTo>
                  <a:pt x="627649" y="365247"/>
                </a:moveTo>
                <a:lnTo>
                  <a:pt x="658863" y="423767"/>
                </a:lnTo>
                <a:moveTo>
                  <a:pt x="1469066" y="1039871"/>
                </a:moveTo>
                <a:lnTo>
                  <a:pt x="1489497" y="986438"/>
                </a:lnTo>
                <a:moveTo>
                  <a:pt x="768354" y="225014"/>
                </a:moveTo>
                <a:lnTo>
                  <a:pt x="707138" y="240233"/>
                </a:lnTo>
                <a:moveTo>
                  <a:pt x="2025553" y="719033"/>
                </a:moveTo>
                <a:lnTo>
                  <a:pt x="2048339" y="660180"/>
                </a:lnTo>
                <a:moveTo>
                  <a:pt x="2162978" y="382318"/>
                </a:moveTo>
                <a:lnTo>
                  <a:pt x="2143555" y="393257"/>
                </a:lnTo>
                <a:moveTo>
                  <a:pt x="1076901" y="704583"/>
                </a:moveTo>
                <a:lnTo>
                  <a:pt x="1092358" y="674276"/>
                </a:lnTo>
                <a:moveTo>
                  <a:pt x="972022" y="659495"/>
                </a:moveTo>
                <a:lnTo>
                  <a:pt x="988508" y="630165"/>
                </a:lnTo>
                <a:moveTo>
                  <a:pt x="627649" y="365247"/>
                </a:moveTo>
                <a:lnTo>
                  <a:pt x="562326" y="380345"/>
                </a:lnTo>
                <a:moveTo>
                  <a:pt x="786213" y="182178"/>
                </a:moveTo>
                <a:lnTo>
                  <a:pt x="768354" y="225014"/>
                </a:lnTo>
                <a:moveTo>
                  <a:pt x="1986643" y="803762"/>
                </a:moveTo>
                <a:lnTo>
                  <a:pt x="2000549" y="822062"/>
                </a:lnTo>
                <a:moveTo>
                  <a:pt x="1466205" y="1063373"/>
                </a:moveTo>
                <a:lnTo>
                  <a:pt x="1469066" y="1039871"/>
                </a:lnTo>
                <a:moveTo>
                  <a:pt x="2001450" y="741613"/>
                </a:moveTo>
                <a:lnTo>
                  <a:pt x="2025553" y="719033"/>
                </a:lnTo>
                <a:moveTo>
                  <a:pt x="1025138" y="924886"/>
                </a:moveTo>
                <a:lnTo>
                  <a:pt x="981945" y="926605"/>
                </a:lnTo>
                <a:moveTo>
                  <a:pt x="2183749" y="316803"/>
                </a:moveTo>
                <a:lnTo>
                  <a:pt x="2162978" y="382318"/>
                </a:lnTo>
                <a:moveTo>
                  <a:pt x="2162978" y="382318"/>
                </a:moveTo>
                <a:lnTo>
                  <a:pt x="2217140" y="426627"/>
                </a:lnTo>
                <a:moveTo>
                  <a:pt x="2217140" y="426627"/>
                </a:moveTo>
                <a:lnTo>
                  <a:pt x="2272234" y="415082"/>
                </a:lnTo>
                <a:moveTo>
                  <a:pt x="1092358" y="674276"/>
                </a:moveTo>
                <a:lnTo>
                  <a:pt x="1048615" y="637362"/>
                </a:lnTo>
                <a:moveTo>
                  <a:pt x="1048615" y="637362"/>
                </a:moveTo>
                <a:lnTo>
                  <a:pt x="988508" y="630165"/>
                </a:lnTo>
                <a:moveTo>
                  <a:pt x="988508" y="630165"/>
                </a:moveTo>
                <a:lnTo>
                  <a:pt x="944675" y="593145"/>
                </a:lnTo>
                <a:moveTo>
                  <a:pt x="1025138" y="924886"/>
                </a:moveTo>
                <a:lnTo>
                  <a:pt x="1083430" y="882839"/>
                </a:lnTo>
                <a:moveTo>
                  <a:pt x="735259" y="136671"/>
                </a:moveTo>
                <a:lnTo>
                  <a:pt x="786213" y="182178"/>
                </a:lnTo>
                <a:moveTo>
                  <a:pt x="2001450" y="741613"/>
                </a:moveTo>
                <a:lnTo>
                  <a:pt x="1986643" y="803762"/>
                </a:lnTo>
                <a:moveTo>
                  <a:pt x="1045460" y="989244"/>
                </a:moveTo>
                <a:lnTo>
                  <a:pt x="1025138" y="924886"/>
                </a:lnTo>
                <a:moveTo>
                  <a:pt x="786213" y="182178"/>
                </a:moveTo>
                <a:lnTo>
                  <a:pt x="801615" y="223242"/>
                </a:lnTo>
                <a:moveTo>
                  <a:pt x="1466205" y="1063373"/>
                </a:moveTo>
                <a:lnTo>
                  <a:pt x="1408669" y="1035932"/>
                </a:lnTo>
                <a:moveTo>
                  <a:pt x="1520550" y="1040891"/>
                </a:moveTo>
                <a:lnTo>
                  <a:pt x="1466205" y="1063373"/>
                </a:lnTo>
                <a:moveTo>
                  <a:pt x="1992389" y="703816"/>
                </a:moveTo>
                <a:lnTo>
                  <a:pt x="2001450" y="741613"/>
                </a:lnTo>
                <a:moveTo>
                  <a:pt x="1520550" y="1040891"/>
                </a:moveTo>
                <a:lnTo>
                  <a:pt x="1499384" y="1011040"/>
                </a:lnTo>
                <a:moveTo>
                  <a:pt x="1408669" y="1035932"/>
                </a:moveTo>
                <a:lnTo>
                  <a:pt x="1431042" y="1029944"/>
                </a:lnTo>
                <a:moveTo>
                  <a:pt x="801615" y="223242"/>
                </a:moveTo>
                <a:lnTo>
                  <a:pt x="833664" y="188206"/>
                </a:lnTo>
                <a:moveTo>
                  <a:pt x="2050241" y="699837"/>
                </a:moveTo>
                <a:lnTo>
                  <a:pt x="1992389" y="703816"/>
                </a:lnTo>
                <a:moveTo>
                  <a:pt x="833664" y="188206"/>
                </a:moveTo>
                <a:lnTo>
                  <a:pt x="842064" y="122802"/>
                </a:lnTo>
                <a:moveTo>
                  <a:pt x="1431042" y="1029944"/>
                </a:moveTo>
                <a:lnTo>
                  <a:pt x="1499384" y="1011040"/>
                </a:lnTo>
                <a:moveTo>
                  <a:pt x="1267214" y="1145712"/>
                </a:moveTo>
                <a:lnTo>
                  <a:pt x="1224604" y="1146373"/>
                </a:lnTo>
                <a:moveTo>
                  <a:pt x="2061406" y="759544"/>
                </a:moveTo>
                <a:lnTo>
                  <a:pt x="2050241" y="699837"/>
                </a:lnTo>
                <a:moveTo>
                  <a:pt x="842064" y="122802"/>
                </a:moveTo>
                <a:lnTo>
                  <a:pt x="871592" y="91218"/>
                </a:lnTo>
                <a:moveTo>
                  <a:pt x="833664" y="188206"/>
                </a:moveTo>
                <a:lnTo>
                  <a:pt x="856194" y="221166"/>
                </a:lnTo>
                <a:moveTo>
                  <a:pt x="2050241" y="699837"/>
                </a:moveTo>
                <a:lnTo>
                  <a:pt x="2039176" y="648030"/>
                </a:lnTo>
                <a:moveTo>
                  <a:pt x="1254314" y="1200548"/>
                </a:moveTo>
                <a:lnTo>
                  <a:pt x="1267214" y="1145712"/>
                </a:lnTo>
                <a:moveTo>
                  <a:pt x="871592" y="91218"/>
                </a:moveTo>
                <a:lnTo>
                  <a:pt x="893717" y="124810"/>
                </a:lnTo>
                <a:moveTo>
                  <a:pt x="2039176" y="648030"/>
                </a:moveTo>
                <a:lnTo>
                  <a:pt x="1999148" y="655606"/>
                </a:lnTo>
                <a:moveTo>
                  <a:pt x="856194" y="221166"/>
                </a:moveTo>
                <a:lnTo>
                  <a:pt x="886008" y="189680"/>
                </a:lnTo>
                <a:moveTo>
                  <a:pt x="886008" y="189680"/>
                </a:moveTo>
                <a:lnTo>
                  <a:pt x="893717" y="124810"/>
                </a:lnTo>
                <a:moveTo>
                  <a:pt x="1290995" y="1192293"/>
                </a:moveTo>
                <a:lnTo>
                  <a:pt x="1254314" y="1200548"/>
                </a:lnTo>
                <a:moveTo>
                  <a:pt x="1617232" y="607707"/>
                </a:moveTo>
                <a:lnTo>
                  <a:pt x="1673263" y="599309"/>
                </a:lnTo>
                <a:moveTo>
                  <a:pt x="1596554" y="668783"/>
                </a:moveTo>
                <a:lnTo>
                  <a:pt x="1617232" y="607707"/>
                </a:lnTo>
                <a:moveTo>
                  <a:pt x="1639909" y="721421"/>
                </a:moveTo>
                <a:lnTo>
                  <a:pt x="1596554" y="668783"/>
                </a:lnTo>
                <a:moveTo>
                  <a:pt x="1278576" y="1245364"/>
                </a:moveTo>
                <a:lnTo>
                  <a:pt x="1290995" y="1192293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842" name="9x0x_9_build_ExperimentalDensity">
            <a:extLst>
              <a:ext uri="{FF2B5EF4-FFF2-40B4-BE49-F238E27FC236}">
                <a16:creationId xmlns:a16="http://schemas.microsoft.com/office/drawing/2014/main" id="{D11906AD-D03A-410B-9D21-65E3D8543A3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582" y="1136761"/>
                </a:moveTo>
                <a:lnTo>
                  <a:pt x="1284222" y="1087970"/>
                </a:lnTo>
                <a:moveTo>
                  <a:pt x="1286521" y="1176766"/>
                </a:moveTo>
                <a:lnTo>
                  <a:pt x="1308582" y="1136761"/>
                </a:lnTo>
                <a:moveTo>
                  <a:pt x="1256054" y="1165100"/>
                </a:moveTo>
                <a:lnTo>
                  <a:pt x="1308582" y="1136761"/>
                </a:lnTo>
                <a:moveTo>
                  <a:pt x="1306057" y="1180473"/>
                </a:moveTo>
                <a:lnTo>
                  <a:pt x="1308582" y="1136761"/>
                </a:lnTo>
                <a:moveTo>
                  <a:pt x="1247054" y="1109054"/>
                </a:moveTo>
                <a:lnTo>
                  <a:pt x="1284222" y="1087970"/>
                </a:lnTo>
                <a:moveTo>
                  <a:pt x="1331043" y="1133383"/>
                </a:moveTo>
                <a:lnTo>
                  <a:pt x="1308582" y="1136761"/>
                </a:lnTo>
                <a:moveTo>
                  <a:pt x="1286521" y="1176766"/>
                </a:moveTo>
                <a:lnTo>
                  <a:pt x="1256054" y="1165100"/>
                </a:lnTo>
                <a:moveTo>
                  <a:pt x="1331043" y="1133383"/>
                </a:moveTo>
                <a:lnTo>
                  <a:pt x="1284222" y="1087970"/>
                </a:lnTo>
                <a:moveTo>
                  <a:pt x="1399213" y="846812"/>
                </a:moveTo>
                <a:lnTo>
                  <a:pt x="1418920" y="801608"/>
                </a:lnTo>
                <a:moveTo>
                  <a:pt x="1286521" y="1176766"/>
                </a:moveTo>
                <a:lnTo>
                  <a:pt x="1306057" y="1180473"/>
                </a:lnTo>
                <a:moveTo>
                  <a:pt x="1333571" y="1132122"/>
                </a:moveTo>
                <a:lnTo>
                  <a:pt x="1284222" y="1087970"/>
                </a:lnTo>
                <a:moveTo>
                  <a:pt x="1304917" y="1076401"/>
                </a:moveTo>
                <a:lnTo>
                  <a:pt x="1284222" y="1087970"/>
                </a:lnTo>
                <a:moveTo>
                  <a:pt x="1249996" y="1160319"/>
                </a:moveTo>
                <a:lnTo>
                  <a:pt x="1256054" y="1165100"/>
                </a:lnTo>
                <a:moveTo>
                  <a:pt x="1247883" y="1196061"/>
                </a:moveTo>
                <a:lnTo>
                  <a:pt x="1286521" y="1176766"/>
                </a:lnTo>
                <a:moveTo>
                  <a:pt x="1249996" y="1160319"/>
                </a:moveTo>
                <a:lnTo>
                  <a:pt x="1247054" y="1109054"/>
                </a:lnTo>
                <a:moveTo>
                  <a:pt x="1473260" y="815075"/>
                </a:moveTo>
                <a:lnTo>
                  <a:pt x="1418920" y="801608"/>
                </a:lnTo>
                <a:moveTo>
                  <a:pt x="1399213" y="846812"/>
                </a:moveTo>
                <a:lnTo>
                  <a:pt x="1473260" y="815075"/>
                </a:lnTo>
                <a:moveTo>
                  <a:pt x="1247883" y="1196061"/>
                </a:moveTo>
                <a:lnTo>
                  <a:pt x="1256054" y="1165100"/>
                </a:lnTo>
                <a:moveTo>
                  <a:pt x="1235608" y="1101005"/>
                </a:moveTo>
                <a:lnTo>
                  <a:pt x="1247054" y="1109054"/>
                </a:lnTo>
                <a:moveTo>
                  <a:pt x="1418920" y="801608"/>
                </a:moveTo>
                <a:lnTo>
                  <a:pt x="1440983" y="771645"/>
                </a:lnTo>
                <a:moveTo>
                  <a:pt x="1306057" y="1180473"/>
                </a:moveTo>
                <a:lnTo>
                  <a:pt x="1331043" y="1133383"/>
                </a:lnTo>
                <a:moveTo>
                  <a:pt x="1901619" y="594673"/>
                </a:moveTo>
                <a:lnTo>
                  <a:pt x="1926270" y="547704"/>
                </a:lnTo>
                <a:moveTo>
                  <a:pt x="1247054" y="1109054"/>
                </a:moveTo>
                <a:lnTo>
                  <a:pt x="1258671" y="1054602"/>
                </a:lnTo>
                <a:moveTo>
                  <a:pt x="1247883" y="1196061"/>
                </a:moveTo>
                <a:lnTo>
                  <a:pt x="1249996" y="1160319"/>
                </a:lnTo>
                <a:moveTo>
                  <a:pt x="1306057" y="1180473"/>
                </a:moveTo>
                <a:lnTo>
                  <a:pt x="1333961" y="1132767"/>
                </a:lnTo>
                <a:moveTo>
                  <a:pt x="1248606" y="1205925"/>
                </a:moveTo>
                <a:lnTo>
                  <a:pt x="1286521" y="1176766"/>
                </a:lnTo>
                <a:moveTo>
                  <a:pt x="1247054" y="1109054"/>
                </a:moveTo>
                <a:lnTo>
                  <a:pt x="1304917" y="1076401"/>
                </a:lnTo>
                <a:moveTo>
                  <a:pt x="1458311" y="858283"/>
                </a:moveTo>
                <a:lnTo>
                  <a:pt x="1399213" y="846812"/>
                </a:lnTo>
                <a:moveTo>
                  <a:pt x="1473858" y="815219"/>
                </a:moveTo>
                <a:lnTo>
                  <a:pt x="1473260" y="815075"/>
                </a:lnTo>
                <a:moveTo>
                  <a:pt x="1365849" y="825496"/>
                </a:moveTo>
                <a:lnTo>
                  <a:pt x="1418920" y="801608"/>
                </a:lnTo>
                <a:moveTo>
                  <a:pt x="1365849" y="825496"/>
                </a:moveTo>
                <a:lnTo>
                  <a:pt x="1399213" y="846812"/>
                </a:lnTo>
                <a:moveTo>
                  <a:pt x="1473260" y="815075"/>
                </a:moveTo>
                <a:lnTo>
                  <a:pt x="1440983" y="771645"/>
                </a:lnTo>
                <a:moveTo>
                  <a:pt x="1473858" y="815219"/>
                </a:moveTo>
                <a:lnTo>
                  <a:pt x="1440983" y="771645"/>
                </a:lnTo>
                <a:moveTo>
                  <a:pt x="1901619" y="594673"/>
                </a:moveTo>
                <a:lnTo>
                  <a:pt x="1939124" y="548230"/>
                </a:lnTo>
                <a:moveTo>
                  <a:pt x="1333961" y="1132767"/>
                </a:moveTo>
                <a:lnTo>
                  <a:pt x="1331043" y="1133383"/>
                </a:lnTo>
                <a:moveTo>
                  <a:pt x="1331043" y="1133383"/>
                </a:moveTo>
                <a:lnTo>
                  <a:pt x="1333571" y="1132122"/>
                </a:lnTo>
                <a:moveTo>
                  <a:pt x="1346742" y="870486"/>
                </a:moveTo>
                <a:lnTo>
                  <a:pt x="1399213" y="846812"/>
                </a:lnTo>
                <a:moveTo>
                  <a:pt x="1407148" y="785304"/>
                </a:moveTo>
                <a:lnTo>
                  <a:pt x="1418920" y="801608"/>
                </a:lnTo>
                <a:moveTo>
                  <a:pt x="1324505" y="1178448"/>
                </a:moveTo>
                <a:lnTo>
                  <a:pt x="1306057" y="1180473"/>
                </a:lnTo>
                <a:moveTo>
                  <a:pt x="1235608" y="1101005"/>
                </a:moveTo>
                <a:lnTo>
                  <a:pt x="1258671" y="1054602"/>
                </a:lnTo>
                <a:moveTo>
                  <a:pt x="1473858" y="815219"/>
                </a:moveTo>
                <a:lnTo>
                  <a:pt x="1499874" y="767761"/>
                </a:lnTo>
                <a:moveTo>
                  <a:pt x="1333961" y="1132767"/>
                </a:moveTo>
                <a:lnTo>
                  <a:pt x="1333571" y="1132122"/>
                </a:lnTo>
                <a:moveTo>
                  <a:pt x="1893282" y="635816"/>
                </a:moveTo>
                <a:lnTo>
                  <a:pt x="1901619" y="594673"/>
                </a:lnTo>
                <a:moveTo>
                  <a:pt x="1458311" y="858283"/>
                </a:moveTo>
                <a:lnTo>
                  <a:pt x="1473260" y="815075"/>
                </a:lnTo>
                <a:moveTo>
                  <a:pt x="1945161" y="600888"/>
                </a:moveTo>
                <a:lnTo>
                  <a:pt x="1901619" y="594673"/>
                </a:lnTo>
                <a:moveTo>
                  <a:pt x="1333663" y="1132448"/>
                </a:moveTo>
                <a:lnTo>
                  <a:pt x="1333961" y="1132767"/>
                </a:lnTo>
                <a:moveTo>
                  <a:pt x="1333663" y="1132448"/>
                </a:moveTo>
                <a:lnTo>
                  <a:pt x="1333571" y="1132122"/>
                </a:lnTo>
                <a:moveTo>
                  <a:pt x="1460141" y="858283"/>
                </a:moveTo>
                <a:lnTo>
                  <a:pt x="1473260" y="815075"/>
                </a:lnTo>
                <a:moveTo>
                  <a:pt x="1460141" y="858283"/>
                </a:moveTo>
                <a:lnTo>
                  <a:pt x="1473858" y="815219"/>
                </a:lnTo>
                <a:moveTo>
                  <a:pt x="1313964" y="1190445"/>
                </a:moveTo>
                <a:lnTo>
                  <a:pt x="1306057" y="1180473"/>
                </a:lnTo>
                <a:moveTo>
                  <a:pt x="1939124" y="548230"/>
                </a:moveTo>
                <a:lnTo>
                  <a:pt x="1926270" y="547704"/>
                </a:lnTo>
                <a:moveTo>
                  <a:pt x="1304917" y="1076401"/>
                </a:moveTo>
                <a:lnTo>
                  <a:pt x="1333571" y="1132122"/>
                </a:lnTo>
                <a:moveTo>
                  <a:pt x="1926270" y="547704"/>
                </a:moveTo>
                <a:lnTo>
                  <a:pt x="1935023" y="538724"/>
                </a:lnTo>
                <a:moveTo>
                  <a:pt x="1473858" y="815219"/>
                </a:moveTo>
                <a:lnTo>
                  <a:pt x="1454132" y="750867"/>
                </a:lnTo>
                <a:moveTo>
                  <a:pt x="1248606" y="1205925"/>
                </a:moveTo>
                <a:lnTo>
                  <a:pt x="1247883" y="1196061"/>
                </a:lnTo>
                <a:moveTo>
                  <a:pt x="1304917" y="1076401"/>
                </a:moveTo>
                <a:lnTo>
                  <a:pt x="1258671" y="1054602"/>
                </a:lnTo>
                <a:moveTo>
                  <a:pt x="1385187" y="796661"/>
                </a:moveTo>
                <a:lnTo>
                  <a:pt x="1418920" y="801608"/>
                </a:lnTo>
                <a:moveTo>
                  <a:pt x="1869738" y="572828"/>
                </a:moveTo>
                <a:lnTo>
                  <a:pt x="1901619" y="594673"/>
                </a:lnTo>
                <a:moveTo>
                  <a:pt x="1292592" y="1064199"/>
                </a:moveTo>
                <a:lnTo>
                  <a:pt x="1258671" y="1054602"/>
                </a:lnTo>
                <a:moveTo>
                  <a:pt x="1473858" y="815219"/>
                </a:moveTo>
                <a:lnTo>
                  <a:pt x="1522477" y="771876"/>
                </a:lnTo>
                <a:moveTo>
                  <a:pt x="1920129" y="539676"/>
                </a:moveTo>
                <a:lnTo>
                  <a:pt x="1926270" y="547704"/>
                </a:lnTo>
                <a:moveTo>
                  <a:pt x="1324505" y="1178448"/>
                </a:moveTo>
                <a:lnTo>
                  <a:pt x="1333961" y="1132767"/>
                </a:lnTo>
                <a:moveTo>
                  <a:pt x="1304917" y="1076401"/>
                </a:moveTo>
                <a:lnTo>
                  <a:pt x="1292592" y="1064199"/>
                </a:lnTo>
                <a:moveTo>
                  <a:pt x="1278521" y="1207680"/>
                </a:moveTo>
                <a:lnTo>
                  <a:pt x="1286521" y="1176766"/>
                </a:lnTo>
                <a:moveTo>
                  <a:pt x="1454132" y="750867"/>
                </a:moveTo>
                <a:lnTo>
                  <a:pt x="1440983" y="771645"/>
                </a:lnTo>
                <a:moveTo>
                  <a:pt x="1324505" y="1178448"/>
                </a:moveTo>
                <a:lnTo>
                  <a:pt x="1333663" y="1132448"/>
                </a:lnTo>
                <a:moveTo>
                  <a:pt x="1403201" y="883553"/>
                </a:moveTo>
                <a:lnTo>
                  <a:pt x="1399213" y="846812"/>
                </a:lnTo>
                <a:moveTo>
                  <a:pt x="1460141" y="858283"/>
                </a:moveTo>
                <a:lnTo>
                  <a:pt x="1458311" y="858283"/>
                </a:lnTo>
                <a:moveTo>
                  <a:pt x="1499874" y="767761"/>
                </a:moveTo>
                <a:lnTo>
                  <a:pt x="1521081" y="724333"/>
                </a:lnTo>
                <a:moveTo>
                  <a:pt x="1939124" y="548230"/>
                </a:moveTo>
                <a:lnTo>
                  <a:pt x="1935023" y="538724"/>
                </a:lnTo>
                <a:moveTo>
                  <a:pt x="1258671" y="1054602"/>
                </a:moveTo>
                <a:lnTo>
                  <a:pt x="1268309" y="1044339"/>
                </a:lnTo>
                <a:moveTo>
                  <a:pt x="1077826" y="468098"/>
                </a:moveTo>
                <a:lnTo>
                  <a:pt x="1080334" y="475853"/>
                </a:lnTo>
                <a:moveTo>
                  <a:pt x="1454132" y="750867"/>
                </a:moveTo>
                <a:lnTo>
                  <a:pt x="1499874" y="767761"/>
                </a:lnTo>
                <a:moveTo>
                  <a:pt x="1499874" y="767761"/>
                </a:moveTo>
                <a:lnTo>
                  <a:pt x="1518127" y="719978"/>
                </a:lnTo>
                <a:moveTo>
                  <a:pt x="1083480" y="469666"/>
                </a:moveTo>
                <a:lnTo>
                  <a:pt x="1077826" y="468098"/>
                </a:lnTo>
                <a:moveTo>
                  <a:pt x="1083480" y="469666"/>
                </a:moveTo>
                <a:lnTo>
                  <a:pt x="1080334" y="475853"/>
                </a:lnTo>
                <a:moveTo>
                  <a:pt x="1499874" y="767761"/>
                </a:moveTo>
                <a:lnTo>
                  <a:pt x="1475176" y="705185"/>
                </a:lnTo>
                <a:moveTo>
                  <a:pt x="1869738" y="572828"/>
                </a:moveTo>
                <a:lnTo>
                  <a:pt x="1926270" y="547704"/>
                </a:lnTo>
                <a:moveTo>
                  <a:pt x="1407148" y="785304"/>
                </a:moveTo>
                <a:lnTo>
                  <a:pt x="1440983" y="771645"/>
                </a:lnTo>
                <a:moveTo>
                  <a:pt x="1093270" y="524991"/>
                </a:moveTo>
                <a:lnTo>
                  <a:pt x="1080334" y="475853"/>
                </a:lnTo>
                <a:moveTo>
                  <a:pt x="1278521" y="1207680"/>
                </a:moveTo>
                <a:lnTo>
                  <a:pt x="1306057" y="1180473"/>
                </a:lnTo>
                <a:moveTo>
                  <a:pt x="1077826" y="468098"/>
                </a:moveTo>
                <a:lnTo>
                  <a:pt x="1037217" y="452957"/>
                </a:lnTo>
                <a:moveTo>
                  <a:pt x="1064646" y="514558"/>
                </a:moveTo>
                <a:lnTo>
                  <a:pt x="1080334" y="475853"/>
                </a:lnTo>
                <a:moveTo>
                  <a:pt x="1080334" y="475853"/>
                </a:moveTo>
                <a:lnTo>
                  <a:pt x="1037217" y="452957"/>
                </a:lnTo>
                <a:moveTo>
                  <a:pt x="1521081" y="724333"/>
                </a:moveTo>
                <a:lnTo>
                  <a:pt x="1518127" y="719978"/>
                </a:lnTo>
                <a:moveTo>
                  <a:pt x="1945161" y="600888"/>
                </a:moveTo>
                <a:lnTo>
                  <a:pt x="1939124" y="548230"/>
                </a:lnTo>
                <a:moveTo>
                  <a:pt x="1292592" y="1064199"/>
                </a:moveTo>
                <a:lnTo>
                  <a:pt x="1268309" y="1044339"/>
                </a:lnTo>
                <a:moveTo>
                  <a:pt x="1454132" y="750867"/>
                </a:moveTo>
                <a:lnTo>
                  <a:pt x="1475176" y="705185"/>
                </a:lnTo>
                <a:moveTo>
                  <a:pt x="1518127" y="719978"/>
                </a:moveTo>
                <a:lnTo>
                  <a:pt x="1475176" y="705185"/>
                </a:lnTo>
                <a:moveTo>
                  <a:pt x="1522477" y="771876"/>
                </a:moveTo>
                <a:lnTo>
                  <a:pt x="1499874" y="767761"/>
                </a:lnTo>
                <a:moveTo>
                  <a:pt x="1093270" y="524991"/>
                </a:moveTo>
                <a:lnTo>
                  <a:pt x="1064646" y="514558"/>
                </a:lnTo>
                <a:moveTo>
                  <a:pt x="1509799" y="816106"/>
                </a:moveTo>
                <a:lnTo>
                  <a:pt x="1473858" y="815219"/>
                </a:lnTo>
                <a:moveTo>
                  <a:pt x="1920129" y="539676"/>
                </a:moveTo>
                <a:lnTo>
                  <a:pt x="1935023" y="538724"/>
                </a:lnTo>
                <a:moveTo>
                  <a:pt x="1323071" y="1174396"/>
                </a:moveTo>
                <a:lnTo>
                  <a:pt x="1333663" y="1132448"/>
                </a:lnTo>
                <a:moveTo>
                  <a:pt x="1241414" y="1141032"/>
                </a:moveTo>
                <a:lnTo>
                  <a:pt x="1247054" y="1109054"/>
                </a:lnTo>
                <a:moveTo>
                  <a:pt x="1856126" y="615855"/>
                </a:moveTo>
                <a:lnTo>
                  <a:pt x="1901619" y="594673"/>
                </a:lnTo>
                <a:moveTo>
                  <a:pt x="1220384" y="1035045"/>
                </a:moveTo>
                <a:lnTo>
                  <a:pt x="1258671" y="1054602"/>
                </a:lnTo>
                <a:moveTo>
                  <a:pt x="1200462" y="507899"/>
                </a:moveTo>
                <a:lnTo>
                  <a:pt x="1180679" y="501414"/>
                </a:lnTo>
                <a:moveTo>
                  <a:pt x="1077826" y="468098"/>
                </a:moveTo>
                <a:lnTo>
                  <a:pt x="1046222" y="436366"/>
                </a:lnTo>
                <a:moveTo>
                  <a:pt x="1114377" y="530028"/>
                </a:moveTo>
                <a:lnTo>
                  <a:pt x="1080334" y="475853"/>
                </a:lnTo>
                <a:moveTo>
                  <a:pt x="1064646" y="514558"/>
                </a:moveTo>
                <a:lnTo>
                  <a:pt x="1037217" y="452957"/>
                </a:lnTo>
                <a:moveTo>
                  <a:pt x="1203089" y="1079387"/>
                </a:moveTo>
                <a:lnTo>
                  <a:pt x="1235608" y="1101005"/>
                </a:lnTo>
                <a:moveTo>
                  <a:pt x="1521081" y="724333"/>
                </a:moveTo>
                <a:lnTo>
                  <a:pt x="1524728" y="720719"/>
                </a:lnTo>
                <a:moveTo>
                  <a:pt x="1114377" y="530028"/>
                </a:moveTo>
                <a:lnTo>
                  <a:pt x="1083480" y="469666"/>
                </a:lnTo>
                <a:moveTo>
                  <a:pt x="1083480" y="469666"/>
                </a:moveTo>
                <a:lnTo>
                  <a:pt x="1046222" y="436366"/>
                </a:lnTo>
                <a:moveTo>
                  <a:pt x="1524728" y="720719"/>
                </a:moveTo>
                <a:lnTo>
                  <a:pt x="1518127" y="719978"/>
                </a:lnTo>
                <a:moveTo>
                  <a:pt x="1093270" y="524991"/>
                </a:moveTo>
                <a:lnTo>
                  <a:pt x="1114377" y="530028"/>
                </a:lnTo>
                <a:moveTo>
                  <a:pt x="1893282" y="635816"/>
                </a:moveTo>
                <a:lnTo>
                  <a:pt x="1945161" y="600888"/>
                </a:lnTo>
                <a:moveTo>
                  <a:pt x="1346742" y="870486"/>
                </a:moveTo>
                <a:lnTo>
                  <a:pt x="1365849" y="825496"/>
                </a:lnTo>
                <a:moveTo>
                  <a:pt x="1522477" y="771876"/>
                </a:moveTo>
                <a:lnTo>
                  <a:pt x="1521081" y="724333"/>
                </a:lnTo>
                <a:moveTo>
                  <a:pt x="1180679" y="501414"/>
                </a:moveTo>
                <a:lnTo>
                  <a:pt x="1187554" y="488819"/>
                </a:lnTo>
                <a:moveTo>
                  <a:pt x="1936938" y="543893"/>
                </a:moveTo>
                <a:lnTo>
                  <a:pt x="1939124" y="548230"/>
                </a:lnTo>
                <a:moveTo>
                  <a:pt x="1884458" y="548179"/>
                </a:moveTo>
                <a:lnTo>
                  <a:pt x="1926270" y="547704"/>
                </a:lnTo>
                <a:moveTo>
                  <a:pt x="1229954" y="517047"/>
                </a:moveTo>
                <a:lnTo>
                  <a:pt x="1200462" y="507899"/>
                </a:lnTo>
                <a:moveTo>
                  <a:pt x="1936938" y="543893"/>
                </a:moveTo>
                <a:lnTo>
                  <a:pt x="1935023" y="538724"/>
                </a:lnTo>
                <a:moveTo>
                  <a:pt x="1200462" y="507899"/>
                </a:moveTo>
                <a:lnTo>
                  <a:pt x="1187554" y="488819"/>
                </a:lnTo>
                <a:moveTo>
                  <a:pt x="1407148" y="785304"/>
                </a:moveTo>
                <a:lnTo>
                  <a:pt x="1454132" y="750867"/>
                </a:lnTo>
                <a:moveTo>
                  <a:pt x="1313964" y="1190445"/>
                </a:moveTo>
                <a:lnTo>
                  <a:pt x="1324505" y="1178448"/>
                </a:lnTo>
                <a:moveTo>
                  <a:pt x="1114377" y="530028"/>
                </a:moveTo>
                <a:lnTo>
                  <a:pt x="1180679" y="501414"/>
                </a:lnTo>
                <a:moveTo>
                  <a:pt x="1037217" y="452957"/>
                </a:moveTo>
                <a:lnTo>
                  <a:pt x="1046222" y="436366"/>
                </a:lnTo>
                <a:moveTo>
                  <a:pt x="1518127" y="719978"/>
                </a:moveTo>
                <a:lnTo>
                  <a:pt x="1486926" y="684977"/>
                </a:lnTo>
                <a:moveTo>
                  <a:pt x="1229954" y="517047"/>
                </a:moveTo>
                <a:lnTo>
                  <a:pt x="1187554" y="488819"/>
                </a:lnTo>
                <a:moveTo>
                  <a:pt x="1241414" y="1141032"/>
                </a:moveTo>
                <a:lnTo>
                  <a:pt x="1249996" y="1160319"/>
                </a:lnTo>
                <a:moveTo>
                  <a:pt x="1258671" y="1054602"/>
                </a:moveTo>
                <a:lnTo>
                  <a:pt x="1228020" y="1023229"/>
                </a:lnTo>
                <a:moveTo>
                  <a:pt x="1475176" y="705185"/>
                </a:moveTo>
                <a:lnTo>
                  <a:pt x="1486926" y="684977"/>
                </a:lnTo>
                <a:moveTo>
                  <a:pt x="1066181" y="517952"/>
                </a:moveTo>
                <a:lnTo>
                  <a:pt x="1093270" y="524991"/>
                </a:lnTo>
                <a:moveTo>
                  <a:pt x="1203089" y="1079387"/>
                </a:moveTo>
                <a:lnTo>
                  <a:pt x="1258671" y="1054602"/>
                </a:lnTo>
                <a:moveTo>
                  <a:pt x="1066181" y="517952"/>
                </a:moveTo>
                <a:lnTo>
                  <a:pt x="1064646" y="514558"/>
                </a:lnTo>
                <a:moveTo>
                  <a:pt x="1323071" y="1174396"/>
                </a:moveTo>
                <a:lnTo>
                  <a:pt x="1324505" y="1178448"/>
                </a:lnTo>
                <a:moveTo>
                  <a:pt x="1253805" y="1196551"/>
                </a:moveTo>
                <a:lnTo>
                  <a:pt x="1249996" y="1160319"/>
                </a:lnTo>
                <a:moveTo>
                  <a:pt x="1920129" y="539676"/>
                </a:moveTo>
                <a:lnTo>
                  <a:pt x="1936938" y="543893"/>
                </a:lnTo>
                <a:moveTo>
                  <a:pt x="1083480" y="469666"/>
                </a:moveTo>
                <a:lnTo>
                  <a:pt x="1138941" y="483089"/>
                </a:lnTo>
                <a:moveTo>
                  <a:pt x="1256898" y="578821"/>
                </a:moveTo>
                <a:lnTo>
                  <a:pt x="1281242" y="531960"/>
                </a:lnTo>
                <a:moveTo>
                  <a:pt x="1033936" y="448334"/>
                </a:moveTo>
                <a:lnTo>
                  <a:pt x="1037217" y="452957"/>
                </a:lnTo>
                <a:moveTo>
                  <a:pt x="1241414" y="1141032"/>
                </a:moveTo>
                <a:lnTo>
                  <a:pt x="1235608" y="1101005"/>
                </a:lnTo>
                <a:moveTo>
                  <a:pt x="1229954" y="517047"/>
                </a:moveTo>
                <a:lnTo>
                  <a:pt x="1281242" y="531960"/>
                </a:lnTo>
                <a:moveTo>
                  <a:pt x="1237778" y="1135154"/>
                </a:moveTo>
                <a:lnTo>
                  <a:pt x="1235608" y="1101005"/>
                </a:lnTo>
                <a:moveTo>
                  <a:pt x="1138941" y="483089"/>
                </a:moveTo>
                <a:lnTo>
                  <a:pt x="1180679" y="501414"/>
                </a:lnTo>
                <a:moveTo>
                  <a:pt x="1460141" y="858283"/>
                </a:moveTo>
                <a:lnTo>
                  <a:pt x="1509799" y="816106"/>
                </a:lnTo>
                <a:moveTo>
                  <a:pt x="1050856" y="505893"/>
                </a:moveTo>
                <a:lnTo>
                  <a:pt x="1064646" y="514558"/>
                </a:lnTo>
                <a:moveTo>
                  <a:pt x="1050856" y="505893"/>
                </a:moveTo>
                <a:lnTo>
                  <a:pt x="1037217" y="452957"/>
                </a:lnTo>
                <a:moveTo>
                  <a:pt x="1174405" y="527930"/>
                </a:moveTo>
                <a:lnTo>
                  <a:pt x="1180679" y="501414"/>
                </a:lnTo>
                <a:moveTo>
                  <a:pt x="1256898" y="578821"/>
                </a:moveTo>
                <a:lnTo>
                  <a:pt x="1310061" y="593065"/>
                </a:lnTo>
                <a:moveTo>
                  <a:pt x="1174405" y="527930"/>
                </a:moveTo>
                <a:lnTo>
                  <a:pt x="1200462" y="507899"/>
                </a:lnTo>
                <a:moveTo>
                  <a:pt x="1323071" y="1174396"/>
                </a:moveTo>
                <a:lnTo>
                  <a:pt x="1313964" y="1190445"/>
                </a:lnTo>
                <a:moveTo>
                  <a:pt x="1253805" y="1196551"/>
                </a:moveTo>
                <a:lnTo>
                  <a:pt x="1247883" y="1196061"/>
                </a:lnTo>
                <a:moveTo>
                  <a:pt x="1034309" y="471803"/>
                </a:moveTo>
                <a:lnTo>
                  <a:pt x="1037217" y="452957"/>
                </a:lnTo>
                <a:moveTo>
                  <a:pt x="1403201" y="883553"/>
                </a:moveTo>
                <a:lnTo>
                  <a:pt x="1458311" y="858283"/>
                </a:lnTo>
                <a:moveTo>
                  <a:pt x="1365849" y="825496"/>
                </a:moveTo>
                <a:lnTo>
                  <a:pt x="1385187" y="796661"/>
                </a:lnTo>
                <a:moveTo>
                  <a:pt x="1033936" y="448334"/>
                </a:moveTo>
                <a:lnTo>
                  <a:pt x="1046222" y="436366"/>
                </a:lnTo>
                <a:moveTo>
                  <a:pt x="1403655" y="883610"/>
                </a:moveTo>
                <a:lnTo>
                  <a:pt x="1458311" y="858283"/>
                </a:lnTo>
                <a:moveTo>
                  <a:pt x="1174405" y="527930"/>
                </a:moveTo>
                <a:lnTo>
                  <a:pt x="1229954" y="517047"/>
                </a:lnTo>
                <a:moveTo>
                  <a:pt x="1114377" y="530028"/>
                </a:moveTo>
                <a:lnTo>
                  <a:pt x="1138941" y="483089"/>
                </a:lnTo>
                <a:moveTo>
                  <a:pt x="1228020" y="1023229"/>
                </a:moveTo>
                <a:lnTo>
                  <a:pt x="1268309" y="1044339"/>
                </a:lnTo>
                <a:moveTo>
                  <a:pt x="1180679" y="501414"/>
                </a:moveTo>
                <a:lnTo>
                  <a:pt x="1144929" y="474656"/>
                </a:lnTo>
                <a:moveTo>
                  <a:pt x="1114377" y="530028"/>
                </a:moveTo>
                <a:lnTo>
                  <a:pt x="1174405" y="527930"/>
                </a:lnTo>
                <a:moveTo>
                  <a:pt x="1918587" y="638860"/>
                </a:moveTo>
                <a:lnTo>
                  <a:pt x="1893282" y="635816"/>
                </a:lnTo>
                <a:moveTo>
                  <a:pt x="1918587" y="638860"/>
                </a:moveTo>
                <a:lnTo>
                  <a:pt x="1945161" y="600888"/>
                </a:lnTo>
                <a:moveTo>
                  <a:pt x="1278521" y="1207680"/>
                </a:moveTo>
                <a:lnTo>
                  <a:pt x="1248606" y="1205925"/>
                </a:lnTo>
                <a:moveTo>
                  <a:pt x="1306742" y="851540"/>
                </a:moveTo>
                <a:lnTo>
                  <a:pt x="1365849" y="825496"/>
                </a:lnTo>
                <a:moveTo>
                  <a:pt x="1309008" y="600398"/>
                </a:moveTo>
                <a:lnTo>
                  <a:pt x="1256898" y="578821"/>
                </a:lnTo>
                <a:moveTo>
                  <a:pt x="1385187" y="796661"/>
                </a:moveTo>
                <a:lnTo>
                  <a:pt x="1407148" y="785304"/>
                </a:lnTo>
                <a:moveTo>
                  <a:pt x="1509799" y="816106"/>
                </a:moveTo>
                <a:lnTo>
                  <a:pt x="1522477" y="771876"/>
                </a:lnTo>
                <a:moveTo>
                  <a:pt x="1066181" y="517952"/>
                </a:moveTo>
                <a:lnTo>
                  <a:pt x="1050856" y="505893"/>
                </a:lnTo>
                <a:moveTo>
                  <a:pt x="1884458" y="548179"/>
                </a:moveTo>
                <a:lnTo>
                  <a:pt x="1920129" y="539676"/>
                </a:lnTo>
                <a:moveTo>
                  <a:pt x="1144929" y="474656"/>
                </a:moveTo>
                <a:lnTo>
                  <a:pt x="1187554" y="488819"/>
                </a:lnTo>
                <a:moveTo>
                  <a:pt x="1451185" y="689834"/>
                </a:moveTo>
                <a:lnTo>
                  <a:pt x="1475176" y="705185"/>
                </a:lnTo>
                <a:moveTo>
                  <a:pt x="1301420" y="537938"/>
                </a:moveTo>
                <a:lnTo>
                  <a:pt x="1281242" y="531960"/>
                </a:lnTo>
                <a:moveTo>
                  <a:pt x="1306742" y="851540"/>
                </a:moveTo>
                <a:lnTo>
                  <a:pt x="1346742" y="870486"/>
                </a:lnTo>
                <a:moveTo>
                  <a:pt x="1310061" y="593065"/>
                </a:moveTo>
                <a:lnTo>
                  <a:pt x="1281242" y="531960"/>
                </a:lnTo>
                <a:moveTo>
                  <a:pt x="1453190" y="641640"/>
                </a:moveTo>
                <a:lnTo>
                  <a:pt x="1456025" y="635938"/>
                </a:lnTo>
                <a:moveTo>
                  <a:pt x="1458344" y="643118"/>
                </a:moveTo>
                <a:lnTo>
                  <a:pt x="1453190" y="641640"/>
                </a:lnTo>
                <a:moveTo>
                  <a:pt x="1346742" y="870486"/>
                </a:moveTo>
                <a:lnTo>
                  <a:pt x="1403201" y="883553"/>
                </a:lnTo>
                <a:moveTo>
                  <a:pt x="1458344" y="643118"/>
                </a:moveTo>
                <a:lnTo>
                  <a:pt x="1456025" y="635938"/>
                </a:lnTo>
                <a:moveTo>
                  <a:pt x="1310061" y="593065"/>
                </a:moveTo>
                <a:lnTo>
                  <a:pt x="1301420" y="537938"/>
                </a:lnTo>
                <a:moveTo>
                  <a:pt x="1856126" y="615855"/>
                </a:moveTo>
                <a:lnTo>
                  <a:pt x="1893282" y="635816"/>
                </a:lnTo>
                <a:moveTo>
                  <a:pt x="1281242" y="531960"/>
                </a:moveTo>
                <a:lnTo>
                  <a:pt x="1288047" y="521795"/>
                </a:lnTo>
                <a:moveTo>
                  <a:pt x="1219632" y="558898"/>
                </a:moveTo>
                <a:lnTo>
                  <a:pt x="1256898" y="578821"/>
                </a:lnTo>
                <a:moveTo>
                  <a:pt x="1034309" y="471803"/>
                </a:moveTo>
                <a:lnTo>
                  <a:pt x="1033936" y="448334"/>
                </a:lnTo>
                <a:moveTo>
                  <a:pt x="1314341" y="584535"/>
                </a:moveTo>
                <a:lnTo>
                  <a:pt x="1301420" y="537938"/>
                </a:lnTo>
                <a:moveTo>
                  <a:pt x="1220384" y="1035045"/>
                </a:moveTo>
                <a:lnTo>
                  <a:pt x="1228020" y="1023229"/>
                </a:lnTo>
                <a:moveTo>
                  <a:pt x="1505154" y="656313"/>
                </a:moveTo>
                <a:lnTo>
                  <a:pt x="1486926" y="684977"/>
                </a:lnTo>
                <a:moveTo>
                  <a:pt x="1310061" y="593065"/>
                </a:moveTo>
                <a:lnTo>
                  <a:pt x="1314341" y="584535"/>
                </a:lnTo>
                <a:moveTo>
                  <a:pt x="1219632" y="558898"/>
                </a:moveTo>
                <a:lnTo>
                  <a:pt x="1229954" y="517047"/>
                </a:lnTo>
                <a:moveTo>
                  <a:pt x="1203089" y="1079387"/>
                </a:moveTo>
                <a:lnTo>
                  <a:pt x="1220384" y="1035045"/>
                </a:lnTo>
                <a:moveTo>
                  <a:pt x="1229954" y="517047"/>
                </a:moveTo>
                <a:lnTo>
                  <a:pt x="1253181" y="484551"/>
                </a:lnTo>
                <a:moveTo>
                  <a:pt x="1253181" y="484551"/>
                </a:moveTo>
                <a:lnTo>
                  <a:pt x="1187554" y="488819"/>
                </a:lnTo>
                <a:moveTo>
                  <a:pt x="1315749" y="594330"/>
                </a:moveTo>
                <a:lnTo>
                  <a:pt x="1310061" y="593065"/>
                </a:lnTo>
                <a:moveTo>
                  <a:pt x="1050856" y="505893"/>
                </a:moveTo>
                <a:lnTo>
                  <a:pt x="1034309" y="471803"/>
                </a:lnTo>
                <a:moveTo>
                  <a:pt x="1278521" y="1207680"/>
                </a:moveTo>
                <a:lnTo>
                  <a:pt x="1313964" y="1190445"/>
                </a:lnTo>
                <a:moveTo>
                  <a:pt x="1282634" y="898316"/>
                </a:moveTo>
                <a:lnTo>
                  <a:pt x="1294775" y="874653"/>
                </a:lnTo>
                <a:moveTo>
                  <a:pt x="1083480" y="469666"/>
                </a:moveTo>
                <a:lnTo>
                  <a:pt x="1106544" y="447879"/>
                </a:lnTo>
                <a:moveTo>
                  <a:pt x="1156101" y="537862"/>
                </a:moveTo>
                <a:lnTo>
                  <a:pt x="1114377" y="530028"/>
                </a:lnTo>
                <a:moveTo>
                  <a:pt x="1301420" y="537938"/>
                </a:moveTo>
                <a:lnTo>
                  <a:pt x="1288047" y="521795"/>
                </a:lnTo>
                <a:moveTo>
                  <a:pt x="1259558" y="1211322"/>
                </a:moveTo>
                <a:lnTo>
                  <a:pt x="1248606" y="1205925"/>
                </a:lnTo>
                <a:moveTo>
                  <a:pt x="1253805" y="1196551"/>
                </a:moveTo>
                <a:lnTo>
                  <a:pt x="1248606" y="1205925"/>
                </a:lnTo>
                <a:moveTo>
                  <a:pt x="1869738" y="572828"/>
                </a:moveTo>
                <a:lnTo>
                  <a:pt x="1884458" y="548179"/>
                </a:lnTo>
                <a:moveTo>
                  <a:pt x="1487540" y="856022"/>
                </a:moveTo>
                <a:lnTo>
                  <a:pt x="1460141" y="858283"/>
                </a:lnTo>
                <a:moveTo>
                  <a:pt x="1450110" y="653534"/>
                </a:moveTo>
                <a:lnTo>
                  <a:pt x="1453190" y="641640"/>
                </a:lnTo>
                <a:moveTo>
                  <a:pt x="1451185" y="689834"/>
                </a:moveTo>
                <a:lnTo>
                  <a:pt x="1486926" y="684977"/>
                </a:lnTo>
                <a:moveTo>
                  <a:pt x="1315749" y="594330"/>
                </a:moveTo>
                <a:lnTo>
                  <a:pt x="1314341" y="584535"/>
                </a:lnTo>
                <a:moveTo>
                  <a:pt x="1898296" y="647970"/>
                </a:moveTo>
                <a:lnTo>
                  <a:pt x="1893282" y="635816"/>
                </a:lnTo>
                <a:moveTo>
                  <a:pt x="1450110" y="653534"/>
                </a:moveTo>
                <a:lnTo>
                  <a:pt x="1458344" y="643118"/>
                </a:lnTo>
                <a:moveTo>
                  <a:pt x="1358019" y="813121"/>
                </a:moveTo>
                <a:lnTo>
                  <a:pt x="1365849" y="825496"/>
                </a:lnTo>
                <a:moveTo>
                  <a:pt x="1310557" y="1107468"/>
                </a:moveTo>
                <a:lnTo>
                  <a:pt x="1333571" y="1132122"/>
                </a:lnTo>
                <a:moveTo>
                  <a:pt x="1310557" y="1107468"/>
                </a:moveTo>
                <a:lnTo>
                  <a:pt x="1333663" y="1132448"/>
                </a:lnTo>
                <a:moveTo>
                  <a:pt x="1309008" y="600398"/>
                </a:moveTo>
                <a:lnTo>
                  <a:pt x="1310061" y="593065"/>
                </a:lnTo>
                <a:moveTo>
                  <a:pt x="1409325" y="624075"/>
                </a:moveTo>
                <a:lnTo>
                  <a:pt x="1453190" y="641640"/>
                </a:lnTo>
                <a:moveTo>
                  <a:pt x="1138941" y="483089"/>
                </a:moveTo>
                <a:lnTo>
                  <a:pt x="1144929" y="474656"/>
                </a:lnTo>
                <a:moveTo>
                  <a:pt x="1440832" y="735111"/>
                </a:moveTo>
                <a:lnTo>
                  <a:pt x="1454132" y="750867"/>
                </a:lnTo>
                <a:moveTo>
                  <a:pt x="1518127" y="719978"/>
                </a:moveTo>
                <a:lnTo>
                  <a:pt x="1546637" y="698306"/>
                </a:lnTo>
                <a:moveTo>
                  <a:pt x="1453190" y="641640"/>
                </a:moveTo>
                <a:lnTo>
                  <a:pt x="1421776" y="596862"/>
                </a:lnTo>
                <a:moveTo>
                  <a:pt x="1458344" y="643118"/>
                </a:moveTo>
                <a:lnTo>
                  <a:pt x="1505154" y="656313"/>
                </a:lnTo>
                <a:moveTo>
                  <a:pt x="1290885" y="1152659"/>
                </a:moveTo>
                <a:lnTo>
                  <a:pt x="1333663" y="1132448"/>
                </a:lnTo>
                <a:moveTo>
                  <a:pt x="1278521" y="1207680"/>
                </a:moveTo>
                <a:lnTo>
                  <a:pt x="1323071" y="1174396"/>
                </a:lnTo>
                <a:moveTo>
                  <a:pt x="1421776" y="596862"/>
                </a:moveTo>
                <a:lnTo>
                  <a:pt x="1456025" y="635938"/>
                </a:lnTo>
                <a:moveTo>
                  <a:pt x="1126150" y="530514"/>
                </a:moveTo>
                <a:lnTo>
                  <a:pt x="1093270" y="524991"/>
                </a:lnTo>
                <a:moveTo>
                  <a:pt x="1440832" y="735111"/>
                </a:moveTo>
                <a:lnTo>
                  <a:pt x="1475176" y="705185"/>
                </a:lnTo>
                <a:moveTo>
                  <a:pt x="1309008" y="600398"/>
                </a:moveTo>
                <a:lnTo>
                  <a:pt x="1315749" y="594330"/>
                </a:lnTo>
                <a:moveTo>
                  <a:pt x="1473706" y="865252"/>
                </a:moveTo>
                <a:lnTo>
                  <a:pt x="1458311" y="858283"/>
                </a:lnTo>
                <a:moveTo>
                  <a:pt x="1178625" y="1016728"/>
                </a:moveTo>
                <a:lnTo>
                  <a:pt x="1220384" y="1035045"/>
                </a:lnTo>
                <a:moveTo>
                  <a:pt x="1310557" y="1107468"/>
                </a:moveTo>
                <a:lnTo>
                  <a:pt x="1304917" y="1076401"/>
                </a:lnTo>
                <a:moveTo>
                  <a:pt x="1856126" y="615855"/>
                </a:moveTo>
                <a:lnTo>
                  <a:pt x="1869738" y="572828"/>
                </a:lnTo>
                <a:moveTo>
                  <a:pt x="1547448" y="717759"/>
                </a:moveTo>
                <a:lnTo>
                  <a:pt x="1521081" y="724333"/>
                </a:lnTo>
                <a:moveTo>
                  <a:pt x="1302848" y="1053395"/>
                </a:moveTo>
                <a:lnTo>
                  <a:pt x="1292592" y="1064199"/>
                </a:lnTo>
                <a:moveTo>
                  <a:pt x="1219632" y="558898"/>
                </a:moveTo>
                <a:lnTo>
                  <a:pt x="1281242" y="531960"/>
                </a:lnTo>
                <a:moveTo>
                  <a:pt x="1281242" y="531960"/>
                </a:moveTo>
                <a:lnTo>
                  <a:pt x="1253181" y="484551"/>
                </a:lnTo>
                <a:moveTo>
                  <a:pt x="1106544" y="447879"/>
                </a:moveTo>
                <a:lnTo>
                  <a:pt x="1046222" y="436366"/>
                </a:lnTo>
                <a:moveTo>
                  <a:pt x="1294775" y="874653"/>
                </a:moveTo>
                <a:lnTo>
                  <a:pt x="1306742" y="851540"/>
                </a:lnTo>
                <a:moveTo>
                  <a:pt x="1473706" y="865252"/>
                </a:moveTo>
                <a:lnTo>
                  <a:pt x="1460141" y="858283"/>
                </a:lnTo>
                <a:moveTo>
                  <a:pt x="1309521" y="1106339"/>
                </a:moveTo>
                <a:lnTo>
                  <a:pt x="1304917" y="1076401"/>
                </a:lnTo>
                <a:moveTo>
                  <a:pt x="1524728" y="720719"/>
                </a:moveTo>
                <a:lnTo>
                  <a:pt x="1546637" y="698306"/>
                </a:lnTo>
                <a:moveTo>
                  <a:pt x="1450110" y="653534"/>
                </a:moveTo>
                <a:lnTo>
                  <a:pt x="1505154" y="656313"/>
                </a:lnTo>
                <a:moveTo>
                  <a:pt x="1450110" y="653534"/>
                </a:moveTo>
                <a:lnTo>
                  <a:pt x="1409325" y="624075"/>
                </a:lnTo>
                <a:moveTo>
                  <a:pt x="1156101" y="537862"/>
                </a:moveTo>
                <a:lnTo>
                  <a:pt x="1174405" y="527930"/>
                </a:lnTo>
                <a:moveTo>
                  <a:pt x="1538105" y="663613"/>
                </a:moveTo>
                <a:lnTo>
                  <a:pt x="1486926" y="684977"/>
                </a:lnTo>
                <a:moveTo>
                  <a:pt x="1407148" y="785304"/>
                </a:moveTo>
                <a:lnTo>
                  <a:pt x="1440832" y="735111"/>
                </a:lnTo>
                <a:moveTo>
                  <a:pt x="1456025" y="635938"/>
                </a:moveTo>
                <a:lnTo>
                  <a:pt x="1480824" y="593605"/>
                </a:lnTo>
                <a:moveTo>
                  <a:pt x="1273821" y="890507"/>
                </a:moveTo>
                <a:lnTo>
                  <a:pt x="1282634" y="898316"/>
                </a:lnTo>
                <a:moveTo>
                  <a:pt x="1262960" y="596418"/>
                </a:moveTo>
                <a:lnTo>
                  <a:pt x="1256898" y="578821"/>
                </a:lnTo>
                <a:moveTo>
                  <a:pt x="1547448" y="717759"/>
                </a:moveTo>
                <a:lnTo>
                  <a:pt x="1524728" y="720719"/>
                </a:lnTo>
                <a:moveTo>
                  <a:pt x="1126150" y="530514"/>
                </a:moveTo>
                <a:lnTo>
                  <a:pt x="1114377" y="530028"/>
                </a:lnTo>
                <a:moveTo>
                  <a:pt x="1309521" y="1106339"/>
                </a:moveTo>
                <a:lnTo>
                  <a:pt x="1292592" y="1064199"/>
                </a:lnTo>
                <a:moveTo>
                  <a:pt x="1546637" y="698306"/>
                </a:moveTo>
                <a:lnTo>
                  <a:pt x="1486926" y="684977"/>
                </a:lnTo>
                <a:moveTo>
                  <a:pt x="1220384" y="1035045"/>
                </a:moveTo>
                <a:lnTo>
                  <a:pt x="1187947" y="1001472"/>
                </a:lnTo>
                <a:moveTo>
                  <a:pt x="1253181" y="484551"/>
                </a:moveTo>
                <a:lnTo>
                  <a:pt x="1288047" y="521795"/>
                </a:lnTo>
                <a:moveTo>
                  <a:pt x="1522477" y="771876"/>
                </a:moveTo>
                <a:lnTo>
                  <a:pt x="1547448" y="717759"/>
                </a:lnTo>
                <a:moveTo>
                  <a:pt x="1293284" y="1020039"/>
                </a:moveTo>
                <a:lnTo>
                  <a:pt x="1268309" y="1044339"/>
                </a:lnTo>
                <a:moveTo>
                  <a:pt x="1409325" y="624075"/>
                </a:moveTo>
                <a:lnTo>
                  <a:pt x="1421776" y="596862"/>
                </a:lnTo>
                <a:moveTo>
                  <a:pt x="1270074" y="940967"/>
                </a:moveTo>
                <a:lnTo>
                  <a:pt x="1282634" y="898316"/>
                </a:lnTo>
                <a:moveTo>
                  <a:pt x="1302848" y="1053395"/>
                </a:moveTo>
                <a:lnTo>
                  <a:pt x="1268309" y="1044339"/>
                </a:lnTo>
                <a:moveTo>
                  <a:pt x="1843259" y="658616"/>
                </a:moveTo>
                <a:lnTo>
                  <a:pt x="1893282" y="635816"/>
                </a:lnTo>
                <a:moveTo>
                  <a:pt x="1856474" y="560952"/>
                </a:moveTo>
                <a:lnTo>
                  <a:pt x="1869738" y="572828"/>
                </a:lnTo>
                <a:moveTo>
                  <a:pt x="1330495" y="818390"/>
                </a:moveTo>
                <a:lnTo>
                  <a:pt x="1365849" y="825496"/>
                </a:lnTo>
                <a:moveTo>
                  <a:pt x="1451185" y="689834"/>
                </a:moveTo>
                <a:lnTo>
                  <a:pt x="1505154" y="656313"/>
                </a:lnTo>
                <a:moveTo>
                  <a:pt x="1403655" y="883610"/>
                </a:moveTo>
                <a:lnTo>
                  <a:pt x="1403201" y="883553"/>
                </a:lnTo>
                <a:moveTo>
                  <a:pt x="1403262" y="883849"/>
                </a:moveTo>
                <a:lnTo>
                  <a:pt x="1403201" y="883553"/>
                </a:lnTo>
                <a:moveTo>
                  <a:pt x="1273821" y="890507"/>
                </a:moveTo>
                <a:lnTo>
                  <a:pt x="1294775" y="874653"/>
                </a:lnTo>
                <a:moveTo>
                  <a:pt x="1211300" y="468174"/>
                </a:moveTo>
                <a:lnTo>
                  <a:pt x="1187554" y="488819"/>
                </a:lnTo>
                <a:moveTo>
                  <a:pt x="1403262" y="883849"/>
                </a:moveTo>
                <a:lnTo>
                  <a:pt x="1403655" y="883610"/>
                </a:lnTo>
                <a:moveTo>
                  <a:pt x="1338875" y="544608"/>
                </a:moveTo>
                <a:lnTo>
                  <a:pt x="1301420" y="537938"/>
                </a:lnTo>
                <a:moveTo>
                  <a:pt x="1072968" y="406799"/>
                </a:moveTo>
                <a:lnTo>
                  <a:pt x="1046222" y="436366"/>
                </a:lnTo>
                <a:moveTo>
                  <a:pt x="1126150" y="530514"/>
                </a:moveTo>
                <a:lnTo>
                  <a:pt x="1066181" y="517952"/>
                </a:lnTo>
                <a:moveTo>
                  <a:pt x="1138941" y="483089"/>
                </a:moveTo>
                <a:lnTo>
                  <a:pt x="1106544" y="447879"/>
                </a:lnTo>
                <a:moveTo>
                  <a:pt x="1314341" y="584535"/>
                </a:moveTo>
                <a:lnTo>
                  <a:pt x="1338875" y="544608"/>
                </a:lnTo>
                <a:moveTo>
                  <a:pt x="1943490" y="584713"/>
                </a:moveTo>
                <a:lnTo>
                  <a:pt x="1939124" y="548230"/>
                </a:lnTo>
                <a:moveTo>
                  <a:pt x="1228020" y="1023229"/>
                </a:moveTo>
                <a:lnTo>
                  <a:pt x="1249770" y="986384"/>
                </a:lnTo>
                <a:moveTo>
                  <a:pt x="1187947" y="1001472"/>
                </a:moveTo>
                <a:lnTo>
                  <a:pt x="1228020" y="1023229"/>
                </a:lnTo>
                <a:moveTo>
                  <a:pt x="1237778" y="1135154"/>
                </a:moveTo>
                <a:lnTo>
                  <a:pt x="1203089" y="1079387"/>
                </a:lnTo>
                <a:moveTo>
                  <a:pt x="1358019" y="813121"/>
                </a:moveTo>
                <a:lnTo>
                  <a:pt x="1385187" y="796661"/>
                </a:lnTo>
                <a:moveTo>
                  <a:pt x="1898296" y="647970"/>
                </a:moveTo>
                <a:lnTo>
                  <a:pt x="1918587" y="638860"/>
                </a:lnTo>
                <a:moveTo>
                  <a:pt x="1338875" y="544608"/>
                </a:moveTo>
                <a:lnTo>
                  <a:pt x="1288047" y="521795"/>
                </a:lnTo>
                <a:moveTo>
                  <a:pt x="1273821" y="890507"/>
                </a:moveTo>
                <a:lnTo>
                  <a:pt x="1306742" y="851540"/>
                </a:lnTo>
                <a:moveTo>
                  <a:pt x="1421776" y="596862"/>
                </a:moveTo>
                <a:lnTo>
                  <a:pt x="1480824" y="593605"/>
                </a:lnTo>
                <a:moveTo>
                  <a:pt x="1267993" y="1199001"/>
                </a:moveTo>
                <a:lnTo>
                  <a:pt x="1323071" y="1174396"/>
                </a:lnTo>
                <a:moveTo>
                  <a:pt x="1487540" y="856022"/>
                </a:moveTo>
                <a:lnTo>
                  <a:pt x="1509799" y="816106"/>
                </a:lnTo>
                <a:moveTo>
                  <a:pt x="1502852" y="597799"/>
                </a:moveTo>
                <a:lnTo>
                  <a:pt x="1456025" y="635938"/>
                </a:lnTo>
                <a:moveTo>
                  <a:pt x="1165422" y="1059609"/>
                </a:moveTo>
                <a:lnTo>
                  <a:pt x="1220384" y="1035045"/>
                </a:lnTo>
                <a:moveTo>
                  <a:pt x="1106544" y="447879"/>
                </a:moveTo>
                <a:lnTo>
                  <a:pt x="1144929" y="474656"/>
                </a:lnTo>
                <a:moveTo>
                  <a:pt x="1264590" y="936289"/>
                </a:moveTo>
                <a:lnTo>
                  <a:pt x="1282634" y="898316"/>
                </a:lnTo>
                <a:moveTo>
                  <a:pt x="1407773" y="638514"/>
                </a:moveTo>
                <a:lnTo>
                  <a:pt x="1450110" y="653534"/>
                </a:lnTo>
                <a:moveTo>
                  <a:pt x="1541609" y="765069"/>
                </a:moveTo>
                <a:lnTo>
                  <a:pt x="1522477" y="771876"/>
                </a:lnTo>
                <a:moveTo>
                  <a:pt x="1033936" y="448334"/>
                </a:moveTo>
                <a:lnTo>
                  <a:pt x="1072968" y="406799"/>
                </a:lnTo>
                <a:moveTo>
                  <a:pt x="1941828" y="568472"/>
                </a:moveTo>
                <a:lnTo>
                  <a:pt x="1920129" y="539676"/>
                </a:lnTo>
                <a:moveTo>
                  <a:pt x="1379169" y="582644"/>
                </a:moveTo>
                <a:lnTo>
                  <a:pt x="1314341" y="584535"/>
                </a:lnTo>
                <a:moveTo>
                  <a:pt x="1368097" y="552541"/>
                </a:moveTo>
                <a:lnTo>
                  <a:pt x="1314341" y="584535"/>
                </a:lnTo>
                <a:moveTo>
                  <a:pt x="1943490" y="584713"/>
                </a:moveTo>
                <a:lnTo>
                  <a:pt x="1945161" y="600888"/>
                </a:lnTo>
                <a:moveTo>
                  <a:pt x="1315749" y="594330"/>
                </a:moveTo>
                <a:lnTo>
                  <a:pt x="1368727" y="605343"/>
                </a:lnTo>
                <a:moveTo>
                  <a:pt x="1315749" y="594330"/>
                </a:moveTo>
                <a:lnTo>
                  <a:pt x="1379169" y="582644"/>
                </a:lnTo>
                <a:moveTo>
                  <a:pt x="1856474" y="560952"/>
                </a:moveTo>
                <a:lnTo>
                  <a:pt x="1884458" y="548179"/>
                </a:lnTo>
                <a:moveTo>
                  <a:pt x="1148159" y="479796"/>
                </a:moveTo>
                <a:lnTo>
                  <a:pt x="1144929" y="474656"/>
                </a:lnTo>
                <a:moveTo>
                  <a:pt x="1434879" y="576783"/>
                </a:moveTo>
                <a:lnTo>
                  <a:pt x="1421776" y="596862"/>
                </a:lnTo>
                <a:moveTo>
                  <a:pt x="1538105" y="663613"/>
                </a:moveTo>
                <a:lnTo>
                  <a:pt x="1505154" y="656313"/>
                </a:lnTo>
                <a:moveTo>
                  <a:pt x="1407773" y="638514"/>
                </a:moveTo>
                <a:lnTo>
                  <a:pt x="1409325" y="624075"/>
                </a:lnTo>
                <a:moveTo>
                  <a:pt x="1178625" y="1016728"/>
                </a:moveTo>
                <a:lnTo>
                  <a:pt x="1187947" y="1001472"/>
                </a:lnTo>
                <a:moveTo>
                  <a:pt x="1290885" y="1152659"/>
                </a:moveTo>
                <a:lnTo>
                  <a:pt x="1323071" y="1174396"/>
                </a:lnTo>
                <a:moveTo>
                  <a:pt x="1204425" y="1093412"/>
                </a:moveTo>
                <a:lnTo>
                  <a:pt x="1203089" y="1079387"/>
                </a:lnTo>
                <a:moveTo>
                  <a:pt x="1259558" y="1211322"/>
                </a:moveTo>
                <a:lnTo>
                  <a:pt x="1278521" y="1207680"/>
                </a:lnTo>
                <a:moveTo>
                  <a:pt x="1285791" y="995775"/>
                </a:moveTo>
                <a:lnTo>
                  <a:pt x="1228020" y="1023229"/>
                </a:lnTo>
                <a:moveTo>
                  <a:pt x="1212231" y="547715"/>
                </a:moveTo>
                <a:lnTo>
                  <a:pt x="1229954" y="517047"/>
                </a:lnTo>
                <a:moveTo>
                  <a:pt x="1417318" y="774462"/>
                </a:moveTo>
                <a:lnTo>
                  <a:pt x="1407148" y="785304"/>
                </a:lnTo>
                <a:moveTo>
                  <a:pt x="1293284" y="1020039"/>
                </a:moveTo>
                <a:lnTo>
                  <a:pt x="1228020" y="1023229"/>
                </a:lnTo>
                <a:moveTo>
                  <a:pt x="1429202" y="879692"/>
                </a:moveTo>
                <a:lnTo>
                  <a:pt x="1458311" y="858283"/>
                </a:lnTo>
                <a:moveTo>
                  <a:pt x="1941828" y="568472"/>
                </a:moveTo>
                <a:lnTo>
                  <a:pt x="1936938" y="543893"/>
                </a:lnTo>
                <a:moveTo>
                  <a:pt x="1440832" y="735111"/>
                </a:moveTo>
                <a:lnTo>
                  <a:pt x="1451185" y="689834"/>
                </a:lnTo>
                <a:moveTo>
                  <a:pt x="1262960" y="596418"/>
                </a:moveTo>
                <a:lnTo>
                  <a:pt x="1309008" y="600398"/>
                </a:lnTo>
                <a:moveTo>
                  <a:pt x="1368727" y="605343"/>
                </a:moveTo>
                <a:lnTo>
                  <a:pt x="1409325" y="624075"/>
                </a:lnTo>
                <a:moveTo>
                  <a:pt x="1165422" y="1059609"/>
                </a:moveTo>
                <a:lnTo>
                  <a:pt x="1203089" y="1079387"/>
                </a:lnTo>
                <a:moveTo>
                  <a:pt x="1156101" y="537862"/>
                </a:moveTo>
                <a:lnTo>
                  <a:pt x="1148159" y="479796"/>
                </a:lnTo>
                <a:moveTo>
                  <a:pt x="1943490" y="584713"/>
                </a:moveTo>
                <a:lnTo>
                  <a:pt x="1936938" y="543893"/>
                </a:lnTo>
                <a:moveTo>
                  <a:pt x="1409325" y="624075"/>
                </a:moveTo>
                <a:lnTo>
                  <a:pt x="1379169" y="582644"/>
                </a:lnTo>
                <a:moveTo>
                  <a:pt x="1241414" y="1141032"/>
                </a:moveTo>
                <a:lnTo>
                  <a:pt x="1237778" y="1135154"/>
                </a:lnTo>
                <a:moveTo>
                  <a:pt x="1291798" y="948541"/>
                </a:moveTo>
                <a:lnTo>
                  <a:pt x="1270074" y="940967"/>
                </a:lnTo>
                <a:moveTo>
                  <a:pt x="1379169" y="582644"/>
                </a:moveTo>
                <a:lnTo>
                  <a:pt x="1421776" y="596862"/>
                </a:lnTo>
                <a:moveTo>
                  <a:pt x="1085487" y="510516"/>
                </a:moveTo>
                <a:lnTo>
                  <a:pt x="1066181" y="517952"/>
                </a:lnTo>
                <a:moveTo>
                  <a:pt x="1249770" y="986384"/>
                </a:moveTo>
                <a:lnTo>
                  <a:pt x="1291798" y="948541"/>
                </a:lnTo>
                <a:moveTo>
                  <a:pt x="1348431" y="533122"/>
                </a:moveTo>
                <a:lnTo>
                  <a:pt x="1288047" y="521795"/>
                </a:lnTo>
                <a:moveTo>
                  <a:pt x="1434879" y="576783"/>
                </a:moveTo>
                <a:lnTo>
                  <a:pt x="1480824" y="593605"/>
                </a:lnTo>
                <a:moveTo>
                  <a:pt x="1249770" y="986384"/>
                </a:moveTo>
                <a:lnTo>
                  <a:pt x="1270074" y="940967"/>
                </a:lnTo>
                <a:moveTo>
                  <a:pt x="1126150" y="530514"/>
                </a:moveTo>
                <a:lnTo>
                  <a:pt x="1156101" y="537862"/>
                </a:lnTo>
                <a:moveTo>
                  <a:pt x="1211300" y="468174"/>
                </a:moveTo>
                <a:lnTo>
                  <a:pt x="1144929" y="474656"/>
                </a:lnTo>
                <a:moveTo>
                  <a:pt x="1187947" y="1001472"/>
                </a:moveTo>
                <a:lnTo>
                  <a:pt x="1249770" y="986384"/>
                </a:lnTo>
                <a:moveTo>
                  <a:pt x="1819973" y="595535"/>
                </a:moveTo>
                <a:lnTo>
                  <a:pt x="1869738" y="572828"/>
                </a:lnTo>
                <a:moveTo>
                  <a:pt x="1253805" y="1196551"/>
                </a:moveTo>
                <a:lnTo>
                  <a:pt x="1241414" y="1141032"/>
                </a:lnTo>
                <a:moveTo>
                  <a:pt x="1824026" y="586985"/>
                </a:moveTo>
                <a:lnTo>
                  <a:pt x="1869738" y="572828"/>
                </a:lnTo>
                <a:moveTo>
                  <a:pt x="1267993" y="1199001"/>
                </a:moveTo>
                <a:lnTo>
                  <a:pt x="1278521" y="1207680"/>
                </a:lnTo>
                <a:moveTo>
                  <a:pt x="1071363" y="499705"/>
                </a:moveTo>
                <a:lnTo>
                  <a:pt x="1066181" y="517952"/>
                </a:lnTo>
                <a:moveTo>
                  <a:pt x="1448119" y="681616"/>
                </a:moveTo>
                <a:lnTo>
                  <a:pt x="1450110" y="653534"/>
                </a:lnTo>
                <a:moveTo>
                  <a:pt x="1269180" y="831724"/>
                </a:moveTo>
                <a:lnTo>
                  <a:pt x="1306742" y="851540"/>
                </a:lnTo>
                <a:moveTo>
                  <a:pt x="1262960" y="596418"/>
                </a:moveTo>
                <a:lnTo>
                  <a:pt x="1219632" y="558898"/>
                </a:lnTo>
                <a:moveTo>
                  <a:pt x="1370752" y="918733"/>
                </a:moveTo>
                <a:lnTo>
                  <a:pt x="1403262" y="883849"/>
                </a:lnTo>
                <a:moveTo>
                  <a:pt x="1366781" y="619492"/>
                </a:moveTo>
                <a:lnTo>
                  <a:pt x="1315749" y="594330"/>
                </a:lnTo>
                <a:moveTo>
                  <a:pt x="1306742" y="851540"/>
                </a:moveTo>
                <a:lnTo>
                  <a:pt x="1330495" y="818390"/>
                </a:lnTo>
                <a:moveTo>
                  <a:pt x="1509799" y="816106"/>
                </a:moveTo>
                <a:lnTo>
                  <a:pt x="1541609" y="765069"/>
                </a:lnTo>
                <a:moveTo>
                  <a:pt x="1259558" y="1211322"/>
                </a:moveTo>
                <a:lnTo>
                  <a:pt x="1253805" y="1196551"/>
                </a:lnTo>
                <a:moveTo>
                  <a:pt x="1165422" y="1059609"/>
                </a:moveTo>
                <a:lnTo>
                  <a:pt x="1178625" y="1016728"/>
                </a:lnTo>
                <a:moveTo>
                  <a:pt x="1166567" y="1007450"/>
                </a:moveTo>
                <a:lnTo>
                  <a:pt x="1178625" y="1016728"/>
                </a:lnTo>
                <a:moveTo>
                  <a:pt x="1502852" y="597799"/>
                </a:moveTo>
                <a:lnTo>
                  <a:pt x="1480824" y="593605"/>
                </a:lnTo>
                <a:moveTo>
                  <a:pt x="1211300" y="468174"/>
                </a:moveTo>
                <a:lnTo>
                  <a:pt x="1253181" y="484551"/>
                </a:lnTo>
                <a:moveTo>
                  <a:pt x="1448119" y="681616"/>
                </a:moveTo>
                <a:lnTo>
                  <a:pt x="1505154" y="656313"/>
                </a:lnTo>
                <a:moveTo>
                  <a:pt x="1401319" y="798665"/>
                </a:moveTo>
                <a:lnTo>
                  <a:pt x="1407148" y="785304"/>
                </a:lnTo>
                <a:moveTo>
                  <a:pt x="1264590" y="936289"/>
                </a:moveTo>
                <a:lnTo>
                  <a:pt x="1273821" y="890507"/>
                </a:lnTo>
                <a:moveTo>
                  <a:pt x="1843259" y="658616"/>
                </a:moveTo>
                <a:lnTo>
                  <a:pt x="1856126" y="615855"/>
                </a:lnTo>
                <a:moveTo>
                  <a:pt x="1546637" y="698306"/>
                </a:moveTo>
                <a:lnTo>
                  <a:pt x="1538105" y="663613"/>
                </a:lnTo>
                <a:moveTo>
                  <a:pt x="1480824" y="593605"/>
                </a:moveTo>
                <a:lnTo>
                  <a:pt x="1491881" y="579273"/>
                </a:lnTo>
                <a:moveTo>
                  <a:pt x="1204425" y="1093412"/>
                </a:moveTo>
                <a:lnTo>
                  <a:pt x="1237778" y="1135154"/>
                </a:lnTo>
                <a:moveTo>
                  <a:pt x="1212231" y="547715"/>
                </a:moveTo>
                <a:lnTo>
                  <a:pt x="1174405" y="527930"/>
                </a:lnTo>
                <a:moveTo>
                  <a:pt x="1366781" y="619492"/>
                </a:moveTo>
                <a:lnTo>
                  <a:pt x="1309008" y="600398"/>
                </a:lnTo>
                <a:moveTo>
                  <a:pt x="1322093" y="955620"/>
                </a:moveTo>
                <a:lnTo>
                  <a:pt x="1291798" y="948541"/>
                </a:lnTo>
                <a:moveTo>
                  <a:pt x="1285791" y="995775"/>
                </a:moveTo>
                <a:lnTo>
                  <a:pt x="1291798" y="948541"/>
                </a:lnTo>
                <a:moveTo>
                  <a:pt x="1071363" y="499705"/>
                </a:moveTo>
                <a:lnTo>
                  <a:pt x="1050856" y="505893"/>
                </a:lnTo>
                <a:moveTo>
                  <a:pt x="1941828" y="568472"/>
                </a:moveTo>
                <a:lnTo>
                  <a:pt x="1884458" y="548179"/>
                </a:lnTo>
                <a:moveTo>
                  <a:pt x="1264590" y="936289"/>
                </a:moveTo>
                <a:lnTo>
                  <a:pt x="1270074" y="940967"/>
                </a:lnTo>
                <a:moveTo>
                  <a:pt x="1448119" y="681616"/>
                </a:moveTo>
                <a:lnTo>
                  <a:pt x="1451185" y="689834"/>
                </a:lnTo>
                <a:moveTo>
                  <a:pt x="1267993" y="1199001"/>
                </a:moveTo>
                <a:lnTo>
                  <a:pt x="1241414" y="1141032"/>
                </a:lnTo>
                <a:moveTo>
                  <a:pt x="1285791" y="995775"/>
                </a:moveTo>
                <a:lnTo>
                  <a:pt x="1249770" y="986384"/>
                </a:lnTo>
                <a:moveTo>
                  <a:pt x="1368097" y="552541"/>
                </a:moveTo>
                <a:lnTo>
                  <a:pt x="1338875" y="544608"/>
                </a:lnTo>
                <a:moveTo>
                  <a:pt x="1379169" y="582644"/>
                </a:moveTo>
                <a:lnTo>
                  <a:pt x="1434879" y="576783"/>
                </a:lnTo>
                <a:moveTo>
                  <a:pt x="1918587" y="638860"/>
                </a:moveTo>
                <a:lnTo>
                  <a:pt x="1943490" y="584713"/>
                </a:lnTo>
                <a:moveTo>
                  <a:pt x="1796789" y="641981"/>
                </a:moveTo>
                <a:lnTo>
                  <a:pt x="1856126" y="615855"/>
                </a:lnTo>
                <a:moveTo>
                  <a:pt x="1843259" y="658616"/>
                </a:moveTo>
                <a:lnTo>
                  <a:pt x="1898296" y="647970"/>
                </a:lnTo>
                <a:moveTo>
                  <a:pt x="1407773" y="638514"/>
                </a:moveTo>
                <a:lnTo>
                  <a:pt x="1368727" y="605343"/>
                </a:lnTo>
                <a:moveTo>
                  <a:pt x="1108294" y="460803"/>
                </a:moveTo>
                <a:lnTo>
                  <a:pt x="1144929" y="474656"/>
                </a:lnTo>
                <a:moveTo>
                  <a:pt x="1166567" y="1007450"/>
                </a:moveTo>
                <a:lnTo>
                  <a:pt x="1187947" y="1001472"/>
                </a:lnTo>
                <a:moveTo>
                  <a:pt x="1547448" y="717759"/>
                </a:moveTo>
                <a:lnTo>
                  <a:pt x="1546637" y="698306"/>
                </a:lnTo>
                <a:moveTo>
                  <a:pt x="1193743" y="520400"/>
                </a:moveTo>
                <a:lnTo>
                  <a:pt x="1174405" y="527930"/>
                </a:lnTo>
                <a:moveTo>
                  <a:pt x="1072968" y="406799"/>
                </a:moveTo>
                <a:lnTo>
                  <a:pt x="1106544" y="447879"/>
                </a:lnTo>
                <a:moveTo>
                  <a:pt x="1259558" y="1211322"/>
                </a:moveTo>
                <a:lnTo>
                  <a:pt x="1267993" y="1199001"/>
                </a:lnTo>
                <a:moveTo>
                  <a:pt x="1309857" y="506910"/>
                </a:moveTo>
                <a:lnTo>
                  <a:pt x="1288047" y="521795"/>
                </a:lnTo>
                <a:moveTo>
                  <a:pt x="1253805" y="1196551"/>
                </a:moveTo>
                <a:lnTo>
                  <a:pt x="1267993" y="1199001"/>
                </a:lnTo>
                <a:moveTo>
                  <a:pt x="1035341" y="433545"/>
                </a:moveTo>
                <a:lnTo>
                  <a:pt x="1033936" y="448334"/>
                </a:lnTo>
                <a:moveTo>
                  <a:pt x="1241414" y="1141032"/>
                </a:moveTo>
                <a:lnTo>
                  <a:pt x="1310557" y="1107468"/>
                </a:lnTo>
                <a:moveTo>
                  <a:pt x="1473706" y="865252"/>
                </a:moveTo>
                <a:lnTo>
                  <a:pt x="1487540" y="856022"/>
                </a:lnTo>
                <a:moveTo>
                  <a:pt x="1227699" y="560350"/>
                </a:moveTo>
                <a:lnTo>
                  <a:pt x="1219632" y="558898"/>
                </a:lnTo>
                <a:moveTo>
                  <a:pt x="1050856" y="505893"/>
                </a:moveTo>
                <a:lnTo>
                  <a:pt x="1049978" y="475185"/>
                </a:lnTo>
                <a:moveTo>
                  <a:pt x="1241414" y="1141032"/>
                </a:moveTo>
                <a:lnTo>
                  <a:pt x="1290885" y="1152659"/>
                </a:lnTo>
                <a:moveTo>
                  <a:pt x="1330495" y="818390"/>
                </a:moveTo>
                <a:lnTo>
                  <a:pt x="1358019" y="813121"/>
                </a:lnTo>
                <a:moveTo>
                  <a:pt x="1368727" y="605343"/>
                </a:moveTo>
                <a:lnTo>
                  <a:pt x="1379169" y="582644"/>
                </a:lnTo>
                <a:moveTo>
                  <a:pt x="1338875" y="544608"/>
                </a:moveTo>
                <a:lnTo>
                  <a:pt x="1348431" y="533122"/>
                </a:lnTo>
                <a:moveTo>
                  <a:pt x="1148159" y="479796"/>
                </a:moveTo>
                <a:lnTo>
                  <a:pt x="1211300" y="468174"/>
                </a:lnTo>
                <a:moveTo>
                  <a:pt x="1135407" y="522516"/>
                </a:moveTo>
                <a:lnTo>
                  <a:pt x="1156101" y="537862"/>
                </a:lnTo>
                <a:moveTo>
                  <a:pt x="1379169" y="582644"/>
                </a:moveTo>
                <a:lnTo>
                  <a:pt x="1368097" y="552541"/>
                </a:lnTo>
                <a:moveTo>
                  <a:pt x="1158881" y="1053928"/>
                </a:moveTo>
                <a:lnTo>
                  <a:pt x="1178625" y="1016728"/>
                </a:lnTo>
                <a:moveTo>
                  <a:pt x="1035341" y="433545"/>
                </a:moveTo>
                <a:lnTo>
                  <a:pt x="1034309" y="471803"/>
                </a:lnTo>
                <a:moveTo>
                  <a:pt x="1049978" y="475185"/>
                </a:moveTo>
                <a:lnTo>
                  <a:pt x="1034309" y="471803"/>
                </a:lnTo>
                <a:moveTo>
                  <a:pt x="1819973" y="595535"/>
                </a:moveTo>
                <a:lnTo>
                  <a:pt x="1856126" y="615855"/>
                </a:lnTo>
                <a:moveTo>
                  <a:pt x="1859513" y="662199"/>
                </a:moveTo>
                <a:lnTo>
                  <a:pt x="1898296" y="647970"/>
                </a:lnTo>
                <a:moveTo>
                  <a:pt x="1306742" y="851540"/>
                </a:moveTo>
                <a:lnTo>
                  <a:pt x="1291534" y="793330"/>
                </a:lnTo>
                <a:moveTo>
                  <a:pt x="1502852" y="597799"/>
                </a:moveTo>
                <a:lnTo>
                  <a:pt x="1491881" y="579273"/>
                </a:lnTo>
                <a:moveTo>
                  <a:pt x="1525492" y="807750"/>
                </a:moveTo>
                <a:lnTo>
                  <a:pt x="1509799" y="816106"/>
                </a:lnTo>
                <a:moveTo>
                  <a:pt x="1401319" y="798665"/>
                </a:moveTo>
                <a:lnTo>
                  <a:pt x="1385187" y="796661"/>
                </a:lnTo>
                <a:moveTo>
                  <a:pt x="1204425" y="1093412"/>
                </a:moveTo>
                <a:lnTo>
                  <a:pt x="1165422" y="1059609"/>
                </a:lnTo>
                <a:moveTo>
                  <a:pt x="1906646" y="532169"/>
                </a:moveTo>
                <a:lnTo>
                  <a:pt x="1884458" y="548179"/>
                </a:lnTo>
                <a:moveTo>
                  <a:pt x="1212231" y="547715"/>
                </a:moveTo>
                <a:lnTo>
                  <a:pt x="1219632" y="558898"/>
                </a:lnTo>
                <a:moveTo>
                  <a:pt x="1293284" y="1020039"/>
                </a:moveTo>
                <a:lnTo>
                  <a:pt x="1285791" y="995775"/>
                </a:lnTo>
                <a:moveTo>
                  <a:pt x="1210626" y="967133"/>
                </a:moveTo>
                <a:lnTo>
                  <a:pt x="1270074" y="940967"/>
                </a:lnTo>
                <a:moveTo>
                  <a:pt x="1302848" y="1053395"/>
                </a:moveTo>
                <a:lnTo>
                  <a:pt x="1293284" y="1020039"/>
                </a:lnTo>
                <a:moveTo>
                  <a:pt x="1210626" y="967133"/>
                </a:moveTo>
                <a:lnTo>
                  <a:pt x="1249770" y="986384"/>
                </a:lnTo>
                <a:moveTo>
                  <a:pt x="1187947" y="1001472"/>
                </a:moveTo>
                <a:lnTo>
                  <a:pt x="1210626" y="967133"/>
                </a:lnTo>
                <a:moveTo>
                  <a:pt x="1012216" y="273314"/>
                </a:moveTo>
                <a:lnTo>
                  <a:pt x="1018286" y="278759"/>
                </a:lnTo>
                <a:moveTo>
                  <a:pt x="1322093" y="955620"/>
                </a:moveTo>
                <a:lnTo>
                  <a:pt x="1370752" y="918733"/>
                </a:lnTo>
                <a:moveTo>
                  <a:pt x="1256440" y="874440"/>
                </a:moveTo>
                <a:lnTo>
                  <a:pt x="1306742" y="851540"/>
                </a:lnTo>
                <a:moveTo>
                  <a:pt x="1368097" y="552541"/>
                </a:moveTo>
                <a:lnTo>
                  <a:pt x="1348431" y="533122"/>
                </a:lnTo>
                <a:moveTo>
                  <a:pt x="1156101" y="537862"/>
                </a:moveTo>
                <a:lnTo>
                  <a:pt x="1193743" y="520400"/>
                </a:lnTo>
                <a:moveTo>
                  <a:pt x="1544481" y="713664"/>
                </a:moveTo>
                <a:lnTo>
                  <a:pt x="1546637" y="698306"/>
                </a:lnTo>
                <a:moveTo>
                  <a:pt x="1016200" y="293752"/>
                </a:moveTo>
                <a:lnTo>
                  <a:pt x="1018286" y="278759"/>
                </a:lnTo>
                <a:moveTo>
                  <a:pt x="1366781" y="619492"/>
                </a:moveTo>
                <a:lnTo>
                  <a:pt x="1407773" y="638514"/>
                </a:lnTo>
                <a:moveTo>
                  <a:pt x="1480824" y="593605"/>
                </a:moveTo>
                <a:lnTo>
                  <a:pt x="1449757" y="563621"/>
                </a:lnTo>
                <a:moveTo>
                  <a:pt x="1108294" y="460803"/>
                </a:moveTo>
                <a:lnTo>
                  <a:pt x="1106544" y="447879"/>
                </a:lnTo>
                <a:moveTo>
                  <a:pt x="1429202" y="879692"/>
                </a:moveTo>
                <a:lnTo>
                  <a:pt x="1403655" y="883610"/>
                </a:lnTo>
                <a:moveTo>
                  <a:pt x="1541609" y="765069"/>
                </a:moveTo>
                <a:lnTo>
                  <a:pt x="1547448" y="717759"/>
                </a:lnTo>
                <a:moveTo>
                  <a:pt x="1544481" y="713664"/>
                </a:moveTo>
                <a:lnTo>
                  <a:pt x="1547448" y="717759"/>
                </a:lnTo>
                <a:moveTo>
                  <a:pt x="1924044" y="625896"/>
                </a:moveTo>
                <a:lnTo>
                  <a:pt x="1918587" y="638860"/>
                </a:lnTo>
                <a:moveTo>
                  <a:pt x="1267993" y="1199001"/>
                </a:moveTo>
                <a:lnTo>
                  <a:pt x="1290885" y="1152659"/>
                </a:lnTo>
                <a:moveTo>
                  <a:pt x="1135407" y="522516"/>
                </a:moveTo>
                <a:lnTo>
                  <a:pt x="1148159" y="479796"/>
                </a:lnTo>
                <a:moveTo>
                  <a:pt x="1824026" y="586985"/>
                </a:moveTo>
                <a:lnTo>
                  <a:pt x="1856474" y="560952"/>
                </a:lnTo>
                <a:moveTo>
                  <a:pt x="1417318" y="774462"/>
                </a:moveTo>
                <a:lnTo>
                  <a:pt x="1440832" y="735111"/>
                </a:lnTo>
                <a:moveTo>
                  <a:pt x="1108294" y="460803"/>
                </a:moveTo>
                <a:lnTo>
                  <a:pt x="1148159" y="479796"/>
                </a:lnTo>
                <a:moveTo>
                  <a:pt x="1366781" y="619492"/>
                </a:moveTo>
                <a:lnTo>
                  <a:pt x="1368727" y="605343"/>
                </a:lnTo>
                <a:moveTo>
                  <a:pt x="1921920" y="627691"/>
                </a:moveTo>
                <a:lnTo>
                  <a:pt x="1918587" y="638860"/>
                </a:lnTo>
                <a:moveTo>
                  <a:pt x="1322052" y="611588"/>
                </a:moveTo>
                <a:lnTo>
                  <a:pt x="1309008" y="600398"/>
                </a:lnTo>
                <a:moveTo>
                  <a:pt x="1309521" y="1106339"/>
                </a:moveTo>
                <a:lnTo>
                  <a:pt x="1302848" y="1053395"/>
                </a:lnTo>
                <a:moveTo>
                  <a:pt x="1085487" y="510516"/>
                </a:moveTo>
                <a:lnTo>
                  <a:pt x="1126150" y="530514"/>
                </a:lnTo>
                <a:moveTo>
                  <a:pt x="1227699" y="560350"/>
                </a:moveTo>
                <a:lnTo>
                  <a:pt x="1262960" y="596418"/>
                </a:lnTo>
                <a:moveTo>
                  <a:pt x="1796789" y="641981"/>
                </a:moveTo>
                <a:lnTo>
                  <a:pt x="1843259" y="658616"/>
                </a:lnTo>
                <a:moveTo>
                  <a:pt x="1135407" y="522516"/>
                </a:moveTo>
                <a:lnTo>
                  <a:pt x="1126150" y="530514"/>
                </a:lnTo>
                <a:moveTo>
                  <a:pt x="1434879" y="576783"/>
                </a:moveTo>
                <a:lnTo>
                  <a:pt x="1449757" y="563621"/>
                </a:lnTo>
                <a:moveTo>
                  <a:pt x="1166261" y="1065981"/>
                </a:moveTo>
                <a:lnTo>
                  <a:pt x="1204425" y="1093412"/>
                </a:lnTo>
                <a:moveTo>
                  <a:pt x="1420772" y="881754"/>
                </a:moveTo>
                <a:lnTo>
                  <a:pt x="1403655" y="883610"/>
                </a:lnTo>
                <a:moveTo>
                  <a:pt x="1420772" y="881754"/>
                </a:moveTo>
                <a:lnTo>
                  <a:pt x="1403262" y="883849"/>
                </a:lnTo>
                <a:moveTo>
                  <a:pt x="1256440" y="874440"/>
                </a:moveTo>
                <a:lnTo>
                  <a:pt x="1273821" y="890507"/>
                </a:lnTo>
                <a:moveTo>
                  <a:pt x="1290885" y="1152659"/>
                </a:moveTo>
                <a:lnTo>
                  <a:pt x="1310557" y="1107468"/>
                </a:lnTo>
                <a:moveTo>
                  <a:pt x="1309521" y="1106339"/>
                </a:moveTo>
                <a:lnTo>
                  <a:pt x="1310557" y="1107468"/>
                </a:lnTo>
                <a:moveTo>
                  <a:pt x="1089604" y="505643"/>
                </a:moveTo>
                <a:lnTo>
                  <a:pt x="1148159" y="479796"/>
                </a:lnTo>
                <a:moveTo>
                  <a:pt x="1265702" y="497296"/>
                </a:moveTo>
                <a:lnTo>
                  <a:pt x="1288047" y="521795"/>
                </a:lnTo>
                <a:moveTo>
                  <a:pt x="1859513" y="662199"/>
                </a:moveTo>
                <a:lnTo>
                  <a:pt x="1843259" y="658616"/>
                </a:lnTo>
                <a:moveTo>
                  <a:pt x="1491853" y="589666"/>
                </a:moveTo>
                <a:lnTo>
                  <a:pt x="1502852" y="597799"/>
                </a:lnTo>
                <a:moveTo>
                  <a:pt x="1221248" y="952408"/>
                </a:moveTo>
                <a:lnTo>
                  <a:pt x="1270074" y="940967"/>
                </a:lnTo>
                <a:moveTo>
                  <a:pt x="1166261" y="1065981"/>
                </a:moveTo>
                <a:lnTo>
                  <a:pt x="1165422" y="1059609"/>
                </a:lnTo>
                <a:moveTo>
                  <a:pt x="1166567" y="1007450"/>
                </a:moveTo>
                <a:lnTo>
                  <a:pt x="1210626" y="967133"/>
                </a:lnTo>
                <a:moveTo>
                  <a:pt x="1193743" y="520400"/>
                </a:moveTo>
                <a:lnTo>
                  <a:pt x="1148159" y="479796"/>
                </a:lnTo>
                <a:moveTo>
                  <a:pt x="1521994" y="650298"/>
                </a:moveTo>
                <a:lnTo>
                  <a:pt x="1538105" y="663613"/>
                </a:lnTo>
                <a:moveTo>
                  <a:pt x="1448689" y="673288"/>
                </a:moveTo>
                <a:lnTo>
                  <a:pt x="1450110" y="653534"/>
                </a:lnTo>
                <a:moveTo>
                  <a:pt x="1178625" y="482643"/>
                </a:moveTo>
                <a:lnTo>
                  <a:pt x="1148159" y="479796"/>
                </a:lnTo>
                <a:moveTo>
                  <a:pt x="1158881" y="1053928"/>
                </a:moveTo>
                <a:lnTo>
                  <a:pt x="1165422" y="1059609"/>
                </a:lnTo>
                <a:moveTo>
                  <a:pt x="1491853" y="589666"/>
                </a:moveTo>
                <a:lnTo>
                  <a:pt x="1491881" y="579273"/>
                </a:lnTo>
                <a:moveTo>
                  <a:pt x="1158881" y="1053928"/>
                </a:moveTo>
                <a:lnTo>
                  <a:pt x="1166567" y="1007450"/>
                </a:lnTo>
                <a:moveTo>
                  <a:pt x="1358019" y="813121"/>
                </a:moveTo>
                <a:lnTo>
                  <a:pt x="1401319" y="798665"/>
                </a:lnTo>
                <a:moveTo>
                  <a:pt x="1521994" y="650298"/>
                </a:moveTo>
                <a:lnTo>
                  <a:pt x="1546637" y="698306"/>
                </a:lnTo>
                <a:moveTo>
                  <a:pt x="1016200" y="293752"/>
                </a:moveTo>
                <a:lnTo>
                  <a:pt x="1012216" y="273314"/>
                </a:lnTo>
                <a:moveTo>
                  <a:pt x="1487540" y="856022"/>
                </a:moveTo>
                <a:lnTo>
                  <a:pt x="1525492" y="807750"/>
                </a:lnTo>
                <a:moveTo>
                  <a:pt x="1541609" y="765069"/>
                </a:moveTo>
                <a:lnTo>
                  <a:pt x="1544481" y="713664"/>
                </a:lnTo>
                <a:moveTo>
                  <a:pt x="1425374" y="636148"/>
                </a:moveTo>
                <a:lnTo>
                  <a:pt x="1450110" y="653534"/>
                </a:lnTo>
                <a:moveTo>
                  <a:pt x="1449757" y="563621"/>
                </a:moveTo>
                <a:lnTo>
                  <a:pt x="1491881" y="579273"/>
                </a:lnTo>
                <a:moveTo>
                  <a:pt x="1921920" y="627691"/>
                </a:moveTo>
                <a:lnTo>
                  <a:pt x="1898296" y="647970"/>
                </a:lnTo>
                <a:moveTo>
                  <a:pt x="1241414" y="1141032"/>
                </a:moveTo>
                <a:lnTo>
                  <a:pt x="1262513" y="1111571"/>
                </a:lnTo>
                <a:moveTo>
                  <a:pt x="1796789" y="641981"/>
                </a:moveTo>
                <a:lnTo>
                  <a:pt x="1819973" y="595535"/>
                </a:lnTo>
                <a:moveTo>
                  <a:pt x="1262513" y="1111571"/>
                </a:moveTo>
                <a:lnTo>
                  <a:pt x="1237778" y="1135154"/>
                </a:lnTo>
                <a:moveTo>
                  <a:pt x="1326523" y="971160"/>
                </a:moveTo>
                <a:lnTo>
                  <a:pt x="1291798" y="948541"/>
                </a:lnTo>
                <a:moveTo>
                  <a:pt x="1283916" y="584072"/>
                </a:moveTo>
                <a:lnTo>
                  <a:pt x="1309008" y="600398"/>
                </a:lnTo>
                <a:moveTo>
                  <a:pt x="1178625" y="482643"/>
                </a:moveTo>
                <a:lnTo>
                  <a:pt x="1211300" y="468174"/>
                </a:lnTo>
                <a:moveTo>
                  <a:pt x="1012216" y="273314"/>
                </a:moveTo>
                <a:lnTo>
                  <a:pt x="1026598" y="275790"/>
                </a:lnTo>
                <a:moveTo>
                  <a:pt x="1461765" y="729115"/>
                </a:moveTo>
                <a:lnTo>
                  <a:pt x="1451185" y="689834"/>
                </a:lnTo>
                <a:moveTo>
                  <a:pt x="1265702" y="497296"/>
                </a:moveTo>
                <a:lnTo>
                  <a:pt x="1253181" y="484551"/>
                </a:lnTo>
                <a:moveTo>
                  <a:pt x="1390677" y="812405"/>
                </a:moveTo>
                <a:lnTo>
                  <a:pt x="1358019" y="813121"/>
                </a:lnTo>
                <a:moveTo>
                  <a:pt x="1221248" y="952408"/>
                </a:moveTo>
                <a:lnTo>
                  <a:pt x="1264590" y="936289"/>
                </a:lnTo>
                <a:moveTo>
                  <a:pt x="1341178" y="955355"/>
                </a:moveTo>
                <a:lnTo>
                  <a:pt x="1322093" y="955620"/>
                </a:lnTo>
                <a:moveTo>
                  <a:pt x="1309857" y="506910"/>
                </a:moveTo>
                <a:lnTo>
                  <a:pt x="1348431" y="533122"/>
                </a:lnTo>
                <a:moveTo>
                  <a:pt x="1858195" y="535335"/>
                </a:moveTo>
                <a:lnTo>
                  <a:pt x="1884458" y="548179"/>
                </a:lnTo>
                <a:moveTo>
                  <a:pt x="1269180" y="831724"/>
                </a:moveTo>
                <a:lnTo>
                  <a:pt x="1291534" y="793330"/>
                </a:lnTo>
                <a:moveTo>
                  <a:pt x="1943490" y="584713"/>
                </a:moveTo>
                <a:lnTo>
                  <a:pt x="1941828" y="568472"/>
                </a:lnTo>
                <a:moveTo>
                  <a:pt x="1291534" y="793330"/>
                </a:moveTo>
                <a:lnTo>
                  <a:pt x="1330495" y="818390"/>
                </a:lnTo>
                <a:moveTo>
                  <a:pt x="1016200" y="293752"/>
                </a:moveTo>
                <a:lnTo>
                  <a:pt x="1026598" y="275790"/>
                </a:lnTo>
                <a:moveTo>
                  <a:pt x="1035341" y="433545"/>
                </a:moveTo>
                <a:lnTo>
                  <a:pt x="1072968" y="406799"/>
                </a:lnTo>
                <a:moveTo>
                  <a:pt x="1840221" y="679766"/>
                </a:moveTo>
                <a:lnTo>
                  <a:pt x="1843259" y="658616"/>
                </a:lnTo>
                <a:moveTo>
                  <a:pt x="1227699" y="560350"/>
                </a:moveTo>
                <a:lnTo>
                  <a:pt x="1212231" y="547715"/>
                </a:lnTo>
                <a:moveTo>
                  <a:pt x="1166261" y="1065981"/>
                </a:moveTo>
                <a:lnTo>
                  <a:pt x="1158881" y="1053928"/>
                </a:lnTo>
                <a:moveTo>
                  <a:pt x="1085487" y="510516"/>
                </a:moveTo>
                <a:lnTo>
                  <a:pt x="1135407" y="522516"/>
                </a:lnTo>
                <a:moveTo>
                  <a:pt x="1341178" y="955355"/>
                </a:moveTo>
                <a:lnTo>
                  <a:pt x="1370752" y="918733"/>
                </a:lnTo>
                <a:moveTo>
                  <a:pt x="1429202" y="879692"/>
                </a:moveTo>
                <a:lnTo>
                  <a:pt x="1473706" y="865252"/>
                </a:lnTo>
                <a:moveTo>
                  <a:pt x="1819973" y="595535"/>
                </a:moveTo>
                <a:lnTo>
                  <a:pt x="1824026" y="586985"/>
                </a:lnTo>
                <a:moveTo>
                  <a:pt x="1256440" y="874440"/>
                </a:moveTo>
                <a:lnTo>
                  <a:pt x="1269180" y="831724"/>
                </a:lnTo>
                <a:moveTo>
                  <a:pt x="1408420" y="555276"/>
                </a:moveTo>
                <a:lnTo>
                  <a:pt x="1434879" y="576783"/>
                </a:lnTo>
                <a:moveTo>
                  <a:pt x="1544481" y="713664"/>
                </a:moveTo>
                <a:lnTo>
                  <a:pt x="1521994" y="650298"/>
                </a:lnTo>
                <a:moveTo>
                  <a:pt x="1085487" y="510516"/>
                </a:moveTo>
                <a:lnTo>
                  <a:pt x="1071363" y="499705"/>
                </a:lnTo>
                <a:moveTo>
                  <a:pt x="1850074" y="546619"/>
                </a:moveTo>
                <a:lnTo>
                  <a:pt x="1856474" y="560952"/>
                </a:lnTo>
                <a:moveTo>
                  <a:pt x="1085487" y="510516"/>
                </a:moveTo>
                <a:lnTo>
                  <a:pt x="1089604" y="505643"/>
                </a:lnTo>
                <a:moveTo>
                  <a:pt x="1785156" y="684301"/>
                </a:moveTo>
                <a:lnTo>
                  <a:pt x="1843259" y="658616"/>
                </a:lnTo>
                <a:moveTo>
                  <a:pt x="1089604" y="505643"/>
                </a:moveTo>
                <a:lnTo>
                  <a:pt x="1135407" y="522516"/>
                </a:lnTo>
                <a:moveTo>
                  <a:pt x="1840221" y="679766"/>
                </a:moveTo>
                <a:lnTo>
                  <a:pt x="1859513" y="662199"/>
                </a:lnTo>
                <a:moveTo>
                  <a:pt x="1089604" y="505643"/>
                </a:moveTo>
                <a:lnTo>
                  <a:pt x="1108294" y="460803"/>
                </a:lnTo>
                <a:moveTo>
                  <a:pt x="1525492" y="807750"/>
                </a:moveTo>
                <a:lnTo>
                  <a:pt x="1541609" y="765069"/>
                </a:lnTo>
                <a:moveTo>
                  <a:pt x="1370752" y="918733"/>
                </a:moveTo>
                <a:lnTo>
                  <a:pt x="1420772" y="881754"/>
                </a:lnTo>
                <a:moveTo>
                  <a:pt x="1071305" y="440782"/>
                </a:moveTo>
                <a:lnTo>
                  <a:pt x="1106544" y="447879"/>
                </a:lnTo>
                <a:moveTo>
                  <a:pt x="1326523" y="971160"/>
                </a:moveTo>
                <a:lnTo>
                  <a:pt x="1322093" y="955620"/>
                </a:lnTo>
                <a:moveTo>
                  <a:pt x="1356371" y="538359"/>
                </a:moveTo>
                <a:lnTo>
                  <a:pt x="1379169" y="582644"/>
                </a:lnTo>
                <a:moveTo>
                  <a:pt x="1906646" y="532169"/>
                </a:moveTo>
                <a:lnTo>
                  <a:pt x="1941828" y="568472"/>
                </a:lnTo>
                <a:moveTo>
                  <a:pt x="1356371" y="538359"/>
                </a:moveTo>
                <a:lnTo>
                  <a:pt x="1368097" y="552541"/>
                </a:lnTo>
                <a:moveTo>
                  <a:pt x="1231163" y="812070"/>
                </a:moveTo>
                <a:lnTo>
                  <a:pt x="1269180" y="831724"/>
                </a:lnTo>
                <a:moveTo>
                  <a:pt x="1451695" y="570777"/>
                </a:moveTo>
                <a:lnTo>
                  <a:pt x="1491881" y="579273"/>
                </a:lnTo>
                <a:moveTo>
                  <a:pt x="1307613" y="990179"/>
                </a:moveTo>
                <a:lnTo>
                  <a:pt x="1291798" y="948541"/>
                </a:lnTo>
                <a:moveTo>
                  <a:pt x="1757466" y="622794"/>
                </a:moveTo>
                <a:lnTo>
                  <a:pt x="1796789" y="641981"/>
                </a:lnTo>
                <a:moveTo>
                  <a:pt x="1940421" y="580815"/>
                </a:moveTo>
                <a:lnTo>
                  <a:pt x="1941828" y="568472"/>
                </a:lnTo>
                <a:moveTo>
                  <a:pt x="1808931" y="589482"/>
                </a:moveTo>
                <a:lnTo>
                  <a:pt x="1819973" y="595535"/>
                </a:lnTo>
                <a:moveTo>
                  <a:pt x="1227699" y="560350"/>
                </a:moveTo>
                <a:lnTo>
                  <a:pt x="1235994" y="553054"/>
                </a:lnTo>
                <a:moveTo>
                  <a:pt x="1785156" y="684301"/>
                </a:moveTo>
                <a:lnTo>
                  <a:pt x="1796789" y="641981"/>
                </a:lnTo>
                <a:moveTo>
                  <a:pt x="1212231" y="547715"/>
                </a:moveTo>
                <a:lnTo>
                  <a:pt x="1193743" y="520400"/>
                </a:lnTo>
                <a:moveTo>
                  <a:pt x="1210626" y="967133"/>
                </a:moveTo>
                <a:lnTo>
                  <a:pt x="1221248" y="952408"/>
                </a:lnTo>
                <a:moveTo>
                  <a:pt x="1501546" y="846907"/>
                </a:moveTo>
                <a:lnTo>
                  <a:pt x="1487540" y="856022"/>
                </a:lnTo>
                <a:moveTo>
                  <a:pt x="1521994" y="650298"/>
                </a:moveTo>
                <a:lnTo>
                  <a:pt x="1491853" y="589666"/>
                </a:lnTo>
                <a:moveTo>
                  <a:pt x="1808931" y="589482"/>
                </a:moveTo>
                <a:lnTo>
                  <a:pt x="1824026" y="586985"/>
                </a:lnTo>
                <a:moveTo>
                  <a:pt x="1262513" y="1111571"/>
                </a:moveTo>
                <a:lnTo>
                  <a:pt x="1310557" y="1107468"/>
                </a:lnTo>
                <a:moveTo>
                  <a:pt x="1461765" y="729115"/>
                </a:moveTo>
                <a:lnTo>
                  <a:pt x="1440832" y="735111"/>
                </a:lnTo>
                <a:moveTo>
                  <a:pt x="1071363" y="499705"/>
                </a:moveTo>
                <a:lnTo>
                  <a:pt x="1089604" y="505643"/>
                </a:lnTo>
                <a:moveTo>
                  <a:pt x="1940421" y="580815"/>
                </a:moveTo>
                <a:lnTo>
                  <a:pt x="1943490" y="584713"/>
                </a:lnTo>
                <a:moveTo>
                  <a:pt x="1425374" y="636148"/>
                </a:moveTo>
                <a:lnTo>
                  <a:pt x="1407773" y="638514"/>
                </a:lnTo>
                <a:moveTo>
                  <a:pt x="1401319" y="798665"/>
                </a:moveTo>
                <a:lnTo>
                  <a:pt x="1417318" y="774462"/>
                </a:lnTo>
                <a:moveTo>
                  <a:pt x="1262513" y="1111571"/>
                </a:moveTo>
                <a:lnTo>
                  <a:pt x="1309521" y="1106339"/>
                </a:lnTo>
                <a:moveTo>
                  <a:pt x="1495242" y="851183"/>
                </a:moveTo>
                <a:lnTo>
                  <a:pt x="1487540" y="856022"/>
                </a:lnTo>
                <a:moveTo>
                  <a:pt x="1356371" y="538359"/>
                </a:moveTo>
                <a:lnTo>
                  <a:pt x="1348431" y="533122"/>
                </a:lnTo>
                <a:moveTo>
                  <a:pt x="1269180" y="831724"/>
                </a:moveTo>
                <a:lnTo>
                  <a:pt x="1251770" y="770655"/>
                </a:lnTo>
                <a:moveTo>
                  <a:pt x="1856474" y="560952"/>
                </a:moveTo>
                <a:lnTo>
                  <a:pt x="1858195" y="535335"/>
                </a:lnTo>
                <a:moveTo>
                  <a:pt x="1218809" y="1100616"/>
                </a:moveTo>
                <a:lnTo>
                  <a:pt x="1237778" y="1135154"/>
                </a:lnTo>
                <a:moveTo>
                  <a:pt x="1297304" y="1040804"/>
                </a:moveTo>
                <a:lnTo>
                  <a:pt x="1293284" y="1020039"/>
                </a:lnTo>
                <a:moveTo>
                  <a:pt x="1193743" y="520400"/>
                </a:moveTo>
                <a:lnTo>
                  <a:pt x="1178625" y="482643"/>
                </a:lnTo>
                <a:moveTo>
                  <a:pt x="1212231" y="547715"/>
                </a:moveTo>
                <a:lnTo>
                  <a:pt x="1235994" y="553054"/>
                </a:lnTo>
                <a:moveTo>
                  <a:pt x="1265702" y="497296"/>
                </a:moveTo>
                <a:lnTo>
                  <a:pt x="1211300" y="468174"/>
                </a:lnTo>
                <a:moveTo>
                  <a:pt x="1386884" y="598858"/>
                </a:moveTo>
                <a:lnTo>
                  <a:pt x="1379169" y="582644"/>
                </a:lnTo>
                <a:moveTo>
                  <a:pt x="1859513" y="662199"/>
                </a:moveTo>
                <a:lnTo>
                  <a:pt x="1921920" y="627691"/>
                </a:lnTo>
                <a:moveTo>
                  <a:pt x="1297304" y="1040804"/>
                </a:moveTo>
                <a:lnTo>
                  <a:pt x="1302848" y="1053395"/>
                </a:lnTo>
                <a:moveTo>
                  <a:pt x="1757466" y="622794"/>
                </a:moveTo>
                <a:lnTo>
                  <a:pt x="1819973" y="595535"/>
                </a:lnTo>
                <a:moveTo>
                  <a:pt x="1322052" y="611588"/>
                </a:moveTo>
                <a:lnTo>
                  <a:pt x="1366781" y="619492"/>
                </a:lnTo>
                <a:moveTo>
                  <a:pt x="1071363" y="499705"/>
                </a:moveTo>
                <a:lnTo>
                  <a:pt x="1049978" y="475185"/>
                </a:lnTo>
                <a:moveTo>
                  <a:pt x="1071305" y="440782"/>
                </a:moveTo>
                <a:lnTo>
                  <a:pt x="1072968" y="406799"/>
                </a:lnTo>
                <a:moveTo>
                  <a:pt x="1089604" y="505643"/>
                </a:moveTo>
                <a:lnTo>
                  <a:pt x="1049978" y="475185"/>
                </a:lnTo>
                <a:moveTo>
                  <a:pt x="1740387" y="667059"/>
                </a:moveTo>
                <a:lnTo>
                  <a:pt x="1796789" y="641981"/>
                </a:lnTo>
                <a:moveTo>
                  <a:pt x="1924044" y="625896"/>
                </a:moveTo>
                <a:lnTo>
                  <a:pt x="1943490" y="584713"/>
                </a:lnTo>
                <a:moveTo>
                  <a:pt x="1261603" y="919522"/>
                </a:moveTo>
                <a:lnTo>
                  <a:pt x="1273821" y="890507"/>
                </a:lnTo>
                <a:moveTo>
                  <a:pt x="1207767" y="960641"/>
                </a:moveTo>
                <a:lnTo>
                  <a:pt x="1210626" y="967133"/>
                </a:lnTo>
                <a:moveTo>
                  <a:pt x="1534525" y="755385"/>
                </a:moveTo>
                <a:lnTo>
                  <a:pt x="1541609" y="765069"/>
                </a:lnTo>
                <a:moveTo>
                  <a:pt x="1534525" y="755385"/>
                </a:moveTo>
                <a:lnTo>
                  <a:pt x="1544481" y="713664"/>
                </a:lnTo>
                <a:moveTo>
                  <a:pt x="1393890" y="598672"/>
                </a:moveTo>
                <a:lnTo>
                  <a:pt x="1434879" y="576783"/>
                </a:lnTo>
                <a:moveTo>
                  <a:pt x="1283916" y="584072"/>
                </a:moveTo>
                <a:lnTo>
                  <a:pt x="1262960" y="596418"/>
                </a:lnTo>
                <a:moveTo>
                  <a:pt x="1455803" y="686590"/>
                </a:moveTo>
                <a:lnTo>
                  <a:pt x="1448119" y="681616"/>
                </a:lnTo>
                <a:moveTo>
                  <a:pt x="1448689" y="673288"/>
                </a:moveTo>
                <a:lnTo>
                  <a:pt x="1448119" y="681616"/>
                </a:lnTo>
                <a:moveTo>
                  <a:pt x="1307613" y="990179"/>
                </a:moveTo>
                <a:lnTo>
                  <a:pt x="1285791" y="995775"/>
                </a:lnTo>
                <a:moveTo>
                  <a:pt x="1309521" y="1106339"/>
                </a:moveTo>
                <a:lnTo>
                  <a:pt x="1297304" y="1040804"/>
                </a:lnTo>
                <a:moveTo>
                  <a:pt x="1495242" y="851183"/>
                </a:moveTo>
                <a:lnTo>
                  <a:pt x="1473706" y="865252"/>
                </a:lnTo>
                <a:moveTo>
                  <a:pt x="1049978" y="475185"/>
                </a:moveTo>
                <a:lnTo>
                  <a:pt x="1035341" y="433545"/>
                </a:lnTo>
                <a:moveTo>
                  <a:pt x="1451695" y="570777"/>
                </a:moveTo>
                <a:lnTo>
                  <a:pt x="1491853" y="589666"/>
                </a:lnTo>
                <a:moveTo>
                  <a:pt x="1217016" y="488435"/>
                </a:moveTo>
                <a:lnTo>
                  <a:pt x="1211300" y="468174"/>
                </a:lnTo>
                <a:moveTo>
                  <a:pt x="1461765" y="729115"/>
                </a:moveTo>
                <a:lnTo>
                  <a:pt x="1448119" y="681616"/>
                </a:lnTo>
                <a:moveTo>
                  <a:pt x="1218809" y="1100616"/>
                </a:moveTo>
                <a:lnTo>
                  <a:pt x="1204425" y="1093412"/>
                </a:lnTo>
                <a:moveTo>
                  <a:pt x="1312601" y="520760"/>
                </a:moveTo>
                <a:lnTo>
                  <a:pt x="1348431" y="533122"/>
                </a:lnTo>
                <a:moveTo>
                  <a:pt x="1393890" y="598672"/>
                </a:moveTo>
                <a:lnTo>
                  <a:pt x="1379169" y="582644"/>
                </a:lnTo>
                <a:moveTo>
                  <a:pt x="1776689" y="586837"/>
                </a:moveTo>
                <a:lnTo>
                  <a:pt x="1819973" y="595535"/>
                </a:lnTo>
                <a:moveTo>
                  <a:pt x="1398791" y="813730"/>
                </a:moveTo>
                <a:lnTo>
                  <a:pt x="1417318" y="774462"/>
                </a:lnTo>
                <a:moveTo>
                  <a:pt x="1785156" y="684301"/>
                </a:moveTo>
                <a:lnTo>
                  <a:pt x="1840221" y="679766"/>
                </a:lnTo>
                <a:moveTo>
                  <a:pt x="1850074" y="546619"/>
                </a:moveTo>
                <a:lnTo>
                  <a:pt x="1824026" y="586985"/>
                </a:lnTo>
                <a:moveTo>
                  <a:pt x="1339716" y="839763"/>
                </a:moveTo>
                <a:lnTo>
                  <a:pt x="1358019" y="813121"/>
                </a:lnTo>
                <a:moveTo>
                  <a:pt x="1342066" y="840454"/>
                </a:moveTo>
                <a:lnTo>
                  <a:pt x="1358019" y="813121"/>
                </a:lnTo>
                <a:moveTo>
                  <a:pt x="1451695" y="570777"/>
                </a:moveTo>
                <a:lnTo>
                  <a:pt x="1449757" y="563621"/>
                </a:lnTo>
                <a:moveTo>
                  <a:pt x="1256440" y="874440"/>
                </a:moveTo>
                <a:lnTo>
                  <a:pt x="1231163" y="812070"/>
                </a:lnTo>
                <a:moveTo>
                  <a:pt x="1386884" y="598858"/>
                </a:moveTo>
                <a:lnTo>
                  <a:pt x="1366781" y="619492"/>
                </a:lnTo>
                <a:moveTo>
                  <a:pt x="1924044" y="625896"/>
                </a:moveTo>
                <a:lnTo>
                  <a:pt x="1940421" y="580815"/>
                </a:lnTo>
                <a:moveTo>
                  <a:pt x="1425374" y="636148"/>
                </a:moveTo>
                <a:lnTo>
                  <a:pt x="1366781" y="619492"/>
                </a:lnTo>
                <a:moveTo>
                  <a:pt x="1417318" y="774462"/>
                </a:moveTo>
                <a:lnTo>
                  <a:pt x="1461765" y="729115"/>
                </a:lnTo>
                <a:moveTo>
                  <a:pt x="1251770" y="770655"/>
                </a:moveTo>
                <a:lnTo>
                  <a:pt x="1291534" y="793330"/>
                </a:lnTo>
                <a:moveTo>
                  <a:pt x="1283916" y="584072"/>
                </a:moveTo>
                <a:lnTo>
                  <a:pt x="1227699" y="560350"/>
                </a:lnTo>
                <a:moveTo>
                  <a:pt x="1207767" y="960641"/>
                </a:moveTo>
                <a:lnTo>
                  <a:pt x="1221248" y="952408"/>
                </a:lnTo>
                <a:moveTo>
                  <a:pt x="1071305" y="440782"/>
                </a:moveTo>
                <a:lnTo>
                  <a:pt x="1108294" y="460803"/>
                </a:lnTo>
                <a:moveTo>
                  <a:pt x="1420772" y="881754"/>
                </a:moveTo>
                <a:lnTo>
                  <a:pt x="1429202" y="879692"/>
                </a:lnTo>
                <a:moveTo>
                  <a:pt x="1408420" y="555276"/>
                </a:moveTo>
                <a:lnTo>
                  <a:pt x="1449757" y="563621"/>
                </a:lnTo>
                <a:moveTo>
                  <a:pt x="1923410" y="625056"/>
                </a:moveTo>
                <a:lnTo>
                  <a:pt x="1940421" y="580815"/>
                </a:lnTo>
                <a:moveTo>
                  <a:pt x="1261603" y="919522"/>
                </a:moveTo>
                <a:lnTo>
                  <a:pt x="1264590" y="936289"/>
                </a:lnTo>
                <a:moveTo>
                  <a:pt x="1159269" y="990409"/>
                </a:moveTo>
                <a:lnTo>
                  <a:pt x="1166567" y="1007450"/>
                </a:lnTo>
                <a:moveTo>
                  <a:pt x="1326523" y="971160"/>
                </a:moveTo>
                <a:lnTo>
                  <a:pt x="1341178" y="955355"/>
                </a:lnTo>
                <a:moveTo>
                  <a:pt x="1265702" y="497296"/>
                </a:moveTo>
                <a:lnTo>
                  <a:pt x="1309857" y="506910"/>
                </a:lnTo>
                <a:moveTo>
                  <a:pt x="1379196" y="907113"/>
                </a:moveTo>
                <a:lnTo>
                  <a:pt x="1370752" y="918733"/>
                </a:lnTo>
                <a:moveTo>
                  <a:pt x="1390677" y="812405"/>
                </a:moveTo>
                <a:lnTo>
                  <a:pt x="1401319" y="798665"/>
                </a:lnTo>
                <a:moveTo>
                  <a:pt x="1268181" y="557487"/>
                </a:moveTo>
                <a:lnTo>
                  <a:pt x="1227699" y="560350"/>
                </a:lnTo>
                <a:moveTo>
                  <a:pt x="1816743" y="692878"/>
                </a:moveTo>
                <a:lnTo>
                  <a:pt x="1840221" y="679766"/>
                </a:lnTo>
                <a:moveTo>
                  <a:pt x="1297906" y="1035748"/>
                </a:moveTo>
                <a:lnTo>
                  <a:pt x="1285791" y="995775"/>
                </a:lnTo>
                <a:moveTo>
                  <a:pt x="1776689" y="586837"/>
                </a:moveTo>
                <a:lnTo>
                  <a:pt x="1808931" y="589482"/>
                </a:lnTo>
                <a:moveTo>
                  <a:pt x="1525492" y="807750"/>
                </a:moveTo>
                <a:lnTo>
                  <a:pt x="1534525" y="755385"/>
                </a:lnTo>
                <a:moveTo>
                  <a:pt x="1297906" y="1035748"/>
                </a:moveTo>
                <a:lnTo>
                  <a:pt x="1293284" y="1020039"/>
                </a:lnTo>
                <a:moveTo>
                  <a:pt x="1808931" y="589482"/>
                </a:moveTo>
                <a:lnTo>
                  <a:pt x="1850074" y="546619"/>
                </a:lnTo>
                <a:moveTo>
                  <a:pt x="1483558" y="630794"/>
                </a:moveTo>
                <a:lnTo>
                  <a:pt x="1491853" y="589666"/>
                </a:lnTo>
                <a:moveTo>
                  <a:pt x="1089604" y="505643"/>
                </a:moveTo>
                <a:lnTo>
                  <a:pt x="1071305" y="440782"/>
                </a:lnTo>
                <a:moveTo>
                  <a:pt x="1513743" y="691410"/>
                </a:moveTo>
                <a:lnTo>
                  <a:pt x="1544481" y="713664"/>
                </a:lnTo>
                <a:moveTo>
                  <a:pt x="1921920" y="627691"/>
                </a:moveTo>
                <a:lnTo>
                  <a:pt x="1924044" y="625896"/>
                </a:lnTo>
                <a:moveTo>
                  <a:pt x="1282478" y="1084265"/>
                </a:moveTo>
                <a:lnTo>
                  <a:pt x="1309521" y="1106339"/>
                </a:lnTo>
                <a:moveTo>
                  <a:pt x="1212231" y="547715"/>
                </a:moveTo>
                <a:lnTo>
                  <a:pt x="1258164" y="519720"/>
                </a:lnTo>
                <a:moveTo>
                  <a:pt x="1923410" y="625056"/>
                </a:moveTo>
                <a:lnTo>
                  <a:pt x="1924044" y="625896"/>
                </a:lnTo>
                <a:moveTo>
                  <a:pt x="1393890" y="598672"/>
                </a:moveTo>
                <a:lnTo>
                  <a:pt x="1366781" y="619492"/>
                </a:lnTo>
                <a:moveTo>
                  <a:pt x="1398791" y="813730"/>
                </a:moveTo>
                <a:lnTo>
                  <a:pt x="1401319" y="798665"/>
                </a:lnTo>
                <a:moveTo>
                  <a:pt x="1923410" y="625056"/>
                </a:moveTo>
                <a:lnTo>
                  <a:pt x="1921920" y="627691"/>
                </a:lnTo>
                <a:moveTo>
                  <a:pt x="1462368" y="676527"/>
                </a:moveTo>
                <a:lnTo>
                  <a:pt x="1521994" y="650298"/>
                </a:lnTo>
                <a:moveTo>
                  <a:pt x="1312601" y="520760"/>
                </a:moveTo>
                <a:lnTo>
                  <a:pt x="1309857" y="506910"/>
                </a:lnTo>
                <a:moveTo>
                  <a:pt x="1231163" y="812070"/>
                </a:moveTo>
                <a:lnTo>
                  <a:pt x="1251770" y="770655"/>
                </a:lnTo>
                <a:moveTo>
                  <a:pt x="1740387" y="667059"/>
                </a:moveTo>
                <a:lnTo>
                  <a:pt x="1757466" y="622794"/>
                </a:lnTo>
                <a:moveTo>
                  <a:pt x="1816743" y="692878"/>
                </a:moveTo>
                <a:lnTo>
                  <a:pt x="1785156" y="684301"/>
                </a:lnTo>
                <a:moveTo>
                  <a:pt x="1884001" y="657803"/>
                </a:moveTo>
                <a:lnTo>
                  <a:pt x="1859513" y="662199"/>
                </a:lnTo>
                <a:moveTo>
                  <a:pt x="1757466" y="622794"/>
                </a:moveTo>
                <a:lnTo>
                  <a:pt x="1776689" y="586837"/>
                </a:lnTo>
                <a:moveTo>
                  <a:pt x="1740387" y="667059"/>
                </a:moveTo>
                <a:lnTo>
                  <a:pt x="1785156" y="684301"/>
                </a:lnTo>
                <a:moveTo>
                  <a:pt x="1035341" y="433545"/>
                </a:moveTo>
                <a:lnTo>
                  <a:pt x="1071305" y="440782"/>
                </a:lnTo>
                <a:moveTo>
                  <a:pt x="1049978" y="475185"/>
                </a:moveTo>
                <a:lnTo>
                  <a:pt x="1071305" y="440782"/>
                </a:lnTo>
                <a:moveTo>
                  <a:pt x="1483558" y="630794"/>
                </a:moveTo>
                <a:lnTo>
                  <a:pt x="1521994" y="650298"/>
                </a:lnTo>
                <a:moveTo>
                  <a:pt x="1339716" y="839763"/>
                </a:moveTo>
                <a:lnTo>
                  <a:pt x="1330495" y="818390"/>
                </a:lnTo>
                <a:moveTo>
                  <a:pt x="1193743" y="520400"/>
                </a:moveTo>
                <a:lnTo>
                  <a:pt x="1217016" y="488435"/>
                </a:lnTo>
                <a:moveTo>
                  <a:pt x="1177544" y="1082409"/>
                </a:moveTo>
                <a:lnTo>
                  <a:pt x="1204425" y="1093412"/>
                </a:lnTo>
                <a:moveTo>
                  <a:pt x="1159269" y="990409"/>
                </a:moveTo>
                <a:lnTo>
                  <a:pt x="1210626" y="967133"/>
                </a:lnTo>
                <a:moveTo>
                  <a:pt x="1258164" y="519720"/>
                </a:moveTo>
                <a:lnTo>
                  <a:pt x="1193743" y="520400"/>
                </a:lnTo>
                <a:moveTo>
                  <a:pt x="1265593" y="504317"/>
                </a:moveTo>
                <a:lnTo>
                  <a:pt x="1309857" y="506910"/>
                </a:lnTo>
                <a:moveTo>
                  <a:pt x="1501546" y="846907"/>
                </a:moveTo>
                <a:lnTo>
                  <a:pt x="1525492" y="807750"/>
                </a:lnTo>
                <a:moveTo>
                  <a:pt x="1178625" y="482643"/>
                </a:moveTo>
                <a:lnTo>
                  <a:pt x="1217016" y="488435"/>
                </a:lnTo>
                <a:moveTo>
                  <a:pt x="1451874" y="774600"/>
                </a:moveTo>
                <a:lnTo>
                  <a:pt x="1417318" y="774462"/>
                </a:lnTo>
                <a:moveTo>
                  <a:pt x="1338660" y="838920"/>
                </a:moveTo>
                <a:lnTo>
                  <a:pt x="1330495" y="818390"/>
                </a:lnTo>
                <a:moveTo>
                  <a:pt x="1243210" y="937071"/>
                </a:moveTo>
                <a:lnTo>
                  <a:pt x="1264590" y="936289"/>
                </a:lnTo>
                <a:moveTo>
                  <a:pt x="1428211" y="874620"/>
                </a:moveTo>
                <a:lnTo>
                  <a:pt x="1429202" y="879692"/>
                </a:lnTo>
                <a:moveTo>
                  <a:pt x="1858195" y="535335"/>
                </a:moveTo>
                <a:lnTo>
                  <a:pt x="1906646" y="532169"/>
                </a:lnTo>
                <a:moveTo>
                  <a:pt x="1313533" y="777883"/>
                </a:moveTo>
                <a:lnTo>
                  <a:pt x="1330495" y="818390"/>
                </a:lnTo>
                <a:moveTo>
                  <a:pt x="1906377" y="559742"/>
                </a:moveTo>
                <a:lnTo>
                  <a:pt x="1941828" y="568472"/>
                </a:lnTo>
                <a:moveTo>
                  <a:pt x="1439821" y="613183"/>
                </a:moveTo>
                <a:lnTo>
                  <a:pt x="1491853" y="589666"/>
                </a:lnTo>
                <a:moveTo>
                  <a:pt x="1390677" y="812405"/>
                </a:moveTo>
                <a:lnTo>
                  <a:pt x="1398791" y="813730"/>
                </a:lnTo>
                <a:moveTo>
                  <a:pt x="1240546" y="495104"/>
                </a:moveTo>
                <a:lnTo>
                  <a:pt x="1193743" y="520400"/>
                </a:lnTo>
                <a:moveTo>
                  <a:pt x="1447966" y="850855"/>
                </a:moveTo>
                <a:lnTo>
                  <a:pt x="1473706" y="865252"/>
                </a:lnTo>
                <a:moveTo>
                  <a:pt x="1497450" y="735394"/>
                </a:moveTo>
                <a:lnTo>
                  <a:pt x="1544481" y="713664"/>
                </a:lnTo>
                <a:moveTo>
                  <a:pt x="1408420" y="555276"/>
                </a:moveTo>
                <a:lnTo>
                  <a:pt x="1451695" y="570777"/>
                </a:lnTo>
                <a:moveTo>
                  <a:pt x="1235994" y="553054"/>
                </a:moveTo>
                <a:lnTo>
                  <a:pt x="1258164" y="519720"/>
                </a:lnTo>
                <a:moveTo>
                  <a:pt x="1428211" y="874620"/>
                </a:moveTo>
                <a:lnTo>
                  <a:pt x="1420772" y="881754"/>
                </a:lnTo>
                <a:moveTo>
                  <a:pt x="1254947" y="765410"/>
                </a:moveTo>
                <a:lnTo>
                  <a:pt x="1251770" y="770655"/>
                </a:lnTo>
                <a:moveTo>
                  <a:pt x="1513743" y="691410"/>
                </a:moveTo>
                <a:lnTo>
                  <a:pt x="1521994" y="650298"/>
                </a:lnTo>
                <a:moveTo>
                  <a:pt x="1268181" y="557487"/>
                </a:moveTo>
                <a:lnTo>
                  <a:pt x="1235994" y="553054"/>
                </a:lnTo>
                <a:moveTo>
                  <a:pt x="1338636" y="582859"/>
                </a:moveTo>
                <a:lnTo>
                  <a:pt x="1322052" y="611588"/>
                </a:lnTo>
                <a:moveTo>
                  <a:pt x="1322052" y="611588"/>
                </a:moveTo>
                <a:lnTo>
                  <a:pt x="1386884" y="598858"/>
                </a:lnTo>
                <a:moveTo>
                  <a:pt x="1520036" y="798725"/>
                </a:moveTo>
                <a:lnTo>
                  <a:pt x="1525492" y="807750"/>
                </a:lnTo>
                <a:moveTo>
                  <a:pt x="1808931" y="589482"/>
                </a:moveTo>
                <a:lnTo>
                  <a:pt x="1848493" y="541935"/>
                </a:lnTo>
                <a:moveTo>
                  <a:pt x="1150366" y="1034671"/>
                </a:moveTo>
                <a:lnTo>
                  <a:pt x="1166567" y="1007450"/>
                </a:lnTo>
                <a:moveTo>
                  <a:pt x="1455803" y="686590"/>
                </a:moveTo>
                <a:lnTo>
                  <a:pt x="1448689" y="673288"/>
                </a:lnTo>
                <a:moveTo>
                  <a:pt x="1856690" y="544256"/>
                </a:moveTo>
                <a:lnTo>
                  <a:pt x="1906646" y="532169"/>
                </a:lnTo>
                <a:moveTo>
                  <a:pt x="1283916" y="584072"/>
                </a:moveTo>
                <a:lnTo>
                  <a:pt x="1322052" y="611588"/>
                </a:lnTo>
                <a:moveTo>
                  <a:pt x="1338636" y="582859"/>
                </a:moveTo>
                <a:lnTo>
                  <a:pt x="1356371" y="538359"/>
                </a:lnTo>
                <a:moveTo>
                  <a:pt x="1386884" y="598858"/>
                </a:moveTo>
                <a:lnTo>
                  <a:pt x="1356371" y="538359"/>
                </a:lnTo>
                <a:moveTo>
                  <a:pt x="1257046" y="895916"/>
                </a:moveTo>
                <a:lnTo>
                  <a:pt x="1256440" y="874440"/>
                </a:lnTo>
                <a:moveTo>
                  <a:pt x="1461765" y="729115"/>
                </a:moveTo>
                <a:lnTo>
                  <a:pt x="1455803" y="686590"/>
                </a:lnTo>
                <a:moveTo>
                  <a:pt x="1341178" y="955355"/>
                </a:moveTo>
                <a:lnTo>
                  <a:pt x="1379196" y="907113"/>
                </a:lnTo>
                <a:moveTo>
                  <a:pt x="1788268" y="693349"/>
                </a:moveTo>
                <a:lnTo>
                  <a:pt x="1785156" y="684301"/>
                </a:lnTo>
                <a:moveTo>
                  <a:pt x="1344405" y="947651"/>
                </a:moveTo>
                <a:lnTo>
                  <a:pt x="1341178" y="955355"/>
                </a:lnTo>
                <a:moveTo>
                  <a:pt x="1307613" y="990179"/>
                </a:moveTo>
                <a:lnTo>
                  <a:pt x="1326523" y="971160"/>
                </a:lnTo>
                <a:moveTo>
                  <a:pt x="1442345" y="820249"/>
                </a:moveTo>
                <a:lnTo>
                  <a:pt x="1417318" y="774462"/>
                </a:lnTo>
                <a:moveTo>
                  <a:pt x="1177544" y="1082409"/>
                </a:moveTo>
                <a:lnTo>
                  <a:pt x="1166261" y="1065981"/>
                </a:lnTo>
                <a:moveTo>
                  <a:pt x="1455803" y="686590"/>
                </a:moveTo>
                <a:lnTo>
                  <a:pt x="1462368" y="676527"/>
                </a:lnTo>
                <a:moveTo>
                  <a:pt x="1261603" y="919522"/>
                </a:moveTo>
                <a:lnTo>
                  <a:pt x="1256440" y="874440"/>
                </a:lnTo>
                <a:moveTo>
                  <a:pt x="1428211" y="874620"/>
                </a:moveTo>
                <a:lnTo>
                  <a:pt x="1398791" y="813730"/>
                </a:lnTo>
                <a:moveTo>
                  <a:pt x="1906377" y="559742"/>
                </a:moveTo>
                <a:lnTo>
                  <a:pt x="1906646" y="532169"/>
                </a:lnTo>
                <a:moveTo>
                  <a:pt x="1312601" y="520760"/>
                </a:moveTo>
                <a:lnTo>
                  <a:pt x="1356371" y="538359"/>
                </a:lnTo>
                <a:moveTo>
                  <a:pt x="1448689" y="673288"/>
                </a:moveTo>
                <a:lnTo>
                  <a:pt x="1462368" y="676527"/>
                </a:lnTo>
                <a:moveTo>
                  <a:pt x="1448689" y="673288"/>
                </a:moveTo>
                <a:lnTo>
                  <a:pt x="1425374" y="636148"/>
                </a:lnTo>
                <a:moveTo>
                  <a:pt x="1237438" y="858701"/>
                </a:moveTo>
                <a:lnTo>
                  <a:pt x="1256440" y="874440"/>
                </a:lnTo>
                <a:moveTo>
                  <a:pt x="1906377" y="559742"/>
                </a:moveTo>
                <a:lnTo>
                  <a:pt x="1940421" y="580815"/>
                </a:lnTo>
                <a:moveTo>
                  <a:pt x="1218809" y="1100616"/>
                </a:moveTo>
                <a:lnTo>
                  <a:pt x="1262513" y="1111571"/>
                </a:lnTo>
                <a:moveTo>
                  <a:pt x="1856506" y="681313"/>
                </a:moveTo>
                <a:lnTo>
                  <a:pt x="1859513" y="662199"/>
                </a:lnTo>
                <a:moveTo>
                  <a:pt x="1850074" y="546619"/>
                </a:moveTo>
                <a:lnTo>
                  <a:pt x="1858195" y="535335"/>
                </a:lnTo>
                <a:moveTo>
                  <a:pt x="1313533" y="777883"/>
                </a:moveTo>
                <a:lnTo>
                  <a:pt x="1291534" y="793330"/>
                </a:lnTo>
                <a:moveTo>
                  <a:pt x="1222196" y="801899"/>
                </a:moveTo>
                <a:lnTo>
                  <a:pt x="1231163" y="812070"/>
                </a:lnTo>
                <a:moveTo>
                  <a:pt x="1338636" y="582859"/>
                </a:moveTo>
                <a:lnTo>
                  <a:pt x="1386884" y="598858"/>
                </a:lnTo>
                <a:moveTo>
                  <a:pt x="1379196" y="907113"/>
                </a:moveTo>
                <a:lnTo>
                  <a:pt x="1420772" y="881754"/>
                </a:lnTo>
                <a:moveTo>
                  <a:pt x="1217016" y="488435"/>
                </a:moveTo>
                <a:lnTo>
                  <a:pt x="1265702" y="497296"/>
                </a:lnTo>
                <a:moveTo>
                  <a:pt x="1520036" y="798725"/>
                </a:moveTo>
                <a:lnTo>
                  <a:pt x="1534525" y="755385"/>
                </a:lnTo>
                <a:moveTo>
                  <a:pt x="1150366" y="1034671"/>
                </a:moveTo>
                <a:lnTo>
                  <a:pt x="1166261" y="1065981"/>
                </a:lnTo>
                <a:moveTo>
                  <a:pt x="1282478" y="1084265"/>
                </a:moveTo>
                <a:lnTo>
                  <a:pt x="1262513" y="1111571"/>
                </a:lnTo>
                <a:moveTo>
                  <a:pt x="1159269" y="990409"/>
                </a:moveTo>
                <a:lnTo>
                  <a:pt x="1207767" y="960641"/>
                </a:lnTo>
                <a:moveTo>
                  <a:pt x="1788268" y="693349"/>
                </a:moveTo>
                <a:lnTo>
                  <a:pt x="1816743" y="692878"/>
                </a:lnTo>
                <a:moveTo>
                  <a:pt x="1462368" y="676527"/>
                </a:moveTo>
                <a:lnTo>
                  <a:pt x="1425374" y="636148"/>
                </a:lnTo>
                <a:moveTo>
                  <a:pt x="1150366" y="1034671"/>
                </a:moveTo>
                <a:lnTo>
                  <a:pt x="1158881" y="1053928"/>
                </a:lnTo>
                <a:moveTo>
                  <a:pt x="1265593" y="504317"/>
                </a:moveTo>
                <a:lnTo>
                  <a:pt x="1265702" y="497296"/>
                </a:lnTo>
                <a:moveTo>
                  <a:pt x="1884001" y="657803"/>
                </a:moveTo>
                <a:lnTo>
                  <a:pt x="1921920" y="627691"/>
                </a:lnTo>
                <a:moveTo>
                  <a:pt x="1237438" y="858701"/>
                </a:moveTo>
                <a:lnTo>
                  <a:pt x="1231163" y="812070"/>
                </a:lnTo>
                <a:moveTo>
                  <a:pt x="1283916" y="584072"/>
                </a:moveTo>
                <a:lnTo>
                  <a:pt x="1338636" y="582859"/>
                </a:lnTo>
                <a:moveTo>
                  <a:pt x="1884001" y="657803"/>
                </a:moveTo>
                <a:lnTo>
                  <a:pt x="1923410" y="625056"/>
                </a:lnTo>
                <a:moveTo>
                  <a:pt x="1701607" y="647677"/>
                </a:moveTo>
                <a:lnTo>
                  <a:pt x="1757466" y="622794"/>
                </a:lnTo>
                <a:moveTo>
                  <a:pt x="1228859" y="838805"/>
                </a:moveTo>
                <a:lnTo>
                  <a:pt x="1231163" y="812070"/>
                </a:lnTo>
                <a:moveTo>
                  <a:pt x="1462368" y="676527"/>
                </a:moveTo>
                <a:lnTo>
                  <a:pt x="1483558" y="630794"/>
                </a:lnTo>
                <a:moveTo>
                  <a:pt x="1344405" y="947651"/>
                </a:moveTo>
                <a:lnTo>
                  <a:pt x="1326523" y="971160"/>
                </a:lnTo>
                <a:moveTo>
                  <a:pt x="1439821" y="613183"/>
                </a:moveTo>
                <a:lnTo>
                  <a:pt x="1451695" y="570777"/>
                </a:lnTo>
                <a:moveTo>
                  <a:pt x="1495242" y="851183"/>
                </a:moveTo>
                <a:lnTo>
                  <a:pt x="1501546" y="846907"/>
                </a:lnTo>
                <a:moveTo>
                  <a:pt x="1393890" y="598672"/>
                </a:moveTo>
                <a:lnTo>
                  <a:pt x="1408420" y="555276"/>
                </a:lnTo>
                <a:moveTo>
                  <a:pt x="1734004" y="605681"/>
                </a:moveTo>
                <a:lnTo>
                  <a:pt x="1757466" y="622794"/>
                </a:lnTo>
                <a:moveTo>
                  <a:pt x="1240546" y="495104"/>
                </a:moveTo>
                <a:lnTo>
                  <a:pt x="1265702" y="497296"/>
                </a:lnTo>
                <a:moveTo>
                  <a:pt x="1848493" y="541935"/>
                </a:moveTo>
                <a:lnTo>
                  <a:pt x="1850074" y="546619"/>
                </a:lnTo>
                <a:moveTo>
                  <a:pt x="1222196" y="801899"/>
                </a:moveTo>
                <a:lnTo>
                  <a:pt x="1251770" y="770655"/>
                </a:lnTo>
                <a:moveTo>
                  <a:pt x="1161971" y="987775"/>
                </a:moveTo>
                <a:lnTo>
                  <a:pt x="1207767" y="960641"/>
                </a:lnTo>
                <a:moveTo>
                  <a:pt x="1730231" y="708852"/>
                </a:moveTo>
                <a:lnTo>
                  <a:pt x="1785156" y="684301"/>
                </a:lnTo>
                <a:moveTo>
                  <a:pt x="1296329" y="564737"/>
                </a:moveTo>
                <a:lnTo>
                  <a:pt x="1356371" y="538359"/>
                </a:lnTo>
                <a:moveTo>
                  <a:pt x="1243210" y="937071"/>
                </a:moveTo>
                <a:lnTo>
                  <a:pt x="1221248" y="952408"/>
                </a:lnTo>
                <a:moveTo>
                  <a:pt x="1439821" y="613183"/>
                </a:moveTo>
                <a:lnTo>
                  <a:pt x="1408420" y="555276"/>
                </a:lnTo>
                <a:moveTo>
                  <a:pt x="1501546" y="846907"/>
                </a:moveTo>
                <a:lnTo>
                  <a:pt x="1520036" y="798725"/>
                </a:lnTo>
                <a:moveTo>
                  <a:pt x="1222196" y="801899"/>
                </a:moveTo>
                <a:lnTo>
                  <a:pt x="1254947" y="765410"/>
                </a:lnTo>
                <a:moveTo>
                  <a:pt x="1283916" y="584072"/>
                </a:moveTo>
                <a:lnTo>
                  <a:pt x="1268181" y="557487"/>
                </a:lnTo>
                <a:moveTo>
                  <a:pt x="1341178" y="955355"/>
                </a:moveTo>
                <a:lnTo>
                  <a:pt x="1357372" y="929387"/>
                </a:lnTo>
                <a:moveTo>
                  <a:pt x="1265593" y="504317"/>
                </a:moveTo>
                <a:lnTo>
                  <a:pt x="1312601" y="520760"/>
                </a:lnTo>
                <a:moveTo>
                  <a:pt x="1499931" y="844071"/>
                </a:moveTo>
                <a:lnTo>
                  <a:pt x="1501546" y="846907"/>
                </a:lnTo>
                <a:moveTo>
                  <a:pt x="1342066" y="840454"/>
                </a:moveTo>
                <a:lnTo>
                  <a:pt x="1390677" y="812405"/>
                </a:lnTo>
                <a:moveTo>
                  <a:pt x="1282478" y="1084265"/>
                </a:moveTo>
                <a:lnTo>
                  <a:pt x="1297304" y="1040804"/>
                </a:lnTo>
                <a:moveTo>
                  <a:pt x="1258164" y="519720"/>
                </a:moveTo>
                <a:lnTo>
                  <a:pt x="1265593" y="504317"/>
                </a:lnTo>
                <a:moveTo>
                  <a:pt x="1268181" y="557487"/>
                </a:moveTo>
                <a:lnTo>
                  <a:pt x="1258164" y="519720"/>
                </a:lnTo>
                <a:moveTo>
                  <a:pt x="1462368" y="676527"/>
                </a:moveTo>
                <a:lnTo>
                  <a:pt x="1513743" y="691410"/>
                </a:lnTo>
                <a:moveTo>
                  <a:pt x="1393890" y="598672"/>
                </a:moveTo>
                <a:lnTo>
                  <a:pt x="1386884" y="598858"/>
                </a:lnTo>
                <a:moveTo>
                  <a:pt x="1425374" y="636148"/>
                </a:moveTo>
                <a:lnTo>
                  <a:pt x="1393890" y="598672"/>
                </a:lnTo>
                <a:moveTo>
                  <a:pt x="1856506" y="681313"/>
                </a:moveTo>
                <a:lnTo>
                  <a:pt x="1840221" y="679766"/>
                </a:lnTo>
                <a:moveTo>
                  <a:pt x="1429202" y="879692"/>
                </a:moveTo>
                <a:lnTo>
                  <a:pt x="1447966" y="850855"/>
                </a:lnTo>
                <a:moveTo>
                  <a:pt x="1451874" y="774600"/>
                </a:moveTo>
                <a:lnTo>
                  <a:pt x="1461765" y="729115"/>
                </a:lnTo>
                <a:moveTo>
                  <a:pt x="1701607" y="647677"/>
                </a:moveTo>
                <a:lnTo>
                  <a:pt x="1740387" y="667059"/>
                </a:lnTo>
                <a:moveTo>
                  <a:pt x="1721239" y="610821"/>
                </a:moveTo>
                <a:lnTo>
                  <a:pt x="1757466" y="622794"/>
                </a:lnTo>
                <a:moveTo>
                  <a:pt x="1240546" y="495104"/>
                </a:moveTo>
                <a:lnTo>
                  <a:pt x="1217016" y="488435"/>
                </a:lnTo>
                <a:moveTo>
                  <a:pt x="1258164" y="519720"/>
                </a:moveTo>
                <a:lnTo>
                  <a:pt x="1240546" y="495104"/>
                </a:lnTo>
                <a:moveTo>
                  <a:pt x="1497450" y="735394"/>
                </a:moveTo>
                <a:lnTo>
                  <a:pt x="1534525" y="755385"/>
                </a:lnTo>
                <a:moveTo>
                  <a:pt x="1813471" y="576104"/>
                </a:moveTo>
                <a:lnTo>
                  <a:pt x="1808931" y="589482"/>
                </a:lnTo>
                <a:moveTo>
                  <a:pt x="1499931" y="844071"/>
                </a:moveTo>
                <a:lnTo>
                  <a:pt x="1495242" y="851183"/>
                </a:lnTo>
                <a:moveTo>
                  <a:pt x="1379196" y="907113"/>
                </a:moveTo>
                <a:lnTo>
                  <a:pt x="1428211" y="874620"/>
                </a:lnTo>
                <a:moveTo>
                  <a:pt x="1389282" y="855292"/>
                </a:moveTo>
                <a:lnTo>
                  <a:pt x="1390677" y="812405"/>
                </a:lnTo>
                <a:moveTo>
                  <a:pt x="1296329" y="564737"/>
                </a:moveTo>
                <a:lnTo>
                  <a:pt x="1338636" y="582859"/>
                </a:lnTo>
                <a:moveTo>
                  <a:pt x="1462368" y="676527"/>
                </a:moveTo>
                <a:lnTo>
                  <a:pt x="1439821" y="613183"/>
                </a:lnTo>
                <a:moveTo>
                  <a:pt x="1425374" y="636148"/>
                </a:moveTo>
                <a:lnTo>
                  <a:pt x="1439821" y="613183"/>
                </a:lnTo>
                <a:moveTo>
                  <a:pt x="1734004" y="605681"/>
                </a:moveTo>
                <a:lnTo>
                  <a:pt x="1776689" y="586837"/>
                </a:lnTo>
                <a:moveTo>
                  <a:pt x="1240546" y="495104"/>
                </a:moveTo>
                <a:lnTo>
                  <a:pt x="1265593" y="504317"/>
                </a:lnTo>
                <a:moveTo>
                  <a:pt x="1848493" y="541935"/>
                </a:moveTo>
                <a:lnTo>
                  <a:pt x="1858195" y="535335"/>
                </a:lnTo>
                <a:moveTo>
                  <a:pt x="1297906" y="1035748"/>
                </a:moveTo>
                <a:lnTo>
                  <a:pt x="1297304" y="1040804"/>
                </a:lnTo>
                <a:moveTo>
                  <a:pt x="1730231" y="708852"/>
                </a:moveTo>
                <a:lnTo>
                  <a:pt x="1740387" y="667059"/>
                </a:lnTo>
                <a:moveTo>
                  <a:pt x="1497450" y="735394"/>
                </a:moveTo>
                <a:lnTo>
                  <a:pt x="1455803" y="686590"/>
                </a:lnTo>
                <a:moveTo>
                  <a:pt x="1313453" y="777630"/>
                </a:moveTo>
                <a:lnTo>
                  <a:pt x="1251770" y="770655"/>
                </a:lnTo>
                <a:moveTo>
                  <a:pt x="1313533" y="777883"/>
                </a:moveTo>
                <a:lnTo>
                  <a:pt x="1251770" y="770655"/>
                </a:lnTo>
                <a:moveTo>
                  <a:pt x="1164844" y="988418"/>
                </a:moveTo>
                <a:lnTo>
                  <a:pt x="1207767" y="960641"/>
                </a:lnTo>
                <a:moveTo>
                  <a:pt x="1439821" y="613183"/>
                </a:moveTo>
                <a:lnTo>
                  <a:pt x="1483558" y="630794"/>
                </a:lnTo>
                <a:moveTo>
                  <a:pt x="1207767" y="960641"/>
                </a:moveTo>
                <a:lnTo>
                  <a:pt x="1243210" y="937071"/>
                </a:lnTo>
                <a:moveTo>
                  <a:pt x="1856690" y="544256"/>
                </a:moveTo>
                <a:lnTo>
                  <a:pt x="1858195" y="535335"/>
                </a:lnTo>
                <a:moveTo>
                  <a:pt x="1499931" y="844071"/>
                </a:moveTo>
                <a:lnTo>
                  <a:pt x="1520036" y="798725"/>
                </a:lnTo>
                <a:moveTo>
                  <a:pt x="1283916" y="584072"/>
                </a:moveTo>
                <a:lnTo>
                  <a:pt x="1296329" y="564737"/>
                </a:lnTo>
                <a:moveTo>
                  <a:pt x="1307613" y="990179"/>
                </a:moveTo>
                <a:lnTo>
                  <a:pt x="1344405" y="947651"/>
                </a:lnTo>
                <a:moveTo>
                  <a:pt x="1296329" y="564737"/>
                </a:moveTo>
                <a:lnTo>
                  <a:pt x="1312601" y="520760"/>
                </a:lnTo>
                <a:moveTo>
                  <a:pt x="1313453" y="777630"/>
                </a:moveTo>
                <a:lnTo>
                  <a:pt x="1254947" y="765410"/>
                </a:lnTo>
                <a:moveTo>
                  <a:pt x="1296329" y="564737"/>
                </a:moveTo>
                <a:lnTo>
                  <a:pt x="1258164" y="519720"/>
                </a:lnTo>
                <a:moveTo>
                  <a:pt x="1389282" y="855292"/>
                </a:moveTo>
                <a:lnTo>
                  <a:pt x="1398791" y="813730"/>
                </a:lnTo>
                <a:moveTo>
                  <a:pt x="1894428" y="602175"/>
                </a:moveTo>
                <a:lnTo>
                  <a:pt x="1940421" y="580815"/>
                </a:lnTo>
                <a:moveTo>
                  <a:pt x="1461765" y="729115"/>
                </a:moveTo>
                <a:lnTo>
                  <a:pt x="1497450" y="735394"/>
                </a:lnTo>
                <a:moveTo>
                  <a:pt x="1296329" y="564737"/>
                </a:moveTo>
                <a:lnTo>
                  <a:pt x="1265593" y="504317"/>
                </a:lnTo>
                <a:moveTo>
                  <a:pt x="1268181" y="557487"/>
                </a:moveTo>
                <a:lnTo>
                  <a:pt x="1296329" y="564737"/>
                </a:lnTo>
                <a:moveTo>
                  <a:pt x="1442345" y="820249"/>
                </a:moveTo>
                <a:lnTo>
                  <a:pt x="1398791" y="813730"/>
                </a:lnTo>
                <a:moveTo>
                  <a:pt x="1684691" y="691885"/>
                </a:moveTo>
                <a:lnTo>
                  <a:pt x="1740387" y="667059"/>
                </a:lnTo>
                <a:moveTo>
                  <a:pt x="1297906" y="1035748"/>
                </a:moveTo>
                <a:lnTo>
                  <a:pt x="1307613" y="990179"/>
                </a:lnTo>
                <a:moveTo>
                  <a:pt x="1497450" y="735394"/>
                </a:moveTo>
                <a:lnTo>
                  <a:pt x="1462368" y="676527"/>
                </a:lnTo>
                <a:moveTo>
                  <a:pt x="1480299" y="779685"/>
                </a:moveTo>
                <a:lnTo>
                  <a:pt x="1534525" y="755385"/>
                </a:lnTo>
                <a:moveTo>
                  <a:pt x="1848493" y="541935"/>
                </a:moveTo>
                <a:lnTo>
                  <a:pt x="1856690" y="544256"/>
                </a:lnTo>
                <a:moveTo>
                  <a:pt x="1254947" y="765410"/>
                </a:moveTo>
                <a:lnTo>
                  <a:pt x="1284881" y="722155"/>
                </a:lnTo>
                <a:moveTo>
                  <a:pt x="1393890" y="598672"/>
                </a:moveTo>
                <a:lnTo>
                  <a:pt x="1439821" y="613183"/>
                </a:lnTo>
                <a:moveTo>
                  <a:pt x="1389282" y="855292"/>
                </a:moveTo>
                <a:lnTo>
                  <a:pt x="1428211" y="874620"/>
                </a:lnTo>
                <a:moveTo>
                  <a:pt x="1428211" y="874620"/>
                </a:moveTo>
                <a:lnTo>
                  <a:pt x="1442345" y="820249"/>
                </a:lnTo>
                <a:moveTo>
                  <a:pt x="1227713" y="954200"/>
                </a:moveTo>
                <a:lnTo>
                  <a:pt x="1207767" y="960641"/>
                </a:lnTo>
                <a:moveTo>
                  <a:pt x="1791605" y="592459"/>
                </a:moveTo>
                <a:lnTo>
                  <a:pt x="1808931" y="589482"/>
                </a:lnTo>
                <a:moveTo>
                  <a:pt x="1261603" y="919522"/>
                </a:moveTo>
                <a:lnTo>
                  <a:pt x="1257046" y="895916"/>
                </a:lnTo>
                <a:moveTo>
                  <a:pt x="1894428" y="602175"/>
                </a:moveTo>
                <a:lnTo>
                  <a:pt x="1923410" y="625056"/>
                </a:lnTo>
                <a:moveTo>
                  <a:pt x="1480299" y="779685"/>
                </a:moveTo>
                <a:lnTo>
                  <a:pt x="1461765" y="729115"/>
                </a:lnTo>
                <a:moveTo>
                  <a:pt x="1257046" y="895916"/>
                </a:moveTo>
                <a:lnTo>
                  <a:pt x="1237438" y="858701"/>
                </a:lnTo>
                <a:moveTo>
                  <a:pt x="1856690" y="544256"/>
                </a:moveTo>
                <a:lnTo>
                  <a:pt x="1906377" y="559742"/>
                </a:lnTo>
                <a:moveTo>
                  <a:pt x="1428211" y="874620"/>
                </a:moveTo>
                <a:lnTo>
                  <a:pt x="1447966" y="850855"/>
                </a:lnTo>
                <a:moveTo>
                  <a:pt x="1730231" y="708852"/>
                </a:moveTo>
                <a:lnTo>
                  <a:pt x="1788268" y="693349"/>
                </a:lnTo>
                <a:moveTo>
                  <a:pt x="1159269" y="990409"/>
                </a:moveTo>
                <a:lnTo>
                  <a:pt x="1161971" y="987775"/>
                </a:lnTo>
                <a:moveTo>
                  <a:pt x="1228859" y="838805"/>
                </a:moveTo>
                <a:lnTo>
                  <a:pt x="1222196" y="801899"/>
                </a:lnTo>
                <a:moveTo>
                  <a:pt x="1497450" y="735394"/>
                </a:moveTo>
                <a:lnTo>
                  <a:pt x="1513743" y="691410"/>
                </a:lnTo>
                <a:moveTo>
                  <a:pt x="1159023" y="988631"/>
                </a:moveTo>
                <a:lnTo>
                  <a:pt x="1159269" y="990409"/>
                </a:lnTo>
                <a:moveTo>
                  <a:pt x="1812194" y="672168"/>
                </a:moveTo>
                <a:lnTo>
                  <a:pt x="1840221" y="679766"/>
                </a:lnTo>
                <a:moveTo>
                  <a:pt x="1237438" y="858701"/>
                </a:moveTo>
                <a:lnTo>
                  <a:pt x="1228859" y="838805"/>
                </a:lnTo>
                <a:moveTo>
                  <a:pt x="1447966" y="850855"/>
                </a:moveTo>
                <a:lnTo>
                  <a:pt x="1495242" y="851183"/>
                </a:lnTo>
                <a:moveTo>
                  <a:pt x="1276532" y="1076062"/>
                </a:moveTo>
                <a:lnTo>
                  <a:pt x="1297304" y="1040804"/>
                </a:lnTo>
                <a:moveTo>
                  <a:pt x="1157485" y="1001122"/>
                </a:moveTo>
                <a:lnTo>
                  <a:pt x="1159269" y="990409"/>
                </a:lnTo>
                <a:moveTo>
                  <a:pt x="1177544" y="1082409"/>
                </a:moveTo>
                <a:lnTo>
                  <a:pt x="1218809" y="1100616"/>
                </a:lnTo>
                <a:moveTo>
                  <a:pt x="1876635" y="646695"/>
                </a:moveTo>
                <a:lnTo>
                  <a:pt x="1923410" y="625056"/>
                </a:lnTo>
                <a:moveTo>
                  <a:pt x="1159023" y="988631"/>
                </a:moveTo>
                <a:lnTo>
                  <a:pt x="1161971" y="987775"/>
                </a:lnTo>
                <a:moveTo>
                  <a:pt x="1480299" y="779685"/>
                </a:moveTo>
                <a:lnTo>
                  <a:pt x="1520036" y="798725"/>
                </a:lnTo>
                <a:moveTo>
                  <a:pt x="1447966" y="850855"/>
                </a:moveTo>
                <a:lnTo>
                  <a:pt x="1499931" y="844071"/>
                </a:lnTo>
                <a:moveTo>
                  <a:pt x="1442345" y="820249"/>
                </a:moveTo>
                <a:lnTo>
                  <a:pt x="1451874" y="774600"/>
                </a:lnTo>
                <a:moveTo>
                  <a:pt x="1374363" y="898786"/>
                </a:moveTo>
                <a:lnTo>
                  <a:pt x="1428211" y="874620"/>
                </a:lnTo>
                <a:moveTo>
                  <a:pt x="1342066" y="840454"/>
                </a:moveTo>
                <a:lnTo>
                  <a:pt x="1339716" y="839763"/>
                </a:lnTo>
                <a:moveTo>
                  <a:pt x="1747872" y="711805"/>
                </a:moveTo>
                <a:lnTo>
                  <a:pt x="1788268" y="693349"/>
                </a:lnTo>
                <a:moveTo>
                  <a:pt x="1339665" y="841105"/>
                </a:moveTo>
                <a:lnTo>
                  <a:pt x="1339716" y="839763"/>
                </a:lnTo>
                <a:moveTo>
                  <a:pt x="1338660" y="838920"/>
                </a:moveTo>
                <a:lnTo>
                  <a:pt x="1339716" y="839763"/>
                </a:lnTo>
                <a:moveTo>
                  <a:pt x="1157485" y="1001122"/>
                </a:moveTo>
                <a:lnTo>
                  <a:pt x="1159023" y="988631"/>
                </a:lnTo>
                <a:moveTo>
                  <a:pt x="1339665" y="841105"/>
                </a:moveTo>
                <a:lnTo>
                  <a:pt x="1342066" y="840454"/>
                </a:lnTo>
                <a:moveTo>
                  <a:pt x="1357372" y="929387"/>
                </a:moveTo>
                <a:lnTo>
                  <a:pt x="1379196" y="907113"/>
                </a:lnTo>
                <a:moveTo>
                  <a:pt x="1451874" y="774600"/>
                </a:moveTo>
                <a:lnTo>
                  <a:pt x="1480299" y="779685"/>
                </a:lnTo>
                <a:moveTo>
                  <a:pt x="1344405" y="947651"/>
                </a:moveTo>
                <a:lnTo>
                  <a:pt x="1357372" y="929387"/>
                </a:lnTo>
                <a:moveTo>
                  <a:pt x="1243210" y="937071"/>
                </a:moveTo>
                <a:lnTo>
                  <a:pt x="1261603" y="919522"/>
                </a:lnTo>
                <a:moveTo>
                  <a:pt x="1809316" y="675672"/>
                </a:moveTo>
                <a:lnTo>
                  <a:pt x="1816743" y="692878"/>
                </a:lnTo>
                <a:moveTo>
                  <a:pt x="1339665" y="841105"/>
                </a:moveTo>
                <a:lnTo>
                  <a:pt x="1338660" y="838920"/>
                </a:lnTo>
                <a:moveTo>
                  <a:pt x="1791605" y="592459"/>
                </a:moveTo>
                <a:lnTo>
                  <a:pt x="1776689" y="586837"/>
                </a:lnTo>
                <a:moveTo>
                  <a:pt x="1342066" y="840454"/>
                </a:moveTo>
                <a:lnTo>
                  <a:pt x="1389282" y="855292"/>
                </a:lnTo>
                <a:moveTo>
                  <a:pt x="1307613" y="990179"/>
                </a:moveTo>
                <a:lnTo>
                  <a:pt x="1337162" y="938124"/>
                </a:lnTo>
                <a:moveTo>
                  <a:pt x="1150366" y="1034671"/>
                </a:moveTo>
                <a:lnTo>
                  <a:pt x="1159269" y="990409"/>
                </a:lnTo>
                <a:moveTo>
                  <a:pt x="1164844" y="988418"/>
                </a:moveTo>
                <a:lnTo>
                  <a:pt x="1161971" y="987775"/>
                </a:lnTo>
                <a:moveTo>
                  <a:pt x="1338660" y="838920"/>
                </a:moveTo>
                <a:lnTo>
                  <a:pt x="1313533" y="777883"/>
                </a:lnTo>
                <a:moveTo>
                  <a:pt x="1239947" y="1087730"/>
                </a:moveTo>
                <a:lnTo>
                  <a:pt x="1262513" y="1111571"/>
                </a:lnTo>
                <a:moveTo>
                  <a:pt x="1684691" y="691885"/>
                </a:moveTo>
                <a:lnTo>
                  <a:pt x="1701607" y="647677"/>
                </a:lnTo>
                <a:moveTo>
                  <a:pt x="1813471" y="576104"/>
                </a:moveTo>
                <a:lnTo>
                  <a:pt x="1848493" y="541935"/>
                </a:lnTo>
                <a:moveTo>
                  <a:pt x="1701607" y="647677"/>
                </a:moveTo>
                <a:lnTo>
                  <a:pt x="1721239" y="610821"/>
                </a:lnTo>
                <a:moveTo>
                  <a:pt x="1856506" y="681313"/>
                </a:moveTo>
                <a:lnTo>
                  <a:pt x="1884001" y="657803"/>
                </a:lnTo>
                <a:moveTo>
                  <a:pt x="1159023" y="988631"/>
                </a:moveTo>
                <a:lnTo>
                  <a:pt x="1164844" y="988418"/>
                </a:lnTo>
                <a:moveTo>
                  <a:pt x="1248298" y="748291"/>
                </a:moveTo>
                <a:lnTo>
                  <a:pt x="1254947" y="765410"/>
                </a:lnTo>
                <a:moveTo>
                  <a:pt x="1313533" y="777883"/>
                </a:moveTo>
                <a:lnTo>
                  <a:pt x="1313453" y="777630"/>
                </a:lnTo>
                <a:moveTo>
                  <a:pt x="1816743" y="692878"/>
                </a:moveTo>
                <a:lnTo>
                  <a:pt x="1812194" y="672168"/>
                </a:lnTo>
                <a:moveTo>
                  <a:pt x="1721239" y="610821"/>
                </a:moveTo>
                <a:lnTo>
                  <a:pt x="1734004" y="605681"/>
                </a:lnTo>
                <a:moveTo>
                  <a:pt x="1463863" y="823721"/>
                </a:moveTo>
                <a:lnTo>
                  <a:pt x="1520036" y="798725"/>
                </a:lnTo>
                <a:moveTo>
                  <a:pt x="1276532" y="1076062"/>
                </a:moveTo>
                <a:lnTo>
                  <a:pt x="1282478" y="1084265"/>
                </a:lnTo>
                <a:moveTo>
                  <a:pt x="1684691" y="691885"/>
                </a:moveTo>
                <a:lnTo>
                  <a:pt x="1730231" y="708852"/>
                </a:lnTo>
                <a:moveTo>
                  <a:pt x="1463863" y="823721"/>
                </a:moveTo>
                <a:lnTo>
                  <a:pt x="1499931" y="844071"/>
                </a:lnTo>
                <a:moveTo>
                  <a:pt x="1157485" y="1001122"/>
                </a:moveTo>
                <a:lnTo>
                  <a:pt x="1164844" y="988418"/>
                </a:lnTo>
                <a:moveTo>
                  <a:pt x="1846582" y="586031"/>
                </a:moveTo>
                <a:lnTo>
                  <a:pt x="1848493" y="541935"/>
                </a:lnTo>
                <a:moveTo>
                  <a:pt x="1480299" y="779685"/>
                </a:moveTo>
                <a:lnTo>
                  <a:pt x="1497450" y="735394"/>
                </a:lnTo>
                <a:moveTo>
                  <a:pt x="1313453" y="777630"/>
                </a:moveTo>
                <a:lnTo>
                  <a:pt x="1284881" y="722155"/>
                </a:lnTo>
                <a:moveTo>
                  <a:pt x="1846582" y="586031"/>
                </a:moveTo>
                <a:lnTo>
                  <a:pt x="1856690" y="544256"/>
                </a:lnTo>
                <a:moveTo>
                  <a:pt x="1374363" y="898786"/>
                </a:moveTo>
                <a:lnTo>
                  <a:pt x="1379196" y="907113"/>
                </a:lnTo>
                <a:moveTo>
                  <a:pt x="1463863" y="823721"/>
                </a:moveTo>
                <a:lnTo>
                  <a:pt x="1451874" y="774600"/>
                </a:lnTo>
                <a:moveTo>
                  <a:pt x="1276532" y="1076062"/>
                </a:moveTo>
                <a:lnTo>
                  <a:pt x="1297906" y="1035748"/>
                </a:lnTo>
                <a:moveTo>
                  <a:pt x="1747872" y="711805"/>
                </a:moveTo>
                <a:lnTo>
                  <a:pt x="1730231" y="708852"/>
                </a:lnTo>
                <a:moveTo>
                  <a:pt x="1150366" y="1034671"/>
                </a:moveTo>
                <a:lnTo>
                  <a:pt x="1157485" y="1001122"/>
                </a:lnTo>
                <a:moveTo>
                  <a:pt x="1337162" y="938124"/>
                </a:moveTo>
                <a:lnTo>
                  <a:pt x="1344405" y="947651"/>
                </a:lnTo>
                <a:moveTo>
                  <a:pt x="1447966" y="850855"/>
                </a:moveTo>
                <a:lnTo>
                  <a:pt x="1442345" y="820249"/>
                </a:lnTo>
                <a:moveTo>
                  <a:pt x="1184982" y="984898"/>
                </a:moveTo>
                <a:lnTo>
                  <a:pt x="1207767" y="960641"/>
                </a:lnTo>
                <a:moveTo>
                  <a:pt x="1894428" y="602175"/>
                </a:moveTo>
                <a:lnTo>
                  <a:pt x="1906377" y="559742"/>
                </a:lnTo>
                <a:moveTo>
                  <a:pt x="1846582" y="586031"/>
                </a:moveTo>
                <a:lnTo>
                  <a:pt x="1906377" y="559742"/>
                </a:lnTo>
                <a:moveTo>
                  <a:pt x="1809316" y="675672"/>
                </a:moveTo>
                <a:lnTo>
                  <a:pt x="1788268" y="693349"/>
                </a:lnTo>
                <a:moveTo>
                  <a:pt x="1177544" y="1082409"/>
                </a:moveTo>
                <a:lnTo>
                  <a:pt x="1150366" y="1034671"/>
                </a:lnTo>
                <a:moveTo>
                  <a:pt x="1876635" y="646695"/>
                </a:moveTo>
                <a:lnTo>
                  <a:pt x="1884001" y="657803"/>
                </a:lnTo>
                <a:moveTo>
                  <a:pt x="1374363" y="898786"/>
                </a:moveTo>
                <a:lnTo>
                  <a:pt x="1389282" y="855292"/>
                </a:lnTo>
                <a:moveTo>
                  <a:pt x="1222196" y="801899"/>
                </a:moveTo>
                <a:lnTo>
                  <a:pt x="1248298" y="748291"/>
                </a:lnTo>
                <a:moveTo>
                  <a:pt x="1239947" y="1087730"/>
                </a:moveTo>
                <a:lnTo>
                  <a:pt x="1218809" y="1100616"/>
                </a:lnTo>
                <a:moveTo>
                  <a:pt x="1442345" y="820249"/>
                </a:moveTo>
                <a:lnTo>
                  <a:pt x="1463863" y="823721"/>
                </a:lnTo>
                <a:moveTo>
                  <a:pt x="1227713" y="954200"/>
                </a:moveTo>
                <a:lnTo>
                  <a:pt x="1243210" y="937071"/>
                </a:lnTo>
                <a:moveTo>
                  <a:pt x="1374363" y="898786"/>
                </a:moveTo>
                <a:lnTo>
                  <a:pt x="1357372" y="929387"/>
                </a:lnTo>
                <a:moveTo>
                  <a:pt x="1685266" y="633674"/>
                </a:moveTo>
                <a:lnTo>
                  <a:pt x="1701607" y="647677"/>
                </a:lnTo>
                <a:moveTo>
                  <a:pt x="1447966" y="850855"/>
                </a:moveTo>
                <a:lnTo>
                  <a:pt x="1463863" y="823721"/>
                </a:lnTo>
                <a:moveTo>
                  <a:pt x="1337162" y="938124"/>
                </a:moveTo>
                <a:lnTo>
                  <a:pt x="1357372" y="929387"/>
                </a:lnTo>
                <a:moveTo>
                  <a:pt x="1734004" y="605681"/>
                </a:moveTo>
                <a:lnTo>
                  <a:pt x="1791605" y="592459"/>
                </a:lnTo>
                <a:moveTo>
                  <a:pt x="1239947" y="1087730"/>
                </a:moveTo>
                <a:lnTo>
                  <a:pt x="1282478" y="1084265"/>
                </a:lnTo>
                <a:moveTo>
                  <a:pt x="1463863" y="823721"/>
                </a:moveTo>
                <a:lnTo>
                  <a:pt x="1480299" y="779685"/>
                </a:lnTo>
                <a:moveTo>
                  <a:pt x="1725044" y="740457"/>
                </a:moveTo>
                <a:lnTo>
                  <a:pt x="1730231" y="708852"/>
                </a:lnTo>
                <a:moveTo>
                  <a:pt x="1672668" y="734344"/>
                </a:moveTo>
                <a:lnTo>
                  <a:pt x="1730231" y="708852"/>
                </a:lnTo>
                <a:moveTo>
                  <a:pt x="1297639" y="970266"/>
                </a:moveTo>
                <a:lnTo>
                  <a:pt x="1307613" y="990179"/>
                </a:lnTo>
                <a:moveTo>
                  <a:pt x="1279933" y="877828"/>
                </a:moveTo>
                <a:lnTo>
                  <a:pt x="1257046" y="895916"/>
                </a:lnTo>
                <a:moveTo>
                  <a:pt x="1292543" y="918032"/>
                </a:moveTo>
                <a:lnTo>
                  <a:pt x="1257046" y="895916"/>
                </a:lnTo>
                <a:moveTo>
                  <a:pt x="1813471" y="576104"/>
                </a:moveTo>
                <a:lnTo>
                  <a:pt x="1846582" y="586031"/>
                </a:lnTo>
                <a:moveTo>
                  <a:pt x="1292543" y="918032"/>
                </a:moveTo>
                <a:lnTo>
                  <a:pt x="1261603" y="919522"/>
                </a:lnTo>
                <a:moveTo>
                  <a:pt x="1240272" y="846982"/>
                </a:moveTo>
                <a:lnTo>
                  <a:pt x="1257046" y="895916"/>
                </a:lnTo>
                <a:moveTo>
                  <a:pt x="1672668" y="734344"/>
                </a:moveTo>
                <a:lnTo>
                  <a:pt x="1684691" y="691885"/>
                </a:lnTo>
                <a:moveTo>
                  <a:pt x="1648947" y="671419"/>
                </a:moveTo>
                <a:lnTo>
                  <a:pt x="1701607" y="647677"/>
                </a:lnTo>
                <a:moveTo>
                  <a:pt x="1685266" y="633674"/>
                </a:moveTo>
                <a:lnTo>
                  <a:pt x="1721239" y="610821"/>
                </a:lnTo>
                <a:moveTo>
                  <a:pt x="1333828" y="880031"/>
                </a:moveTo>
                <a:lnTo>
                  <a:pt x="1342066" y="840454"/>
                </a:lnTo>
                <a:moveTo>
                  <a:pt x="1876635" y="646695"/>
                </a:moveTo>
                <a:lnTo>
                  <a:pt x="1856506" y="681313"/>
                </a:lnTo>
                <a:moveTo>
                  <a:pt x="1846582" y="586031"/>
                </a:moveTo>
                <a:lnTo>
                  <a:pt x="1894428" y="602175"/>
                </a:lnTo>
                <a:moveTo>
                  <a:pt x="1247298" y="954035"/>
                </a:moveTo>
                <a:lnTo>
                  <a:pt x="1261603" y="919522"/>
                </a:lnTo>
                <a:moveTo>
                  <a:pt x="1337162" y="938124"/>
                </a:moveTo>
                <a:lnTo>
                  <a:pt x="1374363" y="898786"/>
                </a:lnTo>
                <a:moveTo>
                  <a:pt x="1248298" y="748291"/>
                </a:moveTo>
                <a:lnTo>
                  <a:pt x="1284881" y="722155"/>
                </a:lnTo>
                <a:moveTo>
                  <a:pt x="1333828" y="880031"/>
                </a:moveTo>
                <a:lnTo>
                  <a:pt x="1339665" y="841105"/>
                </a:lnTo>
                <a:moveTo>
                  <a:pt x="1240272" y="846982"/>
                </a:moveTo>
                <a:lnTo>
                  <a:pt x="1237438" y="858701"/>
                </a:lnTo>
                <a:moveTo>
                  <a:pt x="1240272" y="846982"/>
                </a:moveTo>
                <a:lnTo>
                  <a:pt x="1228859" y="838805"/>
                </a:lnTo>
                <a:moveTo>
                  <a:pt x="1747872" y="711805"/>
                </a:moveTo>
                <a:lnTo>
                  <a:pt x="1809316" y="675672"/>
                </a:lnTo>
                <a:moveTo>
                  <a:pt x="1725044" y="740457"/>
                </a:moveTo>
                <a:lnTo>
                  <a:pt x="1747872" y="711805"/>
                </a:lnTo>
                <a:moveTo>
                  <a:pt x="1333828" y="880031"/>
                </a:moveTo>
                <a:lnTo>
                  <a:pt x="1389282" y="855292"/>
                </a:lnTo>
                <a:moveTo>
                  <a:pt x="1661717" y="646918"/>
                </a:moveTo>
                <a:lnTo>
                  <a:pt x="1701607" y="647677"/>
                </a:lnTo>
                <a:moveTo>
                  <a:pt x="1226617" y="788467"/>
                </a:moveTo>
                <a:lnTo>
                  <a:pt x="1222196" y="801899"/>
                </a:lnTo>
                <a:moveTo>
                  <a:pt x="1292526" y="967964"/>
                </a:moveTo>
                <a:lnTo>
                  <a:pt x="1261603" y="919522"/>
                </a:lnTo>
                <a:moveTo>
                  <a:pt x="1791605" y="592459"/>
                </a:moveTo>
                <a:lnTo>
                  <a:pt x="1813471" y="576104"/>
                </a:lnTo>
                <a:moveTo>
                  <a:pt x="1308157" y="817802"/>
                </a:moveTo>
                <a:lnTo>
                  <a:pt x="1339665" y="841105"/>
                </a:lnTo>
                <a:moveTo>
                  <a:pt x="1308157" y="817802"/>
                </a:moveTo>
                <a:lnTo>
                  <a:pt x="1338660" y="838920"/>
                </a:lnTo>
                <a:moveTo>
                  <a:pt x="1297906" y="1035748"/>
                </a:moveTo>
                <a:lnTo>
                  <a:pt x="1297639" y="970266"/>
                </a:lnTo>
                <a:moveTo>
                  <a:pt x="1812194" y="672168"/>
                </a:moveTo>
                <a:lnTo>
                  <a:pt x="1856506" y="681313"/>
                </a:lnTo>
                <a:moveTo>
                  <a:pt x="1242737" y="847516"/>
                </a:moveTo>
                <a:lnTo>
                  <a:pt x="1257046" y="895916"/>
                </a:lnTo>
                <a:moveTo>
                  <a:pt x="1876635" y="646695"/>
                </a:moveTo>
                <a:lnTo>
                  <a:pt x="1894428" y="602175"/>
                </a:lnTo>
                <a:moveTo>
                  <a:pt x="1196793" y="1075142"/>
                </a:moveTo>
                <a:lnTo>
                  <a:pt x="1218809" y="1100616"/>
                </a:lnTo>
                <a:moveTo>
                  <a:pt x="1308157" y="817802"/>
                </a:moveTo>
                <a:lnTo>
                  <a:pt x="1313533" y="777883"/>
                </a:lnTo>
                <a:moveTo>
                  <a:pt x="1762603" y="603138"/>
                </a:moveTo>
                <a:lnTo>
                  <a:pt x="1734004" y="605681"/>
                </a:lnTo>
                <a:moveTo>
                  <a:pt x="1297906" y="1035748"/>
                </a:moveTo>
                <a:lnTo>
                  <a:pt x="1294984" y="974011"/>
                </a:lnTo>
                <a:moveTo>
                  <a:pt x="1648947" y="671419"/>
                </a:moveTo>
                <a:lnTo>
                  <a:pt x="1684691" y="691885"/>
                </a:lnTo>
                <a:moveTo>
                  <a:pt x="1238155" y="843602"/>
                </a:moveTo>
                <a:lnTo>
                  <a:pt x="1222196" y="801899"/>
                </a:lnTo>
                <a:moveTo>
                  <a:pt x="1184982" y="984898"/>
                </a:moveTo>
                <a:lnTo>
                  <a:pt x="1157485" y="1001122"/>
                </a:lnTo>
                <a:moveTo>
                  <a:pt x="1747872" y="711805"/>
                </a:moveTo>
                <a:lnTo>
                  <a:pt x="1806121" y="672673"/>
                </a:lnTo>
                <a:moveTo>
                  <a:pt x="1238155" y="843602"/>
                </a:moveTo>
                <a:lnTo>
                  <a:pt x="1228859" y="838805"/>
                </a:lnTo>
                <a:moveTo>
                  <a:pt x="1247298" y="954035"/>
                </a:moveTo>
                <a:lnTo>
                  <a:pt x="1243210" y="937071"/>
                </a:lnTo>
                <a:moveTo>
                  <a:pt x="1239947" y="1087730"/>
                </a:moveTo>
                <a:lnTo>
                  <a:pt x="1276532" y="1076062"/>
                </a:lnTo>
                <a:moveTo>
                  <a:pt x="1184982" y="984898"/>
                </a:moveTo>
                <a:lnTo>
                  <a:pt x="1164844" y="988418"/>
                </a:lnTo>
                <a:moveTo>
                  <a:pt x="1279305" y="1014000"/>
                </a:moveTo>
                <a:lnTo>
                  <a:pt x="1297906" y="1035748"/>
                </a:lnTo>
                <a:moveTo>
                  <a:pt x="1631949" y="715655"/>
                </a:moveTo>
                <a:lnTo>
                  <a:pt x="1684691" y="691885"/>
                </a:lnTo>
                <a:moveTo>
                  <a:pt x="1333828" y="880031"/>
                </a:moveTo>
                <a:lnTo>
                  <a:pt x="1374363" y="898786"/>
                </a:lnTo>
                <a:moveTo>
                  <a:pt x="1833123" y="629004"/>
                </a:moveTo>
                <a:lnTo>
                  <a:pt x="1894428" y="602175"/>
                </a:lnTo>
                <a:moveTo>
                  <a:pt x="1833123" y="629004"/>
                </a:moveTo>
                <a:lnTo>
                  <a:pt x="1846582" y="586031"/>
                </a:lnTo>
                <a:moveTo>
                  <a:pt x="1740154" y="604549"/>
                </a:moveTo>
                <a:lnTo>
                  <a:pt x="1734004" y="605681"/>
                </a:lnTo>
                <a:moveTo>
                  <a:pt x="1787284" y="612144"/>
                </a:moveTo>
                <a:lnTo>
                  <a:pt x="1813471" y="576104"/>
                </a:lnTo>
                <a:moveTo>
                  <a:pt x="1150366" y="1034671"/>
                </a:moveTo>
                <a:lnTo>
                  <a:pt x="1184982" y="984898"/>
                </a:lnTo>
                <a:moveTo>
                  <a:pt x="1672668" y="734344"/>
                </a:moveTo>
                <a:lnTo>
                  <a:pt x="1725044" y="740457"/>
                </a:lnTo>
                <a:moveTo>
                  <a:pt x="1812194" y="672168"/>
                </a:moveTo>
                <a:lnTo>
                  <a:pt x="1876635" y="646695"/>
                </a:lnTo>
                <a:moveTo>
                  <a:pt x="1809316" y="675672"/>
                </a:moveTo>
                <a:lnTo>
                  <a:pt x="1812194" y="672168"/>
                </a:lnTo>
                <a:moveTo>
                  <a:pt x="1787284" y="612144"/>
                </a:moveTo>
                <a:lnTo>
                  <a:pt x="1846582" y="586031"/>
                </a:lnTo>
                <a:moveTo>
                  <a:pt x="1227713" y="954200"/>
                </a:moveTo>
                <a:lnTo>
                  <a:pt x="1247298" y="954035"/>
                </a:lnTo>
                <a:moveTo>
                  <a:pt x="1196793" y="1075142"/>
                </a:moveTo>
                <a:lnTo>
                  <a:pt x="1177544" y="1082409"/>
                </a:lnTo>
                <a:moveTo>
                  <a:pt x="1833123" y="629004"/>
                </a:moveTo>
                <a:lnTo>
                  <a:pt x="1876635" y="646695"/>
                </a:lnTo>
                <a:moveTo>
                  <a:pt x="1715875" y="747335"/>
                </a:moveTo>
                <a:lnTo>
                  <a:pt x="1725044" y="740457"/>
                </a:lnTo>
                <a:moveTo>
                  <a:pt x="1184982" y="984898"/>
                </a:moveTo>
                <a:lnTo>
                  <a:pt x="1227713" y="954200"/>
                </a:lnTo>
                <a:moveTo>
                  <a:pt x="1715875" y="747335"/>
                </a:moveTo>
                <a:lnTo>
                  <a:pt x="1672668" y="734344"/>
                </a:lnTo>
                <a:moveTo>
                  <a:pt x="1312457" y="761760"/>
                </a:moveTo>
                <a:lnTo>
                  <a:pt x="1313453" y="777630"/>
                </a:lnTo>
                <a:moveTo>
                  <a:pt x="1740154" y="604549"/>
                </a:moveTo>
                <a:lnTo>
                  <a:pt x="1721239" y="610821"/>
                </a:lnTo>
                <a:moveTo>
                  <a:pt x="1806121" y="672673"/>
                </a:moveTo>
                <a:lnTo>
                  <a:pt x="1809316" y="675672"/>
                </a:lnTo>
                <a:moveTo>
                  <a:pt x="1173599" y="1029711"/>
                </a:moveTo>
                <a:lnTo>
                  <a:pt x="1177544" y="1082409"/>
                </a:lnTo>
                <a:moveTo>
                  <a:pt x="1297639" y="970266"/>
                </a:moveTo>
                <a:lnTo>
                  <a:pt x="1337162" y="938124"/>
                </a:lnTo>
                <a:moveTo>
                  <a:pt x="1301956" y="721355"/>
                </a:moveTo>
                <a:lnTo>
                  <a:pt x="1284881" y="722155"/>
                </a:lnTo>
                <a:moveTo>
                  <a:pt x="1806121" y="672673"/>
                </a:moveTo>
                <a:lnTo>
                  <a:pt x="1812194" y="672168"/>
                </a:lnTo>
                <a:moveTo>
                  <a:pt x="1312457" y="761760"/>
                </a:moveTo>
                <a:lnTo>
                  <a:pt x="1284881" y="722155"/>
                </a:lnTo>
                <a:moveTo>
                  <a:pt x="1833123" y="629004"/>
                </a:moveTo>
                <a:lnTo>
                  <a:pt x="1812194" y="672168"/>
                </a:lnTo>
                <a:moveTo>
                  <a:pt x="1276532" y="1076062"/>
                </a:moveTo>
                <a:lnTo>
                  <a:pt x="1279305" y="1014000"/>
                </a:lnTo>
                <a:moveTo>
                  <a:pt x="1319324" y="923377"/>
                </a:moveTo>
                <a:lnTo>
                  <a:pt x="1374363" y="898786"/>
                </a:lnTo>
                <a:moveTo>
                  <a:pt x="1173599" y="1029711"/>
                </a:moveTo>
                <a:lnTo>
                  <a:pt x="1150366" y="1034671"/>
                </a:lnTo>
                <a:moveTo>
                  <a:pt x="1787284" y="612144"/>
                </a:moveTo>
                <a:lnTo>
                  <a:pt x="1791605" y="592459"/>
                </a:lnTo>
                <a:moveTo>
                  <a:pt x="1285434" y="1230936"/>
                </a:moveTo>
                <a:lnTo>
                  <a:pt x="1287935" y="1226895"/>
                </a:lnTo>
                <a:moveTo>
                  <a:pt x="1289307" y="1231632"/>
                </a:moveTo>
                <a:lnTo>
                  <a:pt x="1285434" y="1230936"/>
                </a:lnTo>
                <a:moveTo>
                  <a:pt x="1319324" y="923377"/>
                </a:moveTo>
                <a:lnTo>
                  <a:pt x="1337162" y="938124"/>
                </a:lnTo>
                <a:moveTo>
                  <a:pt x="1806121" y="672673"/>
                </a:moveTo>
                <a:lnTo>
                  <a:pt x="1833123" y="629004"/>
                </a:lnTo>
                <a:moveTo>
                  <a:pt x="1259916" y="1059091"/>
                </a:moveTo>
                <a:lnTo>
                  <a:pt x="1276532" y="1076062"/>
                </a:lnTo>
                <a:moveTo>
                  <a:pt x="1661717" y="646918"/>
                </a:moveTo>
                <a:lnTo>
                  <a:pt x="1685266" y="633674"/>
                </a:lnTo>
                <a:moveTo>
                  <a:pt x="1762603" y="603138"/>
                </a:moveTo>
                <a:lnTo>
                  <a:pt x="1791605" y="592459"/>
                </a:lnTo>
                <a:moveTo>
                  <a:pt x="1289307" y="1231632"/>
                </a:moveTo>
                <a:lnTo>
                  <a:pt x="1287935" y="1226895"/>
                </a:lnTo>
                <a:moveTo>
                  <a:pt x="1283916" y="1229205"/>
                </a:moveTo>
                <a:lnTo>
                  <a:pt x="1285434" y="1230936"/>
                </a:lnTo>
                <a:moveTo>
                  <a:pt x="1283916" y="1229205"/>
                </a:moveTo>
                <a:lnTo>
                  <a:pt x="1287935" y="1226895"/>
                </a:lnTo>
                <a:moveTo>
                  <a:pt x="1631949" y="715655"/>
                </a:moveTo>
                <a:lnTo>
                  <a:pt x="1672668" y="734344"/>
                </a:lnTo>
                <a:moveTo>
                  <a:pt x="1292543" y="918032"/>
                </a:moveTo>
                <a:lnTo>
                  <a:pt x="1279933" y="877828"/>
                </a:lnTo>
                <a:moveTo>
                  <a:pt x="1757767" y="700839"/>
                </a:moveTo>
                <a:lnTo>
                  <a:pt x="1747872" y="711805"/>
                </a:lnTo>
                <a:moveTo>
                  <a:pt x="1298240" y="805297"/>
                </a:moveTo>
                <a:lnTo>
                  <a:pt x="1313453" y="777630"/>
                </a:lnTo>
                <a:moveTo>
                  <a:pt x="1298240" y="805297"/>
                </a:moveTo>
                <a:lnTo>
                  <a:pt x="1313533" y="777883"/>
                </a:lnTo>
                <a:moveTo>
                  <a:pt x="1333828" y="880031"/>
                </a:moveTo>
                <a:lnTo>
                  <a:pt x="1308157" y="817802"/>
                </a:lnTo>
                <a:moveTo>
                  <a:pt x="1787284" y="612144"/>
                </a:moveTo>
                <a:lnTo>
                  <a:pt x="1833123" y="629004"/>
                </a:lnTo>
                <a:moveTo>
                  <a:pt x="1226617" y="788467"/>
                </a:moveTo>
                <a:lnTo>
                  <a:pt x="1248298" y="748291"/>
                </a:lnTo>
                <a:moveTo>
                  <a:pt x="1753309" y="706370"/>
                </a:moveTo>
                <a:lnTo>
                  <a:pt x="1747872" y="711805"/>
                </a:lnTo>
                <a:moveTo>
                  <a:pt x="1648947" y="671419"/>
                </a:moveTo>
                <a:lnTo>
                  <a:pt x="1661717" y="646918"/>
                </a:lnTo>
                <a:moveTo>
                  <a:pt x="1289361" y="862681"/>
                </a:moveTo>
                <a:lnTo>
                  <a:pt x="1333828" y="880031"/>
                </a:lnTo>
                <a:moveTo>
                  <a:pt x="1289361" y="862681"/>
                </a:moveTo>
                <a:lnTo>
                  <a:pt x="1279933" y="877828"/>
                </a:lnTo>
                <a:moveTo>
                  <a:pt x="1675087" y="748104"/>
                </a:moveTo>
                <a:lnTo>
                  <a:pt x="1672668" y="734344"/>
                </a:lnTo>
                <a:moveTo>
                  <a:pt x="1631949" y="715655"/>
                </a:moveTo>
                <a:lnTo>
                  <a:pt x="1648947" y="671419"/>
                </a:lnTo>
                <a:moveTo>
                  <a:pt x="1685266" y="633674"/>
                </a:moveTo>
                <a:lnTo>
                  <a:pt x="1740154" y="604549"/>
                </a:lnTo>
                <a:moveTo>
                  <a:pt x="1297059" y="969494"/>
                </a:moveTo>
                <a:lnTo>
                  <a:pt x="1292543" y="918032"/>
                </a:lnTo>
                <a:moveTo>
                  <a:pt x="1292526" y="967964"/>
                </a:moveTo>
                <a:lnTo>
                  <a:pt x="1292543" y="918032"/>
                </a:lnTo>
                <a:moveTo>
                  <a:pt x="1762603" y="603138"/>
                </a:moveTo>
                <a:lnTo>
                  <a:pt x="1787284" y="612144"/>
                </a:lnTo>
                <a:moveTo>
                  <a:pt x="1289361" y="862681"/>
                </a:moveTo>
                <a:lnTo>
                  <a:pt x="1308157" y="817802"/>
                </a:lnTo>
                <a:moveTo>
                  <a:pt x="1256864" y="714529"/>
                </a:moveTo>
                <a:lnTo>
                  <a:pt x="1284881" y="722155"/>
                </a:lnTo>
                <a:moveTo>
                  <a:pt x="1248268" y="972016"/>
                </a:moveTo>
                <a:lnTo>
                  <a:pt x="1227713" y="954200"/>
                </a:lnTo>
                <a:moveTo>
                  <a:pt x="1242737" y="847516"/>
                </a:moveTo>
                <a:lnTo>
                  <a:pt x="1279933" y="877828"/>
                </a:lnTo>
                <a:moveTo>
                  <a:pt x="1319324" y="923377"/>
                </a:moveTo>
                <a:lnTo>
                  <a:pt x="1333828" y="880031"/>
                </a:lnTo>
                <a:moveTo>
                  <a:pt x="1675087" y="748104"/>
                </a:moveTo>
                <a:lnTo>
                  <a:pt x="1715875" y="747335"/>
                </a:lnTo>
                <a:moveTo>
                  <a:pt x="1319324" y="923377"/>
                </a:moveTo>
                <a:lnTo>
                  <a:pt x="1279933" y="877828"/>
                </a:lnTo>
                <a:moveTo>
                  <a:pt x="1294984" y="974011"/>
                </a:moveTo>
                <a:lnTo>
                  <a:pt x="1247298" y="954035"/>
                </a:lnTo>
                <a:moveTo>
                  <a:pt x="1292526" y="967964"/>
                </a:moveTo>
                <a:lnTo>
                  <a:pt x="1247298" y="954035"/>
                </a:lnTo>
                <a:moveTo>
                  <a:pt x="1292543" y="918032"/>
                </a:moveTo>
                <a:lnTo>
                  <a:pt x="1319324" y="923377"/>
                </a:lnTo>
                <a:moveTo>
                  <a:pt x="1196793" y="1075142"/>
                </a:moveTo>
                <a:lnTo>
                  <a:pt x="1239947" y="1087730"/>
                </a:lnTo>
                <a:moveTo>
                  <a:pt x="1294984" y="974011"/>
                </a:moveTo>
                <a:lnTo>
                  <a:pt x="1297639" y="970266"/>
                </a:lnTo>
                <a:moveTo>
                  <a:pt x="1297059" y="969494"/>
                </a:moveTo>
                <a:lnTo>
                  <a:pt x="1297639" y="970266"/>
                </a:lnTo>
                <a:moveTo>
                  <a:pt x="1259916" y="1059091"/>
                </a:moveTo>
                <a:lnTo>
                  <a:pt x="1239947" y="1087730"/>
                </a:lnTo>
                <a:moveTo>
                  <a:pt x="1773109" y="655372"/>
                </a:moveTo>
                <a:lnTo>
                  <a:pt x="1806121" y="672673"/>
                </a:lnTo>
                <a:moveTo>
                  <a:pt x="1242737" y="847516"/>
                </a:moveTo>
                <a:lnTo>
                  <a:pt x="1240272" y="846982"/>
                </a:lnTo>
                <a:moveTo>
                  <a:pt x="1773109" y="655372"/>
                </a:moveTo>
                <a:lnTo>
                  <a:pt x="1833123" y="629004"/>
                </a:lnTo>
                <a:moveTo>
                  <a:pt x="1294984" y="974011"/>
                </a:moveTo>
                <a:lnTo>
                  <a:pt x="1297059" y="969494"/>
                </a:lnTo>
                <a:moveTo>
                  <a:pt x="1294984" y="974011"/>
                </a:moveTo>
                <a:lnTo>
                  <a:pt x="1292526" y="967964"/>
                </a:lnTo>
                <a:moveTo>
                  <a:pt x="1292526" y="967964"/>
                </a:moveTo>
                <a:lnTo>
                  <a:pt x="1297059" y="969494"/>
                </a:lnTo>
                <a:moveTo>
                  <a:pt x="1640585" y="663493"/>
                </a:moveTo>
                <a:lnTo>
                  <a:pt x="1648947" y="671419"/>
                </a:lnTo>
                <a:moveTo>
                  <a:pt x="1238155" y="843602"/>
                </a:moveTo>
                <a:lnTo>
                  <a:pt x="1240272" y="846982"/>
                </a:lnTo>
                <a:moveTo>
                  <a:pt x="1242198" y="736731"/>
                </a:moveTo>
                <a:lnTo>
                  <a:pt x="1248298" y="748291"/>
                </a:lnTo>
                <a:moveTo>
                  <a:pt x="1753309" y="706370"/>
                </a:moveTo>
                <a:lnTo>
                  <a:pt x="1725044" y="740457"/>
                </a:lnTo>
                <a:moveTo>
                  <a:pt x="1242737" y="847516"/>
                </a:moveTo>
                <a:lnTo>
                  <a:pt x="1289361" y="862681"/>
                </a:lnTo>
                <a:moveTo>
                  <a:pt x="1279305" y="1014000"/>
                </a:moveTo>
                <a:lnTo>
                  <a:pt x="1247298" y="954035"/>
                </a:lnTo>
                <a:moveTo>
                  <a:pt x="1297639" y="970266"/>
                </a:moveTo>
                <a:lnTo>
                  <a:pt x="1319324" y="923377"/>
                </a:lnTo>
                <a:moveTo>
                  <a:pt x="1319324" y="923377"/>
                </a:moveTo>
                <a:lnTo>
                  <a:pt x="1289361" y="862681"/>
                </a:lnTo>
                <a:moveTo>
                  <a:pt x="1297059" y="969494"/>
                </a:moveTo>
                <a:lnTo>
                  <a:pt x="1319324" y="923377"/>
                </a:lnTo>
                <a:moveTo>
                  <a:pt x="1757767" y="700839"/>
                </a:moveTo>
                <a:lnTo>
                  <a:pt x="1806121" y="672673"/>
                </a:lnTo>
                <a:moveTo>
                  <a:pt x="1773109" y="655372"/>
                </a:moveTo>
                <a:lnTo>
                  <a:pt x="1787284" y="612144"/>
                </a:lnTo>
                <a:moveTo>
                  <a:pt x="1640585" y="663493"/>
                </a:moveTo>
                <a:lnTo>
                  <a:pt x="1661717" y="646918"/>
                </a:lnTo>
                <a:moveTo>
                  <a:pt x="1740154" y="604549"/>
                </a:moveTo>
                <a:lnTo>
                  <a:pt x="1762603" y="603138"/>
                </a:lnTo>
                <a:moveTo>
                  <a:pt x="1229831" y="989671"/>
                </a:moveTo>
                <a:lnTo>
                  <a:pt x="1227713" y="954200"/>
                </a:lnTo>
                <a:moveTo>
                  <a:pt x="1238155" y="843602"/>
                </a:moveTo>
                <a:lnTo>
                  <a:pt x="1226617" y="788467"/>
                </a:lnTo>
                <a:moveTo>
                  <a:pt x="1279305" y="1014000"/>
                </a:moveTo>
                <a:lnTo>
                  <a:pt x="1294984" y="974011"/>
                </a:lnTo>
                <a:moveTo>
                  <a:pt x="1675087" y="748104"/>
                </a:moveTo>
                <a:lnTo>
                  <a:pt x="1631949" y="715655"/>
                </a:lnTo>
                <a:moveTo>
                  <a:pt x="1715875" y="747335"/>
                </a:moveTo>
                <a:lnTo>
                  <a:pt x="1753309" y="706370"/>
                </a:lnTo>
                <a:moveTo>
                  <a:pt x="1242737" y="847516"/>
                </a:moveTo>
                <a:lnTo>
                  <a:pt x="1238155" y="843602"/>
                </a:lnTo>
                <a:moveTo>
                  <a:pt x="1173599" y="1029711"/>
                </a:moveTo>
                <a:lnTo>
                  <a:pt x="1184982" y="984898"/>
                </a:lnTo>
                <a:moveTo>
                  <a:pt x="1247901" y="844257"/>
                </a:moveTo>
                <a:lnTo>
                  <a:pt x="1308157" y="817802"/>
                </a:lnTo>
                <a:moveTo>
                  <a:pt x="1247901" y="844257"/>
                </a:moveTo>
                <a:lnTo>
                  <a:pt x="1289361" y="862681"/>
                </a:lnTo>
                <a:moveTo>
                  <a:pt x="1593713" y="696079"/>
                </a:moveTo>
                <a:lnTo>
                  <a:pt x="1648947" y="671419"/>
                </a:lnTo>
                <a:moveTo>
                  <a:pt x="1248298" y="748291"/>
                </a:moveTo>
                <a:lnTo>
                  <a:pt x="1256864" y="714529"/>
                </a:lnTo>
                <a:moveTo>
                  <a:pt x="1247901" y="844257"/>
                </a:moveTo>
                <a:lnTo>
                  <a:pt x="1226617" y="788467"/>
                </a:lnTo>
                <a:moveTo>
                  <a:pt x="1259916" y="1059091"/>
                </a:moveTo>
                <a:lnTo>
                  <a:pt x="1279305" y="1014000"/>
                </a:lnTo>
                <a:moveTo>
                  <a:pt x="1262568" y="1004413"/>
                </a:moveTo>
                <a:lnTo>
                  <a:pt x="1247298" y="954035"/>
                </a:lnTo>
                <a:moveTo>
                  <a:pt x="1692978" y="621725"/>
                </a:moveTo>
                <a:lnTo>
                  <a:pt x="1685266" y="633674"/>
                </a:lnTo>
                <a:moveTo>
                  <a:pt x="1242737" y="847516"/>
                </a:moveTo>
                <a:lnTo>
                  <a:pt x="1247901" y="844257"/>
                </a:lnTo>
                <a:moveTo>
                  <a:pt x="1248268" y="972016"/>
                </a:moveTo>
                <a:lnTo>
                  <a:pt x="1247298" y="954035"/>
                </a:lnTo>
                <a:moveTo>
                  <a:pt x="1196793" y="1075142"/>
                </a:moveTo>
                <a:lnTo>
                  <a:pt x="1173599" y="1029711"/>
                </a:lnTo>
                <a:moveTo>
                  <a:pt x="1226617" y="788467"/>
                </a:moveTo>
                <a:lnTo>
                  <a:pt x="1242198" y="736731"/>
                </a:lnTo>
                <a:moveTo>
                  <a:pt x="1238155" y="843602"/>
                </a:moveTo>
                <a:lnTo>
                  <a:pt x="1247901" y="844257"/>
                </a:lnTo>
                <a:moveTo>
                  <a:pt x="1686701" y="622594"/>
                </a:moveTo>
                <a:lnTo>
                  <a:pt x="1685266" y="633674"/>
                </a:lnTo>
                <a:moveTo>
                  <a:pt x="1298240" y="805297"/>
                </a:moveTo>
                <a:lnTo>
                  <a:pt x="1308157" y="817802"/>
                </a:lnTo>
                <a:moveTo>
                  <a:pt x="1603294" y="679749"/>
                </a:moveTo>
                <a:lnTo>
                  <a:pt x="1648947" y="671419"/>
                </a:lnTo>
                <a:moveTo>
                  <a:pt x="1312457" y="761760"/>
                </a:moveTo>
                <a:lnTo>
                  <a:pt x="1301956" y="721355"/>
                </a:lnTo>
                <a:moveTo>
                  <a:pt x="1593713" y="696079"/>
                </a:moveTo>
                <a:lnTo>
                  <a:pt x="1631949" y="715655"/>
                </a:lnTo>
                <a:moveTo>
                  <a:pt x="1729045" y="737844"/>
                </a:moveTo>
                <a:lnTo>
                  <a:pt x="1715875" y="747335"/>
                </a:lnTo>
                <a:moveTo>
                  <a:pt x="1224997" y="781040"/>
                </a:moveTo>
                <a:lnTo>
                  <a:pt x="1226617" y="788467"/>
                </a:lnTo>
                <a:moveTo>
                  <a:pt x="1757767" y="700839"/>
                </a:moveTo>
                <a:lnTo>
                  <a:pt x="1773109" y="655372"/>
                </a:lnTo>
                <a:moveTo>
                  <a:pt x="1262568" y="1004413"/>
                </a:moveTo>
                <a:lnTo>
                  <a:pt x="1279305" y="1014000"/>
                </a:lnTo>
                <a:moveTo>
                  <a:pt x="1756277" y="699548"/>
                </a:moveTo>
                <a:lnTo>
                  <a:pt x="1773109" y="655372"/>
                </a:lnTo>
                <a:moveTo>
                  <a:pt x="1626677" y="751146"/>
                </a:moveTo>
                <a:lnTo>
                  <a:pt x="1631949" y="715655"/>
                </a:lnTo>
                <a:moveTo>
                  <a:pt x="1229831" y="989671"/>
                </a:moveTo>
                <a:lnTo>
                  <a:pt x="1184982" y="984898"/>
                </a:lnTo>
                <a:moveTo>
                  <a:pt x="1576805" y="740284"/>
                </a:moveTo>
                <a:lnTo>
                  <a:pt x="1631949" y="715655"/>
                </a:lnTo>
                <a:moveTo>
                  <a:pt x="1686701" y="622594"/>
                </a:moveTo>
                <a:lnTo>
                  <a:pt x="1661717" y="646918"/>
                </a:lnTo>
                <a:moveTo>
                  <a:pt x="1225346" y="1040197"/>
                </a:moveTo>
                <a:lnTo>
                  <a:pt x="1239947" y="1087730"/>
                </a:lnTo>
                <a:moveTo>
                  <a:pt x="1737175" y="634974"/>
                </a:moveTo>
                <a:lnTo>
                  <a:pt x="1787284" y="612144"/>
                </a:lnTo>
                <a:moveTo>
                  <a:pt x="1756277" y="699548"/>
                </a:moveTo>
                <a:lnTo>
                  <a:pt x="1757767" y="700839"/>
                </a:lnTo>
                <a:moveTo>
                  <a:pt x="1753309" y="706370"/>
                </a:moveTo>
                <a:lnTo>
                  <a:pt x="1757767" y="700839"/>
                </a:lnTo>
                <a:moveTo>
                  <a:pt x="1737175" y="634974"/>
                </a:moveTo>
                <a:lnTo>
                  <a:pt x="1762603" y="603138"/>
                </a:lnTo>
                <a:moveTo>
                  <a:pt x="1626677" y="751146"/>
                </a:moveTo>
                <a:lnTo>
                  <a:pt x="1675087" y="748104"/>
                </a:lnTo>
                <a:moveTo>
                  <a:pt x="1756277" y="699548"/>
                </a:moveTo>
                <a:lnTo>
                  <a:pt x="1753309" y="706370"/>
                </a:lnTo>
                <a:moveTo>
                  <a:pt x="1298240" y="805297"/>
                </a:moveTo>
                <a:lnTo>
                  <a:pt x="1312457" y="761760"/>
                </a:lnTo>
                <a:moveTo>
                  <a:pt x="1603294" y="679749"/>
                </a:moveTo>
                <a:lnTo>
                  <a:pt x="1640585" y="663493"/>
                </a:lnTo>
                <a:moveTo>
                  <a:pt x="1265055" y="831119"/>
                </a:moveTo>
                <a:lnTo>
                  <a:pt x="1308157" y="817802"/>
                </a:lnTo>
                <a:moveTo>
                  <a:pt x="1256864" y="714529"/>
                </a:moveTo>
                <a:lnTo>
                  <a:pt x="1301956" y="721355"/>
                </a:lnTo>
                <a:moveTo>
                  <a:pt x="1692978" y="621725"/>
                </a:moveTo>
                <a:lnTo>
                  <a:pt x="1740154" y="604549"/>
                </a:lnTo>
                <a:moveTo>
                  <a:pt x="1224997" y="781040"/>
                </a:moveTo>
                <a:lnTo>
                  <a:pt x="1242198" y="736731"/>
                </a:lnTo>
                <a:moveTo>
                  <a:pt x="1262568" y="1004413"/>
                </a:moveTo>
                <a:lnTo>
                  <a:pt x="1248268" y="972016"/>
                </a:lnTo>
                <a:moveTo>
                  <a:pt x="1692413" y="746556"/>
                </a:moveTo>
                <a:lnTo>
                  <a:pt x="1715875" y="747335"/>
                </a:lnTo>
                <a:moveTo>
                  <a:pt x="1173599" y="1029711"/>
                </a:moveTo>
                <a:lnTo>
                  <a:pt x="1229831" y="989671"/>
                </a:lnTo>
                <a:moveTo>
                  <a:pt x="1640585" y="663493"/>
                </a:moveTo>
                <a:lnTo>
                  <a:pt x="1686701" y="622594"/>
                </a:lnTo>
                <a:moveTo>
                  <a:pt x="1737175" y="634974"/>
                </a:moveTo>
                <a:lnTo>
                  <a:pt x="1740154" y="604549"/>
                </a:lnTo>
                <a:moveTo>
                  <a:pt x="1242198" y="736731"/>
                </a:moveTo>
                <a:lnTo>
                  <a:pt x="1256864" y="714529"/>
                </a:lnTo>
                <a:moveTo>
                  <a:pt x="1737175" y="634974"/>
                </a:moveTo>
                <a:lnTo>
                  <a:pt x="1773109" y="655372"/>
                </a:lnTo>
                <a:moveTo>
                  <a:pt x="1227652" y="1038629"/>
                </a:moveTo>
                <a:lnTo>
                  <a:pt x="1279305" y="1014000"/>
                </a:lnTo>
                <a:moveTo>
                  <a:pt x="1225026" y="1037447"/>
                </a:moveTo>
                <a:lnTo>
                  <a:pt x="1196793" y="1075142"/>
                </a:lnTo>
                <a:moveTo>
                  <a:pt x="1225346" y="1040197"/>
                </a:moveTo>
                <a:lnTo>
                  <a:pt x="1196793" y="1075142"/>
                </a:lnTo>
                <a:moveTo>
                  <a:pt x="1227652" y="1038629"/>
                </a:moveTo>
                <a:lnTo>
                  <a:pt x="1259916" y="1059091"/>
                </a:lnTo>
                <a:moveTo>
                  <a:pt x="1593713" y="696079"/>
                </a:moveTo>
                <a:lnTo>
                  <a:pt x="1603294" y="679749"/>
                </a:lnTo>
                <a:moveTo>
                  <a:pt x="1225346" y="1040197"/>
                </a:moveTo>
                <a:lnTo>
                  <a:pt x="1259916" y="1059091"/>
                </a:lnTo>
                <a:moveTo>
                  <a:pt x="1225026" y="1037447"/>
                </a:moveTo>
                <a:lnTo>
                  <a:pt x="1173599" y="1029711"/>
                </a:lnTo>
                <a:moveTo>
                  <a:pt x="1576805" y="740284"/>
                </a:moveTo>
                <a:lnTo>
                  <a:pt x="1593713" y="696079"/>
                </a:lnTo>
                <a:moveTo>
                  <a:pt x="1729045" y="737844"/>
                </a:moveTo>
                <a:lnTo>
                  <a:pt x="1756277" y="699548"/>
                </a:lnTo>
                <a:moveTo>
                  <a:pt x="1229831" y="989671"/>
                </a:moveTo>
                <a:lnTo>
                  <a:pt x="1248268" y="972016"/>
                </a:lnTo>
                <a:moveTo>
                  <a:pt x="1729045" y="737844"/>
                </a:moveTo>
                <a:lnTo>
                  <a:pt x="1753309" y="706370"/>
                </a:lnTo>
                <a:moveTo>
                  <a:pt x="1247901" y="844257"/>
                </a:moveTo>
                <a:lnTo>
                  <a:pt x="1265055" y="831119"/>
                </a:lnTo>
                <a:moveTo>
                  <a:pt x="1226835" y="803852"/>
                </a:moveTo>
                <a:lnTo>
                  <a:pt x="1226617" y="788467"/>
                </a:lnTo>
                <a:moveTo>
                  <a:pt x="1245358" y="992893"/>
                </a:moveTo>
                <a:lnTo>
                  <a:pt x="1262568" y="1004413"/>
                </a:lnTo>
                <a:moveTo>
                  <a:pt x="1231693" y="725392"/>
                </a:moveTo>
                <a:lnTo>
                  <a:pt x="1242198" y="736731"/>
                </a:lnTo>
                <a:moveTo>
                  <a:pt x="1692413" y="746556"/>
                </a:moveTo>
                <a:lnTo>
                  <a:pt x="1675087" y="748104"/>
                </a:lnTo>
                <a:moveTo>
                  <a:pt x="1576805" y="740284"/>
                </a:moveTo>
                <a:lnTo>
                  <a:pt x="1626677" y="751146"/>
                </a:lnTo>
                <a:moveTo>
                  <a:pt x="1245358" y="992893"/>
                </a:moveTo>
                <a:lnTo>
                  <a:pt x="1248268" y="972016"/>
                </a:lnTo>
                <a:moveTo>
                  <a:pt x="1227652" y="1038629"/>
                </a:moveTo>
                <a:lnTo>
                  <a:pt x="1262568" y="1004413"/>
                </a:lnTo>
                <a:moveTo>
                  <a:pt x="1619567" y="753907"/>
                </a:moveTo>
                <a:lnTo>
                  <a:pt x="1626677" y="751146"/>
                </a:lnTo>
                <a:moveTo>
                  <a:pt x="1578130" y="685309"/>
                </a:moveTo>
                <a:lnTo>
                  <a:pt x="1593713" y="696079"/>
                </a:lnTo>
                <a:moveTo>
                  <a:pt x="1619567" y="753907"/>
                </a:moveTo>
                <a:lnTo>
                  <a:pt x="1576805" y="740284"/>
                </a:lnTo>
                <a:moveTo>
                  <a:pt x="1626411" y="755798"/>
                </a:moveTo>
                <a:lnTo>
                  <a:pt x="1626677" y="751146"/>
                </a:lnTo>
                <a:moveTo>
                  <a:pt x="1330220" y="754336"/>
                </a:moveTo>
                <a:lnTo>
                  <a:pt x="1301956" y="721355"/>
                </a:lnTo>
                <a:moveTo>
                  <a:pt x="1619567" y="753907"/>
                </a:moveTo>
                <a:lnTo>
                  <a:pt x="1626411" y="755798"/>
                </a:lnTo>
                <a:moveTo>
                  <a:pt x="1686701" y="622594"/>
                </a:moveTo>
                <a:lnTo>
                  <a:pt x="1692978" y="621725"/>
                </a:lnTo>
                <a:moveTo>
                  <a:pt x="1330220" y="754336"/>
                </a:moveTo>
                <a:lnTo>
                  <a:pt x="1312457" y="761760"/>
                </a:lnTo>
                <a:moveTo>
                  <a:pt x="1316542" y="727959"/>
                </a:moveTo>
                <a:lnTo>
                  <a:pt x="1301956" y="721355"/>
                </a:lnTo>
                <a:moveTo>
                  <a:pt x="1640911" y="648218"/>
                </a:moveTo>
                <a:lnTo>
                  <a:pt x="1640585" y="663493"/>
                </a:lnTo>
                <a:moveTo>
                  <a:pt x="1578130" y="685309"/>
                </a:moveTo>
                <a:lnTo>
                  <a:pt x="1603294" y="679749"/>
                </a:lnTo>
                <a:moveTo>
                  <a:pt x="1265055" y="831119"/>
                </a:moveTo>
                <a:lnTo>
                  <a:pt x="1298240" y="805297"/>
                </a:lnTo>
                <a:moveTo>
                  <a:pt x="1737175" y="634974"/>
                </a:moveTo>
                <a:lnTo>
                  <a:pt x="1692978" y="621725"/>
                </a:lnTo>
                <a:moveTo>
                  <a:pt x="1247901" y="844257"/>
                </a:moveTo>
                <a:lnTo>
                  <a:pt x="1226835" y="803852"/>
                </a:lnTo>
                <a:moveTo>
                  <a:pt x="1229831" y="989671"/>
                </a:moveTo>
                <a:lnTo>
                  <a:pt x="1245358" y="992893"/>
                </a:lnTo>
                <a:moveTo>
                  <a:pt x="1727193" y="676704"/>
                </a:moveTo>
                <a:lnTo>
                  <a:pt x="1773109" y="655372"/>
                </a:lnTo>
                <a:moveTo>
                  <a:pt x="1231693" y="725392"/>
                </a:moveTo>
                <a:lnTo>
                  <a:pt x="1256864" y="714529"/>
                </a:lnTo>
                <a:moveTo>
                  <a:pt x="1218459" y="769371"/>
                </a:moveTo>
                <a:lnTo>
                  <a:pt x="1242198" y="736731"/>
                </a:lnTo>
                <a:moveTo>
                  <a:pt x="1686701" y="622594"/>
                </a:moveTo>
                <a:lnTo>
                  <a:pt x="1737175" y="634974"/>
                </a:lnTo>
                <a:moveTo>
                  <a:pt x="912443" y="197542"/>
                </a:moveTo>
                <a:lnTo>
                  <a:pt x="883139" y="194099"/>
                </a:lnTo>
                <a:moveTo>
                  <a:pt x="1225026" y="1037447"/>
                </a:moveTo>
                <a:lnTo>
                  <a:pt x="1229831" y="989671"/>
                </a:lnTo>
                <a:moveTo>
                  <a:pt x="1629785" y="650939"/>
                </a:moveTo>
                <a:lnTo>
                  <a:pt x="1640585" y="663493"/>
                </a:lnTo>
                <a:moveTo>
                  <a:pt x="1226574" y="1037767"/>
                </a:moveTo>
                <a:lnTo>
                  <a:pt x="1229831" y="989671"/>
                </a:lnTo>
                <a:moveTo>
                  <a:pt x="883139" y="194099"/>
                </a:moveTo>
                <a:lnTo>
                  <a:pt x="898734" y="179326"/>
                </a:lnTo>
                <a:moveTo>
                  <a:pt x="1218459" y="769371"/>
                </a:moveTo>
                <a:lnTo>
                  <a:pt x="1224997" y="781040"/>
                </a:lnTo>
                <a:moveTo>
                  <a:pt x="1227652" y="1038629"/>
                </a:moveTo>
                <a:lnTo>
                  <a:pt x="1245358" y="992893"/>
                </a:lnTo>
                <a:moveTo>
                  <a:pt x="1727193" y="676704"/>
                </a:moveTo>
                <a:lnTo>
                  <a:pt x="1756277" y="699548"/>
                </a:lnTo>
                <a:moveTo>
                  <a:pt x="1226835" y="803852"/>
                </a:moveTo>
                <a:lnTo>
                  <a:pt x="1224997" y="781040"/>
                </a:lnTo>
                <a:moveTo>
                  <a:pt x="1226574" y="1037767"/>
                </a:moveTo>
                <a:lnTo>
                  <a:pt x="1245358" y="992893"/>
                </a:lnTo>
                <a:moveTo>
                  <a:pt x="1298240" y="805297"/>
                </a:moveTo>
                <a:lnTo>
                  <a:pt x="1330220" y="754336"/>
                </a:lnTo>
                <a:moveTo>
                  <a:pt x="1692413" y="746556"/>
                </a:moveTo>
                <a:lnTo>
                  <a:pt x="1626677" y="751146"/>
                </a:lnTo>
                <a:moveTo>
                  <a:pt x="1277374" y="703511"/>
                </a:moveTo>
                <a:lnTo>
                  <a:pt x="1301956" y="721355"/>
                </a:lnTo>
                <a:moveTo>
                  <a:pt x="1225346" y="1040197"/>
                </a:moveTo>
                <a:lnTo>
                  <a:pt x="1227652" y="1038629"/>
                </a:lnTo>
                <a:moveTo>
                  <a:pt x="1226574" y="1037767"/>
                </a:moveTo>
                <a:lnTo>
                  <a:pt x="1227652" y="1038629"/>
                </a:lnTo>
                <a:moveTo>
                  <a:pt x="1575922" y="761168"/>
                </a:moveTo>
                <a:lnTo>
                  <a:pt x="1576805" y="740284"/>
                </a:lnTo>
                <a:moveTo>
                  <a:pt x="1225346" y="1040197"/>
                </a:moveTo>
                <a:lnTo>
                  <a:pt x="1225026" y="1037447"/>
                </a:lnTo>
                <a:moveTo>
                  <a:pt x="1225026" y="1037447"/>
                </a:moveTo>
                <a:lnTo>
                  <a:pt x="1226574" y="1037767"/>
                </a:lnTo>
                <a:moveTo>
                  <a:pt x="1225346" y="1040197"/>
                </a:moveTo>
                <a:lnTo>
                  <a:pt x="1226574" y="1037767"/>
                </a:lnTo>
                <a:moveTo>
                  <a:pt x="1575922" y="761168"/>
                </a:moveTo>
                <a:lnTo>
                  <a:pt x="1619567" y="753907"/>
                </a:lnTo>
                <a:moveTo>
                  <a:pt x="1626411" y="755798"/>
                </a:moveTo>
                <a:lnTo>
                  <a:pt x="1692413" y="746556"/>
                </a:lnTo>
                <a:moveTo>
                  <a:pt x="1692413" y="746556"/>
                </a:moveTo>
                <a:lnTo>
                  <a:pt x="1729045" y="737844"/>
                </a:lnTo>
                <a:moveTo>
                  <a:pt x="1710625" y="720787"/>
                </a:moveTo>
                <a:lnTo>
                  <a:pt x="1756277" y="699548"/>
                </a:lnTo>
                <a:moveTo>
                  <a:pt x="1629785" y="650939"/>
                </a:moveTo>
                <a:lnTo>
                  <a:pt x="1603294" y="679749"/>
                </a:lnTo>
                <a:moveTo>
                  <a:pt x="1640911" y="648218"/>
                </a:moveTo>
                <a:lnTo>
                  <a:pt x="1686701" y="622594"/>
                </a:lnTo>
                <a:moveTo>
                  <a:pt x="1314099" y="797016"/>
                </a:moveTo>
                <a:lnTo>
                  <a:pt x="1298240" y="805297"/>
                </a:lnTo>
                <a:moveTo>
                  <a:pt x="1218459" y="769371"/>
                </a:moveTo>
                <a:lnTo>
                  <a:pt x="1231693" y="725392"/>
                </a:lnTo>
                <a:moveTo>
                  <a:pt x="1524584" y="763868"/>
                </a:moveTo>
                <a:lnTo>
                  <a:pt x="1576805" y="740284"/>
                </a:lnTo>
                <a:moveTo>
                  <a:pt x="912443" y="197542"/>
                </a:moveTo>
                <a:lnTo>
                  <a:pt x="898734" y="179326"/>
                </a:lnTo>
                <a:moveTo>
                  <a:pt x="1670555" y="761445"/>
                </a:moveTo>
                <a:lnTo>
                  <a:pt x="1626411" y="755798"/>
                </a:lnTo>
                <a:moveTo>
                  <a:pt x="1727193" y="676704"/>
                </a:moveTo>
                <a:lnTo>
                  <a:pt x="1737175" y="634974"/>
                </a:lnTo>
                <a:moveTo>
                  <a:pt x="1277374" y="703511"/>
                </a:moveTo>
                <a:lnTo>
                  <a:pt x="1256864" y="714529"/>
                </a:lnTo>
                <a:moveTo>
                  <a:pt x="1226835" y="803852"/>
                </a:moveTo>
                <a:lnTo>
                  <a:pt x="1265055" y="831119"/>
                </a:lnTo>
                <a:moveTo>
                  <a:pt x="1710625" y="720787"/>
                </a:moveTo>
                <a:lnTo>
                  <a:pt x="1729045" y="737844"/>
                </a:lnTo>
                <a:moveTo>
                  <a:pt x="1578130" y="685309"/>
                </a:moveTo>
                <a:lnTo>
                  <a:pt x="1629785" y="650939"/>
                </a:lnTo>
                <a:moveTo>
                  <a:pt x="1287150" y="815386"/>
                </a:moveTo>
                <a:lnTo>
                  <a:pt x="1298240" y="805297"/>
                </a:lnTo>
                <a:moveTo>
                  <a:pt x="1226835" y="803852"/>
                </a:moveTo>
                <a:lnTo>
                  <a:pt x="1218459" y="769371"/>
                </a:lnTo>
                <a:moveTo>
                  <a:pt x="1231693" y="725392"/>
                </a:moveTo>
                <a:lnTo>
                  <a:pt x="1277374" y="703511"/>
                </a:lnTo>
                <a:moveTo>
                  <a:pt x="1330220" y="754336"/>
                </a:moveTo>
                <a:lnTo>
                  <a:pt x="1316542" y="727959"/>
                </a:lnTo>
                <a:moveTo>
                  <a:pt x="1635978" y="773471"/>
                </a:moveTo>
                <a:lnTo>
                  <a:pt x="1626411" y="755798"/>
                </a:lnTo>
                <a:moveTo>
                  <a:pt x="1670555" y="761445"/>
                </a:moveTo>
                <a:lnTo>
                  <a:pt x="1692413" y="746556"/>
                </a:lnTo>
                <a:moveTo>
                  <a:pt x="1580611" y="777090"/>
                </a:moveTo>
                <a:lnTo>
                  <a:pt x="1619567" y="753907"/>
                </a:lnTo>
                <a:moveTo>
                  <a:pt x="1524584" y="763868"/>
                </a:moveTo>
                <a:lnTo>
                  <a:pt x="1575922" y="761168"/>
                </a:lnTo>
                <a:moveTo>
                  <a:pt x="903874" y="186694"/>
                </a:moveTo>
                <a:lnTo>
                  <a:pt x="912443" y="197542"/>
                </a:lnTo>
                <a:moveTo>
                  <a:pt x="1710625" y="720787"/>
                </a:moveTo>
                <a:lnTo>
                  <a:pt x="1692413" y="746556"/>
                </a:lnTo>
                <a:moveTo>
                  <a:pt x="1540796" y="768376"/>
                </a:moveTo>
                <a:lnTo>
                  <a:pt x="1575922" y="761168"/>
                </a:lnTo>
                <a:moveTo>
                  <a:pt x="903874" y="186694"/>
                </a:moveTo>
                <a:lnTo>
                  <a:pt x="898734" y="179326"/>
                </a:lnTo>
                <a:moveTo>
                  <a:pt x="1629785" y="650939"/>
                </a:moveTo>
                <a:lnTo>
                  <a:pt x="1640911" y="648218"/>
                </a:lnTo>
                <a:moveTo>
                  <a:pt x="1361143" y="760713"/>
                </a:moveTo>
                <a:lnTo>
                  <a:pt x="1330220" y="754336"/>
                </a:lnTo>
                <a:moveTo>
                  <a:pt x="1694391" y="656878"/>
                </a:moveTo>
                <a:lnTo>
                  <a:pt x="1686701" y="622594"/>
                </a:lnTo>
                <a:moveTo>
                  <a:pt x="1692850" y="654292"/>
                </a:moveTo>
                <a:lnTo>
                  <a:pt x="1686701" y="622594"/>
                </a:lnTo>
                <a:moveTo>
                  <a:pt x="1314099" y="797016"/>
                </a:moveTo>
                <a:lnTo>
                  <a:pt x="1330220" y="754336"/>
                </a:lnTo>
                <a:moveTo>
                  <a:pt x="1361143" y="760713"/>
                </a:moveTo>
                <a:lnTo>
                  <a:pt x="1316542" y="727959"/>
                </a:lnTo>
                <a:moveTo>
                  <a:pt x="1694391" y="656878"/>
                </a:moveTo>
                <a:lnTo>
                  <a:pt x="1737175" y="634974"/>
                </a:lnTo>
                <a:moveTo>
                  <a:pt x="1287150" y="815386"/>
                </a:moveTo>
                <a:lnTo>
                  <a:pt x="1265055" y="831119"/>
                </a:lnTo>
                <a:moveTo>
                  <a:pt x="1277374" y="703511"/>
                </a:moveTo>
                <a:lnTo>
                  <a:pt x="1316542" y="727959"/>
                </a:lnTo>
                <a:moveTo>
                  <a:pt x="1710625" y="720787"/>
                </a:moveTo>
                <a:lnTo>
                  <a:pt x="1727193" y="676704"/>
                </a:lnTo>
                <a:moveTo>
                  <a:pt x="1578069" y="669859"/>
                </a:moveTo>
                <a:lnTo>
                  <a:pt x="1578130" y="685309"/>
                </a:lnTo>
                <a:moveTo>
                  <a:pt x="1599991" y="779609"/>
                </a:moveTo>
                <a:lnTo>
                  <a:pt x="1619567" y="753907"/>
                </a:lnTo>
                <a:moveTo>
                  <a:pt x="1575697" y="670872"/>
                </a:moveTo>
                <a:lnTo>
                  <a:pt x="1578130" y="685309"/>
                </a:lnTo>
                <a:moveTo>
                  <a:pt x="1599991" y="779609"/>
                </a:moveTo>
                <a:lnTo>
                  <a:pt x="1626411" y="755798"/>
                </a:lnTo>
                <a:moveTo>
                  <a:pt x="1670555" y="761445"/>
                </a:moveTo>
                <a:lnTo>
                  <a:pt x="1710625" y="720787"/>
                </a:lnTo>
                <a:moveTo>
                  <a:pt x="1231481" y="709874"/>
                </a:moveTo>
                <a:lnTo>
                  <a:pt x="1231693" y="725392"/>
                </a:lnTo>
                <a:moveTo>
                  <a:pt x="1540796" y="768376"/>
                </a:moveTo>
                <a:lnTo>
                  <a:pt x="1524584" y="763868"/>
                </a:lnTo>
                <a:moveTo>
                  <a:pt x="1261387" y="1096730"/>
                </a:moveTo>
                <a:lnTo>
                  <a:pt x="1275663" y="1081473"/>
                </a:lnTo>
                <a:moveTo>
                  <a:pt x="1580611" y="777090"/>
                </a:moveTo>
                <a:lnTo>
                  <a:pt x="1575922" y="761168"/>
                </a:lnTo>
                <a:moveTo>
                  <a:pt x="1381440" y="725859"/>
                </a:moveTo>
                <a:lnTo>
                  <a:pt x="1316542" y="727959"/>
                </a:lnTo>
                <a:moveTo>
                  <a:pt x="1204800" y="1121874"/>
                </a:moveTo>
                <a:lnTo>
                  <a:pt x="1261387" y="1096730"/>
                </a:lnTo>
                <a:moveTo>
                  <a:pt x="1635978" y="773471"/>
                </a:moveTo>
                <a:lnTo>
                  <a:pt x="1670555" y="761445"/>
                </a:lnTo>
                <a:moveTo>
                  <a:pt x="1408460" y="774146"/>
                </a:moveTo>
                <a:lnTo>
                  <a:pt x="1361143" y="760713"/>
                </a:lnTo>
                <a:moveTo>
                  <a:pt x="1523464" y="776254"/>
                </a:moveTo>
                <a:lnTo>
                  <a:pt x="1524584" y="763868"/>
                </a:lnTo>
                <a:moveTo>
                  <a:pt x="1482317" y="745732"/>
                </a:moveTo>
                <a:lnTo>
                  <a:pt x="1524584" y="763868"/>
                </a:lnTo>
                <a:moveTo>
                  <a:pt x="1218459" y="769371"/>
                </a:moveTo>
                <a:lnTo>
                  <a:pt x="1231481" y="709874"/>
                </a:lnTo>
                <a:moveTo>
                  <a:pt x="1241647" y="809785"/>
                </a:moveTo>
                <a:lnTo>
                  <a:pt x="1265055" y="831119"/>
                </a:lnTo>
                <a:moveTo>
                  <a:pt x="1523464" y="776254"/>
                </a:moveTo>
                <a:lnTo>
                  <a:pt x="1540796" y="768376"/>
                </a:lnTo>
                <a:moveTo>
                  <a:pt x="1640911" y="648218"/>
                </a:moveTo>
                <a:lnTo>
                  <a:pt x="1692850" y="654292"/>
                </a:lnTo>
                <a:moveTo>
                  <a:pt x="1361143" y="760713"/>
                </a:moveTo>
                <a:lnTo>
                  <a:pt x="1381440" y="725859"/>
                </a:lnTo>
                <a:moveTo>
                  <a:pt x="1691310" y="655491"/>
                </a:moveTo>
                <a:lnTo>
                  <a:pt x="1640911" y="648218"/>
                </a:lnTo>
                <a:moveTo>
                  <a:pt x="1694391" y="656878"/>
                </a:moveTo>
                <a:lnTo>
                  <a:pt x="1727193" y="676704"/>
                </a:lnTo>
                <a:moveTo>
                  <a:pt x="1352737" y="801880"/>
                </a:moveTo>
                <a:lnTo>
                  <a:pt x="1330220" y="754336"/>
                </a:lnTo>
                <a:moveTo>
                  <a:pt x="1244092" y="1080549"/>
                </a:moveTo>
                <a:lnTo>
                  <a:pt x="1261387" y="1096730"/>
                </a:lnTo>
                <a:moveTo>
                  <a:pt x="1493676" y="723905"/>
                </a:moveTo>
                <a:lnTo>
                  <a:pt x="1519130" y="708680"/>
                </a:lnTo>
                <a:moveTo>
                  <a:pt x="1287150" y="815386"/>
                </a:moveTo>
                <a:lnTo>
                  <a:pt x="1314099" y="797016"/>
                </a:lnTo>
                <a:moveTo>
                  <a:pt x="1412885" y="775464"/>
                </a:moveTo>
                <a:lnTo>
                  <a:pt x="1408460" y="774146"/>
                </a:lnTo>
                <a:moveTo>
                  <a:pt x="1540796" y="768376"/>
                </a:moveTo>
                <a:lnTo>
                  <a:pt x="1580611" y="777090"/>
                </a:lnTo>
                <a:moveTo>
                  <a:pt x="1578069" y="669859"/>
                </a:moveTo>
                <a:lnTo>
                  <a:pt x="1629785" y="650939"/>
                </a:lnTo>
                <a:moveTo>
                  <a:pt x="1412885" y="775464"/>
                </a:moveTo>
                <a:lnTo>
                  <a:pt x="1482317" y="745732"/>
                </a:lnTo>
                <a:moveTo>
                  <a:pt x="1408460" y="774146"/>
                </a:moveTo>
                <a:lnTo>
                  <a:pt x="1381440" y="725859"/>
                </a:lnTo>
                <a:moveTo>
                  <a:pt x="1695375" y="707260"/>
                </a:moveTo>
                <a:lnTo>
                  <a:pt x="1727193" y="676704"/>
                </a:lnTo>
                <a:moveTo>
                  <a:pt x="1335545" y="721424"/>
                </a:moveTo>
                <a:lnTo>
                  <a:pt x="1316542" y="727959"/>
                </a:lnTo>
                <a:moveTo>
                  <a:pt x="1412885" y="775464"/>
                </a:moveTo>
                <a:lnTo>
                  <a:pt x="1381440" y="725859"/>
                </a:lnTo>
                <a:moveTo>
                  <a:pt x="1218459" y="769371"/>
                </a:moveTo>
                <a:lnTo>
                  <a:pt x="1215707" y="745991"/>
                </a:lnTo>
                <a:moveTo>
                  <a:pt x="1241647" y="809785"/>
                </a:moveTo>
                <a:lnTo>
                  <a:pt x="1226835" y="803852"/>
                </a:lnTo>
                <a:moveTo>
                  <a:pt x="1213489" y="751918"/>
                </a:moveTo>
                <a:lnTo>
                  <a:pt x="1218459" y="769371"/>
                </a:lnTo>
                <a:moveTo>
                  <a:pt x="1670555" y="761445"/>
                </a:moveTo>
                <a:lnTo>
                  <a:pt x="1695375" y="707260"/>
                </a:lnTo>
                <a:moveTo>
                  <a:pt x="1213489" y="751918"/>
                </a:moveTo>
                <a:lnTo>
                  <a:pt x="1226835" y="803852"/>
                </a:lnTo>
                <a:moveTo>
                  <a:pt x="1231481" y="709874"/>
                </a:moveTo>
                <a:lnTo>
                  <a:pt x="1277374" y="703511"/>
                </a:lnTo>
                <a:moveTo>
                  <a:pt x="1482317" y="745732"/>
                </a:moveTo>
                <a:lnTo>
                  <a:pt x="1493676" y="723905"/>
                </a:lnTo>
                <a:moveTo>
                  <a:pt x="1213564" y="752366"/>
                </a:moveTo>
                <a:lnTo>
                  <a:pt x="1226835" y="803852"/>
                </a:lnTo>
                <a:moveTo>
                  <a:pt x="1352737" y="801880"/>
                </a:moveTo>
                <a:lnTo>
                  <a:pt x="1361143" y="760713"/>
                </a:lnTo>
                <a:moveTo>
                  <a:pt x="1412885" y="775464"/>
                </a:moveTo>
                <a:lnTo>
                  <a:pt x="1437891" y="728368"/>
                </a:lnTo>
                <a:moveTo>
                  <a:pt x="1470228" y="788215"/>
                </a:moveTo>
                <a:lnTo>
                  <a:pt x="1524584" y="763868"/>
                </a:lnTo>
                <a:moveTo>
                  <a:pt x="1314099" y="797016"/>
                </a:moveTo>
                <a:lnTo>
                  <a:pt x="1352737" y="801880"/>
                </a:lnTo>
                <a:moveTo>
                  <a:pt x="1695375" y="707260"/>
                </a:moveTo>
                <a:lnTo>
                  <a:pt x="1710625" y="720787"/>
                </a:lnTo>
                <a:moveTo>
                  <a:pt x="1437891" y="728368"/>
                </a:moveTo>
                <a:lnTo>
                  <a:pt x="1482317" y="745732"/>
                </a:lnTo>
                <a:moveTo>
                  <a:pt x="1510595" y="697467"/>
                </a:moveTo>
                <a:lnTo>
                  <a:pt x="1519130" y="708680"/>
                </a:lnTo>
                <a:moveTo>
                  <a:pt x="1412885" y="775464"/>
                </a:moveTo>
                <a:lnTo>
                  <a:pt x="1392375" y="711392"/>
                </a:lnTo>
                <a:moveTo>
                  <a:pt x="1244092" y="1080549"/>
                </a:moveTo>
                <a:lnTo>
                  <a:pt x="1275663" y="1081473"/>
                </a:lnTo>
                <a:moveTo>
                  <a:pt x="1352737" y="801880"/>
                </a:moveTo>
                <a:lnTo>
                  <a:pt x="1408460" y="774146"/>
                </a:lnTo>
                <a:moveTo>
                  <a:pt x="1374974" y="809006"/>
                </a:moveTo>
                <a:lnTo>
                  <a:pt x="1408460" y="774146"/>
                </a:lnTo>
                <a:moveTo>
                  <a:pt x="1392375" y="711392"/>
                </a:moveTo>
                <a:lnTo>
                  <a:pt x="1381440" y="725859"/>
                </a:lnTo>
                <a:moveTo>
                  <a:pt x="1585019" y="784097"/>
                </a:moveTo>
                <a:lnTo>
                  <a:pt x="1540796" y="768376"/>
                </a:lnTo>
                <a:moveTo>
                  <a:pt x="1642947" y="683652"/>
                </a:moveTo>
                <a:lnTo>
                  <a:pt x="1640911" y="648218"/>
                </a:lnTo>
                <a:moveTo>
                  <a:pt x="1412885" y="775464"/>
                </a:moveTo>
                <a:lnTo>
                  <a:pt x="1470228" y="788215"/>
                </a:lnTo>
                <a:moveTo>
                  <a:pt x="1353446" y="809129"/>
                </a:moveTo>
                <a:lnTo>
                  <a:pt x="1314099" y="797016"/>
                </a:lnTo>
                <a:moveTo>
                  <a:pt x="1635684" y="681089"/>
                </a:moveTo>
                <a:lnTo>
                  <a:pt x="1640911" y="648218"/>
                </a:lnTo>
                <a:moveTo>
                  <a:pt x="1290736" y="713755"/>
                </a:moveTo>
                <a:lnTo>
                  <a:pt x="1316542" y="727959"/>
                </a:lnTo>
                <a:moveTo>
                  <a:pt x="1470228" y="788215"/>
                </a:moveTo>
                <a:lnTo>
                  <a:pt x="1523464" y="776254"/>
                </a:lnTo>
                <a:moveTo>
                  <a:pt x="1470228" y="788215"/>
                </a:moveTo>
                <a:lnTo>
                  <a:pt x="1482317" y="745732"/>
                </a:lnTo>
                <a:moveTo>
                  <a:pt x="1204800" y="1121874"/>
                </a:moveTo>
                <a:lnTo>
                  <a:pt x="1244092" y="1080549"/>
                </a:lnTo>
                <a:moveTo>
                  <a:pt x="1599991" y="779609"/>
                </a:moveTo>
                <a:lnTo>
                  <a:pt x="1635978" y="773471"/>
                </a:lnTo>
                <a:moveTo>
                  <a:pt x="1694391" y="656878"/>
                </a:moveTo>
                <a:lnTo>
                  <a:pt x="1692850" y="654292"/>
                </a:lnTo>
                <a:moveTo>
                  <a:pt x="1478423" y="790228"/>
                </a:moveTo>
                <a:lnTo>
                  <a:pt x="1523464" y="776254"/>
                </a:lnTo>
                <a:moveTo>
                  <a:pt x="1666189" y="744057"/>
                </a:moveTo>
                <a:lnTo>
                  <a:pt x="1670555" y="761445"/>
                </a:lnTo>
                <a:moveTo>
                  <a:pt x="1392375" y="711392"/>
                </a:moveTo>
                <a:lnTo>
                  <a:pt x="1437891" y="728368"/>
                </a:lnTo>
                <a:moveTo>
                  <a:pt x="1691310" y="655491"/>
                </a:moveTo>
                <a:lnTo>
                  <a:pt x="1692850" y="654292"/>
                </a:lnTo>
                <a:moveTo>
                  <a:pt x="1692637" y="655814"/>
                </a:moveTo>
                <a:lnTo>
                  <a:pt x="1694391" y="656878"/>
                </a:lnTo>
                <a:moveTo>
                  <a:pt x="1482317" y="745732"/>
                </a:moveTo>
                <a:lnTo>
                  <a:pt x="1450076" y="712642"/>
                </a:lnTo>
                <a:moveTo>
                  <a:pt x="1692637" y="655814"/>
                </a:moveTo>
                <a:lnTo>
                  <a:pt x="1692850" y="654292"/>
                </a:lnTo>
                <a:moveTo>
                  <a:pt x="1510595" y="697467"/>
                </a:moveTo>
                <a:lnTo>
                  <a:pt x="1493676" y="723905"/>
                </a:lnTo>
                <a:moveTo>
                  <a:pt x="1635684" y="681089"/>
                </a:moveTo>
                <a:lnTo>
                  <a:pt x="1629785" y="650939"/>
                </a:lnTo>
                <a:moveTo>
                  <a:pt x="1471026" y="791277"/>
                </a:moveTo>
                <a:lnTo>
                  <a:pt x="1412885" y="775464"/>
                </a:lnTo>
                <a:moveTo>
                  <a:pt x="1335545" y="721424"/>
                </a:moveTo>
                <a:lnTo>
                  <a:pt x="1381440" y="725859"/>
                </a:lnTo>
                <a:moveTo>
                  <a:pt x="1691310" y="655491"/>
                </a:moveTo>
                <a:lnTo>
                  <a:pt x="1692637" y="655814"/>
                </a:lnTo>
                <a:moveTo>
                  <a:pt x="1662099" y="745765"/>
                </a:moveTo>
                <a:lnTo>
                  <a:pt x="1670555" y="761445"/>
                </a:lnTo>
                <a:moveTo>
                  <a:pt x="1575697" y="670872"/>
                </a:moveTo>
                <a:lnTo>
                  <a:pt x="1578069" y="669859"/>
                </a:lnTo>
                <a:moveTo>
                  <a:pt x="1599991" y="779609"/>
                </a:moveTo>
                <a:lnTo>
                  <a:pt x="1580611" y="777090"/>
                </a:lnTo>
                <a:moveTo>
                  <a:pt x="1585019" y="784097"/>
                </a:moveTo>
                <a:lnTo>
                  <a:pt x="1523464" y="776254"/>
                </a:lnTo>
                <a:moveTo>
                  <a:pt x="1450076" y="712642"/>
                </a:moveTo>
                <a:lnTo>
                  <a:pt x="1493676" y="723905"/>
                </a:lnTo>
                <a:moveTo>
                  <a:pt x="1519130" y="708680"/>
                </a:moveTo>
                <a:lnTo>
                  <a:pt x="1524804" y="681305"/>
                </a:lnTo>
                <a:moveTo>
                  <a:pt x="1695375" y="707260"/>
                </a:moveTo>
                <a:lnTo>
                  <a:pt x="1694391" y="656878"/>
                </a:lnTo>
                <a:moveTo>
                  <a:pt x="1204800" y="1121874"/>
                </a:moveTo>
                <a:lnTo>
                  <a:pt x="1225915" y="1088497"/>
                </a:lnTo>
                <a:moveTo>
                  <a:pt x="1241647" y="809785"/>
                </a:moveTo>
                <a:lnTo>
                  <a:pt x="1287150" y="815386"/>
                </a:lnTo>
                <a:moveTo>
                  <a:pt x="1695375" y="707260"/>
                </a:moveTo>
                <a:lnTo>
                  <a:pt x="1692637" y="655814"/>
                </a:lnTo>
                <a:moveTo>
                  <a:pt x="1437891" y="728368"/>
                </a:moveTo>
                <a:lnTo>
                  <a:pt x="1450076" y="712642"/>
                </a:lnTo>
                <a:moveTo>
                  <a:pt x="1290736" y="713755"/>
                </a:moveTo>
                <a:lnTo>
                  <a:pt x="1277374" y="703511"/>
                </a:lnTo>
                <a:moveTo>
                  <a:pt x="1585019" y="784097"/>
                </a:moveTo>
                <a:lnTo>
                  <a:pt x="1580611" y="777090"/>
                </a:lnTo>
                <a:moveTo>
                  <a:pt x="1353446" y="809129"/>
                </a:moveTo>
                <a:lnTo>
                  <a:pt x="1287150" y="815386"/>
                </a:lnTo>
                <a:moveTo>
                  <a:pt x="1374974" y="809006"/>
                </a:moveTo>
                <a:lnTo>
                  <a:pt x="1352737" y="801880"/>
                </a:lnTo>
                <a:moveTo>
                  <a:pt x="1225915" y="1088497"/>
                </a:moveTo>
                <a:lnTo>
                  <a:pt x="1244092" y="1080549"/>
                </a:lnTo>
                <a:moveTo>
                  <a:pt x="1215707" y="745991"/>
                </a:moveTo>
                <a:lnTo>
                  <a:pt x="1231481" y="709874"/>
                </a:lnTo>
                <a:moveTo>
                  <a:pt x="1662099" y="745765"/>
                </a:moveTo>
                <a:lnTo>
                  <a:pt x="1635978" y="773471"/>
                </a:lnTo>
                <a:moveTo>
                  <a:pt x="1478423" y="790228"/>
                </a:moveTo>
                <a:lnTo>
                  <a:pt x="1470228" y="788215"/>
                </a:lnTo>
                <a:moveTo>
                  <a:pt x="1205903" y="1113292"/>
                </a:moveTo>
                <a:lnTo>
                  <a:pt x="1204800" y="1121874"/>
                </a:lnTo>
                <a:moveTo>
                  <a:pt x="1353446" y="809129"/>
                </a:moveTo>
                <a:lnTo>
                  <a:pt x="1352737" y="801880"/>
                </a:lnTo>
                <a:moveTo>
                  <a:pt x="1681431" y="697982"/>
                </a:moveTo>
                <a:lnTo>
                  <a:pt x="1691310" y="655491"/>
                </a:lnTo>
                <a:moveTo>
                  <a:pt x="1471026" y="791277"/>
                </a:moveTo>
                <a:lnTo>
                  <a:pt x="1470228" y="788215"/>
                </a:lnTo>
                <a:moveTo>
                  <a:pt x="1215482" y="751206"/>
                </a:moveTo>
                <a:lnTo>
                  <a:pt x="1231481" y="709874"/>
                </a:lnTo>
                <a:moveTo>
                  <a:pt x="1681431" y="697982"/>
                </a:moveTo>
                <a:lnTo>
                  <a:pt x="1692637" y="655814"/>
                </a:lnTo>
                <a:moveTo>
                  <a:pt x="1585019" y="784097"/>
                </a:moveTo>
                <a:lnTo>
                  <a:pt x="1599991" y="779609"/>
                </a:lnTo>
                <a:moveTo>
                  <a:pt x="1353446" y="809129"/>
                </a:moveTo>
                <a:lnTo>
                  <a:pt x="1374974" y="809006"/>
                </a:lnTo>
                <a:moveTo>
                  <a:pt x="1437891" y="728368"/>
                </a:moveTo>
                <a:lnTo>
                  <a:pt x="1408332" y="695857"/>
                </a:lnTo>
                <a:moveTo>
                  <a:pt x="1471026" y="791277"/>
                </a:moveTo>
                <a:lnTo>
                  <a:pt x="1478423" y="790228"/>
                </a:lnTo>
                <a:moveTo>
                  <a:pt x="1311557" y="792777"/>
                </a:moveTo>
                <a:lnTo>
                  <a:pt x="1287150" y="815386"/>
                </a:lnTo>
                <a:moveTo>
                  <a:pt x="1642947" y="683652"/>
                </a:moveTo>
                <a:lnTo>
                  <a:pt x="1691310" y="655491"/>
                </a:lnTo>
                <a:moveTo>
                  <a:pt x="1417888" y="808386"/>
                </a:moveTo>
                <a:lnTo>
                  <a:pt x="1408460" y="774146"/>
                </a:lnTo>
                <a:moveTo>
                  <a:pt x="1578069" y="669859"/>
                </a:moveTo>
                <a:lnTo>
                  <a:pt x="1635684" y="681089"/>
                </a:lnTo>
                <a:moveTo>
                  <a:pt x="1524804" y="681305"/>
                </a:moveTo>
                <a:lnTo>
                  <a:pt x="1575697" y="670872"/>
                </a:lnTo>
                <a:moveTo>
                  <a:pt x="1417888" y="808386"/>
                </a:moveTo>
                <a:lnTo>
                  <a:pt x="1412885" y="775464"/>
                </a:lnTo>
                <a:moveTo>
                  <a:pt x="1534052" y="794750"/>
                </a:moveTo>
                <a:lnTo>
                  <a:pt x="1523464" y="776254"/>
                </a:lnTo>
                <a:moveTo>
                  <a:pt x="1681431" y="697982"/>
                </a:moveTo>
                <a:lnTo>
                  <a:pt x="1695375" y="707260"/>
                </a:lnTo>
                <a:moveTo>
                  <a:pt x="1392375" y="711392"/>
                </a:moveTo>
                <a:lnTo>
                  <a:pt x="1408332" y="695857"/>
                </a:lnTo>
                <a:moveTo>
                  <a:pt x="1213564" y="752366"/>
                </a:moveTo>
                <a:lnTo>
                  <a:pt x="1241647" y="809785"/>
                </a:lnTo>
                <a:moveTo>
                  <a:pt x="1213489" y="751918"/>
                </a:moveTo>
                <a:lnTo>
                  <a:pt x="1215707" y="745991"/>
                </a:lnTo>
                <a:moveTo>
                  <a:pt x="1408498" y="808680"/>
                </a:moveTo>
                <a:lnTo>
                  <a:pt x="1408460" y="774146"/>
                </a:lnTo>
                <a:moveTo>
                  <a:pt x="1231481" y="709874"/>
                </a:moveTo>
                <a:lnTo>
                  <a:pt x="1290736" y="713755"/>
                </a:lnTo>
                <a:moveTo>
                  <a:pt x="1213375" y="751660"/>
                </a:moveTo>
                <a:lnTo>
                  <a:pt x="1215707" y="745991"/>
                </a:lnTo>
                <a:moveTo>
                  <a:pt x="1593725" y="772405"/>
                </a:moveTo>
                <a:lnTo>
                  <a:pt x="1599991" y="779609"/>
                </a:lnTo>
                <a:moveTo>
                  <a:pt x="1666189" y="744057"/>
                </a:moveTo>
                <a:lnTo>
                  <a:pt x="1695375" y="707260"/>
                </a:lnTo>
                <a:moveTo>
                  <a:pt x="1510595" y="697467"/>
                </a:moveTo>
                <a:lnTo>
                  <a:pt x="1524804" y="681305"/>
                </a:lnTo>
                <a:moveTo>
                  <a:pt x="1213375" y="751660"/>
                </a:moveTo>
                <a:lnTo>
                  <a:pt x="1213489" y="751918"/>
                </a:lnTo>
                <a:moveTo>
                  <a:pt x="1213564" y="752366"/>
                </a:moveTo>
                <a:lnTo>
                  <a:pt x="1213489" y="751918"/>
                </a:lnTo>
                <a:moveTo>
                  <a:pt x="1213564" y="752366"/>
                </a:moveTo>
                <a:lnTo>
                  <a:pt x="1213375" y="751660"/>
                </a:lnTo>
                <a:moveTo>
                  <a:pt x="1215482" y="751206"/>
                </a:moveTo>
                <a:lnTo>
                  <a:pt x="1215707" y="745991"/>
                </a:lnTo>
                <a:moveTo>
                  <a:pt x="1618574" y="734276"/>
                </a:moveTo>
                <a:lnTo>
                  <a:pt x="1635978" y="773471"/>
                </a:lnTo>
                <a:moveTo>
                  <a:pt x="1205903" y="1113292"/>
                </a:moveTo>
                <a:lnTo>
                  <a:pt x="1225915" y="1088497"/>
                </a:lnTo>
                <a:moveTo>
                  <a:pt x="1277813" y="715315"/>
                </a:moveTo>
                <a:lnTo>
                  <a:pt x="1231481" y="709874"/>
                </a:lnTo>
                <a:moveTo>
                  <a:pt x="1213375" y="751660"/>
                </a:moveTo>
                <a:lnTo>
                  <a:pt x="1215482" y="751206"/>
                </a:lnTo>
                <a:moveTo>
                  <a:pt x="1213564" y="752366"/>
                </a:moveTo>
                <a:lnTo>
                  <a:pt x="1215482" y="751206"/>
                </a:lnTo>
                <a:moveTo>
                  <a:pt x="1408332" y="695857"/>
                </a:moveTo>
                <a:lnTo>
                  <a:pt x="1450076" y="712642"/>
                </a:lnTo>
                <a:moveTo>
                  <a:pt x="1290736" y="713755"/>
                </a:moveTo>
                <a:lnTo>
                  <a:pt x="1335545" y="721424"/>
                </a:lnTo>
                <a:moveTo>
                  <a:pt x="1386738" y="699003"/>
                </a:moveTo>
                <a:lnTo>
                  <a:pt x="1392375" y="711392"/>
                </a:lnTo>
                <a:moveTo>
                  <a:pt x="1593725" y="772405"/>
                </a:moveTo>
                <a:lnTo>
                  <a:pt x="1585019" y="784097"/>
                </a:lnTo>
                <a:moveTo>
                  <a:pt x="1474653" y="689526"/>
                </a:moveTo>
                <a:lnTo>
                  <a:pt x="1493676" y="723905"/>
                </a:lnTo>
                <a:moveTo>
                  <a:pt x="1356601" y="708781"/>
                </a:moveTo>
                <a:lnTo>
                  <a:pt x="1381440" y="725859"/>
                </a:lnTo>
                <a:moveTo>
                  <a:pt x="1503240" y="686103"/>
                </a:moveTo>
                <a:lnTo>
                  <a:pt x="1510595" y="697467"/>
                </a:lnTo>
                <a:moveTo>
                  <a:pt x="1266727" y="785171"/>
                </a:moveTo>
                <a:lnTo>
                  <a:pt x="1287150" y="815386"/>
                </a:lnTo>
                <a:moveTo>
                  <a:pt x="1666189" y="744057"/>
                </a:moveTo>
                <a:lnTo>
                  <a:pt x="1681431" y="697982"/>
                </a:lnTo>
                <a:moveTo>
                  <a:pt x="1642947" y="683652"/>
                </a:moveTo>
                <a:lnTo>
                  <a:pt x="1681431" y="697982"/>
                </a:lnTo>
                <a:moveTo>
                  <a:pt x="1311557" y="792777"/>
                </a:moveTo>
                <a:lnTo>
                  <a:pt x="1353446" y="809129"/>
                </a:lnTo>
                <a:moveTo>
                  <a:pt x="1478423" y="790228"/>
                </a:moveTo>
                <a:lnTo>
                  <a:pt x="1534052" y="794750"/>
                </a:lnTo>
                <a:moveTo>
                  <a:pt x="1663988" y="742377"/>
                </a:moveTo>
                <a:lnTo>
                  <a:pt x="1681431" y="697982"/>
                </a:lnTo>
                <a:moveTo>
                  <a:pt x="1408498" y="808680"/>
                </a:moveTo>
                <a:lnTo>
                  <a:pt x="1374974" y="809006"/>
                </a:lnTo>
                <a:moveTo>
                  <a:pt x="1599991" y="779609"/>
                </a:moveTo>
                <a:lnTo>
                  <a:pt x="1618574" y="734276"/>
                </a:lnTo>
                <a:moveTo>
                  <a:pt x="1642947" y="683652"/>
                </a:moveTo>
                <a:lnTo>
                  <a:pt x="1635684" y="681089"/>
                </a:lnTo>
                <a:moveTo>
                  <a:pt x="1662099" y="745765"/>
                </a:moveTo>
                <a:lnTo>
                  <a:pt x="1666189" y="744057"/>
                </a:lnTo>
                <a:moveTo>
                  <a:pt x="1526792" y="796587"/>
                </a:moveTo>
                <a:lnTo>
                  <a:pt x="1478423" y="790228"/>
                </a:lnTo>
                <a:moveTo>
                  <a:pt x="1590282" y="709876"/>
                </a:moveTo>
                <a:lnTo>
                  <a:pt x="1578069" y="669859"/>
                </a:lnTo>
                <a:moveTo>
                  <a:pt x="1663988" y="742377"/>
                </a:moveTo>
                <a:lnTo>
                  <a:pt x="1666189" y="744057"/>
                </a:lnTo>
                <a:moveTo>
                  <a:pt x="1356601" y="708781"/>
                </a:moveTo>
                <a:lnTo>
                  <a:pt x="1392375" y="711392"/>
                </a:lnTo>
                <a:moveTo>
                  <a:pt x="1417888" y="808386"/>
                </a:moveTo>
                <a:lnTo>
                  <a:pt x="1471026" y="791277"/>
                </a:lnTo>
                <a:moveTo>
                  <a:pt x="1534052" y="794750"/>
                </a:moveTo>
                <a:lnTo>
                  <a:pt x="1585019" y="784097"/>
                </a:lnTo>
                <a:moveTo>
                  <a:pt x="1579772" y="705992"/>
                </a:moveTo>
                <a:lnTo>
                  <a:pt x="1578069" y="669859"/>
                </a:lnTo>
                <a:moveTo>
                  <a:pt x="1474653" y="689526"/>
                </a:moveTo>
                <a:lnTo>
                  <a:pt x="1510595" y="697467"/>
                </a:lnTo>
                <a:moveTo>
                  <a:pt x="1663988" y="742377"/>
                </a:moveTo>
                <a:lnTo>
                  <a:pt x="1662099" y="745765"/>
                </a:lnTo>
                <a:moveTo>
                  <a:pt x="1579772" y="705992"/>
                </a:moveTo>
                <a:lnTo>
                  <a:pt x="1575697" y="670872"/>
                </a:lnTo>
                <a:moveTo>
                  <a:pt x="1633745" y="689151"/>
                </a:moveTo>
                <a:lnTo>
                  <a:pt x="1642947" y="683652"/>
                </a:lnTo>
                <a:moveTo>
                  <a:pt x="1633745" y="689151"/>
                </a:moveTo>
                <a:lnTo>
                  <a:pt x="1635684" y="681089"/>
                </a:lnTo>
                <a:moveTo>
                  <a:pt x="1532841" y="689522"/>
                </a:moveTo>
                <a:lnTo>
                  <a:pt x="1575697" y="670872"/>
                </a:lnTo>
                <a:moveTo>
                  <a:pt x="1239733" y="748107"/>
                </a:moveTo>
                <a:lnTo>
                  <a:pt x="1231481" y="709874"/>
                </a:lnTo>
                <a:moveTo>
                  <a:pt x="1474653" y="689526"/>
                </a:moveTo>
                <a:lnTo>
                  <a:pt x="1450076" y="712642"/>
                </a:lnTo>
                <a:moveTo>
                  <a:pt x="1503240" y="686103"/>
                </a:moveTo>
                <a:lnTo>
                  <a:pt x="1524804" y="681305"/>
                </a:lnTo>
                <a:moveTo>
                  <a:pt x="1356601" y="708781"/>
                </a:moveTo>
                <a:lnTo>
                  <a:pt x="1335545" y="721424"/>
                </a:lnTo>
                <a:moveTo>
                  <a:pt x="1386738" y="699003"/>
                </a:moveTo>
                <a:lnTo>
                  <a:pt x="1408332" y="695857"/>
                </a:lnTo>
                <a:moveTo>
                  <a:pt x="1534052" y="794750"/>
                </a:moveTo>
                <a:lnTo>
                  <a:pt x="1593725" y="772405"/>
                </a:lnTo>
                <a:moveTo>
                  <a:pt x="1277813" y="715315"/>
                </a:moveTo>
                <a:lnTo>
                  <a:pt x="1290736" y="713755"/>
                </a:lnTo>
                <a:moveTo>
                  <a:pt x="1266727" y="785171"/>
                </a:moveTo>
                <a:lnTo>
                  <a:pt x="1241647" y="809785"/>
                </a:lnTo>
                <a:moveTo>
                  <a:pt x="1266727" y="785171"/>
                </a:moveTo>
                <a:lnTo>
                  <a:pt x="1213564" y="752366"/>
                </a:lnTo>
                <a:moveTo>
                  <a:pt x="1370836" y="807391"/>
                </a:moveTo>
                <a:lnTo>
                  <a:pt x="1374974" y="809006"/>
                </a:lnTo>
                <a:moveTo>
                  <a:pt x="1624469" y="723259"/>
                </a:moveTo>
                <a:lnTo>
                  <a:pt x="1681431" y="697982"/>
                </a:lnTo>
                <a:moveTo>
                  <a:pt x="1593725" y="772405"/>
                </a:moveTo>
                <a:lnTo>
                  <a:pt x="1618574" y="734276"/>
                </a:lnTo>
                <a:moveTo>
                  <a:pt x="1293551" y="718389"/>
                </a:moveTo>
                <a:lnTo>
                  <a:pt x="1290736" y="713755"/>
                </a:lnTo>
                <a:moveTo>
                  <a:pt x="1618574" y="734276"/>
                </a:moveTo>
                <a:lnTo>
                  <a:pt x="1662099" y="745765"/>
                </a:lnTo>
                <a:moveTo>
                  <a:pt x="1484111" y="802348"/>
                </a:moveTo>
                <a:lnTo>
                  <a:pt x="1478423" y="790228"/>
                </a:lnTo>
                <a:moveTo>
                  <a:pt x="1618574" y="734276"/>
                </a:moveTo>
                <a:lnTo>
                  <a:pt x="1663988" y="742377"/>
                </a:lnTo>
                <a:moveTo>
                  <a:pt x="1239733" y="748107"/>
                </a:moveTo>
                <a:lnTo>
                  <a:pt x="1213564" y="752366"/>
                </a:lnTo>
                <a:moveTo>
                  <a:pt x="1624469" y="723259"/>
                </a:moveTo>
                <a:lnTo>
                  <a:pt x="1642947" y="683652"/>
                </a:lnTo>
                <a:moveTo>
                  <a:pt x="1624469" y="723259"/>
                </a:moveTo>
                <a:lnTo>
                  <a:pt x="1663988" y="742377"/>
                </a:lnTo>
                <a:moveTo>
                  <a:pt x="1484111" y="802348"/>
                </a:moveTo>
                <a:lnTo>
                  <a:pt x="1471026" y="791277"/>
                </a:lnTo>
                <a:moveTo>
                  <a:pt x="1277813" y="715315"/>
                </a:moveTo>
                <a:lnTo>
                  <a:pt x="1293551" y="718389"/>
                </a:lnTo>
                <a:moveTo>
                  <a:pt x="1370836" y="807391"/>
                </a:moveTo>
                <a:lnTo>
                  <a:pt x="1353446" y="809129"/>
                </a:lnTo>
                <a:moveTo>
                  <a:pt x="1239733" y="748107"/>
                </a:moveTo>
                <a:lnTo>
                  <a:pt x="1215482" y="751206"/>
                </a:lnTo>
                <a:moveTo>
                  <a:pt x="1593725" y="772405"/>
                </a:moveTo>
                <a:lnTo>
                  <a:pt x="1590282" y="709876"/>
                </a:lnTo>
                <a:moveTo>
                  <a:pt x="1624469" y="723259"/>
                </a:moveTo>
                <a:lnTo>
                  <a:pt x="1633745" y="689151"/>
                </a:lnTo>
                <a:moveTo>
                  <a:pt x="1593725" y="772405"/>
                </a:moveTo>
                <a:lnTo>
                  <a:pt x="1579772" y="705992"/>
                </a:lnTo>
                <a:moveTo>
                  <a:pt x="1590282" y="709876"/>
                </a:moveTo>
                <a:lnTo>
                  <a:pt x="1635684" y="681089"/>
                </a:lnTo>
                <a:moveTo>
                  <a:pt x="1356601" y="708781"/>
                </a:moveTo>
                <a:lnTo>
                  <a:pt x="1290736" y="713755"/>
                </a:lnTo>
                <a:moveTo>
                  <a:pt x="1526792" y="796587"/>
                </a:moveTo>
                <a:lnTo>
                  <a:pt x="1534052" y="794750"/>
                </a:lnTo>
                <a:moveTo>
                  <a:pt x="1532841" y="689522"/>
                </a:moveTo>
                <a:lnTo>
                  <a:pt x="1524804" y="681305"/>
                </a:lnTo>
                <a:moveTo>
                  <a:pt x="1266727" y="785171"/>
                </a:moveTo>
                <a:lnTo>
                  <a:pt x="1311557" y="792777"/>
                </a:lnTo>
                <a:moveTo>
                  <a:pt x="1423802" y="699833"/>
                </a:moveTo>
                <a:lnTo>
                  <a:pt x="1450076" y="712642"/>
                </a:lnTo>
                <a:moveTo>
                  <a:pt x="1408498" y="808680"/>
                </a:moveTo>
                <a:lnTo>
                  <a:pt x="1417888" y="808386"/>
                </a:lnTo>
                <a:moveTo>
                  <a:pt x="1474653" y="689526"/>
                </a:moveTo>
                <a:lnTo>
                  <a:pt x="1503240" y="686103"/>
                </a:lnTo>
                <a:moveTo>
                  <a:pt x="1590282" y="709876"/>
                </a:moveTo>
                <a:lnTo>
                  <a:pt x="1633745" y="689151"/>
                </a:lnTo>
                <a:moveTo>
                  <a:pt x="1562879" y="750190"/>
                </a:moveTo>
                <a:lnTo>
                  <a:pt x="1593725" y="772405"/>
                </a:lnTo>
                <a:moveTo>
                  <a:pt x="1356601" y="708781"/>
                </a:moveTo>
                <a:lnTo>
                  <a:pt x="1386738" y="699003"/>
                </a:lnTo>
                <a:moveTo>
                  <a:pt x="1333698" y="776908"/>
                </a:moveTo>
                <a:lnTo>
                  <a:pt x="1353446" y="809129"/>
                </a:lnTo>
                <a:moveTo>
                  <a:pt x="1239733" y="748107"/>
                </a:moveTo>
                <a:lnTo>
                  <a:pt x="1277813" y="715315"/>
                </a:lnTo>
                <a:moveTo>
                  <a:pt x="1618574" y="734276"/>
                </a:moveTo>
                <a:lnTo>
                  <a:pt x="1624469" y="723259"/>
                </a:lnTo>
                <a:moveTo>
                  <a:pt x="1503240" y="686103"/>
                </a:moveTo>
                <a:lnTo>
                  <a:pt x="1532841" y="689522"/>
                </a:lnTo>
                <a:moveTo>
                  <a:pt x="1293551" y="718389"/>
                </a:moveTo>
                <a:lnTo>
                  <a:pt x="1356601" y="708781"/>
                </a:lnTo>
                <a:moveTo>
                  <a:pt x="1439469" y="794182"/>
                </a:moveTo>
                <a:lnTo>
                  <a:pt x="1471026" y="791277"/>
                </a:lnTo>
                <a:moveTo>
                  <a:pt x="1618574" y="734276"/>
                </a:moveTo>
                <a:lnTo>
                  <a:pt x="1590282" y="709876"/>
                </a:lnTo>
                <a:moveTo>
                  <a:pt x="1423802" y="699833"/>
                </a:moveTo>
                <a:lnTo>
                  <a:pt x="1408332" y="695857"/>
                </a:lnTo>
                <a:moveTo>
                  <a:pt x="1590282" y="709876"/>
                </a:moveTo>
                <a:lnTo>
                  <a:pt x="1624469" y="723259"/>
                </a:lnTo>
                <a:moveTo>
                  <a:pt x="1562879" y="750190"/>
                </a:moveTo>
                <a:lnTo>
                  <a:pt x="1534052" y="794750"/>
                </a:lnTo>
                <a:moveTo>
                  <a:pt x="1333698" y="776908"/>
                </a:moveTo>
                <a:lnTo>
                  <a:pt x="1311557" y="792777"/>
                </a:lnTo>
                <a:moveTo>
                  <a:pt x="1370836" y="807391"/>
                </a:moveTo>
                <a:lnTo>
                  <a:pt x="1408498" y="808680"/>
                </a:lnTo>
                <a:moveTo>
                  <a:pt x="1484111" y="802348"/>
                </a:moveTo>
                <a:lnTo>
                  <a:pt x="1526792" y="796587"/>
                </a:lnTo>
                <a:moveTo>
                  <a:pt x="1526792" y="796587"/>
                </a:moveTo>
                <a:lnTo>
                  <a:pt x="1562879" y="750190"/>
                </a:lnTo>
                <a:moveTo>
                  <a:pt x="1266727" y="785171"/>
                </a:moveTo>
                <a:lnTo>
                  <a:pt x="1239733" y="748107"/>
                </a:lnTo>
                <a:moveTo>
                  <a:pt x="1590282" y="709876"/>
                </a:moveTo>
                <a:lnTo>
                  <a:pt x="1579772" y="705992"/>
                </a:lnTo>
                <a:moveTo>
                  <a:pt x="1328122" y="722547"/>
                </a:moveTo>
                <a:lnTo>
                  <a:pt x="1293551" y="718389"/>
                </a:lnTo>
                <a:moveTo>
                  <a:pt x="1386738" y="699003"/>
                </a:moveTo>
                <a:lnTo>
                  <a:pt x="1423802" y="699833"/>
                </a:lnTo>
                <a:moveTo>
                  <a:pt x="1423283" y="700037"/>
                </a:moveTo>
                <a:lnTo>
                  <a:pt x="1386738" y="699003"/>
                </a:lnTo>
                <a:moveTo>
                  <a:pt x="1532841" y="689522"/>
                </a:moveTo>
                <a:lnTo>
                  <a:pt x="1579772" y="705992"/>
                </a:lnTo>
                <a:moveTo>
                  <a:pt x="1289030" y="758169"/>
                </a:moveTo>
                <a:lnTo>
                  <a:pt x="1277813" y="715315"/>
                </a:lnTo>
                <a:moveTo>
                  <a:pt x="1562879" y="750190"/>
                </a:moveTo>
                <a:lnTo>
                  <a:pt x="1579772" y="705992"/>
                </a:lnTo>
                <a:moveTo>
                  <a:pt x="1328122" y="722547"/>
                </a:moveTo>
                <a:lnTo>
                  <a:pt x="1356601" y="708781"/>
                </a:lnTo>
                <a:moveTo>
                  <a:pt x="1562879" y="750190"/>
                </a:moveTo>
                <a:lnTo>
                  <a:pt x="1532841" y="689522"/>
                </a:lnTo>
                <a:moveTo>
                  <a:pt x="1289030" y="758169"/>
                </a:moveTo>
                <a:lnTo>
                  <a:pt x="1293551" y="718389"/>
                </a:lnTo>
                <a:moveTo>
                  <a:pt x="1359887" y="727928"/>
                </a:moveTo>
                <a:lnTo>
                  <a:pt x="1386738" y="699003"/>
                </a:lnTo>
                <a:moveTo>
                  <a:pt x="1439469" y="794182"/>
                </a:moveTo>
                <a:lnTo>
                  <a:pt x="1417888" y="808386"/>
                </a:lnTo>
                <a:moveTo>
                  <a:pt x="1423802" y="699833"/>
                </a:moveTo>
                <a:lnTo>
                  <a:pt x="1474653" y="689526"/>
                </a:lnTo>
                <a:moveTo>
                  <a:pt x="1423814" y="700163"/>
                </a:moveTo>
                <a:lnTo>
                  <a:pt x="1474653" y="689526"/>
                </a:lnTo>
                <a:moveTo>
                  <a:pt x="1333698" y="776908"/>
                </a:moveTo>
                <a:lnTo>
                  <a:pt x="1266727" y="785171"/>
                </a:lnTo>
                <a:moveTo>
                  <a:pt x="1386674" y="789759"/>
                </a:moveTo>
                <a:lnTo>
                  <a:pt x="1408498" y="808680"/>
                </a:lnTo>
                <a:moveTo>
                  <a:pt x="1324093" y="770672"/>
                </a:moveTo>
                <a:lnTo>
                  <a:pt x="1266727" y="785171"/>
                </a:lnTo>
                <a:moveTo>
                  <a:pt x="1266727" y="785171"/>
                </a:moveTo>
                <a:lnTo>
                  <a:pt x="1289030" y="758169"/>
                </a:lnTo>
                <a:moveTo>
                  <a:pt x="1553335" y="743178"/>
                </a:moveTo>
                <a:lnTo>
                  <a:pt x="1532841" y="689522"/>
                </a:lnTo>
                <a:moveTo>
                  <a:pt x="1535551" y="699326"/>
                </a:moveTo>
                <a:lnTo>
                  <a:pt x="1532841" y="689522"/>
                </a:lnTo>
                <a:moveTo>
                  <a:pt x="1333698" y="776908"/>
                </a:moveTo>
                <a:lnTo>
                  <a:pt x="1370836" y="807391"/>
                </a:lnTo>
                <a:moveTo>
                  <a:pt x="1379256" y="730151"/>
                </a:moveTo>
                <a:lnTo>
                  <a:pt x="1386738" y="699003"/>
                </a:lnTo>
                <a:moveTo>
                  <a:pt x="1239733" y="748107"/>
                </a:moveTo>
                <a:lnTo>
                  <a:pt x="1289030" y="758169"/>
                </a:lnTo>
                <a:moveTo>
                  <a:pt x="1359887" y="727928"/>
                </a:moveTo>
                <a:lnTo>
                  <a:pt x="1356601" y="708781"/>
                </a:lnTo>
                <a:moveTo>
                  <a:pt x="1483310" y="712145"/>
                </a:moveTo>
                <a:lnTo>
                  <a:pt x="1503240" y="686103"/>
                </a:lnTo>
                <a:moveTo>
                  <a:pt x="1486523" y="713092"/>
                </a:moveTo>
                <a:lnTo>
                  <a:pt x="1503240" y="686103"/>
                </a:lnTo>
                <a:moveTo>
                  <a:pt x="1397937" y="776770"/>
                </a:moveTo>
                <a:lnTo>
                  <a:pt x="1417888" y="808386"/>
                </a:lnTo>
                <a:moveTo>
                  <a:pt x="1508683" y="774480"/>
                </a:moveTo>
                <a:lnTo>
                  <a:pt x="1526792" y="796587"/>
                </a:lnTo>
                <a:moveTo>
                  <a:pt x="1553335" y="743178"/>
                </a:moveTo>
                <a:lnTo>
                  <a:pt x="1562879" y="750190"/>
                </a:lnTo>
                <a:moveTo>
                  <a:pt x="1408498" y="808680"/>
                </a:moveTo>
                <a:lnTo>
                  <a:pt x="1397937" y="776770"/>
                </a:lnTo>
                <a:moveTo>
                  <a:pt x="1335765" y="774709"/>
                </a:moveTo>
                <a:lnTo>
                  <a:pt x="1328122" y="722547"/>
                </a:lnTo>
                <a:moveTo>
                  <a:pt x="1324093" y="770672"/>
                </a:moveTo>
                <a:lnTo>
                  <a:pt x="1328122" y="722547"/>
                </a:lnTo>
                <a:moveTo>
                  <a:pt x="1386674" y="789759"/>
                </a:moveTo>
                <a:lnTo>
                  <a:pt x="1370836" y="807391"/>
                </a:lnTo>
                <a:moveTo>
                  <a:pt x="1439469" y="794182"/>
                </a:moveTo>
                <a:lnTo>
                  <a:pt x="1484111" y="802348"/>
                </a:lnTo>
                <a:moveTo>
                  <a:pt x="1289030" y="758169"/>
                </a:moveTo>
                <a:lnTo>
                  <a:pt x="1328122" y="722547"/>
                </a:lnTo>
                <a:moveTo>
                  <a:pt x="1423283" y="700037"/>
                </a:moveTo>
                <a:lnTo>
                  <a:pt x="1423802" y="699833"/>
                </a:lnTo>
                <a:moveTo>
                  <a:pt x="1423814" y="700163"/>
                </a:moveTo>
                <a:lnTo>
                  <a:pt x="1423802" y="699833"/>
                </a:lnTo>
                <a:moveTo>
                  <a:pt x="1423283" y="700037"/>
                </a:moveTo>
                <a:lnTo>
                  <a:pt x="1423814" y="700163"/>
                </a:lnTo>
                <a:moveTo>
                  <a:pt x="1333698" y="776908"/>
                </a:moveTo>
                <a:lnTo>
                  <a:pt x="1335765" y="774709"/>
                </a:lnTo>
                <a:moveTo>
                  <a:pt x="1333698" y="776908"/>
                </a:moveTo>
                <a:lnTo>
                  <a:pt x="1324093" y="770672"/>
                </a:lnTo>
                <a:moveTo>
                  <a:pt x="1483310" y="712145"/>
                </a:moveTo>
                <a:lnTo>
                  <a:pt x="1474653" y="689526"/>
                </a:lnTo>
                <a:moveTo>
                  <a:pt x="1328122" y="722547"/>
                </a:moveTo>
                <a:lnTo>
                  <a:pt x="1359887" y="727928"/>
                </a:lnTo>
                <a:moveTo>
                  <a:pt x="1324093" y="770672"/>
                </a:moveTo>
                <a:lnTo>
                  <a:pt x="1335765" y="774709"/>
                </a:lnTo>
                <a:moveTo>
                  <a:pt x="1553335" y="743178"/>
                </a:moveTo>
                <a:lnTo>
                  <a:pt x="1535551" y="699326"/>
                </a:lnTo>
                <a:moveTo>
                  <a:pt x="1324093" y="770672"/>
                </a:moveTo>
                <a:lnTo>
                  <a:pt x="1289030" y="758169"/>
                </a:lnTo>
                <a:moveTo>
                  <a:pt x="1333698" y="776908"/>
                </a:moveTo>
                <a:lnTo>
                  <a:pt x="1386674" y="789759"/>
                </a:lnTo>
                <a:moveTo>
                  <a:pt x="1486523" y="713092"/>
                </a:moveTo>
                <a:lnTo>
                  <a:pt x="1532841" y="689522"/>
                </a:lnTo>
                <a:moveTo>
                  <a:pt x="1508683" y="774480"/>
                </a:moveTo>
                <a:lnTo>
                  <a:pt x="1484111" y="802348"/>
                </a:lnTo>
                <a:moveTo>
                  <a:pt x="1335765" y="774709"/>
                </a:moveTo>
                <a:lnTo>
                  <a:pt x="1386674" y="789759"/>
                </a:lnTo>
                <a:moveTo>
                  <a:pt x="1508683" y="774480"/>
                </a:moveTo>
                <a:lnTo>
                  <a:pt x="1562879" y="750190"/>
                </a:lnTo>
                <a:moveTo>
                  <a:pt x="1335765" y="774709"/>
                </a:moveTo>
                <a:lnTo>
                  <a:pt x="1359887" y="727928"/>
                </a:lnTo>
                <a:moveTo>
                  <a:pt x="1386674" y="789759"/>
                </a:moveTo>
                <a:lnTo>
                  <a:pt x="1359887" y="727928"/>
                </a:lnTo>
                <a:moveTo>
                  <a:pt x="1508683" y="774480"/>
                </a:moveTo>
                <a:lnTo>
                  <a:pt x="1553335" y="743178"/>
                </a:lnTo>
                <a:moveTo>
                  <a:pt x="1379256" y="730151"/>
                </a:moveTo>
                <a:lnTo>
                  <a:pt x="1423283" y="700037"/>
                </a:lnTo>
                <a:moveTo>
                  <a:pt x="1512487" y="767932"/>
                </a:moveTo>
                <a:lnTo>
                  <a:pt x="1553335" y="743178"/>
                </a:lnTo>
                <a:moveTo>
                  <a:pt x="1423814" y="700163"/>
                </a:moveTo>
                <a:lnTo>
                  <a:pt x="1483310" y="712145"/>
                </a:lnTo>
                <a:moveTo>
                  <a:pt x="1439469" y="794182"/>
                </a:moveTo>
                <a:lnTo>
                  <a:pt x="1508683" y="774480"/>
                </a:lnTo>
                <a:moveTo>
                  <a:pt x="1486523" y="713092"/>
                </a:moveTo>
                <a:lnTo>
                  <a:pt x="1535551" y="699326"/>
                </a:lnTo>
                <a:moveTo>
                  <a:pt x="1531987" y="727992"/>
                </a:moveTo>
                <a:lnTo>
                  <a:pt x="1553335" y="743178"/>
                </a:lnTo>
                <a:moveTo>
                  <a:pt x="1531987" y="727992"/>
                </a:moveTo>
                <a:lnTo>
                  <a:pt x="1535551" y="699326"/>
                </a:lnTo>
                <a:moveTo>
                  <a:pt x="1397937" y="776770"/>
                </a:moveTo>
                <a:lnTo>
                  <a:pt x="1439469" y="794182"/>
                </a:lnTo>
                <a:moveTo>
                  <a:pt x="1386674" y="789759"/>
                </a:moveTo>
                <a:lnTo>
                  <a:pt x="1397937" y="776770"/>
                </a:lnTo>
                <a:moveTo>
                  <a:pt x="1417886" y="740445"/>
                </a:moveTo>
                <a:lnTo>
                  <a:pt x="1423283" y="700037"/>
                </a:lnTo>
                <a:moveTo>
                  <a:pt x="1386674" y="789759"/>
                </a:moveTo>
                <a:lnTo>
                  <a:pt x="1379256" y="730151"/>
                </a:lnTo>
                <a:moveTo>
                  <a:pt x="1417886" y="740445"/>
                </a:moveTo>
                <a:lnTo>
                  <a:pt x="1423814" y="700163"/>
                </a:lnTo>
                <a:moveTo>
                  <a:pt x="1379256" y="730151"/>
                </a:moveTo>
                <a:lnTo>
                  <a:pt x="1359887" y="727928"/>
                </a:lnTo>
                <a:moveTo>
                  <a:pt x="1466514" y="756309"/>
                </a:moveTo>
                <a:lnTo>
                  <a:pt x="1439469" y="794182"/>
                </a:lnTo>
                <a:moveTo>
                  <a:pt x="1508683" y="774480"/>
                </a:moveTo>
                <a:lnTo>
                  <a:pt x="1512487" y="767932"/>
                </a:lnTo>
                <a:moveTo>
                  <a:pt x="1397937" y="776770"/>
                </a:moveTo>
                <a:lnTo>
                  <a:pt x="1379256" y="730151"/>
                </a:lnTo>
                <a:moveTo>
                  <a:pt x="1508683" y="774480"/>
                </a:moveTo>
                <a:lnTo>
                  <a:pt x="1483310" y="712145"/>
                </a:lnTo>
                <a:moveTo>
                  <a:pt x="1508683" y="774480"/>
                </a:moveTo>
                <a:lnTo>
                  <a:pt x="1486523" y="713092"/>
                </a:lnTo>
                <a:moveTo>
                  <a:pt x="1512487" y="767932"/>
                </a:moveTo>
                <a:lnTo>
                  <a:pt x="1486523" y="713092"/>
                </a:lnTo>
                <a:moveTo>
                  <a:pt x="1512487" y="767932"/>
                </a:moveTo>
                <a:lnTo>
                  <a:pt x="1531987" y="727992"/>
                </a:lnTo>
                <a:moveTo>
                  <a:pt x="1486523" y="713092"/>
                </a:moveTo>
                <a:lnTo>
                  <a:pt x="1483310" y="712145"/>
                </a:lnTo>
                <a:moveTo>
                  <a:pt x="1486523" y="713092"/>
                </a:moveTo>
                <a:lnTo>
                  <a:pt x="1531987" y="727992"/>
                </a:lnTo>
                <a:moveTo>
                  <a:pt x="1466514" y="756309"/>
                </a:moveTo>
                <a:lnTo>
                  <a:pt x="1508683" y="774480"/>
                </a:lnTo>
                <a:moveTo>
                  <a:pt x="1397937" y="776770"/>
                </a:moveTo>
                <a:lnTo>
                  <a:pt x="1417886" y="740445"/>
                </a:lnTo>
                <a:moveTo>
                  <a:pt x="1379256" y="730151"/>
                </a:moveTo>
                <a:lnTo>
                  <a:pt x="1417886" y="740445"/>
                </a:lnTo>
                <a:moveTo>
                  <a:pt x="1397937" y="776770"/>
                </a:moveTo>
                <a:lnTo>
                  <a:pt x="1466514" y="756309"/>
                </a:lnTo>
                <a:moveTo>
                  <a:pt x="1417886" y="740445"/>
                </a:moveTo>
                <a:lnTo>
                  <a:pt x="1483310" y="712145"/>
                </a:lnTo>
                <a:moveTo>
                  <a:pt x="1466514" y="756309"/>
                </a:moveTo>
                <a:lnTo>
                  <a:pt x="1483310" y="712145"/>
                </a:lnTo>
                <a:moveTo>
                  <a:pt x="1417886" y="740445"/>
                </a:moveTo>
                <a:lnTo>
                  <a:pt x="1466514" y="756309"/>
                </a:lnTo>
                <a:moveTo>
                  <a:pt x="1422934" y="669036"/>
                </a:moveTo>
                <a:lnTo>
                  <a:pt x="1419882" y="668335"/>
                </a:lnTo>
                <a:moveTo>
                  <a:pt x="1419377" y="672021"/>
                </a:moveTo>
                <a:lnTo>
                  <a:pt x="1419882" y="668335"/>
                </a:lnTo>
                <a:moveTo>
                  <a:pt x="1419377" y="672021"/>
                </a:moveTo>
                <a:lnTo>
                  <a:pt x="1422934" y="669036"/>
                </a:lnTo>
                <a:moveTo>
                  <a:pt x="1392770" y="755331"/>
                </a:moveTo>
                <a:lnTo>
                  <a:pt x="1391242" y="754895"/>
                </a:lnTo>
                <a:moveTo>
                  <a:pt x="1391242" y="754895"/>
                </a:moveTo>
                <a:lnTo>
                  <a:pt x="1391903" y="753745"/>
                </a:lnTo>
                <a:moveTo>
                  <a:pt x="1392770" y="755331"/>
                </a:moveTo>
                <a:lnTo>
                  <a:pt x="1391903" y="753745"/>
                </a:lnTo>
                <a:moveTo>
                  <a:pt x="1390534" y="754324"/>
                </a:moveTo>
                <a:lnTo>
                  <a:pt x="1391242" y="754895"/>
                </a:lnTo>
                <a:moveTo>
                  <a:pt x="1390534" y="754324"/>
                </a:moveTo>
                <a:lnTo>
                  <a:pt x="1391903" y="75374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843" name="9x0x_9_build_ReferenceLigand_0">
            <a:extLst>
              <a:ext uri="{FF2B5EF4-FFF2-40B4-BE49-F238E27FC236}">
                <a16:creationId xmlns:a16="http://schemas.microsoft.com/office/drawing/2014/main" id="{38BC100A-668D-458D-8F79-0A6416B0BD5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9816" y="1100039"/>
                </a:moveTo>
                <a:lnTo>
                  <a:pt x="1288213" y="11658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44" name="9x0x_9_build_ReferenceLigand_1">
            <a:extLst>
              <a:ext uri="{FF2B5EF4-FFF2-40B4-BE49-F238E27FC236}">
                <a16:creationId xmlns:a16="http://schemas.microsoft.com/office/drawing/2014/main" id="{1DFB11F7-0C45-4522-AD7A-C59AC782A8F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213" y="1165867"/>
                </a:moveTo>
                <a:lnTo>
                  <a:pt x="1243018" y="12126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45" name="9x0x_9_build_ReferenceLigand_2">
            <a:extLst>
              <a:ext uri="{FF2B5EF4-FFF2-40B4-BE49-F238E27FC236}">
                <a16:creationId xmlns:a16="http://schemas.microsoft.com/office/drawing/2014/main" id="{C4C4380E-6D83-4546-A26C-E8F4C35A44A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0935" y="847486"/>
                </a:moveTo>
                <a:lnTo>
                  <a:pt x="1395615" y="8364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46" name="9x0x_9_build_ReferenceLigand_3">
            <a:extLst>
              <a:ext uri="{FF2B5EF4-FFF2-40B4-BE49-F238E27FC236}">
                <a16:creationId xmlns:a16="http://schemas.microsoft.com/office/drawing/2014/main" id="{6CE6EAB6-E1EC-49DF-BC73-301ED6CB587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1780" y="495241"/>
                </a:moveTo>
                <a:lnTo>
                  <a:pt x="997790" y="4314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47" name="9x0x_9_build_ReferenceLigand_4">
            <a:extLst>
              <a:ext uri="{FF2B5EF4-FFF2-40B4-BE49-F238E27FC236}">
                <a16:creationId xmlns:a16="http://schemas.microsoft.com/office/drawing/2014/main" id="{6CFC8846-FC9F-420A-8377-C1CDD057D74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2044" y="483786"/>
                </a:moveTo>
                <a:lnTo>
                  <a:pt x="1031780" y="495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48" name="9x0x_9_build_ReferenceLigand_5">
            <a:extLst>
              <a:ext uri="{FF2B5EF4-FFF2-40B4-BE49-F238E27FC236}">
                <a16:creationId xmlns:a16="http://schemas.microsoft.com/office/drawing/2014/main" id="{B3CA6DB5-316E-4CC5-9B6A-DCF04099523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9833" y="782689"/>
                </a:moveTo>
                <a:lnTo>
                  <a:pt x="1470568" y="718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49" name="9x0x_9_build_ReferenceLigand_6">
            <a:extLst>
              <a:ext uri="{FF2B5EF4-FFF2-40B4-BE49-F238E27FC236}">
                <a16:creationId xmlns:a16="http://schemas.microsoft.com/office/drawing/2014/main" id="{7C0178E8-8BF5-4DA0-ADD2-FFF2330AF60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1814" y="543345"/>
                </a:moveTo>
                <a:lnTo>
                  <a:pt x="1102044" y="4837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50" name="9x0x_9_build_ReferenceLigand_7">
            <a:extLst>
              <a:ext uri="{FF2B5EF4-FFF2-40B4-BE49-F238E27FC236}">
                <a16:creationId xmlns:a16="http://schemas.microsoft.com/office/drawing/2014/main" id="{86A1BDF0-8AAA-4E50-BF8D-8A76AB5B085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362" y="529925"/>
                </a:moveTo>
                <a:lnTo>
                  <a:pt x="1141814" y="543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51" name="9x0x_9_build_ReferenceLigand_8">
            <a:extLst>
              <a:ext uri="{FF2B5EF4-FFF2-40B4-BE49-F238E27FC236}">
                <a16:creationId xmlns:a16="http://schemas.microsoft.com/office/drawing/2014/main" id="{DB4C556B-FB7F-4C31-94F2-0C2454C29C8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2648" y="1095302"/>
                </a:moveTo>
                <a:lnTo>
                  <a:pt x="1259816" y="11000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52" name="9x0x_9_build_ReferenceLigand_9">
            <a:extLst>
              <a:ext uri="{FF2B5EF4-FFF2-40B4-BE49-F238E27FC236}">
                <a16:creationId xmlns:a16="http://schemas.microsoft.com/office/drawing/2014/main" id="{AD3C6375-63A3-4B39-91EC-1EF8770C80A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679" y="590227"/>
                </a:moveTo>
                <a:lnTo>
                  <a:pt x="1211362" y="529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53" name="9x0x_9_build_ReferenceLigand_10">
            <a:extLst>
              <a:ext uri="{FF2B5EF4-FFF2-40B4-BE49-F238E27FC236}">
                <a16:creationId xmlns:a16="http://schemas.microsoft.com/office/drawing/2014/main" id="{624ECA02-E060-4DBB-9BB1-A830D39628F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0828" y="574041"/>
                </a:moveTo>
                <a:lnTo>
                  <a:pt x="1251679" y="5902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54" name="9x0x_9_build_ReferenceLigand_11">
            <a:extLst>
              <a:ext uri="{FF2B5EF4-FFF2-40B4-BE49-F238E27FC236}">
                <a16:creationId xmlns:a16="http://schemas.microsoft.com/office/drawing/2014/main" id="{51E42866-F1FC-4B33-9A59-49E4790E5C3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7790" y="431431"/>
                </a:moveTo>
                <a:lnTo>
                  <a:pt x="1007860" y="3903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55" name="9x0x_9_build_ReferenceLigand_12">
            <a:extLst>
              <a:ext uri="{FF2B5EF4-FFF2-40B4-BE49-F238E27FC236}">
                <a16:creationId xmlns:a16="http://schemas.microsoft.com/office/drawing/2014/main" id="{DAAC475C-CFF9-43FA-9737-663E44E1713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0568" y="718838"/>
                </a:moveTo>
                <a:lnTo>
                  <a:pt x="1471973" y="6737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56" name="9x0x_9_build_ReferenceLigand_13">
            <a:extLst>
              <a:ext uri="{FF2B5EF4-FFF2-40B4-BE49-F238E27FC236}">
                <a16:creationId xmlns:a16="http://schemas.microsoft.com/office/drawing/2014/main" id="{2B801F49-5ED6-4AFD-A0F0-6BD73C3DC9C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1693" y="604636"/>
                </a:moveTo>
                <a:lnTo>
                  <a:pt x="1902755" y="60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57" name="9x0x_9_build_ReferenceLigand_14">
            <a:extLst>
              <a:ext uri="{FF2B5EF4-FFF2-40B4-BE49-F238E27FC236}">
                <a16:creationId xmlns:a16="http://schemas.microsoft.com/office/drawing/2014/main" id="{09608FF0-48A3-4F47-B4E9-64776DBA0C7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860" y="633320"/>
                </a:moveTo>
                <a:lnTo>
                  <a:pt x="1320828" y="5740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58" name="9x0x_9_build_ReferenceLigand_15">
            <a:extLst>
              <a:ext uri="{FF2B5EF4-FFF2-40B4-BE49-F238E27FC236}">
                <a16:creationId xmlns:a16="http://schemas.microsoft.com/office/drawing/2014/main" id="{BD97C2FF-D67E-4394-AF65-EEA8724C802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096" y="614794"/>
                </a:moveTo>
                <a:lnTo>
                  <a:pt x="1362860" y="633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59" name="9x0x_9_build_ReferenceLigand_16">
            <a:extLst>
              <a:ext uri="{FF2B5EF4-FFF2-40B4-BE49-F238E27FC236}">
                <a16:creationId xmlns:a16="http://schemas.microsoft.com/office/drawing/2014/main" id="{D2713531-2DF5-4822-8808-3BA8205E4FD5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673" y="887154"/>
                </a:moveTo>
                <a:lnTo>
                  <a:pt x="1400935" y="8474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60" name="9x0x_9_build_ReferenceLigand_17">
            <a:extLst>
              <a:ext uri="{FF2B5EF4-FFF2-40B4-BE49-F238E27FC236}">
                <a16:creationId xmlns:a16="http://schemas.microsoft.com/office/drawing/2014/main" id="{5DC544C9-3F73-44D6-8783-DBFACD70F83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92" y="821552"/>
                </a:moveTo>
                <a:lnTo>
                  <a:pt x="1499833" y="782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61" name="9x0x_9_build_ReferenceLigand_18">
            <a:extLst>
              <a:ext uri="{FF2B5EF4-FFF2-40B4-BE49-F238E27FC236}">
                <a16:creationId xmlns:a16="http://schemas.microsoft.com/office/drawing/2014/main" id="{6802F4A0-7C54-4DD2-9165-BDEF21F64BB5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0935" y="847486"/>
                </a:moveTo>
                <a:lnTo>
                  <a:pt x="1455892" y="8215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62" name="9x0x_9_build_ReferenceLigand_19">
            <a:extLst>
              <a:ext uri="{FF2B5EF4-FFF2-40B4-BE49-F238E27FC236}">
                <a16:creationId xmlns:a16="http://schemas.microsoft.com/office/drawing/2014/main" id="{2739A1E9-944C-4710-8FAB-41F0CC8F91C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0379" y="869067"/>
                </a:moveTo>
                <a:lnTo>
                  <a:pt x="1353673" y="8871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63" name="9x0x_9_build_ReferenceLigand_20">
            <a:extLst>
              <a:ext uri="{FF2B5EF4-FFF2-40B4-BE49-F238E27FC236}">
                <a16:creationId xmlns:a16="http://schemas.microsoft.com/office/drawing/2014/main" id="{F17BF093-9024-4F90-9A2E-98736658C015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973" y="673788"/>
                </a:moveTo>
                <a:lnTo>
                  <a:pt x="1432096" y="6147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64" name="9x0x_9_build_ReferenceLigand_21">
            <a:extLst>
              <a:ext uri="{FF2B5EF4-FFF2-40B4-BE49-F238E27FC236}">
                <a16:creationId xmlns:a16="http://schemas.microsoft.com/office/drawing/2014/main" id="{95820402-2824-4243-AE45-37C002D1A7C0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0379" y="869067"/>
                </a:moveTo>
                <a:lnTo>
                  <a:pt x="1275694" y="802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65" name="9x0x_9_build_ReferenceLigand_22">
            <a:extLst>
              <a:ext uri="{FF2B5EF4-FFF2-40B4-BE49-F238E27FC236}">
                <a16:creationId xmlns:a16="http://schemas.microsoft.com/office/drawing/2014/main" id="{3191EEAA-B144-43BE-B714-74D61E2DBF1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60" y="390316"/>
                </a:moveTo>
                <a:lnTo>
                  <a:pt x="975831" y="3251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66" name="9x0x_9_build_ReferenceLigand_23">
            <a:extLst>
              <a:ext uri="{FF2B5EF4-FFF2-40B4-BE49-F238E27FC236}">
                <a16:creationId xmlns:a16="http://schemas.microsoft.com/office/drawing/2014/main" id="{C20D0027-53B0-4239-A555-141EFBD2C47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515" y="1021419"/>
                </a:moveTo>
                <a:lnTo>
                  <a:pt x="1208936" y="10323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67" name="9x0x_9_build_ReferenceLigand_24">
            <a:extLst>
              <a:ext uri="{FF2B5EF4-FFF2-40B4-BE49-F238E27FC236}">
                <a16:creationId xmlns:a16="http://schemas.microsoft.com/office/drawing/2014/main" id="{83AAE2D1-FEA1-42FA-96CC-29BBD00658E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27" y="915561"/>
                </a:moveTo>
                <a:lnTo>
                  <a:pt x="1290379" y="8690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68" name="9x0x_9_build_ReferenceLigand_25">
            <a:extLst>
              <a:ext uri="{FF2B5EF4-FFF2-40B4-BE49-F238E27FC236}">
                <a16:creationId xmlns:a16="http://schemas.microsoft.com/office/drawing/2014/main" id="{36BC3683-ED5B-4D03-91E9-B043D669EB0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936" y="1032372"/>
                </a:moveTo>
                <a:lnTo>
                  <a:pt x="1242648" y="1095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69" name="9x0x_9_build_ReferenceLigand_26">
            <a:extLst>
              <a:ext uri="{FF2B5EF4-FFF2-40B4-BE49-F238E27FC236}">
                <a16:creationId xmlns:a16="http://schemas.microsoft.com/office/drawing/2014/main" id="{9BBA13DE-6A31-4E67-AC13-861540AC5A8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1007" y="664591"/>
                </a:moveTo>
                <a:lnTo>
                  <a:pt x="1861693" y="6046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0" name="9x0x_9_build_ReferenceLigand_27">
            <a:extLst>
              <a:ext uri="{FF2B5EF4-FFF2-40B4-BE49-F238E27FC236}">
                <a16:creationId xmlns:a16="http://schemas.microsoft.com/office/drawing/2014/main" id="{B76F6C3B-2A8D-4CEB-8EAF-4E5AF92CBE6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0385" y="979180"/>
                </a:moveTo>
                <a:lnTo>
                  <a:pt x="1247127" y="9155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1" name="9x0x_9_build_ReferenceLigand_28">
            <a:extLst>
              <a:ext uri="{FF2B5EF4-FFF2-40B4-BE49-F238E27FC236}">
                <a16:creationId xmlns:a16="http://schemas.microsoft.com/office/drawing/2014/main" id="{7A7FE9E5-2E0E-4712-B1A5-6BBED914319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936" y="1032372"/>
                </a:moveTo>
                <a:lnTo>
                  <a:pt x="1260385" y="9791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2" name="9x0x_9_build_ReferenceLigand_29">
            <a:extLst>
              <a:ext uri="{FF2B5EF4-FFF2-40B4-BE49-F238E27FC236}">
                <a16:creationId xmlns:a16="http://schemas.microsoft.com/office/drawing/2014/main" id="{663A0D89-B659-463D-97AF-67B2A329B885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31" y="325164"/>
                </a:moveTo>
                <a:lnTo>
                  <a:pt x="983027" y="286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3" name="9x0x_9_build_ReferenceLigand_30">
            <a:extLst>
              <a:ext uri="{FF2B5EF4-FFF2-40B4-BE49-F238E27FC236}">
                <a16:creationId xmlns:a16="http://schemas.microsoft.com/office/drawing/2014/main" id="{9B3E3B52-409A-47A3-8445-82204F2D0BC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7493" y="649073"/>
                </a:moveTo>
                <a:lnTo>
                  <a:pt x="1821007" y="6645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4" name="9x0x_9_build_ReferenceLigand_31">
            <a:extLst>
              <a:ext uri="{FF2B5EF4-FFF2-40B4-BE49-F238E27FC236}">
                <a16:creationId xmlns:a16="http://schemas.microsoft.com/office/drawing/2014/main" id="{7482D4C4-A167-4418-8619-50BF76D7EEC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5694" y="802024"/>
                </a:moveTo>
                <a:lnTo>
                  <a:pt x="1242230" y="8066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5" name="9x0x_9_build_ReferenceLigand_32">
            <a:extLst>
              <a:ext uri="{FF2B5EF4-FFF2-40B4-BE49-F238E27FC236}">
                <a16:creationId xmlns:a16="http://schemas.microsoft.com/office/drawing/2014/main" id="{41F8EC42-34A2-46C2-BD6D-C229C7502CF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2996" y="706419"/>
                </a:moveTo>
                <a:lnTo>
                  <a:pt x="1757493" y="64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6" name="9x0x_9_build_ReferenceLigand_33">
            <a:extLst>
              <a:ext uri="{FF2B5EF4-FFF2-40B4-BE49-F238E27FC236}">
                <a16:creationId xmlns:a16="http://schemas.microsoft.com/office/drawing/2014/main" id="{C2D1365D-E218-42B2-9E60-6F6424F6DEE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3027" y="286450"/>
                </a:moveTo>
                <a:lnTo>
                  <a:pt x="967691" y="2162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7" name="9x0x_9_build_ReferenceLigand_34">
            <a:extLst>
              <a:ext uri="{FF2B5EF4-FFF2-40B4-BE49-F238E27FC236}">
                <a16:creationId xmlns:a16="http://schemas.microsoft.com/office/drawing/2014/main" id="{D9BF4B7E-97B5-4525-9041-E2EBC8D6478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393" y="685482"/>
                </a:moveTo>
                <a:lnTo>
                  <a:pt x="1712996" y="7064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8" name="9x0x_9_build_ReferenceLigand_35">
            <a:extLst>
              <a:ext uri="{FF2B5EF4-FFF2-40B4-BE49-F238E27FC236}">
                <a16:creationId xmlns:a16="http://schemas.microsoft.com/office/drawing/2014/main" id="{5870304E-5CBA-44DF-BF9C-3E2D98999AC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936" y="1032372"/>
                </a:moveTo>
                <a:lnTo>
                  <a:pt x="1204871" y="103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79" name="9x0x_9_build_ReferenceLigand_36">
            <a:extLst>
              <a:ext uri="{FF2B5EF4-FFF2-40B4-BE49-F238E27FC236}">
                <a16:creationId xmlns:a16="http://schemas.microsoft.com/office/drawing/2014/main" id="{0400B73D-2D80-4F5A-A722-F5F448761F5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7691" y="216256"/>
                </a:moveTo>
                <a:lnTo>
                  <a:pt x="987846" y="177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0" name="9x0x_9_build_ReferenceLigand_37">
            <a:extLst>
              <a:ext uri="{FF2B5EF4-FFF2-40B4-BE49-F238E27FC236}">
                <a16:creationId xmlns:a16="http://schemas.microsoft.com/office/drawing/2014/main" id="{338C7DCE-92B5-4786-BC3E-5761118905A0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846" y="177100"/>
                </a:moveTo>
                <a:lnTo>
                  <a:pt x="984843" y="1063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1" name="9x0x_9_build_ReferenceLigand_38">
            <a:extLst>
              <a:ext uri="{FF2B5EF4-FFF2-40B4-BE49-F238E27FC236}">
                <a16:creationId xmlns:a16="http://schemas.microsoft.com/office/drawing/2014/main" id="{637CE979-5B06-466A-9CD8-0763766E478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364" y="671482"/>
                </a:moveTo>
                <a:lnTo>
                  <a:pt x="1646393" y="685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2" name="9x0x_9_build_ReferenceLigand_39">
            <a:extLst>
              <a:ext uri="{FF2B5EF4-FFF2-40B4-BE49-F238E27FC236}">
                <a16:creationId xmlns:a16="http://schemas.microsoft.com/office/drawing/2014/main" id="{28ECB680-65E0-4B50-AD95-91C266FDF44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2230" y="806612"/>
                </a:moveTo>
                <a:lnTo>
                  <a:pt x="1264952" y="7764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3" name="9x0x_9_build_ReferenceLigand_40">
            <a:extLst>
              <a:ext uri="{FF2B5EF4-FFF2-40B4-BE49-F238E27FC236}">
                <a16:creationId xmlns:a16="http://schemas.microsoft.com/office/drawing/2014/main" id="{16A66F70-11AF-44BF-BD01-1C9EA1F90D6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52" y="776435"/>
                </a:moveTo>
                <a:lnTo>
                  <a:pt x="1335208" y="7727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4" name="9x0x_9_build_ReferenceLigand_41">
            <a:extLst>
              <a:ext uri="{FF2B5EF4-FFF2-40B4-BE49-F238E27FC236}">
                <a16:creationId xmlns:a16="http://schemas.microsoft.com/office/drawing/2014/main" id="{0829DEAA-7AE2-4493-A51E-C87DE98BA1F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52" y="776435"/>
                </a:moveTo>
                <a:lnTo>
                  <a:pt x="1225803" y="7538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5" name="9x0x_9_build_ReferenceLigand_42">
            <a:extLst>
              <a:ext uri="{FF2B5EF4-FFF2-40B4-BE49-F238E27FC236}">
                <a16:creationId xmlns:a16="http://schemas.microsoft.com/office/drawing/2014/main" id="{7087719A-301C-458E-819E-AF2D3AF6750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7130" y="734307"/>
                </a:moveTo>
                <a:lnTo>
                  <a:pt x="1644364" y="67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6" name="9x0x_9_build_ReferenceLigand_43">
            <a:extLst>
              <a:ext uri="{FF2B5EF4-FFF2-40B4-BE49-F238E27FC236}">
                <a16:creationId xmlns:a16="http://schemas.microsoft.com/office/drawing/2014/main" id="{CB2913F3-C58B-406E-828A-2F58AD3B7C9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450" y="761920"/>
                </a:moveTo>
                <a:lnTo>
                  <a:pt x="1637130" y="7343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7" name="9x0x_9_build_ReferenceLigand_44">
            <a:extLst>
              <a:ext uri="{FF2B5EF4-FFF2-40B4-BE49-F238E27FC236}">
                <a16:creationId xmlns:a16="http://schemas.microsoft.com/office/drawing/2014/main" id="{9D7A0C15-8DAC-4D29-99F9-41AB405FAF0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1205" y="730583"/>
                </a:moveTo>
                <a:lnTo>
                  <a:pt x="1571450" y="7619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8" name="9x0x_9_build_ReferenceLigand_45">
            <a:extLst>
              <a:ext uri="{FF2B5EF4-FFF2-40B4-BE49-F238E27FC236}">
                <a16:creationId xmlns:a16="http://schemas.microsoft.com/office/drawing/2014/main" id="{13E6BC21-01D7-4499-8198-B2B8DF4A88F5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08" y="772744"/>
                </a:moveTo>
                <a:lnTo>
                  <a:pt x="1343399" y="766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9" name="9x0x_9_build_ReferenceLigand_46">
            <a:extLst>
              <a:ext uri="{FF2B5EF4-FFF2-40B4-BE49-F238E27FC236}">
                <a16:creationId xmlns:a16="http://schemas.microsoft.com/office/drawing/2014/main" id="{F244A424-3C23-4F77-8926-573F16FAE30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0445" y="769836"/>
                </a:moveTo>
                <a:lnTo>
                  <a:pt x="1521205" y="730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0" name="9x0x_9_build_ReferenceLigand_47">
            <a:extLst>
              <a:ext uri="{FF2B5EF4-FFF2-40B4-BE49-F238E27FC236}">
                <a16:creationId xmlns:a16="http://schemas.microsoft.com/office/drawing/2014/main" id="{ACDBD9C3-F774-48EE-906F-98708D26537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7468" y="736706"/>
                </a:moveTo>
                <a:lnTo>
                  <a:pt x="1460445" y="7698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1" name="9x0x_9_build_ReferenceLigand_48">
            <a:extLst>
              <a:ext uri="{FF2B5EF4-FFF2-40B4-BE49-F238E27FC236}">
                <a16:creationId xmlns:a16="http://schemas.microsoft.com/office/drawing/2014/main" id="{9BEF04BE-8852-46BC-812B-69072E4EEEB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99" y="766453"/>
                </a:moveTo>
                <a:lnTo>
                  <a:pt x="1407468" y="7367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2" name="9x0x_9_build_PredictedLigand_0">
            <a:extLst>
              <a:ext uri="{FF2B5EF4-FFF2-40B4-BE49-F238E27FC236}">
                <a16:creationId xmlns:a16="http://schemas.microsoft.com/office/drawing/2014/main" id="{E5E33063-0AB6-4C62-BCE0-447DEA72D4D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0326" y="410735"/>
                </a:moveTo>
                <a:lnTo>
                  <a:pt x="2067242" y="416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93" name="9x0x_9_build_PredictedLigand_1">
            <a:extLst>
              <a:ext uri="{FF2B5EF4-FFF2-40B4-BE49-F238E27FC236}">
                <a16:creationId xmlns:a16="http://schemas.microsoft.com/office/drawing/2014/main" id="{B1D1978F-152B-4784-BFDF-B74D49599AF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729" y="453707"/>
                </a:moveTo>
                <a:lnTo>
                  <a:pt x="2030326" y="4107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94" name="9x0x_9_build_PredictedLigand_2">
            <a:extLst>
              <a:ext uri="{FF2B5EF4-FFF2-40B4-BE49-F238E27FC236}">
                <a16:creationId xmlns:a16="http://schemas.microsoft.com/office/drawing/2014/main" id="{4331F2DA-3DE3-4F59-B049-A3908F7A3B0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3774" y="472903"/>
                </a:moveTo>
                <a:lnTo>
                  <a:pt x="2006729" y="4537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95" name="9x0x_9_build_PredictedLigand_3">
            <a:extLst>
              <a:ext uri="{FF2B5EF4-FFF2-40B4-BE49-F238E27FC236}">
                <a16:creationId xmlns:a16="http://schemas.microsoft.com/office/drawing/2014/main" id="{32A3E175-1ED3-438C-8ECD-0F2B08C1725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1137" y="498241"/>
                </a:moveTo>
                <a:lnTo>
                  <a:pt x="2013774" y="4729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96" name="9x0x_9_build_PredictedLigand_4">
            <a:extLst>
              <a:ext uri="{FF2B5EF4-FFF2-40B4-BE49-F238E27FC236}">
                <a16:creationId xmlns:a16="http://schemas.microsoft.com/office/drawing/2014/main" id="{B4EA338D-6C34-4814-ACFD-443D2563E7B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2966" y="547930"/>
                </a:moveTo>
                <a:lnTo>
                  <a:pt x="1961137" y="4982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97" name="9x0x_9_build_PredictedLigand_5">
            <a:extLst>
              <a:ext uri="{FF2B5EF4-FFF2-40B4-BE49-F238E27FC236}">
                <a16:creationId xmlns:a16="http://schemas.microsoft.com/office/drawing/2014/main" id="{7A3FDACB-3BE2-48CE-BF07-457944B3958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9177" y="1147404"/>
                </a:moveTo>
                <a:lnTo>
                  <a:pt x="1243995" y="1166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98" name="9x0x_9_build_PredictedLigand_6">
            <a:extLst>
              <a:ext uri="{FF2B5EF4-FFF2-40B4-BE49-F238E27FC236}">
                <a16:creationId xmlns:a16="http://schemas.microsoft.com/office/drawing/2014/main" id="{129CC159-BA65-4155-82CC-E9E692601D9D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15" y="1076394"/>
                </a:moveTo>
                <a:lnTo>
                  <a:pt x="1279177" y="11474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99" name="9x0x_9_build_PredictedLigand_7">
            <a:extLst>
              <a:ext uri="{FF2B5EF4-FFF2-40B4-BE49-F238E27FC236}">
                <a16:creationId xmlns:a16="http://schemas.microsoft.com/office/drawing/2014/main" id="{0F719825-40BD-4025-BF09-EF73A79099D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5581" y="570148"/>
                </a:moveTo>
                <a:lnTo>
                  <a:pt x="1922966" y="5479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00" name="9x0x_9_build_PredictedLigand_8">
            <a:extLst>
              <a:ext uri="{FF2B5EF4-FFF2-40B4-BE49-F238E27FC236}">
                <a16:creationId xmlns:a16="http://schemas.microsoft.com/office/drawing/2014/main" id="{701F8A22-0734-4B2B-86A6-C7755B24402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8563" y="331376"/>
                </a:moveTo>
                <a:lnTo>
                  <a:pt x="862225" y="2725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01" name="9x0x_9_build_PredictedLigand_9">
            <a:extLst>
              <a:ext uri="{FF2B5EF4-FFF2-40B4-BE49-F238E27FC236}">
                <a16:creationId xmlns:a16="http://schemas.microsoft.com/office/drawing/2014/main" id="{D63A3D3B-BFAD-432B-865D-582F0A4EE57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2225" y="272577"/>
                </a:moveTo>
                <a:lnTo>
                  <a:pt x="801867" y="249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02" name="9x0x_9_build_PredictedLigand_10">
            <a:extLst>
              <a:ext uri="{FF2B5EF4-FFF2-40B4-BE49-F238E27FC236}">
                <a16:creationId xmlns:a16="http://schemas.microsoft.com/office/drawing/2014/main" id="{C1ED7C53-09E5-421A-9EB4-83D93E707C3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1985" y="360323"/>
                </a:moveTo>
                <a:lnTo>
                  <a:pt x="898563" y="3313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03" name="9x0x_9_build_PredictedLigand_11">
            <a:extLst>
              <a:ext uri="{FF2B5EF4-FFF2-40B4-BE49-F238E27FC236}">
                <a16:creationId xmlns:a16="http://schemas.microsoft.com/office/drawing/2014/main" id="{B55356EA-0429-4B1D-8846-92F533468525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9718" y="769123"/>
                </a:moveTo>
                <a:lnTo>
                  <a:pt x="1304815" y="76496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04" name="9x0x_9_build_PredictedLigand_12">
            <a:extLst>
              <a:ext uri="{FF2B5EF4-FFF2-40B4-BE49-F238E27FC236}">
                <a16:creationId xmlns:a16="http://schemas.microsoft.com/office/drawing/2014/main" id="{48777697-2E96-4B86-B370-8DD4AA861F5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5253" y="413444"/>
                </a:moveTo>
                <a:lnTo>
                  <a:pt x="951985" y="360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05" name="9x0x_9_build_PredictedLigand_13">
            <a:extLst>
              <a:ext uri="{FF2B5EF4-FFF2-40B4-BE49-F238E27FC236}">
                <a16:creationId xmlns:a16="http://schemas.microsoft.com/office/drawing/2014/main" id="{315BAF89-226B-44D5-B636-43B7598E6D30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5238" y="466067"/>
                </a:moveTo>
                <a:lnTo>
                  <a:pt x="1052340" y="4254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06" name="9x0x_9_build_PredictedLigand_14">
            <a:extLst>
              <a:ext uri="{FF2B5EF4-FFF2-40B4-BE49-F238E27FC236}">
                <a16:creationId xmlns:a16="http://schemas.microsoft.com/office/drawing/2014/main" id="{E6D6FA2C-E371-40D7-9808-A57EE07EE93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2340" y="425433"/>
                </a:moveTo>
                <a:lnTo>
                  <a:pt x="985253" y="4134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07" name="9x0x_9_build_PredictedLigand_15">
            <a:extLst>
              <a:ext uri="{FF2B5EF4-FFF2-40B4-BE49-F238E27FC236}">
                <a16:creationId xmlns:a16="http://schemas.microsoft.com/office/drawing/2014/main" id="{EA1DC789-F199-457F-B260-726803BC791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297" y="482247"/>
                </a:moveTo>
                <a:lnTo>
                  <a:pt x="1095238" y="4660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08" name="9x0x_9_build_PredictedLigand_16">
            <a:extLst>
              <a:ext uri="{FF2B5EF4-FFF2-40B4-BE49-F238E27FC236}">
                <a16:creationId xmlns:a16="http://schemas.microsoft.com/office/drawing/2014/main" id="{C53C710D-0DE4-4C2C-B07B-45C2C9E11A7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2710" y="1070966"/>
                </a:moveTo>
                <a:lnTo>
                  <a:pt x="1265115" y="10763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09" name="9x0x_9_build_PredictedLigand_17">
            <a:extLst>
              <a:ext uri="{FF2B5EF4-FFF2-40B4-BE49-F238E27FC236}">
                <a16:creationId xmlns:a16="http://schemas.microsoft.com/office/drawing/2014/main" id="{D2257F64-DB04-4190-8CBE-27119A880C9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6350" y="607643"/>
                </a:moveTo>
                <a:lnTo>
                  <a:pt x="1915581" y="5701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10" name="9x0x_9_build_PredictedLigand_18">
            <a:extLst>
              <a:ext uri="{FF2B5EF4-FFF2-40B4-BE49-F238E27FC236}">
                <a16:creationId xmlns:a16="http://schemas.microsoft.com/office/drawing/2014/main" id="{0AEF5700-D725-4C50-887D-AA9279A3E00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8040" y="532972"/>
                </a:moveTo>
                <a:lnTo>
                  <a:pt x="1151297" y="4822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11" name="9x0x_9_build_PredictedLigand_19">
            <a:extLst>
              <a:ext uri="{FF2B5EF4-FFF2-40B4-BE49-F238E27FC236}">
                <a16:creationId xmlns:a16="http://schemas.microsoft.com/office/drawing/2014/main" id="{126CCDC5-1ECC-4C22-ACF8-82073A39734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9718" y="769123"/>
                </a:moveTo>
                <a:lnTo>
                  <a:pt x="1394308" y="7167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12" name="9x0x_9_build_PredictedLigand_20">
            <a:extLst>
              <a:ext uri="{FF2B5EF4-FFF2-40B4-BE49-F238E27FC236}">
                <a16:creationId xmlns:a16="http://schemas.microsoft.com/office/drawing/2014/main" id="{03721A3A-C852-46CD-A818-E4C8ED4BACF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0383" y="819848"/>
                </a:moveTo>
                <a:lnTo>
                  <a:pt x="1349718" y="7691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13" name="9x0x_9_build_PredictedLigand_21">
            <a:extLst>
              <a:ext uri="{FF2B5EF4-FFF2-40B4-BE49-F238E27FC236}">
                <a16:creationId xmlns:a16="http://schemas.microsoft.com/office/drawing/2014/main" id="{4106BCAE-3DE8-4971-8AA0-EBCE2FD842C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4308" y="716720"/>
                </a:moveTo>
                <a:lnTo>
                  <a:pt x="1378074" y="6555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14" name="9x0x_9_build_PredictedLigand_22">
            <a:extLst>
              <a:ext uri="{FF2B5EF4-FFF2-40B4-BE49-F238E27FC236}">
                <a16:creationId xmlns:a16="http://schemas.microsoft.com/office/drawing/2014/main" id="{6B476434-2577-4D2C-A5DA-C3853EDC20E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9844" y="549368"/>
                </a:moveTo>
                <a:lnTo>
                  <a:pt x="1198040" y="5329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15" name="9x0x_9_build_PredictedLigand_23">
            <a:extLst>
              <a:ext uri="{FF2B5EF4-FFF2-40B4-BE49-F238E27FC236}">
                <a16:creationId xmlns:a16="http://schemas.microsoft.com/office/drawing/2014/main" id="{2E740C75-23DC-431F-B857-B0CA3070164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690" y="636404"/>
                </a:moveTo>
                <a:lnTo>
                  <a:pt x="1300084" y="579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16" name="9x0x_9_build_PredictedLigand_24">
            <a:extLst>
              <a:ext uri="{FF2B5EF4-FFF2-40B4-BE49-F238E27FC236}">
                <a16:creationId xmlns:a16="http://schemas.microsoft.com/office/drawing/2014/main" id="{F262C8E0-3557-4AE1-912E-223FE23F6615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84" y="579037"/>
                </a:moveTo>
                <a:lnTo>
                  <a:pt x="1249844" y="54936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17" name="9x0x_9_build_PredictedLigand_25">
            <a:extLst>
              <a:ext uri="{FF2B5EF4-FFF2-40B4-BE49-F238E27FC236}">
                <a16:creationId xmlns:a16="http://schemas.microsoft.com/office/drawing/2014/main" id="{AC4B0554-4C4F-499C-B210-C7320AA3150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74" y="655514"/>
                </a:moveTo>
                <a:lnTo>
                  <a:pt x="1318690" y="6364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18" name="9x0x_9_build_PredictedLigand_26">
            <a:extLst>
              <a:ext uri="{FF2B5EF4-FFF2-40B4-BE49-F238E27FC236}">
                <a16:creationId xmlns:a16="http://schemas.microsoft.com/office/drawing/2014/main" id="{ED47D2CF-81BD-49CE-BB6D-AF3C3B72343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0933" y="863068"/>
                </a:moveTo>
                <a:lnTo>
                  <a:pt x="1370383" y="8198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19" name="9x0x_9_build_PredictedLigand_27">
            <a:extLst>
              <a:ext uri="{FF2B5EF4-FFF2-40B4-BE49-F238E27FC236}">
                <a16:creationId xmlns:a16="http://schemas.microsoft.com/office/drawing/2014/main" id="{F3E4E2CE-3A10-4ABB-B84D-D515F3490F9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207" y="603150"/>
                </a:moveTo>
                <a:lnTo>
                  <a:pt x="1856350" y="60764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20" name="9x0x_9_build_PredictedLigand_28">
            <a:extLst>
              <a:ext uri="{FF2B5EF4-FFF2-40B4-BE49-F238E27FC236}">
                <a16:creationId xmlns:a16="http://schemas.microsoft.com/office/drawing/2014/main" id="{183DF9DA-34D8-4802-A10F-DC3EFB9C7C9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949" y="1038702"/>
                </a:moveTo>
                <a:lnTo>
                  <a:pt x="1195921" y="102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21" name="9x0x_9_build_PredictedLigand_29">
            <a:extLst>
              <a:ext uri="{FF2B5EF4-FFF2-40B4-BE49-F238E27FC236}">
                <a16:creationId xmlns:a16="http://schemas.microsoft.com/office/drawing/2014/main" id="{599E4C42-4196-4180-8A83-65504552221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5921" y="1025723"/>
                </a:moveTo>
                <a:lnTo>
                  <a:pt x="1252710" y="10709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22" name="9x0x_9_build_PredictedLigand_30">
            <a:extLst>
              <a:ext uri="{FF2B5EF4-FFF2-40B4-BE49-F238E27FC236}">
                <a16:creationId xmlns:a16="http://schemas.microsoft.com/office/drawing/2014/main" id="{49844930-FE42-48AB-A4FC-73428499AF7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6760" y="852249"/>
                </a:moveTo>
                <a:lnTo>
                  <a:pt x="1330933" y="86306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23" name="9x0x_9_build_PredictedLigand_31">
            <a:extLst>
              <a:ext uri="{FF2B5EF4-FFF2-40B4-BE49-F238E27FC236}">
                <a16:creationId xmlns:a16="http://schemas.microsoft.com/office/drawing/2014/main" id="{2368A99A-63C9-4499-9BCD-144FFACC6F1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5921" y="1025723"/>
                </a:moveTo>
                <a:lnTo>
                  <a:pt x="1218134" y="9476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24" name="9x0x_9_build_PredictedLigand_32">
            <a:extLst>
              <a:ext uri="{FF2B5EF4-FFF2-40B4-BE49-F238E27FC236}">
                <a16:creationId xmlns:a16="http://schemas.microsoft.com/office/drawing/2014/main" id="{C64D1358-61B6-4167-A595-0180BFF7318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134" y="947683"/>
                </a:moveTo>
                <a:lnTo>
                  <a:pt x="1273589" y="9214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25" name="9x0x_9_build_PredictedLigand_33">
            <a:extLst>
              <a:ext uri="{FF2B5EF4-FFF2-40B4-BE49-F238E27FC236}">
                <a16:creationId xmlns:a16="http://schemas.microsoft.com/office/drawing/2014/main" id="{4B8BECA0-91EA-41E8-8AF6-E67DB30681C2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04" y="644734"/>
                </a:moveTo>
                <a:lnTo>
                  <a:pt x="1829207" y="6031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26" name="9x0x_9_build_PredictedLigand_34">
            <a:extLst>
              <a:ext uri="{FF2B5EF4-FFF2-40B4-BE49-F238E27FC236}">
                <a16:creationId xmlns:a16="http://schemas.microsoft.com/office/drawing/2014/main" id="{57BE7454-4182-4202-85FF-1B3759C818B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6265" y="652502"/>
                </a:moveTo>
                <a:lnTo>
                  <a:pt x="1789604" y="6447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27" name="9x0x_9_build_PredictedLigand_35">
            <a:extLst>
              <a:ext uri="{FF2B5EF4-FFF2-40B4-BE49-F238E27FC236}">
                <a16:creationId xmlns:a16="http://schemas.microsoft.com/office/drawing/2014/main" id="{E4BA2E1A-EA2B-4206-901F-CED1AB5F6BE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589" y="921498"/>
                </a:moveTo>
                <a:lnTo>
                  <a:pt x="1276760" y="8522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28" name="9x0x_9_build_PredictedLigand_36">
            <a:extLst>
              <a:ext uri="{FF2B5EF4-FFF2-40B4-BE49-F238E27FC236}">
                <a16:creationId xmlns:a16="http://schemas.microsoft.com/office/drawing/2014/main" id="{CB80306C-1DC1-4FA6-8AC2-4C16DC493A4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5921" y="1025723"/>
                </a:moveTo>
                <a:lnTo>
                  <a:pt x="1191203" y="1045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29" name="9x0x_9_build_PredictedLigand_37">
            <a:extLst>
              <a:ext uri="{FF2B5EF4-FFF2-40B4-BE49-F238E27FC236}">
                <a16:creationId xmlns:a16="http://schemas.microsoft.com/office/drawing/2014/main" id="{DA8A7731-865C-46AD-B939-F1ABCBAB919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6760" y="852249"/>
                </a:moveTo>
                <a:lnTo>
                  <a:pt x="1295743" y="8118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0" name="9x0x_9_build_PredictedLigand_38">
            <a:extLst>
              <a:ext uri="{FF2B5EF4-FFF2-40B4-BE49-F238E27FC236}">
                <a16:creationId xmlns:a16="http://schemas.microsoft.com/office/drawing/2014/main" id="{0A9771BD-EF29-4A1F-A71C-FBBB0ABAE6A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7657" y="664095"/>
                </a:moveTo>
                <a:lnTo>
                  <a:pt x="1726265" y="6525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1" name="9x0x_9_build_PredictedLigand_39">
            <a:extLst>
              <a:ext uri="{FF2B5EF4-FFF2-40B4-BE49-F238E27FC236}">
                <a16:creationId xmlns:a16="http://schemas.microsoft.com/office/drawing/2014/main" id="{C80014A2-C684-4B4A-9512-D453E31478F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814" y="723348"/>
                </a:moveTo>
                <a:lnTo>
                  <a:pt x="1697657" y="6640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2" name="9x0x_9_build_PredictedLigand_40">
            <a:extLst>
              <a:ext uri="{FF2B5EF4-FFF2-40B4-BE49-F238E27FC236}">
                <a16:creationId xmlns:a16="http://schemas.microsoft.com/office/drawing/2014/main" id="{9B0A2F56-EB07-49CB-8E04-4CF674B13D3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5743" y="811817"/>
                </a:moveTo>
                <a:lnTo>
                  <a:pt x="1327963" y="8236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3" name="9x0x_9_build_PredictedLigand_41">
            <a:extLst>
              <a:ext uri="{FF2B5EF4-FFF2-40B4-BE49-F238E27FC236}">
                <a16:creationId xmlns:a16="http://schemas.microsoft.com/office/drawing/2014/main" id="{B6AC34FE-CDE9-4795-8F3F-1C97544C931A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9467" y="737233"/>
                </a:moveTo>
                <a:lnTo>
                  <a:pt x="1665814" y="723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4" name="9x0x_9_build_PredictedLigand_42">
            <a:extLst>
              <a:ext uri="{FF2B5EF4-FFF2-40B4-BE49-F238E27FC236}">
                <a16:creationId xmlns:a16="http://schemas.microsoft.com/office/drawing/2014/main" id="{3C70BA28-79C5-4C4F-B539-D7048E4EB68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6708" y="738507"/>
                </a:moveTo>
                <a:lnTo>
                  <a:pt x="1629467" y="7372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5" name="9x0x_9_build_PredictedLigand_43">
            <a:extLst>
              <a:ext uri="{FF2B5EF4-FFF2-40B4-BE49-F238E27FC236}">
                <a16:creationId xmlns:a16="http://schemas.microsoft.com/office/drawing/2014/main" id="{70C64231-0EA2-46D9-BA2D-33B43147294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7963" y="823608"/>
                </a:moveTo>
                <a:lnTo>
                  <a:pt x="1340138" y="8800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6" name="9x0x_9_build_PredictedLigand_44">
            <a:extLst>
              <a:ext uri="{FF2B5EF4-FFF2-40B4-BE49-F238E27FC236}">
                <a16:creationId xmlns:a16="http://schemas.microsoft.com/office/drawing/2014/main" id="{6AB0518C-7590-4087-8F62-A48AEFF531C1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302" y="747669"/>
                </a:moveTo>
                <a:lnTo>
                  <a:pt x="1566708" y="7385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7" name="9x0x_9_build_PredictedLigand_45">
            <a:extLst>
              <a:ext uri="{FF2B5EF4-FFF2-40B4-BE49-F238E27FC236}">
                <a16:creationId xmlns:a16="http://schemas.microsoft.com/office/drawing/2014/main" id="{CFF2BF83-2C57-4664-98EB-7F826268B0A4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7963" y="823608"/>
                </a:moveTo>
                <a:lnTo>
                  <a:pt x="1342055" y="7642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8" name="9x0x_9_build_PredictedLigand_46">
            <a:extLst>
              <a:ext uri="{FF2B5EF4-FFF2-40B4-BE49-F238E27FC236}">
                <a16:creationId xmlns:a16="http://schemas.microsoft.com/office/drawing/2014/main" id="{F5DF1D15-2235-4E65-9A94-D982E6BC838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0376" y="750168"/>
                </a:moveTo>
                <a:lnTo>
                  <a:pt x="1526302" y="7476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9" name="9x0x_9_build_PredictedLigand_47">
            <a:extLst>
              <a:ext uri="{FF2B5EF4-FFF2-40B4-BE49-F238E27FC236}">
                <a16:creationId xmlns:a16="http://schemas.microsoft.com/office/drawing/2014/main" id="{6598B51A-CF1F-4E93-A5E8-54A6103B232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2" y="769556"/>
                </a:moveTo>
                <a:lnTo>
                  <a:pt x="1460376" y="75016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0" name="9x0x_9_build_PredictedLigand_48">
            <a:extLst>
              <a:ext uri="{FF2B5EF4-FFF2-40B4-BE49-F238E27FC236}">
                <a16:creationId xmlns:a16="http://schemas.microsoft.com/office/drawing/2014/main" id="{6EF29DEF-0F0A-4F8D-819F-10D5167E3A1F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055" y="764232"/>
                </a:moveTo>
                <a:lnTo>
                  <a:pt x="1408982" y="7695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1" name="9x0x_9_build_PredictedAtoms_0">
            <a:extLst>
              <a:ext uri="{FF2B5EF4-FFF2-40B4-BE49-F238E27FC236}">
                <a16:creationId xmlns:a16="http://schemas.microsoft.com/office/drawing/2014/main" id="{E00A6E7E-4504-46C2-AFBB-52FB599EDB31}"/>
              </a:ext>
            </a:extLst>
          </p:cNvPr>
          <p:cNvSpPr>
            <a:spLocks/>
          </p:cNvSpPr>
          <p:nvPr/>
        </p:nvSpPr>
        <p:spPr>
          <a:xfrm>
            <a:off x="7298957" y="71851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42" name="9x0x_9_build_PredictedAtoms_1">
            <a:extLst>
              <a:ext uri="{FF2B5EF4-FFF2-40B4-BE49-F238E27FC236}">
                <a16:creationId xmlns:a16="http://schemas.microsoft.com/office/drawing/2014/main" id="{0844CC52-C43E-4724-A4AB-645B7C8F01C7}"/>
              </a:ext>
            </a:extLst>
          </p:cNvPr>
          <p:cNvSpPr>
            <a:spLocks/>
          </p:cNvSpPr>
          <p:nvPr/>
        </p:nvSpPr>
        <p:spPr>
          <a:xfrm>
            <a:off x="7351928" y="71722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43" name="9x0x_9_build_PredictedAtoms_2">
            <a:extLst>
              <a:ext uri="{FF2B5EF4-FFF2-40B4-BE49-F238E27FC236}">
                <a16:creationId xmlns:a16="http://schemas.microsoft.com/office/drawing/2014/main" id="{BB72B5FA-2033-4564-AC7B-B822CAC62B21}"/>
              </a:ext>
            </a:extLst>
          </p:cNvPr>
          <p:cNvSpPr>
            <a:spLocks/>
          </p:cNvSpPr>
          <p:nvPr/>
        </p:nvSpPr>
        <p:spPr>
          <a:xfrm>
            <a:off x="7347211" y="71916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44" name="9x0x_9_build_PredictedAtoms_3">
            <a:extLst>
              <a:ext uri="{FF2B5EF4-FFF2-40B4-BE49-F238E27FC236}">
                <a16:creationId xmlns:a16="http://schemas.microsoft.com/office/drawing/2014/main" id="{C1AECFD4-FBE9-44CC-AA2E-CCED9EEF57C3}"/>
              </a:ext>
            </a:extLst>
          </p:cNvPr>
          <p:cNvSpPr>
            <a:spLocks/>
          </p:cNvSpPr>
          <p:nvPr/>
        </p:nvSpPr>
        <p:spPr>
          <a:xfrm>
            <a:off x="7408717" y="72174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45" name="9x0x_9_build_PredictedAtoms_4">
            <a:extLst>
              <a:ext uri="{FF2B5EF4-FFF2-40B4-BE49-F238E27FC236}">
                <a16:creationId xmlns:a16="http://schemas.microsoft.com/office/drawing/2014/main" id="{6EBE40C4-F5EC-4D37-9515-4CF7811E0FE4}"/>
              </a:ext>
            </a:extLst>
          </p:cNvPr>
          <p:cNvSpPr>
            <a:spLocks/>
          </p:cNvSpPr>
          <p:nvPr/>
        </p:nvSpPr>
        <p:spPr>
          <a:xfrm>
            <a:off x="7421123" y="72228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46" name="9x0x_9_build_PredictedAtoms_5">
            <a:extLst>
              <a:ext uri="{FF2B5EF4-FFF2-40B4-BE49-F238E27FC236}">
                <a16:creationId xmlns:a16="http://schemas.microsoft.com/office/drawing/2014/main" id="{5CA089E3-F844-4543-A29C-48222DE9634C}"/>
              </a:ext>
            </a:extLst>
          </p:cNvPr>
          <p:cNvSpPr>
            <a:spLocks/>
          </p:cNvSpPr>
          <p:nvPr/>
        </p:nvSpPr>
        <p:spPr>
          <a:xfrm>
            <a:off x="7435185" y="72938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47" name="9x0x_9_build_PredictedAtoms_6">
            <a:extLst>
              <a:ext uri="{FF2B5EF4-FFF2-40B4-BE49-F238E27FC236}">
                <a16:creationId xmlns:a16="http://schemas.microsoft.com/office/drawing/2014/main" id="{EB765523-7211-405E-9083-F561ACACA375}"/>
              </a:ext>
            </a:extLst>
          </p:cNvPr>
          <p:cNvSpPr>
            <a:spLocks/>
          </p:cNvSpPr>
          <p:nvPr/>
        </p:nvSpPr>
        <p:spPr>
          <a:xfrm>
            <a:off x="7400003" y="73134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48" name="9x0x_9_build_PredictedAtoms_7">
            <a:extLst>
              <a:ext uri="{FF2B5EF4-FFF2-40B4-BE49-F238E27FC236}">
                <a16:creationId xmlns:a16="http://schemas.microsoft.com/office/drawing/2014/main" id="{C891E3DF-0019-4050-BE0C-BE37E9B71385}"/>
              </a:ext>
            </a:extLst>
          </p:cNvPr>
          <p:cNvSpPr>
            <a:spLocks/>
          </p:cNvSpPr>
          <p:nvPr/>
        </p:nvSpPr>
        <p:spPr>
          <a:xfrm>
            <a:off x="7374141" y="70941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49" name="9x0x_9_build_PredictedAtoms_8">
            <a:extLst>
              <a:ext uri="{FF2B5EF4-FFF2-40B4-BE49-F238E27FC236}">
                <a16:creationId xmlns:a16="http://schemas.microsoft.com/office/drawing/2014/main" id="{80F6A1AC-A40B-4055-BB03-6FA302CE0F42}"/>
              </a:ext>
            </a:extLst>
          </p:cNvPr>
          <p:cNvSpPr>
            <a:spLocks/>
          </p:cNvSpPr>
          <p:nvPr/>
        </p:nvSpPr>
        <p:spPr>
          <a:xfrm>
            <a:off x="7429596" y="70679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50" name="9x0x_9_build_PredictedAtoms_9">
            <a:extLst>
              <a:ext uri="{FF2B5EF4-FFF2-40B4-BE49-F238E27FC236}">
                <a16:creationId xmlns:a16="http://schemas.microsoft.com/office/drawing/2014/main" id="{8B729EB9-DCA2-41D9-9BBF-BAD74F95A1E5}"/>
              </a:ext>
            </a:extLst>
          </p:cNvPr>
          <p:cNvSpPr>
            <a:spLocks/>
          </p:cNvSpPr>
          <p:nvPr/>
        </p:nvSpPr>
        <p:spPr>
          <a:xfrm>
            <a:off x="7432768" y="6998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51" name="9x0x_9_build_PredictedAtoms_10">
            <a:extLst>
              <a:ext uri="{FF2B5EF4-FFF2-40B4-BE49-F238E27FC236}">
                <a16:creationId xmlns:a16="http://schemas.microsoft.com/office/drawing/2014/main" id="{5525D3BB-07D8-4043-8EE5-FAB80DEC6EB8}"/>
              </a:ext>
            </a:extLst>
          </p:cNvPr>
          <p:cNvSpPr>
            <a:spLocks/>
          </p:cNvSpPr>
          <p:nvPr/>
        </p:nvSpPr>
        <p:spPr>
          <a:xfrm>
            <a:off x="7451751" y="6958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52" name="9x0x_9_build_PredictedAtoms_11">
            <a:extLst>
              <a:ext uri="{FF2B5EF4-FFF2-40B4-BE49-F238E27FC236}">
                <a16:creationId xmlns:a16="http://schemas.microsoft.com/office/drawing/2014/main" id="{4D8576F9-13AC-44B4-9A4A-D386BF4C6F95}"/>
              </a:ext>
            </a:extLst>
          </p:cNvPr>
          <p:cNvSpPr>
            <a:spLocks/>
          </p:cNvSpPr>
          <p:nvPr/>
        </p:nvSpPr>
        <p:spPr>
          <a:xfrm>
            <a:off x="7483971" y="69700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53" name="9x0x_9_build_PredictedAtoms_12">
            <a:extLst>
              <a:ext uri="{FF2B5EF4-FFF2-40B4-BE49-F238E27FC236}">
                <a16:creationId xmlns:a16="http://schemas.microsoft.com/office/drawing/2014/main" id="{5FD8D720-6DE1-4DA4-A0D2-18B0CFA9B945}"/>
              </a:ext>
            </a:extLst>
          </p:cNvPr>
          <p:cNvSpPr>
            <a:spLocks/>
          </p:cNvSpPr>
          <p:nvPr/>
        </p:nvSpPr>
        <p:spPr>
          <a:xfrm>
            <a:off x="7496145" y="70265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54" name="9x0x_9_build_PredictedAtoms_13">
            <a:extLst>
              <a:ext uri="{FF2B5EF4-FFF2-40B4-BE49-F238E27FC236}">
                <a16:creationId xmlns:a16="http://schemas.microsoft.com/office/drawing/2014/main" id="{67DA54F2-E315-4DF4-AA6C-DF9965798245}"/>
              </a:ext>
            </a:extLst>
          </p:cNvPr>
          <p:cNvSpPr>
            <a:spLocks/>
          </p:cNvSpPr>
          <p:nvPr/>
        </p:nvSpPr>
        <p:spPr>
          <a:xfrm>
            <a:off x="7498063" y="69107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55" name="9x0x_9_build_PredictedAtoms_14">
            <a:extLst>
              <a:ext uri="{FF2B5EF4-FFF2-40B4-BE49-F238E27FC236}">
                <a16:creationId xmlns:a16="http://schemas.microsoft.com/office/drawing/2014/main" id="{C8FE49B3-CCE7-4954-B621-8CC0A588A6C1}"/>
              </a:ext>
            </a:extLst>
          </p:cNvPr>
          <p:cNvSpPr>
            <a:spLocks/>
          </p:cNvSpPr>
          <p:nvPr/>
        </p:nvSpPr>
        <p:spPr>
          <a:xfrm>
            <a:off x="7564989" y="69160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56" name="9x0x_9_build_PredictedAtoms_15">
            <a:extLst>
              <a:ext uri="{FF2B5EF4-FFF2-40B4-BE49-F238E27FC236}">
                <a16:creationId xmlns:a16="http://schemas.microsoft.com/office/drawing/2014/main" id="{BC0169D2-E4A8-47FA-85EB-81B9C2210039}"/>
              </a:ext>
            </a:extLst>
          </p:cNvPr>
          <p:cNvSpPr>
            <a:spLocks/>
          </p:cNvSpPr>
          <p:nvPr/>
        </p:nvSpPr>
        <p:spPr>
          <a:xfrm>
            <a:off x="7616384" y="68966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57" name="9x0x_9_build_PredictedAtoms_16">
            <a:extLst>
              <a:ext uri="{FF2B5EF4-FFF2-40B4-BE49-F238E27FC236}">
                <a16:creationId xmlns:a16="http://schemas.microsoft.com/office/drawing/2014/main" id="{3CE72097-8612-44C0-AF15-54BC1D1248A1}"/>
              </a:ext>
            </a:extLst>
          </p:cNvPr>
          <p:cNvSpPr>
            <a:spLocks/>
          </p:cNvSpPr>
          <p:nvPr/>
        </p:nvSpPr>
        <p:spPr>
          <a:xfrm>
            <a:off x="7682310" y="68941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58" name="9x0x_9_build_PredictedAtoms_17">
            <a:extLst>
              <a:ext uri="{FF2B5EF4-FFF2-40B4-BE49-F238E27FC236}">
                <a16:creationId xmlns:a16="http://schemas.microsoft.com/office/drawing/2014/main" id="{8F3A7077-4D22-4668-A55F-F4758BF71B1E}"/>
              </a:ext>
            </a:extLst>
          </p:cNvPr>
          <p:cNvSpPr>
            <a:spLocks/>
          </p:cNvSpPr>
          <p:nvPr/>
        </p:nvSpPr>
        <p:spPr>
          <a:xfrm>
            <a:off x="7722716" y="6884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59" name="9x0x_9_build_PredictedAtoms_18">
            <a:extLst>
              <a:ext uri="{FF2B5EF4-FFF2-40B4-BE49-F238E27FC236}">
                <a16:creationId xmlns:a16="http://schemas.microsoft.com/office/drawing/2014/main" id="{EA56677E-EF77-4A79-B564-F074F57387C4}"/>
              </a:ext>
            </a:extLst>
          </p:cNvPr>
          <p:cNvSpPr>
            <a:spLocks/>
          </p:cNvSpPr>
          <p:nvPr/>
        </p:nvSpPr>
        <p:spPr>
          <a:xfrm>
            <a:off x="7785475" y="68837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60" name="9x0x_9_build_PredictedAtoms_19">
            <a:extLst>
              <a:ext uri="{FF2B5EF4-FFF2-40B4-BE49-F238E27FC236}">
                <a16:creationId xmlns:a16="http://schemas.microsoft.com/office/drawing/2014/main" id="{AB0CFF3D-7353-4A3F-8E2D-AFEF89BC9447}"/>
              </a:ext>
            </a:extLst>
          </p:cNvPr>
          <p:cNvSpPr>
            <a:spLocks/>
          </p:cNvSpPr>
          <p:nvPr/>
        </p:nvSpPr>
        <p:spPr>
          <a:xfrm>
            <a:off x="7821821" y="6869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61" name="9x0x_9_build_PredictedAtoms_20">
            <a:extLst>
              <a:ext uri="{FF2B5EF4-FFF2-40B4-BE49-F238E27FC236}">
                <a16:creationId xmlns:a16="http://schemas.microsoft.com/office/drawing/2014/main" id="{53D9128F-3626-4071-BF55-CF17F553DC87}"/>
              </a:ext>
            </a:extLst>
          </p:cNvPr>
          <p:cNvSpPr>
            <a:spLocks/>
          </p:cNvSpPr>
          <p:nvPr/>
        </p:nvSpPr>
        <p:spPr>
          <a:xfrm>
            <a:off x="7853665" y="68105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62" name="9x0x_9_build_PredictedAtoms_21">
            <a:extLst>
              <a:ext uri="{FF2B5EF4-FFF2-40B4-BE49-F238E27FC236}">
                <a16:creationId xmlns:a16="http://schemas.microsoft.com/office/drawing/2014/main" id="{5666FC60-E18C-4E58-9816-2177130A071D}"/>
              </a:ext>
            </a:extLst>
          </p:cNvPr>
          <p:cNvSpPr>
            <a:spLocks/>
          </p:cNvSpPr>
          <p:nvPr/>
        </p:nvSpPr>
        <p:spPr>
          <a:xfrm>
            <a:off x="7882273" y="67989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63" name="9x0x_9_build_PredictedAtoms_22">
            <a:extLst>
              <a:ext uri="{FF2B5EF4-FFF2-40B4-BE49-F238E27FC236}">
                <a16:creationId xmlns:a16="http://schemas.microsoft.com/office/drawing/2014/main" id="{CC5310A8-BF0A-47B3-8F1A-FBAA2436C8E5}"/>
              </a:ext>
            </a:extLst>
          </p:cNvPr>
          <p:cNvSpPr>
            <a:spLocks/>
          </p:cNvSpPr>
          <p:nvPr/>
        </p:nvSpPr>
        <p:spPr>
          <a:xfrm>
            <a:off x="7945612" y="67912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64" name="9x0x_9_build_PredictedAtoms_23">
            <a:extLst>
              <a:ext uri="{FF2B5EF4-FFF2-40B4-BE49-F238E27FC236}">
                <a16:creationId xmlns:a16="http://schemas.microsoft.com/office/drawing/2014/main" id="{E2D9327F-5922-4FD8-BEB3-9B0E6216DA59}"/>
              </a:ext>
            </a:extLst>
          </p:cNvPr>
          <p:cNvSpPr>
            <a:spLocks/>
          </p:cNvSpPr>
          <p:nvPr/>
        </p:nvSpPr>
        <p:spPr>
          <a:xfrm>
            <a:off x="7985215" y="67496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65" name="9x0x_9_build_PredictedAtoms_24">
            <a:extLst>
              <a:ext uri="{FF2B5EF4-FFF2-40B4-BE49-F238E27FC236}">
                <a16:creationId xmlns:a16="http://schemas.microsoft.com/office/drawing/2014/main" id="{E94225E4-75E4-4CFC-B064-BB67FE4FE2A4}"/>
              </a:ext>
            </a:extLst>
          </p:cNvPr>
          <p:cNvSpPr>
            <a:spLocks/>
          </p:cNvSpPr>
          <p:nvPr/>
        </p:nvSpPr>
        <p:spPr>
          <a:xfrm>
            <a:off x="8012357" y="67541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66" name="9x0x_9_build_PredictedAtoms_25">
            <a:extLst>
              <a:ext uri="{FF2B5EF4-FFF2-40B4-BE49-F238E27FC236}">
                <a16:creationId xmlns:a16="http://schemas.microsoft.com/office/drawing/2014/main" id="{367F4BA2-12D0-40E0-9A80-03080305A7B6}"/>
              </a:ext>
            </a:extLst>
          </p:cNvPr>
          <p:cNvSpPr>
            <a:spLocks/>
          </p:cNvSpPr>
          <p:nvPr/>
        </p:nvSpPr>
        <p:spPr>
          <a:xfrm>
            <a:off x="8071589" y="67166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67" name="9x0x_9_build_PredictedAtoms_26">
            <a:extLst>
              <a:ext uri="{FF2B5EF4-FFF2-40B4-BE49-F238E27FC236}">
                <a16:creationId xmlns:a16="http://schemas.microsoft.com/office/drawing/2014/main" id="{F8CE5252-BA69-4EB2-9BBB-191B6E2E8646}"/>
              </a:ext>
            </a:extLst>
          </p:cNvPr>
          <p:cNvSpPr>
            <a:spLocks/>
          </p:cNvSpPr>
          <p:nvPr/>
        </p:nvSpPr>
        <p:spPr>
          <a:xfrm>
            <a:off x="8078974" y="669441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68" name="9x0x_9_build_PredictedAtoms_27">
            <a:extLst>
              <a:ext uri="{FF2B5EF4-FFF2-40B4-BE49-F238E27FC236}">
                <a16:creationId xmlns:a16="http://schemas.microsoft.com/office/drawing/2014/main" id="{31CF639C-6F61-4969-B8F3-E07D9F3057D0}"/>
              </a:ext>
            </a:extLst>
          </p:cNvPr>
          <p:cNvSpPr>
            <a:spLocks/>
          </p:cNvSpPr>
          <p:nvPr/>
        </p:nvSpPr>
        <p:spPr>
          <a:xfrm>
            <a:off x="8117145" y="66447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69" name="9x0x_9_build_PredictedAtoms_28">
            <a:extLst>
              <a:ext uri="{FF2B5EF4-FFF2-40B4-BE49-F238E27FC236}">
                <a16:creationId xmlns:a16="http://schemas.microsoft.com/office/drawing/2014/main" id="{4729EC02-0E7F-4701-A0FF-535EBBB3A33D}"/>
              </a:ext>
            </a:extLst>
          </p:cNvPr>
          <p:cNvSpPr>
            <a:spLocks/>
          </p:cNvSpPr>
          <p:nvPr/>
        </p:nvSpPr>
        <p:spPr>
          <a:xfrm>
            <a:off x="8169782" y="66193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70" name="9x0x_9_build_PredictedAtoms_29">
            <a:extLst>
              <a:ext uri="{FF2B5EF4-FFF2-40B4-BE49-F238E27FC236}">
                <a16:creationId xmlns:a16="http://schemas.microsoft.com/office/drawing/2014/main" id="{95AD9C08-5F7A-45E3-AA44-A5168353E019}"/>
              </a:ext>
            </a:extLst>
          </p:cNvPr>
          <p:cNvSpPr>
            <a:spLocks/>
          </p:cNvSpPr>
          <p:nvPr/>
        </p:nvSpPr>
        <p:spPr>
          <a:xfrm>
            <a:off x="8162737" y="66001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71" name="9x0x_9_build_PredictedAtoms_30">
            <a:extLst>
              <a:ext uri="{FF2B5EF4-FFF2-40B4-BE49-F238E27FC236}">
                <a16:creationId xmlns:a16="http://schemas.microsoft.com/office/drawing/2014/main" id="{0F956BE8-9C4C-4BBF-BC50-39392E6E96AD}"/>
              </a:ext>
            </a:extLst>
          </p:cNvPr>
          <p:cNvSpPr>
            <a:spLocks/>
          </p:cNvSpPr>
          <p:nvPr/>
        </p:nvSpPr>
        <p:spPr>
          <a:xfrm>
            <a:off x="8186334" y="65572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72" name="9x0x_9_build_PredictedAtoms_31">
            <a:extLst>
              <a:ext uri="{FF2B5EF4-FFF2-40B4-BE49-F238E27FC236}">
                <a16:creationId xmlns:a16="http://schemas.microsoft.com/office/drawing/2014/main" id="{9092B058-C6F1-48B4-A640-46E6E0BDD020}"/>
              </a:ext>
            </a:extLst>
          </p:cNvPr>
          <p:cNvSpPr>
            <a:spLocks/>
          </p:cNvSpPr>
          <p:nvPr/>
        </p:nvSpPr>
        <p:spPr>
          <a:xfrm>
            <a:off x="8223250" y="65630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73" name="9x0x_9_build_PredictedAtoms_32">
            <a:extLst>
              <a:ext uri="{FF2B5EF4-FFF2-40B4-BE49-F238E27FC236}">
                <a16:creationId xmlns:a16="http://schemas.microsoft.com/office/drawing/2014/main" id="{D2611772-E595-42C9-99A3-47FADB445A7A}"/>
              </a:ext>
            </a:extLst>
          </p:cNvPr>
          <p:cNvSpPr>
            <a:spLocks/>
          </p:cNvSpPr>
          <p:nvPr/>
        </p:nvSpPr>
        <p:spPr>
          <a:xfrm>
            <a:off x="7486941" y="70095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74" name="9x0x_9_build_PredictedAtoms_33">
            <a:extLst>
              <a:ext uri="{FF2B5EF4-FFF2-40B4-BE49-F238E27FC236}">
                <a16:creationId xmlns:a16="http://schemas.microsoft.com/office/drawing/2014/main" id="{9A4C49DE-31E7-4328-ADA2-E9A2ED738712}"/>
              </a:ext>
            </a:extLst>
          </p:cNvPr>
          <p:cNvSpPr>
            <a:spLocks/>
          </p:cNvSpPr>
          <p:nvPr/>
        </p:nvSpPr>
        <p:spPr>
          <a:xfrm>
            <a:off x="7526390" y="69663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75" name="9x0x_9_build_PredictedAtoms_34">
            <a:extLst>
              <a:ext uri="{FF2B5EF4-FFF2-40B4-BE49-F238E27FC236}">
                <a16:creationId xmlns:a16="http://schemas.microsoft.com/office/drawing/2014/main" id="{959344D9-B14A-4091-B0B7-4F49FD002261}"/>
              </a:ext>
            </a:extLst>
          </p:cNvPr>
          <p:cNvSpPr>
            <a:spLocks/>
          </p:cNvSpPr>
          <p:nvPr/>
        </p:nvSpPr>
        <p:spPr>
          <a:xfrm>
            <a:off x="7505726" y="69156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76" name="9x0x_9_build_PredictedAtoms_35">
            <a:extLst>
              <a:ext uri="{FF2B5EF4-FFF2-40B4-BE49-F238E27FC236}">
                <a16:creationId xmlns:a16="http://schemas.microsoft.com/office/drawing/2014/main" id="{442B7FA1-39CF-4BB3-B00C-C42BCB28615D}"/>
              </a:ext>
            </a:extLst>
          </p:cNvPr>
          <p:cNvSpPr>
            <a:spLocks/>
          </p:cNvSpPr>
          <p:nvPr/>
        </p:nvSpPr>
        <p:spPr>
          <a:xfrm>
            <a:off x="7460822" y="6911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77" name="9x0x_9_build_PredictedAtoms_36">
            <a:extLst>
              <a:ext uri="{FF2B5EF4-FFF2-40B4-BE49-F238E27FC236}">
                <a16:creationId xmlns:a16="http://schemas.microsoft.com/office/drawing/2014/main" id="{86DEFD5B-A49E-4CD7-B3ED-0F8A5B664551}"/>
              </a:ext>
            </a:extLst>
          </p:cNvPr>
          <p:cNvSpPr>
            <a:spLocks/>
          </p:cNvSpPr>
          <p:nvPr/>
        </p:nvSpPr>
        <p:spPr>
          <a:xfrm>
            <a:off x="7550315" y="68632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78" name="9x0x_9_build_PredictedAtoms_37">
            <a:extLst>
              <a:ext uri="{FF2B5EF4-FFF2-40B4-BE49-F238E27FC236}">
                <a16:creationId xmlns:a16="http://schemas.microsoft.com/office/drawing/2014/main" id="{FE6E0D45-7316-4D59-8ECA-F18C42402F33}"/>
              </a:ext>
            </a:extLst>
          </p:cNvPr>
          <p:cNvSpPr>
            <a:spLocks/>
          </p:cNvSpPr>
          <p:nvPr/>
        </p:nvSpPr>
        <p:spPr>
          <a:xfrm>
            <a:off x="7534082" y="68019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79" name="9x0x_9_build_PredictedAtoms_38">
            <a:extLst>
              <a:ext uri="{FF2B5EF4-FFF2-40B4-BE49-F238E27FC236}">
                <a16:creationId xmlns:a16="http://schemas.microsoft.com/office/drawing/2014/main" id="{926D5137-9EA1-4414-B52C-6ED4EEAA3EB9}"/>
              </a:ext>
            </a:extLst>
          </p:cNvPr>
          <p:cNvSpPr>
            <a:spLocks/>
          </p:cNvSpPr>
          <p:nvPr/>
        </p:nvSpPr>
        <p:spPr>
          <a:xfrm>
            <a:off x="7474697" y="67828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0" name="9x0x_9_build_PredictedAtoms_39">
            <a:extLst>
              <a:ext uri="{FF2B5EF4-FFF2-40B4-BE49-F238E27FC236}">
                <a16:creationId xmlns:a16="http://schemas.microsoft.com/office/drawing/2014/main" id="{71D25A30-9D89-4443-8565-17B7CB82C554}"/>
              </a:ext>
            </a:extLst>
          </p:cNvPr>
          <p:cNvSpPr>
            <a:spLocks/>
          </p:cNvSpPr>
          <p:nvPr/>
        </p:nvSpPr>
        <p:spPr>
          <a:xfrm>
            <a:off x="7456091" y="67255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1" name="9x0x_9_build_PredictedAtoms_40">
            <a:extLst>
              <a:ext uri="{FF2B5EF4-FFF2-40B4-BE49-F238E27FC236}">
                <a16:creationId xmlns:a16="http://schemas.microsoft.com/office/drawing/2014/main" id="{201F14E7-17B8-404D-8B56-CB2CA18F5C9C}"/>
              </a:ext>
            </a:extLst>
          </p:cNvPr>
          <p:cNvSpPr>
            <a:spLocks/>
          </p:cNvSpPr>
          <p:nvPr/>
        </p:nvSpPr>
        <p:spPr>
          <a:xfrm>
            <a:off x="7405851" y="6695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2" name="9x0x_9_build_PredictedAtoms_41">
            <a:extLst>
              <a:ext uri="{FF2B5EF4-FFF2-40B4-BE49-F238E27FC236}">
                <a16:creationId xmlns:a16="http://schemas.microsoft.com/office/drawing/2014/main" id="{7FDB49E2-774F-4C70-9A5B-FC30618F9505}"/>
              </a:ext>
            </a:extLst>
          </p:cNvPr>
          <p:cNvSpPr>
            <a:spLocks/>
          </p:cNvSpPr>
          <p:nvPr/>
        </p:nvSpPr>
        <p:spPr>
          <a:xfrm>
            <a:off x="7354048" y="66794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3" name="9x0x_9_build_PredictedAtoms_42">
            <a:extLst>
              <a:ext uri="{FF2B5EF4-FFF2-40B4-BE49-F238E27FC236}">
                <a16:creationId xmlns:a16="http://schemas.microsoft.com/office/drawing/2014/main" id="{DD9142AD-F4A3-4E23-904C-CC8E894B40C1}"/>
              </a:ext>
            </a:extLst>
          </p:cNvPr>
          <p:cNvSpPr>
            <a:spLocks/>
          </p:cNvSpPr>
          <p:nvPr/>
        </p:nvSpPr>
        <p:spPr>
          <a:xfrm>
            <a:off x="7307304" y="66287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4" name="9x0x_9_build_PredictedAtoms_43">
            <a:extLst>
              <a:ext uri="{FF2B5EF4-FFF2-40B4-BE49-F238E27FC236}">
                <a16:creationId xmlns:a16="http://schemas.microsoft.com/office/drawing/2014/main" id="{3C42AF3C-CF00-4076-A8D9-E4163A51B0E5}"/>
              </a:ext>
            </a:extLst>
          </p:cNvPr>
          <p:cNvSpPr>
            <a:spLocks/>
          </p:cNvSpPr>
          <p:nvPr/>
        </p:nvSpPr>
        <p:spPr>
          <a:xfrm>
            <a:off x="7251246" y="66125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5" name="9x0x_9_build_PredictedAtoms_44">
            <a:extLst>
              <a:ext uri="{FF2B5EF4-FFF2-40B4-BE49-F238E27FC236}">
                <a16:creationId xmlns:a16="http://schemas.microsoft.com/office/drawing/2014/main" id="{08981219-9FF1-4925-89E8-C9CF64EBC38E}"/>
              </a:ext>
            </a:extLst>
          </p:cNvPr>
          <p:cNvSpPr>
            <a:spLocks/>
          </p:cNvSpPr>
          <p:nvPr/>
        </p:nvSpPr>
        <p:spPr>
          <a:xfrm>
            <a:off x="7208347" y="65719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6" name="9x0x_9_build_PredictedAtoms_45">
            <a:extLst>
              <a:ext uri="{FF2B5EF4-FFF2-40B4-BE49-F238E27FC236}">
                <a16:creationId xmlns:a16="http://schemas.microsoft.com/office/drawing/2014/main" id="{64165ECC-FEDF-4811-87D8-E55BA8D62224}"/>
              </a:ext>
            </a:extLst>
          </p:cNvPr>
          <p:cNvSpPr>
            <a:spLocks/>
          </p:cNvSpPr>
          <p:nvPr/>
        </p:nvSpPr>
        <p:spPr>
          <a:xfrm>
            <a:off x="7141261" y="65599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7" name="9x0x_9_build_PredictedAtoms_46">
            <a:extLst>
              <a:ext uri="{FF2B5EF4-FFF2-40B4-BE49-F238E27FC236}">
                <a16:creationId xmlns:a16="http://schemas.microsoft.com/office/drawing/2014/main" id="{DA27E79B-19B7-43FB-9C5F-20B5344CD8C3}"/>
              </a:ext>
            </a:extLst>
          </p:cNvPr>
          <p:cNvSpPr>
            <a:spLocks/>
          </p:cNvSpPr>
          <p:nvPr/>
        </p:nvSpPr>
        <p:spPr>
          <a:xfrm>
            <a:off x="7107992" y="65068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8" name="9x0x_9_build_PredictedAtoms_47">
            <a:extLst>
              <a:ext uri="{FF2B5EF4-FFF2-40B4-BE49-F238E27FC236}">
                <a16:creationId xmlns:a16="http://schemas.microsoft.com/office/drawing/2014/main" id="{56F81266-C7B8-4CBE-966F-17DBEB72071E}"/>
              </a:ext>
            </a:extLst>
          </p:cNvPr>
          <p:cNvSpPr>
            <a:spLocks/>
          </p:cNvSpPr>
          <p:nvPr/>
        </p:nvSpPr>
        <p:spPr>
          <a:xfrm>
            <a:off x="7054571" y="64778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9" name="9x0x_9_build_PredictedAtoms_48">
            <a:extLst>
              <a:ext uri="{FF2B5EF4-FFF2-40B4-BE49-F238E27FC236}">
                <a16:creationId xmlns:a16="http://schemas.microsoft.com/office/drawing/2014/main" id="{DD90313A-B4BB-4269-B883-DDCC94375253}"/>
              </a:ext>
            </a:extLst>
          </p:cNvPr>
          <p:cNvSpPr>
            <a:spLocks/>
          </p:cNvSpPr>
          <p:nvPr/>
        </p:nvSpPr>
        <p:spPr>
          <a:xfrm>
            <a:off x="7018232" y="64190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0" name="9x0x_9_build_PredictedAtoms_49">
            <a:extLst>
              <a:ext uri="{FF2B5EF4-FFF2-40B4-BE49-F238E27FC236}">
                <a16:creationId xmlns:a16="http://schemas.microsoft.com/office/drawing/2014/main" id="{FA593D4A-5448-45E1-B846-776F487D7566}"/>
              </a:ext>
            </a:extLst>
          </p:cNvPr>
          <p:cNvSpPr>
            <a:spLocks/>
          </p:cNvSpPr>
          <p:nvPr/>
        </p:nvSpPr>
        <p:spPr>
          <a:xfrm>
            <a:off x="6957875" y="63959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1" name="9x0x_9_build_Clashes_0">
            <a:extLst>
              <a:ext uri="{FF2B5EF4-FFF2-40B4-BE49-F238E27FC236}">
                <a16:creationId xmlns:a16="http://schemas.microsoft.com/office/drawing/2014/main" id="{F4B2CDF8-B714-4745-916E-9D3C958BA665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3774" y="472903"/>
                </a:moveTo>
                <a:lnTo>
                  <a:pt x="2091331" y="44193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992" name="9x0x_9_build_Clashes_1">
            <a:extLst>
              <a:ext uri="{FF2B5EF4-FFF2-40B4-BE49-F238E27FC236}">
                <a16:creationId xmlns:a16="http://schemas.microsoft.com/office/drawing/2014/main" id="{85E3A769-9708-41F5-986D-ABC2C2E6561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3774" y="472903"/>
                </a:moveTo>
                <a:lnTo>
                  <a:pt x="2067276" y="43173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993" name="9x0x_9_build_Clashes_2">
            <a:extLst>
              <a:ext uri="{FF2B5EF4-FFF2-40B4-BE49-F238E27FC236}">
                <a16:creationId xmlns:a16="http://schemas.microsoft.com/office/drawing/2014/main" id="{BEF5BFE8-AD5A-4FF2-925D-815D6F78B19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729" y="453707"/>
                </a:moveTo>
                <a:lnTo>
                  <a:pt x="2067276" y="43173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994" name="9x0x_9_build_Clashes_3">
            <a:extLst>
              <a:ext uri="{FF2B5EF4-FFF2-40B4-BE49-F238E27FC236}">
                <a16:creationId xmlns:a16="http://schemas.microsoft.com/office/drawing/2014/main" id="{87DD6BBC-AC67-4EF0-8907-1E085D387A7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0326" y="410735"/>
                </a:moveTo>
                <a:lnTo>
                  <a:pt x="2067276" y="43173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995" name="9x0x_9_build_Clashes_4">
            <a:extLst>
              <a:ext uri="{FF2B5EF4-FFF2-40B4-BE49-F238E27FC236}">
                <a16:creationId xmlns:a16="http://schemas.microsoft.com/office/drawing/2014/main" id="{8D4FEB7D-ADFE-4599-A457-0F63B6F7C94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815" y="764968"/>
                </a:moveTo>
                <a:lnTo>
                  <a:pt x="1249725" y="73154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996" name="9x0x_9_build_Clashes_5">
            <a:extLst>
              <a:ext uri="{FF2B5EF4-FFF2-40B4-BE49-F238E27FC236}">
                <a16:creationId xmlns:a16="http://schemas.microsoft.com/office/drawing/2014/main" id="{F5139B14-638C-4B17-968B-B6FEADEEF1C9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8563" y="331376"/>
                </a:moveTo>
                <a:lnTo>
                  <a:pt x="883913" y="30575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997" name="9x0x_9_build_Clashes_6">
            <a:extLst>
              <a:ext uri="{FF2B5EF4-FFF2-40B4-BE49-F238E27FC236}">
                <a16:creationId xmlns:a16="http://schemas.microsoft.com/office/drawing/2014/main" id="{292DAE18-04F9-4B79-9E78-6CEB7DBA5266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8563" y="331376"/>
                </a:moveTo>
                <a:lnTo>
                  <a:pt x="863622" y="3569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998" name="9x0x_9_build_Clashes_7">
            <a:extLst>
              <a:ext uri="{FF2B5EF4-FFF2-40B4-BE49-F238E27FC236}">
                <a16:creationId xmlns:a16="http://schemas.microsoft.com/office/drawing/2014/main" id="{27989ECC-DBA1-4333-AC26-C0C9FB1D4EAE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2225" y="272577"/>
                </a:moveTo>
                <a:lnTo>
                  <a:pt x="768354" y="22501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999" name="9x0x_9_build_Clashes_8">
            <a:extLst>
              <a:ext uri="{FF2B5EF4-FFF2-40B4-BE49-F238E27FC236}">
                <a16:creationId xmlns:a16="http://schemas.microsoft.com/office/drawing/2014/main" id="{D8597C65-59DF-4398-B7C3-CDBE2E19C04B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2225" y="272577"/>
                </a:moveTo>
                <a:lnTo>
                  <a:pt x="809845" y="2451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00" name="9x0x_9_build_Clashes_9">
            <a:extLst>
              <a:ext uri="{FF2B5EF4-FFF2-40B4-BE49-F238E27FC236}">
                <a16:creationId xmlns:a16="http://schemas.microsoft.com/office/drawing/2014/main" id="{88C827DD-5D04-48DD-99A9-CD9198EAACE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867" y="249469"/>
                </a:moveTo>
                <a:lnTo>
                  <a:pt x="768354" y="22501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01" name="9x0x_9_build_Clashes_10">
            <a:extLst>
              <a:ext uri="{FF2B5EF4-FFF2-40B4-BE49-F238E27FC236}">
                <a16:creationId xmlns:a16="http://schemas.microsoft.com/office/drawing/2014/main" id="{30DFF6F4-B140-4E6F-87E0-76E99DFF3D13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867" y="249469"/>
                </a:moveTo>
                <a:lnTo>
                  <a:pt x="809845" y="24511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02" name="9x0x_9_build_Clashes_11">
            <a:extLst>
              <a:ext uri="{FF2B5EF4-FFF2-40B4-BE49-F238E27FC236}">
                <a16:creationId xmlns:a16="http://schemas.microsoft.com/office/drawing/2014/main" id="{E08A17E4-5A1F-4F74-A2FD-2BF2D1DD489C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867" y="249469"/>
                </a:moveTo>
                <a:lnTo>
                  <a:pt x="707138" y="24023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03" name="9x0x_9_build_Clashes_12">
            <a:extLst>
              <a:ext uri="{FF2B5EF4-FFF2-40B4-BE49-F238E27FC236}">
                <a16:creationId xmlns:a16="http://schemas.microsoft.com/office/drawing/2014/main" id="{0CB8C38B-B48C-43FE-9B8F-B5D431B05987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867" y="249469"/>
                </a:moveTo>
                <a:lnTo>
                  <a:pt x="687414" y="28329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04" name="9x0x_9_build_Clashes_13">
            <a:extLst>
              <a:ext uri="{FF2B5EF4-FFF2-40B4-BE49-F238E27FC236}">
                <a16:creationId xmlns:a16="http://schemas.microsoft.com/office/drawing/2014/main" id="{2F201034-FBC1-4968-BA00-069466D3C1F8}"/>
              </a:ext>
            </a:extLst>
          </p:cNvPr>
          <p:cNvSpPr>
            <a:spLocks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867" y="249469"/>
                </a:moveTo>
                <a:lnTo>
                  <a:pt x="861434" y="24338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05" name="9x0x_9_build_ClashingReceptorAtoms_0">
            <a:extLst>
              <a:ext uri="{FF2B5EF4-FFF2-40B4-BE49-F238E27FC236}">
                <a16:creationId xmlns:a16="http://schemas.microsoft.com/office/drawing/2014/main" id="{D9A3CD90-7F02-42CD-BD7A-69F2596CF9D7}"/>
              </a:ext>
            </a:extLst>
          </p:cNvPr>
          <p:cNvSpPr>
            <a:spLocks/>
          </p:cNvSpPr>
          <p:nvPr/>
        </p:nvSpPr>
        <p:spPr>
          <a:xfrm>
            <a:off x="8239719" y="658079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06" name="9x0x_9_build_ClashingReceptorAtoms_1">
            <a:extLst>
              <a:ext uri="{FF2B5EF4-FFF2-40B4-BE49-F238E27FC236}">
                <a16:creationId xmlns:a16="http://schemas.microsoft.com/office/drawing/2014/main" id="{F82F1E91-3879-4298-A1E5-2F07C4CA9948}"/>
              </a:ext>
            </a:extLst>
          </p:cNvPr>
          <p:cNvSpPr>
            <a:spLocks/>
          </p:cNvSpPr>
          <p:nvPr/>
        </p:nvSpPr>
        <p:spPr>
          <a:xfrm>
            <a:off x="8215663" y="657059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07" name="9x0x_9_build_ClashingReceptorAtoms_2">
            <a:extLst>
              <a:ext uri="{FF2B5EF4-FFF2-40B4-BE49-F238E27FC236}">
                <a16:creationId xmlns:a16="http://schemas.microsoft.com/office/drawing/2014/main" id="{98E768FF-8E71-4B7B-B9FF-651D2A54166D}"/>
              </a:ext>
            </a:extLst>
          </p:cNvPr>
          <p:cNvSpPr>
            <a:spLocks/>
          </p:cNvSpPr>
          <p:nvPr/>
        </p:nvSpPr>
        <p:spPr>
          <a:xfrm>
            <a:off x="7398113" y="687040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08" name="9x0x_9_build_ClashingReceptorAtoms_3">
            <a:extLst>
              <a:ext uri="{FF2B5EF4-FFF2-40B4-BE49-F238E27FC236}">
                <a16:creationId xmlns:a16="http://schemas.microsoft.com/office/drawing/2014/main" id="{81167764-F2D9-4964-81AA-0859988F2024}"/>
              </a:ext>
            </a:extLst>
          </p:cNvPr>
          <p:cNvSpPr>
            <a:spLocks/>
          </p:cNvSpPr>
          <p:nvPr/>
        </p:nvSpPr>
        <p:spPr>
          <a:xfrm>
            <a:off x="6916741" y="636387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09" name="9x0x_9_build_ClashingReceptorAtoms_4">
            <a:extLst>
              <a:ext uri="{FF2B5EF4-FFF2-40B4-BE49-F238E27FC236}">
                <a16:creationId xmlns:a16="http://schemas.microsoft.com/office/drawing/2014/main" id="{8A092D90-8DAD-4BC1-91B8-A4D1736B3B14}"/>
              </a:ext>
            </a:extLst>
          </p:cNvPr>
          <p:cNvSpPr>
            <a:spLocks/>
          </p:cNvSpPr>
          <p:nvPr/>
        </p:nvSpPr>
        <p:spPr>
          <a:xfrm>
            <a:off x="6958232" y="638398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10" name="9x0x_9_build_ClashingReceptorAtoms_5">
            <a:extLst>
              <a:ext uri="{FF2B5EF4-FFF2-40B4-BE49-F238E27FC236}">
                <a16:creationId xmlns:a16="http://schemas.microsoft.com/office/drawing/2014/main" id="{E9F7CFD7-400C-4E99-8623-3FC5377294B7}"/>
              </a:ext>
            </a:extLst>
          </p:cNvPr>
          <p:cNvSpPr>
            <a:spLocks/>
          </p:cNvSpPr>
          <p:nvPr/>
        </p:nvSpPr>
        <p:spPr>
          <a:xfrm>
            <a:off x="6855525" y="637909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11" name="9x0x_9_build_ClashingReceptorAtoms_6">
            <a:extLst>
              <a:ext uri="{FF2B5EF4-FFF2-40B4-BE49-F238E27FC236}">
                <a16:creationId xmlns:a16="http://schemas.microsoft.com/office/drawing/2014/main" id="{6DE41F74-D49D-4A81-8CD1-67B0E4924905}"/>
              </a:ext>
            </a:extLst>
          </p:cNvPr>
          <p:cNvSpPr>
            <a:spLocks/>
          </p:cNvSpPr>
          <p:nvPr/>
        </p:nvSpPr>
        <p:spPr>
          <a:xfrm>
            <a:off x="6835801" y="642215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12" name="9x0x_9_build_ClashingReceptorAtoms_7">
            <a:extLst>
              <a:ext uri="{FF2B5EF4-FFF2-40B4-BE49-F238E27FC236}">
                <a16:creationId xmlns:a16="http://schemas.microsoft.com/office/drawing/2014/main" id="{27A641BC-338C-4E9A-A9D9-97B134994619}"/>
              </a:ext>
            </a:extLst>
          </p:cNvPr>
          <p:cNvSpPr>
            <a:spLocks/>
          </p:cNvSpPr>
          <p:nvPr/>
        </p:nvSpPr>
        <p:spPr>
          <a:xfrm>
            <a:off x="7009821" y="638224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13" name="9x0x_9_build_ClashingReceptorAtoms_8">
            <a:extLst>
              <a:ext uri="{FF2B5EF4-FFF2-40B4-BE49-F238E27FC236}">
                <a16:creationId xmlns:a16="http://schemas.microsoft.com/office/drawing/2014/main" id="{13129431-7DA4-43E4-821A-031B66EE2F0E}"/>
              </a:ext>
            </a:extLst>
          </p:cNvPr>
          <p:cNvSpPr>
            <a:spLocks/>
          </p:cNvSpPr>
          <p:nvPr/>
        </p:nvSpPr>
        <p:spPr>
          <a:xfrm>
            <a:off x="7032301" y="64446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14" name="9x0x_9_build_ClashingReceptorAtoms_9">
            <a:extLst>
              <a:ext uri="{FF2B5EF4-FFF2-40B4-BE49-F238E27FC236}">
                <a16:creationId xmlns:a16="http://schemas.microsoft.com/office/drawing/2014/main" id="{AF05D0DC-42D2-499D-BD99-7609BEA62D16}"/>
              </a:ext>
            </a:extLst>
          </p:cNvPr>
          <p:cNvSpPr>
            <a:spLocks/>
          </p:cNvSpPr>
          <p:nvPr/>
        </p:nvSpPr>
        <p:spPr>
          <a:xfrm>
            <a:off x="7012010" y="649585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15" name="stage3-cases-clash_38">
            <a:extLst>
              <a:ext uri="{FF2B5EF4-FFF2-40B4-BE49-F238E27FC236}">
                <a16:creationId xmlns:a16="http://schemas.microsoft.com/office/drawing/2014/main" id="{81FBA615-FD7D-465D-9BB1-1BE92CE47E06}"/>
              </a:ext>
            </a:extLst>
          </p:cNvPr>
          <p:cNvSpPr>
            <a:spLocks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12.31 Å   D 40%   Clash 14</a:t>
            </a:r>
          </a:p>
        </p:txBody>
      </p:sp>
      <p:sp>
        <p:nvSpPr>
          <p:cNvPr id="2016" name="stage3-cases-clash_39">
            <a:extLst>
              <a:ext uri="{FF2B5EF4-FFF2-40B4-BE49-F238E27FC236}">
                <a16:creationId xmlns:a16="http://schemas.microsoft.com/office/drawing/2014/main" id="{75601C83-6FA8-4DAA-B0D4-033788302613}"/>
              </a:ext>
            </a:extLst>
          </p:cNvPr>
          <p:cNvSpPr>
            <a:spLocks/>
          </p:cNvSpPr>
          <p:nvPr/>
        </p:nvSpPr>
        <p:spPr>
          <a:xfrm>
            <a:off x="247650" y="76771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h  9UJF · GTP (D:201)</a:t>
            </a:r>
          </a:p>
        </p:txBody>
      </p:sp>
      <p:sp>
        <p:nvSpPr>
          <p:cNvPr id="2017" name="stage3-cases-clash_40">
            <a:extLst>
              <a:ext uri="{FF2B5EF4-FFF2-40B4-BE49-F238E27FC236}">
                <a16:creationId xmlns:a16="http://schemas.microsoft.com/office/drawing/2014/main" id="{437AD621-CE18-4A4F-99CC-928F91613B09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83636" y="7820025"/>
                </a:moveTo>
                <a:lnTo>
                  <a:pt x="8953500" y="78200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2018" name="stage3-cases-clash_41">
            <a:extLst>
              <a:ext uri="{FF2B5EF4-FFF2-40B4-BE49-F238E27FC236}">
                <a16:creationId xmlns:a16="http://schemas.microsoft.com/office/drawing/2014/main" id="{4667F801-B98D-4B4B-8905-3F38F13E8F95}"/>
              </a:ext>
            </a:extLst>
          </p:cNvPr>
          <p:cNvSpPr>
            <a:spLocks/>
          </p:cNvSpPr>
          <p:nvPr/>
        </p:nvSpPr>
        <p:spPr>
          <a:xfrm>
            <a:off x="9001125" y="77057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019" name="9ujf_9_official_Receptor">
            <a:extLst>
              <a:ext uri="{FF2B5EF4-FFF2-40B4-BE49-F238E27FC236}">
                <a16:creationId xmlns:a16="http://schemas.microsoft.com/office/drawing/2014/main" id="{7919A43D-0F39-448C-838F-459E2C655773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21" y="927893"/>
                </a:moveTo>
                <a:lnTo>
                  <a:pt x="981357" y="1080945"/>
                </a:lnTo>
                <a:moveTo>
                  <a:pt x="883381" y="830690"/>
                </a:moveTo>
                <a:lnTo>
                  <a:pt x="849821" y="927893"/>
                </a:lnTo>
                <a:moveTo>
                  <a:pt x="1511992" y="134570"/>
                </a:moveTo>
                <a:lnTo>
                  <a:pt x="1610379" y="107194"/>
                </a:lnTo>
                <a:moveTo>
                  <a:pt x="851578" y="944792"/>
                </a:moveTo>
                <a:lnTo>
                  <a:pt x="883381" y="830690"/>
                </a:lnTo>
                <a:moveTo>
                  <a:pt x="1565702" y="1033718"/>
                </a:moveTo>
                <a:lnTo>
                  <a:pt x="1559105" y="1202408"/>
                </a:lnTo>
                <a:moveTo>
                  <a:pt x="670849" y="1017190"/>
                </a:moveTo>
                <a:lnTo>
                  <a:pt x="851578" y="944792"/>
                </a:lnTo>
                <a:moveTo>
                  <a:pt x="1575616" y="258689"/>
                </a:moveTo>
                <a:lnTo>
                  <a:pt x="1511992" y="134570"/>
                </a:lnTo>
                <a:moveTo>
                  <a:pt x="1559105" y="1202408"/>
                </a:moveTo>
                <a:lnTo>
                  <a:pt x="1368939" y="1237183"/>
                </a:lnTo>
                <a:moveTo>
                  <a:pt x="633849" y="1168785"/>
                </a:moveTo>
                <a:lnTo>
                  <a:pt x="670849" y="1017190"/>
                </a:lnTo>
                <a:moveTo>
                  <a:pt x="1575616" y="258689"/>
                </a:moveTo>
                <a:lnTo>
                  <a:pt x="1544145" y="454044"/>
                </a:lnTo>
                <a:moveTo>
                  <a:pt x="1368939" y="1237183"/>
                </a:moveTo>
                <a:lnTo>
                  <a:pt x="1260095" y="1114081"/>
                </a:lnTo>
                <a:moveTo>
                  <a:pt x="1559105" y="1202408"/>
                </a:moveTo>
                <a:lnTo>
                  <a:pt x="1689446" y="1202976"/>
                </a:lnTo>
                <a:moveTo>
                  <a:pt x="442040" y="1236105"/>
                </a:moveTo>
                <a:lnTo>
                  <a:pt x="633849" y="1168785"/>
                </a:lnTo>
                <a:moveTo>
                  <a:pt x="851578" y="944792"/>
                </a:moveTo>
                <a:lnTo>
                  <a:pt x="884114" y="834770"/>
                </a:lnTo>
                <a:moveTo>
                  <a:pt x="1544145" y="454044"/>
                </a:moveTo>
                <a:lnTo>
                  <a:pt x="1582551" y="587827"/>
                </a:lnTo>
                <a:moveTo>
                  <a:pt x="1689446" y="1202976"/>
                </a:moveTo>
                <a:lnTo>
                  <a:pt x="1883229" y="1236407"/>
                </a:lnTo>
                <a:moveTo>
                  <a:pt x="633849" y="1168785"/>
                </a:moveTo>
                <a:lnTo>
                  <a:pt x="747790" y="1254572"/>
                </a:lnTo>
                <a:moveTo>
                  <a:pt x="1488318" y="219978"/>
                </a:moveTo>
                <a:lnTo>
                  <a:pt x="1575616" y="258689"/>
                </a:lnTo>
                <a:moveTo>
                  <a:pt x="442040" y="1236105"/>
                </a:moveTo>
                <a:lnTo>
                  <a:pt x="345258" y="1221031"/>
                </a:lnTo>
                <a:moveTo>
                  <a:pt x="1883229" y="1236407"/>
                </a:moveTo>
                <a:lnTo>
                  <a:pt x="1995667" y="1295051"/>
                </a:lnTo>
                <a:moveTo>
                  <a:pt x="1582551" y="587827"/>
                </a:moveTo>
                <a:lnTo>
                  <a:pt x="1778354" y="584268"/>
                </a:lnTo>
                <a:moveTo>
                  <a:pt x="884114" y="834770"/>
                </a:moveTo>
                <a:lnTo>
                  <a:pt x="760137" y="763181"/>
                </a:lnTo>
                <a:moveTo>
                  <a:pt x="166001" y="1320887"/>
                </a:moveTo>
                <a:lnTo>
                  <a:pt x="9893" y="1210676"/>
                </a:lnTo>
                <a:moveTo>
                  <a:pt x="345258" y="1221031"/>
                </a:moveTo>
                <a:lnTo>
                  <a:pt x="166001" y="1320887"/>
                </a:lnTo>
                <a:moveTo>
                  <a:pt x="345258" y="1221031"/>
                </a:moveTo>
                <a:lnTo>
                  <a:pt x="316743" y="1025908"/>
                </a:lnTo>
                <a:moveTo>
                  <a:pt x="1995667" y="1295051"/>
                </a:moveTo>
                <a:lnTo>
                  <a:pt x="2098965" y="1139142"/>
                </a:lnTo>
                <a:moveTo>
                  <a:pt x="1510670" y="62027"/>
                </a:moveTo>
                <a:lnTo>
                  <a:pt x="1488318" y="219978"/>
                </a:lnTo>
                <a:moveTo>
                  <a:pt x="1778354" y="584268"/>
                </a:moveTo>
                <a:lnTo>
                  <a:pt x="1806849" y="667655"/>
                </a:lnTo>
                <a:moveTo>
                  <a:pt x="1104636" y="118691"/>
                </a:moveTo>
                <a:lnTo>
                  <a:pt x="1106044" y="8389"/>
                </a:lnTo>
                <a:moveTo>
                  <a:pt x="2169893" y="117775"/>
                </a:moveTo>
                <a:lnTo>
                  <a:pt x="2202539" y="107708"/>
                </a:lnTo>
                <a:moveTo>
                  <a:pt x="2098965" y="1139142"/>
                </a:moveTo>
                <a:lnTo>
                  <a:pt x="2191314" y="1190828"/>
                </a:lnTo>
                <a:moveTo>
                  <a:pt x="1403315" y="27711"/>
                </a:moveTo>
                <a:lnTo>
                  <a:pt x="1510670" y="62027"/>
                </a:lnTo>
                <a:moveTo>
                  <a:pt x="941203" y="237825"/>
                </a:moveTo>
                <a:lnTo>
                  <a:pt x="1104636" y="118691"/>
                </a:lnTo>
                <a:moveTo>
                  <a:pt x="1806849" y="667655"/>
                </a:moveTo>
                <a:lnTo>
                  <a:pt x="1995403" y="651010"/>
                </a:lnTo>
                <a:moveTo>
                  <a:pt x="992296" y="424312"/>
                </a:moveTo>
                <a:lnTo>
                  <a:pt x="941203" y="237825"/>
                </a:lnTo>
                <a:moveTo>
                  <a:pt x="1104636" y="118691"/>
                </a:moveTo>
                <a:lnTo>
                  <a:pt x="1244375" y="139745"/>
                </a:lnTo>
                <a:moveTo>
                  <a:pt x="2202539" y="107708"/>
                </a:moveTo>
                <a:lnTo>
                  <a:pt x="2326442" y="5393"/>
                </a:lnTo>
                <a:moveTo>
                  <a:pt x="96898" y="698349"/>
                </a:moveTo>
                <a:lnTo>
                  <a:pt x="207470" y="622781"/>
                </a:lnTo>
                <a:moveTo>
                  <a:pt x="1244375" y="139745"/>
                </a:moveTo>
                <a:lnTo>
                  <a:pt x="1403315" y="27711"/>
                </a:lnTo>
                <a:moveTo>
                  <a:pt x="941203" y="237825"/>
                </a:moveTo>
                <a:lnTo>
                  <a:pt x="829832" y="169457"/>
                </a:lnTo>
                <a:moveTo>
                  <a:pt x="640002" y="244575"/>
                </a:moveTo>
                <a:lnTo>
                  <a:pt x="533548" y="211605"/>
                </a:lnTo>
                <a:moveTo>
                  <a:pt x="829832" y="169457"/>
                </a:moveTo>
                <a:lnTo>
                  <a:pt x="640002" y="244575"/>
                </a:lnTo>
                <a:moveTo>
                  <a:pt x="856008" y="1232840"/>
                </a:moveTo>
                <a:lnTo>
                  <a:pt x="726039" y="1181493"/>
                </a:lnTo>
                <a:moveTo>
                  <a:pt x="2326442" y="5393"/>
                </a:moveTo>
                <a:lnTo>
                  <a:pt x="2345745" y="9131"/>
                </a:lnTo>
                <a:moveTo>
                  <a:pt x="96898" y="698349"/>
                </a:moveTo>
                <a:lnTo>
                  <a:pt x="132372" y="742454"/>
                </a:lnTo>
                <a:moveTo>
                  <a:pt x="856008" y="1232840"/>
                </a:moveTo>
                <a:lnTo>
                  <a:pt x="980734" y="1076174"/>
                </a:lnTo>
                <a:moveTo>
                  <a:pt x="640002" y="244575"/>
                </a:moveTo>
                <a:lnTo>
                  <a:pt x="544818" y="166966"/>
                </a:lnTo>
                <a:moveTo>
                  <a:pt x="133517" y="1106226"/>
                </a:moveTo>
                <a:lnTo>
                  <a:pt x="163859" y="1164753"/>
                </a:lnTo>
                <a:moveTo>
                  <a:pt x="254448" y="951499"/>
                </a:moveTo>
                <a:lnTo>
                  <a:pt x="133517" y="1106226"/>
                </a:lnTo>
                <a:moveTo>
                  <a:pt x="254448" y="951499"/>
                </a:moveTo>
                <a:lnTo>
                  <a:pt x="435989" y="1022457"/>
                </a:lnTo>
                <a:moveTo>
                  <a:pt x="167726" y="843072"/>
                </a:moveTo>
                <a:lnTo>
                  <a:pt x="254448" y="951499"/>
                </a:lnTo>
                <a:moveTo>
                  <a:pt x="506515" y="182338"/>
                </a:moveTo>
                <a:lnTo>
                  <a:pt x="411552" y="57172"/>
                </a:lnTo>
                <a:moveTo>
                  <a:pt x="2643346" y="845225"/>
                </a:moveTo>
                <a:lnTo>
                  <a:pt x="2539453" y="976514"/>
                </a:lnTo>
                <a:moveTo>
                  <a:pt x="2643346" y="845225"/>
                </a:moveTo>
                <a:lnTo>
                  <a:pt x="2603025" y="677311"/>
                </a:lnTo>
                <a:moveTo>
                  <a:pt x="659260" y="110803"/>
                </a:moveTo>
                <a:lnTo>
                  <a:pt x="506515" y="182338"/>
                </a:lnTo>
                <a:moveTo>
                  <a:pt x="2080508" y="127390"/>
                </a:moveTo>
                <a:lnTo>
                  <a:pt x="2213482" y="210126"/>
                </a:lnTo>
                <a:moveTo>
                  <a:pt x="2080508" y="127390"/>
                </a:moveTo>
                <a:lnTo>
                  <a:pt x="1921018" y="118655"/>
                </a:lnTo>
                <a:moveTo>
                  <a:pt x="124243" y="953551"/>
                </a:moveTo>
                <a:lnTo>
                  <a:pt x="167726" y="843072"/>
                </a:lnTo>
                <a:moveTo>
                  <a:pt x="1652830" y="532560"/>
                </a:moveTo>
                <a:lnTo>
                  <a:pt x="1824229" y="544199"/>
                </a:lnTo>
                <a:moveTo>
                  <a:pt x="1560062" y="512522"/>
                </a:moveTo>
                <a:lnTo>
                  <a:pt x="1652830" y="532560"/>
                </a:lnTo>
                <a:moveTo>
                  <a:pt x="1896924" y="1058385"/>
                </a:moveTo>
                <a:lnTo>
                  <a:pt x="1804797" y="1205933"/>
                </a:lnTo>
                <a:moveTo>
                  <a:pt x="2047650" y="979926"/>
                </a:moveTo>
                <a:lnTo>
                  <a:pt x="1896924" y="1058385"/>
                </a:lnTo>
                <a:moveTo>
                  <a:pt x="2111147" y="56000"/>
                </a:moveTo>
                <a:lnTo>
                  <a:pt x="2080508" y="127390"/>
                </a:lnTo>
                <a:moveTo>
                  <a:pt x="1841918" y="530690"/>
                </a:moveTo>
                <a:lnTo>
                  <a:pt x="1824229" y="544199"/>
                </a:lnTo>
                <a:moveTo>
                  <a:pt x="2122782" y="1116883"/>
                </a:moveTo>
                <a:lnTo>
                  <a:pt x="2047650" y="979926"/>
                </a:lnTo>
                <a:moveTo>
                  <a:pt x="1675285" y="510153"/>
                </a:moveTo>
                <a:lnTo>
                  <a:pt x="1560062" y="512522"/>
                </a:lnTo>
                <a:moveTo>
                  <a:pt x="1675285" y="510153"/>
                </a:moveTo>
                <a:lnTo>
                  <a:pt x="1841918" y="530690"/>
                </a:lnTo>
                <a:moveTo>
                  <a:pt x="2290032" y="1055891"/>
                </a:moveTo>
                <a:lnTo>
                  <a:pt x="2122782" y="1116883"/>
                </a:lnTo>
                <a:moveTo>
                  <a:pt x="1611733" y="488989"/>
                </a:moveTo>
                <a:lnTo>
                  <a:pt x="1675285" y="510153"/>
                </a:lnTo>
                <a:moveTo>
                  <a:pt x="2381902" y="1211172"/>
                </a:moveTo>
                <a:lnTo>
                  <a:pt x="2290032" y="1055891"/>
                </a:lnTo>
                <a:moveTo>
                  <a:pt x="2290032" y="1055891"/>
                </a:moveTo>
                <a:lnTo>
                  <a:pt x="2240919" y="921059"/>
                </a:lnTo>
                <a:moveTo>
                  <a:pt x="2240919" y="921059"/>
                </a:moveTo>
                <a:lnTo>
                  <a:pt x="2271319" y="759329"/>
                </a:lnTo>
                <a:moveTo>
                  <a:pt x="1599087" y="665758"/>
                </a:moveTo>
                <a:lnTo>
                  <a:pt x="1611733" y="488989"/>
                </a:lnTo>
                <a:moveTo>
                  <a:pt x="1480820" y="790798"/>
                </a:moveTo>
                <a:lnTo>
                  <a:pt x="1599087" y="665758"/>
                </a:lnTo>
                <a:moveTo>
                  <a:pt x="1599087" y="665758"/>
                </a:moveTo>
                <a:lnTo>
                  <a:pt x="1541933" y="62585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20" name="9ujf_9_official_ExperimentalDensity">
            <a:extLst>
              <a:ext uri="{FF2B5EF4-FFF2-40B4-BE49-F238E27FC236}">
                <a16:creationId xmlns:a16="http://schemas.microsoft.com/office/drawing/2014/main" id="{53158859-ADE0-4B46-8998-8F11587339E8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0232" y="753253"/>
                </a:moveTo>
                <a:lnTo>
                  <a:pt x="601170" y="797552"/>
                </a:lnTo>
                <a:moveTo>
                  <a:pt x="643463" y="783800"/>
                </a:moveTo>
                <a:lnTo>
                  <a:pt x="620232" y="753253"/>
                </a:lnTo>
                <a:moveTo>
                  <a:pt x="643463" y="783800"/>
                </a:moveTo>
                <a:lnTo>
                  <a:pt x="601170" y="797552"/>
                </a:lnTo>
                <a:moveTo>
                  <a:pt x="601170" y="797552"/>
                </a:moveTo>
                <a:lnTo>
                  <a:pt x="524594" y="833502"/>
                </a:lnTo>
                <a:moveTo>
                  <a:pt x="643463" y="783800"/>
                </a:moveTo>
                <a:lnTo>
                  <a:pt x="524594" y="833502"/>
                </a:lnTo>
                <a:moveTo>
                  <a:pt x="643463" y="783800"/>
                </a:moveTo>
                <a:lnTo>
                  <a:pt x="677311" y="871933"/>
                </a:lnTo>
                <a:moveTo>
                  <a:pt x="524594" y="833502"/>
                </a:moveTo>
                <a:lnTo>
                  <a:pt x="514324" y="929145"/>
                </a:lnTo>
                <a:moveTo>
                  <a:pt x="671159" y="808245"/>
                </a:moveTo>
                <a:lnTo>
                  <a:pt x="643463" y="783800"/>
                </a:lnTo>
                <a:moveTo>
                  <a:pt x="677311" y="871933"/>
                </a:moveTo>
                <a:lnTo>
                  <a:pt x="670570" y="940075"/>
                </a:lnTo>
                <a:moveTo>
                  <a:pt x="524594" y="833502"/>
                </a:moveTo>
                <a:lnTo>
                  <a:pt x="400679" y="808809"/>
                </a:lnTo>
                <a:moveTo>
                  <a:pt x="400679" y="808809"/>
                </a:moveTo>
                <a:lnTo>
                  <a:pt x="514324" y="929145"/>
                </a:lnTo>
                <a:moveTo>
                  <a:pt x="514324" y="929145"/>
                </a:moveTo>
                <a:lnTo>
                  <a:pt x="387946" y="922989"/>
                </a:lnTo>
                <a:moveTo>
                  <a:pt x="573679" y="737813"/>
                </a:moveTo>
                <a:lnTo>
                  <a:pt x="524594" y="833502"/>
                </a:lnTo>
                <a:moveTo>
                  <a:pt x="671159" y="808245"/>
                </a:moveTo>
                <a:lnTo>
                  <a:pt x="524594" y="833502"/>
                </a:lnTo>
                <a:moveTo>
                  <a:pt x="400679" y="808809"/>
                </a:moveTo>
                <a:lnTo>
                  <a:pt x="387946" y="922989"/>
                </a:lnTo>
                <a:moveTo>
                  <a:pt x="444200" y="692467"/>
                </a:moveTo>
                <a:lnTo>
                  <a:pt x="524594" y="833502"/>
                </a:lnTo>
                <a:moveTo>
                  <a:pt x="677311" y="871933"/>
                </a:moveTo>
                <a:lnTo>
                  <a:pt x="553732" y="941646"/>
                </a:lnTo>
                <a:moveTo>
                  <a:pt x="671159" y="808245"/>
                </a:moveTo>
                <a:lnTo>
                  <a:pt x="677311" y="871933"/>
                </a:lnTo>
                <a:moveTo>
                  <a:pt x="670570" y="940075"/>
                </a:moveTo>
                <a:lnTo>
                  <a:pt x="553732" y="941646"/>
                </a:lnTo>
                <a:moveTo>
                  <a:pt x="2064792" y="808458"/>
                </a:moveTo>
                <a:lnTo>
                  <a:pt x="2020341" y="921348"/>
                </a:lnTo>
                <a:moveTo>
                  <a:pt x="444200" y="692467"/>
                </a:moveTo>
                <a:lnTo>
                  <a:pt x="400679" y="808809"/>
                </a:lnTo>
                <a:moveTo>
                  <a:pt x="2095671" y="294299"/>
                </a:moveTo>
                <a:lnTo>
                  <a:pt x="1993398" y="246420"/>
                </a:lnTo>
                <a:moveTo>
                  <a:pt x="2020341" y="921348"/>
                </a:moveTo>
                <a:lnTo>
                  <a:pt x="1907039" y="936037"/>
                </a:lnTo>
                <a:moveTo>
                  <a:pt x="879287" y="723780"/>
                </a:moveTo>
                <a:lnTo>
                  <a:pt x="754916" y="627172"/>
                </a:lnTo>
                <a:moveTo>
                  <a:pt x="2005206" y="188925"/>
                </a:moveTo>
                <a:lnTo>
                  <a:pt x="2095671" y="294299"/>
                </a:lnTo>
                <a:moveTo>
                  <a:pt x="573679" y="737813"/>
                </a:moveTo>
                <a:lnTo>
                  <a:pt x="671159" y="808245"/>
                </a:lnTo>
                <a:moveTo>
                  <a:pt x="400679" y="808809"/>
                </a:moveTo>
                <a:lnTo>
                  <a:pt x="355355" y="863965"/>
                </a:lnTo>
                <a:moveTo>
                  <a:pt x="355355" y="863965"/>
                </a:moveTo>
                <a:lnTo>
                  <a:pt x="387946" y="922989"/>
                </a:lnTo>
                <a:moveTo>
                  <a:pt x="1889619" y="293770"/>
                </a:moveTo>
                <a:lnTo>
                  <a:pt x="1816080" y="328436"/>
                </a:lnTo>
                <a:moveTo>
                  <a:pt x="2149680" y="289923"/>
                </a:moveTo>
                <a:lnTo>
                  <a:pt x="2095671" y="294299"/>
                </a:lnTo>
                <a:moveTo>
                  <a:pt x="573679" y="737813"/>
                </a:moveTo>
                <a:lnTo>
                  <a:pt x="444200" y="692467"/>
                </a:lnTo>
                <a:moveTo>
                  <a:pt x="2069134" y="795450"/>
                </a:moveTo>
                <a:lnTo>
                  <a:pt x="2066691" y="784628"/>
                </a:lnTo>
                <a:moveTo>
                  <a:pt x="2069134" y="795450"/>
                </a:moveTo>
                <a:lnTo>
                  <a:pt x="2064792" y="808458"/>
                </a:lnTo>
                <a:moveTo>
                  <a:pt x="1837017" y="277771"/>
                </a:moveTo>
                <a:lnTo>
                  <a:pt x="1816080" y="328436"/>
                </a:lnTo>
                <a:moveTo>
                  <a:pt x="672900" y="905192"/>
                </a:moveTo>
                <a:lnTo>
                  <a:pt x="677311" y="871933"/>
                </a:lnTo>
                <a:moveTo>
                  <a:pt x="2066691" y="784628"/>
                </a:moveTo>
                <a:lnTo>
                  <a:pt x="2064792" y="808458"/>
                </a:lnTo>
                <a:moveTo>
                  <a:pt x="1889619" y="293770"/>
                </a:moveTo>
                <a:lnTo>
                  <a:pt x="1837017" y="277771"/>
                </a:lnTo>
                <a:moveTo>
                  <a:pt x="1356534" y="608765"/>
                </a:moveTo>
                <a:lnTo>
                  <a:pt x="1348119" y="610444"/>
                </a:lnTo>
                <a:moveTo>
                  <a:pt x="1348920" y="605445"/>
                </a:moveTo>
                <a:lnTo>
                  <a:pt x="1356534" y="608765"/>
                </a:lnTo>
                <a:moveTo>
                  <a:pt x="1348920" y="605445"/>
                </a:moveTo>
                <a:lnTo>
                  <a:pt x="1348119" y="610444"/>
                </a:lnTo>
                <a:moveTo>
                  <a:pt x="1345055" y="607349"/>
                </a:moveTo>
                <a:lnTo>
                  <a:pt x="1348119" y="610444"/>
                </a:lnTo>
                <a:moveTo>
                  <a:pt x="1348920" y="605445"/>
                </a:moveTo>
                <a:lnTo>
                  <a:pt x="1345055" y="607349"/>
                </a:lnTo>
                <a:moveTo>
                  <a:pt x="791720" y="537041"/>
                </a:moveTo>
                <a:lnTo>
                  <a:pt x="754916" y="627172"/>
                </a:lnTo>
                <a:moveTo>
                  <a:pt x="1356534" y="608765"/>
                </a:moveTo>
                <a:lnTo>
                  <a:pt x="1352178" y="617537"/>
                </a:lnTo>
                <a:moveTo>
                  <a:pt x="1352178" y="617537"/>
                </a:moveTo>
                <a:lnTo>
                  <a:pt x="1348119" y="610444"/>
                </a:lnTo>
                <a:moveTo>
                  <a:pt x="1889619" y="293770"/>
                </a:moveTo>
                <a:lnTo>
                  <a:pt x="1847148" y="274660"/>
                </a:lnTo>
                <a:moveTo>
                  <a:pt x="444200" y="692467"/>
                </a:moveTo>
                <a:lnTo>
                  <a:pt x="355355" y="863965"/>
                </a:lnTo>
                <a:moveTo>
                  <a:pt x="1352178" y="617537"/>
                </a:moveTo>
                <a:lnTo>
                  <a:pt x="1345055" y="607349"/>
                </a:lnTo>
                <a:moveTo>
                  <a:pt x="1955506" y="838056"/>
                </a:moveTo>
                <a:lnTo>
                  <a:pt x="2020341" y="921348"/>
                </a:lnTo>
                <a:moveTo>
                  <a:pt x="1816080" y="328436"/>
                </a:moveTo>
                <a:lnTo>
                  <a:pt x="1836905" y="439113"/>
                </a:lnTo>
                <a:moveTo>
                  <a:pt x="425032" y="969291"/>
                </a:moveTo>
                <a:lnTo>
                  <a:pt x="387946" y="922989"/>
                </a:lnTo>
                <a:moveTo>
                  <a:pt x="1847148" y="274660"/>
                </a:moveTo>
                <a:lnTo>
                  <a:pt x="1837017" y="277771"/>
                </a:lnTo>
                <a:moveTo>
                  <a:pt x="1816080" y="328436"/>
                </a:moveTo>
                <a:lnTo>
                  <a:pt x="1713947" y="280315"/>
                </a:lnTo>
                <a:moveTo>
                  <a:pt x="924497" y="613709"/>
                </a:moveTo>
                <a:lnTo>
                  <a:pt x="879287" y="723780"/>
                </a:lnTo>
                <a:moveTo>
                  <a:pt x="791720" y="537041"/>
                </a:moveTo>
                <a:lnTo>
                  <a:pt x="879287" y="723780"/>
                </a:lnTo>
                <a:moveTo>
                  <a:pt x="2005206" y="188925"/>
                </a:moveTo>
                <a:lnTo>
                  <a:pt x="1993398" y="246420"/>
                </a:lnTo>
                <a:moveTo>
                  <a:pt x="1889619" y="293770"/>
                </a:moveTo>
                <a:lnTo>
                  <a:pt x="1836905" y="439113"/>
                </a:lnTo>
                <a:moveTo>
                  <a:pt x="722159" y="719864"/>
                </a:moveTo>
                <a:lnTo>
                  <a:pt x="573679" y="737813"/>
                </a:lnTo>
                <a:moveTo>
                  <a:pt x="1717844" y="270674"/>
                </a:moveTo>
                <a:lnTo>
                  <a:pt x="1816080" y="328436"/>
                </a:lnTo>
                <a:moveTo>
                  <a:pt x="553732" y="941646"/>
                </a:moveTo>
                <a:lnTo>
                  <a:pt x="476573" y="975648"/>
                </a:lnTo>
                <a:moveTo>
                  <a:pt x="1889619" y="293770"/>
                </a:moveTo>
                <a:lnTo>
                  <a:pt x="1965849" y="399904"/>
                </a:lnTo>
                <a:moveTo>
                  <a:pt x="553732" y="941646"/>
                </a:moveTo>
                <a:lnTo>
                  <a:pt x="592047" y="941334"/>
                </a:lnTo>
                <a:moveTo>
                  <a:pt x="630627" y="671308"/>
                </a:moveTo>
                <a:lnTo>
                  <a:pt x="573679" y="737813"/>
                </a:lnTo>
                <a:moveTo>
                  <a:pt x="1501366" y="531957"/>
                </a:moveTo>
                <a:lnTo>
                  <a:pt x="1356534" y="608765"/>
                </a:lnTo>
                <a:moveTo>
                  <a:pt x="1501366" y="531957"/>
                </a:moveTo>
                <a:lnTo>
                  <a:pt x="1348920" y="605445"/>
                </a:lnTo>
                <a:moveTo>
                  <a:pt x="2149680" y="289923"/>
                </a:moveTo>
                <a:lnTo>
                  <a:pt x="1993398" y="246420"/>
                </a:lnTo>
                <a:moveTo>
                  <a:pt x="722159" y="719864"/>
                </a:moveTo>
                <a:lnTo>
                  <a:pt x="671159" y="808245"/>
                </a:lnTo>
                <a:moveTo>
                  <a:pt x="1388635" y="474978"/>
                </a:moveTo>
                <a:lnTo>
                  <a:pt x="1348920" y="605445"/>
                </a:lnTo>
                <a:moveTo>
                  <a:pt x="672900" y="905192"/>
                </a:moveTo>
                <a:lnTo>
                  <a:pt x="553732" y="941646"/>
                </a:lnTo>
                <a:moveTo>
                  <a:pt x="671159" y="808245"/>
                </a:moveTo>
                <a:lnTo>
                  <a:pt x="672900" y="905192"/>
                </a:lnTo>
                <a:moveTo>
                  <a:pt x="1997053" y="212349"/>
                </a:moveTo>
                <a:lnTo>
                  <a:pt x="1993398" y="246420"/>
                </a:lnTo>
                <a:moveTo>
                  <a:pt x="1531484" y="569949"/>
                </a:moveTo>
                <a:lnTo>
                  <a:pt x="1356534" y="608765"/>
                </a:lnTo>
                <a:moveTo>
                  <a:pt x="2016086" y="229305"/>
                </a:moveTo>
                <a:lnTo>
                  <a:pt x="1993398" y="246420"/>
                </a:lnTo>
                <a:moveTo>
                  <a:pt x="1837017" y="277771"/>
                </a:moveTo>
                <a:lnTo>
                  <a:pt x="1717844" y="270674"/>
                </a:lnTo>
                <a:moveTo>
                  <a:pt x="501314" y="626578"/>
                </a:moveTo>
                <a:lnTo>
                  <a:pt x="573679" y="737813"/>
                </a:lnTo>
                <a:moveTo>
                  <a:pt x="2005206" y="188925"/>
                </a:moveTo>
                <a:lnTo>
                  <a:pt x="1997053" y="212349"/>
                </a:lnTo>
                <a:moveTo>
                  <a:pt x="1837017" y="277771"/>
                </a:moveTo>
                <a:lnTo>
                  <a:pt x="1720570" y="268850"/>
                </a:lnTo>
                <a:moveTo>
                  <a:pt x="2017975" y="203878"/>
                </a:moveTo>
                <a:lnTo>
                  <a:pt x="2005206" y="188925"/>
                </a:lnTo>
                <a:moveTo>
                  <a:pt x="2066691" y="784628"/>
                </a:moveTo>
                <a:lnTo>
                  <a:pt x="1955506" y="838056"/>
                </a:lnTo>
                <a:moveTo>
                  <a:pt x="2064792" y="808458"/>
                </a:moveTo>
                <a:lnTo>
                  <a:pt x="1955506" y="838056"/>
                </a:lnTo>
                <a:moveTo>
                  <a:pt x="2066691" y="784628"/>
                </a:moveTo>
                <a:lnTo>
                  <a:pt x="1974074" y="720034"/>
                </a:lnTo>
                <a:moveTo>
                  <a:pt x="1816080" y="328436"/>
                </a:moveTo>
                <a:lnTo>
                  <a:pt x="1726650" y="405048"/>
                </a:lnTo>
                <a:moveTo>
                  <a:pt x="1388635" y="474978"/>
                </a:moveTo>
                <a:lnTo>
                  <a:pt x="1501366" y="531957"/>
                </a:lnTo>
                <a:moveTo>
                  <a:pt x="2149680" y="289923"/>
                </a:moveTo>
                <a:lnTo>
                  <a:pt x="2016086" y="229305"/>
                </a:lnTo>
                <a:moveTo>
                  <a:pt x="1847148" y="274660"/>
                </a:moveTo>
                <a:lnTo>
                  <a:pt x="1720570" y="268850"/>
                </a:lnTo>
                <a:moveTo>
                  <a:pt x="1955506" y="838056"/>
                </a:moveTo>
                <a:lnTo>
                  <a:pt x="1907039" y="936037"/>
                </a:lnTo>
                <a:moveTo>
                  <a:pt x="1965849" y="399904"/>
                </a:moveTo>
                <a:lnTo>
                  <a:pt x="1836905" y="439113"/>
                </a:lnTo>
                <a:moveTo>
                  <a:pt x="1356534" y="608765"/>
                </a:moveTo>
                <a:lnTo>
                  <a:pt x="1382832" y="697080"/>
                </a:lnTo>
                <a:moveTo>
                  <a:pt x="355355" y="863965"/>
                </a:moveTo>
                <a:lnTo>
                  <a:pt x="425032" y="969291"/>
                </a:lnTo>
                <a:moveTo>
                  <a:pt x="924497" y="613709"/>
                </a:moveTo>
                <a:lnTo>
                  <a:pt x="791720" y="537041"/>
                </a:lnTo>
                <a:moveTo>
                  <a:pt x="501314" y="626578"/>
                </a:moveTo>
                <a:lnTo>
                  <a:pt x="444200" y="692467"/>
                </a:lnTo>
                <a:moveTo>
                  <a:pt x="2017975" y="203878"/>
                </a:moveTo>
                <a:lnTo>
                  <a:pt x="1997053" y="212349"/>
                </a:lnTo>
                <a:moveTo>
                  <a:pt x="2016086" y="229305"/>
                </a:moveTo>
                <a:lnTo>
                  <a:pt x="1997053" y="212349"/>
                </a:lnTo>
                <a:moveTo>
                  <a:pt x="1531484" y="569949"/>
                </a:moveTo>
                <a:lnTo>
                  <a:pt x="1501366" y="531957"/>
                </a:lnTo>
                <a:moveTo>
                  <a:pt x="1382832" y="697080"/>
                </a:moveTo>
                <a:lnTo>
                  <a:pt x="1352178" y="617537"/>
                </a:lnTo>
                <a:moveTo>
                  <a:pt x="2017975" y="203878"/>
                </a:moveTo>
                <a:lnTo>
                  <a:pt x="2016086" y="229305"/>
                </a:lnTo>
                <a:moveTo>
                  <a:pt x="444200" y="692467"/>
                </a:moveTo>
                <a:lnTo>
                  <a:pt x="367661" y="770812"/>
                </a:lnTo>
                <a:moveTo>
                  <a:pt x="592047" y="941334"/>
                </a:moveTo>
                <a:lnTo>
                  <a:pt x="476573" y="975648"/>
                </a:lnTo>
                <a:moveTo>
                  <a:pt x="1717844" y="270674"/>
                </a:moveTo>
                <a:lnTo>
                  <a:pt x="1713947" y="280315"/>
                </a:lnTo>
                <a:moveTo>
                  <a:pt x="2223620" y="962731"/>
                </a:moveTo>
                <a:lnTo>
                  <a:pt x="2220250" y="1037180"/>
                </a:lnTo>
                <a:moveTo>
                  <a:pt x="1301861" y="507350"/>
                </a:moveTo>
                <a:lnTo>
                  <a:pt x="1348920" y="605445"/>
                </a:lnTo>
                <a:moveTo>
                  <a:pt x="1720570" y="268850"/>
                </a:moveTo>
                <a:lnTo>
                  <a:pt x="1717844" y="270674"/>
                </a:lnTo>
                <a:moveTo>
                  <a:pt x="367661" y="770812"/>
                </a:moveTo>
                <a:lnTo>
                  <a:pt x="355355" y="863965"/>
                </a:lnTo>
                <a:moveTo>
                  <a:pt x="1301861" y="507350"/>
                </a:moveTo>
                <a:lnTo>
                  <a:pt x="1345055" y="607349"/>
                </a:lnTo>
                <a:moveTo>
                  <a:pt x="672900" y="905192"/>
                </a:moveTo>
                <a:lnTo>
                  <a:pt x="592047" y="941334"/>
                </a:lnTo>
                <a:moveTo>
                  <a:pt x="630627" y="671308"/>
                </a:moveTo>
                <a:lnTo>
                  <a:pt x="722159" y="719864"/>
                </a:lnTo>
                <a:moveTo>
                  <a:pt x="1560655" y="467466"/>
                </a:moveTo>
                <a:lnTo>
                  <a:pt x="1501366" y="531957"/>
                </a:lnTo>
                <a:moveTo>
                  <a:pt x="722159" y="719864"/>
                </a:moveTo>
                <a:lnTo>
                  <a:pt x="672900" y="905192"/>
                </a:lnTo>
                <a:moveTo>
                  <a:pt x="1889619" y="293770"/>
                </a:moveTo>
                <a:lnTo>
                  <a:pt x="1903958" y="323048"/>
                </a:lnTo>
                <a:moveTo>
                  <a:pt x="1531484" y="569949"/>
                </a:moveTo>
                <a:lnTo>
                  <a:pt x="1529432" y="668234"/>
                </a:lnTo>
                <a:moveTo>
                  <a:pt x="1560655" y="467466"/>
                </a:moveTo>
                <a:lnTo>
                  <a:pt x="1388635" y="474978"/>
                </a:lnTo>
                <a:moveTo>
                  <a:pt x="1926689" y="1008968"/>
                </a:moveTo>
                <a:lnTo>
                  <a:pt x="1919567" y="1107824"/>
                </a:lnTo>
                <a:moveTo>
                  <a:pt x="1955506" y="838056"/>
                </a:moveTo>
                <a:lnTo>
                  <a:pt x="1875329" y="771546"/>
                </a:lnTo>
                <a:moveTo>
                  <a:pt x="1926689" y="1008968"/>
                </a:moveTo>
                <a:lnTo>
                  <a:pt x="2021187" y="1077671"/>
                </a:lnTo>
                <a:moveTo>
                  <a:pt x="1259425" y="392337"/>
                </a:moveTo>
                <a:lnTo>
                  <a:pt x="1261050" y="436661"/>
                </a:lnTo>
                <a:moveTo>
                  <a:pt x="1531484" y="569949"/>
                </a:moveTo>
                <a:lnTo>
                  <a:pt x="1382832" y="697080"/>
                </a:lnTo>
                <a:moveTo>
                  <a:pt x="1974074" y="720034"/>
                </a:moveTo>
                <a:lnTo>
                  <a:pt x="1875329" y="771546"/>
                </a:lnTo>
                <a:moveTo>
                  <a:pt x="1570799" y="437997"/>
                </a:moveTo>
                <a:lnTo>
                  <a:pt x="1388635" y="474978"/>
                </a:lnTo>
                <a:moveTo>
                  <a:pt x="1836905" y="439113"/>
                </a:moveTo>
                <a:lnTo>
                  <a:pt x="1856982" y="551083"/>
                </a:lnTo>
                <a:moveTo>
                  <a:pt x="2021187" y="1077671"/>
                </a:moveTo>
                <a:lnTo>
                  <a:pt x="1919567" y="1107824"/>
                </a:lnTo>
                <a:moveTo>
                  <a:pt x="1836905" y="439113"/>
                </a:moveTo>
                <a:lnTo>
                  <a:pt x="1726650" y="405048"/>
                </a:lnTo>
                <a:moveTo>
                  <a:pt x="1531484" y="569949"/>
                </a:moveTo>
                <a:lnTo>
                  <a:pt x="1577582" y="638090"/>
                </a:lnTo>
                <a:moveTo>
                  <a:pt x="1965849" y="399904"/>
                </a:moveTo>
                <a:lnTo>
                  <a:pt x="1856982" y="551083"/>
                </a:lnTo>
                <a:moveTo>
                  <a:pt x="1501366" y="531957"/>
                </a:moveTo>
                <a:lnTo>
                  <a:pt x="1530906" y="484422"/>
                </a:lnTo>
                <a:moveTo>
                  <a:pt x="2223620" y="962731"/>
                </a:moveTo>
                <a:lnTo>
                  <a:pt x="2103801" y="953236"/>
                </a:lnTo>
                <a:moveTo>
                  <a:pt x="1713947" y="280315"/>
                </a:moveTo>
                <a:lnTo>
                  <a:pt x="1592551" y="265535"/>
                </a:lnTo>
                <a:moveTo>
                  <a:pt x="630627" y="671308"/>
                </a:moveTo>
                <a:lnTo>
                  <a:pt x="501314" y="626578"/>
                </a:lnTo>
                <a:moveTo>
                  <a:pt x="1595379" y="251360"/>
                </a:moveTo>
                <a:lnTo>
                  <a:pt x="1713947" y="280315"/>
                </a:lnTo>
                <a:moveTo>
                  <a:pt x="1965849" y="399904"/>
                </a:moveTo>
                <a:lnTo>
                  <a:pt x="2012375" y="502374"/>
                </a:lnTo>
                <a:moveTo>
                  <a:pt x="1713947" y="280315"/>
                </a:moveTo>
                <a:lnTo>
                  <a:pt x="1726650" y="405048"/>
                </a:lnTo>
                <a:moveTo>
                  <a:pt x="387606" y="639763"/>
                </a:moveTo>
                <a:lnTo>
                  <a:pt x="444200" y="692467"/>
                </a:lnTo>
                <a:moveTo>
                  <a:pt x="2016691" y="499545"/>
                </a:moveTo>
                <a:lnTo>
                  <a:pt x="1965849" y="399904"/>
                </a:lnTo>
                <a:moveTo>
                  <a:pt x="2252682" y="981042"/>
                </a:moveTo>
                <a:lnTo>
                  <a:pt x="2223620" y="962731"/>
                </a:lnTo>
                <a:moveTo>
                  <a:pt x="1717844" y="270674"/>
                </a:moveTo>
                <a:lnTo>
                  <a:pt x="1595379" y="251360"/>
                </a:lnTo>
                <a:moveTo>
                  <a:pt x="2206363" y="222433"/>
                </a:moveTo>
                <a:lnTo>
                  <a:pt x="2149680" y="289923"/>
                </a:lnTo>
                <a:moveTo>
                  <a:pt x="1974074" y="720034"/>
                </a:moveTo>
                <a:lnTo>
                  <a:pt x="1955506" y="838056"/>
                </a:lnTo>
                <a:moveTo>
                  <a:pt x="1529432" y="668234"/>
                </a:moveTo>
                <a:lnTo>
                  <a:pt x="1382832" y="697080"/>
                </a:lnTo>
                <a:moveTo>
                  <a:pt x="1847148" y="274660"/>
                </a:moveTo>
                <a:lnTo>
                  <a:pt x="1903958" y="323048"/>
                </a:lnTo>
                <a:moveTo>
                  <a:pt x="1388635" y="474978"/>
                </a:moveTo>
                <a:lnTo>
                  <a:pt x="1301861" y="507350"/>
                </a:lnTo>
                <a:moveTo>
                  <a:pt x="2103801" y="953236"/>
                </a:moveTo>
                <a:lnTo>
                  <a:pt x="2220250" y="1037180"/>
                </a:lnTo>
                <a:moveTo>
                  <a:pt x="624773" y="927444"/>
                </a:moveTo>
                <a:lnTo>
                  <a:pt x="476573" y="975648"/>
                </a:lnTo>
                <a:moveTo>
                  <a:pt x="2103801" y="953236"/>
                </a:moveTo>
                <a:lnTo>
                  <a:pt x="1926689" y="1008968"/>
                </a:lnTo>
                <a:moveTo>
                  <a:pt x="2220250" y="1037180"/>
                </a:moveTo>
                <a:lnTo>
                  <a:pt x="2095196" y="1028732"/>
                </a:lnTo>
                <a:moveTo>
                  <a:pt x="2095196" y="1028732"/>
                </a:moveTo>
                <a:lnTo>
                  <a:pt x="1926689" y="1008968"/>
                </a:lnTo>
                <a:moveTo>
                  <a:pt x="1535724" y="441524"/>
                </a:moveTo>
                <a:lnTo>
                  <a:pt x="1388635" y="474978"/>
                </a:lnTo>
                <a:moveTo>
                  <a:pt x="624773" y="927444"/>
                </a:moveTo>
                <a:lnTo>
                  <a:pt x="592047" y="941334"/>
                </a:lnTo>
                <a:moveTo>
                  <a:pt x="1577582" y="638090"/>
                </a:moveTo>
                <a:lnTo>
                  <a:pt x="1529432" y="668234"/>
                </a:lnTo>
                <a:moveTo>
                  <a:pt x="1295571" y="286920"/>
                </a:moveTo>
                <a:lnTo>
                  <a:pt x="1259425" y="392337"/>
                </a:lnTo>
                <a:moveTo>
                  <a:pt x="1531484" y="569949"/>
                </a:moveTo>
                <a:lnTo>
                  <a:pt x="1530906" y="484422"/>
                </a:lnTo>
                <a:moveTo>
                  <a:pt x="1926689" y="1008968"/>
                </a:moveTo>
                <a:lnTo>
                  <a:pt x="1805132" y="993023"/>
                </a:lnTo>
                <a:moveTo>
                  <a:pt x="1847148" y="274660"/>
                </a:moveTo>
                <a:lnTo>
                  <a:pt x="1756729" y="352984"/>
                </a:lnTo>
                <a:moveTo>
                  <a:pt x="2206363" y="222433"/>
                </a:moveTo>
                <a:lnTo>
                  <a:pt x="2016086" y="229305"/>
                </a:lnTo>
                <a:moveTo>
                  <a:pt x="1717844" y="270674"/>
                </a:moveTo>
                <a:lnTo>
                  <a:pt x="1604345" y="245120"/>
                </a:lnTo>
                <a:moveTo>
                  <a:pt x="367661" y="770812"/>
                </a:moveTo>
                <a:lnTo>
                  <a:pt x="425032" y="969291"/>
                </a:lnTo>
                <a:moveTo>
                  <a:pt x="2095196" y="1028732"/>
                </a:moveTo>
                <a:lnTo>
                  <a:pt x="2021187" y="1077671"/>
                </a:lnTo>
                <a:moveTo>
                  <a:pt x="1720570" y="268850"/>
                </a:moveTo>
                <a:lnTo>
                  <a:pt x="1604345" y="245120"/>
                </a:lnTo>
                <a:moveTo>
                  <a:pt x="1805132" y="993023"/>
                </a:moveTo>
                <a:lnTo>
                  <a:pt x="1919567" y="1107824"/>
                </a:lnTo>
                <a:moveTo>
                  <a:pt x="722159" y="719864"/>
                </a:moveTo>
                <a:lnTo>
                  <a:pt x="784388" y="824271"/>
                </a:lnTo>
                <a:moveTo>
                  <a:pt x="672900" y="905192"/>
                </a:moveTo>
                <a:lnTo>
                  <a:pt x="624773" y="927444"/>
                </a:lnTo>
                <a:moveTo>
                  <a:pt x="1919567" y="1107824"/>
                </a:moveTo>
                <a:lnTo>
                  <a:pt x="1793322" y="1101439"/>
                </a:lnTo>
                <a:moveTo>
                  <a:pt x="1903958" y="323048"/>
                </a:moveTo>
                <a:lnTo>
                  <a:pt x="1965849" y="399904"/>
                </a:lnTo>
                <a:moveTo>
                  <a:pt x="1570799" y="437997"/>
                </a:moveTo>
                <a:lnTo>
                  <a:pt x="1560655" y="467466"/>
                </a:lnTo>
                <a:moveTo>
                  <a:pt x="1584811" y="447578"/>
                </a:moveTo>
                <a:lnTo>
                  <a:pt x="1560655" y="467466"/>
                </a:lnTo>
                <a:moveTo>
                  <a:pt x="784388" y="824271"/>
                </a:moveTo>
                <a:lnTo>
                  <a:pt x="672900" y="905192"/>
                </a:lnTo>
                <a:moveTo>
                  <a:pt x="1388635" y="474978"/>
                </a:moveTo>
                <a:lnTo>
                  <a:pt x="1445167" y="442460"/>
                </a:lnTo>
                <a:moveTo>
                  <a:pt x="1571478" y="595455"/>
                </a:moveTo>
                <a:lnTo>
                  <a:pt x="1531484" y="569949"/>
                </a:lnTo>
                <a:moveTo>
                  <a:pt x="1382832" y="697080"/>
                </a:moveTo>
                <a:lnTo>
                  <a:pt x="1388254" y="751427"/>
                </a:lnTo>
                <a:moveTo>
                  <a:pt x="1259425" y="392337"/>
                </a:moveTo>
                <a:lnTo>
                  <a:pt x="1143742" y="436487"/>
                </a:lnTo>
                <a:moveTo>
                  <a:pt x="1570799" y="437997"/>
                </a:moveTo>
                <a:lnTo>
                  <a:pt x="1584811" y="447578"/>
                </a:lnTo>
                <a:moveTo>
                  <a:pt x="2223620" y="962731"/>
                </a:moveTo>
                <a:lnTo>
                  <a:pt x="2126879" y="973891"/>
                </a:lnTo>
                <a:moveTo>
                  <a:pt x="1560655" y="467466"/>
                </a:moveTo>
                <a:lnTo>
                  <a:pt x="1530906" y="484422"/>
                </a:lnTo>
                <a:moveTo>
                  <a:pt x="1315399" y="605752"/>
                </a:moveTo>
                <a:lnTo>
                  <a:pt x="1345055" y="607349"/>
                </a:lnTo>
                <a:moveTo>
                  <a:pt x="1576271" y="458304"/>
                </a:moveTo>
                <a:lnTo>
                  <a:pt x="1560655" y="467466"/>
                </a:lnTo>
                <a:moveTo>
                  <a:pt x="1595379" y="251360"/>
                </a:moveTo>
                <a:lnTo>
                  <a:pt x="1592551" y="265535"/>
                </a:lnTo>
                <a:moveTo>
                  <a:pt x="1726650" y="405048"/>
                </a:moveTo>
                <a:lnTo>
                  <a:pt x="1592551" y="265535"/>
                </a:lnTo>
                <a:moveTo>
                  <a:pt x="2103801" y="953236"/>
                </a:moveTo>
                <a:lnTo>
                  <a:pt x="2095196" y="1028732"/>
                </a:lnTo>
                <a:moveTo>
                  <a:pt x="1315399" y="605752"/>
                </a:moveTo>
                <a:lnTo>
                  <a:pt x="1352178" y="617537"/>
                </a:lnTo>
                <a:moveTo>
                  <a:pt x="1560172" y="676419"/>
                </a:moveTo>
                <a:lnTo>
                  <a:pt x="1529432" y="668234"/>
                </a:lnTo>
                <a:moveTo>
                  <a:pt x="1589303" y="256729"/>
                </a:moveTo>
                <a:lnTo>
                  <a:pt x="1592551" y="265535"/>
                </a:lnTo>
                <a:moveTo>
                  <a:pt x="1261050" y="436661"/>
                </a:moveTo>
                <a:lnTo>
                  <a:pt x="1143742" y="436487"/>
                </a:lnTo>
                <a:moveTo>
                  <a:pt x="1720570" y="268850"/>
                </a:moveTo>
                <a:lnTo>
                  <a:pt x="1756729" y="352984"/>
                </a:lnTo>
                <a:moveTo>
                  <a:pt x="1595379" y="251360"/>
                </a:moveTo>
                <a:lnTo>
                  <a:pt x="1589303" y="256729"/>
                </a:lnTo>
                <a:moveTo>
                  <a:pt x="1920387" y="309327"/>
                </a:moveTo>
                <a:lnTo>
                  <a:pt x="1965849" y="399904"/>
                </a:lnTo>
                <a:moveTo>
                  <a:pt x="685041" y="595396"/>
                </a:moveTo>
                <a:lnTo>
                  <a:pt x="630627" y="671308"/>
                </a:lnTo>
                <a:moveTo>
                  <a:pt x="1584811" y="447578"/>
                </a:moveTo>
                <a:lnTo>
                  <a:pt x="1576271" y="458304"/>
                </a:lnTo>
                <a:moveTo>
                  <a:pt x="2012375" y="502374"/>
                </a:moveTo>
                <a:lnTo>
                  <a:pt x="1856982" y="551083"/>
                </a:lnTo>
                <a:moveTo>
                  <a:pt x="1983805" y="943084"/>
                </a:moveTo>
                <a:lnTo>
                  <a:pt x="1926689" y="1008968"/>
                </a:lnTo>
                <a:moveTo>
                  <a:pt x="723883" y="625405"/>
                </a:moveTo>
                <a:lnTo>
                  <a:pt x="722159" y="719864"/>
                </a:lnTo>
                <a:moveTo>
                  <a:pt x="1139471" y="199186"/>
                </a:moveTo>
                <a:lnTo>
                  <a:pt x="1110579" y="387026"/>
                </a:lnTo>
                <a:moveTo>
                  <a:pt x="1570799" y="437997"/>
                </a:moveTo>
                <a:lnTo>
                  <a:pt x="1535724" y="441524"/>
                </a:lnTo>
                <a:moveTo>
                  <a:pt x="723883" y="625405"/>
                </a:moveTo>
                <a:lnTo>
                  <a:pt x="630627" y="671308"/>
                </a:lnTo>
                <a:moveTo>
                  <a:pt x="1604345" y="245120"/>
                </a:moveTo>
                <a:lnTo>
                  <a:pt x="1595379" y="251360"/>
                </a:lnTo>
                <a:moveTo>
                  <a:pt x="1382832" y="697080"/>
                </a:moveTo>
                <a:lnTo>
                  <a:pt x="1443170" y="812915"/>
                </a:lnTo>
                <a:moveTo>
                  <a:pt x="1560172" y="676419"/>
                </a:moveTo>
                <a:lnTo>
                  <a:pt x="1382832" y="697080"/>
                </a:lnTo>
                <a:moveTo>
                  <a:pt x="1570799" y="437997"/>
                </a:moveTo>
                <a:lnTo>
                  <a:pt x="1584055" y="426964"/>
                </a:lnTo>
                <a:moveTo>
                  <a:pt x="1805132" y="993023"/>
                </a:moveTo>
                <a:lnTo>
                  <a:pt x="1793322" y="1101439"/>
                </a:lnTo>
                <a:moveTo>
                  <a:pt x="1584811" y="447578"/>
                </a:moveTo>
                <a:lnTo>
                  <a:pt x="1584055" y="426964"/>
                </a:lnTo>
                <a:moveTo>
                  <a:pt x="2016691" y="499545"/>
                </a:moveTo>
                <a:lnTo>
                  <a:pt x="2012375" y="502374"/>
                </a:lnTo>
                <a:moveTo>
                  <a:pt x="1164424" y="185148"/>
                </a:moveTo>
                <a:lnTo>
                  <a:pt x="1139471" y="199186"/>
                </a:lnTo>
                <a:moveTo>
                  <a:pt x="1603388" y="281086"/>
                </a:moveTo>
                <a:lnTo>
                  <a:pt x="1592551" y="265535"/>
                </a:lnTo>
                <a:moveTo>
                  <a:pt x="1577582" y="638090"/>
                </a:moveTo>
                <a:lnTo>
                  <a:pt x="1560172" y="676419"/>
                </a:lnTo>
                <a:moveTo>
                  <a:pt x="1604345" y="245120"/>
                </a:moveTo>
                <a:lnTo>
                  <a:pt x="1589303" y="256729"/>
                </a:lnTo>
                <a:moveTo>
                  <a:pt x="1919567" y="1107824"/>
                </a:moveTo>
                <a:lnTo>
                  <a:pt x="1954277" y="1194466"/>
                </a:lnTo>
                <a:moveTo>
                  <a:pt x="1576271" y="458304"/>
                </a:moveTo>
                <a:lnTo>
                  <a:pt x="1530906" y="484422"/>
                </a:lnTo>
                <a:moveTo>
                  <a:pt x="1322572" y="136313"/>
                </a:moveTo>
                <a:lnTo>
                  <a:pt x="1295571" y="286920"/>
                </a:lnTo>
                <a:moveTo>
                  <a:pt x="1836905" y="439113"/>
                </a:moveTo>
                <a:lnTo>
                  <a:pt x="1759954" y="494124"/>
                </a:lnTo>
                <a:moveTo>
                  <a:pt x="1603388" y="281086"/>
                </a:moveTo>
                <a:lnTo>
                  <a:pt x="1726650" y="405048"/>
                </a:lnTo>
                <a:moveTo>
                  <a:pt x="1571478" y="595455"/>
                </a:moveTo>
                <a:lnTo>
                  <a:pt x="1577582" y="638090"/>
                </a:lnTo>
                <a:moveTo>
                  <a:pt x="2021187" y="1077671"/>
                </a:moveTo>
                <a:lnTo>
                  <a:pt x="1954277" y="1194466"/>
                </a:lnTo>
                <a:moveTo>
                  <a:pt x="1535724" y="441524"/>
                </a:moveTo>
                <a:lnTo>
                  <a:pt x="1530906" y="484422"/>
                </a:lnTo>
                <a:moveTo>
                  <a:pt x="1603388" y="281086"/>
                </a:moveTo>
                <a:lnTo>
                  <a:pt x="1589303" y="256729"/>
                </a:lnTo>
                <a:moveTo>
                  <a:pt x="1576271" y="458304"/>
                </a:moveTo>
                <a:lnTo>
                  <a:pt x="1535724" y="441524"/>
                </a:lnTo>
                <a:moveTo>
                  <a:pt x="2021187" y="1077671"/>
                </a:moveTo>
                <a:lnTo>
                  <a:pt x="2014174" y="1173538"/>
                </a:lnTo>
                <a:moveTo>
                  <a:pt x="1584055" y="426964"/>
                </a:moveTo>
                <a:lnTo>
                  <a:pt x="1576271" y="458304"/>
                </a:lnTo>
                <a:moveTo>
                  <a:pt x="1388254" y="751427"/>
                </a:moveTo>
                <a:lnTo>
                  <a:pt x="1389244" y="832703"/>
                </a:lnTo>
                <a:moveTo>
                  <a:pt x="1322572" y="136313"/>
                </a:moveTo>
                <a:lnTo>
                  <a:pt x="1164424" y="185148"/>
                </a:lnTo>
                <a:moveTo>
                  <a:pt x="1182179" y="301186"/>
                </a:moveTo>
                <a:lnTo>
                  <a:pt x="1259425" y="392337"/>
                </a:lnTo>
                <a:moveTo>
                  <a:pt x="1584055" y="426964"/>
                </a:moveTo>
                <a:lnTo>
                  <a:pt x="1535724" y="441524"/>
                </a:lnTo>
                <a:moveTo>
                  <a:pt x="1604345" y="245120"/>
                </a:moveTo>
                <a:lnTo>
                  <a:pt x="1603388" y="281086"/>
                </a:lnTo>
                <a:moveTo>
                  <a:pt x="1443170" y="812915"/>
                </a:moveTo>
                <a:lnTo>
                  <a:pt x="1388254" y="751427"/>
                </a:lnTo>
                <a:moveTo>
                  <a:pt x="1143742" y="436487"/>
                </a:moveTo>
                <a:lnTo>
                  <a:pt x="1110579" y="387026"/>
                </a:lnTo>
                <a:moveTo>
                  <a:pt x="408117" y="872533"/>
                </a:moveTo>
                <a:lnTo>
                  <a:pt x="425032" y="969291"/>
                </a:lnTo>
                <a:moveTo>
                  <a:pt x="796272" y="812744"/>
                </a:moveTo>
                <a:lnTo>
                  <a:pt x="784388" y="824271"/>
                </a:lnTo>
                <a:moveTo>
                  <a:pt x="367661" y="770812"/>
                </a:moveTo>
                <a:lnTo>
                  <a:pt x="368075" y="732477"/>
                </a:lnTo>
                <a:moveTo>
                  <a:pt x="501314" y="626578"/>
                </a:moveTo>
                <a:lnTo>
                  <a:pt x="387606" y="639763"/>
                </a:lnTo>
                <a:moveTo>
                  <a:pt x="1805132" y="993023"/>
                </a:moveTo>
                <a:lnTo>
                  <a:pt x="1677913" y="956064"/>
                </a:lnTo>
                <a:moveTo>
                  <a:pt x="1571478" y="595455"/>
                </a:moveTo>
                <a:lnTo>
                  <a:pt x="1530906" y="484422"/>
                </a:lnTo>
                <a:moveTo>
                  <a:pt x="2126879" y="973891"/>
                </a:moveTo>
                <a:lnTo>
                  <a:pt x="2103801" y="953236"/>
                </a:lnTo>
                <a:moveTo>
                  <a:pt x="1858492" y="913197"/>
                </a:moveTo>
                <a:lnTo>
                  <a:pt x="1926689" y="1008968"/>
                </a:lnTo>
                <a:moveTo>
                  <a:pt x="1919567" y="1107824"/>
                </a:moveTo>
                <a:lnTo>
                  <a:pt x="1817342" y="1206585"/>
                </a:lnTo>
                <a:moveTo>
                  <a:pt x="1677913" y="956064"/>
                </a:moveTo>
                <a:lnTo>
                  <a:pt x="1793322" y="1101439"/>
                </a:lnTo>
                <a:moveTo>
                  <a:pt x="2050283" y="356220"/>
                </a:moveTo>
                <a:lnTo>
                  <a:pt x="2016691" y="499545"/>
                </a:lnTo>
                <a:moveTo>
                  <a:pt x="2103801" y="953236"/>
                </a:moveTo>
                <a:lnTo>
                  <a:pt x="1983805" y="943084"/>
                </a:lnTo>
                <a:moveTo>
                  <a:pt x="1445167" y="442460"/>
                </a:moveTo>
                <a:lnTo>
                  <a:pt x="1530906" y="484422"/>
                </a:lnTo>
                <a:moveTo>
                  <a:pt x="2252682" y="981042"/>
                </a:moveTo>
                <a:lnTo>
                  <a:pt x="2126879" y="973891"/>
                </a:lnTo>
                <a:moveTo>
                  <a:pt x="1445167" y="442460"/>
                </a:moveTo>
                <a:lnTo>
                  <a:pt x="1301861" y="507350"/>
                </a:lnTo>
                <a:moveTo>
                  <a:pt x="1443170" y="812915"/>
                </a:moveTo>
                <a:lnTo>
                  <a:pt x="1389244" y="832703"/>
                </a:lnTo>
                <a:moveTo>
                  <a:pt x="1535724" y="441524"/>
                </a:moveTo>
                <a:lnTo>
                  <a:pt x="1445167" y="442460"/>
                </a:lnTo>
                <a:moveTo>
                  <a:pt x="387606" y="639763"/>
                </a:moveTo>
                <a:lnTo>
                  <a:pt x="367661" y="770812"/>
                </a:lnTo>
                <a:moveTo>
                  <a:pt x="2095196" y="1028732"/>
                </a:moveTo>
                <a:lnTo>
                  <a:pt x="2014174" y="1173538"/>
                </a:lnTo>
                <a:moveTo>
                  <a:pt x="1672972" y="363781"/>
                </a:moveTo>
                <a:lnTo>
                  <a:pt x="1726650" y="405048"/>
                </a:lnTo>
                <a:moveTo>
                  <a:pt x="1756729" y="352984"/>
                </a:moveTo>
                <a:lnTo>
                  <a:pt x="1604345" y="245120"/>
                </a:lnTo>
                <a:moveTo>
                  <a:pt x="1560172" y="676419"/>
                </a:moveTo>
                <a:lnTo>
                  <a:pt x="1443170" y="812915"/>
                </a:lnTo>
                <a:moveTo>
                  <a:pt x="567153" y="593067"/>
                </a:moveTo>
                <a:lnTo>
                  <a:pt x="630627" y="671308"/>
                </a:lnTo>
                <a:moveTo>
                  <a:pt x="1571478" y="595455"/>
                </a:moveTo>
                <a:lnTo>
                  <a:pt x="1560172" y="676419"/>
                </a:lnTo>
                <a:moveTo>
                  <a:pt x="1388254" y="751427"/>
                </a:moveTo>
                <a:lnTo>
                  <a:pt x="1269581" y="746186"/>
                </a:lnTo>
                <a:moveTo>
                  <a:pt x="1793322" y="1101439"/>
                </a:moveTo>
                <a:lnTo>
                  <a:pt x="1672696" y="1085326"/>
                </a:lnTo>
                <a:moveTo>
                  <a:pt x="1756729" y="352984"/>
                </a:moveTo>
                <a:lnTo>
                  <a:pt x="1603388" y="281086"/>
                </a:lnTo>
                <a:moveTo>
                  <a:pt x="723883" y="625405"/>
                </a:moveTo>
                <a:lnTo>
                  <a:pt x="784388" y="824271"/>
                </a:lnTo>
                <a:moveTo>
                  <a:pt x="2121977" y="421221"/>
                </a:moveTo>
                <a:lnTo>
                  <a:pt x="2016691" y="499545"/>
                </a:lnTo>
                <a:moveTo>
                  <a:pt x="2220794" y="224444"/>
                </a:moveTo>
                <a:lnTo>
                  <a:pt x="2206363" y="222433"/>
                </a:lnTo>
                <a:moveTo>
                  <a:pt x="367661" y="770812"/>
                </a:moveTo>
                <a:lnTo>
                  <a:pt x="408117" y="872533"/>
                </a:lnTo>
                <a:moveTo>
                  <a:pt x="1456406" y="448641"/>
                </a:moveTo>
                <a:lnTo>
                  <a:pt x="1530906" y="484422"/>
                </a:lnTo>
                <a:moveTo>
                  <a:pt x="1920387" y="309327"/>
                </a:moveTo>
                <a:lnTo>
                  <a:pt x="2016691" y="499545"/>
                </a:lnTo>
                <a:moveTo>
                  <a:pt x="1287150" y="410865"/>
                </a:moveTo>
                <a:lnTo>
                  <a:pt x="1259425" y="392337"/>
                </a:lnTo>
                <a:moveTo>
                  <a:pt x="1315399" y="605752"/>
                </a:moveTo>
                <a:lnTo>
                  <a:pt x="1382832" y="697080"/>
                </a:lnTo>
                <a:moveTo>
                  <a:pt x="1295571" y="286920"/>
                </a:moveTo>
                <a:lnTo>
                  <a:pt x="1182179" y="301186"/>
                </a:lnTo>
                <a:moveTo>
                  <a:pt x="723883" y="625405"/>
                </a:moveTo>
                <a:lnTo>
                  <a:pt x="796272" y="812744"/>
                </a:lnTo>
                <a:moveTo>
                  <a:pt x="1139471" y="199186"/>
                </a:moveTo>
                <a:lnTo>
                  <a:pt x="1182114" y="301178"/>
                </a:lnTo>
                <a:moveTo>
                  <a:pt x="1182171" y="301151"/>
                </a:moveTo>
                <a:lnTo>
                  <a:pt x="1139471" y="199186"/>
                </a:lnTo>
                <a:moveTo>
                  <a:pt x="1182114" y="301178"/>
                </a:moveTo>
                <a:lnTo>
                  <a:pt x="1110579" y="387026"/>
                </a:lnTo>
                <a:moveTo>
                  <a:pt x="1603388" y="281086"/>
                </a:moveTo>
                <a:lnTo>
                  <a:pt x="1672972" y="363781"/>
                </a:lnTo>
                <a:moveTo>
                  <a:pt x="1903958" y="323048"/>
                </a:moveTo>
                <a:lnTo>
                  <a:pt x="1756729" y="352984"/>
                </a:lnTo>
                <a:moveTo>
                  <a:pt x="1544514" y="896168"/>
                </a:moveTo>
                <a:lnTo>
                  <a:pt x="1443170" y="812915"/>
                </a:lnTo>
                <a:moveTo>
                  <a:pt x="688252" y="885176"/>
                </a:moveTo>
                <a:lnTo>
                  <a:pt x="672900" y="905192"/>
                </a:lnTo>
                <a:moveTo>
                  <a:pt x="1164424" y="185148"/>
                </a:moveTo>
                <a:lnTo>
                  <a:pt x="1182171" y="301151"/>
                </a:lnTo>
                <a:moveTo>
                  <a:pt x="1856982" y="551083"/>
                </a:moveTo>
                <a:lnTo>
                  <a:pt x="1759954" y="494124"/>
                </a:lnTo>
                <a:moveTo>
                  <a:pt x="1269581" y="746186"/>
                </a:moveTo>
                <a:lnTo>
                  <a:pt x="1389244" y="832703"/>
                </a:lnTo>
                <a:moveTo>
                  <a:pt x="1726650" y="405048"/>
                </a:moveTo>
                <a:lnTo>
                  <a:pt x="1759954" y="494124"/>
                </a:lnTo>
                <a:moveTo>
                  <a:pt x="1793322" y="1101439"/>
                </a:moveTo>
                <a:lnTo>
                  <a:pt x="1817342" y="1206585"/>
                </a:lnTo>
                <a:moveTo>
                  <a:pt x="1856982" y="551083"/>
                </a:moveTo>
                <a:lnTo>
                  <a:pt x="1891948" y="637281"/>
                </a:lnTo>
                <a:moveTo>
                  <a:pt x="1309742" y="617378"/>
                </a:moveTo>
                <a:lnTo>
                  <a:pt x="1382832" y="697080"/>
                </a:lnTo>
                <a:moveTo>
                  <a:pt x="567153" y="593067"/>
                </a:moveTo>
                <a:lnTo>
                  <a:pt x="501314" y="626578"/>
                </a:lnTo>
                <a:moveTo>
                  <a:pt x="831121" y="702356"/>
                </a:moveTo>
                <a:lnTo>
                  <a:pt x="796272" y="812744"/>
                </a:lnTo>
                <a:moveTo>
                  <a:pt x="2172057" y="1098340"/>
                </a:moveTo>
                <a:lnTo>
                  <a:pt x="2095196" y="1028732"/>
                </a:lnTo>
                <a:moveTo>
                  <a:pt x="1322572" y="136313"/>
                </a:moveTo>
                <a:lnTo>
                  <a:pt x="1182179" y="301186"/>
                </a:lnTo>
                <a:moveTo>
                  <a:pt x="1322572" y="136313"/>
                </a:moveTo>
                <a:lnTo>
                  <a:pt x="1182171" y="301151"/>
                </a:lnTo>
                <a:moveTo>
                  <a:pt x="1389244" y="832703"/>
                </a:moveTo>
                <a:lnTo>
                  <a:pt x="1262262" y="827593"/>
                </a:lnTo>
                <a:moveTo>
                  <a:pt x="1677913" y="956064"/>
                </a:moveTo>
                <a:lnTo>
                  <a:pt x="1598016" y="928745"/>
                </a:lnTo>
                <a:moveTo>
                  <a:pt x="2137888" y="1079744"/>
                </a:moveTo>
                <a:lnTo>
                  <a:pt x="2095196" y="1028732"/>
                </a:lnTo>
                <a:moveTo>
                  <a:pt x="1858492" y="913197"/>
                </a:moveTo>
                <a:lnTo>
                  <a:pt x="1805132" y="993023"/>
                </a:lnTo>
                <a:moveTo>
                  <a:pt x="2012375" y="502374"/>
                </a:moveTo>
                <a:lnTo>
                  <a:pt x="1891948" y="637281"/>
                </a:lnTo>
                <a:moveTo>
                  <a:pt x="1677913" y="956064"/>
                </a:moveTo>
                <a:lnTo>
                  <a:pt x="1672696" y="1085326"/>
                </a:lnTo>
                <a:moveTo>
                  <a:pt x="387606" y="639763"/>
                </a:moveTo>
                <a:lnTo>
                  <a:pt x="368075" y="732477"/>
                </a:lnTo>
                <a:moveTo>
                  <a:pt x="2103801" y="953236"/>
                </a:moveTo>
                <a:lnTo>
                  <a:pt x="2007873" y="954974"/>
                </a:lnTo>
                <a:moveTo>
                  <a:pt x="685041" y="595396"/>
                </a:moveTo>
                <a:lnTo>
                  <a:pt x="723883" y="625405"/>
                </a:lnTo>
                <a:moveTo>
                  <a:pt x="2012375" y="502374"/>
                </a:moveTo>
                <a:lnTo>
                  <a:pt x="2015873" y="599538"/>
                </a:lnTo>
                <a:moveTo>
                  <a:pt x="2050283" y="356220"/>
                </a:moveTo>
                <a:lnTo>
                  <a:pt x="2121977" y="421221"/>
                </a:lnTo>
                <a:moveTo>
                  <a:pt x="1920387" y="309327"/>
                </a:moveTo>
                <a:lnTo>
                  <a:pt x="1903958" y="323048"/>
                </a:lnTo>
                <a:moveTo>
                  <a:pt x="873964" y="740648"/>
                </a:moveTo>
                <a:lnTo>
                  <a:pt x="796272" y="812744"/>
                </a:lnTo>
                <a:moveTo>
                  <a:pt x="1544514" y="896168"/>
                </a:moveTo>
                <a:lnTo>
                  <a:pt x="1536471" y="949494"/>
                </a:lnTo>
                <a:moveTo>
                  <a:pt x="2050283" y="356220"/>
                </a:moveTo>
                <a:lnTo>
                  <a:pt x="1920387" y="309327"/>
                </a:lnTo>
                <a:moveTo>
                  <a:pt x="1456406" y="448641"/>
                </a:moveTo>
                <a:lnTo>
                  <a:pt x="1445167" y="442460"/>
                </a:lnTo>
                <a:moveTo>
                  <a:pt x="1756729" y="352984"/>
                </a:moveTo>
                <a:lnTo>
                  <a:pt x="1672972" y="363781"/>
                </a:lnTo>
                <a:moveTo>
                  <a:pt x="1598016" y="928745"/>
                </a:moveTo>
                <a:lnTo>
                  <a:pt x="1536471" y="949494"/>
                </a:lnTo>
                <a:moveTo>
                  <a:pt x="1550981" y="540137"/>
                </a:moveTo>
                <a:lnTo>
                  <a:pt x="1530906" y="484422"/>
                </a:lnTo>
                <a:moveTo>
                  <a:pt x="1544514" y="896168"/>
                </a:moveTo>
                <a:lnTo>
                  <a:pt x="1598016" y="928745"/>
                </a:lnTo>
                <a:moveTo>
                  <a:pt x="1301861" y="507350"/>
                </a:moveTo>
                <a:lnTo>
                  <a:pt x="1315399" y="605752"/>
                </a:lnTo>
                <a:moveTo>
                  <a:pt x="1672696" y="1085326"/>
                </a:moveTo>
                <a:lnTo>
                  <a:pt x="1536471" y="949494"/>
                </a:lnTo>
                <a:moveTo>
                  <a:pt x="1920387" y="309327"/>
                </a:moveTo>
                <a:lnTo>
                  <a:pt x="1756729" y="352984"/>
                </a:lnTo>
                <a:moveTo>
                  <a:pt x="368075" y="732477"/>
                </a:moveTo>
                <a:lnTo>
                  <a:pt x="408117" y="872533"/>
                </a:lnTo>
                <a:moveTo>
                  <a:pt x="2014174" y="1173538"/>
                </a:moveTo>
                <a:lnTo>
                  <a:pt x="1954277" y="1194466"/>
                </a:lnTo>
                <a:moveTo>
                  <a:pt x="1309742" y="617378"/>
                </a:moveTo>
                <a:lnTo>
                  <a:pt x="1388254" y="751427"/>
                </a:lnTo>
                <a:moveTo>
                  <a:pt x="1598016" y="928745"/>
                </a:moveTo>
                <a:lnTo>
                  <a:pt x="1672696" y="1085326"/>
                </a:lnTo>
                <a:moveTo>
                  <a:pt x="1143742" y="436487"/>
                </a:moveTo>
                <a:lnTo>
                  <a:pt x="1164474" y="478505"/>
                </a:lnTo>
                <a:moveTo>
                  <a:pt x="2058367" y="574129"/>
                </a:moveTo>
                <a:lnTo>
                  <a:pt x="2012375" y="502374"/>
                </a:lnTo>
                <a:moveTo>
                  <a:pt x="2006688" y="1028012"/>
                </a:moveTo>
                <a:lnTo>
                  <a:pt x="2095196" y="1028732"/>
                </a:lnTo>
                <a:moveTo>
                  <a:pt x="2016691" y="499545"/>
                </a:moveTo>
                <a:lnTo>
                  <a:pt x="2058367" y="574129"/>
                </a:lnTo>
                <a:moveTo>
                  <a:pt x="1389244" y="832703"/>
                </a:moveTo>
                <a:lnTo>
                  <a:pt x="1257101" y="977731"/>
                </a:lnTo>
                <a:moveTo>
                  <a:pt x="831121" y="702356"/>
                </a:moveTo>
                <a:lnTo>
                  <a:pt x="723883" y="625405"/>
                </a:lnTo>
                <a:moveTo>
                  <a:pt x="1545829" y="730905"/>
                </a:moveTo>
                <a:lnTo>
                  <a:pt x="1443170" y="812915"/>
                </a:lnTo>
                <a:moveTo>
                  <a:pt x="1560172" y="676419"/>
                </a:moveTo>
                <a:lnTo>
                  <a:pt x="1545829" y="730905"/>
                </a:lnTo>
                <a:moveTo>
                  <a:pt x="1571478" y="595455"/>
                </a:moveTo>
                <a:lnTo>
                  <a:pt x="1545829" y="730905"/>
                </a:lnTo>
                <a:moveTo>
                  <a:pt x="2309011" y="1001784"/>
                </a:moveTo>
                <a:lnTo>
                  <a:pt x="2252682" y="981042"/>
                </a:lnTo>
                <a:moveTo>
                  <a:pt x="1269581" y="746186"/>
                </a:moveTo>
                <a:lnTo>
                  <a:pt x="1262262" y="827593"/>
                </a:lnTo>
                <a:moveTo>
                  <a:pt x="688252" y="885176"/>
                </a:moveTo>
                <a:lnTo>
                  <a:pt x="624773" y="927444"/>
                </a:lnTo>
                <a:moveTo>
                  <a:pt x="1550981" y="540137"/>
                </a:moveTo>
                <a:lnTo>
                  <a:pt x="1571478" y="595455"/>
                </a:lnTo>
                <a:moveTo>
                  <a:pt x="1732879" y="882202"/>
                </a:moveTo>
                <a:lnTo>
                  <a:pt x="1805132" y="993023"/>
                </a:lnTo>
                <a:moveTo>
                  <a:pt x="1793322" y="1101439"/>
                </a:moveTo>
                <a:lnTo>
                  <a:pt x="1692511" y="1197750"/>
                </a:lnTo>
                <a:moveTo>
                  <a:pt x="2326252" y="1022687"/>
                </a:moveTo>
                <a:lnTo>
                  <a:pt x="2252682" y="981042"/>
                </a:lnTo>
                <a:moveTo>
                  <a:pt x="1954277" y="1194466"/>
                </a:moveTo>
                <a:lnTo>
                  <a:pt x="1817342" y="1206585"/>
                </a:lnTo>
                <a:moveTo>
                  <a:pt x="707301" y="595116"/>
                </a:moveTo>
                <a:lnTo>
                  <a:pt x="685041" y="595396"/>
                </a:lnTo>
                <a:moveTo>
                  <a:pt x="1445167" y="442460"/>
                </a:moveTo>
                <a:lnTo>
                  <a:pt x="1315399" y="605752"/>
                </a:lnTo>
                <a:moveTo>
                  <a:pt x="784388" y="824271"/>
                </a:moveTo>
                <a:lnTo>
                  <a:pt x="688252" y="885176"/>
                </a:lnTo>
                <a:moveTo>
                  <a:pt x="2126879" y="973891"/>
                </a:moveTo>
                <a:lnTo>
                  <a:pt x="2172057" y="1098340"/>
                </a:lnTo>
                <a:moveTo>
                  <a:pt x="1983805" y="943084"/>
                </a:moveTo>
                <a:lnTo>
                  <a:pt x="1858492" y="913197"/>
                </a:lnTo>
                <a:moveTo>
                  <a:pt x="2126879" y="973891"/>
                </a:moveTo>
                <a:lnTo>
                  <a:pt x="2137888" y="1079744"/>
                </a:lnTo>
                <a:moveTo>
                  <a:pt x="707301" y="595116"/>
                </a:moveTo>
                <a:lnTo>
                  <a:pt x="723883" y="625405"/>
                </a:lnTo>
                <a:moveTo>
                  <a:pt x="1677913" y="956064"/>
                </a:moveTo>
                <a:lnTo>
                  <a:pt x="1571672" y="888563"/>
                </a:lnTo>
                <a:moveTo>
                  <a:pt x="831121" y="702356"/>
                </a:moveTo>
                <a:lnTo>
                  <a:pt x="873964" y="740648"/>
                </a:lnTo>
                <a:moveTo>
                  <a:pt x="1672972" y="363781"/>
                </a:moveTo>
                <a:lnTo>
                  <a:pt x="1759954" y="494124"/>
                </a:lnTo>
                <a:moveTo>
                  <a:pt x="2126879" y="973891"/>
                </a:moveTo>
                <a:lnTo>
                  <a:pt x="2007873" y="954974"/>
                </a:lnTo>
                <a:moveTo>
                  <a:pt x="1182179" y="301186"/>
                </a:moveTo>
                <a:lnTo>
                  <a:pt x="1182171" y="301151"/>
                </a:lnTo>
                <a:moveTo>
                  <a:pt x="1182171" y="301151"/>
                </a:moveTo>
                <a:lnTo>
                  <a:pt x="1182114" y="301178"/>
                </a:lnTo>
                <a:moveTo>
                  <a:pt x="1287150" y="410865"/>
                </a:moveTo>
                <a:lnTo>
                  <a:pt x="1143742" y="436487"/>
                </a:lnTo>
                <a:moveTo>
                  <a:pt x="685041" y="595396"/>
                </a:moveTo>
                <a:lnTo>
                  <a:pt x="567153" y="593067"/>
                </a:lnTo>
                <a:moveTo>
                  <a:pt x="2007873" y="954974"/>
                </a:moveTo>
                <a:lnTo>
                  <a:pt x="1983805" y="943084"/>
                </a:lnTo>
                <a:moveTo>
                  <a:pt x="831121" y="702356"/>
                </a:moveTo>
                <a:lnTo>
                  <a:pt x="707301" y="595116"/>
                </a:lnTo>
                <a:moveTo>
                  <a:pt x="1571672" y="888563"/>
                </a:moveTo>
                <a:lnTo>
                  <a:pt x="1544514" y="896168"/>
                </a:lnTo>
                <a:moveTo>
                  <a:pt x="1571672" y="888563"/>
                </a:moveTo>
                <a:lnTo>
                  <a:pt x="1598016" y="928745"/>
                </a:lnTo>
                <a:moveTo>
                  <a:pt x="1262262" y="827593"/>
                </a:moveTo>
                <a:lnTo>
                  <a:pt x="1257101" y="977731"/>
                </a:lnTo>
                <a:moveTo>
                  <a:pt x="368075" y="732477"/>
                </a:moveTo>
                <a:lnTo>
                  <a:pt x="396189" y="830536"/>
                </a:lnTo>
                <a:moveTo>
                  <a:pt x="1269581" y="746186"/>
                </a:moveTo>
                <a:lnTo>
                  <a:pt x="1144146" y="715849"/>
                </a:lnTo>
                <a:moveTo>
                  <a:pt x="1550981" y="540137"/>
                </a:moveTo>
                <a:lnTo>
                  <a:pt x="1456406" y="448641"/>
                </a:lnTo>
                <a:moveTo>
                  <a:pt x="567153" y="593067"/>
                </a:moveTo>
                <a:lnTo>
                  <a:pt x="387606" y="639763"/>
                </a:lnTo>
                <a:moveTo>
                  <a:pt x="315713" y="669733"/>
                </a:moveTo>
                <a:lnTo>
                  <a:pt x="368075" y="732477"/>
                </a:lnTo>
                <a:moveTo>
                  <a:pt x="2126879" y="973891"/>
                </a:moveTo>
                <a:lnTo>
                  <a:pt x="2006688" y="1028012"/>
                </a:lnTo>
                <a:moveTo>
                  <a:pt x="1732879" y="882202"/>
                </a:moveTo>
                <a:lnTo>
                  <a:pt x="1677913" y="956064"/>
                </a:lnTo>
                <a:moveTo>
                  <a:pt x="2309011" y="1001784"/>
                </a:moveTo>
                <a:lnTo>
                  <a:pt x="2126879" y="973891"/>
                </a:lnTo>
                <a:moveTo>
                  <a:pt x="1144146" y="715849"/>
                </a:moveTo>
                <a:lnTo>
                  <a:pt x="1262262" y="827593"/>
                </a:lnTo>
                <a:moveTo>
                  <a:pt x="2185299" y="142957"/>
                </a:moveTo>
                <a:lnTo>
                  <a:pt x="2206363" y="222433"/>
                </a:lnTo>
                <a:moveTo>
                  <a:pt x="1536471" y="949494"/>
                </a:moveTo>
                <a:lnTo>
                  <a:pt x="1556577" y="1061413"/>
                </a:lnTo>
                <a:moveTo>
                  <a:pt x="2121977" y="421221"/>
                </a:moveTo>
                <a:lnTo>
                  <a:pt x="2058367" y="574129"/>
                </a:lnTo>
                <a:moveTo>
                  <a:pt x="1309742" y="617378"/>
                </a:moveTo>
                <a:lnTo>
                  <a:pt x="1269581" y="746186"/>
                </a:lnTo>
                <a:moveTo>
                  <a:pt x="1983315" y="1219129"/>
                </a:moveTo>
                <a:lnTo>
                  <a:pt x="1954277" y="1194466"/>
                </a:lnTo>
                <a:moveTo>
                  <a:pt x="1672972" y="363781"/>
                </a:moveTo>
                <a:lnTo>
                  <a:pt x="1751436" y="470190"/>
                </a:lnTo>
                <a:moveTo>
                  <a:pt x="685041" y="595396"/>
                </a:moveTo>
                <a:lnTo>
                  <a:pt x="578886" y="592487"/>
                </a:lnTo>
                <a:moveTo>
                  <a:pt x="2006688" y="1028012"/>
                </a:moveTo>
                <a:lnTo>
                  <a:pt x="2014174" y="1173538"/>
                </a:lnTo>
                <a:moveTo>
                  <a:pt x="1262262" y="827593"/>
                </a:moveTo>
                <a:lnTo>
                  <a:pt x="1135531" y="822048"/>
                </a:lnTo>
                <a:moveTo>
                  <a:pt x="2014174" y="1173538"/>
                </a:moveTo>
                <a:lnTo>
                  <a:pt x="1983315" y="1219129"/>
                </a:lnTo>
                <a:moveTo>
                  <a:pt x="1672696" y="1085326"/>
                </a:moveTo>
                <a:lnTo>
                  <a:pt x="1556577" y="1061413"/>
                </a:lnTo>
                <a:moveTo>
                  <a:pt x="565847" y="866084"/>
                </a:moveTo>
                <a:lnTo>
                  <a:pt x="624773" y="927444"/>
                </a:lnTo>
                <a:moveTo>
                  <a:pt x="2014174" y="1173538"/>
                </a:moveTo>
                <a:lnTo>
                  <a:pt x="1996148" y="1121991"/>
                </a:lnTo>
                <a:moveTo>
                  <a:pt x="387606" y="639763"/>
                </a:moveTo>
                <a:lnTo>
                  <a:pt x="315713" y="669733"/>
                </a:lnTo>
                <a:moveTo>
                  <a:pt x="1010520" y="655111"/>
                </a:moveTo>
                <a:lnTo>
                  <a:pt x="831121" y="702356"/>
                </a:lnTo>
                <a:moveTo>
                  <a:pt x="1008933" y="669551"/>
                </a:moveTo>
                <a:lnTo>
                  <a:pt x="831121" y="702356"/>
                </a:lnTo>
                <a:moveTo>
                  <a:pt x="2166699" y="332066"/>
                </a:moveTo>
                <a:lnTo>
                  <a:pt x="2050283" y="356220"/>
                </a:lnTo>
                <a:moveTo>
                  <a:pt x="2015873" y="599538"/>
                </a:moveTo>
                <a:lnTo>
                  <a:pt x="1891948" y="637281"/>
                </a:lnTo>
                <a:moveTo>
                  <a:pt x="1672696" y="1085326"/>
                </a:moveTo>
                <a:lnTo>
                  <a:pt x="1692511" y="1197750"/>
                </a:lnTo>
                <a:moveTo>
                  <a:pt x="2110892" y="303304"/>
                </a:moveTo>
                <a:lnTo>
                  <a:pt x="2050283" y="356220"/>
                </a:lnTo>
                <a:moveTo>
                  <a:pt x="1550981" y="540137"/>
                </a:moveTo>
                <a:lnTo>
                  <a:pt x="1545829" y="730905"/>
                </a:lnTo>
                <a:moveTo>
                  <a:pt x="1257101" y="977731"/>
                </a:moveTo>
                <a:lnTo>
                  <a:pt x="1256312" y="984614"/>
                </a:lnTo>
                <a:moveTo>
                  <a:pt x="1164474" y="478505"/>
                </a:moveTo>
                <a:lnTo>
                  <a:pt x="1169366" y="531588"/>
                </a:lnTo>
                <a:moveTo>
                  <a:pt x="2172057" y="1098340"/>
                </a:moveTo>
                <a:lnTo>
                  <a:pt x="2137888" y="1079744"/>
                </a:lnTo>
                <a:moveTo>
                  <a:pt x="796272" y="812744"/>
                </a:moveTo>
                <a:lnTo>
                  <a:pt x="864477" y="841408"/>
                </a:lnTo>
                <a:moveTo>
                  <a:pt x="396189" y="830536"/>
                </a:moveTo>
                <a:lnTo>
                  <a:pt x="408117" y="872533"/>
                </a:lnTo>
                <a:moveTo>
                  <a:pt x="1182179" y="301186"/>
                </a:moveTo>
                <a:lnTo>
                  <a:pt x="1287150" y="410865"/>
                </a:lnTo>
                <a:moveTo>
                  <a:pt x="1008933" y="669551"/>
                </a:moveTo>
                <a:lnTo>
                  <a:pt x="873964" y="740648"/>
                </a:lnTo>
                <a:moveTo>
                  <a:pt x="1810404" y="336337"/>
                </a:moveTo>
                <a:lnTo>
                  <a:pt x="1756729" y="352984"/>
                </a:lnTo>
                <a:moveTo>
                  <a:pt x="2185299" y="142957"/>
                </a:moveTo>
                <a:lnTo>
                  <a:pt x="2220794" y="224444"/>
                </a:lnTo>
                <a:moveTo>
                  <a:pt x="1569384" y="830542"/>
                </a:moveTo>
                <a:lnTo>
                  <a:pt x="1443170" y="812915"/>
                </a:lnTo>
                <a:moveTo>
                  <a:pt x="2121977" y="421221"/>
                </a:moveTo>
                <a:lnTo>
                  <a:pt x="2144479" y="520729"/>
                </a:lnTo>
                <a:moveTo>
                  <a:pt x="2058367" y="574129"/>
                </a:moveTo>
                <a:lnTo>
                  <a:pt x="2015873" y="599538"/>
                </a:lnTo>
                <a:moveTo>
                  <a:pt x="1287150" y="410865"/>
                </a:moveTo>
                <a:lnTo>
                  <a:pt x="1164474" y="478505"/>
                </a:lnTo>
                <a:moveTo>
                  <a:pt x="1751436" y="470190"/>
                </a:moveTo>
                <a:lnTo>
                  <a:pt x="1759954" y="494124"/>
                </a:lnTo>
                <a:moveTo>
                  <a:pt x="1351733" y="495359"/>
                </a:moveTo>
                <a:lnTo>
                  <a:pt x="1445167" y="442460"/>
                </a:lnTo>
                <a:moveTo>
                  <a:pt x="1093923" y="387032"/>
                </a:moveTo>
                <a:lnTo>
                  <a:pt x="1110579" y="387026"/>
                </a:lnTo>
                <a:moveTo>
                  <a:pt x="2166699" y="332066"/>
                </a:moveTo>
                <a:lnTo>
                  <a:pt x="2121977" y="421221"/>
                </a:lnTo>
                <a:moveTo>
                  <a:pt x="1315399" y="605752"/>
                </a:moveTo>
                <a:lnTo>
                  <a:pt x="1309742" y="617378"/>
                </a:lnTo>
                <a:moveTo>
                  <a:pt x="1817342" y="1206585"/>
                </a:moveTo>
                <a:lnTo>
                  <a:pt x="1692511" y="1197750"/>
                </a:lnTo>
                <a:moveTo>
                  <a:pt x="1810404" y="336337"/>
                </a:moveTo>
                <a:lnTo>
                  <a:pt x="1672972" y="363781"/>
                </a:lnTo>
                <a:moveTo>
                  <a:pt x="439518" y="608816"/>
                </a:moveTo>
                <a:lnTo>
                  <a:pt x="387606" y="639763"/>
                </a:lnTo>
                <a:moveTo>
                  <a:pt x="1144146" y="715849"/>
                </a:moveTo>
                <a:lnTo>
                  <a:pt x="1135531" y="822048"/>
                </a:lnTo>
                <a:moveTo>
                  <a:pt x="784388" y="824271"/>
                </a:moveTo>
                <a:lnTo>
                  <a:pt x="728421" y="852003"/>
                </a:lnTo>
                <a:moveTo>
                  <a:pt x="1309742" y="617378"/>
                </a:moveTo>
                <a:lnTo>
                  <a:pt x="1144146" y="715849"/>
                </a:lnTo>
                <a:moveTo>
                  <a:pt x="881732" y="612329"/>
                </a:moveTo>
                <a:lnTo>
                  <a:pt x="831121" y="702356"/>
                </a:lnTo>
                <a:moveTo>
                  <a:pt x="1981078" y="256712"/>
                </a:moveTo>
                <a:lnTo>
                  <a:pt x="2050283" y="356220"/>
                </a:lnTo>
                <a:moveTo>
                  <a:pt x="2137888" y="1079744"/>
                </a:moveTo>
                <a:lnTo>
                  <a:pt x="2006688" y="1028012"/>
                </a:lnTo>
                <a:moveTo>
                  <a:pt x="1609993" y="861324"/>
                </a:moveTo>
                <a:lnTo>
                  <a:pt x="1677913" y="956064"/>
                </a:lnTo>
                <a:moveTo>
                  <a:pt x="1262262" y="827593"/>
                </a:moveTo>
                <a:lnTo>
                  <a:pt x="1136192" y="964192"/>
                </a:lnTo>
                <a:moveTo>
                  <a:pt x="1144146" y="715849"/>
                </a:moveTo>
                <a:lnTo>
                  <a:pt x="1033256" y="665624"/>
                </a:lnTo>
                <a:moveTo>
                  <a:pt x="1920387" y="309327"/>
                </a:moveTo>
                <a:lnTo>
                  <a:pt x="1810404" y="336337"/>
                </a:lnTo>
                <a:moveTo>
                  <a:pt x="2309011" y="1001784"/>
                </a:moveTo>
                <a:lnTo>
                  <a:pt x="2172057" y="1098340"/>
                </a:lnTo>
                <a:moveTo>
                  <a:pt x="1263261" y="599322"/>
                </a:moveTo>
                <a:lnTo>
                  <a:pt x="1144146" y="715849"/>
                </a:lnTo>
                <a:moveTo>
                  <a:pt x="1858492" y="913197"/>
                </a:moveTo>
                <a:lnTo>
                  <a:pt x="1732879" y="882202"/>
                </a:lnTo>
                <a:moveTo>
                  <a:pt x="2007873" y="954974"/>
                </a:moveTo>
                <a:lnTo>
                  <a:pt x="2006688" y="1028012"/>
                </a:lnTo>
                <a:moveTo>
                  <a:pt x="796272" y="812744"/>
                </a:moveTo>
                <a:lnTo>
                  <a:pt x="728421" y="852003"/>
                </a:lnTo>
                <a:moveTo>
                  <a:pt x="707301" y="595116"/>
                </a:moveTo>
                <a:lnTo>
                  <a:pt x="578886" y="592487"/>
                </a:lnTo>
                <a:moveTo>
                  <a:pt x="1169366" y="531588"/>
                </a:moveTo>
                <a:lnTo>
                  <a:pt x="1010520" y="655111"/>
                </a:lnTo>
                <a:moveTo>
                  <a:pt x="2057367" y="660375"/>
                </a:moveTo>
                <a:lnTo>
                  <a:pt x="2015873" y="599538"/>
                </a:lnTo>
                <a:moveTo>
                  <a:pt x="2281847" y="224718"/>
                </a:moveTo>
                <a:lnTo>
                  <a:pt x="2220794" y="224444"/>
                </a:lnTo>
                <a:moveTo>
                  <a:pt x="1569384" y="830542"/>
                </a:moveTo>
                <a:lnTo>
                  <a:pt x="1544514" y="896168"/>
                </a:lnTo>
                <a:moveTo>
                  <a:pt x="1497615" y="498400"/>
                </a:moveTo>
                <a:lnTo>
                  <a:pt x="1456406" y="448641"/>
                </a:lnTo>
                <a:moveTo>
                  <a:pt x="1033256" y="665624"/>
                </a:moveTo>
                <a:lnTo>
                  <a:pt x="1135531" y="822048"/>
                </a:lnTo>
                <a:moveTo>
                  <a:pt x="1169366" y="531588"/>
                </a:moveTo>
                <a:lnTo>
                  <a:pt x="1263261" y="599322"/>
                </a:lnTo>
                <a:moveTo>
                  <a:pt x="1004849" y="823342"/>
                </a:moveTo>
                <a:lnTo>
                  <a:pt x="873964" y="740648"/>
                </a:lnTo>
                <a:moveTo>
                  <a:pt x="1287150" y="410865"/>
                </a:moveTo>
                <a:lnTo>
                  <a:pt x="1169366" y="531588"/>
                </a:lnTo>
                <a:moveTo>
                  <a:pt x="1135531" y="822048"/>
                </a:moveTo>
                <a:lnTo>
                  <a:pt x="1008933" y="669551"/>
                </a:lnTo>
                <a:moveTo>
                  <a:pt x="1169076" y="617262"/>
                </a:moveTo>
                <a:lnTo>
                  <a:pt x="1144146" y="715849"/>
                </a:lnTo>
                <a:moveTo>
                  <a:pt x="1456406" y="448641"/>
                </a:moveTo>
                <a:lnTo>
                  <a:pt x="1351733" y="495359"/>
                </a:lnTo>
                <a:moveTo>
                  <a:pt x="1309742" y="617378"/>
                </a:moveTo>
                <a:lnTo>
                  <a:pt x="1263261" y="599322"/>
                </a:lnTo>
                <a:moveTo>
                  <a:pt x="1954277" y="1194466"/>
                </a:moveTo>
                <a:lnTo>
                  <a:pt x="1854211" y="1289488"/>
                </a:lnTo>
                <a:moveTo>
                  <a:pt x="1010520" y="655111"/>
                </a:moveTo>
                <a:lnTo>
                  <a:pt x="1033256" y="665624"/>
                </a:lnTo>
                <a:moveTo>
                  <a:pt x="1033256" y="665624"/>
                </a:moveTo>
                <a:lnTo>
                  <a:pt x="1008933" y="669551"/>
                </a:lnTo>
                <a:moveTo>
                  <a:pt x="1315399" y="605752"/>
                </a:moveTo>
                <a:lnTo>
                  <a:pt x="1328155" y="566814"/>
                </a:lnTo>
                <a:moveTo>
                  <a:pt x="1169366" y="531588"/>
                </a:moveTo>
                <a:lnTo>
                  <a:pt x="1169076" y="617262"/>
                </a:lnTo>
                <a:moveTo>
                  <a:pt x="1010520" y="655111"/>
                </a:moveTo>
                <a:lnTo>
                  <a:pt x="1008933" y="669551"/>
                </a:lnTo>
                <a:moveTo>
                  <a:pt x="1093923" y="387032"/>
                </a:moveTo>
                <a:lnTo>
                  <a:pt x="1143742" y="436487"/>
                </a:lnTo>
                <a:moveTo>
                  <a:pt x="2059423" y="719023"/>
                </a:moveTo>
                <a:lnTo>
                  <a:pt x="1891948" y="637281"/>
                </a:lnTo>
                <a:moveTo>
                  <a:pt x="578886" y="592487"/>
                </a:moveTo>
                <a:lnTo>
                  <a:pt x="567153" y="593067"/>
                </a:lnTo>
                <a:moveTo>
                  <a:pt x="2058367" y="574129"/>
                </a:moveTo>
                <a:lnTo>
                  <a:pt x="2057367" y="660375"/>
                </a:lnTo>
                <a:moveTo>
                  <a:pt x="2006688" y="1028012"/>
                </a:moveTo>
                <a:lnTo>
                  <a:pt x="1996148" y="1121991"/>
                </a:lnTo>
                <a:moveTo>
                  <a:pt x="2296256" y="1018987"/>
                </a:moveTo>
                <a:lnTo>
                  <a:pt x="2172057" y="1098340"/>
                </a:lnTo>
                <a:moveTo>
                  <a:pt x="1996148" y="1121991"/>
                </a:moveTo>
                <a:lnTo>
                  <a:pt x="1983315" y="1219129"/>
                </a:lnTo>
                <a:moveTo>
                  <a:pt x="1981078" y="256712"/>
                </a:moveTo>
                <a:lnTo>
                  <a:pt x="1920387" y="309327"/>
                </a:lnTo>
                <a:moveTo>
                  <a:pt x="1256312" y="984614"/>
                </a:moveTo>
                <a:lnTo>
                  <a:pt x="1135433" y="968939"/>
                </a:lnTo>
                <a:moveTo>
                  <a:pt x="1257101" y="977731"/>
                </a:moveTo>
                <a:lnTo>
                  <a:pt x="1136192" y="964192"/>
                </a:lnTo>
                <a:moveTo>
                  <a:pt x="1169076" y="617262"/>
                </a:moveTo>
                <a:lnTo>
                  <a:pt x="1033256" y="665624"/>
                </a:lnTo>
                <a:moveTo>
                  <a:pt x="1136192" y="964192"/>
                </a:moveTo>
                <a:lnTo>
                  <a:pt x="1256312" y="984614"/>
                </a:lnTo>
                <a:moveTo>
                  <a:pt x="2015873" y="599538"/>
                </a:moveTo>
                <a:lnTo>
                  <a:pt x="2059423" y="719023"/>
                </a:lnTo>
                <a:moveTo>
                  <a:pt x="1169076" y="617262"/>
                </a:moveTo>
                <a:lnTo>
                  <a:pt x="1010520" y="655111"/>
                </a:lnTo>
                <a:moveTo>
                  <a:pt x="753460" y="571460"/>
                </a:moveTo>
                <a:lnTo>
                  <a:pt x="831121" y="702356"/>
                </a:lnTo>
                <a:moveTo>
                  <a:pt x="1328155" y="566814"/>
                </a:moveTo>
                <a:lnTo>
                  <a:pt x="1309742" y="617378"/>
                </a:lnTo>
                <a:moveTo>
                  <a:pt x="1263261" y="599322"/>
                </a:moveTo>
                <a:lnTo>
                  <a:pt x="1169076" y="617262"/>
                </a:lnTo>
                <a:moveTo>
                  <a:pt x="1164474" y="478505"/>
                </a:moveTo>
                <a:lnTo>
                  <a:pt x="1049730" y="522773"/>
                </a:lnTo>
                <a:moveTo>
                  <a:pt x="873964" y="740648"/>
                </a:moveTo>
                <a:lnTo>
                  <a:pt x="880213" y="838151"/>
                </a:lnTo>
                <a:moveTo>
                  <a:pt x="873964" y="740648"/>
                </a:moveTo>
                <a:lnTo>
                  <a:pt x="864477" y="841408"/>
                </a:lnTo>
                <a:moveTo>
                  <a:pt x="1919318" y="861083"/>
                </a:moveTo>
                <a:lnTo>
                  <a:pt x="1983805" y="943084"/>
                </a:lnTo>
                <a:moveTo>
                  <a:pt x="2144479" y="520729"/>
                </a:moveTo>
                <a:lnTo>
                  <a:pt x="2058367" y="574129"/>
                </a:lnTo>
                <a:moveTo>
                  <a:pt x="2326252" y="1022687"/>
                </a:moveTo>
                <a:lnTo>
                  <a:pt x="2309011" y="1001784"/>
                </a:lnTo>
                <a:moveTo>
                  <a:pt x="1948147" y="879319"/>
                </a:moveTo>
                <a:lnTo>
                  <a:pt x="1983805" y="943084"/>
                </a:lnTo>
                <a:moveTo>
                  <a:pt x="567153" y="593067"/>
                </a:moveTo>
                <a:lnTo>
                  <a:pt x="503001" y="598162"/>
                </a:lnTo>
                <a:moveTo>
                  <a:pt x="1328155" y="566814"/>
                </a:moveTo>
                <a:lnTo>
                  <a:pt x="1263261" y="599322"/>
                </a:lnTo>
                <a:moveTo>
                  <a:pt x="1241622" y="244030"/>
                </a:moveTo>
                <a:lnTo>
                  <a:pt x="1182171" y="301151"/>
                </a:lnTo>
                <a:moveTo>
                  <a:pt x="2058367" y="574129"/>
                </a:moveTo>
                <a:lnTo>
                  <a:pt x="2106397" y="707435"/>
                </a:lnTo>
                <a:moveTo>
                  <a:pt x="1817342" y="1206585"/>
                </a:moveTo>
                <a:lnTo>
                  <a:pt x="1854211" y="1289488"/>
                </a:lnTo>
                <a:moveTo>
                  <a:pt x="1135531" y="822048"/>
                </a:moveTo>
                <a:lnTo>
                  <a:pt x="1136192" y="964192"/>
                </a:lnTo>
                <a:moveTo>
                  <a:pt x="1135531" y="822048"/>
                </a:moveTo>
                <a:lnTo>
                  <a:pt x="1004849" y="823342"/>
                </a:lnTo>
                <a:moveTo>
                  <a:pt x="1550981" y="540137"/>
                </a:moveTo>
                <a:lnTo>
                  <a:pt x="1497615" y="498400"/>
                </a:lnTo>
                <a:moveTo>
                  <a:pt x="1456406" y="448641"/>
                </a:moveTo>
                <a:lnTo>
                  <a:pt x="1365557" y="502076"/>
                </a:lnTo>
                <a:moveTo>
                  <a:pt x="1545829" y="730905"/>
                </a:moveTo>
                <a:lnTo>
                  <a:pt x="1569384" y="830542"/>
                </a:lnTo>
                <a:moveTo>
                  <a:pt x="1672696" y="1085326"/>
                </a:moveTo>
                <a:lnTo>
                  <a:pt x="1584908" y="1159097"/>
                </a:lnTo>
                <a:moveTo>
                  <a:pt x="305876" y="765252"/>
                </a:moveTo>
                <a:lnTo>
                  <a:pt x="368075" y="732477"/>
                </a:lnTo>
                <a:moveTo>
                  <a:pt x="567153" y="593067"/>
                </a:moveTo>
                <a:lnTo>
                  <a:pt x="439518" y="608816"/>
                </a:lnTo>
                <a:moveTo>
                  <a:pt x="1351733" y="495359"/>
                </a:moveTo>
                <a:lnTo>
                  <a:pt x="1315399" y="605752"/>
                </a:lnTo>
                <a:moveTo>
                  <a:pt x="1010520" y="655111"/>
                </a:moveTo>
                <a:lnTo>
                  <a:pt x="881732" y="612329"/>
                </a:lnTo>
                <a:moveTo>
                  <a:pt x="1008933" y="669551"/>
                </a:moveTo>
                <a:lnTo>
                  <a:pt x="1004849" y="823342"/>
                </a:lnTo>
                <a:moveTo>
                  <a:pt x="1817342" y="1206585"/>
                </a:moveTo>
                <a:lnTo>
                  <a:pt x="1705326" y="1322290"/>
                </a:lnTo>
                <a:moveTo>
                  <a:pt x="2309011" y="1001784"/>
                </a:moveTo>
                <a:lnTo>
                  <a:pt x="2296256" y="1018987"/>
                </a:lnTo>
                <a:moveTo>
                  <a:pt x="753460" y="571460"/>
                </a:moveTo>
                <a:lnTo>
                  <a:pt x="707301" y="595116"/>
                </a:lnTo>
                <a:moveTo>
                  <a:pt x="1891948" y="637281"/>
                </a:moveTo>
                <a:lnTo>
                  <a:pt x="1925505" y="725918"/>
                </a:lnTo>
                <a:moveTo>
                  <a:pt x="1169366" y="531588"/>
                </a:moveTo>
                <a:lnTo>
                  <a:pt x="1049730" y="522773"/>
                </a:lnTo>
                <a:moveTo>
                  <a:pt x="2007873" y="954974"/>
                </a:moveTo>
                <a:lnTo>
                  <a:pt x="1999404" y="1077045"/>
                </a:lnTo>
                <a:moveTo>
                  <a:pt x="1351733" y="495359"/>
                </a:moveTo>
                <a:lnTo>
                  <a:pt x="1169366" y="531588"/>
                </a:lnTo>
                <a:moveTo>
                  <a:pt x="2106397" y="707435"/>
                </a:moveTo>
                <a:lnTo>
                  <a:pt x="2057367" y="660375"/>
                </a:lnTo>
                <a:moveTo>
                  <a:pt x="1569384" y="830542"/>
                </a:moveTo>
                <a:lnTo>
                  <a:pt x="1571672" y="888563"/>
                </a:lnTo>
                <a:moveTo>
                  <a:pt x="2057367" y="660375"/>
                </a:moveTo>
                <a:lnTo>
                  <a:pt x="2059423" y="719023"/>
                </a:lnTo>
                <a:moveTo>
                  <a:pt x="578886" y="592487"/>
                </a:moveTo>
                <a:lnTo>
                  <a:pt x="503001" y="598162"/>
                </a:lnTo>
                <a:moveTo>
                  <a:pt x="439518" y="608816"/>
                </a:moveTo>
                <a:lnTo>
                  <a:pt x="315713" y="669733"/>
                </a:lnTo>
                <a:moveTo>
                  <a:pt x="1182114" y="301178"/>
                </a:moveTo>
                <a:lnTo>
                  <a:pt x="1093923" y="387032"/>
                </a:lnTo>
                <a:moveTo>
                  <a:pt x="1182171" y="301151"/>
                </a:moveTo>
                <a:lnTo>
                  <a:pt x="1093923" y="387032"/>
                </a:lnTo>
                <a:moveTo>
                  <a:pt x="1049730" y="522773"/>
                </a:moveTo>
                <a:lnTo>
                  <a:pt x="1010520" y="655111"/>
                </a:lnTo>
                <a:moveTo>
                  <a:pt x="1547428" y="636431"/>
                </a:moveTo>
                <a:lnTo>
                  <a:pt x="1545829" y="730905"/>
                </a:lnTo>
                <a:moveTo>
                  <a:pt x="1609993" y="861324"/>
                </a:moveTo>
                <a:lnTo>
                  <a:pt x="1571672" y="888563"/>
                </a:lnTo>
                <a:moveTo>
                  <a:pt x="1351733" y="495359"/>
                </a:moveTo>
                <a:lnTo>
                  <a:pt x="1263261" y="599322"/>
                </a:lnTo>
                <a:moveTo>
                  <a:pt x="1351733" y="495359"/>
                </a:moveTo>
                <a:lnTo>
                  <a:pt x="1287150" y="410865"/>
                </a:lnTo>
                <a:moveTo>
                  <a:pt x="2006688" y="1028012"/>
                </a:moveTo>
                <a:lnTo>
                  <a:pt x="1999404" y="1077045"/>
                </a:lnTo>
                <a:moveTo>
                  <a:pt x="1093923" y="387032"/>
                </a:moveTo>
                <a:lnTo>
                  <a:pt x="1164474" y="478505"/>
                </a:lnTo>
                <a:moveTo>
                  <a:pt x="1731723" y="373088"/>
                </a:moveTo>
                <a:lnTo>
                  <a:pt x="1672972" y="363781"/>
                </a:lnTo>
                <a:moveTo>
                  <a:pt x="2166699" y="332066"/>
                </a:moveTo>
                <a:lnTo>
                  <a:pt x="2144479" y="520729"/>
                </a:lnTo>
                <a:moveTo>
                  <a:pt x="1999404" y="1077045"/>
                </a:moveTo>
                <a:lnTo>
                  <a:pt x="1996148" y="1121991"/>
                </a:lnTo>
                <a:moveTo>
                  <a:pt x="2144479" y="520729"/>
                </a:moveTo>
                <a:lnTo>
                  <a:pt x="2106397" y="707435"/>
                </a:lnTo>
                <a:moveTo>
                  <a:pt x="1550981" y="540137"/>
                </a:moveTo>
                <a:lnTo>
                  <a:pt x="1547428" y="636431"/>
                </a:lnTo>
                <a:moveTo>
                  <a:pt x="1919318" y="861083"/>
                </a:moveTo>
                <a:lnTo>
                  <a:pt x="1858492" y="913197"/>
                </a:lnTo>
                <a:moveTo>
                  <a:pt x="2335899" y="983722"/>
                </a:moveTo>
                <a:lnTo>
                  <a:pt x="2309011" y="1001784"/>
                </a:lnTo>
                <a:moveTo>
                  <a:pt x="2166699" y="332066"/>
                </a:moveTo>
                <a:lnTo>
                  <a:pt x="2110892" y="303304"/>
                </a:lnTo>
                <a:moveTo>
                  <a:pt x="1136192" y="964192"/>
                </a:moveTo>
                <a:lnTo>
                  <a:pt x="1135433" y="968939"/>
                </a:lnTo>
                <a:moveTo>
                  <a:pt x="2106397" y="707435"/>
                </a:moveTo>
                <a:lnTo>
                  <a:pt x="2059423" y="719023"/>
                </a:lnTo>
                <a:moveTo>
                  <a:pt x="1983315" y="1219129"/>
                </a:moveTo>
                <a:lnTo>
                  <a:pt x="1854211" y="1289488"/>
                </a:lnTo>
                <a:moveTo>
                  <a:pt x="1751277" y="566903"/>
                </a:moveTo>
                <a:lnTo>
                  <a:pt x="1759954" y="494124"/>
                </a:lnTo>
                <a:moveTo>
                  <a:pt x="1292319" y="316831"/>
                </a:moveTo>
                <a:lnTo>
                  <a:pt x="1182179" y="301186"/>
                </a:lnTo>
                <a:moveTo>
                  <a:pt x="1292319" y="316831"/>
                </a:moveTo>
                <a:lnTo>
                  <a:pt x="1182171" y="301151"/>
                </a:lnTo>
                <a:moveTo>
                  <a:pt x="688252" y="885176"/>
                </a:moveTo>
                <a:lnTo>
                  <a:pt x="565847" y="866084"/>
                </a:lnTo>
                <a:moveTo>
                  <a:pt x="1351733" y="495359"/>
                </a:moveTo>
                <a:lnTo>
                  <a:pt x="1328155" y="566814"/>
                </a:lnTo>
                <a:moveTo>
                  <a:pt x="503001" y="598162"/>
                </a:moveTo>
                <a:lnTo>
                  <a:pt x="439518" y="608816"/>
                </a:lnTo>
                <a:moveTo>
                  <a:pt x="1983315" y="1219129"/>
                </a:moveTo>
                <a:lnTo>
                  <a:pt x="1936531" y="1260693"/>
                </a:lnTo>
                <a:moveTo>
                  <a:pt x="2326252" y="1022687"/>
                </a:moveTo>
                <a:lnTo>
                  <a:pt x="2335899" y="983722"/>
                </a:lnTo>
                <a:moveTo>
                  <a:pt x="1996148" y="1121991"/>
                </a:moveTo>
                <a:lnTo>
                  <a:pt x="1936531" y="1260693"/>
                </a:lnTo>
                <a:moveTo>
                  <a:pt x="1948147" y="879319"/>
                </a:moveTo>
                <a:lnTo>
                  <a:pt x="2007873" y="954974"/>
                </a:lnTo>
                <a:moveTo>
                  <a:pt x="1732879" y="882202"/>
                </a:moveTo>
                <a:lnTo>
                  <a:pt x="1609993" y="861324"/>
                </a:lnTo>
                <a:moveTo>
                  <a:pt x="753460" y="571460"/>
                </a:moveTo>
                <a:lnTo>
                  <a:pt x="578886" y="592487"/>
                </a:lnTo>
                <a:moveTo>
                  <a:pt x="1692511" y="1197750"/>
                </a:moveTo>
                <a:lnTo>
                  <a:pt x="1705326" y="1322290"/>
                </a:lnTo>
                <a:moveTo>
                  <a:pt x="1004849" y="823342"/>
                </a:moveTo>
                <a:lnTo>
                  <a:pt x="880213" y="838151"/>
                </a:lnTo>
                <a:moveTo>
                  <a:pt x="2335899" y="983722"/>
                </a:moveTo>
                <a:lnTo>
                  <a:pt x="2296256" y="1018987"/>
                </a:lnTo>
                <a:moveTo>
                  <a:pt x="1868881" y="275506"/>
                </a:moveTo>
                <a:lnTo>
                  <a:pt x="1920387" y="309327"/>
                </a:lnTo>
                <a:moveTo>
                  <a:pt x="1556577" y="1061413"/>
                </a:moveTo>
                <a:lnTo>
                  <a:pt x="1584908" y="1159097"/>
                </a:lnTo>
                <a:moveTo>
                  <a:pt x="688252" y="885176"/>
                </a:moveTo>
                <a:lnTo>
                  <a:pt x="728421" y="852003"/>
                </a:lnTo>
                <a:moveTo>
                  <a:pt x="2281847" y="224718"/>
                </a:moveTo>
                <a:lnTo>
                  <a:pt x="2185299" y="142957"/>
                </a:lnTo>
                <a:moveTo>
                  <a:pt x="2110892" y="303304"/>
                </a:moveTo>
                <a:lnTo>
                  <a:pt x="1981078" y="256712"/>
                </a:lnTo>
                <a:moveTo>
                  <a:pt x="503001" y="598162"/>
                </a:moveTo>
                <a:lnTo>
                  <a:pt x="451725" y="599869"/>
                </a:lnTo>
                <a:moveTo>
                  <a:pt x="1751436" y="470190"/>
                </a:moveTo>
                <a:lnTo>
                  <a:pt x="1751277" y="566903"/>
                </a:lnTo>
                <a:moveTo>
                  <a:pt x="881732" y="612329"/>
                </a:moveTo>
                <a:lnTo>
                  <a:pt x="753460" y="571460"/>
                </a:lnTo>
                <a:moveTo>
                  <a:pt x="438125" y="827257"/>
                </a:moveTo>
                <a:lnTo>
                  <a:pt x="396189" y="830536"/>
                </a:lnTo>
                <a:moveTo>
                  <a:pt x="2059423" y="719023"/>
                </a:moveTo>
                <a:lnTo>
                  <a:pt x="1925505" y="725918"/>
                </a:lnTo>
                <a:moveTo>
                  <a:pt x="1692511" y="1197750"/>
                </a:moveTo>
                <a:lnTo>
                  <a:pt x="1584908" y="1159097"/>
                </a:lnTo>
                <a:moveTo>
                  <a:pt x="2302138" y="83643"/>
                </a:moveTo>
                <a:lnTo>
                  <a:pt x="2185299" y="142957"/>
                </a:lnTo>
                <a:moveTo>
                  <a:pt x="1004849" y="823342"/>
                </a:moveTo>
                <a:lnTo>
                  <a:pt x="870226" y="847490"/>
                </a:lnTo>
                <a:moveTo>
                  <a:pt x="451725" y="599869"/>
                </a:moveTo>
                <a:lnTo>
                  <a:pt x="439518" y="608816"/>
                </a:lnTo>
                <a:moveTo>
                  <a:pt x="1919318" y="861083"/>
                </a:moveTo>
                <a:lnTo>
                  <a:pt x="1732879" y="882202"/>
                </a:lnTo>
                <a:moveTo>
                  <a:pt x="2106397" y="707435"/>
                </a:moveTo>
                <a:lnTo>
                  <a:pt x="2061822" y="861594"/>
                </a:lnTo>
                <a:moveTo>
                  <a:pt x="2059423" y="719023"/>
                </a:moveTo>
                <a:lnTo>
                  <a:pt x="2061822" y="861594"/>
                </a:lnTo>
                <a:moveTo>
                  <a:pt x="880213" y="838151"/>
                </a:moveTo>
                <a:lnTo>
                  <a:pt x="864477" y="841408"/>
                </a:lnTo>
                <a:moveTo>
                  <a:pt x="2263344" y="440718"/>
                </a:moveTo>
                <a:lnTo>
                  <a:pt x="2144479" y="520729"/>
                </a:lnTo>
                <a:moveTo>
                  <a:pt x="1130501" y="266817"/>
                </a:moveTo>
                <a:lnTo>
                  <a:pt x="1182171" y="301151"/>
                </a:lnTo>
                <a:moveTo>
                  <a:pt x="2106397" y="707435"/>
                </a:moveTo>
                <a:lnTo>
                  <a:pt x="2213838" y="817419"/>
                </a:lnTo>
                <a:moveTo>
                  <a:pt x="2166699" y="332066"/>
                </a:moveTo>
                <a:lnTo>
                  <a:pt x="2263344" y="440718"/>
                </a:lnTo>
                <a:moveTo>
                  <a:pt x="2106397" y="707435"/>
                </a:moveTo>
                <a:lnTo>
                  <a:pt x="2087972" y="669608"/>
                </a:lnTo>
                <a:moveTo>
                  <a:pt x="305876" y="765252"/>
                </a:moveTo>
                <a:lnTo>
                  <a:pt x="396189" y="830536"/>
                </a:lnTo>
                <a:moveTo>
                  <a:pt x="1292319" y="316831"/>
                </a:moveTo>
                <a:lnTo>
                  <a:pt x="1287150" y="410865"/>
                </a:lnTo>
                <a:moveTo>
                  <a:pt x="315713" y="669733"/>
                </a:moveTo>
                <a:lnTo>
                  <a:pt x="305876" y="765252"/>
                </a:lnTo>
                <a:moveTo>
                  <a:pt x="1731723" y="373088"/>
                </a:moveTo>
                <a:lnTo>
                  <a:pt x="1751436" y="470190"/>
                </a:lnTo>
                <a:moveTo>
                  <a:pt x="1609993" y="861324"/>
                </a:moveTo>
                <a:lnTo>
                  <a:pt x="1569384" y="830542"/>
                </a:lnTo>
                <a:moveTo>
                  <a:pt x="880213" y="838151"/>
                </a:moveTo>
                <a:lnTo>
                  <a:pt x="870226" y="847490"/>
                </a:lnTo>
                <a:moveTo>
                  <a:pt x="870226" y="847490"/>
                </a:moveTo>
                <a:lnTo>
                  <a:pt x="864477" y="841408"/>
                </a:lnTo>
                <a:moveTo>
                  <a:pt x="1999404" y="1077045"/>
                </a:moveTo>
                <a:lnTo>
                  <a:pt x="1936531" y="1260693"/>
                </a:lnTo>
                <a:moveTo>
                  <a:pt x="1497615" y="498400"/>
                </a:moveTo>
                <a:lnTo>
                  <a:pt x="1547428" y="636431"/>
                </a:lnTo>
                <a:moveTo>
                  <a:pt x="2302138" y="83643"/>
                </a:moveTo>
                <a:lnTo>
                  <a:pt x="2281847" y="224718"/>
                </a:lnTo>
                <a:moveTo>
                  <a:pt x="2166699" y="332066"/>
                </a:moveTo>
                <a:lnTo>
                  <a:pt x="2143462" y="280115"/>
                </a:lnTo>
                <a:moveTo>
                  <a:pt x="1497615" y="498400"/>
                </a:moveTo>
                <a:lnTo>
                  <a:pt x="1365557" y="502076"/>
                </a:lnTo>
                <a:moveTo>
                  <a:pt x="2143462" y="280115"/>
                </a:moveTo>
                <a:lnTo>
                  <a:pt x="2110892" y="303304"/>
                </a:lnTo>
                <a:moveTo>
                  <a:pt x="2144479" y="520729"/>
                </a:moveTo>
                <a:lnTo>
                  <a:pt x="2109893" y="577457"/>
                </a:lnTo>
                <a:moveTo>
                  <a:pt x="1936531" y="1260693"/>
                </a:moveTo>
                <a:lnTo>
                  <a:pt x="1854211" y="1289488"/>
                </a:lnTo>
                <a:moveTo>
                  <a:pt x="1854211" y="1289488"/>
                </a:moveTo>
                <a:lnTo>
                  <a:pt x="1705326" y="1322290"/>
                </a:lnTo>
                <a:moveTo>
                  <a:pt x="938033" y="543421"/>
                </a:moveTo>
                <a:lnTo>
                  <a:pt x="1010520" y="655111"/>
                </a:lnTo>
                <a:moveTo>
                  <a:pt x="1365557" y="502076"/>
                </a:moveTo>
                <a:lnTo>
                  <a:pt x="1351733" y="495359"/>
                </a:lnTo>
                <a:moveTo>
                  <a:pt x="1134333" y="488748"/>
                </a:moveTo>
                <a:lnTo>
                  <a:pt x="1164474" y="478505"/>
                </a:lnTo>
                <a:moveTo>
                  <a:pt x="2109893" y="577457"/>
                </a:moveTo>
                <a:lnTo>
                  <a:pt x="2106397" y="707435"/>
                </a:lnTo>
                <a:moveTo>
                  <a:pt x="1547428" y="636431"/>
                </a:moveTo>
                <a:lnTo>
                  <a:pt x="1569384" y="830542"/>
                </a:lnTo>
                <a:moveTo>
                  <a:pt x="714906" y="817762"/>
                </a:moveTo>
                <a:lnTo>
                  <a:pt x="688252" y="885176"/>
                </a:lnTo>
                <a:moveTo>
                  <a:pt x="864477" y="841408"/>
                </a:moveTo>
                <a:lnTo>
                  <a:pt x="728421" y="852003"/>
                </a:lnTo>
                <a:moveTo>
                  <a:pt x="2061822" y="861594"/>
                </a:moveTo>
                <a:lnTo>
                  <a:pt x="1925505" y="725918"/>
                </a:lnTo>
                <a:moveTo>
                  <a:pt x="1405387" y="138764"/>
                </a:moveTo>
                <a:lnTo>
                  <a:pt x="1405415" y="139640"/>
                </a:lnTo>
                <a:moveTo>
                  <a:pt x="1948147" y="879319"/>
                </a:moveTo>
                <a:lnTo>
                  <a:pt x="1999404" y="1077045"/>
                </a:lnTo>
                <a:moveTo>
                  <a:pt x="614377" y="768333"/>
                </a:moveTo>
                <a:lnTo>
                  <a:pt x="688252" y="885176"/>
                </a:lnTo>
                <a:moveTo>
                  <a:pt x="439518" y="608816"/>
                </a:moveTo>
                <a:lnTo>
                  <a:pt x="305876" y="765252"/>
                </a:lnTo>
                <a:moveTo>
                  <a:pt x="637770" y="577291"/>
                </a:moveTo>
                <a:lnTo>
                  <a:pt x="578886" y="592487"/>
                </a:lnTo>
                <a:moveTo>
                  <a:pt x="565847" y="866084"/>
                </a:moveTo>
                <a:lnTo>
                  <a:pt x="438125" y="827257"/>
                </a:lnTo>
                <a:moveTo>
                  <a:pt x="1810404" y="336337"/>
                </a:moveTo>
                <a:lnTo>
                  <a:pt x="1731723" y="373088"/>
                </a:lnTo>
                <a:moveTo>
                  <a:pt x="870226" y="847490"/>
                </a:moveTo>
                <a:lnTo>
                  <a:pt x="728421" y="852003"/>
                </a:lnTo>
                <a:moveTo>
                  <a:pt x="2213838" y="817419"/>
                </a:moveTo>
                <a:lnTo>
                  <a:pt x="2061822" y="861594"/>
                </a:lnTo>
                <a:moveTo>
                  <a:pt x="1925505" y="725918"/>
                </a:moveTo>
                <a:lnTo>
                  <a:pt x="1919318" y="861083"/>
                </a:lnTo>
                <a:moveTo>
                  <a:pt x="331524" y="588956"/>
                </a:moveTo>
                <a:lnTo>
                  <a:pt x="439518" y="608816"/>
                </a:lnTo>
                <a:moveTo>
                  <a:pt x="1798477" y="867610"/>
                </a:moveTo>
                <a:lnTo>
                  <a:pt x="1732879" y="882202"/>
                </a:lnTo>
                <a:moveTo>
                  <a:pt x="2061822" y="861594"/>
                </a:moveTo>
                <a:lnTo>
                  <a:pt x="1919318" y="861083"/>
                </a:lnTo>
                <a:moveTo>
                  <a:pt x="938033" y="543421"/>
                </a:moveTo>
                <a:lnTo>
                  <a:pt x="881732" y="612329"/>
                </a:lnTo>
                <a:moveTo>
                  <a:pt x="2219656" y="827492"/>
                </a:moveTo>
                <a:lnTo>
                  <a:pt x="2213838" y="817419"/>
                </a:lnTo>
                <a:moveTo>
                  <a:pt x="2061822" y="861594"/>
                </a:moveTo>
                <a:lnTo>
                  <a:pt x="1948147" y="879319"/>
                </a:lnTo>
                <a:moveTo>
                  <a:pt x="637770" y="577291"/>
                </a:moveTo>
                <a:lnTo>
                  <a:pt x="503001" y="598162"/>
                </a:lnTo>
                <a:moveTo>
                  <a:pt x="1241622" y="244030"/>
                </a:moveTo>
                <a:lnTo>
                  <a:pt x="1292319" y="316831"/>
                </a:lnTo>
                <a:moveTo>
                  <a:pt x="2143462" y="280115"/>
                </a:moveTo>
                <a:lnTo>
                  <a:pt x="2263344" y="440718"/>
                </a:lnTo>
                <a:moveTo>
                  <a:pt x="1919318" y="861083"/>
                </a:moveTo>
                <a:lnTo>
                  <a:pt x="1948147" y="879319"/>
                </a:lnTo>
                <a:moveTo>
                  <a:pt x="1868881" y="275506"/>
                </a:moveTo>
                <a:lnTo>
                  <a:pt x="1810404" y="336337"/>
                </a:lnTo>
                <a:moveTo>
                  <a:pt x="1275978" y="138778"/>
                </a:moveTo>
                <a:lnTo>
                  <a:pt x="1241622" y="244030"/>
                </a:lnTo>
                <a:moveTo>
                  <a:pt x="1049730" y="522773"/>
                </a:moveTo>
                <a:lnTo>
                  <a:pt x="938033" y="543421"/>
                </a:lnTo>
                <a:moveTo>
                  <a:pt x="1732879" y="882202"/>
                </a:moveTo>
                <a:lnTo>
                  <a:pt x="1655981" y="889353"/>
                </a:lnTo>
                <a:moveTo>
                  <a:pt x="2109893" y="577457"/>
                </a:moveTo>
                <a:lnTo>
                  <a:pt x="2087972" y="669608"/>
                </a:lnTo>
                <a:moveTo>
                  <a:pt x="451725" y="599869"/>
                </a:moveTo>
                <a:lnTo>
                  <a:pt x="331524" y="588956"/>
                </a:lnTo>
                <a:moveTo>
                  <a:pt x="1405415" y="139640"/>
                </a:moveTo>
                <a:lnTo>
                  <a:pt x="1275978" y="138778"/>
                </a:lnTo>
                <a:moveTo>
                  <a:pt x="805903" y="488235"/>
                </a:moveTo>
                <a:lnTo>
                  <a:pt x="881732" y="612329"/>
                </a:lnTo>
                <a:moveTo>
                  <a:pt x="1348006" y="420431"/>
                </a:moveTo>
                <a:lnTo>
                  <a:pt x="1287150" y="410865"/>
                </a:lnTo>
                <a:moveTo>
                  <a:pt x="1405387" y="138764"/>
                </a:moveTo>
                <a:lnTo>
                  <a:pt x="1280923" y="112030"/>
                </a:lnTo>
                <a:moveTo>
                  <a:pt x="1280923" y="112030"/>
                </a:moveTo>
                <a:lnTo>
                  <a:pt x="1405415" y="139640"/>
                </a:lnTo>
                <a:moveTo>
                  <a:pt x="2218307" y="962358"/>
                </a:moveTo>
                <a:lnTo>
                  <a:pt x="2061822" y="861594"/>
                </a:lnTo>
                <a:moveTo>
                  <a:pt x="614377" y="768333"/>
                </a:moveTo>
                <a:lnTo>
                  <a:pt x="565847" y="866084"/>
                </a:lnTo>
                <a:moveTo>
                  <a:pt x="1886924" y="1296582"/>
                </a:moveTo>
                <a:lnTo>
                  <a:pt x="1854211" y="1289488"/>
                </a:lnTo>
                <a:moveTo>
                  <a:pt x="2213838" y="817419"/>
                </a:moveTo>
                <a:lnTo>
                  <a:pt x="2218307" y="962358"/>
                </a:lnTo>
                <a:moveTo>
                  <a:pt x="1049730" y="522773"/>
                </a:moveTo>
                <a:lnTo>
                  <a:pt x="1097487" y="516271"/>
                </a:lnTo>
                <a:moveTo>
                  <a:pt x="2155298" y="468110"/>
                </a:moveTo>
                <a:lnTo>
                  <a:pt x="2144479" y="520729"/>
                </a:lnTo>
                <a:moveTo>
                  <a:pt x="637770" y="577291"/>
                </a:moveTo>
                <a:lnTo>
                  <a:pt x="451725" y="599869"/>
                </a:lnTo>
                <a:moveTo>
                  <a:pt x="753460" y="571460"/>
                </a:moveTo>
                <a:lnTo>
                  <a:pt x="637770" y="577291"/>
                </a:lnTo>
                <a:moveTo>
                  <a:pt x="438125" y="827257"/>
                </a:moveTo>
                <a:lnTo>
                  <a:pt x="305876" y="765252"/>
                </a:lnTo>
                <a:moveTo>
                  <a:pt x="2219656" y="827492"/>
                </a:moveTo>
                <a:lnTo>
                  <a:pt x="2342361" y="930003"/>
                </a:lnTo>
                <a:moveTo>
                  <a:pt x="2110892" y="303304"/>
                </a:moveTo>
                <a:lnTo>
                  <a:pt x="2033338" y="245824"/>
                </a:lnTo>
                <a:moveTo>
                  <a:pt x="438125" y="827257"/>
                </a:moveTo>
                <a:lnTo>
                  <a:pt x="304468" y="764393"/>
                </a:lnTo>
                <a:moveTo>
                  <a:pt x="2219656" y="827492"/>
                </a:moveTo>
                <a:lnTo>
                  <a:pt x="2218307" y="962358"/>
                </a:lnTo>
                <a:moveTo>
                  <a:pt x="1936531" y="1260693"/>
                </a:moveTo>
                <a:lnTo>
                  <a:pt x="1886924" y="1296582"/>
                </a:lnTo>
                <a:moveTo>
                  <a:pt x="1886924" y="1296582"/>
                </a:moveTo>
                <a:lnTo>
                  <a:pt x="1705326" y="1322290"/>
                </a:lnTo>
                <a:moveTo>
                  <a:pt x="1981078" y="256712"/>
                </a:moveTo>
                <a:lnTo>
                  <a:pt x="1868881" y="275506"/>
                </a:lnTo>
                <a:moveTo>
                  <a:pt x="1522268" y="693080"/>
                </a:moveTo>
                <a:lnTo>
                  <a:pt x="1569384" y="830542"/>
                </a:lnTo>
                <a:moveTo>
                  <a:pt x="1529389" y="296678"/>
                </a:moveTo>
                <a:lnTo>
                  <a:pt x="1426216" y="250357"/>
                </a:lnTo>
                <a:moveTo>
                  <a:pt x="1497615" y="498400"/>
                </a:moveTo>
                <a:lnTo>
                  <a:pt x="1543061" y="566458"/>
                </a:lnTo>
                <a:moveTo>
                  <a:pt x="1049730" y="522773"/>
                </a:moveTo>
                <a:lnTo>
                  <a:pt x="949126" y="548165"/>
                </a:lnTo>
                <a:moveTo>
                  <a:pt x="1093923" y="387032"/>
                </a:moveTo>
                <a:lnTo>
                  <a:pt x="1101517" y="362573"/>
                </a:lnTo>
                <a:moveTo>
                  <a:pt x="2016492" y="984481"/>
                </a:moveTo>
                <a:lnTo>
                  <a:pt x="1999404" y="1077045"/>
                </a:lnTo>
                <a:moveTo>
                  <a:pt x="1731723" y="373088"/>
                </a:moveTo>
                <a:lnTo>
                  <a:pt x="1751277" y="566903"/>
                </a:lnTo>
                <a:moveTo>
                  <a:pt x="1426216" y="250357"/>
                </a:moveTo>
                <a:lnTo>
                  <a:pt x="1241622" y="244030"/>
                </a:lnTo>
                <a:moveTo>
                  <a:pt x="714906" y="817762"/>
                </a:moveTo>
                <a:lnTo>
                  <a:pt x="728421" y="852003"/>
                </a:lnTo>
                <a:moveTo>
                  <a:pt x="2221974" y="723751"/>
                </a:moveTo>
                <a:lnTo>
                  <a:pt x="2106397" y="707435"/>
                </a:lnTo>
                <a:moveTo>
                  <a:pt x="1529389" y="296678"/>
                </a:moveTo>
                <a:lnTo>
                  <a:pt x="1562859" y="385467"/>
                </a:lnTo>
                <a:moveTo>
                  <a:pt x="1569384" y="830542"/>
                </a:moveTo>
                <a:lnTo>
                  <a:pt x="1519783" y="753472"/>
                </a:lnTo>
                <a:moveTo>
                  <a:pt x="305876" y="765252"/>
                </a:moveTo>
                <a:lnTo>
                  <a:pt x="304468" y="764393"/>
                </a:lnTo>
                <a:moveTo>
                  <a:pt x="1405415" y="139640"/>
                </a:moveTo>
                <a:lnTo>
                  <a:pt x="1426216" y="250357"/>
                </a:lnTo>
                <a:moveTo>
                  <a:pt x="1134333" y="488748"/>
                </a:moveTo>
                <a:lnTo>
                  <a:pt x="1049730" y="522773"/>
                </a:lnTo>
                <a:moveTo>
                  <a:pt x="805903" y="488235"/>
                </a:moveTo>
                <a:lnTo>
                  <a:pt x="753460" y="571460"/>
                </a:lnTo>
                <a:moveTo>
                  <a:pt x="1834136" y="673854"/>
                </a:moveTo>
                <a:lnTo>
                  <a:pt x="1925505" y="725918"/>
                </a:lnTo>
                <a:moveTo>
                  <a:pt x="1919318" y="861083"/>
                </a:moveTo>
                <a:lnTo>
                  <a:pt x="1854708" y="867795"/>
                </a:lnTo>
                <a:moveTo>
                  <a:pt x="1241622" y="244030"/>
                </a:moveTo>
                <a:lnTo>
                  <a:pt x="1130501" y="266817"/>
                </a:lnTo>
                <a:moveTo>
                  <a:pt x="1609993" y="861324"/>
                </a:moveTo>
                <a:lnTo>
                  <a:pt x="1519783" y="753472"/>
                </a:lnTo>
                <a:moveTo>
                  <a:pt x="1547428" y="636431"/>
                </a:moveTo>
                <a:lnTo>
                  <a:pt x="1522268" y="693080"/>
                </a:lnTo>
                <a:moveTo>
                  <a:pt x="331524" y="588956"/>
                </a:moveTo>
                <a:lnTo>
                  <a:pt x="305876" y="765252"/>
                </a:lnTo>
                <a:moveTo>
                  <a:pt x="1280923" y="112030"/>
                </a:moveTo>
                <a:lnTo>
                  <a:pt x="1275978" y="138778"/>
                </a:lnTo>
                <a:moveTo>
                  <a:pt x="331524" y="588956"/>
                </a:moveTo>
                <a:lnTo>
                  <a:pt x="304468" y="764393"/>
                </a:lnTo>
                <a:moveTo>
                  <a:pt x="614377" y="768333"/>
                </a:moveTo>
                <a:lnTo>
                  <a:pt x="438125" y="827257"/>
                </a:lnTo>
                <a:moveTo>
                  <a:pt x="1999404" y="1077045"/>
                </a:moveTo>
                <a:lnTo>
                  <a:pt x="1941884" y="1166682"/>
                </a:lnTo>
                <a:moveTo>
                  <a:pt x="2033338" y="245824"/>
                </a:moveTo>
                <a:lnTo>
                  <a:pt x="1981078" y="256712"/>
                </a:lnTo>
                <a:moveTo>
                  <a:pt x="1348006" y="420431"/>
                </a:moveTo>
                <a:lnTo>
                  <a:pt x="1351733" y="495359"/>
                </a:lnTo>
                <a:moveTo>
                  <a:pt x="1655981" y="889353"/>
                </a:moveTo>
                <a:lnTo>
                  <a:pt x="1609993" y="861324"/>
                </a:lnTo>
                <a:moveTo>
                  <a:pt x="2126006" y="637258"/>
                </a:moveTo>
                <a:lnTo>
                  <a:pt x="2087972" y="669608"/>
                </a:lnTo>
                <a:moveTo>
                  <a:pt x="2342361" y="930003"/>
                </a:moveTo>
                <a:lnTo>
                  <a:pt x="2218307" y="962358"/>
                </a:lnTo>
                <a:moveTo>
                  <a:pt x="2073561" y="608714"/>
                </a:moveTo>
                <a:lnTo>
                  <a:pt x="2087972" y="669608"/>
                </a:lnTo>
                <a:moveTo>
                  <a:pt x="2061822" y="861594"/>
                </a:moveTo>
                <a:lnTo>
                  <a:pt x="2090054" y="959447"/>
                </a:lnTo>
                <a:moveTo>
                  <a:pt x="1919318" y="861083"/>
                </a:moveTo>
                <a:lnTo>
                  <a:pt x="1798477" y="867610"/>
                </a:lnTo>
                <a:moveTo>
                  <a:pt x="1547428" y="636431"/>
                </a:moveTo>
                <a:lnTo>
                  <a:pt x="1543061" y="566458"/>
                </a:lnTo>
                <a:moveTo>
                  <a:pt x="1981078" y="256712"/>
                </a:moveTo>
                <a:lnTo>
                  <a:pt x="1884822" y="277988"/>
                </a:lnTo>
                <a:moveTo>
                  <a:pt x="512128" y="546185"/>
                </a:moveTo>
                <a:lnTo>
                  <a:pt x="451725" y="599869"/>
                </a:lnTo>
                <a:moveTo>
                  <a:pt x="1834136" y="673854"/>
                </a:moveTo>
                <a:lnTo>
                  <a:pt x="1919318" y="861083"/>
                </a:lnTo>
                <a:moveTo>
                  <a:pt x="1130501" y="266817"/>
                </a:moveTo>
                <a:lnTo>
                  <a:pt x="1093923" y="387032"/>
                </a:lnTo>
                <a:moveTo>
                  <a:pt x="1948147" y="879319"/>
                </a:moveTo>
                <a:lnTo>
                  <a:pt x="2016492" y="984481"/>
                </a:lnTo>
                <a:moveTo>
                  <a:pt x="1823775" y="663827"/>
                </a:moveTo>
                <a:lnTo>
                  <a:pt x="1751277" y="566903"/>
                </a:lnTo>
                <a:moveTo>
                  <a:pt x="1941884" y="1166682"/>
                </a:moveTo>
                <a:lnTo>
                  <a:pt x="1936531" y="1260693"/>
                </a:lnTo>
                <a:moveTo>
                  <a:pt x="1269973" y="122672"/>
                </a:moveTo>
                <a:lnTo>
                  <a:pt x="1275978" y="138778"/>
                </a:lnTo>
                <a:moveTo>
                  <a:pt x="1280923" y="112030"/>
                </a:moveTo>
                <a:lnTo>
                  <a:pt x="1269973" y="122672"/>
                </a:lnTo>
                <a:moveTo>
                  <a:pt x="1288270" y="117502"/>
                </a:moveTo>
                <a:lnTo>
                  <a:pt x="1280923" y="112030"/>
                </a:lnTo>
                <a:moveTo>
                  <a:pt x="2090054" y="959447"/>
                </a:moveTo>
                <a:lnTo>
                  <a:pt x="1948147" y="879319"/>
                </a:lnTo>
                <a:moveTo>
                  <a:pt x="2263344" y="440718"/>
                </a:moveTo>
                <a:lnTo>
                  <a:pt x="2155298" y="468110"/>
                </a:lnTo>
                <a:moveTo>
                  <a:pt x="1426216" y="250357"/>
                </a:moveTo>
                <a:lnTo>
                  <a:pt x="1292319" y="316831"/>
                </a:lnTo>
                <a:moveTo>
                  <a:pt x="2109893" y="577457"/>
                </a:moveTo>
                <a:lnTo>
                  <a:pt x="2073561" y="608714"/>
                </a:lnTo>
                <a:moveTo>
                  <a:pt x="1426216" y="250357"/>
                </a:moveTo>
                <a:lnTo>
                  <a:pt x="1275978" y="138778"/>
                </a:lnTo>
                <a:moveTo>
                  <a:pt x="1093923" y="387032"/>
                </a:moveTo>
                <a:lnTo>
                  <a:pt x="1134333" y="488748"/>
                </a:lnTo>
                <a:moveTo>
                  <a:pt x="1868881" y="275506"/>
                </a:moveTo>
                <a:lnTo>
                  <a:pt x="1731723" y="373088"/>
                </a:lnTo>
                <a:moveTo>
                  <a:pt x="2221974" y="723751"/>
                </a:moveTo>
                <a:lnTo>
                  <a:pt x="2213838" y="817419"/>
                </a:lnTo>
                <a:moveTo>
                  <a:pt x="1348006" y="420431"/>
                </a:moveTo>
                <a:lnTo>
                  <a:pt x="1365557" y="502076"/>
                </a:lnTo>
                <a:moveTo>
                  <a:pt x="2221974" y="723751"/>
                </a:moveTo>
                <a:lnTo>
                  <a:pt x="2087972" y="669608"/>
                </a:lnTo>
                <a:moveTo>
                  <a:pt x="714906" y="817762"/>
                </a:moveTo>
                <a:lnTo>
                  <a:pt x="614377" y="768333"/>
                </a:lnTo>
                <a:moveTo>
                  <a:pt x="2143462" y="280115"/>
                </a:moveTo>
                <a:lnTo>
                  <a:pt x="2033338" y="245824"/>
                </a:lnTo>
                <a:moveTo>
                  <a:pt x="1275978" y="138778"/>
                </a:moveTo>
                <a:lnTo>
                  <a:pt x="1130501" y="266817"/>
                </a:lnTo>
                <a:moveTo>
                  <a:pt x="1497615" y="498400"/>
                </a:moveTo>
                <a:lnTo>
                  <a:pt x="1425377" y="545254"/>
                </a:lnTo>
                <a:moveTo>
                  <a:pt x="1288270" y="117502"/>
                </a:moveTo>
                <a:lnTo>
                  <a:pt x="1269973" y="122672"/>
                </a:lnTo>
                <a:moveTo>
                  <a:pt x="1130501" y="266817"/>
                </a:moveTo>
                <a:lnTo>
                  <a:pt x="1101517" y="362573"/>
                </a:lnTo>
                <a:moveTo>
                  <a:pt x="2155298" y="468110"/>
                </a:moveTo>
                <a:lnTo>
                  <a:pt x="2109893" y="577457"/>
                </a:lnTo>
                <a:moveTo>
                  <a:pt x="2263344" y="440718"/>
                </a:moveTo>
                <a:lnTo>
                  <a:pt x="2179969" y="363646"/>
                </a:lnTo>
                <a:moveTo>
                  <a:pt x="2218307" y="962358"/>
                </a:moveTo>
                <a:lnTo>
                  <a:pt x="2090054" y="959447"/>
                </a:lnTo>
                <a:moveTo>
                  <a:pt x="1854708" y="867795"/>
                </a:moveTo>
                <a:lnTo>
                  <a:pt x="1798477" y="867610"/>
                </a:lnTo>
                <a:moveTo>
                  <a:pt x="386825" y="516337"/>
                </a:moveTo>
                <a:lnTo>
                  <a:pt x="451725" y="599869"/>
                </a:lnTo>
                <a:moveTo>
                  <a:pt x="1773184" y="1309651"/>
                </a:moveTo>
                <a:lnTo>
                  <a:pt x="1705326" y="1322290"/>
                </a:lnTo>
                <a:moveTo>
                  <a:pt x="687916" y="485542"/>
                </a:moveTo>
                <a:lnTo>
                  <a:pt x="753460" y="571460"/>
                </a:lnTo>
                <a:moveTo>
                  <a:pt x="1834136" y="673854"/>
                </a:moveTo>
                <a:lnTo>
                  <a:pt x="1854708" y="867795"/>
                </a:lnTo>
                <a:moveTo>
                  <a:pt x="938033" y="543421"/>
                </a:moveTo>
                <a:lnTo>
                  <a:pt x="805903" y="488235"/>
                </a:lnTo>
                <a:moveTo>
                  <a:pt x="949126" y="548165"/>
                </a:moveTo>
                <a:lnTo>
                  <a:pt x="938033" y="543421"/>
                </a:lnTo>
                <a:moveTo>
                  <a:pt x="1292319" y="316831"/>
                </a:moveTo>
                <a:lnTo>
                  <a:pt x="1348006" y="420431"/>
                </a:lnTo>
                <a:moveTo>
                  <a:pt x="2143462" y="280115"/>
                </a:moveTo>
                <a:lnTo>
                  <a:pt x="2179969" y="363646"/>
                </a:lnTo>
                <a:moveTo>
                  <a:pt x="1724569" y="452971"/>
                </a:moveTo>
                <a:lnTo>
                  <a:pt x="1751277" y="566903"/>
                </a:lnTo>
                <a:moveTo>
                  <a:pt x="1854708" y="867795"/>
                </a:moveTo>
                <a:lnTo>
                  <a:pt x="1805350" y="873307"/>
                </a:lnTo>
                <a:moveTo>
                  <a:pt x="1830583" y="290610"/>
                </a:moveTo>
                <a:lnTo>
                  <a:pt x="1731723" y="373088"/>
                </a:lnTo>
                <a:moveTo>
                  <a:pt x="1562859" y="385467"/>
                </a:moveTo>
                <a:lnTo>
                  <a:pt x="1426216" y="250357"/>
                </a:lnTo>
                <a:moveTo>
                  <a:pt x="493633" y="808591"/>
                </a:moveTo>
                <a:lnTo>
                  <a:pt x="438125" y="827257"/>
                </a:lnTo>
                <a:moveTo>
                  <a:pt x="1365557" y="502076"/>
                </a:moveTo>
                <a:lnTo>
                  <a:pt x="1425377" y="545254"/>
                </a:lnTo>
                <a:moveTo>
                  <a:pt x="1830633" y="689278"/>
                </a:moveTo>
                <a:lnTo>
                  <a:pt x="1854708" y="867795"/>
                </a:lnTo>
                <a:moveTo>
                  <a:pt x="1123100" y="295960"/>
                </a:moveTo>
                <a:lnTo>
                  <a:pt x="1101517" y="362573"/>
                </a:lnTo>
                <a:moveTo>
                  <a:pt x="1834136" y="673854"/>
                </a:moveTo>
                <a:lnTo>
                  <a:pt x="1823775" y="663827"/>
                </a:lnTo>
                <a:moveTo>
                  <a:pt x="1725862" y="474950"/>
                </a:moveTo>
                <a:lnTo>
                  <a:pt x="1751277" y="566903"/>
                </a:lnTo>
                <a:moveTo>
                  <a:pt x="2278445" y="858264"/>
                </a:moveTo>
                <a:lnTo>
                  <a:pt x="2219656" y="827492"/>
                </a:lnTo>
                <a:moveTo>
                  <a:pt x="1657965" y="363990"/>
                </a:moveTo>
                <a:lnTo>
                  <a:pt x="1562859" y="385467"/>
                </a:lnTo>
                <a:moveTo>
                  <a:pt x="1097487" y="516271"/>
                </a:moveTo>
                <a:lnTo>
                  <a:pt x="949126" y="548165"/>
                </a:lnTo>
                <a:moveTo>
                  <a:pt x="2126006" y="637258"/>
                </a:moveTo>
                <a:lnTo>
                  <a:pt x="2073561" y="608714"/>
                </a:lnTo>
                <a:moveTo>
                  <a:pt x="1522268" y="693080"/>
                </a:moveTo>
                <a:lnTo>
                  <a:pt x="1519783" y="753472"/>
                </a:lnTo>
                <a:moveTo>
                  <a:pt x="1543061" y="566458"/>
                </a:moveTo>
                <a:lnTo>
                  <a:pt x="1522268" y="693080"/>
                </a:lnTo>
                <a:moveTo>
                  <a:pt x="1941884" y="1166682"/>
                </a:moveTo>
                <a:lnTo>
                  <a:pt x="1886924" y="1296582"/>
                </a:lnTo>
                <a:moveTo>
                  <a:pt x="637770" y="577291"/>
                </a:moveTo>
                <a:lnTo>
                  <a:pt x="512128" y="546185"/>
                </a:lnTo>
                <a:moveTo>
                  <a:pt x="1805350" y="873307"/>
                </a:moveTo>
                <a:lnTo>
                  <a:pt x="1798477" y="867610"/>
                </a:lnTo>
                <a:moveTo>
                  <a:pt x="1534222" y="1114341"/>
                </a:moveTo>
                <a:lnTo>
                  <a:pt x="1478873" y="1087749"/>
                </a:lnTo>
                <a:moveTo>
                  <a:pt x="493633" y="808591"/>
                </a:moveTo>
                <a:lnTo>
                  <a:pt x="304468" y="764393"/>
                </a:lnTo>
                <a:moveTo>
                  <a:pt x="2090054" y="959447"/>
                </a:moveTo>
                <a:lnTo>
                  <a:pt x="2016492" y="984481"/>
                </a:lnTo>
                <a:moveTo>
                  <a:pt x="1819305" y="831557"/>
                </a:moveTo>
                <a:lnTo>
                  <a:pt x="1854708" y="867795"/>
                </a:lnTo>
                <a:moveTo>
                  <a:pt x="1731723" y="373088"/>
                </a:moveTo>
                <a:lnTo>
                  <a:pt x="1724569" y="452971"/>
                </a:lnTo>
                <a:moveTo>
                  <a:pt x="1134333" y="488748"/>
                </a:moveTo>
                <a:lnTo>
                  <a:pt x="1097487" y="516271"/>
                </a:lnTo>
                <a:moveTo>
                  <a:pt x="1798477" y="867610"/>
                </a:moveTo>
                <a:lnTo>
                  <a:pt x="1655981" y="889353"/>
                </a:lnTo>
                <a:moveTo>
                  <a:pt x="1884822" y="277988"/>
                </a:moveTo>
                <a:lnTo>
                  <a:pt x="1868881" y="275506"/>
                </a:lnTo>
                <a:moveTo>
                  <a:pt x="1868881" y="275506"/>
                </a:moveTo>
                <a:lnTo>
                  <a:pt x="1830583" y="290610"/>
                </a:lnTo>
                <a:moveTo>
                  <a:pt x="1834136" y="673854"/>
                </a:moveTo>
                <a:lnTo>
                  <a:pt x="1830633" y="689278"/>
                </a:lnTo>
                <a:moveTo>
                  <a:pt x="1148354" y="333076"/>
                </a:moveTo>
                <a:lnTo>
                  <a:pt x="1101517" y="362573"/>
                </a:lnTo>
                <a:moveTo>
                  <a:pt x="1426216" y="250357"/>
                </a:moveTo>
                <a:lnTo>
                  <a:pt x="1348006" y="420431"/>
                </a:lnTo>
                <a:moveTo>
                  <a:pt x="1302939" y="223469"/>
                </a:moveTo>
                <a:lnTo>
                  <a:pt x="1275978" y="138778"/>
                </a:lnTo>
                <a:moveTo>
                  <a:pt x="1655981" y="889353"/>
                </a:moveTo>
                <a:lnTo>
                  <a:pt x="1519783" y="753472"/>
                </a:lnTo>
                <a:moveTo>
                  <a:pt x="2016492" y="984481"/>
                </a:moveTo>
                <a:lnTo>
                  <a:pt x="1941884" y="1166682"/>
                </a:lnTo>
                <a:moveTo>
                  <a:pt x="2281222" y="827790"/>
                </a:moveTo>
                <a:lnTo>
                  <a:pt x="2213838" y="817419"/>
                </a:lnTo>
                <a:moveTo>
                  <a:pt x="1404388" y="524117"/>
                </a:moveTo>
                <a:lnTo>
                  <a:pt x="1365557" y="502076"/>
                </a:lnTo>
                <a:moveTo>
                  <a:pt x="1443079" y="278654"/>
                </a:moveTo>
                <a:lnTo>
                  <a:pt x="1426216" y="250357"/>
                </a:lnTo>
                <a:moveTo>
                  <a:pt x="1522268" y="693080"/>
                </a:moveTo>
                <a:lnTo>
                  <a:pt x="1395051" y="656128"/>
                </a:lnTo>
                <a:moveTo>
                  <a:pt x="2278445" y="858264"/>
                </a:moveTo>
                <a:lnTo>
                  <a:pt x="2342361" y="930003"/>
                </a:lnTo>
                <a:moveTo>
                  <a:pt x="2342361" y="930003"/>
                </a:moveTo>
                <a:lnTo>
                  <a:pt x="2262636" y="987005"/>
                </a:lnTo>
                <a:moveTo>
                  <a:pt x="2126006" y="637258"/>
                </a:moveTo>
                <a:lnTo>
                  <a:pt x="2221974" y="723751"/>
                </a:lnTo>
                <a:moveTo>
                  <a:pt x="2262636" y="987005"/>
                </a:moveTo>
                <a:lnTo>
                  <a:pt x="2218307" y="962358"/>
                </a:lnTo>
                <a:moveTo>
                  <a:pt x="2281222" y="827790"/>
                </a:moveTo>
                <a:lnTo>
                  <a:pt x="2219656" y="827492"/>
                </a:lnTo>
                <a:moveTo>
                  <a:pt x="2037719" y="466929"/>
                </a:moveTo>
                <a:lnTo>
                  <a:pt x="2109893" y="577457"/>
                </a:lnTo>
                <a:moveTo>
                  <a:pt x="1130501" y="266817"/>
                </a:moveTo>
                <a:lnTo>
                  <a:pt x="1123100" y="295960"/>
                </a:lnTo>
                <a:moveTo>
                  <a:pt x="386825" y="516337"/>
                </a:moveTo>
                <a:lnTo>
                  <a:pt x="331524" y="588956"/>
                </a:lnTo>
                <a:moveTo>
                  <a:pt x="1196987" y="401805"/>
                </a:moveTo>
                <a:lnTo>
                  <a:pt x="1093923" y="387032"/>
                </a:lnTo>
                <a:moveTo>
                  <a:pt x="614377" y="768333"/>
                </a:moveTo>
                <a:lnTo>
                  <a:pt x="493633" y="808591"/>
                </a:lnTo>
                <a:moveTo>
                  <a:pt x="1395051" y="656128"/>
                </a:moveTo>
                <a:lnTo>
                  <a:pt x="1519783" y="753472"/>
                </a:lnTo>
                <a:moveTo>
                  <a:pt x="1543061" y="566458"/>
                </a:moveTo>
                <a:lnTo>
                  <a:pt x="1395051" y="656128"/>
                </a:lnTo>
                <a:moveTo>
                  <a:pt x="1886924" y="1296582"/>
                </a:moveTo>
                <a:lnTo>
                  <a:pt x="1773184" y="1309651"/>
                </a:lnTo>
                <a:moveTo>
                  <a:pt x="1731723" y="373088"/>
                </a:moveTo>
                <a:lnTo>
                  <a:pt x="1738240" y="453524"/>
                </a:lnTo>
                <a:moveTo>
                  <a:pt x="1269973" y="122672"/>
                </a:moveTo>
                <a:lnTo>
                  <a:pt x="1302939" y="223469"/>
                </a:lnTo>
                <a:moveTo>
                  <a:pt x="614377" y="768333"/>
                </a:moveTo>
                <a:lnTo>
                  <a:pt x="529430" y="794885"/>
                </a:lnTo>
                <a:moveTo>
                  <a:pt x="2033338" y="245824"/>
                </a:moveTo>
                <a:lnTo>
                  <a:pt x="1884822" y="277988"/>
                </a:lnTo>
                <a:moveTo>
                  <a:pt x="1819305" y="831557"/>
                </a:moveTo>
                <a:lnTo>
                  <a:pt x="1805350" y="873307"/>
                </a:lnTo>
                <a:moveTo>
                  <a:pt x="1130501" y="266817"/>
                </a:moveTo>
                <a:lnTo>
                  <a:pt x="1149425" y="279648"/>
                </a:lnTo>
                <a:moveTo>
                  <a:pt x="2143462" y="280115"/>
                </a:moveTo>
                <a:lnTo>
                  <a:pt x="2061293" y="344158"/>
                </a:lnTo>
                <a:moveTo>
                  <a:pt x="1317250" y="214063"/>
                </a:moveTo>
                <a:lnTo>
                  <a:pt x="1269973" y="122672"/>
                </a:lnTo>
                <a:moveTo>
                  <a:pt x="1288270" y="117502"/>
                </a:moveTo>
                <a:lnTo>
                  <a:pt x="1317250" y="214063"/>
                </a:lnTo>
                <a:moveTo>
                  <a:pt x="687916" y="485542"/>
                </a:moveTo>
                <a:lnTo>
                  <a:pt x="637770" y="577291"/>
                </a:lnTo>
                <a:moveTo>
                  <a:pt x="1830633" y="689278"/>
                </a:moveTo>
                <a:lnTo>
                  <a:pt x="1819305" y="831557"/>
                </a:lnTo>
                <a:moveTo>
                  <a:pt x="238307" y="662247"/>
                </a:moveTo>
                <a:lnTo>
                  <a:pt x="304468" y="764393"/>
                </a:lnTo>
                <a:moveTo>
                  <a:pt x="1519783" y="753472"/>
                </a:moveTo>
                <a:lnTo>
                  <a:pt x="1388114" y="756475"/>
                </a:lnTo>
                <a:moveTo>
                  <a:pt x="1939228" y="1212840"/>
                </a:moveTo>
                <a:lnTo>
                  <a:pt x="1886924" y="1296582"/>
                </a:lnTo>
                <a:moveTo>
                  <a:pt x="1798477" y="867610"/>
                </a:moveTo>
                <a:lnTo>
                  <a:pt x="1656890" y="1034501"/>
                </a:lnTo>
                <a:moveTo>
                  <a:pt x="1823775" y="663827"/>
                </a:moveTo>
                <a:lnTo>
                  <a:pt x="1725862" y="474950"/>
                </a:lnTo>
                <a:moveTo>
                  <a:pt x="1884822" y="277988"/>
                </a:moveTo>
                <a:lnTo>
                  <a:pt x="1830583" y="290610"/>
                </a:lnTo>
                <a:moveTo>
                  <a:pt x="1515091" y="346368"/>
                </a:moveTo>
                <a:lnTo>
                  <a:pt x="1426216" y="250357"/>
                </a:lnTo>
                <a:moveTo>
                  <a:pt x="662514" y="741178"/>
                </a:moveTo>
                <a:lnTo>
                  <a:pt x="714906" y="817762"/>
                </a:lnTo>
                <a:moveTo>
                  <a:pt x="1313363" y="232427"/>
                </a:moveTo>
                <a:lnTo>
                  <a:pt x="1426216" y="250357"/>
                </a:lnTo>
                <a:moveTo>
                  <a:pt x="1655339" y="1034608"/>
                </a:moveTo>
                <a:lnTo>
                  <a:pt x="1534222" y="1114341"/>
                </a:lnTo>
                <a:moveTo>
                  <a:pt x="1196987" y="401805"/>
                </a:moveTo>
                <a:lnTo>
                  <a:pt x="1101517" y="362573"/>
                </a:lnTo>
                <a:moveTo>
                  <a:pt x="2179969" y="363646"/>
                </a:moveTo>
                <a:lnTo>
                  <a:pt x="2155298" y="468110"/>
                </a:lnTo>
                <a:moveTo>
                  <a:pt x="331524" y="588956"/>
                </a:moveTo>
                <a:lnTo>
                  <a:pt x="238307" y="662247"/>
                </a:lnTo>
                <a:moveTo>
                  <a:pt x="1302939" y="223469"/>
                </a:moveTo>
                <a:lnTo>
                  <a:pt x="1130501" y="266817"/>
                </a:lnTo>
                <a:moveTo>
                  <a:pt x="2126006" y="637258"/>
                </a:moveTo>
                <a:lnTo>
                  <a:pt x="2014262" y="572288"/>
                </a:lnTo>
                <a:moveTo>
                  <a:pt x="662514" y="741178"/>
                </a:moveTo>
                <a:lnTo>
                  <a:pt x="614377" y="768333"/>
                </a:lnTo>
                <a:moveTo>
                  <a:pt x="1730552" y="475176"/>
                </a:moveTo>
                <a:lnTo>
                  <a:pt x="1823775" y="663827"/>
                </a:lnTo>
                <a:moveTo>
                  <a:pt x="1515091" y="346368"/>
                </a:moveTo>
                <a:lnTo>
                  <a:pt x="1562859" y="385467"/>
                </a:lnTo>
                <a:moveTo>
                  <a:pt x="2073561" y="608714"/>
                </a:moveTo>
                <a:lnTo>
                  <a:pt x="2014262" y="572288"/>
                </a:lnTo>
                <a:moveTo>
                  <a:pt x="1655339" y="1034608"/>
                </a:moveTo>
                <a:lnTo>
                  <a:pt x="1478873" y="1087749"/>
                </a:lnTo>
                <a:moveTo>
                  <a:pt x="1926106" y="590527"/>
                </a:moveTo>
                <a:lnTo>
                  <a:pt x="1823775" y="663827"/>
                </a:lnTo>
                <a:moveTo>
                  <a:pt x="805903" y="488235"/>
                </a:moveTo>
                <a:lnTo>
                  <a:pt x="687916" y="485542"/>
                </a:lnTo>
                <a:moveTo>
                  <a:pt x="1805350" y="873307"/>
                </a:moveTo>
                <a:lnTo>
                  <a:pt x="1656890" y="1034501"/>
                </a:lnTo>
                <a:moveTo>
                  <a:pt x="1926106" y="590527"/>
                </a:moveTo>
                <a:lnTo>
                  <a:pt x="1834136" y="673854"/>
                </a:lnTo>
                <a:moveTo>
                  <a:pt x="858015" y="403778"/>
                </a:moveTo>
                <a:lnTo>
                  <a:pt x="938033" y="543421"/>
                </a:lnTo>
                <a:moveTo>
                  <a:pt x="1655981" y="889353"/>
                </a:moveTo>
                <a:lnTo>
                  <a:pt x="1656890" y="1034501"/>
                </a:lnTo>
                <a:moveTo>
                  <a:pt x="1872841" y="568066"/>
                </a:moveTo>
                <a:lnTo>
                  <a:pt x="1823775" y="663827"/>
                </a:lnTo>
                <a:moveTo>
                  <a:pt x="2262636" y="987005"/>
                </a:moveTo>
                <a:lnTo>
                  <a:pt x="2090054" y="959447"/>
                </a:lnTo>
                <a:moveTo>
                  <a:pt x="1543061" y="566458"/>
                </a:moveTo>
                <a:lnTo>
                  <a:pt x="1425377" y="545254"/>
                </a:lnTo>
                <a:moveTo>
                  <a:pt x="1395051" y="656128"/>
                </a:moveTo>
                <a:lnTo>
                  <a:pt x="1388114" y="756475"/>
                </a:lnTo>
                <a:moveTo>
                  <a:pt x="1149425" y="279648"/>
                </a:moveTo>
                <a:lnTo>
                  <a:pt x="1123100" y="295960"/>
                </a:lnTo>
                <a:moveTo>
                  <a:pt x="1657965" y="363990"/>
                </a:moveTo>
                <a:lnTo>
                  <a:pt x="1598314" y="419590"/>
                </a:lnTo>
                <a:moveTo>
                  <a:pt x="1233017" y="980458"/>
                </a:moveTo>
                <a:lnTo>
                  <a:pt x="1212734" y="970405"/>
                </a:lnTo>
                <a:moveTo>
                  <a:pt x="2037719" y="466929"/>
                </a:moveTo>
                <a:lnTo>
                  <a:pt x="2073561" y="608714"/>
                </a:lnTo>
                <a:moveTo>
                  <a:pt x="2072106" y="1270802"/>
                </a:moveTo>
                <a:lnTo>
                  <a:pt x="2061114" y="1302984"/>
                </a:lnTo>
                <a:moveTo>
                  <a:pt x="1598314" y="419590"/>
                </a:moveTo>
                <a:lnTo>
                  <a:pt x="1562859" y="385467"/>
                </a:lnTo>
                <a:moveTo>
                  <a:pt x="1148354" y="333076"/>
                </a:moveTo>
                <a:lnTo>
                  <a:pt x="1123100" y="295960"/>
                </a:lnTo>
                <a:moveTo>
                  <a:pt x="1826145" y="386794"/>
                </a:moveTo>
                <a:lnTo>
                  <a:pt x="1731723" y="373088"/>
                </a:lnTo>
                <a:moveTo>
                  <a:pt x="1097487" y="516271"/>
                </a:moveTo>
                <a:lnTo>
                  <a:pt x="1133678" y="600350"/>
                </a:lnTo>
                <a:moveTo>
                  <a:pt x="512128" y="546185"/>
                </a:moveTo>
                <a:lnTo>
                  <a:pt x="386825" y="516337"/>
                </a:lnTo>
                <a:moveTo>
                  <a:pt x="858015" y="403778"/>
                </a:moveTo>
                <a:lnTo>
                  <a:pt x="805903" y="488235"/>
                </a:lnTo>
                <a:moveTo>
                  <a:pt x="1313363" y="232427"/>
                </a:moveTo>
                <a:lnTo>
                  <a:pt x="1348006" y="420431"/>
                </a:lnTo>
                <a:moveTo>
                  <a:pt x="1941884" y="1166682"/>
                </a:moveTo>
                <a:lnTo>
                  <a:pt x="1939228" y="1212840"/>
                </a:lnTo>
                <a:moveTo>
                  <a:pt x="1528230" y="993071"/>
                </a:moveTo>
                <a:lnTo>
                  <a:pt x="1478873" y="1087749"/>
                </a:lnTo>
                <a:moveTo>
                  <a:pt x="1515091" y="346368"/>
                </a:moveTo>
                <a:lnTo>
                  <a:pt x="1443079" y="278654"/>
                </a:lnTo>
                <a:moveTo>
                  <a:pt x="1443079" y="278654"/>
                </a:moveTo>
                <a:lnTo>
                  <a:pt x="1313363" y="232427"/>
                </a:lnTo>
                <a:moveTo>
                  <a:pt x="1149425" y="279648"/>
                </a:moveTo>
                <a:lnTo>
                  <a:pt x="1148354" y="333076"/>
                </a:lnTo>
                <a:moveTo>
                  <a:pt x="1425377" y="545254"/>
                </a:moveTo>
                <a:lnTo>
                  <a:pt x="1395051" y="656128"/>
                </a:lnTo>
                <a:moveTo>
                  <a:pt x="2155298" y="468110"/>
                </a:moveTo>
                <a:lnTo>
                  <a:pt x="2037719" y="466929"/>
                </a:lnTo>
                <a:moveTo>
                  <a:pt x="897697" y="459562"/>
                </a:moveTo>
                <a:lnTo>
                  <a:pt x="938033" y="543421"/>
                </a:lnTo>
                <a:moveTo>
                  <a:pt x="1724569" y="452971"/>
                </a:moveTo>
                <a:lnTo>
                  <a:pt x="1725862" y="474950"/>
                </a:lnTo>
                <a:moveTo>
                  <a:pt x="270229" y="518804"/>
                </a:moveTo>
                <a:lnTo>
                  <a:pt x="331524" y="588956"/>
                </a:lnTo>
                <a:moveTo>
                  <a:pt x="329359" y="770209"/>
                </a:moveTo>
                <a:lnTo>
                  <a:pt x="304468" y="764393"/>
                </a:lnTo>
                <a:moveTo>
                  <a:pt x="1302939" y="223469"/>
                </a:moveTo>
                <a:lnTo>
                  <a:pt x="1149425" y="279648"/>
                </a:lnTo>
                <a:moveTo>
                  <a:pt x="1644063" y="267604"/>
                </a:moveTo>
                <a:lnTo>
                  <a:pt x="1657965" y="363990"/>
                </a:lnTo>
                <a:moveTo>
                  <a:pt x="1134333" y="488748"/>
                </a:moveTo>
                <a:lnTo>
                  <a:pt x="1133678" y="600350"/>
                </a:lnTo>
                <a:moveTo>
                  <a:pt x="1656890" y="1034501"/>
                </a:moveTo>
                <a:lnTo>
                  <a:pt x="1656841" y="1035193"/>
                </a:lnTo>
                <a:moveTo>
                  <a:pt x="1134333" y="488748"/>
                </a:moveTo>
                <a:lnTo>
                  <a:pt x="1169203" y="589781"/>
                </a:lnTo>
                <a:moveTo>
                  <a:pt x="1656890" y="1034501"/>
                </a:moveTo>
                <a:lnTo>
                  <a:pt x="1655339" y="1034608"/>
                </a:lnTo>
                <a:moveTo>
                  <a:pt x="1196987" y="401805"/>
                </a:moveTo>
                <a:lnTo>
                  <a:pt x="1134333" y="488748"/>
                </a:lnTo>
                <a:moveTo>
                  <a:pt x="1656841" y="1035193"/>
                </a:moveTo>
                <a:lnTo>
                  <a:pt x="1655339" y="1034608"/>
                </a:lnTo>
                <a:moveTo>
                  <a:pt x="529430" y="794885"/>
                </a:moveTo>
                <a:lnTo>
                  <a:pt x="493633" y="808591"/>
                </a:lnTo>
                <a:moveTo>
                  <a:pt x="2175403" y="664992"/>
                </a:moveTo>
                <a:lnTo>
                  <a:pt x="2126006" y="637258"/>
                </a:lnTo>
                <a:moveTo>
                  <a:pt x="1519783" y="753472"/>
                </a:moveTo>
                <a:lnTo>
                  <a:pt x="1556383" y="836843"/>
                </a:lnTo>
                <a:moveTo>
                  <a:pt x="1382306" y="913250"/>
                </a:moveTo>
                <a:lnTo>
                  <a:pt x="1233017" y="980458"/>
                </a:lnTo>
                <a:moveTo>
                  <a:pt x="2016492" y="984481"/>
                </a:moveTo>
                <a:lnTo>
                  <a:pt x="1981012" y="1076837"/>
                </a:lnTo>
                <a:moveTo>
                  <a:pt x="1382306" y="913250"/>
                </a:moveTo>
                <a:lnTo>
                  <a:pt x="1212734" y="970405"/>
                </a:lnTo>
                <a:moveTo>
                  <a:pt x="2028249" y="1274066"/>
                </a:moveTo>
                <a:lnTo>
                  <a:pt x="2061114" y="1302984"/>
                </a:lnTo>
                <a:moveTo>
                  <a:pt x="1302939" y="223469"/>
                </a:moveTo>
                <a:lnTo>
                  <a:pt x="1148354" y="333076"/>
                </a:lnTo>
                <a:moveTo>
                  <a:pt x="1724569" y="452971"/>
                </a:moveTo>
                <a:lnTo>
                  <a:pt x="1707929" y="466885"/>
                </a:lnTo>
                <a:moveTo>
                  <a:pt x="2033338" y="245824"/>
                </a:moveTo>
                <a:lnTo>
                  <a:pt x="2061293" y="344158"/>
                </a:lnTo>
                <a:moveTo>
                  <a:pt x="1830633" y="689278"/>
                </a:moveTo>
                <a:lnTo>
                  <a:pt x="1825038" y="769464"/>
                </a:lnTo>
                <a:moveTo>
                  <a:pt x="1822481" y="1214747"/>
                </a:moveTo>
                <a:lnTo>
                  <a:pt x="1886924" y="1296582"/>
                </a:lnTo>
                <a:moveTo>
                  <a:pt x="1385683" y="899220"/>
                </a:moveTo>
                <a:lnTo>
                  <a:pt x="1212734" y="970405"/>
                </a:lnTo>
                <a:moveTo>
                  <a:pt x="1313363" y="232427"/>
                </a:moveTo>
                <a:lnTo>
                  <a:pt x="1148354" y="333076"/>
                </a:lnTo>
                <a:moveTo>
                  <a:pt x="1388114" y="756475"/>
                </a:moveTo>
                <a:lnTo>
                  <a:pt x="1385683" y="899220"/>
                </a:lnTo>
                <a:moveTo>
                  <a:pt x="2080308" y="1269762"/>
                </a:moveTo>
                <a:lnTo>
                  <a:pt x="2072106" y="1270802"/>
                </a:lnTo>
                <a:moveTo>
                  <a:pt x="1633725" y="273153"/>
                </a:moveTo>
                <a:lnTo>
                  <a:pt x="1657965" y="363990"/>
                </a:lnTo>
                <a:moveTo>
                  <a:pt x="1730552" y="475176"/>
                </a:moveTo>
                <a:lnTo>
                  <a:pt x="1725862" y="474950"/>
                </a:lnTo>
                <a:moveTo>
                  <a:pt x="2090054" y="959447"/>
                </a:moveTo>
                <a:lnTo>
                  <a:pt x="1981012" y="1076837"/>
                </a:lnTo>
                <a:moveTo>
                  <a:pt x="1655981" y="889353"/>
                </a:moveTo>
                <a:lnTo>
                  <a:pt x="1556383" y="836843"/>
                </a:lnTo>
                <a:moveTo>
                  <a:pt x="1738240" y="453524"/>
                </a:moveTo>
                <a:lnTo>
                  <a:pt x="1724569" y="452971"/>
                </a:lnTo>
                <a:moveTo>
                  <a:pt x="1313363" y="232427"/>
                </a:moveTo>
                <a:lnTo>
                  <a:pt x="1302939" y="223469"/>
                </a:lnTo>
                <a:moveTo>
                  <a:pt x="1707929" y="466885"/>
                </a:moveTo>
                <a:lnTo>
                  <a:pt x="1725862" y="474950"/>
                </a:lnTo>
                <a:moveTo>
                  <a:pt x="1348006" y="420431"/>
                </a:moveTo>
                <a:lnTo>
                  <a:pt x="1404388" y="524117"/>
                </a:lnTo>
                <a:moveTo>
                  <a:pt x="1805350" y="873307"/>
                </a:moveTo>
                <a:lnTo>
                  <a:pt x="1767244" y="953739"/>
                </a:lnTo>
                <a:moveTo>
                  <a:pt x="2179969" y="363646"/>
                </a:moveTo>
                <a:lnTo>
                  <a:pt x="2037719" y="466929"/>
                </a:lnTo>
                <a:moveTo>
                  <a:pt x="897697" y="459562"/>
                </a:moveTo>
                <a:lnTo>
                  <a:pt x="949126" y="548165"/>
                </a:lnTo>
                <a:moveTo>
                  <a:pt x="1317250" y="214063"/>
                </a:moveTo>
                <a:lnTo>
                  <a:pt x="1302939" y="223469"/>
                </a:lnTo>
                <a:moveTo>
                  <a:pt x="574735" y="500680"/>
                </a:moveTo>
                <a:lnTo>
                  <a:pt x="637770" y="577291"/>
                </a:lnTo>
                <a:moveTo>
                  <a:pt x="2014262" y="572288"/>
                </a:moveTo>
                <a:lnTo>
                  <a:pt x="1926106" y="590527"/>
                </a:lnTo>
                <a:moveTo>
                  <a:pt x="2221974" y="723751"/>
                </a:moveTo>
                <a:lnTo>
                  <a:pt x="2281222" y="827790"/>
                </a:lnTo>
                <a:moveTo>
                  <a:pt x="1317250" y="214063"/>
                </a:moveTo>
                <a:lnTo>
                  <a:pt x="1313363" y="232427"/>
                </a:lnTo>
                <a:moveTo>
                  <a:pt x="2072106" y="1270802"/>
                </a:moveTo>
                <a:lnTo>
                  <a:pt x="2028249" y="1274066"/>
                </a:lnTo>
                <a:moveTo>
                  <a:pt x="2278445" y="858264"/>
                </a:moveTo>
                <a:lnTo>
                  <a:pt x="2262636" y="987005"/>
                </a:lnTo>
                <a:moveTo>
                  <a:pt x="1825038" y="769464"/>
                </a:moveTo>
                <a:lnTo>
                  <a:pt x="1819305" y="831557"/>
                </a:lnTo>
                <a:moveTo>
                  <a:pt x="2033338" y="245824"/>
                </a:moveTo>
                <a:lnTo>
                  <a:pt x="1916437" y="369987"/>
                </a:lnTo>
                <a:moveTo>
                  <a:pt x="1730552" y="475176"/>
                </a:moveTo>
                <a:lnTo>
                  <a:pt x="1707929" y="466885"/>
                </a:lnTo>
                <a:moveTo>
                  <a:pt x="1348006" y="420431"/>
                </a:moveTo>
                <a:lnTo>
                  <a:pt x="1318796" y="358108"/>
                </a:lnTo>
                <a:moveTo>
                  <a:pt x="1981012" y="1076837"/>
                </a:moveTo>
                <a:lnTo>
                  <a:pt x="1941884" y="1166682"/>
                </a:lnTo>
                <a:moveTo>
                  <a:pt x="662514" y="741178"/>
                </a:moveTo>
                <a:lnTo>
                  <a:pt x="529430" y="794885"/>
                </a:lnTo>
                <a:moveTo>
                  <a:pt x="1252519" y="840199"/>
                </a:moveTo>
                <a:lnTo>
                  <a:pt x="1212734" y="970405"/>
                </a:lnTo>
                <a:moveTo>
                  <a:pt x="2014262" y="572288"/>
                </a:moveTo>
                <a:lnTo>
                  <a:pt x="1872841" y="568066"/>
                </a:lnTo>
                <a:moveTo>
                  <a:pt x="1388114" y="756475"/>
                </a:moveTo>
                <a:lnTo>
                  <a:pt x="1252519" y="840199"/>
                </a:lnTo>
                <a:moveTo>
                  <a:pt x="1978296" y="1079974"/>
                </a:moveTo>
                <a:lnTo>
                  <a:pt x="1941884" y="1166682"/>
                </a:lnTo>
                <a:moveTo>
                  <a:pt x="1872841" y="568066"/>
                </a:moveTo>
                <a:lnTo>
                  <a:pt x="1730552" y="475176"/>
                </a:lnTo>
                <a:moveTo>
                  <a:pt x="1738240" y="453524"/>
                </a:moveTo>
                <a:lnTo>
                  <a:pt x="1730552" y="475176"/>
                </a:lnTo>
                <a:moveTo>
                  <a:pt x="1884822" y="277988"/>
                </a:moveTo>
                <a:lnTo>
                  <a:pt x="1916437" y="369987"/>
                </a:lnTo>
                <a:moveTo>
                  <a:pt x="509574" y="814568"/>
                </a:moveTo>
                <a:lnTo>
                  <a:pt x="493633" y="808591"/>
                </a:lnTo>
                <a:moveTo>
                  <a:pt x="2175403" y="664992"/>
                </a:moveTo>
                <a:lnTo>
                  <a:pt x="2221974" y="723751"/>
                </a:lnTo>
                <a:moveTo>
                  <a:pt x="1656890" y="1034501"/>
                </a:moveTo>
                <a:lnTo>
                  <a:pt x="1528230" y="993071"/>
                </a:lnTo>
                <a:moveTo>
                  <a:pt x="1528230" y="993071"/>
                </a:moveTo>
                <a:lnTo>
                  <a:pt x="1655339" y="1034608"/>
                </a:lnTo>
                <a:moveTo>
                  <a:pt x="1926106" y="590527"/>
                </a:moveTo>
                <a:lnTo>
                  <a:pt x="1872841" y="568066"/>
                </a:lnTo>
                <a:moveTo>
                  <a:pt x="2179969" y="363646"/>
                </a:moveTo>
                <a:lnTo>
                  <a:pt x="2061293" y="344158"/>
                </a:lnTo>
                <a:moveTo>
                  <a:pt x="1916437" y="369987"/>
                </a:moveTo>
                <a:lnTo>
                  <a:pt x="1830583" y="290610"/>
                </a:lnTo>
                <a:moveTo>
                  <a:pt x="1819305" y="831557"/>
                </a:moveTo>
                <a:lnTo>
                  <a:pt x="1767244" y="953739"/>
                </a:lnTo>
                <a:moveTo>
                  <a:pt x="2037719" y="466929"/>
                </a:moveTo>
                <a:lnTo>
                  <a:pt x="2014262" y="572288"/>
                </a:lnTo>
                <a:moveTo>
                  <a:pt x="1738240" y="453524"/>
                </a:moveTo>
                <a:lnTo>
                  <a:pt x="1707929" y="466885"/>
                </a:lnTo>
                <a:moveTo>
                  <a:pt x="1895541" y="652313"/>
                </a:moveTo>
                <a:lnTo>
                  <a:pt x="1834136" y="673854"/>
                </a:lnTo>
                <a:moveTo>
                  <a:pt x="1598314" y="419590"/>
                </a:moveTo>
                <a:lnTo>
                  <a:pt x="1515091" y="346368"/>
                </a:lnTo>
                <a:moveTo>
                  <a:pt x="529430" y="794885"/>
                </a:moveTo>
                <a:lnTo>
                  <a:pt x="509574" y="814568"/>
                </a:lnTo>
                <a:moveTo>
                  <a:pt x="1395051" y="656128"/>
                </a:moveTo>
                <a:lnTo>
                  <a:pt x="1282922" y="675172"/>
                </a:lnTo>
                <a:moveTo>
                  <a:pt x="2080308" y="1269762"/>
                </a:moveTo>
                <a:lnTo>
                  <a:pt x="2028249" y="1274066"/>
                </a:lnTo>
                <a:moveTo>
                  <a:pt x="2147933" y="996500"/>
                </a:moveTo>
                <a:lnTo>
                  <a:pt x="2090054" y="959447"/>
                </a:lnTo>
                <a:moveTo>
                  <a:pt x="1385683" y="899220"/>
                </a:moveTo>
                <a:lnTo>
                  <a:pt x="1382306" y="913250"/>
                </a:lnTo>
                <a:moveTo>
                  <a:pt x="1394265" y="905675"/>
                </a:moveTo>
                <a:lnTo>
                  <a:pt x="1382306" y="913250"/>
                </a:lnTo>
                <a:moveTo>
                  <a:pt x="1556383" y="836843"/>
                </a:moveTo>
                <a:lnTo>
                  <a:pt x="1388114" y="756475"/>
                </a:lnTo>
                <a:moveTo>
                  <a:pt x="1097487" y="516271"/>
                </a:moveTo>
                <a:lnTo>
                  <a:pt x="1016366" y="578500"/>
                </a:lnTo>
                <a:moveTo>
                  <a:pt x="1148354" y="333076"/>
                </a:moveTo>
                <a:lnTo>
                  <a:pt x="1196987" y="401805"/>
                </a:lnTo>
                <a:moveTo>
                  <a:pt x="1118785" y="779060"/>
                </a:moveTo>
                <a:lnTo>
                  <a:pt x="1212734" y="970405"/>
                </a:lnTo>
                <a:moveTo>
                  <a:pt x="1830583" y="290610"/>
                </a:moveTo>
                <a:lnTo>
                  <a:pt x="1826145" y="386794"/>
                </a:lnTo>
                <a:moveTo>
                  <a:pt x="1385683" y="899220"/>
                </a:moveTo>
                <a:lnTo>
                  <a:pt x="1394265" y="905675"/>
                </a:lnTo>
                <a:moveTo>
                  <a:pt x="1388114" y="756475"/>
                </a:moveTo>
                <a:lnTo>
                  <a:pt x="1274484" y="728252"/>
                </a:lnTo>
                <a:moveTo>
                  <a:pt x="858015" y="403778"/>
                </a:moveTo>
                <a:lnTo>
                  <a:pt x="687916" y="485542"/>
                </a:lnTo>
                <a:moveTo>
                  <a:pt x="1282922" y="675172"/>
                </a:moveTo>
                <a:lnTo>
                  <a:pt x="1388114" y="756475"/>
                </a:lnTo>
                <a:moveTo>
                  <a:pt x="1313363" y="232427"/>
                </a:moveTo>
                <a:lnTo>
                  <a:pt x="1196987" y="401805"/>
                </a:lnTo>
                <a:moveTo>
                  <a:pt x="2037719" y="466929"/>
                </a:moveTo>
                <a:lnTo>
                  <a:pt x="1872841" y="568066"/>
                </a:lnTo>
                <a:moveTo>
                  <a:pt x="949126" y="548165"/>
                </a:moveTo>
                <a:lnTo>
                  <a:pt x="1016366" y="578500"/>
                </a:lnTo>
                <a:moveTo>
                  <a:pt x="1656890" y="1034501"/>
                </a:moveTo>
                <a:lnTo>
                  <a:pt x="1556383" y="836843"/>
                </a:lnTo>
                <a:moveTo>
                  <a:pt x="1656841" y="1035193"/>
                </a:moveTo>
                <a:lnTo>
                  <a:pt x="1755915" y="1143745"/>
                </a:lnTo>
                <a:moveTo>
                  <a:pt x="1895541" y="652313"/>
                </a:moveTo>
                <a:lnTo>
                  <a:pt x="1830633" y="689278"/>
                </a:lnTo>
                <a:moveTo>
                  <a:pt x="1528230" y="993071"/>
                </a:moveTo>
                <a:lnTo>
                  <a:pt x="1394265" y="905675"/>
                </a:lnTo>
                <a:moveTo>
                  <a:pt x="2281222" y="827790"/>
                </a:moveTo>
                <a:lnTo>
                  <a:pt x="2278445" y="858264"/>
                </a:lnTo>
                <a:moveTo>
                  <a:pt x="1404388" y="524117"/>
                </a:moveTo>
                <a:lnTo>
                  <a:pt x="1425377" y="545254"/>
                </a:lnTo>
                <a:moveTo>
                  <a:pt x="574735" y="500680"/>
                </a:moveTo>
                <a:lnTo>
                  <a:pt x="512128" y="546185"/>
                </a:lnTo>
                <a:moveTo>
                  <a:pt x="1767244" y="953739"/>
                </a:moveTo>
                <a:lnTo>
                  <a:pt x="1656890" y="1034501"/>
                </a:lnTo>
                <a:moveTo>
                  <a:pt x="1767244" y="953739"/>
                </a:moveTo>
                <a:lnTo>
                  <a:pt x="1656841" y="1035193"/>
                </a:lnTo>
                <a:moveTo>
                  <a:pt x="1015388" y="570809"/>
                </a:moveTo>
                <a:lnTo>
                  <a:pt x="949126" y="548165"/>
                </a:lnTo>
                <a:moveTo>
                  <a:pt x="1385683" y="899220"/>
                </a:moveTo>
                <a:lnTo>
                  <a:pt x="1252519" y="840199"/>
                </a:lnTo>
                <a:moveTo>
                  <a:pt x="1313363" y="232427"/>
                </a:moveTo>
                <a:lnTo>
                  <a:pt x="1318796" y="358108"/>
                </a:lnTo>
                <a:moveTo>
                  <a:pt x="1906589" y="415457"/>
                </a:moveTo>
                <a:lnTo>
                  <a:pt x="1730552" y="475176"/>
                </a:lnTo>
                <a:moveTo>
                  <a:pt x="2175403" y="664992"/>
                </a:moveTo>
                <a:lnTo>
                  <a:pt x="2014262" y="572288"/>
                </a:lnTo>
                <a:moveTo>
                  <a:pt x="683007" y="745184"/>
                </a:moveTo>
                <a:lnTo>
                  <a:pt x="529430" y="794885"/>
                </a:lnTo>
                <a:moveTo>
                  <a:pt x="1556383" y="836843"/>
                </a:moveTo>
                <a:lnTo>
                  <a:pt x="1385683" y="899220"/>
                </a:lnTo>
                <a:moveTo>
                  <a:pt x="1906589" y="415457"/>
                </a:moveTo>
                <a:lnTo>
                  <a:pt x="1872841" y="568066"/>
                </a:lnTo>
                <a:moveTo>
                  <a:pt x="1556383" y="836843"/>
                </a:moveTo>
                <a:lnTo>
                  <a:pt x="1394265" y="905675"/>
                </a:lnTo>
                <a:moveTo>
                  <a:pt x="2061293" y="344158"/>
                </a:moveTo>
                <a:lnTo>
                  <a:pt x="2037719" y="466929"/>
                </a:lnTo>
                <a:moveTo>
                  <a:pt x="1978296" y="1079974"/>
                </a:moveTo>
                <a:lnTo>
                  <a:pt x="1939228" y="1212840"/>
                </a:lnTo>
                <a:moveTo>
                  <a:pt x="1169203" y="589781"/>
                </a:moveTo>
                <a:lnTo>
                  <a:pt x="1133678" y="600350"/>
                </a:lnTo>
                <a:moveTo>
                  <a:pt x="1826145" y="386794"/>
                </a:moveTo>
                <a:lnTo>
                  <a:pt x="1730552" y="475176"/>
                </a:lnTo>
                <a:moveTo>
                  <a:pt x="1196987" y="401805"/>
                </a:moveTo>
                <a:lnTo>
                  <a:pt x="1169203" y="589781"/>
                </a:lnTo>
                <a:moveTo>
                  <a:pt x="2037719" y="466929"/>
                </a:moveTo>
                <a:lnTo>
                  <a:pt x="1906589" y="415457"/>
                </a:lnTo>
                <a:moveTo>
                  <a:pt x="1321197" y="539364"/>
                </a:moveTo>
                <a:lnTo>
                  <a:pt x="1395051" y="656128"/>
                </a:lnTo>
                <a:moveTo>
                  <a:pt x="1556383" y="836843"/>
                </a:moveTo>
                <a:lnTo>
                  <a:pt x="1528230" y="993071"/>
                </a:lnTo>
                <a:moveTo>
                  <a:pt x="238307" y="662247"/>
                </a:moveTo>
                <a:lnTo>
                  <a:pt x="238363" y="653909"/>
                </a:lnTo>
                <a:moveTo>
                  <a:pt x="1822481" y="1214747"/>
                </a:moveTo>
                <a:lnTo>
                  <a:pt x="1773184" y="1309651"/>
                </a:lnTo>
                <a:moveTo>
                  <a:pt x="386825" y="516337"/>
                </a:moveTo>
                <a:lnTo>
                  <a:pt x="270229" y="518804"/>
                </a:lnTo>
                <a:moveTo>
                  <a:pt x="1826145" y="386794"/>
                </a:moveTo>
                <a:lnTo>
                  <a:pt x="1738240" y="453524"/>
                </a:lnTo>
                <a:moveTo>
                  <a:pt x="683007" y="745184"/>
                </a:moveTo>
                <a:lnTo>
                  <a:pt x="662514" y="741178"/>
                </a:lnTo>
                <a:moveTo>
                  <a:pt x="1252519" y="840199"/>
                </a:moveTo>
                <a:lnTo>
                  <a:pt x="1118785" y="779060"/>
                </a:lnTo>
                <a:moveTo>
                  <a:pt x="1318796" y="358108"/>
                </a:moveTo>
                <a:lnTo>
                  <a:pt x="1196987" y="401805"/>
                </a:lnTo>
                <a:moveTo>
                  <a:pt x="1274484" y="728252"/>
                </a:moveTo>
                <a:lnTo>
                  <a:pt x="1252519" y="840199"/>
                </a:lnTo>
                <a:moveTo>
                  <a:pt x="1274484" y="728252"/>
                </a:moveTo>
                <a:lnTo>
                  <a:pt x="1133678" y="600350"/>
                </a:lnTo>
                <a:moveTo>
                  <a:pt x="2262636" y="987005"/>
                </a:moveTo>
                <a:lnTo>
                  <a:pt x="2147933" y="996500"/>
                </a:lnTo>
                <a:moveTo>
                  <a:pt x="1318796" y="358108"/>
                </a:moveTo>
                <a:lnTo>
                  <a:pt x="1404388" y="524117"/>
                </a:lnTo>
                <a:moveTo>
                  <a:pt x="1169203" y="589781"/>
                </a:moveTo>
                <a:lnTo>
                  <a:pt x="1274484" y="728252"/>
                </a:lnTo>
                <a:moveTo>
                  <a:pt x="1133678" y="600350"/>
                </a:moveTo>
                <a:lnTo>
                  <a:pt x="1121933" y="767401"/>
                </a:lnTo>
                <a:moveTo>
                  <a:pt x="2028352" y="987890"/>
                </a:moveTo>
                <a:lnTo>
                  <a:pt x="2090054" y="959447"/>
                </a:lnTo>
                <a:moveTo>
                  <a:pt x="1939228" y="1212840"/>
                </a:moveTo>
                <a:lnTo>
                  <a:pt x="1822481" y="1214747"/>
                </a:lnTo>
                <a:moveTo>
                  <a:pt x="1633725" y="273153"/>
                </a:moveTo>
                <a:lnTo>
                  <a:pt x="1598314" y="419590"/>
                </a:lnTo>
                <a:moveTo>
                  <a:pt x="2061293" y="344158"/>
                </a:moveTo>
                <a:lnTo>
                  <a:pt x="1906589" y="415457"/>
                </a:lnTo>
                <a:moveTo>
                  <a:pt x="724522" y="487124"/>
                </a:moveTo>
                <a:lnTo>
                  <a:pt x="687916" y="485542"/>
                </a:lnTo>
                <a:moveTo>
                  <a:pt x="887151" y="283811"/>
                </a:moveTo>
                <a:lnTo>
                  <a:pt x="858015" y="403778"/>
                </a:lnTo>
                <a:moveTo>
                  <a:pt x="1282922" y="675172"/>
                </a:moveTo>
                <a:lnTo>
                  <a:pt x="1169203" y="589781"/>
                </a:lnTo>
                <a:moveTo>
                  <a:pt x="687916" y="485542"/>
                </a:moveTo>
                <a:lnTo>
                  <a:pt x="574735" y="500680"/>
                </a:lnTo>
                <a:moveTo>
                  <a:pt x="574735" y="500680"/>
                </a:moveTo>
                <a:lnTo>
                  <a:pt x="386825" y="516337"/>
                </a:lnTo>
                <a:moveTo>
                  <a:pt x="858015" y="403778"/>
                </a:moveTo>
                <a:lnTo>
                  <a:pt x="897697" y="459562"/>
                </a:lnTo>
                <a:moveTo>
                  <a:pt x="2175403" y="664992"/>
                </a:moveTo>
                <a:lnTo>
                  <a:pt x="2281222" y="827790"/>
                </a:lnTo>
                <a:moveTo>
                  <a:pt x="683007" y="745184"/>
                </a:moveTo>
                <a:lnTo>
                  <a:pt x="509574" y="814568"/>
                </a:lnTo>
                <a:moveTo>
                  <a:pt x="1926106" y="590527"/>
                </a:moveTo>
                <a:lnTo>
                  <a:pt x="1895541" y="652313"/>
                </a:lnTo>
                <a:moveTo>
                  <a:pt x="1825038" y="769464"/>
                </a:moveTo>
                <a:lnTo>
                  <a:pt x="1767244" y="953739"/>
                </a:lnTo>
                <a:moveTo>
                  <a:pt x="2061293" y="344158"/>
                </a:moveTo>
                <a:lnTo>
                  <a:pt x="1916437" y="369987"/>
                </a:lnTo>
                <a:moveTo>
                  <a:pt x="813178" y="793098"/>
                </a:moveTo>
                <a:lnTo>
                  <a:pt x="683007" y="745184"/>
                </a:lnTo>
                <a:moveTo>
                  <a:pt x="1118785" y="779060"/>
                </a:moveTo>
                <a:lnTo>
                  <a:pt x="1108409" y="773686"/>
                </a:lnTo>
                <a:moveTo>
                  <a:pt x="1767244" y="953739"/>
                </a:moveTo>
                <a:lnTo>
                  <a:pt x="1755915" y="1143745"/>
                </a:lnTo>
                <a:moveTo>
                  <a:pt x="1274484" y="728252"/>
                </a:moveTo>
                <a:lnTo>
                  <a:pt x="1118785" y="779060"/>
                </a:lnTo>
                <a:moveTo>
                  <a:pt x="903700" y="268899"/>
                </a:moveTo>
                <a:lnTo>
                  <a:pt x="858015" y="403778"/>
                </a:lnTo>
                <a:moveTo>
                  <a:pt x="1121933" y="767401"/>
                </a:moveTo>
                <a:lnTo>
                  <a:pt x="1118785" y="779060"/>
                </a:lnTo>
                <a:moveTo>
                  <a:pt x="1121933" y="767401"/>
                </a:moveTo>
                <a:lnTo>
                  <a:pt x="1108409" y="773686"/>
                </a:lnTo>
                <a:moveTo>
                  <a:pt x="1274484" y="728252"/>
                </a:moveTo>
                <a:lnTo>
                  <a:pt x="1121933" y="767401"/>
                </a:lnTo>
                <a:moveTo>
                  <a:pt x="1916437" y="369987"/>
                </a:moveTo>
                <a:lnTo>
                  <a:pt x="1906589" y="415457"/>
                </a:lnTo>
                <a:moveTo>
                  <a:pt x="1282922" y="675172"/>
                </a:moveTo>
                <a:lnTo>
                  <a:pt x="1274484" y="728252"/>
                </a:lnTo>
                <a:moveTo>
                  <a:pt x="1321197" y="539364"/>
                </a:moveTo>
                <a:lnTo>
                  <a:pt x="1425377" y="545254"/>
                </a:lnTo>
                <a:moveTo>
                  <a:pt x="270229" y="518804"/>
                </a:moveTo>
                <a:lnTo>
                  <a:pt x="238307" y="662247"/>
                </a:lnTo>
                <a:moveTo>
                  <a:pt x="1981012" y="1076837"/>
                </a:moveTo>
                <a:lnTo>
                  <a:pt x="1978296" y="1079974"/>
                </a:lnTo>
                <a:moveTo>
                  <a:pt x="1906589" y="415457"/>
                </a:moveTo>
                <a:lnTo>
                  <a:pt x="1826145" y="386794"/>
                </a:lnTo>
                <a:moveTo>
                  <a:pt x="858015" y="403778"/>
                </a:moveTo>
                <a:lnTo>
                  <a:pt x="724522" y="487124"/>
                </a:lnTo>
                <a:moveTo>
                  <a:pt x="1644063" y="267604"/>
                </a:moveTo>
                <a:lnTo>
                  <a:pt x="1633725" y="273153"/>
                </a:lnTo>
                <a:moveTo>
                  <a:pt x="687916" y="485542"/>
                </a:moveTo>
                <a:lnTo>
                  <a:pt x="586461" y="501191"/>
                </a:lnTo>
                <a:moveTo>
                  <a:pt x="270229" y="518804"/>
                </a:moveTo>
                <a:lnTo>
                  <a:pt x="238363" y="653909"/>
                </a:lnTo>
                <a:moveTo>
                  <a:pt x="985949" y="721255"/>
                </a:moveTo>
                <a:lnTo>
                  <a:pt x="1108409" y="773686"/>
                </a:lnTo>
                <a:moveTo>
                  <a:pt x="238307" y="662247"/>
                </a:moveTo>
                <a:lnTo>
                  <a:pt x="329359" y="770209"/>
                </a:lnTo>
                <a:moveTo>
                  <a:pt x="1121933" y="767401"/>
                </a:moveTo>
                <a:lnTo>
                  <a:pt x="985949" y="721255"/>
                </a:lnTo>
                <a:moveTo>
                  <a:pt x="1916437" y="369987"/>
                </a:moveTo>
                <a:lnTo>
                  <a:pt x="1826145" y="386794"/>
                </a:lnTo>
                <a:moveTo>
                  <a:pt x="858015" y="403778"/>
                </a:moveTo>
                <a:lnTo>
                  <a:pt x="825198" y="450620"/>
                </a:lnTo>
                <a:moveTo>
                  <a:pt x="1822481" y="1214747"/>
                </a:moveTo>
                <a:lnTo>
                  <a:pt x="1755915" y="1143745"/>
                </a:lnTo>
                <a:moveTo>
                  <a:pt x="1895541" y="652313"/>
                </a:moveTo>
                <a:lnTo>
                  <a:pt x="1825038" y="769464"/>
                </a:lnTo>
                <a:moveTo>
                  <a:pt x="1133678" y="600350"/>
                </a:moveTo>
                <a:lnTo>
                  <a:pt x="1016366" y="578500"/>
                </a:lnTo>
                <a:moveTo>
                  <a:pt x="903700" y="268899"/>
                </a:moveTo>
                <a:lnTo>
                  <a:pt x="887151" y="283811"/>
                </a:lnTo>
                <a:moveTo>
                  <a:pt x="903700" y="268899"/>
                </a:moveTo>
                <a:lnTo>
                  <a:pt x="897697" y="459562"/>
                </a:lnTo>
                <a:moveTo>
                  <a:pt x="2072811" y="597169"/>
                </a:moveTo>
                <a:lnTo>
                  <a:pt x="2014262" y="572288"/>
                </a:lnTo>
                <a:moveTo>
                  <a:pt x="1266834" y="507151"/>
                </a:moveTo>
                <a:lnTo>
                  <a:pt x="1169203" y="589781"/>
                </a:lnTo>
                <a:moveTo>
                  <a:pt x="1196987" y="401805"/>
                </a:moveTo>
                <a:lnTo>
                  <a:pt x="1266834" y="507151"/>
                </a:lnTo>
                <a:moveTo>
                  <a:pt x="1926106" y="590527"/>
                </a:moveTo>
                <a:lnTo>
                  <a:pt x="1914401" y="666954"/>
                </a:lnTo>
                <a:moveTo>
                  <a:pt x="1404388" y="524117"/>
                </a:moveTo>
                <a:lnTo>
                  <a:pt x="1321197" y="539364"/>
                </a:lnTo>
                <a:moveTo>
                  <a:pt x="882761" y="266316"/>
                </a:moveTo>
                <a:lnTo>
                  <a:pt x="887151" y="283811"/>
                </a:lnTo>
                <a:moveTo>
                  <a:pt x="1863321" y="1088459"/>
                </a:moveTo>
                <a:lnTo>
                  <a:pt x="1939228" y="1212840"/>
                </a:lnTo>
                <a:moveTo>
                  <a:pt x="450023" y="512448"/>
                </a:moveTo>
                <a:lnTo>
                  <a:pt x="386825" y="516337"/>
                </a:lnTo>
                <a:moveTo>
                  <a:pt x="2190871" y="877996"/>
                </a:moveTo>
                <a:lnTo>
                  <a:pt x="2278445" y="858264"/>
                </a:lnTo>
                <a:moveTo>
                  <a:pt x="2190871" y="877996"/>
                </a:moveTo>
                <a:lnTo>
                  <a:pt x="2262636" y="987005"/>
                </a:lnTo>
                <a:moveTo>
                  <a:pt x="1121933" y="767401"/>
                </a:moveTo>
                <a:lnTo>
                  <a:pt x="1016366" y="578500"/>
                </a:lnTo>
                <a:moveTo>
                  <a:pt x="1336307" y="474521"/>
                </a:moveTo>
                <a:lnTo>
                  <a:pt x="1196987" y="401805"/>
                </a:lnTo>
                <a:moveTo>
                  <a:pt x="1404388" y="524117"/>
                </a:moveTo>
                <a:lnTo>
                  <a:pt x="1336307" y="474521"/>
                </a:lnTo>
                <a:moveTo>
                  <a:pt x="887151" y="283811"/>
                </a:moveTo>
                <a:lnTo>
                  <a:pt x="825198" y="450620"/>
                </a:lnTo>
                <a:moveTo>
                  <a:pt x="1266834" y="507151"/>
                </a:moveTo>
                <a:lnTo>
                  <a:pt x="1282922" y="675172"/>
                </a:lnTo>
                <a:moveTo>
                  <a:pt x="1321197" y="539364"/>
                </a:moveTo>
                <a:lnTo>
                  <a:pt x="1282922" y="675172"/>
                </a:lnTo>
                <a:moveTo>
                  <a:pt x="2049764" y="607839"/>
                </a:moveTo>
                <a:lnTo>
                  <a:pt x="2014262" y="572288"/>
                </a:lnTo>
                <a:moveTo>
                  <a:pt x="1890047" y="682811"/>
                </a:moveTo>
                <a:lnTo>
                  <a:pt x="1825038" y="769464"/>
                </a:lnTo>
                <a:moveTo>
                  <a:pt x="906304" y="250659"/>
                </a:moveTo>
                <a:lnTo>
                  <a:pt x="903700" y="268899"/>
                </a:lnTo>
                <a:moveTo>
                  <a:pt x="2049764" y="607839"/>
                </a:moveTo>
                <a:lnTo>
                  <a:pt x="1926106" y="590527"/>
                </a:lnTo>
                <a:moveTo>
                  <a:pt x="1016366" y="578500"/>
                </a:moveTo>
                <a:lnTo>
                  <a:pt x="985949" y="721255"/>
                </a:lnTo>
                <a:moveTo>
                  <a:pt x="1318796" y="358108"/>
                </a:moveTo>
                <a:lnTo>
                  <a:pt x="1336307" y="474521"/>
                </a:lnTo>
                <a:moveTo>
                  <a:pt x="897697" y="459562"/>
                </a:moveTo>
                <a:lnTo>
                  <a:pt x="1015388" y="570809"/>
                </a:lnTo>
                <a:moveTo>
                  <a:pt x="1828723" y="1058054"/>
                </a:moveTo>
                <a:lnTo>
                  <a:pt x="1755915" y="1143745"/>
                </a:lnTo>
                <a:moveTo>
                  <a:pt x="1825038" y="769464"/>
                </a:moveTo>
                <a:lnTo>
                  <a:pt x="1836258" y="867580"/>
                </a:lnTo>
                <a:moveTo>
                  <a:pt x="569973" y="760869"/>
                </a:moveTo>
                <a:lnTo>
                  <a:pt x="509574" y="814568"/>
                </a:lnTo>
                <a:moveTo>
                  <a:pt x="906304" y="250659"/>
                </a:moveTo>
                <a:lnTo>
                  <a:pt x="882761" y="266316"/>
                </a:lnTo>
                <a:moveTo>
                  <a:pt x="1767244" y="953739"/>
                </a:moveTo>
                <a:lnTo>
                  <a:pt x="1828723" y="1058054"/>
                </a:lnTo>
                <a:moveTo>
                  <a:pt x="882761" y="266316"/>
                </a:moveTo>
                <a:lnTo>
                  <a:pt x="825198" y="450620"/>
                </a:lnTo>
                <a:moveTo>
                  <a:pt x="825198" y="450620"/>
                </a:moveTo>
                <a:lnTo>
                  <a:pt x="724522" y="487124"/>
                </a:lnTo>
                <a:moveTo>
                  <a:pt x="2281222" y="827790"/>
                </a:moveTo>
                <a:lnTo>
                  <a:pt x="2190871" y="877996"/>
                </a:lnTo>
                <a:moveTo>
                  <a:pt x="2072811" y="597169"/>
                </a:moveTo>
                <a:lnTo>
                  <a:pt x="2175403" y="664992"/>
                </a:lnTo>
                <a:moveTo>
                  <a:pt x="2281222" y="827790"/>
                </a:moveTo>
                <a:lnTo>
                  <a:pt x="2207987" y="755314"/>
                </a:lnTo>
                <a:moveTo>
                  <a:pt x="1836258" y="867580"/>
                </a:moveTo>
                <a:lnTo>
                  <a:pt x="1767244" y="953739"/>
                </a:lnTo>
                <a:moveTo>
                  <a:pt x="2098688" y="613873"/>
                </a:moveTo>
                <a:lnTo>
                  <a:pt x="2175403" y="664992"/>
                </a:lnTo>
                <a:moveTo>
                  <a:pt x="1981012" y="1076837"/>
                </a:moveTo>
                <a:lnTo>
                  <a:pt x="2023921" y="995734"/>
                </a:lnTo>
                <a:moveTo>
                  <a:pt x="386825" y="516337"/>
                </a:moveTo>
                <a:lnTo>
                  <a:pt x="321319" y="510318"/>
                </a:lnTo>
                <a:moveTo>
                  <a:pt x="1978296" y="1079974"/>
                </a:moveTo>
                <a:lnTo>
                  <a:pt x="1863321" y="1088459"/>
                </a:lnTo>
                <a:moveTo>
                  <a:pt x="2023921" y="995734"/>
                </a:moveTo>
                <a:lnTo>
                  <a:pt x="1978296" y="1079974"/>
                </a:lnTo>
                <a:moveTo>
                  <a:pt x="222057" y="565571"/>
                </a:moveTo>
                <a:lnTo>
                  <a:pt x="238363" y="653909"/>
                </a:lnTo>
                <a:moveTo>
                  <a:pt x="2028352" y="987890"/>
                </a:moveTo>
                <a:lnTo>
                  <a:pt x="1981012" y="1076837"/>
                </a:lnTo>
                <a:moveTo>
                  <a:pt x="724522" y="487124"/>
                </a:moveTo>
                <a:lnTo>
                  <a:pt x="586461" y="501191"/>
                </a:lnTo>
                <a:moveTo>
                  <a:pt x="586461" y="501191"/>
                </a:moveTo>
                <a:lnTo>
                  <a:pt x="574735" y="500680"/>
                </a:lnTo>
                <a:moveTo>
                  <a:pt x="2175403" y="664992"/>
                </a:moveTo>
                <a:lnTo>
                  <a:pt x="2207987" y="755314"/>
                </a:lnTo>
                <a:moveTo>
                  <a:pt x="574735" y="500680"/>
                </a:moveTo>
                <a:lnTo>
                  <a:pt x="538549" y="509936"/>
                </a:lnTo>
                <a:moveTo>
                  <a:pt x="1015388" y="570809"/>
                </a:moveTo>
                <a:lnTo>
                  <a:pt x="1016366" y="578500"/>
                </a:lnTo>
                <a:moveTo>
                  <a:pt x="1828723" y="1058054"/>
                </a:moveTo>
                <a:lnTo>
                  <a:pt x="1822481" y="1214747"/>
                </a:lnTo>
                <a:moveTo>
                  <a:pt x="1321197" y="539364"/>
                </a:moveTo>
                <a:lnTo>
                  <a:pt x="1266834" y="507151"/>
                </a:lnTo>
                <a:moveTo>
                  <a:pt x="1895541" y="652313"/>
                </a:moveTo>
                <a:lnTo>
                  <a:pt x="1890047" y="682811"/>
                </a:lnTo>
                <a:moveTo>
                  <a:pt x="683007" y="745184"/>
                </a:moveTo>
                <a:lnTo>
                  <a:pt x="569973" y="760869"/>
                </a:lnTo>
                <a:moveTo>
                  <a:pt x="1603611" y="717112"/>
                </a:moveTo>
                <a:lnTo>
                  <a:pt x="1583324" y="790210"/>
                </a:lnTo>
                <a:moveTo>
                  <a:pt x="1863321" y="1088459"/>
                </a:moveTo>
                <a:lnTo>
                  <a:pt x="1822481" y="1214747"/>
                </a:lnTo>
                <a:moveTo>
                  <a:pt x="444176" y="729188"/>
                </a:moveTo>
                <a:lnTo>
                  <a:pt x="509574" y="814568"/>
                </a:lnTo>
                <a:moveTo>
                  <a:pt x="301702" y="635614"/>
                </a:moveTo>
                <a:lnTo>
                  <a:pt x="238363" y="653909"/>
                </a:lnTo>
                <a:moveTo>
                  <a:pt x="1336307" y="474521"/>
                </a:moveTo>
                <a:lnTo>
                  <a:pt x="1266834" y="507151"/>
                </a:lnTo>
                <a:moveTo>
                  <a:pt x="1914401" y="666954"/>
                </a:moveTo>
                <a:lnTo>
                  <a:pt x="1895541" y="652313"/>
                </a:lnTo>
                <a:moveTo>
                  <a:pt x="1336307" y="474521"/>
                </a:moveTo>
                <a:lnTo>
                  <a:pt x="1321197" y="539364"/>
                </a:lnTo>
                <a:moveTo>
                  <a:pt x="355531" y="678765"/>
                </a:moveTo>
                <a:lnTo>
                  <a:pt x="238307" y="662247"/>
                </a:lnTo>
                <a:moveTo>
                  <a:pt x="924493" y="368195"/>
                </a:moveTo>
                <a:lnTo>
                  <a:pt x="897697" y="459562"/>
                </a:lnTo>
                <a:moveTo>
                  <a:pt x="2147933" y="996500"/>
                </a:moveTo>
                <a:lnTo>
                  <a:pt x="2028352" y="987890"/>
                </a:lnTo>
                <a:moveTo>
                  <a:pt x="2190871" y="877996"/>
                </a:moveTo>
                <a:lnTo>
                  <a:pt x="2147933" y="996500"/>
                </a:lnTo>
                <a:moveTo>
                  <a:pt x="270229" y="518804"/>
                </a:moveTo>
                <a:lnTo>
                  <a:pt x="222057" y="565571"/>
                </a:lnTo>
                <a:moveTo>
                  <a:pt x="574735" y="500680"/>
                </a:moveTo>
                <a:lnTo>
                  <a:pt x="450023" y="512448"/>
                </a:lnTo>
                <a:moveTo>
                  <a:pt x="1617555" y="743873"/>
                </a:moveTo>
                <a:lnTo>
                  <a:pt x="1583324" y="790210"/>
                </a:lnTo>
                <a:moveTo>
                  <a:pt x="586461" y="501191"/>
                </a:moveTo>
                <a:lnTo>
                  <a:pt x="538549" y="509936"/>
                </a:lnTo>
                <a:moveTo>
                  <a:pt x="355531" y="678765"/>
                </a:moveTo>
                <a:lnTo>
                  <a:pt x="238363" y="653909"/>
                </a:lnTo>
                <a:moveTo>
                  <a:pt x="903700" y="268899"/>
                </a:moveTo>
                <a:lnTo>
                  <a:pt x="924493" y="368195"/>
                </a:lnTo>
                <a:moveTo>
                  <a:pt x="813178" y="793098"/>
                </a:moveTo>
                <a:lnTo>
                  <a:pt x="745240" y="744708"/>
                </a:lnTo>
                <a:moveTo>
                  <a:pt x="1600165" y="741728"/>
                </a:moveTo>
                <a:lnTo>
                  <a:pt x="1583324" y="790210"/>
                </a:lnTo>
                <a:moveTo>
                  <a:pt x="1614529" y="757631"/>
                </a:moveTo>
                <a:lnTo>
                  <a:pt x="1583324" y="790210"/>
                </a:lnTo>
                <a:moveTo>
                  <a:pt x="924068" y="366633"/>
                </a:moveTo>
                <a:lnTo>
                  <a:pt x="882761" y="266316"/>
                </a:lnTo>
                <a:moveTo>
                  <a:pt x="760500" y="477066"/>
                </a:moveTo>
                <a:lnTo>
                  <a:pt x="724522" y="487124"/>
                </a:lnTo>
                <a:moveTo>
                  <a:pt x="882761" y="266316"/>
                </a:moveTo>
                <a:lnTo>
                  <a:pt x="918858" y="367500"/>
                </a:lnTo>
                <a:moveTo>
                  <a:pt x="2182252" y="720912"/>
                </a:moveTo>
                <a:lnTo>
                  <a:pt x="2175403" y="664992"/>
                </a:lnTo>
                <a:moveTo>
                  <a:pt x="1603611" y="717112"/>
                </a:moveTo>
                <a:lnTo>
                  <a:pt x="1617555" y="743873"/>
                </a:lnTo>
                <a:moveTo>
                  <a:pt x="1914401" y="666954"/>
                </a:moveTo>
                <a:lnTo>
                  <a:pt x="1890047" y="682811"/>
                </a:lnTo>
                <a:moveTo>
                  <a:pt x="906304" y="250659"/>
                </a:moveTo>
                <a:lnTo>
                  <a:pt x="924493" y="368195"/>
                </a:lnTo>
                <a:moveTo>
                  <a:pt x="1890047" y="682811"/>
                </a:moveTo>
                <a:lnTo>
                  <a:pt x="1836258" y="867580"/>
                </a:lnTo>
                <a:moveTo>
                  <a:pt x="906304" y="250659"/>
                </a:moveTo>
                <a:lnTo>
                  <a:pt x="924068" y="366633"/>
                </a:lnTo>
                <a:moveTo>
                  <a:pt x="825198" y="450620"/>
                </a:moveTo>
                <a:lnTo>
                  <a:pt x="760500" y="477066"/>
                </a:lnTo>
                <a:moveTo>
                  <a:pt x="1836258" y="867580"/>
                </a:moveTo>
                <a:lnTo>
                  <a:pt x="1828723" y="1058054"/>
                </a:lnTo>
                <a:moveTo>
                  <a:pt x="1863321" y="1088459"/>
                </a:moveTo>
                <a:lnTo>
                  <a:pt x="1828723" y="1058054"/>
                </a:lnTo>
                <a:moveTo>
                  <a:pt x="538549" y="509936"/>
                </a:moveTo>
                <a:lnTo>
                  <a:pt x="450023" y="512448"/>
                </a:lnTo>
                <a:moveTo>
                  <a:pt x="918858" y="367500"/>
                </a:moveTo>
                <a:lnTo>
                  <a:pt x="825198" y="450620"/>
                </a:lnTo>
                <a:moveTo>
                  <a:pt x="321319" y="510318"/>
                </a:moveTo>
                <a:lnTo>
                  <a:pt x="270229" y="518804"/>
                </a:lnTo>
                <a:moveTo>
                  <a:pt x="1603611" y="717112"/>
                </a:moveTo>
                <a:lnTo>
                  <a:pt x="1600165" y="741728"/>
                </a:lnTo>
                <a:moveTo>
                  <a:pt x="745240" y="744708"/>
                </a:moveTo>
                <a:lnTo>
                  <a:pt x="683007" y="745184"/>
                </a:lnTo>
                <a:moveTo>
                  <a:pt x="1872905" y="1032224"/>
                </a:moveTo>
                <a:lnTo>
                  <a:pt x="1828723" y="1058054"/>
                </a:lnTo>
                <a:moveTo>
                  <a:pt x="924493" y="368195"/>
                </a:moveTo>
                <a:lnTo>
                  <a:pt x="1015388" y="570809"/>
                </a:lnTo>
                <a:moveTo>
                  <a:pt x="2023921" y="995734"/>
                </a:moveTo>
                <a:lnTo>
                  <a:pt x="1863321" y="1088459"/>
                </a:lnTo>
                <a:moveTo>
                  <a:pt x="2072811" y="597169"/>
                </a:moveTo>
                <a:lnTo>
                  <a:pt x="2098688" y="613873"/>
                </a:lnTo>
                <a:moveTo>
                  <a:pt x="1836258" y="867580"/>
                </a:moveTo>
                <a:lnTo>
                  <a:pt x="1872905" y="1032224"/>
                </a:lnTo>
                <a:moveTo>
                  <a:pt x="1872905" y="1032224"/>
                </a:moveTo>
                <a:lnTo>
                  <a:pt x="1863321" y="1088459"/>
                </a:lnTo>
                <a:moveTo>
                  <a:pt x="2023921" y="995734"/>
                </a:moveTo>
                <a:lnTo>
                  <a:pt x="1872905" y="1032224"/>
                </a:lnTo>
                <a:moveTo>
                  <a:pt x="614501" y="648269"/>
                </a:moveTo>
                <a:lnTo>
                  <a:pt x="683007" y="745184"/>
                </a:lnTo>
                <a:moveTo>
                  <a:pt x="355531" y="678765"/>
                </a:moveTo>
                <a:lnTo>
                  <a:pt x="329359" y="770209"/>
                </a:lnTo>
                <a:moveTo>
                  <a:pt x="2028352" y="987890"/>
                </a:moveTo>
                <a:lnTo>
                  <a:pt x="2023921" y="995734"/>
                </a:lnTo>
                <a:moveTo>
                  <a:pt x="1617555" y="743873"/>
                </a:moveTo>
                <a:lnTo>
                  <a:pt x="1614529" y="757631"/>
                </a:lnTo>
                <a:moveTo>
                  <a:pt x="731328" y="727177"/>
                </a:moveTo>
                <a:lnTo>
                  <a:pt x="683007" y="745184"/>
                </a:lnTo>
                <a:moveTo>
                  <a:pt x="2071885" y="871594"/>
                </a:moveTo>
                <a:lnTo>
                  <a:pt x="2147933" y="996500"/>
                </a:lnTo>
                <a:moveTo>
                  <a:pt x="2207987" y="755314"/>
                </a:moveTo>
                <a:lnTo>
                  <a:pt x="2190871" y="877996"/>
                </a:lnTo>
                <a:moveTo>
                  <a:pt x="2049764" y="607839"/>
                </a:moveTo>
                <a:lnTo>
                  <a:pt x="1914401" y="666954"/>
                </a:lnTo>
                <a:moveTo>
                  <a:pt x="2072811" y="597169"/>
                </a:moveTo>
                <a:lnTo>
                  <a:pt x="2049764" y="607839"/>
                </a:lnTo>
                <a:moveTo>
                  <a:pt x="1895057" y="928381"/>
                </a:moveTo>
                <a:lnTo>
                  <a:pt x="1836258" y="867580"/>
                </a:lnTo>
                <a:moveTo>
                  <a:pt x="1614529" y="757631"/>
                </a:moveTo>
                <a:lnTo>
                  <a:pt x="1600165" y="741728"/>
                </a:lnTo>
                <a:moveTo>
                  <a:pt x="1895057" y="928381"/>
                </a:moveTo>
                <a:lnTo>
                  <a:pt x="2023921" y="995734"/>
                </a:lnTo>
                <a:moveTo>
                  <a:pt x="1895057" y="928381"/>
                </a:moveTo>
                <a:lnTo>
                  <a:pt x="1872905" y="1032224"/>
                </a:lnTo>
                <a:moveTo>
                  <a:pt x="2028352" y="987890"/>
                </a:moveTo>
                <a:lnTo>
                  <a:pt x="1895057" y="928381"/>
                </a:lnTo>
                <a:moveTo>
                  <a:pt x="724522" y="487124"/>
                </a:moveTo>
                <a:lnTo>
                  <a:pt x="626292" y="578969"/>
                </a:lnTo>
                <a:moveTo>
                  <a:pt x="538549" y="509936"/>
                </a:moveTo>
                <a:lnTo>
                  <a:pt x="453768" y="652688"/>
                </a:lnTo>
                <a:moveTo>
                  <a:pt x="538549" y="509936"/>
                </a:moveTo>
                <a:lnTo>
                  <a:pt x="576295" y="611323"/>
                </a:lnTo>
                <a:moveTo>
                  <a:pt x="924493" y="368195"/>
                </a:moveTo>
                <a:lnTo>
                  <a:pt x="924068" y="366633"/>
                </a:lnTo>
                <a:moveTo>
                  <a:pt x="1008676" y="475310"/>
                </a:moveTo>
                <a:lnTo>
                  <a:pt x="1015388" y="570809"/>
                </a:lnTo>
                <a:moveTo>
                  <a:pt x="924068" y="366633"/>
                </a:moveTo>
                <a:lnTo>
                  <a:pt x="918858" y="367500"/>
                </a:lnTo>
                <a:moveTo>
                  <a:pt x="450023" y="512448"/>
                </a:moveTo>
                <a:lnTo>
                  <a:pt x="321319" y="510318"/>
                </a:lnTo>
                <a:moveTo>
                  <a:pt x="301702" y="635614"/>
                </a:moveTo>
                <a:lnTo>
                  <a:pt x="222057" y="565571"/>
                </a:lnTo>
                <a:moveTo>
                  <a:pt x="450023" y="512448"/>
                </a:moveTo>
                <a:lnTo>
                  <a:pt x="453768" y="652688"/>
                </a:lnTo>
                <a:moveTo>
                  <a:pt x="586461" y="501191"/>
                </a:moveTo>
                <a:lnTo>
                  <a:pt x="626292" y="578969"/>
                </a:lnTo>
                <a:moveTo>
                  <a:pt x="2098688" y="613873"/>
                </a:moveTo>
                <a:lnTo>
                  <a:pt x="2182252" y="720912"/>
                </a:lnTo>
                <a:moveTo>
                  <a:pt x="569973" y="760869"/>
                </a:moveTo>
                <a:lnTo>
                  <a:pt x="444176" y="729188"/>
                </a:lnTo>
                <a:moveTo>
                  <a:pt x="626292" y="578969"/>
                </a:moveTo>
                <a:lnTo>
                  <a:pt x="538549" y="509936"/>
                </a:lnTo>
                <a:moveTo>
                  <a:pt x="321319" y="510318"/>
                </a:moveTo>
                <a:lnTo>
                  <a:pt x="222057" y="565571"/>
                </a:lnTo>
                <a:moveTo>
                  <a:pt x="441948" y="306618"/>
                </a:moveTo>
                <a:lnTo>
                  <a:pt x="331431" y="346093"/>
                </a:lnTo>
                <a:moveTo>
                  <a:pt x="1015388" y="570809"/>
                </a:moveTo>
                <a:lnTo>
                  <a:pt x="953786" y="659943"/>
                </a:lnTo>
                <a:moveTo>
                  <a:pt x="2378520" y="583510"/>
                </a:moveTo>
                <a:lnTo>
                  <a:pt x="2389129" y="666678"/>
                </a:lnTo>
                <a:moveTo>
                  <a:pt x="2182252" y="720912"/>
                </a:moveTo>
                <a:lnTo>
                  <a:pt x="2207987" y="755314"/>
                </a:lnTo>
                <a:moveTo>
                  <a:pt x="2071885" y="871594"/>
                </a:moveTo>
                <a:lnTo>
                  <a:pt x="2028352" y="987890"/>
                </a:lnTo>
                <a:moveTo>
                  <a:pt x="2190871" y="877996"/>
                </a:moveTo>
                <a:lnTo>
                  <a:pt x="2071885" y="871594"/>
                </a:lnTo>
                <a:moveTo>
                  <a:pt x="1890047" y="682811"/>
                </a:moveTo>
                <a:lnTo>
                  <a:pt x="1861246" y="775991"/>
                </a:lnTo>
                <a:moveTo>
                  <a:pt x="614501" y="648269"/>
                </a:moveTo>
                <a:lnTo>
                  <a:pt x="569973" y="760869"/>
                </a:lnTo>
                <a:moveTo>
                  <a:pt x="321319" y="510318"/>
                </a:moveTo>
                <a:lnTo>
                  <a:pt x="301702" y="635614"/>
                </a:lnTo>
                <a:moveTo>
                  <a:pt x="453768" y="652688"/>
                </a:moveTo>
                <a:lnTo>
                  <a:pt x="301702" y="635614"/>
                </a:lnTo>
                <a:moveTo>
                  <a:pt x="2126058" y="516926"/>
                </a:moveTo>
                <a:lnTo>
                  <a:pt x="2072811" y="597169"/>
                </a:lnTo>
                <a:moveTo>
                  <a:pt x="301702" y="635614"/>
                </a:moveTo>
                <a:lnTo>
                  <a:pt x="355531" y="678765"/>
                </a:lnTo>
                <a:moveTo>
                  <a:pt x="1914401" y="666954"/>
                </a:moveTo>
                <a:lnTo>
                  <a:pt x="1861246" y="775991"/>
                </a:lnTo>
                <a:moveTo>
                  <a:pt x="1861246" y="775991"/>
                </a:moveTo>
                <a:lnTo>
                  <a:pt x="1836258" y="867580"/>
                </a:lnTo>
                <a:moveTo>
                  <a:pt x="2132740" y="523402"/>
                </a:moveTo>
                <a:lnTo>
                  <a:pt x="2072811" y="597169"/>
                </a:lnTo>
                <a:moveTo>
                  <a:pt x="2378520" y="583510"/>
                </a:moveTo>
                <a:lnTo>
                  <a:pt x="2374601" y="649965"/>
                </a:lnTo>
                <a:moveTo>
                  <a:pt x="2132740" y="523402"/>
                </a:moveTo>
                <a:lnTo>
                  <a:pt x="2098688" y="613873"/>
                </a:lnTo>
                <a:moveTo>
                  <a:pt x="1966617" y="638240"/>
                </a:moveTo>
                <a:lnTo>
                  <a:pt x="1914401" y="666954"/>
                </a:lnTo>
                <a:moveTo>
                  <a:pt x="453768" y="652688"/>
                </a:moveTo>
                <a:lnTo>
                  <a:pt x="321319" y="510318"/>
                </a:lnTo>
                <a:moveTo>
                  <a:pt x="453768" y="652688"/>
                </a:moveTo>
                <a:lnTo>
                  <a:pt x="444176" y="729188"/>
                </a:lnTo>
                <a:moveTo>
                  <a:pt x="444176" y="729188"/>
                </a:moveTo>
                <a:lnTo>
                  <a:pt x="355531" y="678765"/>
                </a:lnTo>
                <a:moveTo>
                  <a:pt x="453768" y="652688"/>
                </a:moveTo>
                <a:lnTo>
                  <a:pt x="355531" y="678765"/>
                </a:lnTo>
                <a:moveTo>
                  <a:pt x="760500" y="477066"/>
                </a:moveTo>
                <a:lnTo>
                  <a:pt x="626292" y="578969"/>
                </a:lnTo>
                <a:moveTo>
                  <a:pt x="924493" y="368195"/>
                </a:moveTo>
                <a:lnTo>
                  <a:pt x="1008676" y="475310"/>
                </a:lnTo>
                <a:moveTo>
                  <a:pt x="924068" y="366633"/>
                </a:moveTo>
                <a:lnTo>
                  <a:pt x="1008676" y="475310"/>
                </a:lnTo>
                <a:moveTo>
                  <a:pt x="576295" y="611323"/>
                </a:moveTo>
                <a:lnTo>
                  <a:pt x="444176" y="729188"/>
                </a:lnTo>
                <a:moveTo>
                  <a:pt x="576295" y="611323"/>
                </a:moveTo>
                <a:lnTo>
                  <a:pt x="453768" y="652688"/>
                </a:lnTo>
                <a:moveTo>
                  <a:pt x="1944580" y="834315"/>
                </a:moveTo>
                <a:lnTo>
                  <a:pt x="2028352" y="987890"/>
                </a:lnTo>
                <a:moveTo>
                  <a:pt x="2126058" y="516926"/>
                </a:moveTo>
                <a:lnTo>
                  <a:pt x="2049764" y="607839"/>
                </a:lnTo>
                <a:moveTo>
                  <a:pt x="826885" y="445582"/>
                </a:moveTo>
                <a:lnTo>
                  <a:pt x="825198" y="450620"/>
                </a:lnTo>
                <a:moveTo>
                  <a:pt x="1861246" y="775991"/>
                </a:moveTo>
                <a:lnTo>
                  <a:pt x="1895057" y="928381"/>
                </a:lnTo>
                <a:moveTo>
                  <a:pt x="2119723" y="521796"/>
                </a:moveTo>
                <a:lnTo>
                  <a:pt x="2049764" y="607839"/>
                </a:lnTo>
                <a:moveTo>
                  <a:pt x="2049764" y="607839"/>
                </a:moveTo>
                <a:lnTo>
                  <a:pt x="1966617" y="638240"/>
                </a:lnTo>
                <a:moveTo>
                  <a:pt x="614501" y="648269"/>
                </a:moveTo>
                <a:lnTo>
                  <a:pt x="444176" y="729188"/>
                </a:lnTo>
                <a:moveTo>
                  <a:pt x="1944580" y="834315"/>
                </a:moveTo>
                <a:lnTo>
                  <a:pt x="1895057" y="928381"/>
                </a:lnTo>
                <a:moveTo>
                  <a:pt x="614501" y="648269"/>
                </a:moveTo>
                <a:lnTo>
                  <a:pt x="576295" y="611323"/>
                </a:lnTo>
                <a:moveTo>
                  <a:pt x="760500" y="477066"/>
                </a:moveTo>
                <a:lnTo>
                  <a:pt x="699867" y="531893"/>
                </a:lnTo>
                <a:moveTo>
                  <a:pt x="2374601" y="649965"/>
                </a:moveTo>
                <a:lnTo>
                  <a:pt x="2389129" y="666678"/>
                </a:lnTo>
                <a:moveTo>
                  <a:pt x="2122534" y="384877"/>
                </a:moveTo>
                <a:lnTo>
                  <a:pt x="2126058" y="516926"/>
                </a:lnTo>
                <a:moveTo>
                  <a:pt x="626292" y="578969"/>
                </a:moveTo>
                <a:lnTo>
                  <a:pt x="576295" y="611323"/>
                </a:lnTo>
                <a:moveTo>
                  <a:pt x="731328" y="727177"/>
                </a:moveTo>
                <a:lnTo>
                  <a:pt x="745240" y="744708"/>
                </a:lnTo>
                <a:moveTo>
                  <a:pt x="2118631" y="767223"/>
                </a:moveTo>
                <a:lnTo>
                  <a:pt x="2190871" y="877996"/>
                </a:lnTo>
                <a:moveTo>
                  <a:pt x="2122534" y="384877"/>
                </a:moveTo>
                <a:lnTo>
                  <a:pt x="2119723" y="521796"/>
                </a:lnTo>
                <a:moveTo>
                  <a:pt x="331431" y="346093"/>
                </a:moveTo>
                <a:lnTo>
                  <a:pt x="365698" y="433502"/>
                </a:lnTo>
                <a:moveTo>
                  <a:pt x="2118631" y="767223"/>
                </a:moveTo>
                <a:lnTo>
                  <a:pt x="2207987" y="755314"/>
                </a:lnTo>
                <a:moveTo>
                  <a:pt x="2132740" y="523402"/>
                </a:moveTo>
                <a:lnTo>
                  <a:pt x="2182252" y="720912"/>
                </a:lnTo>
                <a:moveTo>
                  <a:pt x="626292" y="578969"/>
                </a:moveTo>
                <a:lnTo>
                  <a:pt x="614501" y="648269"/>
                </a:lnTo>
                <a:moveTo>
                  <a:pt x="518535" y="393859"/>
                </a:moveTo>
                <a:lnTo>
                  <a:pt x="441948" y="306618"/>
                </a:lnTo>
                <a:moveTo>
                  <a:pt x="441948" y="306618"/>
                </a:moveTo>
                <a:lnTo>
                  <a:pt x="365698" y="433502"/>
                </a:lnTo>
                <a:moveTo>
                  <a:pt x="614501" y="648269"/>
                </a:moveTo>
                <a:lnTo>
                  <a:pt x="731328" y="727177"/>
                </a:lnTo>
                <a:moveTo>
                  <a:pt x="924068" y="366633"/>
                </a:moveTo>
                <a:lnTo>
                  <a:pt x="966313" y="440232"/>
                </a:lnTo>
                <a:moveTo>
                  <a:pt x="2071885" y="871594"/>
                </a:moveTo>
                <a:lnTo>
                  <a:pt x="1944580" y="834315"/>
                </a:lnTo>
                <a:moveTo>
                  <a:pt x="441948" y="306618"/>
                </a:moveTo>
                <a:lnTo>
                  <a:pt x="430422" y="401928"/>
                </a:lnTo>
                <a:moveTo>
                  <a:pt x="1008676" y="475310"/>
                </a:moveTo>
                <a:lnTo>
                  <a:pt x="953786" y="659943"/>
                </a:lnTo>
                <a:moveTo>
                  <a:pt x="826885" y="445582"/>
                </a:moveTo>
                <a:lnTo>
                  <a:pt x="760500" y="477066"/>
                </a:lnTo>
                <a:moveTo>
                  <a:pt x="918858" y="367500"/>
                </a:moveTo>
                <a:lnTo>
                  <a:pt x="826885" y="445582"/>
                </a:lnTo>
                <a:moveTo>
                  <a:pt x="2126058" y="516926"/>
                </a:moveTo>
                <a:lnTo>
                  <a:pt x="2132740" y="523402"/>
                </a:lnTo>
                <a:moveTo>
                  <a:pt x="666657" y="286115"/>
                </a:moveTo>
                <a:lnTo>
                  <a:pt x="763484" y="348337"/>
                </a:lnTo>
                <a:moveTo>
                  <a:pt x="699867" y="531893"/>
                </a:moveTo>
                <a:lnTo>
                  <a:pt x="614501" y="648269"/>
                </a:lnTo>
                <a:moveTo>
                  <a:pt x="666657" y="286115"/>
                </a:moveTo>
                <a:lnTo>
                  <a:pt x="659010" y="375615"/>
                </a:lnTo>
                <a:moveTo>
                  <a:pt x="2126058" y="516926"/>
                </a:moveTo>
                <a:lnTo>
                  <a:pt x="2119723" y="521796"/>
                </a:lnTo>
                <a:moveTo>
                  <a:pt x="924068" y="366633"/>
                </a:moveTo>
                <a:lnTo>
                  <a:pt x="831002" y="449538"/>
                </a:lnTo>
                <a:moveTo>
                  <a:pt x="918858" y="367500"/>
                </a:moveTo>
                <a:lnTo>
                  <a:pt x="831002" y="449538"/>
                </a:lnTo>
                <a:moveTo>
                  <a:pt x="699867" y="531893"/>
                </a:moveTo>
                <a:lnTo>
                  <a:pt x="626292" y="578969"/>
                </a:lnTo>
                <a:moveTo>
                  <a:pt x="763484" y="348337"/>
                </a:moveTo>
                <a:lnTo>
                  <a:pt x="659010" y="375615"/>
                </a:lnTo>
                <a:moveTo>
                  <a:pt x="1944580" y="834315"/>
                </a:moveTo>
                <a:lnTo>
                  <a:pt x="1861246" y="775991"/>
                </a:lnTo>
                <a:moveTo>
                  <a:pt x="2182252" y="720912"/>
                </a:moveTo>
                <a:lnTo>
                  <a:pt x="2118631" y="767223"/>
                </a:lnTo>
                <a:moveTo>
                  <a:pt x="2118631" y="767223"/>
                </a:moveTo>
                <a:lnTo>
                  <a:pt x="2071885" y="871594"/>
                </a:lnTo>
                <a:moveTo>
                  <a:pt x="659010" y="375615"/>
                </a:moveTo>
                <a:lnTo>
                  <a:pt x="699867" y="531893"/>
                </a:lnTo>
                <a:moveTo>
                  <a:pt x="2129949" y="619790"/>
                </a:moveTo>
                <a:lnTo>
                  <a:pt x="2049764" y="607839"/>
                </a:lnTo>
                <a:moveTo>
                  <a:pt x="953786" y="659943"/>
                </a:moveTo>
                <a:lnTo>
                  <a:pt x="933759" y="643302"/>
                </a:lnTo>
                <a:moveTo>
                  <a:pt x="1008676" y="475310"/>
                </a:moveTo>
                <a:lnTo>
                  <a:pt x="957976" y="496910"/>
                </a:lnTo>
                <a:moveTo>
                  <a:pt x="1008676" y="475310"/>
                </a:moveTo>
                <a:lnTo>
                  <a:pt x="966313" y="440232"/>
                </a:lnTo>
                <a:moveTo>
                  <a:pt x="659010" y="375615"/>
                </a:moveTo>
                <a:lnTo>
                  <a:pt x="518535" y="393859"/>
                </a:lnTo>
                <a:moveTo>
                  <a:pt x="957976" y="496910"/>
                </a:moveTo>
                <a:lnTo>
                  <a:pt x="953786" y="659943"/>
                </a:lnTo>
                <a:moveTo>
                  <a:pt x="2049764" y="607839"/>
                </a:moveTo>
                <a:lnTo>
                  <a:pt x="2016642" y="636705"/>
                </a:lnTo>
                <a:moveTo>
                  <a:pt x="2169823" y="624708"/>
                </a:moveTo>
                <a:lnTo>
                  <a:pt x="2182252" y="720912"/>
                </a:lnTo>
                <a:moveTo>
                  <a:pt x="804750" y="641293"/>
                </a:moveTo>
                <a:lnTo>
                  <a:pt x="614501" y="648269"/>
                </a:lnTo>
                <a:moveTo>
                  <a:pt x="2255379" y="443857"/>
                </a:moveTo>
                <a:lnTo>
                  <a:pt x="2132740" y="523402"/>
                </a:lnTo>
                <a:moveTo>
                  <a:pt x="804016" y="642970"/>
                </a:moveTo>
                <a:lnTo>
                  <a:pt x="731328" y="727177"/>
                </a:lnTo>
                <a:moveTo>
                  <a:pt x="804750" y="641293"/>
                </a:moveTo>
                <a:lnTo>
                  <a:pt x="731328" y="727177"/>
                </a:lnTo>
                <a:moveTo>
                  <a:pt x="2122534" y="384877"/>
                </a:moveTo>
                <a:lnTo>
                  <a:pt x="2035377" y="457553"/>
                </a:lnTo>
                <a:moveTo>
                  <a:pt x="957976" y="496910"/>
                </a:moveTo>
                <a:lnTo>
                  <a:pt x="933759" y="643302"/>
                </a:lnTo>
                <a:moveTo>
                  <a:pt x="826885" y="445582"/>
                </a:moveTo>
                <a:lnTo>
                  <a:pt x="763484" y="348337"/>
                </a:lnTo>
                <a:moveTo>
                  <a:pt x="826885" y="445582"/>
                </a:moveTo>
                <a:lnTo>
                  <a:pt x="659010" y="375615"/>
                </a:lnTo>
                <a:moveTo>
                  <a:pt x="518535" y="393859"/>
                </a:moveTo>
                <a:lnTo>
                  <a:pt x="430422" y="401928"/>
                </a:lnTo>
                <a:moveTo>
                  <a:pt x="430422" y="401928"/>
                </a:moveTo>
                <a:lnTo>
                  <a:pt x="365698" y="433502"/>
                </a:lnTo>
                <a:moveTo>
                  <a:pt x="1997751" y="753792"/>
                </a:moveTo>
                <a:lnTo>
                  <a:pt x="2071885" y="871594"/>
                </a:lnTo>
                <a:moveTo>
                  <a:pt x="2132740" y="523402"/>
                </a:moveTo>
                <a:lnTo>
                  <a:pt x="2169823" y="624708"/>
                </a:lnTo>
                <a:moveTo>
                  <a:pt x="966313" y="440232"/>
                </a:moveTo>
                <a:lnTo>
                  <a:pt x="957976" y="496910"/>
                </a:lnTo>
                <a:moveTo>
                  <a:pt x="826885" y="445582"/>
                </a:moveTo>
                <a:lnTo>
                  <a:pt x="699867" y="531893"/>
                </a:lnTo>
                <a:moveTo>
                  <a:pt x="804750" y="641293"/>
                </a:moveTo>
                <a:lnTo>
                  <a:pt x="699867" y="531893"/>
                </a:lnTo>
                <a:moveTo>
                  <a:pt x="933759" y="643302"/>
                </a:moveTo>
                <a:lnTo>
                  <a:pt x="806887" y="641825"/>
                </a:lnTo>
                <a:moveTo>
                  <a:pt x="933759" y="643302"/>
                </a:moveTo>
                <a:lnTo>
                  <a:pt x="804750" y="641293"/>
                </a:lnTo>
                <a:moveTo>
                  <a:pt x="659010" y="375615"/>
                </a:moveTo>
                <a:lnTo>
                  <a:pt x="691388" y="466293"/>
                </a:lnTo>
                <a:moveTo>
                  <a:pt x="2119723" y="521796"/>
                </a:moveTo>
                <a:lnTo>
                  <a:pt x="2129949" y="619790"/>
                </a:lnTo>
                <a:moveTo>
                  <a:pt x="957976" y="496910"/>
                </a:moveTo>
                <a:lnTo>
                  <a:pt x="804750" y="641293"/>
                </a:lnTo>
                <a:moveTo>
                  <a:pt x="957976" y="496910"/>
                </a:moveTo>
                <a:lnTo>
                  <a:pt x="829566" y="455533"/>
                </a:lnTo>
                <a:moveTo>
                  <a:pt x="2119723" y="521796"/>
                </a:moveTo>
                <a:lnTo>
                  <a:pt x="2035377" y="457553"/>
                </a:lnTo>
                <a:moveTo>
                  <a:pt x="966313" y="440232"/>
                </a:moveTo>
                <a:lnTo>
                  <a:pt x="829566" y="455533"/>
                </a:lnTo>
                <a:moveTo>
                  <a:pt x="1997751" y="753792"/>
                </a:moveTo>
                <a:lnTo>
                  <a:pt x="1944580" y="834315"/>
                </a:lnTo>
                <a:moveTo>
                  <a:pt x="966313" y="440232"/>
                </a:moveTo>
                <a:lnTo>
                  <a:pt x="831002" y="449538"/>
                </a:lnTo>
                <a:moveTo>
                  <a:pt x="2168993" y="597904"/>
                </a:moveTo>
                <a:lnTo>
                  <a:pt x="2119723" y="521796"/>
                </a:lnTo>
                <a:moveTo>
                  <a:pt x="699867" y="531893"/>
                </a:moveTo>
                <a:lnTo>
                  <a:pt x="691388" y="466293"/>
                </a:lnTo>
                <a:moveTo>
                  <a:pt x="2016642" y="636705"/>
                </a:moveTo>
                <a:lnTo>
                  <a:pt x="1966617" y="638240"/>
                </a:lnTo>
                <a:moveTo>
                  <a:pt x="691388" y="466293"/>
                </a:moveTo>
                <a:lnTo>
                  <a:pt x="518535" y="393859"/>
                </a:lnTo>
                <a:moveTo>
                  <a:pt x="2200129" y="725177"/>
                </a:moveTo>
                <a:lnTo>
                  <a:pt x="2182252" y="720912"/>
                </a:lnTo>
                <a:moveTo>
                  <a:pt x="2182252" y="720912"/>
                </a:moveTo>
                <a:lnTo>
                  <a:pt x="2178516" y="728143"/>
                </a:lnTo>
                <a:moveTo>
                  <a:pt x="2255379" y="443857"/>
                </a:moveTo>
                <a:lnTo>
                  <a:pt x="2169823" y="624708"/>
                </a:lnTo>
                <a:moveTo>
                  <a:pt x="806887" y="641825"/>
                </a:moveTo>
                <a:lnTo>
                  <a:pt x="804016" y="642970"/>
                </a:lnTo>
                <a:moveTo>
                  <a:pt x="804750" y="641293"/>
                </a:moveTo>
                <a:lnTo>
                  <a:pt x="804016" y="642970"/>
                </a:lnTo>
                <a:moveTo>
                  <a:pt x="806887" y="641825"/>
                </a:moveTo>
                <a:lnTo>
                  <a:pt x="804750" y="641293"/>
                </a:lnTo>
                <a:moveTo>
                  <a:pt x="831002" y="449538"/>
                </a:moveTo>
                <a:lnTo>
                  <a:pt x="826885" y="445582"/>
                </a:lnTo>
                <a:moveTo>
                  <a:pt x="829566" y="455533"/>
                </a:moveTo>
                <a:lnTo>
                  <a:pt x="804750" y="641293"/>
                </a:lnTo>
                <a:moveTo>
                  <a:pt x="831002" y="449538"/>
                </a:moveTo>
                <a:lnTo>
                  <a:pt x="829566" y="455533"/>
                </a:lnTo>
                <a:moveTo>
                  <a:pt x="2118631" y="767223"/>
                </a:moveTo>
                <a:lnTo>
                  <a:pt x="1997751" y="753792"/>
                </a:lnTo>
                <a:moveTo>
                  <a:pt x="804750" y="641293"/>
                </a:moveTo>
                <a:lnTo>
                  <a:pt x="691388" y="466293"/>
                </a:lnTo>
                <a:moveTo>
                  <a:pt x="2169823" y="624708"/>
                </a:moveTo>
                <a:lnTo>
                  <a:pt x="2168993" y="597904"/>
                </a:lnTo>
                <a:moveTo>
                  <a:pt x="2129949" y="619790"/>
                </a:moveTo>
                <a:lnTo>
                  <a:pt x="1997751" y="753792"/>
                </a:lnTo>
                <a:moveTo>
                  <a:pt x="2255379" y="443857"/>
                </a:moveTo>
                <a:lnTo>
                  <a:pt x="2199579" y="511927"/>
                </a:lnTo>
                <a:moveTo>
                  <a:pt x="2168993" y="597904"/>
                </a:moveTo>
                <a:lnTo>
                  <a:pt x="2129949" y="619790"/>
                </a:lnTo>
                <a:moveTo>
                  <a:pt x="713262" y="459084"/>
                </a:moveTo>
                <a:lnTo>
                  <a:pt x="804750" y="641293"/>
                </a:lnTo>
                <a:moveTo>
                  <a:pt x="2129949" y="619790"/>
                </a:moveTo>
                <a:lnTo>
                  <a:pt x="2016642" y="636705"/>
                </a:lnTo>
                <a:moveTo>
                  <a:pt x="2178516" y="728143"/>
                </a:moveTo>
                <a:lnTo>
                  <a:pt x="2118631" y="767223"/>
                </a:lnTo>
                <a:moveTo>
                  <a:pt x="829566" y="455533"/>
                </a:moveTo>
                <a:lnTo>
                  <a:pt x="713262" y="459084"/>
                </a:lnTo>
                <a:moveTo>
                  <a:pt x="2016642" y="636705"/>
                </a:moveTo>
                <a:lnTo>
                  <a:pt x="1997751" y="753792"/>
                </a:lnTo>
                <a:moveTo>
                  <a:pt x="2199579" y="511927"/>
                </a:moveTo>
                <a:lnTo>
                  <a:pt x="2169823" y="624708"/>
                </a:lnTo>
                <a:moveTo>
                  <a:pt x="713262" y="459084"/>
                </a:moveTo>
                <a:lnTo>
                  <a:pt x="691388" y="466293"/>
                </a:lnTo>
                <a:moveTo>
                  <a:pt x="2169823" y="624708"/>
                </a:moveTo>
                <a:lnTo>
                  <a:pt x="2200129" y="725177"/>
                </a:lnTo>
                <a:moveTo>
                  <a:pt x="2129949" y="619790"/>
                </a:moveTo>
                <a:lnTo>
                  <a:pt x="2178516" y="728143"/>
                </a:lnTo>
                <a:moveTo>
                  <a:pt x="2199579" y="511927"/>
                </a:moveTo>
                <a:lnTo>
                  <a:pt x="2168993" y="597904"/>
                </a:lnTo>
                <a:moveTo>
                  <a:pt x="2178516" y="728143"/>
                </a:moveTo>
                <a:lnTo>
                  <a:pt x="1997751" y="753792"/>
                </a:lnTo>
                <a:moveTo>
                  <a:pt x="2200129" y="725177"/>
                </a:moveTo>
                <a:lnTo>
                  <a:pt x="2178516" y="72814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21" name="9ujf_9_official_ReferenceLigand_0">
            <a:extLst>
              <a:ext uri="{FF2B5EF4-FFF2-40B4-BE49-F238E27FC236}">
                <a16:creationId xmlns:a16="http://schemas.microsoft.com/office/drawing/2014/main" id="{C29E98D7-4DAF-4AD4-8998-6DA8C5AF0878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1814" y="690972"/>
                </a:moveTo>
                <a:lnTo>
                  <a:pt x="549783" y="7582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2" name="9ujf_9_official_ReferenceLigand_1">
            <a:extLst>
              <a:ext uri="{FF2B5EF4-FFF2-40B4-BE49-F238E27FC236}">
                <a16:creationId xmlns:a16="http://schemas.microsoft.com/office/drawing/2014/main" id="{D92712E9-6A16-4F6E-A472-7A178FEF5AA8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1814" y="690972"/>
                </a:moveTo>
                <a:lnTo>
                  <a:pt x="780791" y="6637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3" name="9ujf_9_official_ReferenceLigand_2">
            <a:extLst>
              <a:ext uri="{FF2B5EF4-FFF2-40B4-BE49-F238E27FC236}">
                <a16:creationId xmlns:a16="http://schemas.microsoft.com/office/drawing/2014/main" id="{A4C99557-49A4-4AE9-A82C-0831599DFAEE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9523" y="537730"/>
                </a:moveTo>
                <a:lnTo>
                  <a:pt x="1520671" y="4670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4" name="9ujf_9_official_ReferenceLigand_3">
            <a:extLst>
              <a:ext uri="{FF2B5EF4-FFF2-40B4-BE49-F238E27FC236}">
                <a16:creationId xmlns:a16="http://schemas.microsoft.com/office/drawing/2014/main" id="{2143F0FF-8606-43F7-B073-BB8FA35A84F8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4593" y="392672"/>
                </a:moveTo>
                <a:lnTo>
                  <a:pt x="1932136" y="3348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5" name="9ujf_9_official_ReferenceLigand_4">
            <a:extLst>
              <a:ext uri="{FF2B5EF4-FFF2-40B4-BE49-F238E27FC236}">
                <a16:creationId xmlns:a16="http://schemas.microsoft.com/office/drawing/2014/main" id="{5720B121-BA7D-4C78-B363-0E7E67C93A3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6855" y="647898"/>
                </a:moveTo>
                <a:lnTo>
                  <a:pt x="601814" y="69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6" name="9ujf_9_official_ReferenceLigand_5">
            <a:extLst>
              <a:ext uri="{FF2B5EF4-FFF2-40B4-BE49-F238E27FC236}">
                <a16:creationId xmlns:a16="http://schemas.microsoft.com/office/drawing/2014/main" id="{D7CC3EA9-8F01-40FE-B3CE-7BC1538D514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4463" y="973223"/>
                </a:moveTo>
                <a:lnTo>
                  <a:pt x="1999807" y="94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7" name="9ujf_9_official_ReferenceLigand_6">
            <a:extLst>
              <a:ext uri="{FF2B5EF4-FFF2-40B4-BE49-F238E27FC236}">
                <a16:creationId xmlns:a16="http://schemas.microsoft.com/office/drawing/2014/main" id="{52223740-117A-4CBF-8C2E-B57DE692959C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791" y="663752"/>
                </a:moveTo>
                <a:lnTo>
                  <a:pt x="834942" y="595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8" name="9ujf_9_official_ReferenceLigand_7">
            <a:extLst>
              <a:ext uri="{FF2B5EF4-FFF2-40B4-BE49-F238E27FC236}">
                <a16:creationId xmlns:a16="http://schemas.microsoft.com/office/drawing/2014/main" id="{2AE41BE3-9152-4EC8-94DA-D493832C9E8D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1432" y="734920"/>
                </a:moveTo>
                <a:lnTo>
                  <a:pt x="1479523" y="5377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9" name="9ujf_9_official_ReferenceLigand_8">
            <a:extLst>
              <a:ext uri="{FF2B5EF4-FFF2-40B4-BE49-F238E27FC236}">
                <a16:creationId xmlns:a16="http://schemas.microsoft.com/office/drawing/2014/main" id="{4899AA11-3D7B-44C8-AB75-EDD6F8A7BB6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5999" y="941737"/>
                </a:moveTo>
                <a:lnTo>
                  <a:pt x="1884463" y="9732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0" name="9ujf_9_official_ReferenceLigand_9">
            <a:extLst>
              <a:ext uri="{FF2B5EF4-FFF2-40B4-BE49-F238E27FC236}">
                <a16:creationId xmlns:a16="http://schemas.microsoft.com/office/drawing/2014/main" id="{8F63E18F-8107-4F10-9ECF-090974BD9B62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1341" y="589567"/>
                </a:moveTo>
                <a:lnTo>
                  <a:pt x="2004593" y="3926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1" name="9ujf_9_official_ReferenceLigand_10">
            <a:extLst>
              <a:ext uri="{FF2B5EF4-FFF2-40B4-BE49-F238E27FC236}">
                <a16:creationId xmlns:a16="http://schemas.microsoft.com/office/drawing/2014/main" id="{512A33AF-347D-40E1-ACA1-C9DDE55E22B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2031" y="752301"/>
                </a:moveTo>
                <a:lnTo>
                  <a:pt x="1431432" y="7349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2" name="9ujf_9_official_ReferenceLigand_11">
            <a:extLst>
              <a:ext uri="{FF2B5EF4-FFF2-40B4-BE49-F238E27FC236}">
                <a16:creationId xmlns:a16="http://schemas.microsoft.com/office/drawing/2014/main" id="{6DF66907-626C-499A-A3AE-2932258787AF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9156" y="583689"/>
                </a:moveTo>
                <a:lnTo>
                  <a:pt x="1252031" y="7523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3" name="9ujf_9_official_ReferenceLigand_12">
            <a:extLst>
              <a:ext uri="{FF2B5EF4-FFF2-40B4-BE49-F238E27FC236}">
                <a16:creationId xmlns:a16="http://schemas.microsoft.com/office/drawing/2014/main" id="{ADC6C34B-0941-4E34-8801-B8BAF3BBEEE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919" y="849584"/>
                </a:moveTo>
                <a:lnTo>
                  <a:pt x="1675999" y="9417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4" name="9ujf_9_official_ReferenceLigand_13">
            <a:extLst>
              <a:ext uri="{FF2B5EF4-FFF2-40B4-BE49-F238E27FC236}">
                <a16:creationId xmlns:a16="http://schemas.microsoft.com/office/drawing/2014/main" id="{0AD9E61D-5D08-4D83-9993-CB7E4E7F2B5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005" y="282318"/>
                </a:moveTo>
                <a:lnTo>
                  <a:pt x="1311368" y="450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5" name="9ujf_9_official_ReferenceLigand_14">
            <a:extLst>
              <a:ext uri="{FF2B5EF4-FFF2-40B4-BE49-F238E27FC236}">
                <a16:creationId xmlns:a16="http://schemas.microsoft.com/office/drawing/2014/main" id="{3ED17A71-73CE-4DB6-9058-857A2F1FEBB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1432" y="734920"/>
                </a:moveTo>
                <a:lnTo>
                  <a:pt x="1560919" y="849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6" name="9ujf_9_official_ReferenceLigand_15">
            <a:extLst>
              <a:ext uri="{FF2B5EF4-FFF2-40B4-BE49-F238E27FC236}">
                <a16:creationId xmlns:a16="http://schemas.microsoft.com/office/drawing/2014/main" id="{B5888386-102F-447C-9E53-32CD2D52A86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9523" y="537730"/>
                </a:moveTo>
                <a:lnTo>
                  <a:pt x="1311368" y="450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7" name="9ujf_9_official_ReferenceLigand_16">
            <a:extLst>
              <a:ext uri="{FF2B5EF4-FFF2-40B4-BE49-F238E27FC236}">
                <a16:creationId xmlns:a16="http://schemas.microsoft.com/office/drawing/2014/main" id="{33A1A413-8D0D-407E-8030-97E629ECF67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4593" y="392672"/>
                </a:moveTo>
                <a:lnTo>
                  <a:pt x="2150349" y="2653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8" name="9ujf_9_official_ReferenceLigand_17">
            <a:extLst>
              <a:ext uri="{FF2B5EF4-FFF2-40B4-BE49-F238E27FC236}">
                <a16:creationId xmlns:a16="http://schemas.microsoft.com/office/drawing/2014/main" id="{A905BA3C-B67E-47A7-B417-56C1F3F93082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1368" y="450666"/>
                </a:moveTo>
                <a:lnTo>
                  <a:pt x="1169156" y="583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9" name="9ujf_9_official_ReferenceLigand_18">
            <a:extLst>
              <a:ext uri="{FF2B5EF4-FFF2-40B4-BE49-F238E27FC236}">
                <a16:creationId xmlns:a16="http://schemas.microsoft.com/office/drawing/2014/main" id="{E890FE59-5173-419A-AA91-30F6B623C74B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4463" y="973223"/>
                </a:moveTo>
                <a:lnTo>
                  <a:pt x="1909379" y="11608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0" name="9ujf_9_official_ReferenceLigand_19">
            <a:extLst>
              <a:ext uri="{FF2B5EF4-FFF2-40B4-BE49-F238E27FC236}">
                <a16:creationId xmlns:a16="http://schemas.microsoft.com/office/drawing/2014/main" id="{874C9DD9-4E5C-4D59-8638-248547F8F54B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9156" y="583689"/>
                </a:moveTo>
                <a:lnTo>
                  <a:pt x="1001351" y="5576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1" name="9ujf_9_official_ReferenceLigand_20">
            <a:extLst>
              <a:ext uri="{FF2B5EF4-FFF2-40B4-BE49-F238E27FC236}">
                <a16:creationId xmlns:a16="http://schemas.microsoft.com/office/drawing/2014/main" id="{1FFBA8F3-1E3A-4B98-8E77-0E36A0F4CC9E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0918" y="578188"/>
                </a:moveTo>
                <a:lnTo>
                  <a:pt x="476855" y="6478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2" name="9ujf_9_official_ReferenceLigand_21">
            <a:extLst>
              <a:ext uri="{FF2B5EF4-FFF2-40B4-BE49-F238E27FC236}">
                <a16:creationId xmlns:a16="http://schemas.microsoft.com/office/drawing/2014/main" id="{E57B7953-B7F2-440C-B967-42C9D275CAB0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4593" y="392672"/>
                </a:moveTo>
                <a:lnTo>
                  <a:pt x="1857340" y="3911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3" name="9ujf_9_official_ReferenceLigand_22">
            <a:extLst>
              <a:ext uri="{FF2B5EF4-FFF2-40B4-BE49-F238E27FC236}">
                <a16:creationId xmlns:a16="http://schemas.microsoft.com/office/drawing/2014/main" id="{EC081FFC-26AE-4768-917B-74FE0EBF8C3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4596" y="719913"/>
                </a:moveTo>
                <a:lnTo>
                  <a:pt x="2091341" y="5895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4" name="9ujf_9_official_ReferenceLigand_23">
            <a:extLst>
              <a:ext uri="{FF2B5EF4-FFF2-40B4-BE49-F238E27FC236}">
                <a16:creationId xmlns:a16="http://schemas.microsoft.com/office/drawing/2014/main" id="{884B8605-D1DC-4722-B491-DA842FBA9E1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942" y="595261"/>
                </a:moveTo>
                <a:lnTo>
                  <a:pt x="1001351" y="5576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5" name="9ujf_9_official_ReferenceLigand_24">
            <a:extLst>
              <a:ext uri="{FF2B5EF4-FFF2-40B4-BE49-F238E27FC236}">
                <a16:creationId xmlns:a16="http://schemas.microsoft.com/office/drawing/2014/main" id="{770146CB-FE39-4860-99F3-94A0A8EE9AF7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4463" y="973223"/>
                </a:moveTo>
                <a:lnTo>
                  <a:pt x="1930582" y="8318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6" name="9ujf_9_official_ReferenceLigand_25">
            <a:extLst>
              <a:ext uri="{FF2B5EF4-FFF2-40B4-BE49-F238E27FC236}">
                <a16:creationId xmlns:a16="http://schemas.microsoft.com/office/drawing/2014/main" id="{108E1B24-F960-4215-BDCA-95C250DD59EF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942" y="595261"/>
                </a:moveTo>
                <a:lnTo>
                  <a:pt x="711772" y="5513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7" name="9ujf_9_official_ReferenceLigand_26">
            <a:extLst>
              <a:ext uri="{FF2B5EF4-FFF2-40B4-BE49-F238E27FC236}">
                <a16:creationId xmlns:a16="http://schemas.microsoft.com/office/drawing/2014/main" id="{5602F4E8-6123-4745-8EAB-5061D987D4BE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4596" y="719913"/>
                </a:moveTo>
                <a:lnTo>
                  <a:pt x="2274159" y="8410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8" name="9ujf_9_official_ReferenceLigand_27">
            <a:extLst>
              <a:ext uri="{FF2B5EF4-FFF2-40B4-BE49-F238E27FC236}">
                <a16:creationId xmlns:a16="http://schemas.microsoft.com/office/drawing/2014/main" id="{48B0549C-6A47-440A-BF1A-CB6FAFECD2B8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1772" y="551300"/>
                </a:moveTo>
                <a:lnTo>
                  <a:pt x="530918" y="5781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9" name="9ujf_9_official_ReferenceLigand_28">
            <a:extLst>
              <a:ext uri="{FF2B5EF4-FFF2-40B4-BE49-F238E27FC236}">
                <a16:creationId xmlns:a16="http://schemas.microsoft.com/office/drawing/2014/main" id="{4DEF7641-AD30-4D3A-8B3C-9D99EA4B364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82" y="831858"/>
                </a:moveTo>
                <a:lnTo>
                  <a:pt x="2114596" y="7199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0" name="9ujf_9_official_ReferenceLigand_29">
            <a:extLst>
              <a:ext uri="{FF2B5EF4-FFF2-40B4-BE49-F238E27FC236}">
                <a16:creationId xmlns:a16="http://schemas.microsoft.com/office/drawing/2014/main" id="{ADE5E3ED-FFEB-4896-AD8D-47298F8A895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351" y="557688"/>
                </a:moveTo>
                <a:lnTo>
                  <a:pt x="979833" y="4885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1" name="9ujf_9_official_ReferenceLigand_30">
            <a:extLst>
              <a:ext uri="{FF2B5EF4-FFF2-40B4-BE49-F238E27FC236}">
                <a16:creationId xmlns:a16="http://schemas.microsoft.com/office/drawing/2014/main" id="{83884283-D753-4072-80C5-9B96C00622E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0918" y="578188"/>
                </a:moveTo>
                <a:lnTo>
                  <a:pt x="419394" y="5401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2" name="9ujf_9_official_ReferenceLigand_31">
            <a:extLst>
              <a:ext uri="{FF2B5EF4-FFF2-40B4-BE49-F238E27FC236}">
                <a16:creationId xmlns:a16="http://schemas.microsoft.com/office/drawing/2014/main" id="{533A59CC-D33A-4037-A7FE-530EC244908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4596" y="719913"/>
                </a:moveTo>
                <a:lnTo>
                  <a:pt x="2131809" y="6121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3" name="9ujf_9_official_ReferenceLigand_32">
            <a:extLst>
              <a:ext uri="{FF2B5EF4-FFF2-40B4-BE49-F238E27FC236}">
                <a16:creationId xmlns:a16="http://schemas.microsoft.com/office/drawing/2014/main" id="{841719CF-0BD1-48F1-9208-7EA3CBD421CF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3259" y="486747"/>
                </a:moveTo>
                <a:lnTo>
                  <a:pt x="711772" y="5513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4" name="9ujf_9_official_ReferenceLigand_33">
            <a:extLst>
              <a:ext uri="{FF2B5EF4-FFF2-40B4-BE49-F238E27FC236}">
                <a16:creationId xmlns:a16="http://schemas.microsoft.com/office/drawing/2014/main" id="{6BD8B435-08D1-4DEC-ADAF-F258A6E2834B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833" y="488504"/>
                </a:moveTo>
                <a:lnTo>
                  <a:pt x="803259" y="486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5" name="9ujf_9_official_PredictedLigand_0">
            <a:extLst>
              <a:ext uri="{FF2B5EF4-FFF2-40B4-BE49-F238E27FC236}">
                <a16:creationId xmlns:a16="http://schemas.microsoft.com/office/drawing/2014/main" id="{8A932EB3-009E-4328-8159-E615CDE19BC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9017" y="697421"/>
                </a:moveTo>
                <a:lnTo>
                  <a:pt x="579971" y="7402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56" name="9ujf_9_official_PredictedLigand_1">
            <a:extLst>
              <a:ext uri="{FF2B5EF4-FFF2-40B4-BE49-F238E27FC236}">
                <a16:creationId xmlns:a16="http://schemas.microsoft.com/office/drawing/2014/main" id="{382403C3-8424-4B33-B804-2A125A1E0BD8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9017" y="697421"/>
                </a:moveTo>
                <a:lnTo>
                  <a:pt x="833252" y="7218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57" name="9ujf_9_official_PredictedLigand_2">
            <a:extLst>
              <a:ext uri="{FF2B5EF4-FFF2-40B4-BE49-F238E27FC236}">
                <a16:creationId xmlns:a16="http://schemas.microsoft.com/office/drawing/2014/main" id="{4D644218-7793-433F-B950-42FE4A80F782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7938" y="316457"/>
                </a:moveTo>
                <a:lnTo>
                  <a:pt x="1953983" y="3551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58" name="9ujf_9_official_PredictedLigand_3">
            <a:extLst>
              <a:ext uri="{FF2B5EF4-FFF2-40B4-BE49-F238E27FC236}">
                <a16:creationId xmlns:a16="http://schemas.microsoft.com/office/drawing/2014/main" id="{5C74A60D-5DA1-423E-96B0-61515AA73683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2570" y="680213"/>
                </a:moveTo>
                <a:lnTo>
                  <a:pt x="1553323" y="4993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59" name="9ujf_9_official_PredictedLigand_4">
            <a:extLst>
              <a:ext uri="{FF2B5EF4-FFF2-40B4-BE49-F238E27FC236}">
                <a16:creationId xmlns:a16="http://schemas.microsoft.com/office/drawing/2014/main" id="{46D3FA89-7C44-4645-A195-93CB2DD3FD77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7043" y="687173"/>
                </a:moveTo>
                <a:lnTo>
                  <a:pt x="1472570" y="6802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60" name="9ujf_9_official_PredictedLigand_5">
            <a:extLst>
              <a:ext uri="{FF2B5EF4-FFF2-40B4-BE49-F238E27FC236}">
                <a16:creationId xmlns:a16="http://schemas.microsoft.com/office/drawing/2014/main" id="{56DE2FCE-8181-49A4-8B6C-18622FFE1A3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3323" y="499387"/>
                </a:moveTo>
                <a:lnTo>
                  <a:pt x="1477944" y="3596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61" name="9ujf_9_official_PredictedLigand_6">
            <a:extLst>
              <a:ext uri="{FF2B5EF4-FFF2-40B4-BE49-F238E27FC236}">
                <a16:creationId xmlns:a16="http://schemas.microsoft.com/office/drawing/2014/main" id="{161158F8-A2BF-4161-9F03-CDD92EA94A80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6336" y="632310"/>
                </a:moveTo>
                <a:lnTo>
                  <a:pt x="659017" y="6974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62" name="9ujf_9_official_PredictedLigand_7">
            <a:extLst>
              <a:ext uri="{FF2B5EF4-FFF2-40B4-BE49-F238E27FC236}">
                <a16:creationId xmlns:a16="http://schemas.microsoft.com/office/drawing/2014/main" id="{009E0C92-448D-4325-A0E0-74FF0CEA72EE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3252" y="721865"/>
                </a:moveTo>
                <a:lnTo>
                  <a:pt x="898525" y="6983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63" name="9ujf_9_official_PredictedLigand_8">
            <a:extLst>
              <a:ext uri="{FF2B5EF4-FFF2-40B4-BE49-F238E27FC236}">
                <a16:creationId xmlns:a16="http://schemas.microsoft.com/office/drawing/2014/main" id="{19420549-2A99-4D17-A5D9-5DD5761761E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2570" y="680213"/>
                </a:moveTo>
                <a:lnTo>
                  <a:pt x="1546422" y="772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64" name="9ujf_9_official_PredictedLigand_9">
            <a:extLst>
              <a:ext uri="{FF2B5EF4-FFF2-40B4-BE49-F238E27FC236}">
                <a16:creationId xmlns:a16="http://schemas.microsoft.com/office/drawing/2014/main" id="{E0FD3F8D-1CDB-41BC-B2A6-AF8BBA1BAC7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4514" y="796955"/>
                </a:moveTo>
                <a:lnTo>
                  <a:pt x="1287043" y="6871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65" name="9ujf_9_official_PredictedLigand_10">
            <a:extLst>
              <a:ext uri="{FF2B5EF4-FFF2-40B4-BE49-F238E27FC236}">
                <a16:creationId xmlns:a16="http://schemas.microsoft.com/office/drawing/2014/main" id="{4A865FC1-CAD6-44D1-9613-DC939ECAED33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3084" y="191795"/>
                </a:moveTo>
                <a:lnTo>
                  <a:pt x="1947938" y="3164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66" name="9ujf_9_official_PredictedLigand_11">
            <a:extLst>
              <a:ext uri="{FF2B5EF4-FFF2-40B4-BE49-F238E27FC236}">
                <a16:creationId xmlns:a16="http://schemas.microsoft.com/office/drawing/2014/main" id="{A40CFC59-14BA-4DD5-89B5-85ABD0C21880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7938" y="316457"/>
                </a:moveTo>
                <a:lnTo>
                  <a:pt x="2116278" y="225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67" name="9ujf_9_official_PredictedLigand_12">
            <a:extLst>
              <a:ext uri="{FF2B5EF4-FFF2-40B4-BE49-F238E27FC236}">
                <a16:creationId xmlns:a16="http://schemas.microsoft.com/office/drawing/2014/main" id="{773F5B78-1341-4F01-88D3-1571BE530E8C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7944" y="359613"/>
                </a:moveTo>
                <a:lnTo>
                  <a:pt x="1574708" y="2059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68" name="9ujf_9_official_PredictedLigand_13">
            <a:extLst>
              <a:ext uri="{FF2B5EF4-FFF2-40B4-BE49-F238E27FC236}">
                <a16:creationId xmlns:a16="http://schemas.microsoft.com/office/drawing/2014/main" id="{1F5B7242-1ADE-421D-B79F-5820D2997382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4708" y="205970"/>
                </a:moveTo>
                <a:lnTo>
                  <a:pt x="1783084" y="191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69" name="9ujf_9_official_PredictedLigand_14">
            <a:extLst>
              <a:ext uri="{FF2B5EF4-FFF2-40B4-BE49-F238E27FC236}">
                <a16:creationId xmlns:a16="http://schemas.microsoft.com/office/drawing/2014/main" id="{CA135A69-B4B7-4574-899B-27FE7A76B60E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7938" y="316457"/>
                </a:moveTo>
                <a:lnTo>
                  <a:pt x="1927593" y="488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70" name="9ujf_9_official_PredictedLigand_15">
            <a:extLst>
              <a:ext uri="{FF2B5EF4-FFF2-40B4-BE49-F238E27FC236}">
                <a16:creationId xmlns:a16="http://schemas.microsoft.com/office/drawing/2014/main" id="{428F7B14-9354-48F3-8385-6095C0D75B6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4708" y="205970"/>
                </a:moveTo>
                <a:lnTo>
                  <a:pt x="1482314" y="430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71" name="9ujf_9_official_PredictedLigand_16">
            <a:extLst>
              <a:ext uri="{FF2B5EF4-FFF2-40B4-BE49-F238E27FC236}">
                <a16:creationId xmlns:a16="http://schemas.microsoft.com/office/drawing/2014/main" id="{120F56C3-7662-41CF-8E2E-D7A85AB34F5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6422" y="772805"/>
                </a:moveTo>
                <a:lnTo>
                  <a:pt x="1701388" y="8804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72" name="9ujf_9_official_PredictedLigand_17">
            <a:extLst>
              <a:ext uri="{FF2B5EF4-FFF2-40B4-BE49-F238E27FC236}">
                <a16:creationId xmlns:a16="http://schemas.microsoft.com/office/drawing/2014/main" id="{BE896B4C-8BB6-4ECA-96CF-F94BD845F1DC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719" y="614649"/>
                </a:moveTo>
                <a:lnTo>
                  <a:pt x="2233698" y="590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73" name="9ujf_9_official_PredictedLigand_18">
            <a:extLst>
              <a:ext uri="{FF2B5EF4-FFF2-40B4-BE49-F238E27FC236}">
                <a16:creationId xmlns:a16="http://schemas.microsoft.com/office/drawing/2014/main" id="{717B0D4C-C197-4B7E-8F19-3802C340E7AB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7819" y="598966"/>
                </a:moveTo>
                <a:lnTo>
                  <a:pt x="546336" y="6323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74" name="9ujf_9_official_PredictedLigand_19">
            <a:extLst>
              <a:ext uri="{FF2B5EF4-FFF2-40B4-BE49-F238E27FC236}">
                <a16:creationId xmlns:a16="http://schemas.microsoft.com/office/drawing/2014/main" id="{A2C469B4-EDBB-46D5-A78A-B4A3129D5BF2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4514" y="796955"/>
                </a:moveTo>
                <a:lnTo>
                  <a:pt x="1065076" y="727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75" name="9ujf_9_official_PredictedLigand_20">
            <a:extLst>
              <a:ext uri="{FF2B5EF4-FFF2-40B4-BE49-F238E27FC236}">
                <a16:creationId xmlns:a16="http://schemas.microsoft.com/office/drawing/2014/main" id="{5C96180C-D8C4-4CC8-BA33-6FBEE460D609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376" y="868076"/>
                </a:moveTo>
                <a:lnTo>
                  <a:pt x="1224514" y="7969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76" name="9ujf_9_official_PredictedLigand_21">
            <a:extLst>
              <a:ext uri="{FF2B5EF4-FFF2-40B4-BE49-F238E27FC236}">
                <a16:creationId xmlns:a16="http://schemas.microsoft.com/office/drawing/2014/main" id="{F824C54E-B421-4E25-9082-6E36EEF0826E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8525" y="698310"/>
                </a:moveTo>
                <a:lnTo>
                  <a:pt x="1065076" y="727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77" name="9ujf_9_official_PredictedLigand_22">
            <a:extLst>
              <a:ext uri="{FF2B5EF4-FFF2-40B4-BE49-F238E27FC236}">
                <a16:creationId xmlns:a16="http://schemas.microsoft.com/office/drawing/2014/main" id="{3808B1C1-43DE-4B15-B266-9ED78DD3E60E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6422" y="772805"/>
                </a:moveTo>
                <a:lnTo>
                  <a:pt x="1388376" y="868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78" name="9ujf_9_official_PredictedLigand_23">
            <a:extLst>
              <a:ext uri="{FF2B5EF4-FFF2-40B4-BE49-F238E27FC236}">
                <a16:creationId xmlns:a16="http://schemas.microsoft.com/office/drawing/2014/main" id="{5EE3F159-9426-48F8-A5B3-BF24F8F6D68F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7593" y="488682"/>
                </a:moveTo>
                <a:lnTo>
                  <a:pt x="2087719" y="6146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79" name="9ujf_9_official_PredictedLigand_24">
            <a:extLst>
              <a:ext uri="{FF2B5EF4-FFF2-40B4-BE49-F238E27FC236}">
                <a16:creationId xmlns:a16="http://schemas.microsoft.com/office/drawing/2014/main" id="{27FCEC16-39FA-4AA8-92FF-26880E3B91CB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8525" y="698310"/>
                </a:moveTo>
                <a:lnTo>
                  <a:pt x="786316" y="6364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80" name="9ujf_9_official_PredictedLigand_25">
            <a:extLst>
              <a:ext uri="{FF2B5EF4-FFF2-40B4-BE49-F238E27FC236}">
                <a16:creationId xmlns:a16="http://schemas.microsoft.com/office/drawing/2014/main" id="{7E2E59C6-A499-41FD-B36E-4DFE89E6AF7C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719" y="614649"/>
                </a:moveTo>
                <a:lnTo>
                  <a:pt x="2019996" y="804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81" name="9ujf_9_official_PredictedLigand_26">
            <a:extLst>
              <a:ext uri="{FF2B5EF4-FFF2-40B4-BE49-F238E27FC236}">
                <a16:creationId xmlns:a16="http://schemas.microsoft.com/office/drawing/2014/main" id="{D425ABB8-A6BD-466C-AD4C-042C6A57F68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122" y="1050398"/>
                </a:moveTo>
                <a:lnTo>
                  <a:pt x="1388376" y="868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82" name="9ujf_9_official_PredictedLigand_27">
            <a:extLst>
              <a:ext uri="{FF2B5EF4-FFF2-40B4-BE49-F238E27FC236}">
                <a16:creationId xmlns:a16="http://schemas.microsoft.com/office/drawing/2014/main" id="{6D0BA6E2-62C2-4019-A051-E867D895DD05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4708" y="205970"/>
                </a:moveTo>
                <a:lnTo>
                  <a:pt x="1568406" y="2303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83" name="9ujf_9_official_PredictedLigand_28">
            <a:extLst>
              <a:ext uri="{FF2B5EF4-FFF2-40B4-BE49-F238E27FC236}">
                <a16:creationId xmlns:a16="http://schemas.microsoft.com/office/drawing/2014/main" id="{0EC03745-CB7B-4E5A-8FD5-2486245A84B6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6316" y="636477"/>
                </a:moveTo>
                <a:lnTo>
                  <a:pt x="607819" y="5989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84" name="9ujf_9_official_PredictedLigand_29">
            <a:extLst>
              <a:ext uri="{FF2B5EF4-FFF2-40B4-BE49-F238E27FC236}">
                <a16:creationId xmlns:a16="http://schemas.microsoft.com/office/drawing/2014/main" id="{56B8459E-66CC-4284-AA90-DC8267EBF434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7819" y="598966"/>
                </a:moveTo>
                <a:lnTo>
                  <a:pt x="504612" y="5425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85" name="9ujf_9_official_PredictedLigand_30">
            <a:extLst>
              <a:ext uri="{FF2B5EF4-FFF2-40B4-BE49-F238E27FC236}">
                <a16:creationId xmlns:a16="http://schemas.microsoft.com/office/drawing/2014/main" id="{CC3CC8D1-E8A4-4365-9906-48271B1BFD1B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5076" y="727004"/>
                </a:moveTo>
                <a:lnTo>
                  <a:pt x="1054916" y="6820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86" name="9ujf_9_official_PredictedLigand_31">
            <a:extLst>
              <a:ext uri="{FF2B5EF4-FFF2-40B4-BE49-F238E27FC236}">
                <a16:creationId xmlns:a16="http://schemas.microsoft.com/office/drawing/2014/main" id="{1F76DAFB-01C8-4337-A2D9-BB0500258467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719" y="614649"/>
                </a:moveTo>
                <a:lnTo>
                  <a:pt x="2161642" y="5783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87" name="9ujf_9_official_PredictedLigand_32">
            <a:extLst>
              <a:ext uri="{FF2B5EF4-FFF2-40B4-BE49-F238E27FC236}">
                <a16:creationId xmlns:a16="http://schemas.microsoft.com/office/drawing/2014/main" id="{96B3D3A8-B3B4-4640-94DD-F0A662EE70EF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7026" y="626290"/>
                </a:moveTo>
                <a:lnTo>
                  <a:pt x="786316" y="6364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88" name="9ujf_9_official_PredictedLigand_33">
            <a:extLst>
              <a:ext uri="{FF2B5EF4-FFF2-40B4-BE49-F238E27FC236}">
                <a16:creationId xmlns:a16="http://schemas.microsoft.com/office/drawing/2014/main" id="{458EF0B2-35F4-410E-BB02-313BCECF9271}"/>
              </a:ext>
            </a:extLst>
          </p:cNvPr>
          <p:cNvSpPr>
            <a:spLocks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16" y="682085"/>
                </a:moveTo>
                <a:lnTo>
                  <a:pt x="887026" y="626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89" name="9ujf_9_official_PredictedAtoms_0">
            <a:extLst>
              <a:ext uri="{FF2B5EF4-FFF2-40B4-BE49-F238E27FC236}">
                <a16:creationId xmlns:a16="http://schemas.microsoft.com/office/drawing/2014/main" id="{0CD7C7E8-1EE4-4399-98CC-A07F4F74BF60}"/>
              </a:ext>
            </a:extLst>
          </p:cNvPr>
          <p:cNvSpPr>
            <a:spLocks/>
          </p:cNvSpPr>
          <p:nvPr/>
        </p:nvSpPr>
        <p:spPr>
          <a:xfrm>
            <a:off x="1632530" y="89875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90" name="9ujf_9_official_PredictedAtoms_1">
            <a:extLst>
              <a:ext uri="{FF2B5EF4-FFF2-40B4-BE49-F238E27FC236}">
                <a16:creationId xmlns:a16="http://schemas.microsoft.com/office/drawing/2014/main" id="{87640136-3734-4FD4-BD96-1729D1051B60}"/>
              </a:ext>
            </a:extLst>
          </p:cNvPr>
          <p:cNvSpPr>
            <a:spLocks/>
          </p:cNvSpPr>
          <p:nvPr/>
        </p:nvSpPr>
        <p:spPr>
          <a:xfrm>
            <a:off x="1600784" y="8805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91" name="9ujf_9_official_PredictedAtoms_2">
            <a:extLst>
              <a:ext uri="{FF2B5EF4-FFF2-40B4-BE49-F238E27FC236}">
                <a16:creationId xmlns:a16="http://schemas.microsoft.com/office/drawing/2014/main" id="{2B960C9A-549A-4295-AF52-E95B85EE9C3E}"/>
              </a:ext>
            </a:extLst>
          </p:cNvPr>
          <p:cNvSpPr>
            <a:spLocks/>
          </p:cNvSpPr>
          <p:nvPr/>
        </p:nvSpPr>
        <p:spPr>
          <a:xfrm>
            <a:off x="1436922" y="87341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92" name="9ujf_9_official_PredictedAtoms_3">
            <a:extLst>
              <a:ext uri="{FF2B5EF4-FFF2-40B4-BE49-F238E27FC236}">
                <a16:creationId xmlns:a16="http://schemas.microsoft.com/office/drawing/2014/main" id="{BB5132BF-C106-476C-A139-03D0A98FF57C}"/>
              </a:ext>
            </a:extLst>
          </p:cNvPr>
          <p:cNvSpPr>
            <a:spLocks/>
          </p:cNvSpPr>
          <p:nvPr/>
        </p:nvSpPr>
        <p:spPr>
          <a:xfrm>
            <a:off x="1277484" y="86641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93" name="9ujf_9_official_PredictedAtoms_4">
            <a:extLst>
              <a:ext uri="{FF2B5EF4-FFF2-40B4-BE49-F238E27FC236}">
                <a16:creationId xmlns:a16="http://schemas.microsoft.com/office/drawing/2014/main" id="{FC0C9654-1E52-4E8C-A9AE-A7296C6E09E3}"/>
              </a:ext>
            </a:extLst>
          </p:cNvPr>
          <p:cNvSpPr>
            <a:spLocks/>
          </p:cNvSpPr>
          <p:nvPr/>
        </p:nvSpPr>
        <p:spPr>
          <a:xfrm>
            <a:off x="1267323" y="86192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94" name="9ujf_9_official_PredictedAtoms_5">
            <a:extLst>
              <a:ext uri="{FF2B5EF4-FFF2-40B4-BE49-F238E27FC236}">
                <a16:creationId xmlns:a16="http://schemas.microsoft.com/office/drawing/2014/main" id="{17550BFC-4158-4ABB-A38E-F594B926A41A}"/>
              </a:ext>
            </a:extLst>
          </p:cNvPr>
          <p:cNvSpPr>
            <a:spLocks/>
          </p:cNvSpPr>
          <p:nvPr/>
        </p:nvSpPr>
        <p:spPr>
          <a:xfrm>
            <a:off x="1099434" y="8563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95" name="9ujf_9_official_PredictedAtoms_6">
            <a:extLst>
              <a:ext uri="{FF2B5EF4-FFF2-40B4-BE49-F238E27FC236}">
                <a16:creationId xmlns:a16="http://schemas.microsoft.com/office/drawing/2014/main" id="{FA56E006-41C6-4EDD-9ACD-00357CD973D0}"/>
              </a:ext>
            </a:extLst>
          </p:cNvPr>
          <p:cNvSpPr>
            <a:spLocks/>
          </p:cNvSpPr>
          <p:nvPr/>
        </p:nvSpPr>
        <p:spPr>
          <a:xfrm>
            <a:off x="998724" y="85736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96" name="9ujf_9_official_PredictedAtoms_7">
            <a:extLst>
              <a:ext uri="{FF2B5EF4-FFF2-40B4-BE49-F238E27FC236}">
                <a16:creationId xmlns:a16="http://schemas.microsoft.com/office/drawing/2014/main" id="{3F1E594B-98A4-4A19-82E8-8C6F051D3E76}"/>
              </a:ext>
            </a:extLst>
          </p:cNvPr>
          <p:cNvSpPr>
            <a:spLocks/>
          </p:cNvSpPr>
          <p:nvPr/>
        </p:nvSpPr>
        <p:spPr>
          <a:xfrm>
            <a:off x="820226" y="85361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97" name="9ujf_9_official_PredictedAtoms_8">
            <a:extLst>
              <a:ext uri="{FF2B5EF4-FFF2-40B4-BE49-F238E27FC236}">
                <a16:creationId xmlns:a16="http://schemas.microsoft.com/office/drawing/2014/main" id="{794DF097-C69A-4118-AABF-0756BA2274AD}"/>
              </a:ext>
            </a:extLst>
          </p:cNvPr>
          <p:cNvSpPr>
            <a:spLocks/>
          </p:cNvSpPr>
          <p:nvPr/>
        </p:nvSpPr>
        <p:spPr>
          <a:xfrm>
            <a:off x="717020" y="84797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98" name="9ujf_9_official_PredictedAtoms_9">
            <a:extLst>
              <a:ext uri="{FF2B5EF4-FFF2-40B4-BE49-F238E27FC236}">
                <a16:creationId xmlns:a16="http://schemas.microsoft.com/office/drawing/2014/main" id="{BB652DDD-1C8F-4D28-83AC-FCB2336F0A03}"/>
              </a:ext>
            </a:extLst>
          </p:cNvPr>
          <p:cNvSpPr>
            <a:spLocks/>
          </p:cNvSpPr>
          <p:nvPr/>
        </p:nvSpPr>
        <p:spPr>
          <a:xfrm>
            <a:off x="758744" y="85694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99" name="9ujf_9_official_PredictedAtoms_10">
            <a:extLst>
              <a:ext uri="{FF2B5EF4-FFF2-40B4-BE49-F238E27FC236}">
                <a16:creationId xmlns:a16="http://schemas.microsoft.com/office/drawing/2014/main" id="{9E6A2DE2-022A-4E81-9FA2-049E86530A1A}"/>
              </a:ext>
            </a:extLst>
          </p:cNvPr>
          <p:cNvSpPr>
            <a:spLocks/>
          </p:cNvSpPr>
          <p:nvPr/>
        </p:nvSpPr>
        <p:spPr>
          <a:xfrm>
            <a:off x="871425" y="86346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00" name="9ujf_9_official_PredictedAtoms_11">
            <a:extLst>
              <a:ext uri="{FF2B5EF4-FFF2-40B4-BE49-F238E27FC236}">
                <a16:creationId xmlns:a16="http://schemas.microsoft.com/office/drawing/2014/main" id="{44718472-38FA-4D95-A56E-DC14DBB0025C}"/>
              </a:ext>
            </a:extLst>
          </p:cNvPr>
          <p:cNvSpPr>
            <a:spLocks/>
          </p:cNvSpPr>
          <p:nvPr/>
        </p:nvSpPr>
        <p:spPr>
          <a:xfrm>
            <a:off x="792379" y="86774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01" name="9ujf_9_official_PredictedAtoms_12">
            <a:extLst>
              <a:ext uri="{FF2B5EF4-FFF2-40B4-BE49-F238E27FC236}">
                <a16:creationId xmlns:a16="http://schemas.microsoft.com/office/drawing/2014/main" id="{DEBC51DD-DD54-4435-9536-BAAA2E9ACA8F}"/>
              </a:ext>
            </a:extLst>
          </p:cNvPr>
          <p:cNvSpPr>
            <a:spLocks/>
          </p:cNvSpPr>
          <p:nvPr/>
        </p:nvSpPr>
        <p:spPr>
          <a:xfrm>
            <a:off x="1045659" y="8659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02" name="9ujf_9_official_PredictedAtoms_13">
            <a:extLst>
              <a:ext uri="{FF2B5EF4-FFF2-40B4-BE49-F238E27FC236}">
                <a16:creationId xmlns:a16="http://schemas.microsoft.com/office/drawing/2014/main" id="{A2124784-61B7-4424-A4DA-967D9E958477}"/>
              </a:ext>
            </a:extLst>
          </p:cNvPr>
          <p:cNvSpPr>
            <a:spLocks/>
          </p:cNvSpPr>
          <p:nvPr/>
        </p:nvSpPr>
        <p:spPr>
          <a:xfrm>
            <a:off x="1110932" y="86354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03" name="9ujf_9_official_PredictedAtoms_14">
            <a:extLst>
              <a:ext uri="{FF2B5EF4-FFF2-40B4-BE49-F238E27FC236}">
                <a16:creationId xmlns:a16="http://schemas.microsoft.com/office/drawing/2014/main" id="{0AF8D36F-9C4E-4A86-BB40-7C58C9CC4AB4}"/>
              </a:ext>
            </a:extLst>
          </p:cNvPr>
          <p:cNvSpPr>
            <a:spLocks/>
          </p:cNvSpPr>
          <p:nvPr/>
        </p:nvSpPr>
        <p:spPr>
          <a:xfrm>
            <a:off x="1499450" y="86243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04" name="9ujf_9_official_PredictedAtoms_15">
            <a:extLst>
              <a:ext uri="{FF2B5EF4-FFF2-40B4-BE49-F238E27FC236}">
                <a16:creationId xmlns:a16="http://schemas.microsoft.com/office/drawing/2014/main" id="{5928B082-6052-4F6A-8520-704384C7559F}"/>
              </a:ext>
            </a:extLst>
          </p:cNvPr>
          <p:cNvSpPr>
            <a:spLocks/>
          </p:cNvSpPr>
          <p:nvPr/>
        </p:nvSpPr>
        <p:spPr>
          <a:xfrm>
            <a:off x="1684978" y="86173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05" name="9ujf_9_official_PredictedAtoms_16">
            <a:extLst>
              <a:ext uri="{FF2B5EF4-FFF2-40B4-BE49-F238E27FC236}">
                <a16:creationId xmlns:a16="http://schemas.microsoft.com/office/drawing/2014/main" id="{3E0C66DF-C99E-4493-A8E5-E4218A7993C0}"/>
              </a:ext>
            </a:extLst>
          </p:cNvPr>
          <p:cNvSpPr>
            <a:spLocks/>
          </p:cNvSpPr>
          <p:nvPr/>
        </p:nvSpPr>
        <p:spPr>
          <a:xfrm>
            <a:off x="1765730" y="84365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06" name="9ujf_9_official_PredictedAtoms_17">
            <a:extLst>
              <a:ext uri="{FF2B5EF4-FFF2-40B4-BE49-F238E27FC236}">
                <a16:creationId xmlns:a16="http://schemas.microsoft.com/office/drawing/2014/main" id="{0CE1668B-69EB-4CA1-A05B-E728175AC489}"/>
              </a:ext>
            </a:extLst>
          </p:cNvPr>
          <p:cNvSpPr>
            <a:spLocks/>
          </p:cNvSpPr>
          <p:nvPr/>
        </p:nvSpPr>
        <p:spPr>
          <a:xfrm>
            <a:off x="1690351" y="82967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07" name="9ujf_9_official_PredictedAtoms_18">
            <a:extLst>
              <a:ext uri="{FF2B5EF4-FFF2-40B4-BE49-F238E27FC236}">
                <a16:creationId xmlns:a16="http://schemas.microsoft.com/office/drawing/2014/main" id="{93873C18-3CBC-4140-B669-D6B60A04C561}"/>
              </a:ext>
            </a:extLst>
          </p:cNvPr>
          <p:cNvSpPr>
            <a:spLocks/>
          </p:cNvSpPr>
          <p:nvPr/>
        </p:nvSpPr>
        <p:spPr>
          <a:xfrm>
            <a:off x="1787115" y="81431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08" name="9ujf_9_official_PredictedAtoms_19">
            <a:extLst>
              <a:ext uri="{FF2B5EF4-FFF2-40B4-BE49-F238E27FC236}">
                <a16:creationId xmlns:a16="http://schemas.microsoft.com/office/drawing/2014/main" id="{1BB7980A-8B08-4636-97DB-9F90A18C2474}"/>
              </a:ext>
            </a:extLst>
          </p:cNvPr>
          <p:cNvSpPr>
            <a:spLocks/>
          </p:cNvSpPr>
          <p:nvPr/>
        </p:nvSpPr>
        <p:spPr>
          <a:xfrm>
            <a:off x="1780814" y="8167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09" name="9ujf_9_official_PredictedAtoms_20">
            <a:extLst>
              <a:ext uri="{FF2B5EF4-FFF2-40B4-BE49-F238E27FC236}">
                <a16:creationId xmlns:a16="http://schemas.microsoft.com/office/drawing/2014/main" id="{2EC63212-265D-4048-BC0B-12CE89A610D0}"/>
              </a:ext>
            </a:extLst>
          </p:cNvPr>
          <p:cNvSpPr>
            <a:spLocks/>
          </p:cNvSpPr>
          <p:nvPr/>
        </p:nvSpPr>
        <p:spPr>
          <a:xfrm>
            <a:off x="1694721" y="79802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10" name="9ujf_9_official_PredictedAtoms_21">
            <a:extLst>
              <a:ext uri="{FF2B5EF4-FFF2-40B4-BE49-F238E27FC236}">
                <a16:creationId xmlns:a16="http://schemas.microsoft.com/office/drawing/2014/main" id="{EB7E91AC-5F95-4C9D-AFE9-D7C702CD1B44}"/>
              </a:ext>
            </a:extLst>
          </p:cNvPr>
          <p:cNvSpPr>
            <a:spLocks/>
          </p:cNvSpPr>
          <p:nvPr/>
        </p:nvSpPr>
        <p:spPr>
          <a:xfrm>
            <a:off x="1995492" y="812897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11" name="9ujf_9_official_PredictedAtoms_22">
            <a:extLst>
              <a:ext uri="{FF2B5EF4-FFF2-40B4-BE49-F238E27FC236}">
                <a16:creationId xmlns:a16="http://schemas.microsoft.com/office/drawing/2014/main" id="{D3653DEC-AC1F-4E18-A75C-E3A30A3DE6DB}"/>
              </a:ext>
            </a:extLst>
          </p:cNvPr>
          <p:cNvSpPr>
            <a:spLocks/>
          </p:cNvSpPr>
          <p:nvPr/>
        </p:nvSpPr>
        <p:spPr>
          <a:xfrm>
            <a:off x="2160345" y="8253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12" name="9ujf_9_official_PredictedAtoms_23">
            <a:extLst>
              <a:ext uri="{FF2B5EF4-FFF2-40B4-BE49-F238E27FC236}">
                <a16:creationId xmlns:a16="http://schemas.microsoft.com/office/drawing/2014/main" id="{B5C16DF4-590E-4B58-8884-F56C116DA327}"/>
              </a:ext>
            </a:extLst>
          </p:cNvPr>
          <p:cNvSpPr>
            <a:spLocks/>
          </p:cNvSpPr>
          <p:nvPr/>
        </p:nvSpPr>
        <p:spPr>
          <a:xfrm>
            <a:off x="2166390" y="829234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13" name="9ujf_9_official_PredictedAtoms_24">
            <a:extLst>
              <a:ext uri="{FF2B5EF4-FFF2-40B4-BE49-F238E27FC236}">
                <a16:creationId xmlns:a16="http://schemas.microsoft.com/office/drawing/2014/main" id="{285F3481-7C56-452A-A776-4844D4CD5A5E}"/>
              </a:ext>
            </a:extLst>
          </p:cNvPr>
          <p:cNvSpPr>
            <a:spLocks/>
          </p:cNvSpPr>
          <p:nvPr/>
        </p:nvSpPr>
        <p:spPr>
          <a:xfrm>
            <a:off x="2328685" y="81627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14" name="9ujf_9_official_PredictedAtoms_25">
            <a:extLst>
              <a:ext uri="{FF2B5EF4-FFF2-40B4-BE49-F238E27FC236}">
                <a16:creationId xmlns:a16="http://schemas.microsoft.com/office/drawing/2014/main" id="{39854512-6DB3-4A9E-8B4D-7F21059B4A8D}"/>
              </a:ext>
            </a:extLst>
          </p:cNvPr>
          <p:cNvSpPr>
            <a:spLocks/>
          </p:cNvSpPr>
          <p:nvPr/>
        </p:nvSpPr>
        <p:spPr>
          <a:xfrm>
            <a:off x="2140001" y="8425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15" name="9ujf_9_official_PredictedAtoms_26">
            <a:extLst>
              <a:ext uri="{FF2B5EF4-FFF2-40B4-BE49-F238E27FC236}">
                <a16:creationId xmlns:a16="http://schemas.microsoft.com/office/drawing/2014/main" id="{09AE1003-C11E-4B86-B915-88344187E74B}"/>
              </a:ext>
            </a:extLst>
          </p:cNvPr>
          <p:cNvSpPr>
            <a:spLocks/>
          </p:cNvSpPr>
          <p:nvPr/>
        </p:nvSpPr>
        <p:spPr>
          <a:xfrm>
            <a:off x="2300127" y="85518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16" name="9ujf_9_official_PredictedAtoms_27">
            <a:extLst>
              <a:ext uri="{FF2B5EF4-FFF2-40B4-BE49-F238E27FC236}">
                <a16:creationId xmlns:a16="http://schemas.microsoft.com/office/drawing/2014/main" id="{8AC0B3DF-77BD-4E1F-8FD5-4E9EE3058697}"/>
              </a:ext>
            </a:extLst>
          </p:cNvPr>
          <p:cNvSpPr>
            <a:spLocks/>
          </p:cNvSpPr>
          <p:nvPr/>
        </p:nvSpPr>
        <p:spPr>
          <a:xfrm>
            <a:off x="2446105" y="85279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17" name="9ujf_9_official_PredictedAtoms_28">
            <a:extLst>
              <a:ext uri="{FF2B5EF4-FFF2-40B4-BE49-F238E27FC236}">
                <a16:creationId xmlns:a16="http://schemas.microsoft.com/office/drawing/2014/main" id="{468601E1-F1F1-418F-BF6C-86871DBD0B2B}"/>
              </a:ext>
            </a:extLst>
          </p:cNvPr>
          <p:cNvSpPr>
            <a:spLocks/>
          </p:cNvSpPr>
          <p:nvPr/>
        </p:nvSpPr>
        <p:spPr>
          <a:xfrm>
            <a:off x="2232404" y="87413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18" name="9ujf_9_official_PredictedAtoms_29">
            <a:extLst>
              <a:ext uri="{FF2B5EF4-FFF2-40B4-BE49-F238E27FC236}">
                <a16:creationId xmlns:a16="http://schemas.microsoft.com/office/drawing/2014/main" id="{B39EB357-7274-4568-9D5B-62920332352A}"/>
              </a:ext>
            </a:extLst>
          </p:cNvPr>
          <p:cNvSpPr>
            <a:spLocks/>
          </p:cNvSpPr>
          <p:nvPr/>
        </p:nvSpPr>
        <p:spPr>
          <a:xfrm>
            <a:off x="2374049" y="85155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19" name="9ujf_9_official_PredictedAtoms_30">
            <a:extLst>
              <a:ext uri="{FF2B5EF4-FFF2-40B4-BE49-F238E27FC236}">
                <a16:creationId xmlns:a16="http://schemas.microsoft.com/office/drawing/2014/main" id="{1CEC601E-7577-49E2-B60D-D9792B744311}"/>
              </a:ext>
            </a:extLst>
          </p:cNvPr>
          <p:cNvSpPr>
            <a:spLocks/>
          </p:cNvSpPr>
          <p:nvPr/>
        </p:nvSpPr>
        <p:spPr>
          <a:xfrm>
            <a:off x="1758830" y="87099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20" name="9ujf_9_official_PredictedAtoms_31">
            <a:extLst>
              <a:ext uri="{FF2B5EF4-FFF2-40B4-BE49-F238E27FC236}">
                <a16:creationId xmlns:a16="http://schemas.microsoft.com/office/drawing/2014/main" id="{093D6E9F-AF01-46CA-B68F-6B1585A354C3}"/>
              </a:ext>
            </a:extLst>
          </p:cNvPr>
          <p:cNvSpPr>
            <a:spLocks/>
          </p:cNvSpPr>
          <p:nvPr/>
        </p:nvSpPr>
        <p:spPr>
          <a:xfrm>
            <a:off x="1913796" y="88176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121" name="stage3-cases-clash_43">
            <a:extLst>
              <a:ext uri="{FF2B5EF4-FFF2-40B4-BE49-F238E27FC236}">
                <a16:creationId xmlns:a16="http://schemas.microsoft.com/office/drawing/2014/main" id="{B09F7D8D-82D3-4DEE-80C6-C66D6778B39C}"/>
              </a:ext>
            </a:extLst>
          </p:cNvPr>
          <p:cNvSpPr>
            <a:spLocks/>
          </p:cNvSpPr>
          <p:nvPr/>
        </p:nvSpPr>
        <p:spPr>
          <a:xfrm>
            <a:off x="2286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3.44 Å   D 62%   Clash 0</a:t>
            </a:r>
          </a:p>
        </p:txBody>
      </p:sp>
      <p:sp>
        <p:nvSpPr>
          <p:cNvPr id="2122" name="9ujf_9_tuned_Receptor">
            <a:extLst>
              <a:ext uri="{FF2B5EF4-FFF2-40B4-BE49-F238E27FC236}">
                <a16:creationId xmlns:a16="http://schemas.microsoft.com/office/drawing/2014/main" id="{E440CEBE-B8B8-474B-884B-BC1F3CC597BF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21" y="927893"/>
                </a:moveTo>
                <a:lnTo>
                  <a:pt x="981357" y="1080945"/>
                </a:lnTo>
                <a:moveTo>
                  <a:pt x="883381" y="830690"/>
                </a:moveTo>
                <a:lnTo>
                  <a:pt x="849821" y="927893"/>
                </a:lnTo>
                <a:moveTo>
                  <a:pt x="1511992" y="134570"/>
                </a:moveTo>
                <a:lnTo>
                  <a:pt x="1610379" y="107194"/>
                </a:lnTo>
                <a:moveTo>
                  <a:pt x="851578" y="944792"/>
                </a:moveTo>
                <a:lnTo>
                  <a:pt x="883381" y="830690"/>
                </a:lnTo>
                <a:moveTo>
                  <a:pt x="1565702" y="1033718"/>
                </a:moveTo>
                <a:lnTo>
                  <a:pt x="1559105" y="1202408"/>
                </a:lnTo>
                <a:moveTo>
                  <a:pt x="670849" y="1017190"/>
                </a:moveTo>
                <a:lnTo>
                  <a:pt x="851578" y="944792"/>
                </a:lnTo>
                <a:moveTo>
                  <a:pt x="1575616" y="258689"/>
                </a:moveTo>
                <a:lnTo>
                  <a:pt x="1511992" y="134570"/>
                </a:lnTo>
                <a:moveTo>
                  <a:pt x="1559105" y="1202408"/>
                </a:moveTo>
                <a:lnTo>
                  <a:pt x="1368939" y="1237183"/>
                </a:lnTo>
                <a:moveTo>
                  <a:pt x="633849" y="1168785"/>
                </a:moveTo>
                <a:lnTo>
                  <a:pt x="670849" y="1017190"/>
                </a:lnTo>
                <a:moveTo>
                  <a:pt x="1575616" y="258689"/>
                </a:moveTo>
                <a:lnTo>
                  <a:pt x="1544145" y="454044"/>
                </a:lnTo>
                <a:moveTo>
                  <a:pt x="1368939" y="1237183"/>
                </a:moveTo>
                <a:lnTo>
                  <a:pt x="1260095" y="1114081"/>
                </a:lnTo>
                <a:moveTo>
                  <a:pt x="1559105" y="1202408"/>
                </a:moveTo>
                <a:lnTo>
                  <a:pt x="1689446" y="1202976"/>
                </a:lnTo>
                <a:moveTo>
                  <a:pt x="442040" y="1236105"/>
                </a:moveTo>
                <a:lnTo>
                  <a:pt x="633849" y="1168785"/>
                </a:lnTo>
                <a:moveTo>
                  <a:pt x="851578" y="944792"/>
                </a:moveTo>
                <a:lnTo>
                  <a:pt x="884114" y="834770"/>
                </a:lnTo>
                <a:moveTo>
                  <a:pt x="1544145" y="454044"/>
                </a:moveTo>
                <a:lnTo>
                  <a:pt x="1582551" y="587827"/>
                </a:lnTo>
                <a:moveTo>
                  <a:pt x="1689446" y="1202976"/>
                </a:moveTo>
                <a:lnTo>
                  <a:pt x="1883229" y="1236407"/>
                </a:lnTo>
                <a:moveTo>
                  <a:pt x="633849" y="1168785"/>
                </a:moveTo>
                <a:lnTo>
                  <a:pt x="747790" y="1254572"/>
                </a:lnTo>
                <a:moveTo>
                  <a:pt x="1488318" y="219978"/>
                </a:moveTo>
                <a:lnTo>
                  <a:pt x="1575616" y="258689"/>
                </a:lnTo>
                <a:moveTo>
                  <a:pt x="442040" y="1236105"/>
                </a:moveTo>
                <a:lnTo>
                  <a:pt x="345258" y="1221031"/>
                </a:lnTo>
                <a:moveTo>
                  <a:pt x="1883229" y="1236407"/>
                </a:moveTo>
                <a:lnTo>
                  <a:pt x="1995667" y="1295051"/>
                </a:lnTo>
                <a:moveTo>
                  <a:pt x="1582551" y="587827"/>
                </a:moveTo>
                <a:lnTo>
                  <a:pt x="1778354" y="584268"/>
                </a:lnTo>
                <a:moveTo>
                  <a:pt x="884114" y="834770"/>
                </a:moveTo>
                <a:lnTo>
                  <a:pt x="760137" y="763181"/>
                </a:lnTo>
                <a:moveTo>
                  <a:pt x="166001" y="1320887"/>
                </a:moveTo>
                <a:lnTo>
                  <a:pt x="9893" y="1210676"/>
                </a:lnTo>
                <a:moveTo>
                  <a:pt x="345258" y="1221031"/>
                </a:moveTo>
                <a:lnTo>
                  <a:pt x="166001" y="1320887"/>
                </a:lnTo>
                <a:moveTo>
                  <a:pt x="345258" y="1221031"/>
                </a:moveTo>
                <a:lnTo>
                  <a:pt x="316743" y="1025908"/>
                </a:lnTo>
                <a:moveTo>
                  <a:pt x="1995667" y="1295051"/>
                </a:moveTo>
                <a:lnTo>
                  <a:pt x="2098965" y="1139142"/>
                </a:lnTo>
                <a:moveTo>
                  <a:pt x="1510670" y="62027"/>
                </a:moveTo>
                <a:lnTo>
                  <a:pt x="1488318" y="219978"/>
                </a:lnTo>
                <a:moveTo>
                  <a:pt x="1778354" y="584268"/>
                </a:moveTo>
                <a:lnTo>
                  <a:pt x="1806849" y="667655"/>
                </a:lnTo>
                <a:moveTo>
                  <a:pt x="1104636" y="118691"/>
                </a:moveTo>
                <a:lnTo>
                  <a:pt x="1106044" y="8389"/>
                </a:lnTo>
                <a:moveTo>
                  <a:pt x="2169893" y="117775"/>
                </a:moveTo>
                <a:lnTo>
                  <a:pt x="2202539" y="107708"/>
                </a:lnTo>
                <a:moveTo>
                  <a:pt x="2098965" y="1139142"/>
                </a:moveTo>
                <a:lnTo>
                  <a:pt x="2191314" y="1190828"/>
                </a:lnTo>
                <a:moveTo>
                  <a:pt x="1403315" y="27711"/>
                </a:moveTo>
                <a:lnTo>
                  <a:pt x="1510670" y="62027"/>
                </a:lnTo>
                <a:moveTo>
                  <a:pt x="941203" y="237825"/>
                </a:moveTo>
                <a:lnTo>
                  <a:pt x="1104636" y="118691"/>
                </a:lnTo>
                <a:moveTo>
                  <a:pt x="1806849" y="667655"/>
                </a:moveTo>
                <a:lnTo>
                  <a:pt x="1995403" y="651010"/>
                </a:lnTo>
                <a:moveTo>
                  <a:pt x="992296" y="424312"/>
                </a:moveTo>
                <a:lnTo>
                  <a:pt x="941203" y="237825"/>
                </a:lnTo>
                <a:moveTo>
                  <a:pt x="1104636" y="118691"/>
                </a:moveTo>
                <a:lnTo>
                  <a:pt x="1244375" y="139745"/>
                </a:lnTo>
                <a:moveTo>
                  <a:pt x="2202539" y="107708"/>
                </a:moveTo>
                <a:lnTo>
                  <a:pt x="2326442" y="5393"/>
                </a:lnTo>
                <a:moveTo>
                  <a:pt x="96898" y="698349"/>
                </a:moveTo>
                <a:lnTo>
                  <a:pt x="207470" y="622781"/>
                </a:lnTo>
                <a:moveTo>
                  <a:pt x="1244375" y="139745"/>
                </a:moveTo>
                <a:lnTo>
                  <a:pt x="1403315" y="27711"/>
                </a:lnTo>
                <a:moveTo>
                  <a:pt x="941203" y="237825"/>
                </a:moveTo>
                <a:lnTo>
                  <a:pt x="829832" y="169457"/>
                </a:lnTo>
                <a:moveTo>
                  <a:pt x="640002" y="244575"/>
                </a:moveTo>
                <a:lnTo>
                  <a:pt x="533548" y="211605"/>
                </a:lnTo>
                <a:moveTo>
                  <a:pt x="829832" y="169457"/>
                </a:moveTo>
                <a:lnTo>
                  <a:pt x="640002" y="244575"/>
                </a:lnTo>
                <a:moveTo>
                  <a:pt x="856008" y="1232840"/>
                </a:moveTo>
                <a:lnTo>
                  <a:pt x="726039" y="1181493"/>
                </a:lnTo>
                <a:moveTo>
                  <a:pt x="2326442" y="5393"/>
                </a:moveTo>
                <a:lnTo>
                  <a:pt x="2345745" y="9131"/>
                </a:lnTo>
                <a:moveTo>
                  <a:pt x="96898" y="698349"/>
                </a:moveTo>
                <a:lnTo>
                  <a:pt x="132372" y="742454"/>
                </a:lnTo>
                <a:moveTo>
                  <a:pt x="856008" y="1232840"/>
                </a:moveTo>
                <a:lnTo>
                  <a:pt x="980734" y="1076174"/>
                </a:lnTo>
                <a:moveTo>
                  <a:pt x="640002" y="244575"/>
                </a:moveTo>
                <a:lnTo>
                  <a:pt x="544818" y="166966"/>
                </a:lnTo>
                <a:moveTo>
                  <a:pt x="133517" y="1106226"/>
                </a:moveTo>
                <a:lnTo>
                  <a:pt x="163859" y="1164753"/>
                </a:lnTo>
                <a:moveTo>
                  <a:pt x="254448" y="951499"/>
                </a:moveTo>
                <a:lnTo>
                  <a:pt x="133517" y="1106226"/>
                </a:lnTo>
                <a:moveTo>
                  <a:pt x="254448" y="951499"/>
                </a:moveTo>
                <a:lnTo>
                  <a:pt x="435989" y="1022457"/>
                </a:lnTo>
                <a:moveTo>
                  <a:pt x="167726" y="843072"/>
                </a:moveTo>
                <a:lnTo>
                  <a:pt x="254448" y="951499"/>
                </a:lnTo>
                <a:moveTo>
                  <a:pt x="506515" y="182338"/>
                </a:moveTo>
                <a:lnTo>
                  <a:pt x="411552" y="57172"/>
                </a:lnTo>
                <a:moveTo>
                  <a:pt x="2643346" y="845225"/>
                </a:moveTo>
                <a:lnTo>
                  <a:pt x="2539453" y="976514"/>
                </a:lnTo>
                <a:moveTo>
                  <a:pt x="2643346" y="845225"/>
                </a:moveTo>
                <a:lnTo>
                  <a:pt x="2603025" y="677311"/>
                </a:lnTo>
                <a:moveTo>
                  <a:pt x="659260" y="110803"/>
                </a:moveTo>
                <a:lnTo>
                  <a:pt x="506515" y="182338"/>
                </a:lnTo>
                <a:moveTo>
                  <a:pt x="2080508" y="127390"/>
                </a:moveTo>
                <a:lnTo>
                  <a:pt x="2213482" y="210126"/>
                </a:lnTo>
                <a:moveTo>
                  <a:pt x="2080508" y="127390"/>
                </a:moveTo>
                <a:lnTo>
                  <a:pt x="1921018" y="118655"/>
                </a:lnTo>
                <a:moveTo>
                  <a:pt x="124243" y="953551"/>
                </a:moveTo>
                <a:lnTo>
                  <a:pt x="167726" y="843072"/>
                </a:lnTo>
                <a:moveTo>
                  <a:pt x="1652830" y="532560"/>
                </a:moveTo>
                <a:lnTo>
                  <a:pt x="1824229" y="544199"/>
                </a:lnTo>
                <a:moveTo>
                  <a:pt x="1560062" y="512522"/>
                </a:moveTo>
                <a:lnTo>
                  <a:pt x="1652830" y="532560"/>
                </a:lnTo>
                <a:moveTo>
                  <a:pt x="1896924" y="1058385"/>
                </a:moveTo>
                <a:lnTo>
                  <a:pt x="1804797" y="1205933"/>
                </a:lnTo>
                <a:moveTo>
                  <a:pt x="2047650" y="979926"/>
                </a:moveTo>
                <a:lnTo>
                  <a:pt x="1896924" y="1058385"/>
                </a:lnTo>
                <a:moveTo>
                  <a:pt x="2111147" y="56000"/>
                </a:moveTo>
                <a:lnTo>
                  <a:pt x="2080508" y="127390"/>
                </a:lnTo>
                <a:moveTo>
                  <a:pt x="1841918" y="530690"/>
                </a:moveTo>
                <a:lnTo>
                  <a:pt x="1824229" y="544199"/>
                </a:lnTo>
                <a:moveTo>
                  <a:pt x="2122782" y="1116883"/>
                </a:moveTo>
                <a:lnTo>
                  <a:pt x="2047650" y="979926"/>
                </a:lnTo>
                <a:moveTo>
                  <a:pt x="1675285" y="510153"/>
                </a:moveTo>
                <a:lnTo>
                  <a:pt x="1560062" y="512522"/>
                </a:lnTo>
                <a:moveTo>
                  <a:pt x="1675285" y="510153"/>
                </a:moveTo>
                <a:lnTo>
                  <a:pt x="1841918" y="530690"/>
                </a:lnTo>
                <a:moveTo>
                  <a:pt x="2290032" y="1055891"/>
                </a:moveTo>
                <a:lnTo>
                  <a:pt x="2122782" y="1116883"/>
                </a:lnTo>
                <a:moveTo>
                  <a:pt x="1611733" y="488989"/>
                </a:moveTo>
                <a:lnTo>
                  <a:pt x="1675285" y="510153"/>
                </a:lnTo>
                <a:moveTo>
                  <a:pt x="2381902" y="1211172"/>
                </a:moveTo>
                <a:lnTo>
                  <a:pt x="2290032" y="1055891"/>
                </a:lnTo>
                <a:moveTo>
                  <a:pt x="2290032" y="1055891"/>
                </a:moveTo>
                <a:lnTo>
                  <a:pt x="2240919" y="921059"/>
                </a:lnTo>
                <a:moveTo>
                  <a:pt x="2240919" y="921059"/>
                </a:moveTo>
                <a:lnTo>
                  <a:pt x="2271319" y="759329"/>
                </a:lnTo>
                <a:moveTo>
                  <a:pt x="1599087" y="665758"/>
                </a:moveTo>
                <a:lnTo>
                  <a:pt x="1611733" y="488989"/>
                </a:lnTo>
                <a:moveTo>
                  <a:pt x="1480820" y="790798"/>
                </a:moveTo>
                <a:lnTo>
                  <a:pt x="1599087" y="665758"/>
                </a:lnTo>
                <a:moveTo>
                  <a:pt x="1599087" y="665758"/>
                </a:moveTo>
                <a:lnTo>
                  <a:pt x="1541933" y="62585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123" name="9ujf_9_tuned_ExperimentalDensity">
            <a:extLst>
              <a:ext uri="{FF2B5EF4-FFF2-40B4-BE49-F238E27FC236}">
                <a16:creationId xmlns:a16="http://schemas.microsoft.com/office/drawing/2014/main" id="{114A6056-E8A9-4B28-AD7B-2E31D6C7A1E6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0232" y="753253"/>
                </a:moveTo>
                <a:lnTo>
                  <a:pt x="601170" y="797552"/>
                </a:lnTo>
                <a:moveTo>
                  <a:pt x="643463" y="783800"/>
                </a:moveTo>
                <a:lnTo>
                  <a:pt x="620232" y="753253"/>
                </a:lnTo>
                <a:moveTo>
                  <a:pt x="643463" y="783800"/>
                </a:moveTo>
                <a:lnTo>
                  <a:pt x="601170" y="797552"/>
                </a:lnTo>
                <a:moveTo>
                  <a:pt x="601170" y="797552"/>
                </a:moveTo>
                <a:lnTo>
                  <a:pt x="524594" y="833502"/>
                </a:lnTo>
                <a:moveTo>
                  <a:pt x="643463" y="783800"/>
                </a:moveTo>
                <a:lnTo>
                  <a:pt x="524594" y="833502"/>
                </a:lnTo>
                <a:moveTo>
                  <a:pt x="643463" y="783800"/>
                </a:moveTo>
                <a:lnTo>
                  <a:pt x="677311" y="871933"/>
                </a:lnTo>
                <a:moveTo>
                  <a:pt x="524594" y="833502"/>
                </a:moveTo>
                <a:lnTo>
                  <a:pt x="514324" y="929145"/>
                </a:lnTo>
                <a:moveTo>
                  <a:pt x="671159" y="808245"/>
                </a:moveTo>
                <a:lnTo>
                  <a:pt x="643463" y="783800"/>
                </a:lnTo>
                <a:moveTo>
                  <a:pt x="677311" y="871933"/>
                </a:moveTo>
                <a:lnTo>
                  <a:pt x="670570" y="940075"/>
                </a:lnTo>
                <a:moveTo>
                  <a:pt x="524594" y="833502"/>
                </a:moveTo>
                <a:lnTo>
                  <a:pt x="400679" y="808809"/>
                </a:lnTo>
                <a:moveTo>
                  <a:pt x="400679" y="808809"/>
                </a:moveTo>
                <a:lnTo>
                  <a:pt x="514324" y="929145"/>
                </a:lnTo>
                <a:moveTo>
                  <a:pt x="514324" y="929145"/>
                </a:moveTo>
                <a:lnTo>
                  <a:pt x="387946" y="922989"/>
                </a:lnTo>
                <a:moveTo>
                  <a:pt x="573679" y="737813"/>
                </a:moveTo>
                <a:lnTo>
                  <a:pt x="524594" y="833502"/>
                </a:lnTo>
                <a:moveTo>
                  <a:pt x="671159" y="808245"/>
                </a:moveTo>
                <a:lnTo>
                  <a:pt x="524594" y="833502"/>
                </a:lnTo>
                <a:moveTo>
                  <a:pt x="400679" y="808809"/>
                </a:moveTo>
                <a:lnTo>
                  <a:pt x="387946" y="922989"/>
                </a:lnTo>
                <a:moveTo>
                  <a:pt x="444200" y="692467"/>
                </a:moveTo>
                <a:lnTo>
                  <a:pt x="524594" y="833502"/>
                </a:lnTo>
                <a:moveTo>
                  <a:pt x="677311" y="871933"/>
                </a:moveTo>
                <a:lnTo>
                  <a:pt x="553732" y="941646"/>
                </a:lnTo>
                <a:moveTo>
                  <a:pt x="671159" y="808245"/>
                </a:moveTo>
                <a:lnTo>
                  <a:pt x="677311" y="871933"/>
                </a:lnTo>
                <a:moveTo>
                  <a:pt x="670570" y="940075"/>
                </a:moveTo>
                <a:lnTo>
                  <a:pt x="553732" y="941646"/>
                </a:lnTo>
                <a:moveTo>
                  <a:pt x="2064792" y="808458"/>
                </a:moveTo>
                <a:lnTo>
                  <a:pt x="2020341" y="921348"/>
                </a:lnTo>
                <a:moveTo>
                  <a:pt x="444200" y="692467"/>
                </a:moveTo>
                <a:lnTo>
                  <a:pt x="400679" y="808809"/>
                </a:lnTo>
                <a:moveTo>
                  <a:pt x="2095671" y="294299"/>
                </a:moveTo>
                <a:lnTo>
                  <a:pt x="1993398" y="246420"/>
                </a:lnTo>
                <a:moveTo>
                  <a:pt x="2020341" y="921348"/>
                </a:moveTo>
                <a:lnTo>
                  <a:pt x="1907039" y="936037"/>
                </a:lnTo>
                <a:moveTo>
                  <a:pt x="879287" y="723780"/>
                </a:moveTo>
                <a:lnTo>
                  <a:pt x="754916" y="627172"/>
                </a:lnTo>
                <a:moveTo>
                  <a:pt x="2005206" y="188925"/>
                </a:moveTo>
                <a:lnTo>
                  <a:pt x="2095671" y="294299"/>
                </a:lnTo>
                <a:moveTo>
                  <a:pt x="573679" y="737813"/>
                </a:moveTo>
                <a:lnTo>
                  <a:pt x="671159" y="808245"/>
                </a:lnTo>
                <a:moveTo>
                  <a:pt x="400679" y="808809"/>
                </a:moveTo>
                <a:lnTo>
                  <a:pt x="355355" y="863965"/>
                </a:lnTo>
                <a:moveTo>
                  <a:pt x="355355" y="863965"/>
                </a:moveTo>
                <a:lnTo>
                  <a:pt x="387946" y="922989"/>
                </a:lnTo>
                <a:moveTo>
                  <a:pt x="1889619" y="293770"/>
                </a:moveTo>
                <a:lnTo>
                  <a:pt x="1816080" y="328436"/>
                </a:lnTo>
                <a:moveTo>
                  <a:pt x="2149680" y="289923"/>
                </a:moveTo>
                <a:lnTo>
                  <a:pt x="2095671" y="294299"/>
                </a:lnTo>
                <a:moveTo>
                  <a:pt x="573679" y="737813"/>
                </a:moveTo>
                <a:lnTo>
                  <a:pt x="444200" y="692467"/>
                </a:lnTo>
                <a:moveTo>
                  <a:pt x="2069134" y="795450"/>
                </a:moveTo>
                <a:lnTo>
                  <a:pt x="2066691" y="784628"/>
                </a:lnTo>
                <a:moveTo>
                  <a:pt x="2069134" y="795450"/>
                </a:moveTo>
                <a:lnTo>
                  <a:pt x="2064792" y="808458"/>
                </a:lnTo>
                <a:moveTo>
                  <a:pt x="1837017" y="277771"/>
                </a:moveTo>
                <a:lnTo>
                  <a:pt x="1816080" y="328436"/>
                </a:lnTo>
                <a:moveTo>
                  <a:pt x="672900" y="905192"/>
                </a:moveTo>
                <a:lnTo>
                  <a:pt x="677311" y="871933"/>
                </a:lnTo>
                <a:moveTo>
                  <a:pt x="2066691" y="784628"/>
                </a:moveTo>
                <a:lnTo>
                  <a:pt x="2064792" y="808458"/>
                </a:lnTo>
                <a:moveTo>
                  <a:pt x="1889619" y="293770"/>
                </a:moveTo>
                <a:lnTo>
                  <a:pt x="1837017" y="277771"/>
                </a:lnTo>
                <a:moveTo>
                  <a:pt x="1356534" y="608765"/>
                </a:moveTo>
                <a:lnTo>
                  <a:pt x="1348119" y="610444"/>
                </a:lnTo>
                <a:moveTo>
                  <a:pt x="1348920" y="605445"/>
                </a:moveTo>
                <a:lnTo>
                  <a:pt x="1356534" y="608765"/>
                </a:lnTo>
                <a:moveTo>
                  <a:pt x="1348920" y="605445"/>
                </a:moveTo>
                <a:lnTo>
                  <a:pt x="1348119" y="610444"/>
                </a:lnTo>
                <a:moveTo>
                  <a:pt x="1345055" y="607349"/>
                </a:moveTo>
                <a:lnTo>
                  <a:pt x="1348119" y="610444"/>
                </a:lnTo>
                <a:moveTo>
                  <a:pt x="1348920" y="605445"/>
                </a:moveTo>
                <a:lnTo>
                  <a:pt x="1345055" y="607349"/>
                </a:lnTo>
                <a:moveTo>
                  <a:pt x="791720" y="537041"/>
                </a:moveTo>
                <a:lnTo>
                  <a:pt x="754916" y="627172"/>
                </a:lnTo>
                <a:moveTo>
                  <a:pt x="1356534" y="608765"/>
                </a:moveTo>
                <a:lnTo>
                  <a:pt x="1352178" y="617537"/>
                </a:lnTo>
                <a:moveTo>
                  <a:pt x="1352178" y="617537"/>
                </a:moveTo>
                <a:lnTo>
                  <a:pt x="1348119" y="610444"/>
                </a:lnTo>
                <a:moveTo>
                  <a:pt x="1889619" y="293770"/>
                </a:moveTo>
                <a:lnTo>
                  <a:pt x="1847148" y="274660"/>
                </a:lnTo>
                <a:moveTo>
                  <a:pt x="444200" y="692467"/>
                </a:moveTo>
                <a:lnTo>
                  <a:pt x="355355" y="863965"/>
                </a:lnTo>
                <a:moveTo>
                  <a:pt x="1352178" y="617537"/>
                </a:moveTo>
                <a:lnTo>
                  <a:pt x="1345055" y="607349"/>
                </a:lnTo>
                <a:moveTo>
                  <a:pt x="1955506" y="838056"/>
                </a:moveTo>
                <a:lnTo>
                  <a:pt x="2020341" y="921348"/>
                </a:lnTo>
                <a:moveTo>
                  <a:pt x="1816080" y="328436"/>
                </a:moveTo>
                <a:lnTo>
                  <a:pt x="1836905" y="439113"/>
                </a:lnTo>
                <a:moveTo>
                  <a:pt x="425032" y="969291"/>
                </a:moveTo>
                <a:lnTo>
                  <a:pt x="387946" y="922989"/>
                </a:lnTo>
                <a:moveTo>
                  <a:pt x="1847148" y="274660"/>
                </a:moveTo>
                <a:lnTo>
                  <a:pt x="1837017" y="277771"/>
                </a:lnTo>
                <a:moveTo>
                  <a:pt x="1816080" y="328436"/>
                </a:moveTo>
                <a:lnTo>
                  <a:pt x="1713947" y="280315"/>
                </a:lnTo>
                <a:moveTo>
                  <a:pt x="924497" y="613709"/>
                </a:moveTo>
                <a:lnTo>
                  <a:pt x="879287" y="723780"/>
                </a:lnTo>
                <a:moveTo>
                  <a:pt x="791720" y="537041"/>
                </a:moveTo>
                <a:lnTo>
                  <a:pt x="879287" y="723780"/>
                </a:lnTo>
                <a:moveTo>
                  <a:pt x="2005206" y="188925"/>
                </a:moveTo>
                <a:lnTo>
                  <a:pt x="1993398" y="246420"/>
                </a:lnTo>
                <a:moveTo>
                  <a:pt x="1889619" y="293770"/>
                </a:moveTo>
                <a:lnTo>
                  <a:pt x="1836905" y="439113"/>
                </a:lnTo>
                <a:moveTo>
                  <a:pt x="722159" y="719864"/>
                </a:moveTo>
                <a:lnTo>
                  <a:pt x="573679" y="737813"/>
                </a:lnTo>
                <a:moveTo>
                  <a:pt x="1717844" y="270674"/>
                </a:moveTo>
                <a:lnTo>
                  <a:pt x="1816080" y="328436"/>
                </a:lnTo>
                <a:moveTo>
                  <a:pt x="553732" y="941646"/>
                </a:moveTo>
                <a:lnTo>
                  <a:pt x="476573" y="975648"/>
                </a:lnTo>
                <a:moveTo>
                  <a:pt x="1889619" y="293770"/>
                </a:moveTo>
                <a:lnTo>
                  <a:pt x="1965849" y="399904"/>
                </a:lnTo>
                <a:moveTo>
                  <a:pt x="553732" y="941646"/>
                </a:moveTo>
                <a:lnTo>
                  <a:pt x="592047" y="941334"/>
                </a:lnTo>
                <a:moveTo>
                  <a:pt x="630627" y="671308"/>
                </a:moveTo>
                <a:lnTo>
                  <a:pt x="573679" y="737813"/>
                </a:lnTo>
                <a:moveTo>
                  <a:pt x="1501366" y="531957"/>
                </a:moveTo>
                <a:lnTo>
                  <a:pt x="1356534" y="608765"/>
                </a:lnTo>
                <a:moveTo>
                  <a:pt x="1501366" y="531957"/>
                </a:moveTo>
                <a:lnTo>
                  <a:pt x="1348920" y="605445"/>
                </a:lnTo>
                <a:moveTo>
                  <a:pt x="2149680" y="289923"/>
                </a:moveTo>
                <a:lnTo>
                  <a:pt x="1993398" y="246420"/>
                </a:lnTo>
                <a:moveTo>
                  <a:pt x="722159" y="719864"/>
                </a:moveTo>
                <a:lnTo>
                  <a:pt x="671159" y="808245"/>
                </a:lnTo>
                <a:moveTo>
                  <a:pt x="1388635" y="474978"/>
                </a:moveTo>
                <a:lnTo>
                  <a:pt x="1348920" y="605445"/>
                </a:lnTo>
                <a:moveTo>
                  <a:pt x="672900" y="905192"/>
                </a:moveTo>
                <a:lnTo>
                  <a:pt x="553732" y="941646"/>
                </a:lnTo>
                <a:moveTo>
                  <a:pt x="671159" y="808245"/>
                </a:moveTo>
                <a:lnTo>
                  <a:pt x="672900" y="905192"/>
                </a:lnTo>
                <a:moveTo>
                  <a:pt x="1997053" y="212349"/>
                </a:moveTo>
                <a:lnTo>
                  <a:pt x="1993398" y="246420"/>
                </a:lnTo>
                <a:moveTo>
                  <a:pt x="1531484" y="569949"/>
                </a:moveTo>
                <a:lnTo>
                  <a:pt x="1356534" y="608765"/>
                </a:lnTo>
                <a:moveTo>
                  <a:pt x="2016086" y="229305"/>
                </a:moveTo>
                <a:lnTo>
                  <a:pt x="1993398" y="246420"/>
                </a:lnTo>
                <a:moveTo>
                  <a:pt x="1837017" y="277771"/>
                </a:moveTo>
                <a:lnTo>
                  <a:pt x="1717844" y="270674"/>
                </a:lnTo>
                <a:moveTo>
                  <a:pt x="501314" y="626578"/>
                </a:moveTo>
                <a:lnTo>
                  <a:pt x="573679" y="737813"/>
                </a:lnTo>
                <a:moveTo>
                  <a:pt x="2005206" y="188925"/>
                </a:moveTo>
                <a:lnTo>
                  <a:pt x="1997053" y="212349"/>
                </a:lnTo>
                <a:moveTo>
                  <a:pt x="1837017" y="277771"/>
                </a:moveTo>
                <a:lnTo>
                  <a:pt x="1720570" y="268850"/>
                </a:lnTo>
                <a:moveTo>
                  <a:pt x="2017975" y="203878"/>
                </a:moveTo>
                <a:lnTo>
                  <a:pt x="2005206" y="188925"/>
                </a:lnTo>
                <a:moveTo>
                  <a:pt x="2066691" y="784628"/>
                </a:moveTo>
                <a:lnTo>
                  <a:pt x="1955506" y="838056"/>
                </a:lnTo>
                <a:moveTo>
                  <a:pt x="2064792" y="808458"/>
                </a:moveTo>
                <a:lnTo>
                  <a:pt x="1955506" y="838056"/>
                </a:lnTo>
                <a:moveTo>
                  <a:pt x="2066691" y="784628"/>
                </a:moveTo>
                <a:lnTo>
                  <a:pt x="1974074" y="720034"/>
                </a:lnTo>
                <a:moveTo>
                  <a:pt x="1816080" y="328436"/>
                </a:moveTo>
                <a:lnTo>
                  <a:pt x="1726650" y="405048"/>
                </a:lnTo>
                <a:moveTo>
                  <a:pt x="1388635" y="474978"/>
                </a:moveTo>
                <a:lnTo>
                  <a:pt x="1501366" y="531957"/>
                </a:lnTo>
                <a:moveTo>
                  <a:pt x="2149680" y="289923"/>
                </a:moveTo>
                <a:lnTo>
                  <a:pt x="2016086" y="229305"/>
                </a:lnTo>
                <a:moveTo>
                  <a:pt x="1847148" y="274660"/>
                </a:moveTo>
                <a:lnTo>
                  <a:pt x="1720570" y="268850"/>
                </a:lnTo>
                <a:moveTo>
                  <a:pt x="1955506" y="838056"/>
                </a:moveTo>
                <a:lnTo>
                  <a:pt x="1907039" y="936037"/>
                </a:lnTo>
                <a:moveTo>
                  <a:pt x="1965849" y="399904"/>
                </a:moveTo>
                <a:lnTo>
                  <a:pt x="1836905" y="439113"/>
                </a:lnTo>
                <a:moveTo>
                  <a:pt x="1356534" y="608765"/>
                </a:moveTo>
                <a:lnTo>
                  <a:pt x="1382832" y="697080"/>
                </a:lnTo>
                <a:moveTo>
                  <a:pt x="355355" y="863965"/>
                </a:moveTo>
                <a:lnTo>
                  <a:pt x="425032" y="969291"/>
                </a:lnTo>
                <a:moveTo>
                  <a:pt x="924497" y="613709"/>
                </a:moveTo>
                <a:lnTo>
                  <a:pt x="791720" y="537041"/>
                </a:lnTo>
                <a:moveTo>
                  <a:pt x="501314" y="626578"/>
                </a:moveTo>
                <a:lnTo>
                  <a:pt x="444200" y="692467"/>
                </a:lnTo>
                <a:moveTo>
                  <a:pt x="2017975" y="203878"/>
                </a:moveTo>
                <a:lnTo>
                  <a:pt x="1997053" y="212349"/>
                </a:lnTo>
                <a:moveTo>
                  <a:pt x="2016086" y="229305"/>
                </a:moveTo>
                <a:lnTo>
                  <a:pt x="1997053" y="212349"/>
                </a:lnTo>
                <a:moveTo>
                  <a:pt x="1531484" y="569949"/>
                </a:moveTo>
                <a:lnTo>
                  <a:pt x="1501366" y="531957"/>
                </a:lnTo>
                <a:moveTo>
                  <a:pt x="1382832" y="697080"/>
                </a:moveTo>
                <a:lnTo>
                  <a:pt x="1352178" y="617537"/>
                </a:lnTo>
                <a:moveTo>
                  <a:pt x="2017975" y="203878"/>
                </a:moveTo>
                <a:lnTo>
                  <a:pt x="2016086" y="229305"/>
                </a:lnTo>
                <a:moveTo>
                  <a:pt x="444200" y="692467"/>
                </a:moveTo>
                <a:lnTo>
                  <a:pt x="367661" y="770812"/>
                </a:lnTo>
                <a:moveTo>
                  <a:pt x="592047" y="941334"/>
                </a:moveTo>
                <a:lnTo>
                  <a:pt x="476573" y="975648"/>
                </a:lnTo>
                <a:moveTo>
                  <a:pt x="1717844" y="270674"/>
                </a:moveTo>
                <a:lnTo>
                  <a:pt x="1713947" y="280315"/>
                </a:lnTo>
                <a:moveTo>
                  <a:pt x="2223620" y="962731"/>
                </a:moveTo>
                <a:lnTo>
                  <a:pt x="2220250" y="1037180"/>
                </a:lnTo>
                <a:moveTo>
                  <a:pt x="1301861" y="507350"/>
                </a:moveTo>
                <a:lnTo>
                  <a:pt x="1348920" y="605445"/>
                </a:lnTo>
                <a:moveTo>
                  <a:pt x="1720570" y="268850"/>
                </a:moveTo>
                <a:lnTo>
                  <a:pt x="1717844" y="270674"/>
                </a:lnTo>
                <a:moveTo>
                  <a:pt x="367661" y="770812"/>
                </a:moveTo>
                <a:lnTo>
                  <a:pt x="355355" y="863965"/>
                </a:lnTo>
                <a:moveTo>
                  <a:pt x="1301861" y="507350"/>
                </a:moveTo>
                <a:lnTo>
                  <a:pt x="1345055" y="607349"/>
                </a:lnTo>
                <a:moveTo>
                  <a:pt x="672900" y="905192"/>
                </a:moveTo>
                <a:lnTo>
                  <a:pt x="592047" y="941334"/>
                </a:lnTo>
                <a:moveTo>
                  <a:pt x="630627" y="671308"/>
                </a:moveTo>
                <a:lnTo>
                  <a:pt x="722159" y="719864"/>
                </a:lnTo>
                <a:moveTo>
                  <a:pt x="1560655" y="467466"/>
                </a:moveTo>
                <a:lnTo>
                  <a:pt x="1501366" y="531957"/>
                </a:lnTo>
                <a:moveTo>
                  <a:pt x="722159" y="719864"/>
                </a:moveTo>
                <a:lnTo>
                  <a:pt x="672900" y="905192"/>
                </a:lnTo>
                <a:moveTo>
                  <a:pt x="1889619" y="293770"/>
                </a:moveTo>
                <a:lnTo>
                  <a:pt x="1903958" y="323048"/>
                </a:lnTo>
                <a:moveTo>
                  <a:pt x="1531484" y="569949"/>
                </a:moveTo>
                <a:lnTo>
                  <a:pt x="1529432" y="668234"/>
                </a:lnTo>
                <a:moveTo>
                  <a:pt x="1560655" y="467466"/>
                </a:moveTo>
                <a:lnTo>
                  <a:pt x="1388635" y="474978"/>
                </a:lnTo>
                <a:moveTo>
                  <a:pt x="1926689" y="1008968"/>
                </a:moveTo>
                <a:lnTo>
                  <a:pt x="1919567" y="1107824"/>
                </a:lnTo>
                <a:moveTo>
                  <a:pt x="1955506" y="838056"/>
                </a:moveTo>
                <a:lnTo>
                  <a:pt x="1875329" y="771546"/>
                </a:lnTo>
                <a:moveTo>
                  <a:pt x="1926689" y="1008968"/>
                </a:moveTo>
                <a:lnTo>
                  <a:pt x="2021187" y="1077671"/>
                </a:lnTo>
                <a:moveTo>
                  <a:pt x="1259425" y="392337"/>
                </a:moveTo>
                <a:lnTo>
                  <a:pt x="1261050" y="436661"/>
                </a:lnTo>
                <a:moveTo>
                  <a:pt x="1531484" y="569949"/>
                </a:moveTo>
                <a:lnTo>
                  <a:pt x="1382832" y="697080"/>
                </a:lnTo>
                <a:moveTo>
                  <a:pt x="1974074" y="720034"/>
                </a:moveTo>
                <a:lnTo>
                  <a:pt x="1875329" y="771546"/>
                </a:lnTo>
                <a:moveTo>
                  <a:pt x="1570799" y="437997"/>
                </a:moveTo>
                <a:lnTo>
                  <a:pt x="1388635" y="474978"/>
                </a:lnTo>
                <a:moveTo>
                  <a:pt x="1836905" y="439113"/>
                </a:moveTo>
                <a:lnTo>
                  <a:pt x="1856982" y="551083"/>
                </a:lnTo>
                <a:moveTo>
                  <a:pt x="2021187" y="1077671"/>
                </a:moveTo>
                <a:lnTo>
                  <a:pt x="1919567" y="1107824"/>
                </a:lnTo>
                <a:moveTo>
                  <a:pt x="1836905" y="439113"/>
                </a:moveTo>
                <a:lnTo>
                  <a:pt x="1726650" y="405048"/>
                </a:lnTo>
                <a:moveTo>
                  <a:pt x="1531484" y="569949"/>
                </a:moveTo>
                <a:lnTo>
                  <a:pt x="1577582" y="638090"/>
                </a:lnTo>
                <a:moveTo>
                  <a:pt x="1965849" y="399904"/>
                </a:moveTo>
                <a:lnTo>
                  <a:pt x="1856982" y="551083"/>
                </a:lnTo>
                <a:moveTo>
                  <a:pt x="1501366" y="531957"/>
                </a:moveTo>
                <a:lnTo>
                  <a:pt x="1530906" y="484422"/>
                </a:lnTo>
                <a:moveTo>
                  <a:pt x="2223620" y="962731"/>
                </a:moveTo>
                <a:lnTo>
                  <a:pt x="2103801" y="953236"/>
                </a:lnTo>
                <a:moveTo>
                  <a:pt x="1713947" y="280315"/>
                </a:moveTo>
                <a:lnTo>
                  <a:pt x="1592551" y="265535"/>
                </a:lnTo>
                <a:moveTo>
                  <a:pt x="630627" y="671308"/>
                </a:moveTo>
                <a:lnTo>
                  <a:pt x="501314" y="626578"/>
                </a:lnTo>
                <a:moveTo>
                  <a:pt x="1595379" y="251360"/>
                </a:moveTo>
                <a:lnTo>
                  <a:pt x="1713947" y="280315"/>
                </a:lnTo>
                <a:moveTo>
                  <a:pt x="1965849" y="399904"/>
                </a:moveTo>
                <a:lnTo>
                  <a:pt x="2012375" y="502374"/>
                </a:lnTo>
                <a:moveTo>
                  <a:pt x="1713947" y="280315"/>
                </a:moveTo>
                <a:lnTo>
                  <a:pt x="1726650" y="405048"/>
                </a:lnTo>
                <a:moveTo>
                  <a:pt x="387606" y="639763"/>
                </a:moveTo>
                <a:lnTo>
                  <a:pt x="444200" y="692467"/>
                </a:lnTo>
                <a:moveTo>
                  <a:pt x="2016691" y="499545"/>
                </a:moveTo>
                <a:lnTo>
                  <a:pt x="1965849" y="399904"/>
                </a:lnTo>
                <a:moveTo>
                  <a:pt x="2252682" y="981042"/>
                </a:moveTo>
                <a:lnTo>
                  <a:pt x="2223620" y="962731"/>
                </a:lnTo>
                <a:moveTo>
                  <a:pt x="1717844" y="270674"/>
                </a:moveTo>
                <a:lnTo>
                  <a:pt x="1595379" y="251360"/>
                </a:lnTo>
                <a:moveTo>
                  <a:pt x="2206363" y="222433"/>
                </a:moveTo>
                <a:lnTo>
                  <a:pt x="2149680" y="289923"/>
                </a:lnTo>
                <a:moveTo>
                  <a:pt x="1974074" y="720034"/>
                </a:moveTo>
                <a:lnTo>
                  <a:pt x="1955506" y="838056"/>
                </a:lnTo>
                <a:moveTo>
                  <a:pt x="1529432" y="668234"/>
                </a:moveTo>
                <a:lnTo>
                  <a:pt x="1382832" y="697080"/>
                </a:lnTo>
                <a:moveTo>
                  <a:pt x="1847148" y="274660"/>
                </a:moveTo>
                <a:lnTo>
                  <a:pt x="1903958" y="323048"/>
                </a:lnTo>
                <a:moveTo>
                  <a:pt x="1388635" y="474978"/>
                </a:moveTo>
                <a:lnTo>
                  <a:pt x="1301861" y="507350"/>
                </a:lnTo>
                <a:moveTo>
                  <a:pt x="2103801" y="953236"/>
                </a:moveTo>
                <a:lnTo>
                  <a:pt x="2220250" y="1037180"/>
                </a:lnTo>
                <a:moveTo>
                  <a:pt x="624773" y="927444"/>
                </a:moveTo>
                <a:lnTo>
                  <a:pt x="476573" y="975648"/>
                </a:lnTo>
                <a:moveTo>
                  <a:pt x="2103801" y="953236"/>
                </a:moveTo>
                <a:lnTo>
                  <a:pt x="1926689" y="1008968"/>
                </a:lnTo>
                <a:moveTo>
                  <a:pt x="2220250" y="1037180"/>
                </a:moveTo>
                <a:lnTo>
                  <a:pt x="2095196" y="1028732"/>
                </a:lnTo>
                <a:moveTo>
                  <a:pt x="2095196" y="1028732"/>
                </a:moveTo>
                <a:lnTo>
                  <a:pt x="1926689" y="1008968"/>
                </a:lnTo>
                <a:moveTo>
                  <a:pt x="1535724" y="441524"/>
                </a:moveTo>
                <a:lnTo>
                  <a:pt x="1388635" y="474978"/>
                </a:lnTo>
                <a:moveTo>
                  <a:pt x="624773" y="927444"/>
                </a:moveTo>
                <a:lnTo>
                  <a:pt x="592047" y="941334"/>
                </a:lnTo>
                <a:moveTo>
                  <a:pt x="1577582" y="638090"/>
                </a:moveTo>
                <a:lnTo>
                  <a:pt x="1529432" y="668234"/>
                </a:lnTo>
                <a:moveTo>
                  <a:pt x="1295571" y="286920"/>
                </a:moveTo>
                <a:lnTo>
                  <a:pt x="1259425" y="392337"/>
                </a:lnTo>
                <a:moveTo>
                  <a:pt x="1531484" y="569949"/>
                </a:moveTo>
                <a:lnTo>
                  <a:pt x="1530906" y="484422"/>
                </a:lnTo>
                <a:moveTo>
                  <a:pt x="1926689" y="1008968"/>
                </a:moveTo>
                <a:lnTo>
                  <a:pt x="1805132" y="993023"/>
                </a:lnTo>
                <a:moveTo>
                  <a:pt x="1847148" y="274660"/>
                </a:moveTo>
                <a:lnTo>
                  <a:pt x="1756729" y="352984"/>
                </a:lnTo>
                <a:moveTo>
                  <a:pt x="2206363" y="222433"/>
                </a:moveTo>
                <a:lnTo>
                  <a:pt x="2016086" y="229305"/>
                </a:lnTo>
                <a:moveTo>
                  <a:pt x="1717844" y="270674"/>
                </a:moveTo>
                <a:lnTo>
                  <a:pt x="1604345" y="245120"/>
                </a:lnTo>
                <a:moveTo>
                  <a:pt x="367661" y="770812"/>
                </a:moveTo>
                <a:lnTo>
                  <a:pt x="425032" y="969291"/>
                </a:lnTo>
                <a:moveTo>
                  <a:pt x="2095196" y="1028732"/>
                </a:moveTo>
                <a:lnTo>
                  <a:pt x="2021187" y="1077671"/>
                </a:lnTo>
                <a:moveTo>
                  <a:pt x="1720570" y="268850"/>
                </a:moveTo>
                <a:lnTo>
                  <a:pt x="1604345" y="245120"/>
                </a:lnTo>
                <a:moveTo>
                  <a:pt x="1805132" y="993023"/>
                </a:moveTo>
                <a:lnTo>
                  <a:pt x="1919567" y="1107824"/>
                </a:lnTo>
                <a:moveTo>
                  <a:pt x="722159" y="719864"/>
                </a:moveTo>
                <a:lnTo>
                  <a:pt x="784388" y="824271"/>
                </a:lnTo>
                <a:moveTo>
                  <a:pt x="672900" y="905192"/>
                </a:moveTo>
                <a:lnTo>
                  <a:pt x="624773" y="927444"/>
                </a:lnTo>
                <a:moveTo>
                  <a:pt x="1919567" y="1107824"/>
                </a:moveTo>
                <a:lnTo>
                  <a:pt x="1793322" y="1101439"/>
                </a:lnTo>
                <a:moveTo>
                  <a:pt x="1903958" y="323048"/>
                </a:moveTo>
                <a:lnTo>
                  <a:pt x="1965849" y="399904"/>
                </a:lnTo>
                <a:moveTo>
                  <a:pt x="1570799" y="437997"/>
                </a:moveTo>
                <a:lnTo>
                  <a:pt x="1560655" y="467466"/>
                </a:lnTo>
                <a:moveTo>
                  <a:pt x="1584811" y="447578"/>
                </a:moveTo>
                <a:lnTo>
                  <a:pt x="1560655" y="467466"/>
                </a:lnTo>
                <a:moveTo>
                  <a:pt x="784388" y="824271"/>
                </a:moveTo>
                <a:lnTo>
                  <a:pt x="672900" y="905192"/>
                </a:lnTo>
                <a:moveTo>
                  <a:pt x="1388635" y="474978"/>
                </a:moveTo>
                <a:lnTo>
                  <a:pt x="1445167" y="442460"/>
                </a:lnTo>
                <a:moveTo>
                  <a:pt x="1571478" y="595455"/>
                </a:moveTo>
                <a:lnTo>
                  <a:pt x="1531484" y="569949"/>
                </a:lnTo>
                <a:moveTo>
                  <a:pt x="1382832" y="697080"/>
                </a:moveTo>
                <a:lnTo>
                  <a:pt x="1388254" y="751427"/>
                </a:lnTo>
                <a:moveTo>
                  <a:pt x="1259425" y="392337"/>
                </a:moveTo>
                <a:lnTo>
                  <a:pt x="1143742" y="436487"/>
                </a:lnTo>
                <a:moveTo>
                  <a:pt x="1570799" y="437997"/>
                </a:moveTo>
                <a:lnTo>
                  <a:pt x="1584811" y="447578"/>
                </a:lnTo>
                <a:moveTo>
                  <a:pt x="2223620" y="962731"/>
                </a:moveTo>
                <a:lnTo>
                  <a:pt x="2126879" y="973891"/>
                </a:lnTo>
                <a:moveTo>
                  <a:pt x="1560655" y="467466"/>
                </a:moveTo>
                <a:lnTo>
                  <a:pt x="1530906" y="484422"/>
                </a:lnTo>
                <a:moveTo>
                  <a:pt x="1315399" y="605752"/>
                </a:moveTo>
                <a:lnTo>
                  <a:pt x="1345055" y="607349"/>
                </a:lnTo>
                <a:moveTo>
                  <a:pt x="1576271" y="458304"/>
                </a:moveTo>
                <a:lnTo>
                  <a:pt x="1560655" y="467466"/>
                </a:lnTo>
                <a:moveTo>
                  <a:pt x="1595379" y="251360"/>
                </a:moveTo>
                <a:lnTo>
                  <a:pt x="1592551" y="265535"/>
                </a:lnTo>
                <a:moveTo>
                  <a:pt x="1726650" y="405048"/>
                </a:moveTo>
                <a:lnTo>
                  <a:pt x="1592551" y="265535"/>
                </a:lnTo>
                <a:moveTo>
                  <a:pt x="2103801" y="953236"/>
                </a:moveTo>
                <a:lnTo>
                  <a:pt x="2095196" y="1028732"/>
                </a:lnTo>
                <a:moveTo>
                  <a:pt x="1315399" y="605752"/>
                </a:moveTo>
                <a:lnTo>
                  <a:pt x="1352178" y="617537"/>
                </a:lnTo>
                <a:moveTo>
                  <a:pt x="1560172" y="676419"/>
                </a:moveTo>
                <a:lnTo>
                  <a:pt x="1529432" y="668234"/>
                </a:lnTo>
                <a:moveTo>
                  <a:pt x="1589303" y="256729"/>
                </a:moveTo>
                <a:lnTo>
                  <a:pt x="1592551" y="265535"/>
                </a:lnTo>
                <a:moveTo>
                  <a:pt x="1261050" y="436661"/>
                </a:moveTo>
                <a:lnTo>
                  <a:pt x="1143742" y="436487"/>
                </a:lnTo>
                <a:moveTo>
                  <a:pt x="1720570" y="268850"/>
                </a:moveTo>
                <a:lnTo>
                  <a:pt x="1756729" y="352984"/>
                </a:lnTo>
                <a:moveTo>
                  <a:pt x="1595379" y="251360"/>
                </a:moveTo>
                <a:lnTo>
                  <a:pt x="1589303" y="256729"/>
                </a:lnTo>
                <a:moveTo>
                  <a:pt x="1920387" y="309327"/>
                </a:moveTo>
                <a:lnTo>
                  <a:pt x="1965849" y="399904"/>
                </a:lnTo>
                <a:moveTo>
                  <a:pt x="685041" y="595396"/>
                </a:moveTo>
                <a:lnTo>
                  <a:pt x="630627" y="671308"/>
                </a:lnTo>
                <a:moveTo>
                  <a:pt x="1584811" y="447578"/>
                </a:moveTo>
                <a:lnTo>
                  <a:pt x="1576271" y="458304"/>
                </a:lnTo>
                <a:moveTo>
                  <a:pt x="2012375" y="502374"/>
                </a:moveTo>
                <a:lnTo>
                  <a:pt x="1856982" y="551083"/>
                </a:lnTo>
                <a:moveTo>
                  <a:pt x="1983805" y="943084"/>
                </a:moveTo>
                <a:lnTo>
                  <a:pt x="1926689" y="1008968"/>
                </a:lnTo>
                <a:moveTo>
                  <a:pt x="723883" y="625405"/>
                </a:moveTo>
                <a:lnTo>
                  <a:pt x="722159" y="719864"/>
                </a:lnTo>
                <a:moveTo>
                  <a:pt x="1139471" y="199186"/>
                </a:moveTo>
                <a:lnTo>
                  <a:pt x="1110579" y="387026"/>
                </a:lnTo>
                <a:moveTo>
                  <a:pt x="1570799" y="437997"/>
                </a:moveTo>
                <a:lnTo>
                  <a:pt x="1535724" y="441524"/>
                </a:lnTo>
                <a:moveTo>
                  <a:pt x="723883" y="625405"/>
                </a:moveTo>
                <a:lnTo>
                  <a:pt x="630627" y="671308"/>
                </a:lnTo>
                <a:moveTo>
                  <a:pt x="1604345" y="245120"/>
                </a:moveTo>
                <a:lnTo>
                  <a:pt x="1595379" y="251360"/>
                </a:lnTo>
                <a:moveTo>
                  <a:pt x="1382832" y="697080"/>
                </a:moveTo>
                <a:lnTo>
                  <a:pt x="1443170" y="812915"/>
                </a:lnTo>
                <a:moveTo>
                  <a:pt x="1560172" y="676419"/>
                </a:moveTo>
                <a:lnTo>
                  <a:pt x="1382832" y="697080"/>
                </a:lnTo>
                <a:moveTo>
                  <a:pt x="1570799" y="437997"/>
                </a:moveTo>
                <a:lnTo>
                  <a:pt x="1584055" y="426964"/>
                </a:lnTo>
                <a:moveTo>
                  <a:pt x="1805132" y="993023"/>
                </a:moveTo>
                <a:lnTo>
                  <a:pt x="1793322" y="1101439"/>
                </a:lnTo>
                <a:moveTo>
                  <a:pt x="1584811" y="447578"/>
                </a:moveTo>
                <a:lnTo>
                  <a:pt x="1584055" y="426964"/>
                </a:lnTo>
                <a:moveTo>
                  <a:pt x="2016691" y="499545"/>
                </a:moveTo>
                <a:lnTo>
                  <a:pt x="2012375" y="502374"/>
                </a:lnTo>
                <a:moveTo>
                  <a:pt x="1164424" y="185148"/>
                </a:moveTo>
                <a:lnTo>
                  <a:pt x="1139471" y="199186"/>
                </a:lnTo>
                <a:moveTo>
                  <a:pt x="1603388" y="281086"/>
                </a:moveTo>
                <a:lnTo>
                  <a:pt x="1592551" y="265535"/>
                </a:lnTo>
                <a:moveTo>
                  <a:pt x="1577582" y="638090"/>
                </a:moveTo>
                <a:lnTo>
                  <a:pt x="1560172" y="676419"/>
                </a:lnTo>
                <a:moveTo>
                  <a:pt x="1604345" y="245120"/>
                </a:moveTo>
                <a:lnTo>
                  <a:pt x="1589303" y="256729"/>
                </a:lnTo>
                <a:moveTo>
                  <a:pt x="1919567" y="1107824"/>
                </a:moveTo>
                <a:lnTo>
                  <a:pt x="1954277" y="1194466"/>
                </a:lnTo>
                <a:moveTo>
                  <a:pt x="1576271" y="458304"/>
                </a:moveTo>
                <a:lnTo>
                  <a:pt x="1530906" y="484422"/>
                </a:lnTo>
                <a:moveTo>
                  <a:pt x="1322572" y="136313"/>
                </a:moveTo>
                <a:lnTo>
                  <a:pt x="1295571" y="286920"/>
                </a:lnTo>
                <a:moveTo>
                  <a:pt x="1836905" y="439113"/>
                </a:moveTo>
                <a:lnTo>
                  <a:pt x="1759954" y="494124"/>
                </a:lnTo>
                <a:moveTo>
                  <a:pt x="1603388" y="281086"/>
                </a:moveTo>
                <a:lnTo>
                  <a:pt x="1726650" y="405048"/>
                </a:lnTo>
                <a:moveTo>
                  <a:pt x="1571478" y="595455"/>
                </a:moveTo>
                <a:lnTo>
                  <a:pt x="1577582" y="638090"/>
                </a:lnTo>
                <a:moveTo>
                  <a:pt x="2021187" y="1077671"/>
                </a:moveTo>
                <a:lnTo>
                  <a:pt x="1954277" y="1194466"/>
                </a:lnTo>
                <a:moveTo>
                  <a:pt x="1535724" y="441524"/>
                </a:moveTo>
                <a:lnTo>
                  <a:pt x="1530906" y="484422"/>
                </a:lnTo>
                <a:moveTo>
                  <a:pt x="1603388" y="281086"/>
                </a:moveTo>
                <a:lnTo>
                  <a:pt x="1589303" y="256729"/>
                </a:lnTo>
                <a:moveTo>
                  <a:pt x="1576271" y="458304"/>
                </a:moveTo>
                <a:lnTo>
                  <a:pt x="1535724" y="441524"/>
                </a:lnTo>
                <a:moveTo>
                  <a:pt x="2021187" y="1077671"/>
                </a:moveTo>
                <a:lnTo>
                  <a:pt x="2014174" y="1173538"/>
                </a:lnTo>
                <a:moveTo>
                  <a:pt x="1584055" y="426964"/>
                </a:moveTo>
                <a:lnTo>
                  <a:pt x="1576271" y="458304"/>
                </a:lnTo>
                <a:moveTo>
                  <a:pt x="1388254" y="751427"/>
                </a:moveTo>
                <a:lnTo>
                  <a:pt x="1389244" y="832703"/>
                </a:lnTo>
                <a:moveTo>
                  <a:pt x="1322572" y="136313"/>
                </a:moveTo>
                <a:lnTo>
                  <a:pt x="1164424" y="185148"/>
                </a:lnTo>
                <a:moveTo>
                  <a:pt x="1182179" y="301186"/>
                </a:moveTo>
                <a:lnTo>
                  <a:pt x="1259425" y="392337"/>
                </a:lnTo>
                <a:moveTo>
                  <a:pt x="1584055" y="426964"/>
                </a:moveTo>
                <a:lnTo>
                  <a:pt x="1535724" y="441524"/>
                </a:lnTo>
                <a:moveTo>
                  <a:pt x="1604345" y="245120"/>
                </a:moveTo>
                <a:lnTo>
                  <a:pt x="1603388" y="281086"/>
                </a:lnTo>
                <a:moveTo>
                  <a:pt x="1443170" y="812915"/>
                </a:moveTo>
                <a:lnTo>
                  <a:pt x="1388254" y="751427"/>
                </a:lnTo>
                <a:moveTo>
                  <a:pt x="1143742" y="436487"/>
                </a:moveTo>
                <a:lnTo>
                  <a:pt x="1110579" y="387026"/>
                </a:lnTo>
                <a:moveTo>
                  <a:pt x="408117" y="872533"/>
                </a:moveTo>
                <a:lnTo>
                  <a:pt x="425032" y="969291"/>
                </a:lnTo>
                <a:moveTo>
                  <a:pt x="796272" y="812744"/>
                </a:moveTo>
                <a:lnTo>
                  <a:pt x="784388" y="824271"/>
                </a:lnTo>
                <a:moveTo>
                  <a:pt x="367661" y="770812"/>
                </a:moveTo>
                <a:lnTo>
                  <a:pt x="368075" y="732477"/>
                </a:lnTo>
                <a:moveTo>
                  <a:pt x="501314" y="626578"/>
                </a:moveTo>
                <a:lnTo>
                  <a:pt x="387606" y="639763"/>
                </a:lnTo>
                <a:moveTo>
                  <a:pt x="1805132" y="993023"/>
                </a:moveTo>
                <a:lnTo>
                  <a:pt x="1677913" y="956064"/>
                </a:lnTo>
                <a:moveTo>
                  <a:pt x="1571478" y="595455"/>
                </a:moveTo>
                <a:lnTo>
                  <a:pt x="1530906" y="484422"/>
                </a:lnTo>
                <a:moveTo>
                  <a:pt x="2126879" y="973891"/>
                </a:moveTo>
                <a:lnTo>
                  <a:pt x="2103801" y="953236"/>
                </a:lnTo>
                <a:moveTo>
                  <a:pt x="1858492" y="913197"/>
                </a:moveTo>
                <a:lnTo>
                  <a:pt x="1926689" y="1008968"/>
                </a:lnTo>
                <a:moveTo>
                  <a:pt x="1919567" y="1107824"/>
                </a:moveTo>
                <a:lnTo>
                  <a:pt x="1817342" y="1206585"/>
                </a:lnTo>
                <a:moveTo>
                  <a:pt x="1677913" y="956064"/>
                </a:moveTo>
                <a:lnTo>
                  <a:pt x="1793322" y="1101439"/>
                </a:lnTo>
                <a:moveTo>
                  <a:pt x="2050283" y="356220"/>
                </a:moveTo>
                <a:lnTo>
                  <a:pt x="2016691" y="499545"/>
                </a:lnTo>
                <a:moveTo>
                  <a:pt x="2103801" y="953236"/>
                </a:moveTo>
                <a:lnTo>
                  <a:pt x="1983805" y="943084"/>
                </a:lnTo>
                <a:moveTo>
                  <a:pt x="1445167" y="442460"/>
                </a:moveTo>
                <a:lnTo>
                  <a:pt x="1530906" y="484422"/>
                </a:lnTo>
                <a:moveTo>
                  <a:pt x="2252682" y="981042"/>
                </a:moveTo>
                <a:lnTo>
                  <a:pt x="2126879" y="973891"/>
                </a:lnTo>
                <a:moveTo>
                  <a:pt x="1445167" y="442460"/>
                </a:moveTo>
                <a:lnTo>
                  <a:pt x="1301861" y="507350"/>
                </a:lnTo>
                <a:moveTo>
                  <a:pt x="1443170" y="812915"/>
                </a:moveTo>
                <a:lnTo>
                  <a:pt x="1389244" y="832703"/>
                </a:lnTo>
                <a:moveTo>
                  <a:pt x="1535724" y="441524"/>
                </a:moveTo>
                <a:lnTo>
                  <a:pt x="1445167" y="442460"/>
                </a:lnTo>
                <a:moveTo>
                  <a:pt x="387606" y="639763"/>
                </a:moveTo>
                <a:lnTo>
                  <a:pt x="367661" y="770812"/>
                </a:lnTo>
                <a:moveTo>
                  <a:pt x="2095196" y="1028732"/>
                </a:moveTo>
                <a:lnTo>
                  <a:pt x="2014174" y="1173538"/>
                </a:lnTo>
                <a:moveTo>
                  <a:pt x="1672972" y="363781"/>
                </a:moveTo>
                <a:lnTo>
                  <a:pt x="1726650" y="405048"/>
                </a:lnTo>
                <a:moveTo>
                  <a:pt x="1756729" y="352984"/>
                </a:moveTo>
                <a:lnTo>
                  <a:pt x="1604345" y="245120"/>
                </a:lnTo>
                <a:moveTo>
                  <a:pt x="1560172" y="676419"/>
                </a:moveTo>
                <a:lnTo>
                  <a:pt x="1443170" y="812915"/>
                </a:lnTo>
                <a:moveTo>
                  <a:pt x="567153" y="593067"/>
                </a:moveTo>
                <a:lnTo>
                  <a:pt x="630627" y="671308"/>
                </a:lnTo>
                <a:moveTo>
                  <a:pt x="1571478" y="595455"/>
                </a:moveTo>
                <a:lnTo>
                  <a:pt x="1560172" y="676419"/>
                </a:lnTo>
                <a:moveTo>
                  <a:pt x="1388254" y="751427"/>
                </a:moveTo>
                <a:lnTo>
                  <a:pt x="1269581" y="746186"/>
                </a:lnTo>
                <a:moveTo>
                  <a:pt x="1793322" y="1101439"/>
                </a:moveTo>
                <a:lnTo>
                  <a:pt x="1672696" y="1085326"/>
                </a:lnTo>
                <a:moveTo>
                  <a:pt x="1756729" y="352984"/>
                </a:moveTo>
                <a:lnTo>
                  <a:pt x="1603388" y="281086"/>
                </a:lnTo>
                <a:moveTo>
                  <a:pt x="723883" y="625405"/>
                </a:moveTo>
                <a:lnTo>
                  <a:pt x="784388" y="824271"/>
                </a:lnTo>
                <a:moveTo>
                  <a:pt x="2121977" y="421221"/>
                </a:moveTo>
                <a:lnTo>
                  <a:pt x="2016691" y="499545"/>
                </a:lnTo>
                <a:moveTo>
                  <a:pt x="2220794" y="224444"/>
                </a:moveTo>
                <a:lnTo>
                  <a:pt x="2206363" y="222433"/>
                </a:lnTo>
                <a:moveTo>
                  <a:pt x="367661" y="770812"/>
                </a:moveTo>
                <a:lnTo>
                  <a:pt x="408117" y="872533"/>
                </a:lnTo>
                <a:moveTo>
                  <a:pt x="1456406" y="448641"/>
                </a:moveTo>
                <a:lnTo>
                  <a:pt x="1530906" y="484422"/>
                </a:lnTo>
                <a:moveTo>
                  <a:pt x="1920387" y="309327"/>
                </a:moveTo>
                <a:lnTo>
                  <a:pt x="2016691" y="499545"/>
                </a:lnTo>
                <a:moveTo>
                  <a:pt x="1287150" y="410865"/>
                </a:moveTo>
                <a:lnTo>
                  <a:pt x="1259425" y="392337"/>
                </a:lnTo>
                <a:moveTo>
                  <a:pt x="1315399" y="605752"/>
                </a:moveTo>
                <a:lnTo>
                  <a:pt x="1382832" y="697080"/>
                </a:lnTo>
                <a:moveTo>
                  <a:pt x="1295571" y="286920"/>
                </a:moveTo>
                <a:lnTo>
                  <a:pt x="1182179" y="301186"/>
                </a:lnTo>
                <a:moveTo>
                  <a:pt x="723883" y="625405"/>
                </a:moveTo>
                <a:lnTo>
                  <a:pt x="796272" y="812744"/>
                </a:lnTo>
                <a:moveTo>
                  <a:pt x="1139471" y="199186"/>
                </a:moveTo>
                <a:lnTo>
                  <a:pt x="1182114" y="301178"/>
                </a:lnTo>
                <a:moveTo>
                  <a:pt x="1182171" y="301151"/>
                </a:moveTo>
                <a:lnTo>
                  <a:pt x="1139471" y="199186"/>
                </a:lnTo>
                <a:moveTo>
                  <a:pt x="1182114" y="301178"/>
                </a:moveTo>
                <a:lnTo>
                  <a:pt x="1110579" y="387026"/>
                </a:lnTo>
                <a:moveTo>
                  <a:pt x="1603388" y="281086"/>
                </a:moveTo>
                <a:lnTo>
                  <a:pt x="1672972" y="363781"/>
                </a:lnTo>
                <a:moveTo>
                  <a:pt x="1903958" y="323048"/>
                </a:moveTo>
                <a:lnTo>
                  <a:pt x="1756729" y="352984"/>
                </a:lnTo>
                <a:moveTo>
                  <a:pt x="1544514" y="896168"/>
                </a:moveTo>
                <a:lnTo>
                  <a:pt x="1443170" y="812915"/>
                </a:lnTo>
                <a:moveTo>
                  <a:pt x="688252" y="885176"/>
                </a:moveTo>
                <a:lnTo>
                  <a:pt x="672900" y="905192"/>
                </a:lnTo>
                <a:moveTo>
                  <a:pt x="1164424" y="185148"/>
                </a:moveTo>
                <a:lnTo>
                  <a:pt x="1182171" y="301151"/>
                </a:lnTo>
                <a:moveTo>
                  <a:pt x="1856982" y="551083"/>
                </a:moveTo>
                <a:lnTo>
                  <a:pt x="1759954" y="494124"/>
                </a:lnTo>
                <a:moveTo>
                  <a:pt x="1269581" y="746186"/>
                </a:moveTo>
                <a:lnTo>
                  <a:pt x="1389244" y="832703"/>
                </a:lnTo>
                <a:moveTo>
                  <a:pt x="1726650" y="405048"/>
                </a:moveTo>
                <a:lnTo>
                  <a:pt x="1759954" y="494124"/>
                </a:lnTo>
                <a:moveTo>
                  <a:pt x="1793322" y="1101439"/>
                </a:moveTo>
                <a:lnTo>
                  <a:pt x="1817342" y="1206585"/>
                </a:lnTo>
                <a:moveTo>
                  <a:pt x="1856982" y="551083"/>
                </a:moveTo>
                <a:lnTo>
                  <a:pt x="1891948" y="637281"/>
                </a:lnTo>
                <a:moveTo>
                  <a:pt x="1309742" y="617378"/>
                </a:moveTo>
                <a:lnTo>
                  <a:pt x="1382832" y="697080"/>
                </a:lnTo>
                <a:moveTo>
                  <a:pt x="567153" y="593067"/>
                </a:moveTo>
                <a:lnTo>
                  <a:pt x="501314" y="626578"/>
                </a:lnTo>
                <a:moveTo>
                  <a:pt x="831121" y="702356"/>
                </a:moveTo>
                <a:lnTo>
                  <a:pt x="796272" y="812744"/>
                </a:lnTo>
                <a:moveTo>
                  <a:pt x="2172057" y="1098340"/>
                </a:moveTo>
                <a:lnTo>
                  <a:pt x="2095196" y="1028732"/>
                </a:lnTo>
                <a:moveTo>
                  <a:pt x="1322572" y="136313"/>
                </a:moveTo>
                <a:lnTo>
                  <a:pt x="1182179" y="301186"/>
                </a:lnTo>
                <a:moveTo>
                  <a:pt x="1322572" y="136313"/>
                </a:moveTo>
                <a:lnTo>
                  <a:pt x="1182171" y="301151"/>
                </a:lnTo>
                <a:moveTo>
                  <a:pt x="1389244" y="832703"/>
                </a:moveTo>
                <a:lnTo>
                  <a:pt x="1262262" y="827593"/>
                </a:lnTo>
                <a:moveTo>
                  <a:pt x="1677913" y="956064"/>
                </a:moveTo>
                <a:lnTo>
                  <a:pt x="1598016" y="928745"/>
                </a:lnTo>
                <a:moveTo>
                  <a:pt x="2137888" y="1079744"/>
                </a:moveTo>
                <a:lnTo>
                  <a:pt x="2095196" y="1028732"/>
                </a:lnTo>
                <a:moveTo>
                  <a:pt x="1858492" y="913197"/>
                </a:moveTo>
                <a:lnTo>
                  <a:pt x="1805132" y="993023"/>
                </a:lnTo>
                <a:moveTo>
                  <a:pt x="2012375" y="502374"/>
                </a:moveTo>
                <a:lnTo>
                  <a:pt x="1891948" y="637281"/>
                </a:lnTo>
                <a:moveTo>
                  <a:pt x="1677913" y="956064"/>
                </a:moveTo>
                <a:lnTo>
                  <a:pt x="1672696" y="1085326"/>
                </a:lnTo>
                <a:moveTo>
                  <a:pt x="387606" y="639763"/>
                </a:moveTo>
                <a:lnTo>
                  <a:pt x="368075" y="732477"/>
                </a:lnTo>
                <a:moveTo>
                  <a:pt x="2103801" y="953236"/>
                </a:moveTo>
                <a:lnTo>
                  <a:pt x="2007873" y="954974"/>
                </a:lnTo>
                <a:moveTo>
                  <a:pt x="685041" y="595396"/>
                </a:moveTo>
                <a:lnTo>
                  <a:pt x="723883" y="625405"/>
                </a:lnTo>
                <a:moveTo>
                  <a:pt x="2012375" y="502374"/>
                </a:moveTo>
                <a:lnTo>
                  <a:pt x="2015873" y="599538"/>
                </a:lnTo>
                <a:moveTo>
                  <a:pt x="2050283" y="356220"/>
                </a:moveTo>
                <a:lnTo>
                  <a:pt x="2121977" y="421221"/>
                </a:lnTo>
                <a:moveTo>
                  <a:pt x="1920387" y="309327"/>
                </a:moveTo>
                <a:lnTo>
                  <a:pt x="1903958" y="323048"/>
                </a:lnTo>
                <a:moveTo>
                  <a:pt x="873964" y="740648"/>
                </a:moveTo>
                <a:lnTo>
                  <a:pt x="796272" y="812744"/>
                </a:lnTo>
                <a:moveTo>
                  <a:pt x="1544514" y="896168"/>
                </a:moveTo>
                <a:lnTo>
                  <a:pt x="1536471" y="949494"/>
                </a:lnTo>
                <a:moveTo>
                  <a:pt x="2050283" y="356220"/>
                </a:moveTo>
                <a:lnTo>
                  <a:pt x="1920387" y="309327"/>
                </a:lnTo>
                <a:moveTo>
                  <a:pt x="1456406" y="448641"/>
                </a:moveTo>
                <a:lnTo>
                  <a:pt x="1445167" y="442460"/>
                </a:lnTo>
                <a:moveTo>
                  <a:pt x="1756729" y="352984"/>
                </a:moveTo>
                <a:lnTo>
                  <a:pt x="1672972" y="363781"/>
                </a:lnTo>
                <a:moveTo>
                  <a:pt x="1598016" y="928745"/>
                </a:moveTo>
                <a:lnTo>
                  <a:pt x="1536471" y="949494"/>
                </a:lnTo>
                <a:moveTo>
                  <a:pt x="1550981" y="540137"/>
                </a:moveTo>
                <a:lnTo>
                  <a:pt x="1530906" y="484422"/>
                </a:lnTo>
                <a:moveTo>
                  <a:pt x="1544514" y="896168"/>
                </a:moveTo>
                <a:lnTo>
                  <a:pt x="1598016" y="928745"/>
                </a:lnTo>
                <a:moveTo>
                  <a:pt x="1301861" y="507350"/>
                </a:moveTo>
                <a:lnTo>
                  <a:pt x="1315399" y="605752"/>
                </a:lnTo>
                <a:moveTo>
                  <a:pt x="1672696" y="1085326"/>
                </a:moveTo>
                <a:lnTo>
                  <a:pt x="1536471" y="949494"/>
                </a:lnTo>
                <a:moveTo>
                  <a:pt x="1920387" y="309327"/>
                </a:moveTo>
                <a:lnTo>
                  <a:pt x="1756729" y="352984"/>
                </a:lnTo>
                <a:moveTo>
                  <a:pt x="368075" y="732477"/>
                </a:moveTo>
                <a:lnTo>
                  <a:pt x="408117" y="872533"/>
                </a:lnTo>
                <a:moveTo>
                  <a:pt x="2014174" y="1173538"/>
                </a:moveTo>
                <a:lnTo>
                  <a:pt x="1954277" y="1194466"/>
                </a:lnTo>
                <a:moveTo>
                  <a:pt x="1309742" y="617378"/>
                </a:moveTo>
                <a:lnTo>
                  <a:pt x="1388254" y="751427"/>
                </a:lnTo>
                <a:moveTo>
                  <a:pt x="1598016" y="928745"/>
                </a:moveTo>
                <a:lnTo>
                  <a:pt x="1672696" y="1085326"/>
                </a:lnTo>
                <a:moveTo>
                  <a:pt x="1143742" y="436487"/>
                </a:moveTo>
                <a:lnTo>
                  <a:pt x="1164474" y="478505"/>
                </a:lnTo>
                <a:moveTo>
                  <a:pt x="2058367" y="574129"/>
                </a:moveTo>
                <a:lnTo>
                  <a:pt x="2012375" y="502374"/>
                </a:lnTo>
                <a:moveTo>
                  <a:pt x="2006688" y="1028012"/>
                </a:moveTo>
                <a:lnTo>
                  <a:pt x="2095196" y="1028732"/>
                </a:lnTo>
                <a:moveTo>
                  <a:pt x="2016691" y="499545"/>
                </a:moveTo>
                <a:lnTo>
                  <a:pt x="2058367" y="574129"/>
                </a:lnTo>
                <a:moveTo>
                  <a:pt x="1389244" y="832703"/>
                </a:moveTo>
                <a:lnTo>
                  <a:pt x="1257101" y="977731"/>
                </a:lnTo>
                <a:moveTo>
                  <a:pt x="831121" y="702356"/>
                </a:moveTo>
                <a:lnTo>
                  <a:pt x="723883" y="625405"/>
                </a:lnTo>
                <a:moveTo>
                  <a:pt x="1545829" y="730905"/>
                </a:moveTo>
                <a:lnTo>
                  <a:pt x="1443170" y="812915"/>
                </a:lnTo>
                <a:moveTo>
                  <a:pt x="1560172" y="676419"/>
                </a:moveTo>
                <a:lnTo>
                  <a:pt x="1545829" y="730905"/>
                </a:lnTo>
                <a:moveTo>
                  <a:pt x="1571478" y="595455"/>
                </a:moveTo>
                <a:lnTo>
                  <a:pt x="1545829" y="730905"/>
                </a:lnTo>
                <a:moveTo>
                  <a:pt x="2309011" y="1001784"/>
                </a:moveTo>
                <a:lnTo>
                  <a:pt x="2252682" y="981042"/>
                </a:lnTo>
                <a:moveTo>
                  <a:pt x="1269581" y="746186"/>
                </a:moveTo>
                <a:lnTo>
                  <a:pt x="1262262" y="827593"/>
                </a:lnTo>
                <a:moveTo>
                  <a:pt x="688252" y="885176"/>
                </a:moveTo>
                <a:lnTo>
                  <a:pt x="624773" y="927444"/>
                </a:lnTo>
                <a:moveTo>
                  <a:pt x="1550981" y="540137"/>
                </a:moveTo>
                <a:lnTo>
                  <a:pt x="1571478" y="595455"/>
                </a:lnTo>
                <a:moveTo>
                  <a:pt x="1732879" y="882202"/>
                </a:moveTo>
                <a:lnTo>
                  <a:pt x="1805132" y="993023"/>
                </a:lnTo>
                <a:moveTo>
                  <a:pt x="1793322" y="1101439"/>
                </a:moveTo>
                <a:lnTo>
                  <a:pt x="1692511" y="1197750"/>
                </a:lnTo>
                <a:moveTo>
                  <a:pt x="2326252" y="1022687"/>
                </a:moveTo>
                <a:lnTo>
                  <a:pt x="2252682" y="981042"/>
                </a:lnTo>
                <a:moveTo>
                  <a:pt x="1954277" y="1194466"/>
                </a:moveTo>
                <a:lnTo>
                  <a:pt x="1817342" y="1206585"/>
                </a:lnTo>
                <a:moveTo>
                  <a:pt x="707301" y="595116"/>
                </a:moveTo>
                <a:lnTo>
                  <a:pt x="685041" y="595396"/>
                </a:lnTo>
                <a:moveTo>
                  <a:pt x="1445167" y="442460"/>
                </a:moveTo>
                <a:lnTo>
                  <a:pt x="1315399" y="605752"/>
                </a:lnTo>
                <a:moveTo>
                  <a:pt x="784388" y="824271"/>
                </a:moveTo>
                <a:lnTo>
                  <a:pt x="688252" y="885176"/>
                </a:lnTo>
                <a:moveTo>
                  <a:pt x="2126879" y="973891"/>
                </a:moveTo>
                <a:lnTo>
                  <a:pt x="2172057" y="1098340"/>
                </a:lnTo>
                <a:moveTo>
                  <a:pt x="1983805" y="943084"/>
                </a:moveTo>
                <a:lnTo>
                  <a:pt x="1858492" y="913197"/>
                </a:lnTo>
                <a:moveTo>
                  <a:pt x="2126879" y="973891"/>
                </a:moveTo>
                <a:lnTo>
                  <a:pt x="2137888" y="1079744"/>
                </a:lnTo>
                <a:moveTo>
                  <a:pt x="707301" y="595116"/>
                </a:moveTo>
                <a:lnTo>
                  <a:pt x="723883" y="625405"/>
                </a:lnTo>
                <a:moveTo>
                  <a:pt x="1677913" y="956064"/>
                </a:moveTo>
                <a:lnTo>
                  <a:pt x="1571672" y="888563"/>
                </a:lnTo>
                <a:moveTo>
                  <a:pt x="831121" y="702356"/>
                </a:moveTo>
                <a:lnTo>
                  <a:pt x="873964" y="740648"/>
                </a:lnTo>
                <a:moveTo>
                  <a:pt x="1672972" y="363781"/>
                </a:moveTo>
                <a:lnTo>
                  <a:pt x="1759954" y="494124"/>
                </a:lnTo>
                <a:moveTo>
                  <a:pt x="2126879" y="973891"/>
                </a:moveTo>
                <a:lnTo>
                  <a:pt x="2007873" y="954974"/>
                </a:lnTo>
                <a:moveTo>
                  <a:pt x="1182179" y="301186"/>
                </a:moveTo>
                <a:lnTo>
                  <a:pt x="1182171" y="301151"/>
                </a:lnTo>
                <a:moveTo>
                  <a:pt x="1182171" y="301151"/>
                </a:moveTo>
                <a:lnTo>
                  <a:pt x="1182114" y="301178"/>
                </a:lnTo>
                <a:moveTo>
                  <a:pt x="1287150" y="410865"/>
                </a:moveTo>
                <a:lnTo>
                  <a:pt x="1143742" y="436487"/>
                </a:lnTo>
                <a:moveTo>
                  <a:pt x="685041" y="595396"/>
                </a:moveTo>
                <a:lnTo>
                  <a:pt x="567153" y="593067"/>
                </a:lnTo>
                <a:moveTo>
                  <a:pt x="2007873" y="954974"/>
                </a:moveTo>
                <a:lnTo>
                  <a:pt x="1983805" y="943084"/>
                </a:lnTo>
                <a:moveTo>
                  <a:pt x="831121" y="702356"/>
                </a:moveTo>
                <a:lnTo>
                  <a:pt x="707301" y="595116"/>
                </a:lnTo>
                <a:moveTo>
                  <a:pt x="1571672" y="888563"/>
                </a:moveTo>
                <a:lnTo>
                  <a:pt x="1544514" y="896168"/>
                </a:lnTo>
                <a:moveTo>
                  <a:pt x="1571672" y="888563"/>
                </a:moveTo>
                <a:lnTo>
                  <a:pt x="1598016" y="928745"/>
                </a:lnTo>
                <a:moveTo>
                  <a:pt x="1262262" y="827593"/>
                </a:moveTo>
                <a:lnTo>
                  <a:pt x="1257101" y="977731"/>
                </a:lnTo>
                <a:moveTo>
                  <a:pt x="368075" y="732477"/>
                </a:moveTo>
                <a:lnTo>
                  <a:pt x="396189" y="830536"/>
                </a:lnTo>
                <a:moveTo>
                  <a:pt x="1269581" y="746186"/>
                </a:moveTo>
                <a:lnTo>
                  <a:pt x="1144146" y="715849"/>
                </a:lnTo>
                <a:moveTo>
                  <a:pt x="1550981" y="540137"/>
                </a:moveTo>
                <a:lnTo>
                  <a:pt x="1456406" y="448641"/>
                </a:lnTo>
                <a:moveTo>
                  <a:pt x="567153" y="593067"/>
                </a:moveTo>
                <a:lnTo>
                  <a:pt x="387606" y="639763"/>
                </a:lnTo>
                <a:moveTo>
                  <a:pt x="315713" y="669733"/>
                </a:moveTo>
                <a:lnTo>
                  <a:pt x="368075" y="732477"/>
                </a:lnTo>
                <a:moveTo>
                  <a:pt x="2126879" y="973891"/>
                </a:moveTo>
                <a:lnTo>
                  <a:pt x="2006688" y="1028012"/>
                </a:lnTo>
                <a:moveTo>
                  <a:pt x="1732879" y="882202"/>
                </a:moveTo>
                <a:lnTo>
                  <a:pt x="1677913" y="956064"/>
                </a:lnTo>
                <a:moveTo>
                  <a:pt x="2309011" y="1001784"/>
                </a:moveTo>
                <a:lnTo>
                  <a:pt x="2126879" y="973891"/>
                </a:lnTo>
                <a:moveTo>
                  <a:pt x="1144146" y="715849"/>
                </a:moveTo>
                <a:lnTo>
                  <a:pt x="1262262" y="827593"/>
                </a:lnTo>
                <a:moveTo>
                  <a:pt x="2185299" y="142957"/>
                </a:moveTo>
                <a:lnTo>
                  <a:pt x="2206363" y="222433"/>
                </a:lnTo>
                <a:moveTo>
                  <a:pt x="1536471" y="949494"/>
                </a:moveTo>
                <a:lnTo>
                  <a:pt x="1556577" y="1061413"/>
                </a:lnTo>
                <a:moveTo>
                  <a:pt x="2121977" y="421221"/>
                </a:moveTo>
                <a:lnTo>
                  <a:pt x="2058367" y="574129"/>
                </a:lnTo>
                <a:moveTo>
                  <a:pt x="1309742" y="617378"/>
                </a:moveTo>
                <a:lnTo>
                  <a:pt x="1269581" y="746186"/>
                </a:lnTo>
                <a:moveTo>
                  <a:pt x="1983315" y="1219129"/>
                </a:moveTo>
                <a:lnTo>
                  <a:pt x="1954277" y="1194466"/>
                </a:lnTo>
                <a:moveTo>
                  <a:pt x="1672972" y="363781"/>
                </a:moveTo>
                <a:lnTo>
                  <a:pt x="1751436" y="470190"/>
                </a:lnTo>
                <a:moveTo>
                  <a:pt x="685041" y="595396"/>
                </a:moveTo>
                <a:lnTo>
                  <a:pt x="578886" y="592487"/>
                </a:lnTo>
                <a:moveTo>
                  <a:pt x="2006688" y="1028012"/>
                </a:moveTo>
                <a:lnTo>
                  <a:pt x="2014174" y="1173538"/>
                </a:lnTo>
                <a:moveTo>
                  <a:pt x="1262262" y="827593"/>
                </a:moveTo>
                <a:lnTo>
                  <a:pt x="1135531" y="822048"/>
                </a:lnTo>
                <a:moveTo>
                  <a:pt x="2014174" y="1173538"/>
                </a:moveTo>
                <a:lnTo>
                  <a:pt x="1983315" y="1219129"/>
                </a:lnTo>
                <a:moveTo>
                  <a:pt x="1672696" y="1085326"/>
                </a:moveTo>
                <a:lnTo>
                  <a:pt x="1556577" y="1061413"/>
                </a:lnTo>
                <a:moveTo>
                  <a:pt x="565847" y="866084"/>
                </a:moveTo>
                <a:lnTo>
                  <a:pt x="624773" y="927444"/>
                </a:lnTo>
                <a:moveTo>
                  <a:pt x="2014174" y="1173538"/>
                </a:moveTo>
                <a:lnTo>
                  <a:pt x="1996148" y="1121991"/>
                </a:lnTo>
                <a:moveTo>
                  <a:pt x="387606" y="639763"/>
                </a:moveTo>
                <a:lnTo>
                  <a:pt x="315713" y="669733"/>
                </a:lnTo>
                <a:moveTo>
                  <a:pt x="1010520" y="655111"/>
                </a:moveTo>
                <a:lnTo>
                  <a:pt x="831121" y="702356"/>
                </a:lnTo>
                <a:moveTo>
                  <a:pt x="1008933" y="669551"/>
                </a:moveTo>
                <a:lnTo>
                  <a:pt x="831121" y="702356"/>
                </a:lnTo>
                <a:moveTo>
                  <a:pt x="2166699" y="332066"/>
                </a:moveTo>
                <a:lnTo>
                  <a:pt x="2050283" y="356220"/>
                </a:lnTo>
                <a:moveTo>
                  <a:pt x="2015873" y="599538"/>
                </a:moveTo>
                <a:lnTo>
                  <a:pt x="1891948" y="637281"/>
                </a:lnTo>
                <a:moveTo>
                  <a:pt x="1672696" y="1085326"/>
                </a:moveTo>
                <a:lnTo>
                  <a:pt x="1692511" y="1197750"/>
                </a:lnTo>
                <a:moveTo>
                  <a:pt x="2110892" y="303304"/>
                </a:moveTo>
                <a:lnTo>
                  <a:pt x="2050283" y="356220"/>
                </a:lnTo>
                <a:moveTo>
                  <a:pt x="1550981" y="540137"/>
                </a:moveTo>
                <a:lnTo>
                  <a:pt x="1545829" y="730905"/>
                </a:lnTo>
                <a:moveTo>
                  <a:pt x="1257101" y="977731"/>
                </a:moveTo>
                <a:lnTo>
                  <a:pt x="1256312" y="984614"/>
                </a:lnTo>
                <a:moveTo>
                  <a:pt x="1164474" y="478505"/>
                </a:moveTo>
                <a:lnTo>
                  <a:pt x="1169366" y="531588"/>
                </a:lnTo>
                <a:moveTo>
                  <a:pt x="2172057" y="1098340"/>
                </a:moveTo>
                <a:lnTo>
                  <a:pt x="2137888" y="1079744"/>
                </a:lnTo>
                <a:moveTo>
                  <a:pt x="796272" y="812744"/>
                </a:moveTo>
                <a:lnTo>
                  <a:pt x="864477" y="841408"/>
                </a:lnTo>
                <a:moveTo>
                  <a:pt x="396189" y="830536"/>
                </a:moveTo>
                <a:lnTo>
                  <a:pt x="408117" y="872533"/>
                </a:lnTo>
                <a:moveTo>
                  <a:pt x="1182179" y="301186"/>
                </a:moveTo>
                <a:lnTo>
                  <a:pt x="1287150" y="410865"/>
                </a:lnTo>
                <a:moveTo>
                  <a:pt x="1008933" y="669551"/>
                </a:moveTo>
                <a:lnTo>
                  <a:pt x="873964" y="740648"/>
                </a:lnTo>
                <a:moveTo>
                  <a:pt x="1810404" y="336337"/>
                </a:moveTo>
                <a:lnTo>
                  <a:pt x="1756729" y="352984"/>
                </a:lnTo>
                <a:moveTo>
                  <a:pt x="2185299" y="142957"/>
                </a:moveTo>
                <a:lnTo>
                  <a:pt x="2220794" y="224444"/>
                </a:lnTo>
                <a:moveTo>
                  <a:pt x="1569384" y="830542"/>
                </a:moveTo>
                <a:lnTo>
                  <a:pt x="1443170" y="812915"/>
                </a:lnTo>
                <a:moveTo>
                  <a:pt x="2121977" y="421221"/>
                </a:moveTo>
                <a:lnTo>
                  <a:pt x="2144479" y="520729"/>
                </a:lnTo>
                <a:moveTo>
                  <a:pt x="2058367" y="574129"/>
                </a:moveTo>
                <a:lnTo>
                  <a:pt x="2015873" y="599538"/>
                </a:lnTo>
                <a:moveTo>
                  <a:pt x="1287150" y="410865"/>
                </a:moveTo>
                <a:lnTo>
                  <a:pt x="1164474" y="478505"/>
                </a:lnTo>
                <a:moveTo>
                  <a:pt x="1751436" y="470190"/>
                </a:moveTo>
                <a:lnTo>
                  <a:pt x="1759954" y="494124"/>
                </a:lnTo>
                <a:moveTo>
                  <a:pt x="1351733" y="495359"/>
                </a:moveTo>
                <a:lnTo>
                  <a:pt x="1445167" y="442460"/>
                </a:lnTo>
                <a:moveTo>
                  <a:pt x="1093923" y="387032"/>
                </a:moveTo>
                <a:lnTo>
                  <a:pt x="1110579" y="387026"/>
                </a:lnTo>
                <a:moveTo>
                  <a:pt x="2166699" y="332066"/>
                </a:moveTo>
                <a:lnTo>
                  <a:pt x="2121977" y="421221"/>
                </a:lnTo>
                <a:moveTo>
                  <a:pt x="1315399" y="605752"/>
                </a:moveTo>
                <a:lnTo>
                  <a:pt x="1309742" y="617378"/>
                </a:lnTo>
                <a:moveTo>
                  <a:pt x="1817342" y="1206585"/>
                </a:moveTo>
                <a:lnTo>
                  <a:pt x="1692511" y="1197750"/>
                </a:lnTo>
                <a:moveTo>
                  <a:pt x="1810404" y="336337"/>
                </a:moveTo>
                <a:lnTo>
                  <a:pt x="1672972" y="363781"/>
                </a:lnTo>
                <a:moveTo>
                  <a:pt x="439518" y="608816"/>
                </a:moveTo>
                <a:lnTo>
                  <a:pt x="387606" y="639763"/>
                </a:lnTo>
                <a:moveTo>
                  <a:pt x="1144146" y="715849"/>
                </a:moveTo>
                <a:lnTo>
                  <a:pt x="1135531" y="822048"/>
                </a:lnTo>
                <a:moveTo>
                  <a:pt x="784388" y="824271"/>
                </a:moveTo>
                <a:lnTo>
                  <a:pt x="728421" y="852003"/>
                </a:lnTo>
                <a:moveTo>
                  <a:pt x="1309742" y="617378"/>
                </a:moveTo>
                <a:lnTo>
                  <a:pt x="1144146" y="715849"/>
                </a:lnTo>
                <a:moveTo>
                  <a:pt x="881732" y="612329"/>
                </a:moveTo>
                <a:lnTo>
                  <a:pt x="831121" y="702356"/>
                </a:lnTo>
                <a:moveTo>
                  <a:pt x="1981078" y="256712"/>
                </a:moveTo>
                <a:lnTo>
                  <a:pt x="2050283" y="356220"/>
                </a:lnTo>
                <a:moveTo>
                  <a:pt x="2137888" y="1079744"/>
                </a:moveTo>
                <a:lnTo>
                  <a:pt x="2006688" y="1028012"/>
                </a:lnTo>
                <a:moveTo>
                  <a:pt x="1609993" y="861324"/>
                </a:moveTo>
                <a:lnTo>
                  <a:pt x="1677913" y="956064"/>
                </a:lnTo>
                <a:moveTo>
                  <a:pt x="1262262" y="827593"/>
                </a:moveTo>
                <a:lnTo>
                  <a:pt x="1136192" y="964192"/>
                </a:lnTo>
                <a:moveTo>
                  <a:pt x="1144146" y="715849"/>
                </a:moveTo>
                <a:lnTo>
                  <a:pt x="1033256" y="665624"/>
                </a:lnTo>
                <a:moveTo>
                  <a:pt x="1920387" y="309327"/>
                </a:moveTo>
                <a:lnTo>
                  <a:pt x="1810404" y="336337"/>
                </a:lnTo>
                <a:moveTo>
                  <a:pt x="2309011" y="1001784"/>
                </a:moveTo>
                <a:lnTo>
                  <a:pt x="2172057" y="1098340"/>
                </a:lnTo>
                <a:moveTo>
                  <a:pt x="1263261" y="599322"/>
                </a:moveTo>
                <a:lnTo>
                  <a:pt x="1144146" y="715849"/>
                </a:lnTo>
                <a:moveTo>
                  <a:pt x="1858492" y="913197"/>
                </a:moveTo>
                <a:lnTo>
                  <a:pt x="1732879" y="882202"/>
                </a:lnTo>
                <a:moveTo>
                  <a:pt x="2007873" y="954974"/>
                </a:moveTo>
                <a:lnTo>
                  <a:pt x="2006688" y="1028012"/>
                </a:lnTo>
                <a:moveTo>
                  <a:pt x="796272" y="812744"/>
                </a:moveTo>
                <a:lnTo>
                  <a:pt x="728421" y="852003"/>
                </a:lnTo>
                <a:moveTo>
                  <a:pt x="707301" y="595116"/>
                </a:moveTo>
                <a:lnTo>
                  <a:pt x="578886" y="592487"/>
                </a:lnTo>
                <a:moveTo>
                  <a:pt x="1169366" y="531588"/>
                </a:moveTo>
                <a:lnTo>
                  <a:pt x="1010520" y="655111"/>
                </a:lnTo>
                <a:moveTo>
                  <a:pt x="2057367" y="660375"/>
                </a:moveTo>
                <a:lnTo>
                  <a:pt x="2015873" y="599538"/>
                </a:lnTo>
                <a:moveTo>
                  <a:pt x="2281847" y="224718"/>
                </a:moveTo>
                <a:lnTo>
                  <a:pt x="2220794" y="224444"/>
                </a:lnTo>
                <a:moveTo>
                  <a:pt x="1569384" y="830542"/>
                </a:moveTo>
                <a:lnTo>
                  <a:pt x="1544514" y="896168"/>
                </a:lnTo>
                <a:moveTo>
                  <a:pt x="1497615" y="498400"/>
                </a:moveTo>
                <a:lnTo>
                  <a:pt x="1456406" y="448641"/>
                </a:lnTo>
                <a:moveTo>
                  <a:pt x="1033256" y="665624"/>
                </a:moveTo>
                <a:lnTo>
                  <a:pt x="1135531" y="822048"/>
                </a:lnTo>
                <a:moveTo>
                  <a:pt x="1169366" y="531588"/>
                </a:moveTo>
                <a:lnTo>
                  <a:pt x="1263261" y="599322"/>
                </a:lnTo>
                <a:moveTo>
                  <a:pt x="1004849" y="823342"/>
                </a:moveTo>
                <a:lnTo>
                  <a:pt x="873964" y="740648"/>
                </a:lnTo>
                <a:moveTo>
                  <a:pt x="1287150" y="410865"/>
                </a:moveTo>
                <a:lnTo>
                  <a:pt x="1169366" y="531588"/>
                </a:lnTo>
                <a:moveTo>
                  <a:pt x="1135531" y="822048"/>
                </a:moveTo>
                <a:lnTo>
                  <a:pt x="1008933" y="669551"/>
                </a:lnTo>
                <a:moveTo>
                  <a:pt x="1169076" y="617262"/>
                </a:moveTo>
                <a:lnTo>
                  <a:pt x="1144146" y="715849"/>
                </a:lnTo>
                <a:moveTo>
                  <a:pt x="1456406" y="448641"/>
                </a:moveTo>
                <a:lnTo>
                  <a:pt x="1351733" y="495359"/>
                </a:lnTo>
                <a:moveTo>
                  <a:pt x="1309742" y="617378"/>
                </a:moveTo>
                <a:lnTo>
                  <a:pt x="1263261" y="599322"/>
                </a:lnTo>
                <a:moveTo>
                  <a:pt x="1954277" y="1194466"/>
                </a:moveTo>
                <a:lnTo>
                  <a:pt x="1854211" y="1289488"/>
                </a:lnTo>
                <a:moveTo>
                  <a:pt x="1010520" y="655111"/>
                </a:moveTo>
                <a:lnTo>
                  <a:pt x="1033256" y="665624"/>
                </a:lnTo>
                <a:moveTo>
                  <a:pt x="1033256" y="665624"/>
                </a:moveTo>
                <a:lnTo>
                  <a:pt x="1008933" y="669551"/>
                </a:lnTo>
                <a:moveTo>
                  <a:pt x="1315399" y="605752"/>
                </a:moveTo>
                <a:lnTo>
                  <a:pt x="1328155" y="566814"/>
                </a:lnTo>
                <a:moveTo>
                  <a:pt x="1169366" y="531588"/>
                </a:moveTo>
                <a:lnTo>
                  <a:pt x="1169076" y="617262"/>
                </a:lnTo>
                <a:moveTo>
                  <a:pt x="1010520" y="655111"/>
                </a:moveTo>
                <a:lnTo>
                  <a:pt x="1008933" y="669551"/>
                </a:lnTo>
                <a:moveTo>
                  <a:pt x="1093923" y="387032"/>
                </a:moveTo>
                <a:lnTo>
                  <a:pt x="1143742" y="436487"/>
                </a:lnTo>
                <a:moveTo>
                  <a:pt x="2059423" y="719023"/>
                </a:moveTo>
                <a:lnTo>
                  <a:pt x="1891948" y="637281"/>
                </a:lnTo>
                <a:moveTo>
                  <a:pt x="578886" y="592487"/>
                </a:moveTo>
                <a:lnTo>
                  <a:pt x="567153" y="593067"/>
                </a:lnTo>
                <a:moveTo>
                  <a:pt x="2058367" y="574129"/>
                </a:moveTo>
                <a:lnTo>
                  <a:pt x="2057367" y="660375"/>
                </a:lnTo>
                <a:moveTo>
                  <a:pt x="2006688" y="1028012"/>
                </a:moveTo>
                <a:lnTo>
                  <a:pt x="1996148" y="1121991"/>
                </a:lnTo>
                <a:moveTo>
                  <a:pt x="2296256" y="1018987"/>
                </a:moveTo>
                <a:lnTo>
                  <a:pt x="2172057" y="1098340"/>
                </a:lnTo>
                <a:moveTo>
                  <a:pt x="1996148" y="1121991"/>
                </a:moveTo>
                <a:lnTo>
                  <a:pt x="1983315" y="1219129"/>
                </a:lnTo>
                <a:moveTo>
                  <a:pt x="1981078" y="256712"/>
                </a:moveTo>
                <a:lnTo>
                  <a:pt x="1920387" y="309327"/>
                </a:lnTo>
                <a:moveTo>
                  <a:pt x="1256312" y="984614"/>
                </a:moveTo>
                <a:lnTo>
                  <a:pt x="1135433" y="968939"/>
                </a:lnTo>
                <a:moveTo>
                  <a:pt x="1257101" y="977731"/>
                </a:moveTo>
                <a:lnTo>
                  <a:pt x="1136192" y="964192"/>
                </a:lnTo>
                <a:moveTo>
                  <a:pt x="1169076" y="617262"/>
                </a:moveTo>
                <a:lnTo>
                  <a:pt x="1033256" y="665624"/>
                </a:lnTo>
                <a:moveTo>
                  <a:pt x="1136192" y="964192"/>
                </a:moveTo>
                <a:lnTo>
                  <a:pt x="1256312" y="984614"/>
                </a:lnTo>
                <a:moveTo>
                  <a:pt x="2015873" y="599538"/>
                </a:moveTo>
                <a:lnTo>
                  <a:pt x="2059423" y="719023"/>
                </a:lnTo>
                <a:moveTo>
                  <a:pt x="1169076" y="617262"/>
                </a:moveTo>
                <a:lnTo>
                  <a:pt x="1010520" y="655111"/>
                </a:lnTo>
                <a:moveTo>
                  <a:pt x="753460" y="571460"/>
                </a:moveTo>
                <a:lnTo>
                  <a:pt x="831121" y="702356"/>
                </a:lnTo>
                <a:moveTo>
                  <a:pt x="1328155" y="566814"/>
                </a:moveTo>
                <a:lnTo>
                  <a:pt x="1309742" y="617378"/>
                </a:lnTo>
                <a:moveTo>
                  <a:pt x="1263261" y="599322"/>
                </a:moveTo>
                <a:lnTo>
                  <a:pt x="1169076" y="617262"/>
                </a:lnTo>
                <a:moveTo>
                  <a:pt x="1164474" y="478505"/>
                </a:moveTo>
                <a:lnTo>
                  <a:pt x="1049730" y="522773"/>
                </a:lnTo>
                <a:moveTo>
                  <a:pt x="873964" y="740648"/>
                </a:moveTo>
                <a:lnTo>
                  <a:pt x="880213" y="838151"/>
                </a:lnTo>
                <a:moveTo>
                  <a:pt x="873964" y="740648"/>
                </a:moveTo>
                <a:lnTo>
                  <a:pt x="864477" y="841408"/>
                </a:lnTo>
                <a:moveTo>
                  <a:pt x="1919318" y="861083"/>
                </a:moveTo>
                <a:lnTo>
                  <a:pt x="1983805" y="943084"/>
                </a:lnTo>
                <a:moveTo>
                  <a:pt x="2144479" y="520729"/>
                </a:moveTo>
                <a:lnTo>
                  <a:pt x="2058367" y="574129"/>
                </a:lnTo>
                <a:moveTo>
                  <a:pt x="2326252" y="1022687"/>
                </a:moveTo>
                <a:lnTo>
                  <a:pt x="2309011" y="1001784"/>
                </a:lnTo>
                <a:moveTo>
                  <a:pt x="1948147" y="879319"/>
                </a:moveTo>
                <a:lnTo>
                  <a:pt x="1983805" y="943084"/>
                </a:lnTo>
                <a:moveTo>
                  <a:pt x="567153" y="593067"/>
                </a:moveTo>
                <a:lnTo>
                  <a:pt x="503001" y="598162"/>
                </a:lnTo>
                <a:moveTo>
                  <a:pt x="1328155" y="566814"/>
                </a:moveTo>
                <a:lnTo>
                  <a:pt x="1263261" y="599322"/>
                </a:lnTo>
                <a:moveTo>
                  <a:pt x="1241622" y="244030"/>
                </a:moveTo>
                <a:lnTo>
                  <a:pt x="1182171" y="301151"/>
                </a:lnTo>
                <a:moveTo>
                  <a:pt x="2058367" y="574129"/>
                </a:moveTo>
                <a:lnTo>
                  <a:pt x="2106397" y="707435"/>
                </a:lnTo>
                <a:moveTo>
                  <a:pt x="1817342" y="1206585"/>
                </a:moveTo>
                <a:lnTo>
                  <a:pt x="1854211" y="1289488"/>
                </a:lnTo>
                <a:moveTo>
                  <a:pt x="1135531" y="822048"/>
                </a:moveTo>
                <a:lnTo>
                  <a:pt x="1136192" y="964192"/>
                </a:lnTo>
                <a:moveTo>
                  <a:pt x="1135531" y="822048"/>
                </a:moveTo>
                <a:lnTo>
                  <a:pt x="1004849" y="823342"/>
                </a:lnTo>
                <a:moveTo>
                  <a:pt x="1550981" y="540137"/>
                </a:moveTo>
                <a:lnTo>
                  <a:pt x="1497615" y="498400"/>
                </a:lnTo>
                <a:moveTo>
                  <a:pt x="1456406" y="448641"/>
                </a:moveTo>
                <a:lnTo>
                  <a:pt x="1365557" y="502076"/>
                </a:lnTo>
                <a:moveTo>
                  <a:pt x="1545829" y="730905"/>
                </a:moveTo>
                <a:lnTo>
                  <a:pt x="1569384" y="830542"/>
                </a:lnTo>
                <a:moveTo>
                  <a:pt x="1672696" y="1085326"/>
                </a:moveTo>
                <a:lnTo>
                  <a:pt x="1584908" y="1159097"/>
                </a:lnTo>
                <a:moveTo>
                  <a:pt x="305876" y="765252"/>
                </a:moveTo>
                <a:lnTo>
                  <a:pt x="368075" y="732477"/>
                </a:lnTo>
                <a:moveTo>
                  <a:pt x="567153" y="593067"/>
                </a:moveTo>
                <a:lnTo>
                  <a:pt x="439518" y="608816"/>
                </a:lnTo>
                <a:moveTo>
                  <a:pt x="1351733" y="495359"/>
                </a:moveTo>
                <a:lnTo>
                  <a:pt x="1315399" y="605752"/>
                </a:lnTo>
                <a:moveTo>
                  <a:pt x="1010520" y="655111"/>
                </a:moveTo>
                <a:lnTo>
                  <a:pt x="881732" y="612329"/>
                </a:lnTo>
                <a:moveTo>
                  <a:pt x="1008933" y="669551"/>
                </a:moveTo>
                <a:lnTo>
                  <a:pt x="1004849" y="823342"/>
                </a:lnTo>
                <a:moveTo>
                  <a:pt x="1817342" y="1206585"/>
                </a:moveTo>
                <a:lnTo>
                  <a:pt x="1705326" y="1322290"/>
                </a:lnTo>
                <a:moveTo>
                  <a:pt x="2309011" y="1001784"/>
                </a:moveTo>
                <a:lnTo>
                  <a:pt x="2296256" y="1018987"/>
                </a:lnTo>
                <a:moveTo>
                  <a:pt x="753460" y="571460"/>
                </a:moveTo>
                <a:lnTo>
                  <a:pt x="707301" y="595116"/>
                </a:lnTo>
                <a:moveTo>
                  <a:pt x="1891948" y="637281"/>
                </a:moveTo>
                <a:lnTo>
                  <a:pt x="1925505" y="725918"/>
                </a:lnTo>
                <a:moveTo>
                  <a:pt x="1169366" y="531588"/>
                </a:moveTo>
                <a:lnTo>
                  <a:pt x="1049730" y="522773"/>
                </a:lnTo>
                <a:moveTo>
                  <a:pt x="2007873" y="954974"/>
                </a:moveTo>
                <a:lnTo>
                  <a:pt x="1999404" y="1077045"/>
                </a:lnTo>
                <a:moveTo>
                  <a:pt x="1351733" y="495359"/>
                </a:moveTo>
                <a:lnTo>
                  <a:pt x="1169366" y="531588"/>
                </a:lnTo>
                <a:moveTo>
                  <a:pt x="2106397" y="707435"/>
                </a:moveTo>
                <a:lnTo>
                  <a:pt x="2057367" y="660375"/>
                </a:lnTo>
                <a:moveTo>
                  <a:pt x="1569384" y="830542"/>
                </a:moveTo>
                <a:lnTo>
                  <a:pt x="1571672" y="888563"/>
                </a:lnTo>
                <a:moveTo>
                  <a:pt x="2057367" y="660375"/>
                </a:moveTo>
                <a:lnTo>
                  <a:pt x="2059423" y="719023"/>
                </a:lnTo>
                <a:moveTo>
                  <a:pt x="578886" y="592487"/>
                </a:moveTo>
                <a:lnTo>
                  <a:pt x="503001" y="598162"/>
                </a:lnTo>
                <a:moveTo>
                  <a:pt x="439518" y="608816"/>
                </a:moveTo>
                <a:lnTo>
                  <a:pt x="315713" y="669733"/>
                </a:lnTo>
                <a:moveTo>
                  <a:pt x="1182114" y="301178"/>
                </a:moveTo>
                <a:lnTo>
                  <a:pt x="1093923" y="387032"/>
                </a:lnTo>
                <a:moveTo>
                  <a:pt x="1182171" y="301151"/>
                </a:moveTo>
                <a:lnTo>
                  <a:pt x="1093923" y="387032"/>
                </a:lnTo>
                <a:moveTo>
                  <a:pt x="1049730" y="522773"/>
                </a:moveTo>
                <a:lnTo>
                  <a:pt x="1010520" y="655111"/>
                </a:lnTo>
                <a:moveTo>
                  <a:pt x="1547428" y="636431"/>
                </a:moveTo>
                <a:lnTo>
                  <a:pt x="1545829" y="730905"/>
                </a:lnTo>
                <a:moveTo>
                  <a:pt x="1609993" y="861324"/>
                </a:moveTo>
                <a:lnTo>
                  <a:pt x="1571672" y="888563"/>
                </a:lnTo>
                <a:moveTo>
                  <a:pt x="1351733" y="495359"/>
                </a:moveTo>
                <a:lnTo>
                  <a:pt x="1263261" y="599322"/>
                </a:lnTo>
                <a:moveTo>
                  <a:pt x="1351733" y="495359"/>
                </a:moveTo>
                <a:lnTo>
                  <a:pt x="1287150" y="410865"/>
                </a:lnTo>
                <a:moveTo>
                  <a:pt x="2006688" y="1028012"/>
                </a:moveTo>
                <a:lnTo>
                  <a:pt x="1999404" y="1077045"/>
                </a:lnTo>
                <a:moveTo>
                  <a:pt x="1093923" y="387032"/>
                </a:moveTo>
                <a:lnTo>
                  <a:pt x="1164474" y="478505"/>
                </a:lnTo>
                <a:moveTo>
                  <a:pt x="1731723" y="373088"/>
                </a:moveTo>
                <a:lnTo>
                  <a:pt x="1672972" y="363781"/>
                </a:lnTo>
                <a:moveTo>
                  <a:pt x="2166699" y="332066"/>
                </a:moveTo>
                <a:lnTo>
                  <a:pt x="2144479" y="520729"/>
                </a:lnTo>
                <a:moveTo>
                  <a:pt x="1999404" y="1077045"/>
                </a:moveTo>
                <a:lnTo>
                  <a:pt x="1996148" y="1121991"/>
                </a:lnTo>
                <a:moveTo>
                  <a:pt x="2144479" y="520729"/>
                </a:moveTo>
                <a:lnTo>
                  <a:pt x="2106397" y="707435"/>
                </a:lnTo>
                <a:moveTo>
                  <a:pt x="1550981" y="540137"/>
                </a:moveTo>
                <a:lnTo>
                  <a:pt x="1547428" y="636431"/>
                </a:lnTo>
                <a:moveTo>
                  <a:pt x="1919318" y="861083"/>
                </a:moveTo>
                <a:lnTo>
                  <a:pt x="1858492" y="913197"/>
                </a:lnTo>
                <a:moveTo>
                  <a:pt x="2335899" y="983722"/>
                </a:moveTo>
                <a:lnTo>
                  <a:pt x="2309011" y="1001784"/>
                </a:lnTo>
                <a:moveTo>
                  <a:pt x="2166699" y="332066"/>
                </a:moveTo>
                <a:lnTo>
                  <a:pt x="2110892" y="303304"/>
                </a:lnTo>
                <a:moveTo>
                  <a:pt x="1136192" y="964192"/>
                </a:moveTo>
                <a:lnTo>
                  <a:pt x="1135433" y="968939"/>
                </a:lnTo>
                <a:moveTo>
                  <a:pt x="2106397" y="707435"/>
                </a:moveTo>
                <a:lnTo>
                  <a:pt x="2059423" y="719023"/>
                </a:lnTo>
                <a:moveTo>
                  <a:pt x="1983315" y="1219129"/>
                </a:moveTo>
                <a:lnTo>
                  <a:pt x="1854211" y="1289488"/>
                </a:lnTo>
                <a:moveTo>
                  <a:pt x="1751277" y="566903"/>
                </a:moveTo>
                <a:lnTo>
                  <a:pt x="1759954" y="494124"/>
                </a:lnTo>
                <a:moveTo>
                  <a:pt x="1292319" y="316831"/>
                </a:moveTo>
                <a:lnTo>
                  <a:pt x="1182179" y="301186"/>
                </a:lnTo>
                <a:moveTo>
                  <a:pt x="1292319" y="316831"/>
                </a:moveTo>
                <a:lnTo>
                  <a:pt x="1182171" y="301151"/>
                </a:lnTo>
                <a:moveTo>
                  <a:pt x="688252" y="885176"/>
                </a:moveTo>
                <a:lnTo>
                  <a:pt x="565847" y="866084"/>
                </a:lnTo>
                <a:moveTo>
                  <a:pt x="1351733" y="495359"/>
                </a:moveTo>
                <a:lnTo>
                  <a:pt x="1328155" y="566814"/>
                </a:lnTo>
                <a:moveTo>
                  <a:pt x="503001" y="598162"/>
                </a:moveTo>
                <a:lnTo>
                  <a:pt x="439518" y="608816"/>
                </a:lnTo>
                <a:moveTo>
                  <a:pt x="1983315" y="1219129"/>
                </a:moveTo>
                <a:lnTo>
                  <a:pt x="1936531" y="1260693"/>
                </a:lnTo>
                <a:moveTo>
                  <a:pt x="2326252" y="1022687"/>
                </a:moveTo>
                <a:lnTo>
                  <a:pt x="2335899" y="983722"/>
                </a:lnTo>
                <a:moveTo>
                  <a:pt x="1996148" y="1121991"/>
                </a:moveTo>
                <a:lnTo>
                  <a:pt x="1936531" y="1260693"/>
                </a:lnTo>
                <a:moveTo>
                  <a:pt x="1948147" y="879319"/>
                </a:moveTo>
                <a:lnTo>
                  <a:pt x="2007873" y="954974"/>
                </a:lnTo>
                <a:moveTo>
                  <a:pt x="1732879" y="882202"/>
                </a:moveTo>
                <a:lnTo>
                  <a:pt x="1609993" y="861324"/>
                </a:lnTo>
                <a:moveTo>
                  <a:pt x="753460" y="571460"/>
                </a:moveTo>
                <a:lnTo>
                  <a:pt x="578886" y="592487"/>
                </a:lnTo>
                <a:moveTo>
                  <a:pt x="1692511" y="1197750"/>
                </a:moveTo>
                <a:lnTo>
                  <a:pt x="1705326" y="1322290"/>
                </a:lnTo>
                <a:moveTo>
                  <a:pt x="1004849" y="823342"/>
                </a:moveTo>
                <a:lnTo>
                  <a:pt x="880213" y="838151"/>
                </a:lnTo>
                <a:moveTo>
                  <a:pt x="2335899" y="983722"/>
                </a:moveTo>
                <a:lnTo>
                  <a:pt x="2296256" y="1018987"/>
                </a:lnTo>
                <a:moveTo>
                  <a:pt x="1868881" y="275506"/>
                </a:moveTo>
                <a:lnTo>
                  <a:pt x="1920387" y="309327"/>
                </a:lnTo>
                <a:moveTo>
                  <a:pt x="1556577" y="1061413"/>
                </a:moveTo>
                <a:lnTo>
                  <a:pt x="1584908" y="1159097"/>
                </a:lnTo>
                <a:moveTo>
                  <a:pt x="688252" y="885176"/>
                </a:moveTo>
                <a:lnTo>
                  <a:pt x="728421" y="852003"/>
                </a:lnTo>
                <a:moveTo>
                  <a:pt x="2281847" y="224718"/>
                </a:moveTo>
                <a:lnTo>
                  <a:pt x="2185299" y="142957"/>
                </a:lnTo>
                <a:moveTo>
                  <a:pt x="2110892" y="303304"/>
                </a:moveTo>
                <a:lnTo>
                  <a:pt x="1981078" y="256712"/>
                </a:lnTo>
                <a:moveTo>
                  <a:pt x="503001" y="598162"/>
                </a:moveTo>
                <a:lnTo>
                  <a:pt x="451725" y="599869"/>
                </a:lnTo>
                <a:moveTo>
                  <a:pt x="1751436" y="470190"/>
                </a:moveTo>
                <a:lnTo>
                  <a:pt x="1751277" y="566903"/>
                </a:lnTo>
                <a:moveTo>
                  <a:pt x="881732" y="612329"/>
                </a:moveTo>
                <a:lnTo>
                  <a:pt x="753460" y="571460"/>
                </a:lnTo>
                <a:moveTo>
                  <a:pt x="438125" y="827257"/>
                </a:moveTo>
                <a:lnTo>
                  <a:pt x="396189" y="830536"/>
                </a:lnTo>
                <a:moveTo>
                  <a:pt x="2059423" y="719023"/>
                </a:moveTo>
                <a:lnTo>
                  <a:pt x="1925505" y="725918"/>
                </a:lnTo>
                <a:moveTo>
                  <a:pt x="1692511" y="1197750"/>
                </a:moveTo>
                <a:lnTo>
                  <a:pt x="1584908" y="1159097"/>
                </a:lnTo>
                <a:moveTo>
                  <a:pt x="2302138" y="83643"/>
                </a:moveTo>
                <a:lnTo>
                  <a:pt x="2185299" y="142957"/>
                </a:lnTo>
                <a:moveTo>
                  <a:pt x="1004849" y="823342"/>
                </a:moveTo>
                <a:lnTo>
                  <a:pt x="870226" y="847490"/>
                </a:lnTo>
                <a:moveTo>
                  <a:pt x="451725" y="599869"/>
                </a:moveTo>
                <a:lnTo>
                  <a:pt x="439518" y="608816"/>
                </a:lnTo>
                <a:moveTo>
                  <a:pt x="1919318" y="861083"/>
                </a:moveTo>
                <a:lnTo>
                  <a:pt x="1732879" y="882202"/>
                </a:lnTo>
                <a:moveTo>
                  <a:pt x="2106397" y="707435"/>
                </a:moveTo>
                <a:lnTo>
                  <a:pt x="2061822" y="861594"/>
                </a:lnTo>
                <a:moveTo>
                  <a:pt x="2059423" y="719023"/>
                </a:moveTo>
                <a:lnTo>
                  <a:pt x="2061822" y="861594"/>
                </a:lnTo>
                <a:moveTo>
                  <a:pt x="880213" y="838151"/>
                </a:moveTo>
                <a:lnTo>
                  <a:pt x="864477" y="841408"/>
                </a:lnTo>
                <a:moveTo>
                  <a:pt x="2263344" y="440718"/>
                </a:moveTo>
                <a:lnTo>
                  <a:pt x="2144479" y="520729"/>
                </a:lnTo>
                <a:moveTo>
                  <a:pt x="1130501" y="266817"/>
                </a:moveTo>
                <a:lnTo>
                  <a:pt x="1182171" y="301151"/>
                </a:lnTo>
                <a:moveTo>
                  <a:pt x="2106397" y="707435"/>
                </a:moveTo>
                <a:lnTo>
                  <a:pt x="2213838" y="817419"/>
                </a:lnTo>
                <a:moveTo>
                  <a:pt x="2166699" y="332066"/>
                </a:moveTo>
                <a:lnTo>
                  <a:pt x="2263344" y="440718"/>
                </a:lnTo>
                <a:moveTo>
                  <a:pt x="2106397" y="707435"/>
                </a:moveTo>
                <a:lnTo>
                  <a:pt x="2087972" y="669608"/>
                </a:lnTo>
                <a:moveTo>
                  <a:pt x="305876" y="765252"/>
                </a:moveTo>
                <a:lnTo>
                  <a:pt x="396189" y="830536"/>
                </a:lnTo>
                <a:moveTo>
                  <a:pt x="1292319" y="316831"/>
                </a:moveTo>
                <a:lnTo>
                  <a:pt x="1287150" y="410865"/>
                </a:lnTo>
                <a:moveTo>
                  <a:pt x="315713" y="669733"/>
                </a:moveTo>
                <a:lnTo>
                  <a:pt x="305876" y="765252"/>
                </a:lnTo>
                <a:moveTo>
                  <a:pt x="1731723" y="373088"/>
                </a:moveTo>
                <a:lnTo>
                  <a:pt x="1751436" y="470190"/>
                </a:lnTo>
                <a:moveTo>
                  <a:pt x="1609993" y="861324"/>
                </a:moveTo>
                <a:lnTo>
                  <a:pt x="1569384" y="830542"/>
                </a:lnTo>
                <a:moveTo>
                  <a:pt x="880213" y="838151"/>
                </a:moveTo>
                <a:lnTo>
                  <a:pt x="870226" y="847490"/>
                </a:lnTo>
                <a:moveTo>
                  <a:pt x="870226" y="847490"/>
                </a:moveTo>
                <a:lnTo>
                  <a:pt x="864477" y="841408"/>
                </a:lnTo>
                <a:moveTo>
                  <a:pt x="1999404" y="1077045"/>
                </a:moveTo>
                <a:lnTo>
                  <a:pt x="1936531" y="1260693"/>
                </a:lnTo>
                <a:moveTo>
                  <a:pt x="1497615" y="498400"/>
                </a:moveTo>
                <a:lnTo>
                  <a:pt x="1547428" y="636431"/>
                </a:lnTo>
                <a:moveTo>
                  <a:pt x="2302138" y="83643"/>
                </a:moveTo>
                <a:lnTo>
                  <a:pt x="2281847" y="224718"/>
                </a:lnTo>
                <a:moveTo>
                  <a:pt x="2166699" y="332066"/>
                </a:moveTo>
                <a:lnTo>
                  <a:pt x="2143462" y="280115"/>
                </a:lnTo>
                <a:moveTo>
                  <a:pt x="1497615" y="498400"/>
                </a:moveTo>
                <a:lnTo>
                  <a:pt x="1365557" y="502076"/>
                </a:lnTo>
                <a:moveTo>
                  <a:pt x="2143462" y="280115"/>
                </a:moveTo>
                <a:lnTo>
                  <a:pt x="2110892" y="303304"/>
                </a:lnTo>
                <a:moveTo>
                  <a:pt x="2144479" y="520729"/>
                </a:moveTo>
                <a:lnTo>
                  <a:pt x="2109893" y="577457"/>
                </a:lnTo>
                <a:moveTo>
                  <a:pt x="1936531" y="1260693"/>
                </a:moveTo>
                <a:lnTo>
                  <a:pt x="1854211" y="1289488"/>
                </a:lnTo>
                <a:moveTo>
                  <a:pt x="1854211" y="1289488"/>
                </a:moveTo>
                <a:lnTo>
                  <a:pt x="1705326" y="1322290"/>
                </a:lnTo>
                <a:moveTo>
                  <a:pt x="938033" y="543421"/>
                </a:moveTo>
                <a:lnTo>
                  <a:pt x="1010520" y="655111"/>
                </a:lnTo>
                <a:moveTo>
                  <a:pt x="1365557" y="502076"/>
                </a:moveTo>
                <a:lnTo>
                  <a:pt x="1351733" y="495359"/>
                </a:lnTo>
                <a:moveTo>
                  <a:pt x="1134333" y="488748"/>
                </a:moveTo>
                <a:lnTo>
                  <a:pt x="1164474" y="478505"/>
                </a:lnTo>
                <a:moveTo>
                  <a:pt x="2109893" y="577457"/>
                </a:moveTo>
                <a:lnTo>
                  <a:pt x="2106397" y="707435"/>
                </a:lnTo>
                <a:moveTo>
                  <a:pt x="1547428" y="636431"/>
                </a:moveTo>
                <a:lnTo>
                  <a:pt x="1569384" y="830542"/>
                </a:lnTo>
                <a:moveTo>
                  <a:pt x="714906" y="817762"/>
                </a:moveTo>
                <a:lnTo>
                  <a:pt x="688252" y="885176"/>
                </a:lnTo>
                <a:moveTo>
                  <a:pt x="864477" y="841408"/>
                </a:moveTo>
                <a:lnTo>
                  <a:pt x="728421" y="852003"/>
                </a:lnTo>
                <a:moveTo>
                  <a:pt x="2061822" y="861594"/>
                </a:moveTo>
                <a:lnTo>
                  <a:pt x="1925505" y="725918"/>
                </a:lnTo>
                <a:moveTo>
                  <a:pt x="1405387" y="138764"/>
                </a:moveTo>
                <a:lnTo>
                  <a:pt x="1405415" y="139640"/>
                </a:lnTo>
                <a:moveTo>
                  <a:pt x="1948147" y="879319"/>
                </a:moveTo>
                <a:lnTo>
                  <a:pt x="1999404" y="1077045"/>
                </a:lnTo>
                <a:moveTo>
                  <a:pt x="614377" y="768333"/>
                </a:moveTo>
                <a:lnTo>
                  <a:pt x="688252" y="885176"/>
                </a:lnTo>
                <a:moveTo>
                  <a:pt x="439518" y="608816"/>
                </a:moveTo>
                <a:lnTo>
                  <a:pt x="305876" y="765252"/>
                </a:lnTo>
                <a:moveTo>
                  <a:pt x="637770" y="577291"/>
                </a:moveTo>
                <a:lnTo>
                  <a:pt x="578886" y="592487"/>
                </a:lnTo>
                <a:moveTo>
                  <a:pt x="565847" y="866084"/>
                </a:moveTo>
                <a:lnTo>
                  <a:pt x="438125" y="827257"/>
                </a:lnTo>
                <a:moveTo>
                  <a:pt x="1810404" y="336337"/>
                </a:moveTo>
                <a:lnTo>
                  <a:pt x="1731723" y="373088"/>
                </a:lnTo>
                <a:moveTo>
                  <a:pt x="870226" y="847490"/>
                </a:moveTo>
                <a:lnTo>
                  <a:pt x="728421" y="852003"/>
                </a:lnTo>
                <a:moveTo>
                  <a:pt x="2213838" y="817419"/>
                </a:moveTo>
                <a:lnTo>
                  <a:pt x="2061822" y="861594"/>
                </a:lnTo>
                <a:moveTo>
                  <a:pt x="1925505" y="725918"/>
                </a:moveTo>
                <a:lnTo>
                  <a:pt x="1919318" y="861083"/>
                </a:lnTo>
                <a:moveTo>
                  <a:pt x="331524" y="588956"/>
                </a:moveTo>
                <a:lnTo>
                  <a:pt x="439518" y="608816"/>
                </a:lnTo>
                <a:moveTo>
                  <a:pt x="1798477" y="867610"/>
                </a:moveTo>
                <a:lnTo>
                  <a:pt x="1732879" y="882202"/>
                </a:lnTo>
                <a:moveTo>
                  <a:pt x="2061822" y="861594"/>
                </a:moveTo>
                <a:lnTo>
                  <a:pt x="1919318" y="861083"/>
                </a:lnTo>
                <a:moveTo>
                  <a:pt x="938033" y="543421"/>
                </a:moveTo>
                <a:lnTo>
                  <a:pt x="881732" y="612329"/>
                </a:lnTo>
                <a:moveTo>
                  <a:pt x="2219656" y="827492"/>
                </a:moveTo>
                <a:lnTo>
                  <a:pt x="2213838" y="817419"/>
                </a:lnTo>
                <a:moveTo>
                  <a:pt x="2061822" y="861594"/>
                </a:moveTo>
                <a:lnTo>
                  <a:pt x="1948147" y="879319"/>
                </a:lnTo>
                <a:moveTo>
                  <a:pt x="637770" y="577291"/>
                </a:moveTo>
                <a:lnTo>
                  <a:pt x="503001" y="598162"/>
                </a:lnTo>
                <a:moveTo>
                  <a:pt x="1241622" y="244030"/>
                </a:moveTo>
                <a:lnTo>
                  <a:pt x="1292319" y="316831"/>
                </a:lnTo>
                <a:moveTo>
                  <a:pt x="2143462" y="280115"/>
                </a:moveTo>
                <a:lnTo>
                  <a:pt x="2263344" y="440718"/>
                </a:lnTo>
                <a:moveTo>
                  <a:pt x="1919318" y="861083"/>
                </a:moveTo>
                <a:lnTo>
                  <a:pt x="1948147" y="879319"/>
                </a:lnTo>
                <a:moveTo>
                  <a:pt x="1868881" y="275506"/>
                </a:moveTo>
                <a:lnTo>
                  <a:pt x="1810404" y="336337"/>
                </a:lnTo>
                <a:moveTo>
                  <a:pt x="1275978" y="138778"/>
                </a:moveTo>
                <a:lnTo>
                  <a:pt x="1241622" y="244030"/>
                </a:lnTo>
                <a:moveTo>
                  <a:pt x="1049730" y="522773"/>
                </a:moveTo>
                <a:lnTo>
                  <a:pt x="938033" y="543421"/>
                </a:lnTo>
                <a:moveTo>
                  <a:pt x="1732879" y="882202"/>
                </a:moveTo>
                <a:lnTo>
                  <a:pt x="1655981" y="889353"/>
                </a:lnTo>
                <a:moveTo>
                  <a:pt x="2109893" y="577457"/>
                </a:moveTo>
                <a:lnTo>
                  <a:pt x="2087972" y="669608"/>
                </a:lnTo>
                <a:moveTo>
                  <a:pt x="451725" y="599869"/>
                </a:moveTo>
                <a:lnTo>
                  <a:pt x="331524" y="588956"/>
                </a:lnTo>
                <a:moveTo>
                  <a:pt x="1405415" y="139640"/>
                </a:moveTo>
                <a:lnTo>
                  <a:pt x="1275978" y="138778"/>
                </a:lnTo>
                <a:moveTo>
                  <a:pt x="805903" y="488235"/>
                </a:moveTo>
                <a:lnTo>
                  <a:pt x="881732" y="612329"/>
                </a:lnTo>
                <a:moveTo>
                  <a:pt x="1348006" y="420431"/>
                </a:moveTo>
                <a:lnTo>
                  <a:pt x="1287150" y="410865"/>
                </a:lnTo>
                <a:moveTo>
                  <a:pt x="1405387" y="138764"/>
                </a:moveTo>
                <a:lnTo>
                  <a:pt x="1280923" y="112030"/>
                </a:lnTo>
                <a:moveTo>
                  <a:pt x="1280923" y="112030"/>
                </a:moveTo>
                <a:lnTo>
                  <a:pt x="1405415" y="139640"/>
                </a:lnTo>
                <a:moveTo>
                  <a:pt x="2218307" y="962358"/>
                </a:moveTo>
                <a:lnTo>
                  <a:pt x="2061822" y="861594"/>
                </a:lnTo>
                <a:moveTo>
                  <a:pt x="614377" y="768333"/>
                </a:moveTo>
                <a:lnTo>
                  <a:pt x="565847" y="866084"/>
                </a:lnTo>
                <a:moveTo>
                  <a:pt x="1886924" y="1296582"/>
                </a:moveTo>
                <a:lnTo>
                  <a:pt x="1854211" y="1289488"/>
                </a:lnTo>
                <a:moveTo>
                  <a:pt x="2213838" y="817419"/>
                </a:moveTo>
                <a:lnTo>
                  <a:pt x="2218307" y="962358"/>
                </a:lnTo>
                <a:moveTo>
                  <a:pt x="1049730" y="522773"/>
                </a:moveTo>
                <a:lnTo>
                  <a:pt x="1097487" y="516271"/>
                </a:lnTo>
                <a:moveTo>
                  <a:pt x="2155298" y="468110"/>
                </a:moveTo>
                <a:lnTo>
                  <a:pt x="2144479" y="520729"/>
                </a:lnTo>
                <a:moveTo>
                  <a:pt x="637770" y="577291"/>
                </a:moveTo>
                <a:lnTo>
                  <a:pt x="451725" y="599869"/>
                </a:lnTo>
                <a:moveTo>
                  <a:pt x="753460" y="571460"/>
                </a:moveTo>
                <a:lnTo>
                  <a:pt x="637770" y="577291"/>
                </a:lnTo>
                <a:moveTo>
                  <a:pt x="438125" y="827257"/>
                </a:moveTo>
                <a:lnTo>
                  <a:pt x="305876" y="765252"/>
                </a:lnTo>
                <a:moveTo>
                  <a:pt x="2219656" y="827492"/>
                </a:moveTo>
                <a:lnTo>
                  <a:pt x="2342361" y="930003"/>
                </a:lnTo>
                <a:moveTo>
                  <a:pt x="2110892" y="303304"/>
                </a:moveTo>
                <a:lnTo>
                  <a:pt x="2033338" y="245824"/>
                </a:lnTo>
                <a:moveTo>
                  <a:pt x="438125" y="827257"/>
                </a:moveTo>
                <a:lnTo>
                  <a:pt x="304468" y="764393"/>
                </a:lnTo>
                <a:moveTo>
                  <a:pt x="2219656" y="827492"/>
                </a:moveTo>
                <a:lnTo>
                  <a:pt x="2218307" y="962358"/>
                </a:lnTo>
                <a:moveTo>
                  <a:pt x="1936531" y="1260693"/>
                </a:moveTo>
                <a:lnTo>
                  <a:pt x="1886924" y="1296582"/>
                </a:lnTo>
                <a:moveTo>
                  <a:pt x="1886924" y="1296582"/>
                </a:moveTo>
                <a:lnTo>
                  <a:pt x="1705326" y="1322290"/>
                </a:lnTo>
                <a:moveTo>
                  <a:pt x="1981078" y="256712"/>
                </a:moveTo>
                <a:lnTo>
                  <a:pt x="1868881" y="275506"/>
                </a:lnTo>
                <a:moveTo>
                  <a:pt x="1522268" y="693080"/>
                </a:moveTo>
                <a:lnTo>
                  <a:pt x="1569384" y="830542"/>
                </a:lnTo>
                <a:moveTo>
                  <a:pt x="1529389" y="296678"/>
                </a:moveTo>
                <a:lnTo>
                  <a:pt x="1426216" y="250357"/>
                </a:lnTo>
                <a:moveTo>
                  <a:pt x="1497615" y="498400"/>
                </a:moveTo>
                <a:lnTo>
                  <a:pt x="1543061" y="566458"/>
                </a:lnTo>
                <a:moveTo>
                  <a:pt x="1049730" y="522773"/>
                </a:moveTo>
                <a:lnTo>
                  <a:pt x="949126" y="548165"/>
                </a:lnTo>
                <a:moveTo>
                  <a:pt x="1093923" y="387032"/>
                </a:moveTo>
                <a:lnTo>
                  <a:pt x="1101517" y="362573"/>
                </a:lnTo>
                <a:moveTo>
                  <a:pt x="2016492" y="984481"/>
                </a:moveTo>
                <a:lnTo>
                  <a:pt x="1999404" y="1077045"/>
                </a:lnTo>
                <a:moveTo>
                  <a:pt x="1731723" y="373088"/>
                </a:moveTo>
                <a:lnTo>
                  <a:pt x="1751277" y="566903"/>
                </a:lnTo>
                <a:moveTo>
                  <a:pt x="1426216" y="250357"/>
                </a:moveTo>
                <a:lnTo>
                  <a:pt x="1241622" y="244030"/>
                </a:lnTo>
                <a:moveTo>
                  <a:pt x="714906" y="817762"/>
                </a:moveTo>
                <a:lnTo>
                  <a:pt x="728421" y="852003"/>
                </a:lnTo>
                <a:moveTo>
                  <a:pt x="2221974" y="723751"/>
                </a:moveTo>
                <a:lnTo>
                  <a:pt x="2106397" y="707435"/>
                </a:lnTo>
                <a:moveTo>
                  <a:pt x="1529389" y="296678"/>
                </a:moveTo>
                <a:lnTo>
                  <a:pt x="1562859" y="385467"/>
                </a:lnTo>
                <a:moveTo>
                  <a:pt x="1569384" y="830542"/>
                </a:moveTo>
                <a:lnTo>
                  <a:pt x="1519783" y="753472"/>
                </a:lnTo>
                <a:moveTo>
                  <a:pt x="305876" y="765252"/>
                </a:moveTo>
                <a:lnTo>
                  <a:pt x="304468" y="764393"/>
                </a:lnTo>
                <a:moveTo>
                  <a:pt x="1405415" y="139640"/>
                </a:moveTo>
                <a:lnTo>
                  <a:pt x="1426216" y="250357"/>
                </a:lnTo>
                <a:moveTo>
                  <a:pt x="1134333" y="488748"/>
                </a:moveTo>
                <a:lnTo>
                  <a:pt x="1049730" y="522773"/>
                </a:lnTo>
                <a:moveTo>
                  <a:pt x="805903" y="488235"/>
                </a:moveTo>
                <a:lnTo>
                  <a:pt x="753460" y="571460"/>
                </a:lnTo>
                <a:moveTo>
                  <a:pt x="1834136" y="673854"/>
                </a:moveTo>
                <a:lnTo>
                  <a:pt x="1925505" y="725918"/>
                </a:lnTo>
                <a:moveTo>
                  <a:pt x="1919318" y="861083"/>
                </a:moveTo>
                <a:lnTo>
                  <a:pt x="1854708" y="867795"/>
                </a:lnTo>
                <a:moveTo>
                  <a:pt x="1241622" y="244030"/>
                </a:moveTo>
                <a:lnTo>
                  <a:pt x="1130501" y="266817"/>
                </a:lnTo>
                <a:moveTo>
                  <a:pt x="1609993" y="861324"/>
                </a:moveTo>
                <a:lnTo>
                  <a:pt x="1519783" y="753472"/>
                </a:lnTo>
                <a:moveTo>
                  <a:pt x="1547428" y="636431"/>
                </a:moveTo>
                <a:lnTo>
                  <a:pt x="1522268" y="693080"/>
                </a:lnTo>
                <a:moveTo>
                  <a:pt x="331524" y="588956"/>
                </a:moveTo>
                <a:lnTo>
                  <a:pt x="305876" y="765252"/>
                </a:lnTo>
                <a:moveTo>
                  <a:pt x="1280923" y="112030"/>
                </a:moveTo>
                <a:lnTo>
                  <a:pt x="1275978" y="138778"/>
                </a:lnTo>
                <a:moveTo>
                  <a:pt x="331524" y="588956"/>
                </a:moveTo>
                <a:lnTo>
                  <a:pt x="304468" y="764393"/>
                </a:lnTo>
                <a:moveTo>
                  <a:pt x="614377" y="768333"/>
                </a:moveTo>
                <a:lnTo>
                  <a:pt x="438125" y="827257"/>
                </a:lnTo>
                <a:moveTo>
                  <a:pt x="1999404" y="1077045"/>
                </a:moveTo>
                <a:lnTo>
                  <a:pt x="1941884" y="1166682"/>
                </a:lnTo>
                <a:moveTo>
                  <a:pt x="2033338" y="245824"/>
                </a:moveTo>
                <a:lnTo>
                  <a:pt x="1981078" y="256712"/>
                </a:lnTo>
                <a:moveTo>
                  <a:pt x="1348006" y="420431"/>
                </a:moveTo>
                <a:lnTo>
                  <a:pt x="1351733" y="495359"/>
                </a:lnTo>
                <a:moveTo>
                  <a:pt x="1655981" y="889353"/>
                </a:moveTo>
                <a:lnTo>
                  <a:pt x="1609993" y="861324"/>
                </a:lnTo>
                <a:moveTo>
                  <a:pt x="2126006" y="637258"/>
                </a:moveTo>
                <a:lnTo>
                  <a:pt x="2087972" y="669608"/>
                </a:lnTo>
                <a:moveTo>
                  <a:pt x="2342361" y="930003"/>
                </a:moveTo>
                <a:lnTo>
                  <a:pt x="2218307" y="962358"/>
                </a:lnTo>
                <a:moveTo>
                  <a:pt x="2073561" y="608714"/>
                </a:moveTo>
                <a:lnTo>
                  <a:pt x="2087972" y="669608"/>
                </a:lnTo>
                <a:moveTo>
                  <a:pt x="2061822" y="861594"/>
                </a:moveTo>
                <a:lnTo>
                  <a:pt x="2090054" y="959447"/>
                </a:lnTo>
                <a:moveTo>
                  <a:pt x="1919318" y="861083"/>
                </a:moveTo>
                <a:lnTo>
                  <a:pt x="1798477" y="867610"/>
                </a:lnTo>
                <a:moveTo>
                  <a:pt x="1547428" y="636431"/>
                </a:moveTo>
                <a:lnTo>
                  <a:pt x="1543061" y="566458"/>
                </a:lnTo>
                <a:moveTo>
                  <a:pt x="1981078" y="256712"/>
                </a:moveTo>
                <a:lnTo>
                  <a:pt x="1884822" y="277988"/>
                </a:lnTo>
                <a:moveTo>
                  <a:pt x="512128" y="546185"/>
                </a:moveTo>
                <a:lnTo>
                  <a:pt x="451725" y="599869"/>
                </a:lnTo>
                <a:moveTo>
                  <a:pt x="1834136" y="673854"/>
                </a:moveTo>
                <a:lnTo>
                  <a:pt x="1919318" y="861083"/>
                </a:lnTo>
                <a:moveTo>
                  <a:pt x="1130501" y="266817"/>
                </a:moveTo>
                <a:lnTo>
                  <a:pt x="1093923" y="387032"/>
                </a:lnTo>
                <a:moveTo>
                  <a:pt x="1948147" y="879319"/>
                </a:moveTo>
                <a:lnTo>
                  <a:pt x="2016492" y="984481"/>
                </a:lnTo>
                <a:moveTo>
                  <a:pt x="1823775" y="663827"/>
                </a:moveTo>
                <a:lnTo>
                  <a:pt x="1751277" y="566903"/>
                </a:lnTo>
                <a:moveTo>
                  <a:pt x="1941884" y="1166682"/>
                </a:moveTo>
                <a:lnTo>
                  <a:pt x="1936531" y="1260693"/>
                </a:lnTo>
                <a:moveTo>
                  <a:pt x="1269973" y="122672"/>
                </a:moveTo>
                <a:lnTo>
                  <a:pt x="1275978" y="138778"/>
                </a:lnTo>
                <a:moveTo>
                  <a:pt x="1280923" y="112030"/>
                </a:moveTo>
                <a:lnTo>
                  <a:pt x="1269973" y="122672"/>
                </a:lnTo>
                <a:moveTo>
                  <a:pt x="1288270" y="117502"/>
                </a:moveTo>
                <a:lnTo>
                  <a:pt x="1280923" y="112030"/>
                </a:lnTo>
                <a:moveTo>
                  <a:pt x="2090054" y="959447"/>
                </a:moveTo>
                <a:lnTo>
                  <a:pt x="1948147" y="879319"/>
                </a:lnTo>
                <a:moveTo>
                  <a:pt x="2263344" y="440718"/>
                </a:moveTo>
                <a:lnTo>
                  <a:pt x="2155298" y="468110"/>
                </a:lnTo>
                <a:moveTo>
                  <a:pt x="1426216" y="250357"/>
                </a:moveTo>
                <a:lnTo>
                  <a:pt x="1292319" y="316831"/>
                </a:lnTo>
                <a:moveTo>
                  <a:pt x="2109893" y="577457"/>
                </a:moveTo>
                <a:lnTo>
                  <a:pt x="2073561" y="608714"/>
                </a:lnTo>
                <a:moveTo>
                  <a:pt x="1426216" y="250357"/>
                </a:moveTo>
                <a:lnTo>
                  <a:pt x="1275978" y="138778"/>
                </a:lnTo>
                <a:moveTo>
                  <a:pt x="1093923" y="387032"/>
                </a:moveTo>
                <a:lnTo>
                  <a:pt x="1134333" y="488748"/>
                </a:lnTo>
                <a:moveTo>
                  <a:pt x="1868881" y="275506"/>
                </a:moveTo>
                <a:lnTo>
                  <a:pt x="1731723" y="373088"/>
                </a:lnTo>
                <a:moveTo>
                  <a:pt x="2221974" y="723751"/>
                </a:moveTo>
                <a:lnTo>
                  <a:pt x="2213838" y="817419"/>
                </a:lnTo>
                <a:moveTo>
                  <a:pt x="1348006" y="420431"/>
                </a:moveTo>
                <a:lnTo>
                  <a:pt x="1365557" y="502076"/>
                </a:lnTo>
                <a:moveTo>
                  <a:pt x="2221974" y="723751"/>
                </a:moveTo>
                <a:lnTo>
                  <a:pt x="2087972" y="669608"/>
                </a:lnTo>
                <a:moveTo>
                  <a:pt x="714906" y="817762"/>
                </a:moveTo>
                <a:lnTo>
                  <a:pt x="614377" y="768333"/>
                </a:lnTo>
                <a:moveTo>
                  <a:pt x="2143462" y="280115"/>
                </a:moveTo>
                <a:lnTo>
                  <a:pt x="2033338" y="245824"/>
                </a:lnTo>
                <a:moveTo>
                  <a:pt x="1275978" y="138778"/>
                </a:moveTo>
                <a:lnTo>
                  <a:pt x="1130501" y="266817"/>
                </a:lnTo>
                <a:moveTo>
                  <a:pt x="1497615" y="498400"/>
                </a:moveTo>
                <a:lnTo>
                  <a:pt x="1425377" y="545254"/>
                </a:lnTo>
                <a:moveTo>
                  <a:pt x="1288270" y="117502"/>
                </a:moveTo>
                <a:lnTo>
                  <a:pt x="1269973" y="122672"/>
                </a:lnTo>
                <a:moveTo>
                  <a:pt x="1130501" y="266817"/>
                </a:moveTo>
                <a:lnTo>
                  <a:pt x="1101517" y="362573"/>
                </a:lnTo>
                <a:moveTo>
                  <a:pt x="2155298" y="468110"/>
                </a:moveTo>
                <a:lnTo>
                  <a:pt x="2109893" y="577457"/>
                </a:lnTo>
                <a:moveTo>
                  <a:pt x="2263344" y="440718"/>
                </a:moveTo>
                <a:lnTo>
                  <a:pt x="2179969" y="363646"/>
                </a:lnTo>
                <a:moveTo>
                  <a:pt x="2218307" y="962358"/>
                </a:moveTo>
                <a:lnTo>
                  <a:pt x="2090054" y="959447"/>
                </a:lnTo>
                <a:moveTo>
                  <a:pt x="1854708" y="867795"/>
                </a:moveTo>
                <a:lnTo>
                  <a:pt x="1798477" y="867610"/>
                </a:lnTo>
                <a:moveTo>
                  <a:pt x="386825" y="516337"/>
                </a:moveTo>
                <a:lnTo>
                  <a:pt x="451725" y="599869"/>
                </a:lnTo>
                <a:moveTo>
                  <a:pt x="1773184" y="1309651"/>
                </a:moveTo>
                <a:lnTo>
                  <a:pt x="1705326" y="1322290"/>
                </a:lnTo>
                <a:moveTo>
                  <a:pt x="687916" y="485542"/>
                </a:moveTo>
                <a:lnTo>
                  <a:pt x="753460" y="571460"/>
                </a:lnTo>
                <a:moveTo>
                  <a:pt x="1834136" y="673854"/>
                </a:moveTo>
                <a:lnTo>
                  <a:pt x="1854708" y="867795"/>
                </a:lnTo>
                <a:moveTo>
                  <a:pt x="938033" y="543421"/>
                </a:moveTo>
                <a:lnTo>
                  <a:pt x="805903" y="488235"/>
                </a:lnTo>
                <a:moveTo>
                  <a:pt x="949126" y="548165"/>
                </a:moveTo>
                <a:lnTo>
                  <a:pt x="938033" y="543421"/>
                </a:lnTo>
                <a:moveTo>
                  <a:pt x="1292319" y="316831"/>
                </a:moveTo>
                <a:lnTo>
                  <a:pt x="1348006" y="420431"/>
                </a:lnTo>
                <a:moveTo>
                  <a:pt x="2143462" y="280115"/>
                </a:moveTo>
                <a:lnTo>
                  <a:pt x="2179969" y="363646"/>
                </a:lnTo>
                <a:moveTo>
                  <a:pt x="1724569" y="452971"/>
                </a:moveTo>
                <a:lnTo>
                  <a:pt x="1751277" y="566903"/>
                </a:lnTo>
                <a:moveTo>
                  <a:pt x="1854708" y="867795"/>
                </a:moveTo>
                <a:lnTo>
                  <a:pt x="1805350" y="873307"/>
                </a:lnTo>
                <a:moveTo>
                  <a:pt x="1830583" y="290610"/>
                </a:moveTo>
                <a:lnTo>
                  <a:pt x="1731723" y="373088"/>
                </a:lnTo>
                <a:moveTo>
                  <a:pt x="1562859" y="385467"/>
                </a:moveTo>
                <a:lnTo>
                  <a:pt x="1426216" y="250357"/>
                </a:lnTo>
                <a:moveTo>
                  <a:pt x="493633" y="808591"/>
                </a:moveTo>
                <a:lnTo>
                  <a:pt x="438125" y="827257"/>
                </a:lnTo>
                <a:moveTo>
                  <a:pt x="1365557" y="502076"/>
                </a:moveTo>
                <a:lnTo>
                  <a:pt x="1425377" y="545254"/>
                </a:lnTo>
                <a:moveTo>
                  <a:pt x="1830633" y="689278"/>
                </a:moveTo>
                <a:lnTo>
                  <a:pt x="1854708" y="867795"/>
                </a:lnTo>
                <a:moveTo>
                  <a:pt x="1123100" y="295960"/>
                </a:moveTo>
                <a:lnTo>
                  <a:pt x="1101517" y="362573"/>
                </a:lnTo>
                <a:moveTo>
                  <a:pt x="1834136" y="673854"/>
                </a:moveTo>
                <a:lnTo>
                  <a:pt x="1823775" y="663827"/>
                </a:lnTo>
                <a:moveTo>
                  <a:pt x="1725862" y="474950"/>
                </a:moveTo>
                <a:lnTo>
                  <a:pt x="1751277" y="566903"/>
                </a:lnTo>
                <a:moveTo>
                  <a:pt x="2278445" y="858264"/>
                </a:moveTo>
                <a:lnTo>
                  <a:pt x="2219656" y="827492"/>
                </a:lnTo>
                <a:moveTo>
                  <a:pt x="1657965" y="363990"/>
                </a:moveTo>
                <a:lnTo>
                  <a:pt x="1562859" y="385467"/>
                </a:lnTo>
                <a:moveTo>
                  <a:pt x="1097487" y="516271"/>
                </a:moveTo>
                <a:lnTo>
                  <a:pt x="949126" y="548165"/>
                </a:lnTo>
                <a:moveTo>
                  <a:pt x="2126006" y="637258"/>
                </a:moveTo>
                <a:lnTo>
                  <a:pt x="2073561" y="608714"/>
                </a:lnTo>
                <a:moveTo>
                  <a:pt x="1522268" y="693080"/>
                </a:moveTo>
                <a:lnTo>
                  <a:pt x="1519783" y="753472"/>
                </a:lnTo>
                <a:moveTo>
                  <a:pt x="1543061" y="566458"/>
                </a:moveTo>
                <a:lnTo>
                  <a:pt x="1522268" y="693080"/>
                </a:lnTo>
                <a:moveTo>
                  <a:pt x="1941884" y="1166682"/>
                </a:moveTo>
                <a:lnTo>
                  <a:pt x="1886924" y="1296582"/>
                </a:lnTo>
                <a:moveTo>
                  <a:pt x="637770" y="577291"/>
                </a:moveTo>
                <a:lnTo>
                  <a:pt x="512128" y="546185"/>
                </a:lnTo>
                <a:moveTo>
                  <a:pt x="1805350" y="873307"/>
                </a:moveTo>
                <a:lnTo>
                  <a:pt x="1798477" y="867610"/>
                </a:lnTo>
                <a:moveTo>
                  <a:pt x="1534222" y="1114341"/>
                </a:moveTo>
                <a:lnTo>
                  <a:pt x="1478873" y="1087749"/>
                </a:lnTo>
                <a:moveTo>
                  <a:pt x="493633" y="808591"/>
                </a:moveTo>
                <a:lnTo>
                  <a:pt x="304468" y="764393"/>
                </a:lnTo>
                <a:moveTo>
                  <a:pt x="2090054" y="959447"/>
                </a:moveTo>
                <a:lnTo>
                  <a:pt x="2016492" y="984481"/>
                </a:lnTo>
                <a:moveTo>
                  <a:pt x="1819305" y="831557"/>
                </a:moveTo>
                <a:lnTo>
                  <a:pt x="1854708" y="867795"/>
                </a:lnTo>
                <a:moveTo>
                  <a:pt x="1731723" y="373088"/>
                </a:moveTo>
                <a:lnTo>
                  <a:pt x="1724569" y="452971"/>
                </a:lnTo>
                <a:moveTo>
                  <a:pt x="1134333" y="488748"/>
                </a:moveTo>
                <a:lnTo>
                  <a:pt x="1097487" y="516271"/>
                </a:lnTo>
                <a:moveTo>
                  <a:pt x="1798477" y="867610"/>
                </a:moveTo>
                <a:lnTo>
                  <a:pt x="1655981" y="889353"/>
                </a:lnTo>
                <a:moveTo>
                  <a:pt x="1884822" y="277988"/>
                </a:moveTo>
                <a:lnTo>
                  <a:pt x="1868881" y="275506"/>
                </a:lnTo>
                <a:moveTo>
                  <a:pt x="1868881" y="275506"/>
                </a:moveTo>
                <a:lnTo>
                  <a:pt x="1830583" y="290610"/>
                </a:lnTo>
                <a:moveTo>
                  <a:pt x="1834136" y="673854"/>
                </a:moveTo>
                <a:lnTo>
                  <a:pt x="1830633" y="689278"/>
                </a:lnTo>
                <a:moveTo>
                  <a:pt x="1148354" y="333076"/>
                </a:moveTo>
                <a:lnTo>
                  <a:pt x="1101517" y="362573"/>
                </a:lnTo>
                <a:moveTo>
                  <a:pt x="1426216" y="250357"/>
                </a:moveTo>
                <a:lnTo>
                  <a:pt x="1348006" y="420431"/>
                </a:lnTo>
                <a:moveTo>
                  <a:pt x="1302939" y="223469"/>
                </a:moveTo>
                <a:lnTo>
                  <a:pt x="1275978" y="138778"/>
                </a:lnTo>
                <a:moveTo>
                  <a:pt x="1655981" y="889353"/>
                </a:moveTo>
                <a:lnTo>
                  <a:pt x="1519783" y="753472"/>
                </a:lnTo>
                <a:moveTo>
                  <a:pt x="2016492" y="984481"/>
                </a:moveTo>
                <a:lnTo>
                  <a:pt x="1941884" y="1166682"/>
                </a:lnTo>
                <a:moveTo>
                  <a:pt x="2281222" y="827790"/>
                </a:moveTo>
                <a:lnTo>
                  <a:pt x="2213838" y="817419"/>
                </a:lnTo>
                <a:moveTo>
                  <a:pt x="1404388" y="524117"/>
                </a:moveTo>
                <a:lnTo>
                  <a:pt x="1365557" y="502076"/>
                </a:lnTo>
                <a:moveTo>
                  <a:pt x="1443079" y="278654"/>
                </a:moveTo>
                <a:lnTo>
                  <a:pt x="1426216" y="250357"/>
                </a:lnTo>
                <a:moveTo>
                  <a:pt x="1522268" y="693080"/>
                </a:moveTo>
                <a:lnTo>
                  <a:pt x="1395051" y="656128"/>
                </a:lnTo>
                <a:moveTo>
                  <a:pt x="2278445" y="858264"/>
                </a:moveTo>
                <a:lnTo>
                  <a:pt x="2342361" y="930003"/>
                </a:lnTo>
                <a:moveTo>
                  <a:pt x="2342361" y="930003"/>
                </a:moveTo>
                <a:lnTo>
                  <a:pt x="2262636" y="987005"/>
                </a:lnTo>
                <a:moveTo>
                  <a:pt x="2126006" y="637258"/>
                </a:moveTo>
                <a:lnTo>
                  <a:pt x="2221974" y="723751"/>
                </a:lnTo>
                <a:moveTo>
                  <a:pt x="2262636" y="987005"/>
                </a:moveTo>
                <a:lnTo>
                  <a:pt x="2218307" y="962358"/>
                </a:lnTo>
                <a:moveTo>
                  <a:pt x="2281222" y="827790"/>
                </a:moveTo>
                <a:lnTo>
                  <a:pt x="2219656" y="827492"/>
                </a:lnTo>
                <a:moveTo>
                  <a:pt x="2037719" y="466929"/>
                </a:moveTo>
                <a:lnTo>
                  <a:pt x="2109893" y="577457"/>
                </a:lnTo>
                <a:moveTo>
                  <a:pt x="1130501" y="266817"/>
                </a:moveTo>
                <a:lnTo>
                  <a:pt x="1123100" y="295960"/>
                </a:lnTo>
                <a:moveTo>
                  <a:pt x="386825" y="516337"/>
                </a:moveTo>
                <a:lnTo>
                  <a:pt x="331524" y="588956"/>
                </a:lnTo>
                <a:moveTo>
                  <a:pt x="1196987" y="401805"/>
                </a:moveTo>
                <a:lnTo>
                  <a:pt x="1093923" y="387032"/>
                </a:lnTo>
                <a:moveTo>
                  <a:pt x="614377" y="768333"/>
                </a:moveTo>
                <a:lnTo>
                  <a:pt x="493633" y="808591"/>
                </a:lnTo>
                <a:moveTo>
                  <a:pt x="1395051" y="656128"/>
                </a:moveTo>
                <a:lnTo>
                  <a:pt x="1519783" y="753472"/>
                </a:lnTo>
                <a:moveTo>
                  <a:pt x="1543061" y="566458"/>
                </a:moveTo>
                <a:lnTo>
                  <a:pt x="1395051" y="656128"/>
                </a:lnTo>
                <a:moveTo>
                  <a:pt x="1886924" y="1296582"/>
                </a:moveTo>
                <a:lnTo>
                  <a:pt x="1773184" y="1309651"/>
                </a:lnTo>
                <a:moveTo>
                  <a:pt x="1731723" y="373088"/>
                </a:moveTo>
                <a:lnTo>
                  <a:pt x="1738240" y="453524"/>
                </a:lnTo>
                <a:moveTo>
                  <a:pt x="1269973" y="122672"/>
                </a:moveTo>
                <a:lnTo>
                  <a:pt x="1302939" y="223469"/>
                </a:lnTo>
                <a:moveTo>
                  <a:pt x="614377" y="768333"/>
                </a:moveTo>
                <a:lnTo>
                  <a:pt x="529430" y="794885"/>
                </a:lnTo>
                <a:moveTo>
                  <a:pt x="2033338" y="245824"/>
                </a:moveTo>
                <a:lnTo>
                  <a:pt x="1884822" y="277988"/>
                </a:lnTo>
                <a:moveTo>
                  <a:pt x="1819305" y="831557"/>
                </a:moveTo>
                <a:lnTo>
                  <a:pt x="1805350" y="873307"/>
                </a:lnTo>
                <a:moveTo>
                  <a:pt x="1130501" y="266817"/>
                </a:moveTo>
                <a:lnTo>
                  <a:pt x="1149425" y="279648"/>
                </a:lnTo>
                <a:moveTo>
                  <a:pt x="2143462" y="280115"/>
                </a:moveTo>
                <a:lnTo>
                  <a:pt x="2061293" y="344158"/>
                </a:lnTo>
                <a:moveTo>
                  <a:pt x="1317250" y="214063"/>
                </a:moveTo>
                <a:lnTo>
                  <a:pt x="1269973" y="122672"/>
                </a:lnTo>
                <a:moveTo>
                  <a:pt x="1288270" y="117502"/>
                </a:moveTo>
                <a:lnTo>
                  <a:pt x="1317250" y="214063"/>
                </a:lnTo>
                <a:moveTo>
                  <a:pt x="687916" y="485542"/>
                </a:moveTo>
                <a:lnTo>
                  <a:pt x="637770" y="577291"/>
                </a:lnTo>
                <a:moveTo>
                  <a:pt x="1830633" y="689278"/>
                </a:moveTo>
                <a:lnTo>
                  <a:pt x="1819305" y="831557"/>
                </a:lnTo>
                <a:moveTo>
                  <a:pt x="238307" y="662247"/>
                </a:moveTo>
                <a:lnTo>
                  <a:pt x="304468" y="764393"/>
                </a:lnTo>
                <a:moveTo>
                  <a:pt x="1519783" y="753472"/>
                </a:moveTo>
                <a:lnTo>
                  <a:pt x="1388114" y="756475"/>
                </a:lnTo>
                <a:moveTo>
                  <a:pt x="1939228" y="1212840"/>
                </a:moveTo>
                <a:lnTo>
                  <a:pt x="1886924" y="1296582"/>
                </a:lnTo>
                <a:moveTo>
                  <a:pt x="1798477" y="867610"/>
                </a:moveTo>
                <a:lnTo>
                  <a:pt x="1656890" y="1034501"/>
                </a:lnTo>
                <a:moveTo>
                  <a:pt x="1823775" y="663827"/>
                </a:moveTo>
                <a:lnTo>
                  <a:pt x="1725862" y="474950"/>
                </a:lnTo>
                <a:moveTo>
                  <a:pt x="1884822" y="277988"/>
                </a:moveTo>
                <a:lnTo>
                  <a:pt x="1830583" y="290610"/>
                </a:lnTo>
                <a:moveTo>
                  <a:pt x="1515091" y="346368"/>
                </a:moveTo>
                <a:lnTo>
                  <a:pt x="1426216" y="250357"/>
                </a:lnTo>
                <a:moveTo>
                  <a:pt x="662514" y="741178"/>
                </a:moveTo>
                <a:lnTo>
                  <a:pt x="714906" y="817762"/>
                </a:lnTo>
                <a:moveTo>
                  <a:pt x="1313363" y="232427"/>
                </a:moveTo>
                <a:lnTo>
                  <a:pt x="1426216" y="250357"/>
                </a:lnTo>
                <a:moveTo>
                  <a:pt x="1655339" y="1034608"/>
                </a:moveTo>
                <a:lnTo>
                  <a:pt x="1534222" y="1114341"/>
                </a:lnTo>
                <a:moveTo>
                  <a:pt x="1196987" y="401805"/>
                </a:moveTo>
                <a:lnTo>
                  <a:pt x="1101517" y="362573"/>
                </a:lnTo>
                <a:moveTo>
                  <a:pt x="2179969" y="363646"/>
                </a:moveTo>
                <a:lnTo>
                  <a:pt x="2155298" y="468110"/>
                </a:lnTo>
                <a:moveTo>
                  <a:pt x="331524" y="588956"/>
                </a:moveTo>
                <a:lnTo>
                  <a:pt x="238307" y="662247"/>
                </a:lnTo>
                <a:moveTo>
                  <a:pt x="1302939" y="223469"/>
                </a:moveTo>
                <a:lnTo>
                  <a:pt x="1130501" y="266817"/>
                </a:lnTo>
                <a:moveTo>
                  <a:pt x="2126006" y="637258"/>
                </a:moveTo>
                <a:lnTo>
                  <a:pt x="2014262" y="572288"/>
                </a:lnTo>
                <a:moveTo>
                  <a:pt x="662514" y="741178"/>
                </a:moveTo>
                <a:lnTo>
                  <a:pt x="614377" y="768333"/>
                </a:lnTo>
                <a:moveTo>
                  <a:pt x="1730552" y="475176"/>
                </a:moveTo>
                <a:lnTo>
                  <a:pt x="1823775" y="663827"/>
                </a:lnTo>
                <a:moveTo>
                  <a:pt x="1515091" y="346368"/>
                </a:moveTo>
                <a:lnTo>
                  <a:pt x="1562859" y="385467"/>
                </a:lnTo>
                <a:moveTo>
                  <a:pt x="2073561" y="608714"/>
                </a:moveTo>
                <a:lnTo>
                  <a:pt x="2014262" y="572288"/>
                </a:lnTo>
                <a:moveTo>
                  <a:pt x="1655339" y="1034608"/>
                </a:moveTo>
                <a:lnTo>
                  <a:pt x="1478873" y="1087749"/>
                </a:lnTo>
                <a:moveTo>
                  <a:pt x="1926106" y="590527"/>
                </a:moveTo>
                <a:lnTo>
                  <a:pt x="1823775" y="663827"/>
                </a:lnTo>
                <a:moveTo>
                  <a:pt x="805903" y="488235"/>
                </a:moveTo>
                <a:lnTo>
                  <a:pt x="687916" y="485542"/>
                </a:lnTo>
                <a:moveTo>
                  <a:pt x="1805350" y="873307"/>
                </a:moveTo>
                <a:lnTo>
                  <a:pt x="1656890" y="1034501"/>
                </a:lnTo>
                <a:moveTo>
                  <a:pt x="1926106" y="590527"/>
                </a:moveTo>
                <a:lnTo>
                  <a:pt x="1834136" y="673854"/>
                </a:lnTo>
                <a:moveTo>
                  <a:pt x="858015" y="403778"/>
                </a:moveTo>
                <a:lnTo>
                  <a:pt x="938033" y="543421"/>
                </a:lnTo>
                <a:moveTo>
                  <a:pt x="1655981" y="889353"/>
                </a:moveTo>
                <a:lnTo>
                  <a:pt x="1656890" y="1034501"/>
                </a:lnTo>
                <a:moveTo>
                  <a:pt x="1872841" y="568066"/>
                </a:moveTo>
                <a:lnTo>
                  <a:pt x="1823775" y="663827"/>
                </a:lnTo>
                <a:moveTo>
                  <a:pt x="2262636" y="987005"/>
                </a:moveTo>
                <a:lnTo>
                  <a:pt x="2090054" y="959447"/>
                </a:lnTo>
                <a:moveTo>
                  <a:pt x="1543061" y="566458"/>
                </a:moveTo>
                <a:lnTo>
                  <a:pt x="1425377" y="545254"/>
                </a:lnTo>
                <a:moveTo>
                  <a:pt x="1395051" y="656128"/>
                </a:moveTo>
                <a:lnTo>
                  <a:pt x="1388114" y="756475"/>
                </a:lnTo>
                <a:moveTo>
                  <a:pt x="1149425" y="279648"/>
                </a:moveTo>
                <a:lnTo>
                  <a:pt x="1123100" y="295960"/>
                </a:lnTo>
                <a:moveTo>
                  <a:pt x="1657965" y="363990"/>
                </a:moveTo>
                <a:lnTo>
                  <a:pt x="1598314" y="419590"/>
                </a:lnTo>
                <a:moveTo>
                  <a:pt x="1233017" y="980458"/>
                </a:moveTo>
                <a:lnTo>
                  <a:pt x="1212734" y="970405"/>
                </a:lnTo>
                <a:moveTo>
                  <a:pt x="2037719" y="466929"/>
                </a:moveTo>
                <a:lnTo>
                  <a:pt x="2073561" y="608714"/>
                </a:lnTo>
                <a:moveTo>
                  <a:pt x="2072106" y="1270802"/>
                </a:moveTo>
                <a:lnTo>
                  <a:pt x="2061114" y="1302984"/>
                </a:lnTo>
                <a:moveTo>
                  <a:pt x="1598314" y="419590"/>
                </a:moveTo>
                <a:lnTo>
                  <a:pt x="1562859" y="385467"/>
                </a:lnTo>
                <a:moveTo>
                  <a:pt x="1148354" y="333076"/>
                </a:moveTo>
                <a:lnTo>
                  <a:pt x="1123100" y="295960"/>
                </a:lnTo>
                <a:moveTo>
                  <a:pt x="1826145" y="386794"/>
                </a:moveTo>
                <a:lnTo>
                  <a:pt x="1731723" y="373088"/>
                </a:lnTo>
                <a:moveTo>
                  <a:pt x="1097487" y="516271"/>
                </a:moveTo>
                <a:lnTo>
                  <a:pt x="1133678" y="600350"/>
                </a:lnTo>
                <a:moveTo>
                  <a:pt x="512128" y="546185"/>
                </a:moveTo>
                <a:lnTo>
                  <a:pt x="386825" y="516337"/>
                </a:lnTo>
                <a:moveTo>
                  <a:pt x="858015" y="403778"/>
                </a:moveTo>
                <a:lnTo>
                  <a:pt x="805903" y="488235"/>
                </a:lnTo>
                <a:moveTo>
                  <a:pt x="1313363" y="232427"/>
                </a:moveTo>
                <a:lnTo>
                  <a:pt x="1348006" y="420431"/>
                </a:lnTo>
                <a:moveTo>
                  <a:pt x="1941884" y="1166682"/>
                </a:moveTo>
                <a:lnTo>
                  <a:pt x="1939228" y="1212840"/>
                </a:lnTo>
                <a:moveTo>
                  <a:pt x="1528230" y="993071"/>
                </a:moveTo>
                <a:lnTo>
                  <a:pt x="1478873" y="1087749"/>
                </a:lnTo>
                <a:moveTo>
                  <a:pt x="1515091" y="346368"/>
                </a:moveTo>
                <a:lnTo>
                  <a:pt x="1443079" y="278654"/>
                </a:lnTo>
                <a:moveTo>
                  <a:pt x="1443079" y="278654"/>
                </a:moveTo>
                <a:lnTo>
                  <a:pt x="1313363" y="232427"/>
                </a:lnTo>
                <a:moveTo>
                  <a:pt x="1149425" y="279648"/>
                </a:moveTo>
                <a:lnTo>
                  <a:pt x="1148354" y="333076"/>
                </a:lnTo>
                <a:moveTo>
                  <a:pt x="1425377" y="545254"/>
                </a:moveTo>
                <a:lnTo>
                  <a:pt x="1395051" y="656128"/>
                </a:lnTo>
                <a:moveTo>
                  <a:pt x="2155298" y="468110"/>
                </a:moveTo>
                <a:lnTo>
                  <a:pt x="2037719" y="466929"/>
                </a:lnTo>
                <a:moveTo>
                  <a:pt x="897697" y="459562"/>
                </a:moveTo>
                <a:lnTo>
                  <a:pt x="938033" y="543421"/>
                </a:lnTo>
                <a:moveTo>
                  <a:pt x="1724569" y="452971"/>
                </a:moveTo>
                <a:lnTo>
                  <a:pt x="1725862" y="474950"/>
                </a:lnTo>
                <a:moveTo>
                  <a:pt x="270229" y="518804"/>
                </a:moveTo>
                <a:lnTo>
                  <a:pt x="331524" y="588956"/>
                </a:lnTo>
                <a:moveTo>
                  <a:pt x="329359" y="770209"/>
                </a:moveTo>
                <a:lnTo>
                  <a:pt x="304468" y="764393"/>
                </a:lnTo>
                <a:moveTo>
                  <a:pt x="1302939" y="223469"/>
                </a:moveTo>
                <a:lnTo>
                  <a:pt x="1149425" y="279648"/>
                </a:lnTo>
                <a:moveTo>
                  <a:pt x="1644063" y="267604"/>
                </a:moveTo>
                <a:lnTo>
                  <a:pt x="1657965" y="363990"/>
                </a:lnTo>
                <a:moveTo>
                  <a:pt x="1134333" y="488748"/>
                </a:moveTo>
                <a:lnTo>
                  <a:pt x="1133678" y="600350"/>
                </a:lnTo>
                <a:moveTo>
                  <a:pt x="1656890" y="1034501"/>
                </a:moveTo>
                <a:lnTo>
                  <a:pt x="1656841" y="1035193"/>
                </a:lnTo>
                <a:moveTo>
                  <a:pt x="1134333" y="488748"/>
                </a:moveTo>
                <a:lnTo>
                  <a:pt x="1169203" y="589781"/>
                </a:lnTo>
                <a:moveTo>
                  <a:pt x="1656890" y="1034501"/>
                </a:moveTo>
                <a:lnTo>
                  <a:pt x="1655339" y="1034608"/>
                </a:lnTo>
                <a:moveTo>
                  <a:pt x="1196987" y="401805"/>
                </a:moveTo>
                <a:lnTo>
                  <a:pt x="1134333" y="488748"/>
                </a:lnTo>
                <a:moveTo>
                  <a:pt x="1656841" y="1035193"/>
                </a:moveTo>
                <a:lnTo>
                  <a:pt x="1655339" y="1034608"/>
                </a:lnTo>
                <a:moveTo>
                  <a:pt x="529430" y="794885"/>
                </a:moveTo>
                <a:lnTo>
                  <a:pt x="493633" y="808591"/>
                </a:lnTo>
                <a:moveTo>
                  <a:pt x="2175403" y="664992"/>
                </a:moveTo>
                <a:lnTo>
                  <a:pt x="2126006" y="637258"/>
                </a:lnTo>
                <a:moveTo>
                  <a:pt x="1519783" y="753472"/>
                </a:moveTo>
                <a:lnTo>
                  <a:pt x="1556383" y="836843"/>
                </a:lnTo>
                <a:moveTo>
                  <a:pt x="1382306" y="913250"/>
                </a:moveTo>
                <a:lnTo>
                  <a:pt x="1233017" y="980458"/>
                </a:lnTo>
                <a:moveTo>
                  <a:pt x="2016492" y="984481"/>
                </a:moveTo>
                <a:lnTo>
                  <a:pt x="1981012" y="1076837"/>
                </a:lnTo>
                <a:moveTo>
                  <a:pt x="1382306" y="913250"/>
                </a:moveTo>
                <a:lnTo>
                  <a:pt x="1212734" y="970405"/>
                </a:lnTo>
                <a:moveTo>
                  <a:pt x="2028249" y="1274066"/>
                </a:moveTo>
                <a:lnTo>
                  <a:pt x="2061114" y="1302984"/>
                </a:lnTo>
                <a:moveTo>
                  <a:pt x="1302939" y="223469"/>
                </a:moveTo>
                <a:lnTo>
                  <a:pt x="1148354" y="333076"/>
                </a:lnTo>
                <a:moveTo>
                  <a:pt x="1724569" y="452971"/>
                </a:moveTo>
                <a:lnTo>
                  <a:pt x="1707929" y="466885"/>
                </a:lnTo>
                <a:moveTo>
                  <a:pt x="2033338" y="245824"/>
                </a:moveTo>
                <a:lnTo>
                  <a:pt x="2061293" y="344158"/>
                </a:lnTo>
                <a:moveTo>
                  <a:pt x="1830633" y="689278"/>
                </a:moveTo>
                <a:lnTo>
                  <a:pt x="1825038" y="769464"/>
                </a:lnTo>
                <a:moveTo>
                  <a:pt x="1822481" y="1214747"/>
                </a:moveTo>
                <a:lnTo>
                  <a:pt x="1886924" y="1296582"/>
                </a:lnTo>
                <a:moveTo>
                  <a:pt x="1385683" y="899220"/>
                </a:moveTo>
                <a:lnTo>
                  <a:pt x="1212734" y="970405"/>
                </a:lnTo>
                <a:moveTo>
                  <a:pt x="1313363" y="232427"/>
                </a:moveTo>
                <a:lnTo>
                  <a:pt x="1148354" y="333076"/>
                </a:lnTo>
                <a:moveTo>
                  <a:pt x="1388114" y="756475"/>
                </a:moveTo>
                <a:lnTo>
                  <a:pt x="1385683" y="899220"/>
                </a:lnTo>
                <a:moveTo>
                  <a:pt x="2080308" y="1269762"/>
                </a:moveTo>
                <a:lnTo>
                  <a:pt x="2072106" y="1270802"/>
                </a:lnTo>
                <a:moveTo>
                  <a:pt x="1633725" y="273153"/>
                </a:moveTo>
                <a:lnTo>
                  <a:pt x="1657965" y="363990"/>
                </a:lnTo>
                <a:moveTo>
                  <a:pt x="1730552" y="475176"/>
                </a:moveTo>
                <a:lnTo>
                  <a:pt x="1725862" y="474950"/>
                </a:lnTo>
                <a:moveTo>
                  <a:pt x="2090054" y="959447"/>
                </a:moveTo>
                <a:lnTo>
                  <a:pt x="1981012" y="1076837"/>
                </a:lnTo>
                <a:moveTo>
                  <a:pt x="1655981" y="889353"/>
                </a:moveTo>
                <a:lnTo>
                  <a:pt x="1556383" y="836843"/>
                </a:lnTo>
                <a:moveTo>
                  <a:pt x="1738240" y="453524"/>
                </a:moveTo>
                <a:lnTo>
                  <a:pt x="1724569" y="452971"/>
                </a:lnTo>
                <a:moveTo>
                  <a:pt x="1313363" y="232427"/>
                </a:moveTo>
                <a:lnTo>
                  <a:pt x="1302939" y="223469"/>
                </a:lnTo>
                <a:moveTo>
                  <a:pt x="1707929" y="466885"/>
                </a:moveTo>
                <a:lnTo>
                  <a:pt x="1725862" y="474950"/>
                </a:lnTo>
                <a:moveTo>
                  <a:pt x="1348006" y="420431"/>
                </a:moveTo>
                <a:lnTo>
                  <a:pt x="1404388" y="524117"/>
                </a:lnTo>
                <a:moveTo>
                  <a:pt x="1805350" y="873307"/>
                </a:moveTo>
                <a:lnTo>
                  <a:pt x="1767244" y="953739"/>
                </a:lnTo>
                <a:moveTo>
                  <a:pt x="2179969" y="363646"/>
                </a:moveTo>
                <a:lnTo>
                  <a:pt x="2037719" y="466929"/>
                </a:lnTo>
                <a:moveTo>
                  <a:pt x="897697" y="459562"/>
                </a:moveTo>
                <a:lnTo>
                  <a:pt x="949126" y="548165"/>
                </a:lnTo>
                <a:moveTo>
                  <a:pt x="1317250" y="214063"/>
                </a:moveTo>
                <a:lnTo>
                  <a:pt x="1302939" y="223469"/>
                </a:lnTo>
                <a:moveTo>
                  <a:pt x="574735" y="500680"/>
                </a:moveTo>
                <a:lnTo>
                  <a:pt x="637770" y="577291"/>
                </a:lnTo>
                <a:moveTo>
                  <a:pt x="2014262" y="572288"/>
                </a:moveTo>
                <a:lnTo>
                  <a:pt x="1926106" y="590527"/>
                </a:lnTo>
                <a:moveTo>
                  <a:pt x="2221974" y="723751"/>
                </a:moveTo>
                <a:lnTo>
                  <a:pt x="2281222" y="827790"/>
                </a:lnTo>
                <a:moveTo>
                  <a:pt x="1317250" y="214063"/>
                </a:moveTo>
                <a:lnTo>
                  <a:pt x="1313363" y="232427"/>
                </a:lnTo>
                <a:moveTo>
                  <a:pt x="2072106" y="1270802"/>
                </a:moveTo>
                <a:lnTo>
                  <a:pt x="2028249" y="1274066"/>
                </a:lnTo>
                <a:moveTo>
                  <a:pt x="2278445" y="858264"/>
                </a:moveTo>
                <a:lnTo>
                  <a:pt x="2262636" y="987005"/>
                </a:lnTo>
                <a:moveTo>
                  <a:pt x="1825038" y="769464"/>
                </a:moveTo>
                <a:lnTo>
                  <a:pt x="1819305" y="831557"/>
                </a:lnTo>
                <a:moveTo>
                  <a:pt x="2033338" y="245824"/>
                </a:moveTo>
                <a:lnTo>
                  <a:pt x="1916437" y="369987"/>
                </a:lnTo>
                <a:moveTo>
                  <a:pt x="1730552" y="475176"/>
                </a:moveTo>
                <a:lnTo>
                  <a:pt x="1707929" y="466885"/>
                </a:lnTo>
                <a:moveTo>
                  <a:pt x="1348006" y="420431"/>
                </a:moveTo>
                <a:lnTo>
                  <a:pt x="1318796" y="358108"/>
                </a:lnTo>
                <a:moveTo>
                  <a:pt x="1981012" y="1076837"/>
                </a:moveTo>
                <a:lnTo>
                  <a:pt x="1941884" y="1166682"/>
                </a:lnTo>
                <a:moveTo>
                  <a:pt x="662514" y="741178"/>
                </a:moveTo>
                <a:lnTo>
                  <a:pt x="529430" y="794885"/>
                </a:lnTo>
                <a:moveTo>
                  <a:pt x="1252519" y="840199"/>
                </a:moveTo>
                <a:lnTo>
                  <a:pt x="1212734" y="970405"/>
                </a:lnTo>
                <a:moveTo>
                  <a:pt x="2014262" y="572288"/>
                </a:moveTo>
                <a:lnTo>
                  <a:pt x="1872841" y="568066"/>
                </a:lnTo>
                <a:moveTo>
                  <a:pt x="1388114" y="756475"/>
                </a:moveTo>
                <a:lnTo>
                  <a:pt x="1252519" y="840199"/>
                </a:lnTo>
                <a:moveTo>
                  <a:pt x="1978296" y="1079974"/>
                </a:moveTo>
                <a:lnTo>
                  <a:pt x="1941884" y="1166682"/>
                </a:lnTo>
                <a:moveTo>
                  <a:pt x="1872841" y="568066"/>
                </a:moveTo>
                <a:lnTo>
                  <a:pt x="1730552" y="475176"/>
                </a:lnTo>
                <a:moveTo>
                  <a:pt x="1738240" y="453524"/>
                </a:moveTo>
                <a:lnTo>
                  <a:pt x="1730552" y="475176"/>
                </a:lnTo>
                <a:moveTo>
                  <a:pt x="1884822" y="277988"/>
                </a:moveTo>
                <a:lnTo>
                  <a:pt x="1916437" y="369987"/>
                </a:lnTo>
                <a:moveTo>
                  <a:pt x="509574" y="814568"/>
                </a:moveTo>
                <a:lnTo>
                  <a:pt x="493633" y="808591"/>
                </a:lnTo>
                <a:moveTo>
                  <a:pt x="2175403" y="664992"/>
                </a:moveTo>
                <a:lnTo>
                  <a:pt x="2221974" y="723751"/>
                </a:lnTo>
                <a:moveTo>
                  <a:pt x="1656890" y="1034501"/>
                </a:moveTo>
                <a:lnTo>
                  <a:pt x="1528230" y="993071"/>
                </a:lnTo>
                <a:moveTo>
                  <a:pt x="1528230" y="993071"/>
                </a:moveTo>
                <a:lnTo>
                  <a:pt x="1655339" y="1034608"/>
                </a:lnTo>
                <a:moveTo>
                  <a:pt x="1926106" y="590527"/>
                </a:moveTo>
                <a:lnTo>
                  <a:pt x="1872841" y="568066"/>
                </a:lnTo>
                <a:moveTo>
                  <a:pt x="2179969" y="363646"/>
                </a:moveTo>
                <a:lnTo>
                  <a:pt x="2061293" y="344158"/>
                </a:lnTo>
                <a:moveTo>
                  <a:pt x="1916437" y="369987"/>
                </a:moveTo>
                <a:lnTo>
                  <a:pt x="1830583" y="290610"/>
                </a:lnTo>
                <a:moveTo>
                  <a:pt x="1819305" y="831557"/>
                </a:moveTo>
                <a:lnTo>
                  <a:pt x="1767244" y="953739"/>
                </a:lnTo>
                <a:moveTo>
                  <a:pt x="2037719" y="466929"/>
                </a:moveTo>
                <a:lnTo>
                  <a:pt x="2014262" y="572288"/>
                </a:lnTo>
                <a:moveTo>
                  <a:pt x="1738240" y="453524"/>
                </a:moveTo>
                <a:lnTo>
                  <a:pt x="1707929" y="466885"/>
                </a:lnTo>
                <a:moveTo>
                  <a:pt x="1895541" y="652313"/>
                </a:moveTo>
                <a:lnTo>
                  <a:pt x="1834136" y="673854"/>
                </a:lnTo>
                <a:moveTo>
                  <a:pt x="1598314" y="419590"/>
                </a:moveTo>
                <a:lnTo>
                  <a:pt x="1515091" y="346368"/>
                </a:lnTo>
                <a:moveTo>
                  <a:pt x="529430" y="794885"/>
                </a:moveTo>
                <a:lnTo>
                  <a:pt x="509574" y="814568"/>
                </a:lnTo>
                <a:moveTo>
                  <a:pt x="1395051" y="656128"/>
                </a:moveTo>
                <a:lnTo>
                  <a:pt x="1282922" y="675172"/>
                </a:lnTo>
                <a:moveTo>
                  <a:pt x="2080308" y="1269762"/>
                </a:moveTo>
                <a:lnTo>
                  <a:pt x="2028249" y="1274066"/>
                </a:lnTo>
                <a:moveTo>
                  <a:pt x="2147933" y="996500"/>
                </a:moveTo>
                <a:lnTo>
                  <a:pt x="2090054" y="959447"/>
                </a:lnTo>
                <a:moveTo>
                  <a:pt x="1385683" y="899220"/>
                </a:moveTo>
                <a:lnTo>
                  <a:pt x="1382306" y="913250"/>
                </a:lnTo>
                <a:moveTo>
                  <a:pt x="1394265" y="905675"/>
                </a:moveTo>
                <a:lnTo>
                  <a:pt x="1382306" y="913250"/>
                </a:lnTo>
                <a:moveTo>
                  <a:pt x="1556383" y="836843"/>
                </a:moveTo>
                <a:lnTo>
                  <a:pt x="1388114" y="756475"/>
                </a:lnTo>
                <a:moveTo>
                  <a:pt x="1097487" y="516271"/>
                </a:moveTo>
                <a:lnTo>
                  <a:pt x="1016366" y="578500"/>
                </a:lnTo>
                <a:moveTo>
                  <a:pt x="1148354" y="333076"/>
                </a:moveTo>
                <a:lnTo>
                  <a:pt x="1196987" y="401805"/>
                </a:lnTo>
                <a:moveTo>
                  <a:pt x="1118785" y="779060"/>
                </a:moveTo>
                <a:lnTo>
                  <a:pt x="1212734" y="970405"/>
                </a:lnTo>
                <a:moveTo>
                  <a:pt x="1830583" y="290610"/>
                </a:moveTo>
                <a:lnTo>
                  <a:pt x="1826145" y="386794"/>
                </a:lnTo>
                <a:moveTo>
                  <a:pt x="1385683" y="899220"/>
                </a:moveTo>
                <a:lnTo>
                  <a:pt x="1394265" y="905675"/>
                </a:lnTo>
                <a:moveTo>
                  <a:pt x="1388114" y="756475"/>
                </a:moveTo>
                <a:lnTo>
                  <a:pt x="1274484" y="728252"/>
                </a:lnTo>
                <a:moveTo>
                  <a:pt x="858015" y="403778"/>
                </a:moveTo>
                <a:lnTo>
                  <a:pt x="687916" y="485542"/>
                </a:lnTo>
                <a:moveTo>
                  <a:pt x="1282922" y="675172"/>
                </a:moveTo>
                <a:lnTo>
                  <a:pt x="1388114" y="756475"/>
                </a:lnTo>
                <a:moveTo>
                  <a:pt x="1313363" y="232427"/>
                </a:moveTo>
                <a:lnTo>
                  <a:pt x="1196987" y="401805"/>
                </a:lnTo>
                <a:moveTo>
                  <a:pt x="2037719" y="466929"/>
                </a:moveTo>
                <a:lnTo>
                  <a:pt x="1872841" y="568066"/>
                </a:lnTo>
                <a:moveTo>
                  <a:pt x="949126" y="548165"/>
                </a:moveTo>
                <a:lnTo>
                  <a:pt x="1016366" y="578500"/>
                </a:lnTo>
                <a:moveTo>
                  <a:pt x="1656890" y="1034501"/>
                </a:moveTo>
                <a:lnTo>
                  <a:pt x="1556383" y="836843"/>
                </a:lnTo>
                <a:moveTo>
                  <a:pt x="1656841" y="1035193"/>
                </a:moveTo>
                <a:lnTo>
                  <a:pt x="1755915" y="1143745"/>
                </a:lnTo>
                <a:moveTo>
                  <a:pt x="1895541" y="652313"/>
                </a:moveTo>
                <a:lnTo>
                  <a:pt x="1830633" y="689278"/>
                </a:lnTo>
                <a:moveTo>
                  <a:pt x="1528230" y="993071"/>
                </a:moveTo>
                <a:lnTo>
                  <a:pt x="1394265" y="905675"/>
                </a:lnTo>
                <a:moveTo>
                  <a:pt x="2281222" y="827790"/>
                </a:moveTo>
                <a:lnTo>
                  <a:pt x="2278445" y="858264"/>
                </a:lnTo>
                <a:moveTo>
                  <a:pt x="1404388" y="524117"/>
                </a:moveTo>
                <a:lnTo>
                  <a:pt x="1425377" y="545254"/>
                </a:lnTo>
                <a:moveTo>
                  <a:pt x="574735" y="500680"/>
                </a:moveTo>
                <a:lnTo>
                  <a:pt x="512128" y="546185"/>
                </a:lnTo>
                <a:moveTo>
                  <a:pt x="1767244" y="953739"/>
                </a:moveTo>
                <a:lnTo>
                  <a:pt x="1656890" y="1034501"/>
                </a:lnTo>
                <a:moveTo>
                  <a:pt x="1767244" y="953739"/>
                </a:moveTo>
                <a:lnTo>
                  <a:pt x="1656841" y="1035193"/>
                </a:lnTo>
                <a:moveTo>
                  <a:pt x="1015388" y="570809"/>
                </a:moveTo>
                <a:lnTo>
                  <a:pt x="949126" y="548165"/>
                </a:lnTo>
                <a:moveTo>
                  <a:pt x="1385683" y="899220"/>
                </a:moveTo>
                <a:lnTo>
                  <a:pt x="1252519" y="840199"/>
                </a:lnTo>
                <a:moveTo>
                  <a:pt x="1313363" y="232427"/>
                </a:moveTo>
                <a:lnTo>
                  <a:pt x="1318796" y="358108"/>
                </a:lnTo>
                <a:moveTo>
                  <a:pt x="1906589" y="415457"/>
                </a:moveTo>
                <a:lnTo>
                  <a:pt x="1730552" y="475176"/>
                </a:lnTo>
                <a:moveTo>
                  <a:pt x="2175403" y="664992"/>
                </a:moveTo>
                <a:lnTo>
                  <a:pt x="2014262" y="572288"/>
                </a:lnTo>
                <a:moveTo>
                  <a:pt x="683007" y="745184"/>
                </a:moveTo>
                <a:lnTo>
                  <a:pt x="529430" y="794885"/>
                </a:lnTo>
                <a:moveTo>
                  <a:pt x="1556383" y="836843"/>
                </a:moveTo>
                <a:lnTo>
                  <a:pt x="1385683" y="899220"/>
                </a:lnTo>
                <a:moveTo>
                  <a:pt x="1906589" y="415457"/>
                </a:moveTo>
                <a:lnTo>
                  <a:pt x="1872841" y="568066"/>
                </a:lnTo>
                <a:moveTo>
                  <a:pt x="1556383" y="836843"/>
                </a:moveTo>
                <a:lnTo>
                  <a:pt x="1394265" y="905675"/>
                </a:lnTo>
                <a:moveTo>
                  <a:pt x="2061293" y="344158"/>
                </a:moveTo>
                <a:lnTo>
                  <a:pt x="2037719" y="466929"/>
                </a:lnTo>
                <a:moveTo>
                  <a:pt x="1978296" y="1079974"/>
                </a:moveTo>
                <a:lnTo>
                  <a:pt x="1939228" y="1212840"/>
                </a:lnTo>
                <a:moveTo>
                  <a:pt x="1169203" y="589781"/>
                </a:moveTo>
                <a:lnTo>
                  <a:pt x="1133678" y="600350"/>
                </a:lnTo>
                <a:moveTo>
                  <a:pt x="1826145" y="386794"/>
                </a:moveTo>
                <a:lnTo>
                  <a:pt x="1730552" y="475176"/>
                </a:lnTo>
                <a:moveTo>
                  <a:pt x="1196987" y="401805"/>
                </a:moveTo>
                <a:lnTo>
                  <a:pt x="1169203" y="589781"/>
                </a:lnTo>
                <a:moveTo>
                  <a:pt x="2037719" y="466929"/>
                </a:moveTo>
                <a:lnTo>
                  <a:pt x="1906589" y="415457"/>
                </a:lnTo>
                <a:moveTo>
                  <a:pt x="1321197" y="539364"/>
                </a:moveTo>
                <a:lnTo>
                  <a:pt x="1395051" y="656128"/>
                </a:lnTo>
                <a:moveTo>
                  <a:pt x="1556383" y="836843"/>
                </a:moveTo>
                <a:lnTo>
                  <a:pt x="1528230" y="993071"/>
                </a:lnTo>
                <a:moveTo>
                  <a:pt x="238307" y="662247"/>
                </a:moveTo>
                <a:lnTo>
                  <a:pt x="238363" y="653909"/>
                </a:lnTo>
                <a:moveTo>
                  <a:pt x="1822481" y="1214747"/>
                </a:moveTo>
                <a:lnTo>
                  <a:pt x="1773184" y="1309651"/>
                </a:lnTo>
                <a:moveTo>
                  <a:pt x="386825" y="516337"/>
                </a:moveTo>
                <a:lnTo>
                  <a:pt x="270229" y="518804"/>
                </a:lnTo>
                <a:moveTo>
                  <a:pt x="1826145" y="386794"/>
                </a:moveTo>
                <a:lnTo>
                  <a:pt x="1738240" y="453524"/>
                </a:lnTo>
                <a:moveTo>
                  <a:pt x="683007" y="745184"/>
                </a:moveTo>
                <a:lnTo>
                  <a:pt x="662514" y="741178"/>
                </a:lnTo>
                <a:moveTo>
                  <a:pt x="1252519" y="840199"/>
                </a:moveTo>
                <a:lnTo>
                  <a:pt x="1118785" y="779060"/>
                </a:lnTo>
                <a:moveTo>
                  <a:pt x="1318796" y="358108"/>
                </a:moveTo>
                <a:lnTo>
                  <a:pt x="1196987" y="401805"/>
                </a:lnTo>
                <a:moveTo>
                  <a:pt x="1274484" y="728252"/>
                </a:moveTo>
                <a:lnTo>
                  <a:pt x="1252519" y="840199"/>
                </a:lnTo>
                <a:moveTo>
                  <a:pt x="1274484" y="728252"/>
                </a:moveTo>
                <a:lnTo>
                  <a:pt x="1133678" y="600350"/>
                </a:lnTo>
                <a:moveTo>
                  <a:pt x="2262636" y="987005"/>
                </a:moveTo>
                <a:lnTo>
                  <a:pt x="2147933" y="996500"/>
                </a:lnTo>
                <a:moveTo>
                  <a:pt x="1318796" y="358108"/>
                </a:moveTo>
                <a:lnTo>
                  <a:pt x="1404388" y="524117"/>
                </a:lnTo>
                <a:moveTo>
                  <a:pt x="1169203" y="589781"/>
                </a:moveTo>
                <a:lnTo>
                  <a:pt x="1274484" y="728252"/>
                </a:lnTo>
                <a:moveTo>
                  <a:pt x="1133678" y="600350"/>
                </a:moveTo>
                <a:lnTo>
                  <a:pt x="1121933" y="767401"/>
                </a:lnTo>
                <a:moveTo>
                  <a:pt x="2028352" y="987890"/>
                </a:moveTo>
                <a:lnTo>
                  <a:pt x="2090054" y="959447"/>
                </a:lnTo>
                <a:moveTo>
                  <a:pt x="1939228" y="1212840"/>
                </a:moveTo>
                <a:lnTo>
                  <a:pt x="1822481" y="1214747"/>
                </a:lnTo>
                <a:moveTo>
                  <a:pt x="1633725" y="273153"/>
                </a:moveTo>
                <a:lnTo>
                  <a:pt x="1598314" y="419590"/>
                </a:lnTo>
                <a:moveTo>
                  <a:pt x="2061293" y="344158"/>
                </a:moveTo>
                <a:lnTo>
                  <a:pt x="1906589" y="415457"/>
                </a:lnTo>
                <a:moveTo>
                  <a:pt x="724522" y="487124"/>
                </a:moveTo>
                <a:lnTo>
                  <a:pt x="687916" y="485542"/>
                </a:lnTo>
                <a:moveTo>
                  <a:pt x="887151" y="283811"/>
                </a:moveTo>
                <a:lnTo>
                  <a:pt x="858015" y="403778"/>
                </a:lnTo>
                <a:moveTo>
                  <a:pt x="1282922" y="675172"/>
                </a:moveTo>
                <a:lnTo>
                  <a:pt x="1169203" y="589781"/>
                </a:lnTo>
                <a:moveTo>
                  <a:pt x="687916" y="485542"/>
                </a:moveTo>
                <a:lnTo>
                  <a:pt x="574735" y="500680"/>
                </a:lnTo>
                <a:moveTo>
                  <a:pt x="574735" y="500680"/>
                </a:moveTo>
                <a:lnTo>
                  <a:pt x="386825" y="516337"/>
                </a:lnTo>
                <a:moveTo>
                  <a:pt x="858015" y="403778"/>
                </a:moveTo>
                <a:lnTo>
                  <a:pt x="897697" y="459562"/>
                </a:lnTo>
                <a:moveTo>
                  <a:pt x="2175403" y="664992"/>
                </a:moveTo>
                <a:lnTo>
                  <a:pt x="2281222" y="827790"/>
                </a:lnTo>
                <a:moveTo>
                  <a:pt x="683007" y="745184"/>
                </a:moveTo>
                <a:lnTo>
                  <a:pt x="509574" y="814568"/>
                </a:lnTo>
                <a:moveTo>
                  <a:pt x="1926106" y="590527"/>
                </a:moveTo>
                <a:lnTo>
                  <a:pt x="1895541" y="652313"/>
                </a:lnTo>
                <a:moveTo>
                  <a:pt x="1825038" y="769464"/>
                </a:moveTo>
                <a:lnTo>
                  <a:pt x="1767244" y="953739"/>
                </a:lnTo>
                <a:moveTo>
                  <a:pt x="2061293" y="344158"/>
                </a:moveTo>
                <a:lnTo>
                  <a:pt x="1916437" y="369987"/>
                </a:lnTo>
                <a:moveTo>
                  <a:pt x="813178" y="793098"/>
                </a:moveTo>
                <a:lnTo>
                  <a:pt x="683007" y="745184"/>
                </a:lnTo>
                <a:moveTo>
                  <a:pt x="1118785" y="779060"/>
                </a:moveTo>
                <a:lnTo>
                  <a:pt x="1108409" y="773686"/>
                </a:lnTo>
                <a:moveTo>
                  <a:pt x="1767244" y="953739"/>
                </a:moveTo>
                <a:lnTo>
                  <a:pt x="1755915" y="1143745"/>
                </a:lnTo>
                <a:moveTo>
                  <a:pt x="1274484" y="728252"/>
                </a:moveTo>
                <a:lnTo>
                  <a:pt x="1118785" y="779060"/>
                </a:lnTo>
                <a:moveTo>
                  <a:pt x="903700" y="268899"/>
                </a:moveTo>
                <a:lnTo>
                  <a:pt x="858015" y="403778"/>
                </a:lnTo>
                <a:moveTo>
                  <a:pt x="1121933" y="767401"/>
                </a:moveTo>
                <a:lnTo>
                  <a:pt x="1118785" y="779060"/>
                </a:lnTo>
                <a:moveTo>
                  <a:pt x="1121933" y="767401"/>
                </a:moveTo>
                <a:lnTo>
                  <a:pt x="1108409" y="773686"/>
                </a:lnTo>
                <a:moveTo>
                  <a:pt x="1274484" y="728252"/>
                </a:moveTo>
                <a:lnTo>
                  <a:pt x="1121933" y="767401"/>
                </a:lnTo>
                <a:moveTo>
                  <a:pt x="1916437" y="369987"/>
                </a:moveTo>
                <a:lnTo>
                  <a:pt x="1906589" y="415457"/>
                </a:lnTo>
                <a:moveTo>
                  <a:pt x="1282922" y="675172"/>
                </a:moveTo>
                <a:lnTo>
                  <a:pt x="1274484" y="728252"/>
                </a:lnTo>
                <a:moveTo>
                  <a:pt x="1321197" y="539364"/>
                </a:moveTo>
                <a:lnTo>
                  <a:pt x="1425377" y="545254"/>
                </a:lnTo>
                <a:moveTo>
                  <a:pt x="270229" y="518804"/>
                </a:moveTo>
                <a:lnTo>
                  <a:pt x="238307" y="662247"/>
                </a:lnTo>
                <a:moveTo>
                  <a:pt x="1981012" y="1076837"/>
                </a:moveTo>
                <a:lnTo>
                  <a:pt x="1978296" y="1079974"/>
                </a:lnTo>
                <a:moveTo>
                  <a:pt x="1906589" y="415457"/>
                </a:moveTo>
                <a:lnTo>
                  <a:pt x="1826145" y="386794"/>
                </a:lnTo>
                <a:moveTo>
                  <a:pt x="858015" y="403778"/>
                </a:moveTo>
                <a:lnTo>
                  <a:pt x="724522" y="487124"/>
                </a:lnTo>
                <a:moveTo>
                  <a:pt x="1644063" y="267604"/>
                </a:moveTo>
                <a:lnTo>
                  <a:pt x="1633725" y="273153"/>
                </a:lnTo>
                <a:moveTo>
                  <a:pt x="687916" y="485542"/>
                </a:moveTo>
                <a:lnTo>
                  <a:pt x="586461" y="501191"/>
                </a:lnTo>
                <a:moveTo>
                  <a:pt x="270229" y="518804"/>
                </a:moveTo>
                <a:lnTo>
                  <a:pt x="238363" y="653909"/>
                </a:lnTo>
                <a:moveTo>
                  <a:pt x="985949" y="721255"/>
                </a:moveTo>
                <a:lnTo>
                  <a:pt x="1108409" y="773686"/>
                </a:lnTo>
                <a:moveTo>
                  <a:pt x="238307" y="662247"/>
                </a:moveTo>
                <a:lnTo>
                  <a:pt x="329359" y="770209"/>
                </a:lnTo>
                <a:moveTo>
                  <a:pt x="1121933" y="767401"/>
                </a:moveTo>
                <a:lnTo>
                  <a:pt x="985949" y="721255"/>
                </a:lnTo>
                <a:moveTo>
                  <a:pt x="1916437" y="369987"/>
                </a:moveTo>
                <a:lnTo>
                  <a:pt x="1826145" y="386794"/>
                </a:lnTo>
                <a:moveTo>
                  <a:pt x="858015" y="403778"/>
                </a:moveTo>
                <a:lnTo>
                  <a:pt x="825198" y="450620"/>
                </a:lnTo>
                <a:moveTo>
                  <a:pt x="1822481" y="1214747"/>
                </a:moveTo>
                <a:lnTo>
                  <a:pt x="1755915" y="1143745"/>
                </a:lnTo>
                <a:moveTo>
                  <a:pt x="1895541" y="652313"/>
                </a:moveTo>
                <a:lnTo>
                  <a:pt x="1825038" y="769464"/>
                </a:lnTo>
                <a:moveTo>
                  <a:pt x="1133678" y="600350"/>
                </a:moveTo>
                <a:lnTo>
                  <a:pt x="1016366" y="578500"/>
                </a:lnTo>
                <a:moveTo>
                  <a:pt x="903700" y="268899"/>
                </a:moveTo>
                <a:lnTo>
                  <a:pt x="887151" y="283811"/>
                </a:lnTo>
                <a:moveTo>
                  <a:pt x="903700" y="268899"/>
                </a:moveTo>
                <a:lnTo>
                  <a:pt x="897697" y="459562"/>
                </a:lnTo>
                <a:moveTo>
                  <a:pt x="2072811" y="597169"/>
                </a:moveTo>
                <a:lnTo>
                  <a:pt x="2014262" y="572288"/>
                </a:lnTo>
                <a:moveTo>
                  <a:pt x="1266834" y="507151"/>
                </a:moveTo>
                <a:lnTo>
                  <a:pt x="1169203" y="589781"/>
                </a:lnTo>
                <a:moveTo>
                  <a:pt x="1196987" y="401805"/>
                </a:moveTo>
                <a:lnTo>
                  <a:pt x="1266834" y="507151"/>
                </a:lnTo>
                <a:moveTo>
                  <a:pt x="1926106" y="590527"/>
                </a:moveTo>
                <a:lnTo>
                  <a:pt x="1914401" y="666954"/>
                </a:lnTo>
                <a:moveTo>
                  <a:pt x="1404388" y="524117"/>
                </a:moveTo>
                <a:lnTo>
                  <a:pt x="1321197" y="539364"/>
                </a:lnTo>
                <a:moveTo>
                  <a:pt x="882761" y="266316"/>
                </a:moveTo>
                <a:lnTo>
                  <a:pt x="887151" y="283811"/>
                </a:lnTo>
                <a:moveTo>
                  <a:pt x="1863321" y="1088459"/>
                </a:moveTo>
                <a:lnTo>
                  <a:pt x="1939228" y="1212840"/>
                </a:lnTo>
                <a:moveTo>
                  <a:pt x="450023" y="512448"/>
                </a:moveTo>
                <a:lnTo>
                  <a:pt x="386825" y="516337"/>
                </a:lnTo>
                <a:moveTo>
                  <a:pt x="2190871" y="877996"/>
                </a:moveTo>
                <a:lnTo>
                  <a:pt x="2278445" y="858264"/>
                </a:lnTo>
                <a:moveTo>
                  <a:pt x="2190871" y="877996"/>
                </a:moveTo>
                <a:lnTo>
                  <a:pt x="2262636" y="987005"/>
                </a:lnTo>
                <a:moveTo>
                  <a:pt x="1121933" y="767401"/>
                </a:moveTo>
                <a:lnTo>
                  <a:pt x="1016366" y="578500"/>
                </a:lnTo>
                <a:moveTo>
                  <a:pt x="1336307" y="474521"/>
                </a:moveTo>
                <a:lnTo>
                  <a:pt x="1196987" y="401805"/>
                </a:lnTo>
                <a:moveTo>
                  <a:pt x="1404388" y="524117"/>
                </a:moveTo>
                <a:lnTo>
                  <a:pt x="1336307" y="474521"/>
                </a:lnTo>
                <a:moveTo>
                  <a:pt x="887151" y="283811"/>
                </a:moveTo>
                <a:lnTo>
                  <a:pt x="825198" y="450620"/>
                </a:lnTo>
                <a:moveTo>
                  <a:pt x="1266834" y="507151"/>
                </a:moveTo>
                <a:lnTo>
                  <a:pt x="1282922" y="675172"/>
                </a:lnTo>
                <a:moveTo>
                  <a:pt x="1321197" y="539364"/>
                </a:moveTo>
                <a:lnTo>
                  <a:pt x="1282922" y="675172"/>
                </a:lnTo>
                <a:moveTo>
                  <a:pt x="2049764" y="607839"/>
                </a:moveTo>
                <a:lnTo>
                  <a:pt x="2014262" y="572288"/>
                </a:lnTo>
                <a:moveTo>
                  <a:pt x="1890047" y="682811"/>
                </a:moveTo>
                <a:lnTo>
                  <a:pt x="1825038" y="769464"/>
                </a:lnTo>
                <a:moveTo>
                  <a:pt x="906304" y="250659"/>
                </a:moveTo>
                <a:lnTo>
                  <a:pt x="903700" y="268899"/>
                </a:lnTo>
                <a:moveTo>
                  <a:pt x="2049764" y="607839"/>
                </a:moveTo>
                <a:lnTo>
                  <a:pt x="1926106" y="590527"/>
                </a:lnTo>
                <a:moveTo>
                  <a:pt x="1016366" y="578500"/>
                </a:moveTo>
                <a:lnTo>
                  <a:pt x="985949" y="721255"/>
                </a:lnTo>
                <a:moveTo>
                  <a:pt x="1318796" y="358108"/>
                </a:moveTo>
                <a:lnTo>
                  <a:pt x="1336307" y="474521"/>
                </a:lnTo>
                <a:moveTo>
                  <a:pt x="897697" y="459562"/>
                </a:moveTo>
                <a:lnTo>
                  <a:pt x="1015388" y="570809"/>
                </a:lnTo>
                <a:moveTo>
                  <a:pt x="1828723" y="1058054"/>
                </a:moveTo>
                <a:lnTo>
                  <a:pt x="1755915" y="1143745"/>
                </a:lnTo>
                <a:moveTo>
                  <a:pt x="1825038" y="769464"/>
                </a:moveTo>
                <a:lnTo>
                  <a:pt x="1836258" y="867580"/>
                </a:lnTo>
                <a:moveTo>
                  <a:pt x="569973" y="760869"/>
                </a:moveTo>
                <a:lnTo>
                  <a:pt x="509574" y="814568"/>
                </a:lnTo>
                <a:moveTo>
                  <a:pt x="906304" y="250659"/>
                </a:moveTo>
                <a:lnTo>
                  <a:pt x="882761" y="266316"/>
                </a:lnTo>
                <a:moveTo>
                  <a:pt x="1767244" y="953739"/>
                </a:moveTo>
                <a:lnTo>
                  <a:pt x="1828723" y="1058054"/>
                </a:lnTo>
                <a:moveTo>
                  <a:pt x="882761" y="266316"/>
                </a:moveTo>
                <a:lnTo>
                  <a:pt x="825198" y="450620"/>
                </a:lnTo>
                <a:moveTo>
                  <a:pt x="825198" y="450620"/>
                </a:moveTo>
                <a:lnTo>
                  <a:pt x="724522" y="487124"/>
                </a:lnTo>
                <a:moveTo>
                  <a:pt x="2281222" y="827790"/>
                </a:moveTo>
                <a:lnTo>
                  <a:pt x="2190871" y="877996"/>
                </a:lnTo>
                <a:moveTo>
                  <a:pt x="2072811" y="597169"/>
                </a:moveTo>
                <a:lnTo>
                  <a:pt x="2175403" y="664992"/>
                </a:lnTo>
                <a:moveTo>
                  <a:pt x="2281222" y="827790"/>
                </a:moveTo>
                <a:lnTo>
                  <a:pt x="2207987" y="755314"/>
                </a:lnTo>
                <a:moveTo>
                  <a:pt x="1836258" y="867580"/>
                </a:moveTo>
                <a:lnTo>
                  <a:pt x="1767244" y="953739"/>
                </a:lnTo>
                <a:moveTo>
                  <a:pt x="2098688" y="613873"/>
                </a:moveTo>
                <a:lnTo>
                  <a:pt x="2175403" y="664992"/>
                </a:lnTo>
                <a:moveTo>
                  <a:pt x="1981012" y="1076837"/>
                </a:moveTo>
                <a:lnTo>
                  <a:pt x="2023921" y="995734"/>
                </a:lnTo>
                <a:moveTo>
                  <a:pt x="386825" y="516337"/>
                </a:moveTo>
                <a:lnTo>
                  <a:pt x="321319" y="510318"/>
                </a:lnTo>
                <a:moveTo>
                  <a:pt x="1978296" y="1079974"/>
                </a:moveTo>
                <a:lnTo>
                  <a:pt x="1863321" y="1088459"/>
                </a:lnTo>
                <a:moveTo>
                  <a:pt x="2023921" y="995734"/>
                </a:moveTo>
                <a:lnTo>
                  <a:pt x="1978296" y="1079974"/>
                </a:lnTo>
                <a:moveTo>
                  <a:pt x="222057" y="565571"/>
                </a:moveTo>
                <a:lnTo>
                  <a:pt x="238363" y="653909"/>
                </a:lnTo>
                <a:moveTo>
                  <a:pt x="2028352" y="987890"/>
                </a:moveTo>
                <a:lnTo>
                  <a:pt x="1981012" y="1076837"/>
                </a:lnTo>
                <a:moveTo>
                  <a:pt x="724522" y="487124"/>
                </a:moveTo>
                <a:lnTo>
                  <a:pt x="586461" y="501191"/>
                </a:lnTo>
                <a:moveTo>
                  <a:pt x="586461" y="501191"/>
                </a:moveTo>
                <a:lnTo>
                  <a:pt x="574735" y="500680"/>
                </a:lnTo>
                <a:moveTo>
                  <a:pt x="2175403" y="664992"/>
                </a:moveTo>
                <a:lnTo>
                  <a:pt x="2207987" y="755314"/>
                </a:lnTo>
                <a:moveTo>
                  <a:pt x="574735" y="500680"/>
                </a:moveTo>
                <a:lnTo>
                  <a:pt x="538549" y="509936"/>
                </a:lnTo>
                <a:moveTo>
                  <a:pt x="1015388" y="570809"/>
                </a:moveTo>
                <a:lnTo>
                  <a:pt x="1016366" y="578500"/>
                </a:lnTo>
                <a:moveTo>
                  <a:pt x="1828723" y="1058054"/>
                </a:moveTo>
                <a:lnTo>
                  <a:pt x="1822481" y="1214747"/>
                </a:lnTo>
                <a:moveTo>
                  <a:pt x="1321197" y="539364"/>
                </a:moveTo>
                <a:lnTo>
                  <a:pt x="1266834" y="507151"/>
                </a:lnTo>
                <a:moveTo>
                  <a:pt x="1895541" y="652313"/>
                </a:moveTo>
                <a:lnTo>
                  <a:pt x="1890047" y="682811"/>
                </a:lnTo>
                <a:moveTo>
                  <a:pt x="683007" y="745184"/>
                </a:moveTo>
                <a:lnTo>
                  <a:pt x="569973" y="760869"/>
                </a:lnTo>
                <a:moveTo>
                  <a:pt x="1603611" y="717112"/>
                </a:moveTo>
                <a:lnTo>
                  <a:pt x="1583324" y="790210"/>
                </a:lnTo>
                <a:moveTo>
                  <a:pt x="1863321" y="1088459"/>
                </a:moveTo>
                <a:lnTo>
                  <a:pt x="1822481" y="1214747"/>
                </a:lnTo>
                <a:moveTo>
                  <a:pt x="444176" y="729188"/>
                </a:moveTo>
                <a:lnTo>
                  <a:pt x="509574" y="814568"/>
                </a:lnTo>
                <a:moveTo>
                  <a:pt x="301702" y="635614"/>
                </a:moveTo>
                <a:lnTo>
                  <a:pt x="238363" y="653909"/>
                </a:lnTo>
                <a:moveTo>
                  <a:pt x="1336307" y="474521"/>
                </a:moveTo>
                <a:lnTo>
                  <a:pt x="1266834" y="507151"/>
                </a:lnTo>
                <a:moveTo>
                  <a:pt x="1914401" y="666954"/>
                </a:moveTo>
                <a:lnTo>
                  <a:pt x="1895541" y="652313"/>
                </a:lnTo>
                <a:moveTo>
                  <a:pt x="1336307" y="474521"/>
                </a:moveTo>
                <a:lnTo>
                  <a:pt x="1321197" y="539364"/>
                </a:lnTo>
                <a:moveTo>
                  <a:pt x="355531" y="678765"/>
                </a:moveTo>
                <a:lnTo>
                  <a:pt x="238307" y="662247"/>
                </a:lnTo>
                <a:moveTo>
                  <a:pt x="924493" y="368195"/>
                </a:moveTo>
                <a:lnTo>
                  <a:pt x="897697" y="459562"/>
                </a:lnTo>
                <a:moveTo>
                  <a:pt x="2147933" y="996500"/>
                </a:moveTo>
                <a:lnTo>
                  <a:pt x="2028352" y="987890"/>
                </a:lnTo>
                <a:moveTo>
                  <a:pt x="2190871" y="877996"/>
                </a:moveTo>
                <a:lnTo>
                  <a:pt x="2147933" y="996500"/>
                </a:lnTo>
                <a:moveTo>
                  <a:pt x="270229" y="518804"/>
                </a:moveTo>
                <a:lnTo>
                  <a:pt x="222057" y="565571"/>
                </a:lnTo>
                <a:moveTo>
                  <a:pt x="574735" y="500680"/>
                </a:moveTo>
                <a:lnTo>
                  <a:pt x="450023" y="512448"/>
                </a:lnTo>
                <a:moveTo>
                  <a:pt x="1617555" y="743873"/>
                </a:moveTo>
                <a:lnTo>
                  <a:pt x="1583324" y="790210"/>
                </a:lnTo>
                <a:moveTo>
                  <a:pt x="586461" y="501191"/>
                </a:moveTo>
                <a:lnTo>
                  <a:pt x="538549" y="509936"/>
                </a:lnTo>
                <a:moveTo>
                  <a:pt x="355531" y="678765"/>
                </a:moveTo>
                <a:lnTo>
                  <a:pt x="238363" y="653909"/>
                </a:lnTo>
                <a:moveTo>
                  <a:pt x="903700" y="268899"/>
                </a:moveTo>
                <a:lnTo>
                  <a:pt x="924493" y="368195"/>
                </a:lnTo>
                <a:moveTo>
                  <a:pt x="813178" y="793098"/>
                </a:moveTo>
                <a:lnTo>
                  <a:pt x="745240" y="744708"/>
                </a:lnTo>
                <a:moveTo>
                  <a:pt x="1600165" y="741728"/>
                </a:moveTo>
                <a:lnTo>
                  <a:pt x="1583324" y="790210"/>
                </a:lnTo>
                <a:moveTo>
                  <a:pt x="1614529" y="757631"/>
                </a:moveTo>
                <a:lnTo>
                  <a:pt x="1583324" y="790210"/>
                </a:lnTo>
                <a:moveTo>
                  <a:pt x="924068" y="366633"/>
                </a:moveTo>
                <a:lnTo>
                  <a:pt x="882761" y="266316"/>
                </a:lnTo>
                <a:moveTo>
                  <a:pt x="760500" y="477066"/>
                </a:moveTo>
                <a:lnTo>
                  <a:pt x="724522" y="487124"/>
                </a:lnTo>
                <a:moveTo>
                  <a:pt x="882761" y="266316"/>
                </a:moveTo>
                <a:lnTo>
                  <a:pt x="918858" y="367500"/>
                </a:lnTo>
                <a:moveTo>
                  <a:pt x="2182252" y="720912"/>
                </a:moveTo>
                <a:lnTo>
                  <a:pt x="2175403" y="664992"/>
                </a:lnTo>
                <a:moveTo>
                  <a:pt x="1603611" y="717112"/>
                </a:moveTo>
                <a:lnTo>
                  <a:pt x="1617555" y="743873"/>
                </a:lnTo>
                <a:moveTo>
                  <a:pt x="1914401" y="666954"/>
                </a:moveTo>
                <a:lnTo>
                  <a:pt x="1890047" y="682811"/>
                </a:lnTo>
                <a:moveTo>
                  <a:pt x="906304" y="250659"/>
                </a:moveTo>
                <a:lnTo>
                  <a:pt x="924493" y="368195"/>
                </a:lnTo>
                <a:moveTo>
                  <a:pt x="1890047" y="682811"/>
                </a:moveTo>
                <a:lnTo>
                  <a:pt x="1836258" y="867580"/>
                </a:lnTo>
                <a:moveTo>
                  <a:pt x="906304" y="250659"/>
                </a:moveTo>
                <a:lnTo>
                  <a:pt x="924068" y="366633"/>
                </a:lnTo>
                <a:moveTo>
                  <a:pt x="825198" y="450620"/>
                </a:moveTo>
                <a:lnTo>
                  <a:pt x="760500" y="477066"/>
                </a:lnTo>
                <a:moveTo>
                  <a:pt x="1836258" y="867580"/>
                </a:moveTo>
                <a:lnTo>
                  <a:pt x="1828723" y="1058054"/>
                </a:lnTo>
                <a:moveTo>
                  <a:pt x="1863321" y="1088459"/>
                </a:moveTo>
                <a:lnTo>
                  <a:pt x="1828723" y="1058054"/>
                </a:lnTo>
                <a:moveTo>
                  <a:pt x="538549" y="509936"/>
                </a:moveTo>
                <a:lnTo>
                  <a:pt x="450023" y="512448"/>
                </a:lnTo>
                <a:moveTo>
                  <a:pt x="918858" y="367500"/>
                </a:moveTo>
                <a:lnTo>
                  <a:pt x="825198" y="450620"/>
                </a:lnTo>
                <a:moveTo>
                  <a:pt x="321319" y="510318"/>
                </a:moveTo>
                <a:lnTo>
                  <a:pt x="270229" y="518804"/>
                </a:lnTo>
                <a:moveTo>
                  <a:pt x="1603611" y="717112"/>
                </a:moveTo>
                <a:lnTo>
                  <a:pt x="1600165" y="741728"/>
                </a:lnTo>
                <a:moveTo>
                  <a:pt x="745240" y="744708"/>
                </a:moveTo>
                <a:lnTo>
                  <a:pt x="683007" y="745184"/>
                </a:lnTo>
                <a:moveTo>
                  <a:pt x="1872905" y="1032224"/>
                </a:moveTo>
                <a:lnTo>
                  <a:pt x="1828723" y="1058054"/>
                </a:lnTo>
                <a:moveTo>
                  <a:pt x="924493" y="368195"/>
                </a:moveTo>
                <a:lnTo>
                  <a:pt x="1015388" y="570809"/>
                </a:lnTo>
                <a:moveTo>
                  <a:pt x="2023921" y="995734"/>
                </a:moveTo>
                <a:lnTo>
                  <a:pt x="1863321" y="1088459"/>
                </a:lnTo>
                <a:moveTo>
                  <a:pt x="2072811" y="597169"/>
                </a:moveTo>
                <a:lnTo>
                  <a:pt x="2098688" y="613873"/>
                </a:lnTo>
                <a:moveTo>
                  <a:pt x="1836258" y="867580"/>
                </a:moveTo>
                <a:lnTo>
                  <a:pt x="1872905" y="1032224"/>
                </a:lnTo>
                <a:moveTo>
                  <a:pt x="1872905" y="1032224"/>
                </a:moveTo>
                <a:lnTo>
                  <a:pt x="1863321" y="1088459"/>
                </a:lnTo>
                <a:moveTo>
                  <a:pt x="2023921" y="995734"/>
                </a:moveTo>
                <a:lnTo>
                  <a:pt x="1872905" y="1032224"/>
                </a:lnTo>
                <a:moveTo>
                  <a:pt x="614501" y="648269"/>
                </a:moveTo>
                <a:lnTo>
                  <a:pt x="683007" y="745184"/>
                </a:lnTo>
                <a:moveTo>
                  <a:pt x="355531" y="678765"/>
                </a:moveTo>
                <a:lnTo>
                  <a:pt x="329359" y="770209"/>
                </a:lnTo>
                <a:moveTo>
                  <a:pt x="2028352" y="987890"/>
                </a:moveTo>
                <a:lnTo>
                  <a:pt x="2023921" y="995734"/>
                </a:lnTo>
                <a:moveTo>
                  <a:pt x="1617555" y="743873"/>
                </a:moveTo>
                <a:lnTo>
                  <a:pt x="1614529" y="757631"/>
                </a:lnTo>
                <a:moveTo>
                  <a:pt x="731328" y="727177"/>
                </a:moveTo>
                <a:lnTo>
                  <a:pt x="683007" y="745184"/>
                </a:lnTo>
                <a:moveTo>
                  <a:pt x="2071885" y="871594"/>
                </a:moveTo>
                <a:lnTo>
                  <a:pt x="2147933" y="996500"/>
                </a:lnTo>
                <a:moveTo>
                  <a:pt x="2207987" y="755314"/>
                </a:moveTo>
                <a:lnTo>
                  <a:pt x="2190871" y="877996"/>
                </a:lnTo>
                <a:moveTo>
                  <a:pt x="2049764" y="607839"/>
                </a:moveTo>
                <a:lnTo>
                  <a:pt x="1914401" y="666954"/>
                </a:lnTo>
                <a:moveTo>
                  <a:pt x="2072811" y="597169"/>
                </a:moveTo>
                <a:lnTo>
                  <a:pt x="2049764" y="607839"/>
                </a:lnTo>
                <a:moveTo>
                  <a:pt x="1895057" y="928381"/>
                </a:moveTo>
                <a:lnTo>
                  <a:pt x="1836258" y="867580"/>
                </a:lnTo>
                <a:moveTo>
                  <a:pt x="1614529" y="757631"/>
                </a:moveTo>
                <a:lnTo>
                  <a:pt x="1600165" y="741728"/>
                </a:lnTo>
                <a:moveTo>
                  <a:pt x="1895057" y="928381"/>
                </a:moveTo>
                <a:lnTo>
                  <a:pt x="2023921" y="995734"/>
                </a:lnTo>
                <a:moveTo>
                  <a:pt x="1895057" y="928381"/>
                </a:moveTo>
                <a:lnTo>
                  <a:pt x="1872905" y="1032224"/>
                </a:lnTo>
                <a:moveTo>
                  <a:pt x="2028352" y="987890"/>
                </a:moveTo>
                <a:lnTo>
                  <a:pt x="1895057" y="928381"/>
                </a:lnTo>
                <a:moveTo>
                  <a:pt x="724522" y="487124"/>
                </a:moveTo>
                <a:lnTo>
                  <a:pt x="626292" y="578969"/>
                </a:lnTo>
                <a:moveTo>
                  <a:pt x="538549" y="509936"/>
                </a:moveTo>
                <a:lnTo>
                  <a:pt x="453768" y="652688"/>
                </a:lnTo>
                <a:moveTo>
                  <a:pt x="538549" y="509936"/>
                </a:moveTo>
                <a:lnTo>
                  <a:pt x="576295" y="611323"/>
                </a:lnTo>
                <a:moveTo>
                  <a:pt x="924493" y="368195"/>
                </a:moveTo>
                <a:lnTo>
                  <a:pt x="924068" y="366633"/>
                </a:lnTo>
                <a:moveTo>
                  <a:pt x="1008676" y="475310"/>
                </a:moveTo>
                <a:lnTo>
                  <a:pt x="1015388" y="570809"/>
                </a:lnTo>
                <a:moveTo>
                  <a:pt x="924068" y="366633"/>
                </a:moveTo>
                <a:lnTo>
                  <a:pt x="918858" y="367500"/>
                </a:lnTo>
                <a:moveTo>
                  <a:pt x="450023" y="512448"/>
                </a:moveTo>
                <a:lnTo>
                  <a:pt x="321319" y="510318"/>
                </a:lnTo>
                <a:moveTo>
                  <a:pt x="301702" y="635614"/>
                </a:moveTo>
                <a:lnTo>
                  <a:pt x="222057" y="565571"/>
                </a:lnTo>
                <a:moveTo>
                  <a:pt x="450023" y="512448"/>
                </a:moveTo>
                <a:lnTo>
                  <a:pt x="453768" y="652688"/>
                </a:lnTo>
                <a:moveTo>
                  <a:pt x="586461" y="501191"/>
                </a:moveTo>
                <a:lnTo>
                  <a:pt x="626292" y="578969"/>
                </a:lnTo>
                <a:moveTo>
                  <a:pt x="2098688" y="613873"/>
                </a:moveTo>
                <a:lnTo>
                  <a:pt x="2182252" y="720912"/>
                </a:lnTo>
                <a:moveTo>
                  <a:pt x="569973" y="760869"/>
                </a:moveTo>
                <a:lnTo>
                  <a:pt x="444176" y="729188"/>
                </a:lnTo>
                <a:moveTo>
                  <a:pt x="626292" y="578969"/>
                </a:moveTo>
                <a:lnTo>
                  <a:pt x="538549" y="509936"/>
                </a:lnTo>
                <a:moveTo>
                  <a:pt x="321319" y="510318"/>
                </a:moveTo>
                <a:lnTo>
                  <a:pt x="222057" y="565571"/>
                </a:lnTo>
                <a:moveTo>
                  <a:pt x="441948" y="306618"/>
                </a:moveTo>
                <a:lnTo>
                  <a:pt x="331431" y="346093"/>
                </a:lnTo>
                <a:moveTo>
                  <a:pt x="1015388" y="570809"/>
                </a:moveTo>
                <a:lnTo>
                  <a:pt x="953786" y="659943"/>
                </a:lnTo>
                <a:moveTo>
                  <a:pt x="2378520" y="583510"/>
                </a:moveTo>
                <a:lnTo>
                  <a:pt x="2389129" y="666678"/>
                </a:lnTo>
                <a:moveTo>
                  <a:pt x="2182252" y="720912"/>
                </a:moveTo>
                <a:lnTo>
                  <a:pt x="2207987" y="755314"/>
                </a:lnTo>
                <a:moveTo>
                  <a:pt x="2071885" y="871594"/>
                </a:moveTo>
                <a:lnTo>
                  <a:pt x="2028352" y="987890"/>
                </a:lnTo>
                <a:moveTo>
                  <a:pt x="2190871" y="877996"/>
                </a:moveTo>
                <a:lnTo>
                  <a:pt x="2071885" y="871594"/>
                </a:lnTo>
                <a:moveTo>
                  <a:pt x="1890047" y="682811"/>
                </a:moveTo>
                <a:lnTo>
                  <a:pt x="1861246" y="775991"/>
                </a:lnTo>
                <a:moveTo>
                  <a:pt x="614501" y="648269"/>
                </a:moveTo>
                <a:lnTo>
                  <a:pt x="569973" y="760869"/>
                </a:lnTo>
                <a:moveTo>
                  <a:pt x="321319" y="510318"/>
                </a:moveTo>
                <a:lnTo>
                  <a:pt x="301702" y="635614"/>
                </a:lnTo>
                <a:moveTo>
                  <a:pt x="453768" y="652688"/>
                </a:moveTo>
                <a:lnTo>
                  <a:pt x="301702" y="635614"/>
                </a:lnTo>
                <a:moveTo>
                  <a:pt x="2126058" y="516926"/>
                </a:moveTo>
                <a:lnTo>
                  <a:pt x="2072811" y="597169"/>
                </a:lnTo>
                <a:moveTo>
                  <a:pt x="301702" y="635614"/>
                </a:moveTo>
                <a:lnTo>
                  <a:pt x="355531" y="678765"/>
                </a:lnTo>
                <a:moveTo>
                  <a:pt x="1914401" y="666954"/>
                </a:moveTo>
                <a:lnTo>
                  <a:pt x="1861246" y="775991"/>
                </a:lnTo>
                <a:moveTo>
                  <a:pt x="1861246" y="775991"/>
                </a:moveTo>
                <a:lnTo>
                  <a:pt x="1836258" y="867580"/>
                </a:lnTo>
                <a:moveTo>
                  <a:pt x="2132740" y="523402"/>
                </a:moveTo>
                <a:lnTo>
                  <a:pt x="2072811" y="597169"/>
                </a:lnTo>
                <a:moveTo>
                  <a:pt x="2378520" y="583510"/>
                </a:moveTo>
                <a:lnTo>
                  <a:pt x="2374601" y="649965"/>
                </a:lnTo>
                <a:moveTo>
                  <a:pt x="2132740" y="523402"/>
                </a:moveTo>
                <a:lnTo>
                  <a:pt x="2098688" y="613873"/>
                </a:lnTo>
                <a:moveTo>
                  <a:pt x="1966617" y="638240"/>
                </a:moveTo>
                <a:lnTo>
                  <a:pt x="1914401" y="666954"/>
                </a:lnTo>
                <a:moveTo>
                  <a:pt x="453768" y="652688"/>
                </a:moveTo>
                <a:lnTo>
                  <a:pt x="321319" y="510318"/>
                </a:lnTo>
                <a:moveTo>
                  <a:pt x="453768" y="652688"/>
                </a:moveTo>
                <a:lnTo>
                  <a:pt x="444176" y="729188"/>
                </a:lnTo>
                <a:moveTo>
                  <a:pt x="444176" y="729188"/>
                </a:moveTo>
                <a:lnTo>
                  <a:pt x="355531" y="678765"/>
                </a:lnTo>
                <a:moveTo>
                  <a:pt x="453768" y="652688"/>
                </a:moveTo>
                <a:lnTo>
                  <a:pt x="355531" y="678765"/>
                </a:lnTo>
                <a:moveTo>
                  <a:pt x="760500" y="477066"/>
                </a:moveTo>
                <a:lnTo>
                  <a:pt x="626292" y="578969"/>
                </a:lnTo>
                <a:moveTo>
                  <a:pt x="924493" y="368195"/>
                </a:moveTo>
                <a:lnTo>
                  <a:pt x="1008676" y="475310"/>
                </a:lnTo>
                <a:moveTo>
                  <a:pt x="924068" y="366633"/>
                </a:moveTo>
                <a:lnTo>
                  <a:pt x="1008676" y="475310"/>
                </a:lnTo>
                <a:moveTo>
                  <a:pt x="576295" y="611323"/>
                </a:moveTo>
                <a:lnTo>
                  <a:pt x="444176" y="729188"/>
                </a:lnTo>
                <a:moveTo>
                  <a:pt x="576295" y="611323"/>
                </a:moveTo>
                <a:lnTo>
                  <a:pt x="453768" y="652688"/>
                </a:lnTo>
                <a:moveTo>
                  <a:pt x="1944580" y="834315"/>
                </a:moveTo>
                <a:lnTo>
                  <a:pt x="2028352" y="987890"/>
                </a:lnTo>
                <a:moveTo>
                  <a:pt x="2126058" y="516926"/>
                </a:moveTo>
                <a:lnTo>
                  <a:pt x="2049764" y="607839"/>
                </a:lnTo>
                <a:moveTo>
                  <a:pt x="826885" y="445582"/>
                </a:moveTo>
                <a:lnTo>
                  <a:pt x="825198" y="450620"/>
                </a:lnTo>
                <a:moveTo>
                  <a:pt x="1861246" y="775991"/>
                </a:moveTo>
                <a:lnTo>
                  <a:pt x="1895057" y="928381"/>
                </a:lnTo>
                <a:moveTo>
                  <a:pt x="2119723" y="521796"/>
                </a:moveTo>
                <a:lnTo>
                  <a:pt x="2049764" y="607839"/>
                </a:lnTo>
                <a:moveTo>
                  <a:pt x="2049764" y="607839"/>
                </a:moveTo>
                <a:lnTo>
                  <a:pt x="1966617" y="638240"/>
                </a:lnTo>
                <a:moveTo>
                  <a:pt x="614501" y="648269"/>
                </a:moveTo>
                <a:lnTo>
                  <a:pt x="444176" y="729188"/>
                </a:lnTo>
                <a:moveTo>
                  <a:pt x="1944580" y="834315"/>
                </a:moveTo>
                <a:lnTo>
                  <a:pt x="1895057" y="928381"/>
                </a:lnTo>
                <a:moveTo>
                  <a:pt x="614501" y="648269"/>
                </a:moveTo>
                <a:lnTo>
                  <a:pt x="576295" y="611323"/>
                </a:lnTo>
                <a:moveTo>
                  <a:pt x="760500" y="477066"/>
                </a:moveTo>
                <a:lnTo>
                  <a:pt x="699867" y="531893"/>
                </a:lnTo>
                <a:moveTo>
                  <a:pt x="2374601" y="649965"/>
                </a:moveTo>
                <a:lnTo>
                  <a:pt x="2389129" y="666678"/>
                </a:lnTo>
                <a:moveTo>
                  <a:pt x="2122534" y="384877"/>
                </a:moveTo>
                <a:lnTo>
                  <a:pt x="2126058" y="516926"/>
                </a:lnTo>
                <a:moveTo>
                  <a:pt x="626292" y="578969"/>
                </a:moveTo>
                <a:lnTo>
                  <a:pt x="576295" y="611323"/>
                </a:lnTo>
                <a:moveTo>
                  <a:pt x="731328" y="727177"/>
                </a:moveTo>
                <a:lnTo>
                  <a:pt x="745240" y="744708"/>
                </a:lnTo>
                <a:moveTo>
                  <a:pt x="2118631" y="767223"/>
                </a:moveTo>
                <a:lnTo>
                  <a:pt x="2190871" y="877996"/>
                </a:lnTo>
                <a:moveTo>
                  <a:pt x="2122534" y="384877"/>
                </a:moveTo>
                <a:lnTo>
                  <a:pt x="2119723" y="521796"/>
                </a:lnTo>
                <a:moveTo>
                  <a:pt x="331431" y="346093"/>
                </a:moveTo>
                <a:lnTo>
                  <a:pt x="365698" y="433502"/>
                </a:lnTo>
                <a:moveTo>
                  <a:pt x="2118631" y="767223"/>
                </a:moveTo>
                <a:lnTo>
                  <a:pt x="2207987" y="755314"/>
                </a:lnTo>
                <a:moveTo>
                  <a:pt x="2132740" y="523402"/>
                </a:moveTo>
                <a:lnTo>
                  <a:pt x="2182252" y="720912"/>
                </a:lnTo>
                <a:moveTo>
                  <a:pt x="626292" y="578969"/>
                </a:moveTo>
                <a:lnTo>
                  <a:pt x="614501" y="648269"/>
                </a:lnTo>
                <a:moveTo>
                  <a:pt x="518535" y="393859"/>
                </a:moveTo>
                <a:lnTo>
                  <a:pt x="441948" y="306618"/>
                </a:lnTo>
                <a:moveTo>
                  <a:pt x="441948" y="306618"/>
                </a:moveTo>
                <a:lnTo>
                  <a:pt x="365698" y="433502"/>
                </a:lnTo>
                <a:moveTo>
                  <a:pt x="614501" y="648269"/>
                </a:moveTo>
                <a:lnTo>
                  <a:pt x="731328" y="727177"/>
                </a:lnTo>
                <a:moveTo>
                  <a:pt x="924068" y="366633"/>
                </a:moveTo>
                <a:lnTo>
                  <a:pt x="966313" y="440232"/>
                </a:lnTo>
                <a:moveTo>
                  <a:pt x="2071885" y="871594"/>
                </a:moveTo>
                <a:lnTo>
                  <a:pt x="1944580" y="834315"/>
                </a:lnTo>
                <a:moveTo>
                  <a:pt x="441948" y="306618"/>
                </a:moveTo>
                <a:lnTo>
                  <a:pt x="430422" y="401928"/>
                </a:lnTo>
                <a:moveTo>
                  <a:pt x="1008676" y="475310"/>
                </a:moveTo>
                <a:lnTo>
                  <a:pt x="953786" y="659943"/>
                </a:lnTo>
                <a:moveTo>
                  <a:pt x="826885" y="445582"/>
                </a:moveTo>
                <a:lnTo>
                  <a:pt x="760500" y="477066"/>
                </a:lnTo>
                <a:moveTo>
                  <a:pt x="918858" y="367500"/>
                </a:moveTo>
                <a:lnTo>
                  <a:pt x="826885" y="445582"/>
                </a:lnTo>
                <a:moveTo>
                  <a:pt x="2126058" y="516926"/>
                </a:moveTo>
                <a:lnTo>
                  <a:pt x="2132740" y="523402"/>
                </a:lnTo>
                <a:moveTo>
                  <a:pt x="666657" y="286115"/>
                </a:moveTo>
                <a:lnTo>
                  <a:pt x="763484" y="348337"/>
                </a:lnTo>
                <a:moveTo>
                  <a:pt x="699867" y="531893"/>
                </a:moveTo>
                <a:lnTo>
                  <a:pt x="614501" y="648269"/>
                </a:lnTo>
                <a:moveTo>
                  <a:pt x="666657" y="286115"/>
                </a:moveTo>
                <a:lnTo>
                  <a:pt x="659010" y="375615"/>
                </a:lnTo>
                <a:moveTo>
                  <a:pt x="2126058" y="516926"/>
                </a:moveTo>
                <a:lnTo>
                  <a:pt x="2119723" y="521796"/>
                </a:lnTo>
                <a:moveTo>
                  <a:pt x="924068" y="366633"/>
                </a:moveTo>
                <a:lnTo>
                  <a:pt x="831002" y="449538"/>
                </a:lnTo>
                <a:moveTo>
                  <a:pt x="918858" y="367500"/>
                </a:moveTo>
                <a:lnTo>
                  <a:pt x="831002" y="449538"/>
                </a:lnTo>
                <a:moveTo>
                  <a:pt x="699867" y="531893"/>
                </a:moveTo>
                <a:lnTo>
                  <a:pt x="626292" y="578969"/>
                </a:lnTo>
                <a:moveTo>
                  <a:pt x="763484" y="348337"/>
                </a:moveTo>
                <a:lnTo>
                  <a:pt x="659010" y="375615"/>
                </a:lnTo>
                <a:moveTo>
                  <a:pt x="1944580" y="834315"/>
                </a:moveTo>
                <a:lnTo>
                  <a:pt x="1861246" y="775991"/>
                </a:lnTo>
                <a:moveTo>
                  <a:pt x="2182252" y="720912"/>
                </a:moveTo>
                <a:lnTo>
                  <a:pt x="2118631" y="767223"/>
                </a:lnTo>
                <a:moveTo>
                  <a:pt x="2118631" y="767223"/>
                </a:moveTo>
                <a:lnTo>
                  <a:pt x="2071885" y="871594"/>
                </a:lnTo>
                <a:moveTo>
                  <a:pt x="659010" y="375615"/>
                </a:moveTo>
                <a:lnTo>
                  <a:pt x="699867" y="531893"/>
                </a:lnTo>
                <a:moveTo>
                  <a:pt x="2129949" y="619790"/>
                </a:moveTo>
                <a:lnTo>
                  <a:pt x="2049764" y="607839"/>
                </a:lnTo>
                <a:moveTo>
                  <a:pt x="953786" y="659943"/>
                </a:moveTo>
                <a:lnTo>
                  <a:pt x="933759" y="643302"/>
                </a:lnTo>
                <a:moveTo>
                  <a:pt x="1008676" y="475310"/>
                </a:moveTo>
                <a:lnTo>
                  <a:pt x="957976" y="496910"/>
                </a:lnTo>
                <a:moveTo>
                  <a:pt x="1008676" y="475310"/>
                </a:moveTo>
                <a:lnTo>
                  <a:pt x="966313" y="440232"/>
                </a:lnTo>
                <a:moveTo>
                  <a:pt x="659010" y="375615"/>
                </a:moveTo>
                <a:lnTo>
                  <a:pt x="518535" y="393859"/>
                </a:lnTo>
                <a:moveTo>
                  <a:pt x="957976" y="496910"/>
                </a:moveTo>
                <a:lnTo>
                  <a:pt x="953786" y="659943"/>
                </a:lnTo>
                <a:moveTo>
                  <a:pt x="2049764" y="607839"/>
                </a:moveTo>
                <a:lnTo>
                  <a:pt x="2016642" y="636705"/>
                </a:lnTo>
                <a:moveTo>
                  <a:pt x="2169823" y="624708"/>
                </a:moveTo>
                <a:lnTo>
                  <a:pt x="2182252" y="720912"/>
                </a:lnTo>
                <a:moveTo>
                  <a:pt x="804750" y="641293"/>
                </a:moveTo>
                <a:lnTo>
                  <a:pt x="614501" y="648269"/>
                </a:lnTo>
                <a:moveTo>
                  <a:pt x="2255379" y="443857"/>
                </a:moveTo>
                <a:lnTo>
                  <a:pt x="2132740" y="523402"/>
                </a:lnTo>
                <a:moveTo>
                  <a:pt x="804016" y="642970"/>
                </a:moveTo>
                <a:lnTo>
                  <a:pt x="731328" y="727177"/>
                </a:lnTo>
                <a:moveTo>
                  <a:pt x="804750" y="641293"/>
                </a:moveTo>
                <a:lnTo>
                  <a:pt x="731328" y="727177"/>
                </a:lnTo>
                <a:moveTo>
                  <a:pt x="2122534" y="384877"/>
                </a:moveTo>
                <a:lnTo>
                  <a:pt x="2035377" y="457553"/>
                </a:lnTo>
                <a:moveTo>
                  <a:pt x="957976" y="496910"/>
                </a:moveTo>
                <a:lnTo>
                  <a:pt x="933759" y="643302"/>
                </a:lnTo>
                <a:moveTo>
                  <a:pt x="826885" y="445582"/>
                </a:moveTo>
                <a:lnTo>
                  <a:pt x="763484" y="348337"/>
                </a:lnTo>
                <a:moveTo>
                  <a:pt x="826885" y="445582"/>
                </a:moveTo>
                <a:lnTo>
                  <a:pt x="659010" y="375615"/>
                </a:lnTo>
                <a:moveTo>
                  <a:pt x="518535" y="393859"/>
                </a:moveTo>
                <a:lnTo>
                  <a:pt x="430422" y="401928"/>
                </a:lnTo>
                <a:moveTo>
                  <a:pt x="430422" y="401928"/>
                </a:moveTo>
                <a:lnTo>
                  <a:pt x="365698" y="433502"/>
                </a:lnTo>
                <a:moveTo>
                  <a:pt x="1997751" y="753792"/>
                </a:moveTo>
                <a:lnTo>
                  <a:pt x="2071885" y="871594"/>
                </a:lnTo>
                <a:moveTo>
                  <a:pt x="2132740" y="523402"/>
                </a:moveTo>
                <a:lnTo>
                  <a:pt x="2169823" y="624708"/>
                </a:lnTo>
                <a:moveTo>
                  <a:pt x="966313" y="440232"/>
                </a:moveTo>
                <a:lnTo>
                  <a:pt x="957976" y="496910"/>
                </a:lnTo>
                <a:moveTo>
                  <a:pt x="826885" y="445582"/>
                </a:moveTo>
                <a:lnTo>
                  <a:pt x="699867" y="531893"/>
                </a:lnTo>
                <a:moveTo>
                  <a:pt x="804750" y="641293"/>
                </a:moveTo>
                <a:lnTo>
                  <a:pt x="699867" y="531893"/>
                </a:lnTo>
                <a:moveTo>
                  <a:pt x="933759" y="643302"/>
                </a:moveTo>
                <a:lnTo>
                  <a:pt x="806887" y="641825"/>
                </a:lnTo>
                <a:moveTo>
                  <a:pt x="933759" y="643302"/>
                </a:moveTo>
                <a:lnTo>
                  <a:pt x="804750" y="641293"/>
                </a:lnTo>
                <a:moveTo>
                  <a:pt x="659010" y="375615"/>
                </a:moveTo>
                <a:lnTo>
                  <a:pt x="691388" y="466293"/>
                </a:lnTo>
                <a:moveTo>
                  <a:pt x="2119723" y="521796"/>
                </a:moveTo>
                <a:lnTo>
                  <a:pt x="2129949" y="619790"/>
                </a:lnTo>
                <a:moveTo>
                  <a:pt x="957976" y="496910"/>
                </a:moveTo>
                <a:lnTo>
                  <a:pt x="804750" y="641293"/>
                </a:lnTo>
                <a:moveTo>
                  <a:pt x="957976" y="496910"/>
                </a:moveTo>
                <a:lnTo>
                  <a:pt x="829566" y="455533"/>
                </a:lnTo>
                <a:moveTo>
                  <a:pt x="2119723" y="521796"/>
                </a:moveTo>
                <a:lnTo>
                  <a:pt x="2035377" y="457553"/>
                </a:lnTo>
                <a:moveTo>
                  <a:pt x="966313" y="440232"/>
                </a:moveTo>
                <a:lnTo>
                  <a:pt x="829566" y="455533"/>
                </a:lnTo>
                <a:moveTo>
                  <a:pt x="1997751" y="753792"/>
                </a:moveTo>
                <a:lnTo>
                  <a:pt x="1944580" y="834315"/>
                </a:lnTo>
                <a:moveTo>
                  <a:pt x="966313" y="440232"/>
                </a:moveTo>
                <a:lnTo>
                  <a:pt x="831002" y="449538"/>
                </a:lnTo>
                <a:moveTo>
                  <a:pt x="2168993" y="597904"/>
                </a:moveTo>
                <a:lnTo>
                  <a:pt x="2119723" y="521796"/>
                </a:lnTo>
                <a:moveTo>
                  <a:pt x="699867" y="531893"/>
                </a:moveTo>
                <a:lnTo>
                  <a:pt x="691388" y="466293"/>
                </a:lnTo>
                <a:moveTo>
                  <a:pt x="2016642" y="636705"/>
                </a:moveTo>
                <a:lnTo>
                  <a:pt x="1966617" y="638240"/>
                </a:lnTo>
                <a:moveTo>
                  <a:pt x="691388" y="466293"/>
                </a:moveTo>
                <a:lnTo>
                  <a:pt x="518535" y="393859"/>
                </a:lnTo>
                <a:moveTo>
                  <a:pt x="2200129" y="725177"/>
                </a:moveTo>
                <a:lnTo>
                  <a:pt x="2182252" y="720912"/>
                </a:lnTo>
                <a:moveTo>
                  <a:pt x="2182252" y="720912"/>
                </a:moveTo>
                <a:lnTo>
                  <a:pt x="2178516" y="728143"/>
                </a:lnTo>
                <a:moveTo>
                  <a:pt x="2255379" y="443857"/>
                </a:moveTo>
                <a:lnTo>
                  <a:pt x="2169823" y="624708"/>
                </a:lnTo>
                <a:moveTo>
                  <a:pt x="806887" y="641825"/>
                </a:moveTo>
                <a:lnTo>
                  <a:pt x="804016" y="642970"/>
                </a:lnTo>
                <a:moveTo>
                  <a:pt x="804750" y="641293"/>
                </a:moveTo>
                <a:lnTo>
                  <a:pt x="804016" y="642970"/>
                </a:lnTo>
                <a:moveTo>
                  <a:pt x="806887" y="641825"/>
                </a:moveTo>
                <a:lnTo>
                  <a:pt x="804750" y="641293"/>
                </a:lnTo>
                <a:moveTo>
                  <a:pt x="831002" y="449538"/>
                </a:moveTo>
                <a:lnTo>
                  <a:pt x="826885" y="445582"/>
                </a:lnTo>
                <a:moveTo>
                  <a:pt x="829566" y="455533"/>
                </a:moveTo>
                <a:lnTo>
                  <a:pt x="804750" y="641293"/>
                </a:lnTo>
                <a:moveTo>
                  <a:pt x="831002" y="449538"/>
                </a:moveTo>
                <a:lnTo>
                  <a:pt x="829566" y="455533"/>
                </a:lnTo>
                <a:moveTo>
                  <a:pt x="2118631" y="767223"/>
                </a:moveTo>
                <a:lnTo>
                  <a:pt x="1997751" y="753792"/>
                </a:lnTo>
                <a:moveTo>
                  <a:pt x="804750" y="641293"/>
                </a:moveTo>
                <a:lnTo>
                  <a:pt x="691388" y="466293"/>
                </a:lnTo>
                <a:moveTo>
                  <a:pt x="2169823" y="624708"/>
                </a:moveTo>
                <a:lnTo>
                  <a:pt x="2168993" y="597904"/>
                </a:lnTo>
                <a:moveTo>
                  <a:pt x="2129949" y="619790"/>
                </a:moveTo>
                <a:lnTo>
                  <a:pt x="1997751" y="753792"/>
                </a:lnTo>
                <a:moveTo>
                  <a:pt x="2255379" y="443857"/>
                </a:moveTo>
                <a:lnTo>
                  <a:pt x="2199579" y="511927"/>
                </a:lnTo>
                <a:moveTo>
                  <a:pt x="2168993" y="597904"/>
                </a:moveTo>
                <a:lnTo>
                  <a:pt x="2129949" y="619790"/>
                </a:lnTo>
                <a:moveTo>
                  <a:pt x="713262" y="459084"/>
                </a:moveTo>
                <a:lnTo>
                  <a:pt x="804750" y="641293"/>
                </a:lnTo>
                <a:moveTo>
                  <a:pt x="2129949" y="619790"/>
                </a:moveTo>
                <a:lnTo>
                  <a:pt x="2016642" y="636705"/>
                </a:lnTo>
                <a:moveTo>
                  <a:pt x="2178516" y="728143"/>
                </a:moveTo>
                <a:lnTo>
                  <a:pt x="2118631" y="767223"/>
                </a:lnTo>
                <a:moveTo>
                  <a:pt x="829566" y="455533"/>
                </a:moveTo>
                <a:lnTo>
                  <a:pt x="713262" y="459084"/>
                </a:lnTo>
                <a:moveTo>
                  <a:pt x="2016642" y="636705"/>
                </a:moveTo>
                <a:lnTo>
                  <a:pt x="1997751" y="753792"/>
                </a:lnTo>
                <a:moveTo>
                  <a:pt x="2199579" y="511927"/>
                </a:moveTo>
                <a:lnTo>
                  <a:pt x="2169823" y="624708"/>
                </a:lnTo>
                <a:moveTo>
                  <a:pt x="713262" y="459084"/>
                </a:moveTo>
                <a:lnTo>
                  <a:pt x="691388" y="466293"/>
                </a:lnTo>
                <a:moveTo>
                  <a:pt x="2169823" y="624708"/>
                </a:moveTo>
                <a:lnTo>
                  <a:pt x="2200129" y="725177"/>
                </a:lnTo>
                <a:moveTo>
                  <a:pt x="2129949" y="619790"/>
                </a:moveTo>
                <a:lnTo>
                  <a:pt x="2178516" y="728143"/>
                </a:lnTo>
                <a:moveTo>
                  <a:pt x="2199579" y="511927"/>
                </a:moveTo>
                <a:lnTo>
                  <a:pt x="2168993" y="597904"/>
                </a:lnTo>
                <a:moveTo>
                  <a:pt x="2178516" y="728143"/>
                </a:moveTo>
                <a:lnTo>
                  <a:pt x="1997751" y="753792"/>
                </a:lnTo>
                <a:moveTo>
                  <a:pt x="2200129" y="725177"/>
                </a:moveTo>
                <a:lnTo>
                  <a:pt x="2178516" y="72814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124" name="9ujf_9_tuned_ReferenceLigand_0">
            <a:extLst>
              <a:ext uri="{FF2B5EF4-FFF2-40B4-BE49-F238E27FC236}">
                <a16:creationId xmlns:a16="http://schemas.microsoft.com/office/drawing/2014/main" id="{4DFC49E4-B538-4ECC-824F-3B4A0F3BEE4A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1814" y="690972"/>
                </a:moveTo>
                <a:lnTo>
                  <a:pt x="549783" y="7582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5" name="9ujf_9_tuned_ReferenceLigand_1">
            <a:extLst>
              <a:ext uri="{FF2B5EF4-FFF2-40B4-BE49-F238E27FC236}">
                <a16:creationId xmlns:a16="http://schemas.microsoft.com/office/drawing/2014/main" id="{2D3176A1-4095-4306-93DE-114BA73262F6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1814" y="690972"/>
                </a:moveTo>
                <a:lnTo>
                  <a:pt x="780791" y="6637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6" name="9ujf_9_tuned_ReferenceLigand_2">
            <a:extLst>
              <a:ext uri="{FF2B5EF4-FFF2-40B4-BE49-F238E27FC236}">
                <a16:creationId xmlns:a16="http://schemas.microsoft.com/office/drawing/2014/main" id="{71E74ED0-865A-4FC8-8618-34D526FEBBD7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9523" y="537730"/>
                </a:moveTo>
                <a:lnTo>
                  <a:pt x="1520671" y="4670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7" name="9ujf_9_tuned_ReferenceLigand_3">
            <a:extLst>
              <a:ext uri="{FF2B5EF4-FFF2-40B4-BE49-F238E27FC236}">
                <a16:creationId xmlns:a16="http://schemas.microsoft.com/office/drawing/2014/main" id="{19F92584-843E-4D04-B775-11EB9BAD087E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4593" y="392672"/>
                </a:moveTo>
                <a:lnTo>
                  <a:pt x="1932136" y="3348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8" name="9ujf_9_tuned_ReferenceLigand_4">
            <a:extLst>
              <a:ext uri="{FF2B5EF4-FFF2-40B4-BE49-F238E27FC236}">
                <a16:creationId xmlns:a16="http://schemas.microsoft.com/office/drawing/2014/main" id="{93BF295E-2E75-4B08-9392-76D2D9F7850A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6855" y="647898"/>
                </a:moveTo>
                <a:lnTo>
                  <a:pt x="601814" y="69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9" name="9ujf_9_tuned_ReferenceLigand_5">
            <a:extLst>
              <a:ext uri="{FF2B5EF4-FFF2-40B4-BE49-F238E27FC236}">
                <a16:creationId xmlns:a16="http://schemas.microsoft.com/office/drawing/2014/main" id="{DD53400D-C717-44E0-8B74-BE97F11A888C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4463" y="973223"/>
                </a:moveTo>
                <a:lnTo>
                  <a:pt x="1999807" y="94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0" name="9ujf_9_tuned_ReferenceLigand_6">
            <a:extLst>
              <a:ext uri="{FF2B5EF4-FFF2-40B4-BE49-F238E27FC236}">
                <a16:creationId xmlns:a16="http://schemas.microsoft.com/office/drawing/2014/main" id="{399B74CC-3B18-4326-BFF9-88CA7D5EC88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791" y="663752"/>
                </a:moveTo>
                <a:lnTo>
                  <a:pt x="834942" y="595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1" name="9ujf_9_tuned_ReferenceLigand_7">
            <a:extLst>
              <a:ext uri="{FF2B5EF4-FFF2-40B4-BE49-F238E27FC236}">
                <a16:creationId xmlns:a16="http://schemas.microsoft.com/office/drawing/2014/main" id="{8E8F01D1-6164-4098-B3B2-E6A41389F9B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1432" y="734920"/>
                </a:moveTo>
                <a:lnTo>
                  <a:pt x="1479523" y="5377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2" name="9ujf_9_tuned_ReferenceLigand_8">
            <a:extLst>
              <a:ext uri="{FF2B5EF4-FFF2-40B4-BE49-F238E27FC236}">
                <a16:creationId xmlns:a16="http://schemas.microsoft.com/office/drawing/2014/main" id="{7DA4342F-5F95-4278-BFAA-3F86018C95F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5999" y="941737"/>
                </a:moveTo>
                <a:lnTo>
                  <a:pt x="1884463" y="9732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3" name="9ujf_9_tuned_ReferenceLigand_9">
            <a:extLst>
              <a:ext uri="{FF2B5EF4-FFF2-40B4-BE49-F238E27FC236}">
                <a16:creationId xmlns:a16="http://schemas.microsoft.com/office/drawing/2014/main" id="{8E7BFF51-1A99-4256-B598-2F918DC5090C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1341" y="589567"/>
                </a:moveTo>
                <a:lnTo>
                  <a:pt x="2004593" y="3926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4" name="9ujf_9_tuned_ReferenceLigand_10">
            <a:extLst>
              <a:ext uri="{FF2B5EF4-FFF2-40B4-BE49-F238E27FC236}">
                <a16:creationId xmlns:a16="http://schemas.microsoft.com/office/drawing/2014/main" id="{A8D05F63-4A46-4047-B242-F2AF5112D17C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2031" y="752301"/>
                </a:moveTo>
                <a:lnTo>
                  <a:pt x="1431432" y="7349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5" name="9ujf_9_tuned_ReferenceLigand_11">
            <a:extLst>
              <a:ext uri="{FF2B5EF4-FFF2-40B4-BE49-F238E27FC236}">
                <a16:creationId xmlns:a16="http://schemas.microsoft.com/office/drawing/2014/main" id="{C8F2E3DC-D70B-4D8C-B9DB-3CA29AA59D21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9156" y="583689"/>
                </a:moveTo>
                <a:lnTo>
                  <a:pt x="1252031" y="7523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6" name="9ujf_9_tuned_ReferenceLigand_12">
            <a:extLst>
              <a:ext uri="{FF2B5EF4-FFF2-40B4-BE49-F238E27FC236}">
                <a16:creationId xmlns:a16="http://schemas.microsoft.com/office/drawing/2014/main" id="{0C2E4277-4453-4441-81A6-508C5FEC69A8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919" y="849584"/>
                </a:moveTo>
                <a:lnTo>
                  <a:pt x="1675999" y="9417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7" name="9ujf_9_tuned_ReferenceLigand_13">
            <a:extLst>
              <a:ext uri="{FF2B5EF4-FFF2-40B4-BE49-F238E27FC236}">
                <a16:creationId xmlns:a16="http://schemas.microsoft.com/office/drawing/2014/main" id="{CCBBCF25-4A19-4260-94F4-267E4AD9C001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005" y="282318"/>
                </a:moveTo>
                <a:lnTo>
                  <a:pt x="1311368" y="450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8" name="9ujf_9_tuned_ReferenceLigand_14">
            <a:extLst>
              <a:ext uri="{FF2B5EF4-FFF2-40B4-BE49-F238E27FC236}">
                <a16:creationId xmlns:a16="http://schemas.microsoft.com/office/drawing/2014/main" id="{A2B1F402-D0F4-4E66-9760-4BF6CCE87CEC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1432" y="734920"/>
                </a:moveTo>
                <a:lnTo>
                  <a:pt x="1560919" y="849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9" name="9ujf_9_tuned_ReferenceLigand_15">
            <a:extLst>
              <a:ext uri="{FF2B5EF4-FFF2-40B4-BE49-F238E27FC236}">
                <a16:creationId xmlns:a16="http://schemas.microsoft.com/office/drawing/2014/main" id="{2AC9DAB8-6AAD-4C7C-8029-852AD25C459D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9523" y="537730"/>
                </a:moveTo>
                <a:lnTo>
                  <a:pt x="1311368" y="450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0" name="9ujf_9_tuned_ReferenceLigand_16">
            <a:extLst>
              <a:ext uri="{FF2B5EF4-FFF2-40B4-BE49-F238E27FC236}">
                <a16:creationId xmlns:a16="http://schemas.microsoft.com/office/drawing/2014/main" id="{8D39D2F5-9B8C-4268-8996-BEEF7DA37570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4593" y="392672"/>
                </a:moveTo>
                <a:lnTo>
                  <a:pt x="2150349" y="2653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1" name="9ujf_9_tuned_ReferenceLigand_17">
            <a:extLst>
              <a:ext uri="{FF2B5EF4-FFF2-40B4-BE49-F238E27FC236}">
                <a16:creationId xmlns:a16="http://schemas.microsoft.com/office/drawing/2014/main" id="{495AE08B-2DF0-47F8-939F-81728D366AA7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1368" y="450666"/>
                </a:moveTo>
                <a:lnTo>
                  <a:pt x="1169156" y="583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2" name="9ujf_9_tuned_ReferenceLigand_18">
            <a:extLst>
              <a:ext uri="{FF2B5EF4-FFF2-40B4-BE49-F238E27FC236}">
                <a16:creationId xmlns:a16="http://schemas.microsoft.com/office/drawing/2014/main" id="{42BCEB57-8365-4EEB-9C6B-EEF0A76367C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4463" y="973223"/>
                </a:moveTo>
                <a:lnTo>
                  <a:pt x="1909379" y="11608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3" name="9ujf_9_tuned_ReferenceLigand_19">
            <a:extLst>
              <a:ext uri="{FF2B5EF4-FFF2-40B4-BE49-F238E27FC236}">
                <a16:creationId xmlns:a16="http://schemas.microsoft.com/office/drawing/2014/main" id="{79F395B9-7186-458D-B720-30026D8F014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9156" y="583689"/>
                </a:moveTo>
                <a:lnTo>
                  <a:pt x="1001351" y="5576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4" name="9ujf_9_tuned_ReferenceLigand_20">
            <a:extLst>
              <a:ext uri="{FF2B5EF4-FFF2-40B4-BE49-F238E27FC236}">
                <a16:creationId xmlns:a16="http://schemas.microsoft.com/office/drawing/2014/main" id="{E5F51EDF-FF9D-4BAC-830A-186AC8F8553A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0918" y="578188"/>
                </a:moveTo>
                <a:lnTo>
                  <a:pt x="476855" y="6478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5" name="9ujf_9_tuned_ReferenceLigand_21">
            <a:extLst>
              <a:ext uri="{FF2B5EF4-FFF2-40B4-BE49-F238E27FC236}">
                <a16:creationId xmlns:a16="http://schemas.microsoft.com/office/drawing/2014/main" id="{3BEE6CA0-6BF6-4CA1-B208-6FABEB73764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4593" y="392672"/>
                </a:moveTo>
                <a:lnTo>
                  <a:pt x="1857340" y="3911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6" name="9ujf_9_tuned_ReferenceLigand_22">
            <a:extLst>
              <a:ext uri="{FF2B5EF4-FFF2-40B4-BE49-F238E27FC236}">
                <a16:creationId xmlns:a16="http://schemas.microsoft.com/office/drawing/2014/main" id="{014358F7-9F3C-433C-B175-CC6487126CC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4596" y="719913"/>
                </a:moveTo>
                <a:lnTo>
                  <a:pt x="2091341" y="5895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7" name="9ujf_9_tuned_ReferenceLigand_23">
            <a:extLst>
              <a:ext uri="{FF2B5EF4-FFF2-40B4-BE49-F238E27FC236}">
                <a16:creationId xmlns:a16="http://schemas.microsoft.com/office/drawing/2014/main" id="{929EE183-A671-4203-8862-B92A9FC416E1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942" y="595261"/>
                </a:moveTo>
                <a:lnTo>
                  <a:pt x="1001351" y="5576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8" name="9ujf_9_tuned_ReferenceLigand_24">
            <a:extLst>
              <a:ext uri="{FF2B5EF4-FFF2-40B4-BE49-F238E27FC236}">
                <a16:creationId xmlns:a16="http://schemas.microsoft.com/office/drawing/2014/main" id="{A47BC62E-D077-40D7-8667-111BEB185B0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4463" y="973223"/>
                </a:moveTo>
                <a:lnTo>
                  <a:pt x="1930582" y="8318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9" name="9ujf_9_tuned_ReferenceLigand_25">
            <a:extLst>
              <a:ext uri="{FF2B5EF4-FFF2-40B4-BE49-F238E27FC236}">
                <a16:creationId xmlns:a16="http://schemas.microsoft.com/office/drawing/2014/main" id="{51A0C736-3A4A-44D0-83A7-405C98E207D7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942" y="595261"/>
                </a:moveTo>
                <a:lnTo>
                  <a:pt x="711772" y="5513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0" name="9ujf_9_tuned_ReferenceLigand_26">
            <a:extLst>
              <a:ext uri="{FF2B5EF4-FFF2-40B4-BE49-F238E27FC236}">
                <a16:creationId xmlns:a16="http://schemas.microsoft.com/office/drawing/2014/main" id="{39704BF8-1ED6-4EBA-B693-B9379C00EF5E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4596" y="719913"/>
                </a:moveTo>
                <a:lnTo>
                  <a:pt x="2274159" y="8410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1" name="9ujf_9_tuned_ReferenceLigand_27">
            <a:extLst>
              <a:ext uri="{FF2B5EF4-FFF2-40B4-BE49-F238E27FC236}">
                <a16:creationId xmlns:a16="http://schemas.microsoft.com/office/drawing/2014/main" id="{B37B407D-2CFC-43C2-A6A4-39C0BA2AEB2C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1772" y="551300"/>
                </a:moveTo>
                <a:lnTo>
                  <a:pt x="530918" y="5781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2" name="9ujf_9_tuned_ReferenceLigand_28">
            <a:extLst>
              <a:ext uri="{FF2B5EF4-FFF2-40B4-BE49-F238E27FC236}">
                <a16:creationId xmlns:a16="http://schemas.microsoft.com/office/drawing/2014/main" id="{1AF3BA67-BD07-491F-8A7E-4523EFE0F65E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82" y="831858"/>
                </a:moveTo>
                <a:lnTo>
                  <a:pt x="2114596" y="7199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3" name="9ujf_9_tuned_ReferenceLigand_29">
            <a:extLst>
              <a:ext uri="{FF2B5EF4-FFF2-40B4-BE49-F238E27FC236}">
                <a16:creationId xmlns:a16="http://schemas.microsoft.com/office/drawing/2014/main" id="{BE6D95B9-C15F-4D35-952C-7368C467DC72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351" y="557688"/>
                </a:moveTo>
                <a:lnTo>
                  <a:pt x="979833" y="4885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4" name="9ujf_9_tuned_ReferenceLigand_30">
            <a:extLst>
              <a:ext uri="{FF2B5EF4-FFF2-40B4-BE49-F238E27FC236}">
                <a16:creationId xmlns:a16="http://schemas.microsoft.com/office/drawing/2014/main" id="{28E3BA14-AB4E-46A1-84F5-D6E00F2BF1B3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0918" y="578188"/>
                </a:moveTo>
                <a:lnTo>
                  <a:pt x="419394" y="5401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5" name="9ujf_9_tuned_ReferenceLigand_31">
            <a:extLst>
              <a:ext uri="{FF2B5EF4-FFF2-40B4-BE49-F238E27FC236}">
                <a16:creationId xmlns:a16="http://schemas.microsoft.com/office/drawing/2014/main" id="{E9B0F054-C7CD-4304-B279-01E6BEAB38D1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4596" y="719913"/>
                </a:moveTo>
                <a:lnTo>
                  <a:pt x="2131809" y="6121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6" name="9ujf_9_tuned_ReferenceLigand_32">
            <a:extLst>
              <a:ext uri="{FF2B5EF4-FFF2-40B4-BE49-F238E27FC236}">
                <a16:creationId xmlns:a16="http://schemas.microsoft.com/office/drawing/2014/main" id="{6BA38284-8737-4CD0-A113-70274AFE6D98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3259" y="486747"/>
                </a:moveTo>
                <a:lnTo>
                  <a:pt x="711772" y="5513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7" name="9ujf_9_tuned_ReferenceLigand_33">
            <a:extLst>
              <a:ext uri="{FF2B5EF4-FFF2-40B4-BE49-F238E27FC236}">
                <a16:creationId xmlns:a16="http://schemas.microsoft.com/office/drawing/2014/main" id="{6B6EF8CC-BEA9-4A7A-A706-9E25499E303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833" y="488504"/>
                </a:moveTo>
                <a:lnTo>
                  <a:pt x="803259" y="486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8" name="9ujf_9_tuned_PredictedLigand_0">
            <a:extLst>
              <a:ext uri="{FF2B5EF4-FFF2-40B4-BE49-F238E27FC236}">
                <a16:creationId xmlns:a16="http://schemas.microsoft.com/office/drawing/2014/main" id="{95BE1110-3A96-40D5-85E7-A7BDBB9E6EBB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614" y="716096"/>
                </a:moveTo>
                <a:lnTo>
                  <a:pt x="561662" y="7893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59" name="9ujf_9_tuned_PredictedLigand_1">
            <a:extLst>
              <a:ext uri="{FF2B5EF4-FFF2-40B4-BE49-F238E27FC236}">
                <a16:creationId xmlns:a16="http://schemas.microsoft.com/office/drawing/2014/main" id="{D169A098-2A85-4F69-8495-DC842E56EAD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614" y="716096"/>
                </a:moveTo>
                <a:lnTo>
                  <a:pt x="777811" y="6847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60" name="9ujf_9_tuned_PredictedLigand_2">
            <a:extLst>
              <a:ext uri="{FF2B5EF4-FFF2-40B4-BE49-F238E27FC236}">
                <a16:creationId xmlns:a16="http://schemas.microsoft.com/office/drawing/2014/main" id="{9EF82C92-775C-440A-A905-E8DB6821DC27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3756" y="375265"/>
                </a:moveTo>
                <a:lnTo>
                  <a:pt x="2037241" y="3362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61" name="9ujf_9_tuned_PredictedLigand_3">
            <a:extLst>
              <a:ext uri="{FF2B5EF4-FFF2-40B4-BE49-F238E27FC236}">
                <a16:creationId xmlns:a16="http://schemas.microsoft.com/office/drawing/2014/main" id="{B6C517BA-1A79-4B3A-A252-2D4EB22A2FEE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688" y="587218"/>
                </a:moveTo>
                <a:lnTo>
                  <a:pt x="1501087" y="5118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62" name="9ujf_9_tuned_PredictedLigand_4">
            <a:extLst>
              <a:ext uri="{FF2B5EF4-FFF2-40B4-BE49-F238E27FC236}">
                <a16:creationId xmlns:a16="http://schemas.microsoft.com/office/drawing/2014/main" id="{B338DC0F-7098-41DC-A52E-9A694542BD2A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5555" y="666998"/>
                </a:moveTo>
                <a:lnTo>
                  <a:pt x="610614" y="7160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63" name="9ujf_9_tuned_PredictedLigand_5">
            <a:extLst>
              <a:ext uri="{FF2B5EF4-FFF2-40B4-BE49-F238E27FC236}">
                <a16:creationId xmlns:a16="http://schemas.microsoft.com/office/drawing/2014/main" id="{AA96F758-621A-4AD7-A4EB-534BE4DB2A52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5781" y="971251"/>
                </a:moveTo>
                <a:lnTo>
                  <a:pt x="1996839" y="9730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64" name="9ujf_9_tuned_PredictedLigand_6">
            <a:extLst>
              <a:ext uri="{FF2B5EF4-FFF2-40B4-BE49-F238E27FC236}">
                <a16:creationId xmlns:a16="http://schemas.microsoft.com/office/drawing/2014/main" id="{4EB70F5B-78E8-442C-8FCA-3C9848FCC5C0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7811" y="684798"/>
                </a:moveTo>
                <a:lnTo>
                  <a:pt x="822843" y="6182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65" name="9ujf_9_tuned_PredictedLigand_7">
            <a:extLst>
              <a:ext uri="{FF2B5EF4-FFF2-40B4-BE49-F238E27FC236}">
                <a16:creationId xmlns:a16="http://schemas.microsoft.com/office/drawing/2014/main" id="{7653E9E0-7200-4669-B3CC-79BE93C74A3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5162" y="776231"/>
                </a:moveTo>
                <a:lnTo>
                  <a:pt x="1465688" y="5872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66" name="9ujf_9_tuned_PredictedLigand_8">
            <a:extLst>
              <a:ext uri="{FF2B5EF4-FFF2-40B4-BE49-F238E27FC236}">
                <a16:creationId xmlns:a16="http://schemas.microsoft.com/office/drawing/2014/main" id="{559F2A53-9514-4CC2-A38C-F6A97FD63F9A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7558" y="575056"/>
                </a:moveTo>
                <a:lnTo>
                  <a:pt x="2043756" y="375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67" name="9ujf_9_tuned_PredictedLigand_9">
            <a:extLst>
              <a:ext uri="{FF2B5EF4-FFF2-40B4-BE49-F238E27FC236}">
                <a16:creationId xmlns:a16="http://schemas.microsoft.com/office/drawing/2014/main" id="{ED8ED45D-4295-4A2F-80F1-11F5C8A9E2F6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043" y="947857"/>
                </a:moveTo>
                <a:lnTo>
                  <a:pt x="1875781" y="971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68" name="9ujf_9_tuned_PredictedLigand_10">
            <a:extLst>
              <a:ext uri="{FF2B5EF4-FFF2-40B4-BE49-F238E27FC236}">
                <a16:creationId xmlns:a16="http://schemas.microsoft.com/office/drawing/2014/main" id="{BB3F882B-F17E-4B7D-9EB5-EFFE75659B27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688" y="587218"/>
                </a:moveTo>
                <a:lnTo>
                  <a:pt x="1317127" y="4833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69" name="9ujf_9_tuned_PredictedLigand_11">
            <a:extLst>
              <a:ext uri="{FF2B5EF4-FFF2-40B4-BE49-F238E27FC236}">
                <a16:creationId xmlns:a16="http://schemas.microsoft.com/office/drawing/2014/main" id="{10D4C260-6F0D-471C-9AE6-ADA3FB5A5605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3756" y="375265"/>
                </a:moveTo>
                <a:lnTo>
                  <a:pt x="1859961" y="3624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70" name="9ujf_9_tuned_PredictedLigand_12">
            <a:extLst>
              <a:ext uri="{FF2B5EF4-FFF2-40B4-BE49-F238E27FC236}">
                <a16:creationId xmlns:a16="http://schemas.microsoft.com/office/drawing/2014/main" id="{FF817289-C36D-47CA-A2E3-F92207EDACC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2495" y="775886"/>
                </a:moveTo>
                <a:lnTo>
                  <a:pt x="1415162" y="7762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71" name="9ujf_9_tuned_PredictedLigand_13">
            <a:extLst>
              <a:ext uri="{FF2B5EF4-FFF2-40B4-BE49-F238E27FC236}">
                <a16:creationId xmlns:a16="http://schemas.microsoft.com/office/drawing/2014/main" id="{515B39DC-6082-40F4-A2BF-44372A4EEB1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930" y="301335"/>
                </a:moveTo>
                <a:lnTo>
                  <a:pt x="1317127" y="4833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72" name="9ujf_9_tuned_PredictedLigand_14">
            <a:extLst>
              <a:ext uri="{FF2B5EF4-FFF2-40B4-BE49-F238E27FC236}">
                <a16:creationId xmlns:a16="http://schemas.microsoft.com/office/drawing/2014/main" id="{A8D31B19-C105-42D9-8C33-1235A72DDB99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3756" y="375265"/>
                </a:moveTo>
                <a:lnTo>
                  <a:pt x="2169260" y="241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73" name="9ujf_9_tuned_PredictedLigand_15">
            <a:extLst>
              <a:ext uri="{FF2B5EF4-FFF2-40B4-BE49-F238E27FC236}">
                <a16:creationId xmlns:a16="http://schemas.microsoft.com/office/drawing/2014/main" id="{9A8439ED-93C4-43C2-95CA-5D26714687E1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3848" y="886228"/>
                </a:moveTo>
                <a:lnTo>
                  <a:pt x="1680043" y="947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74" name="9ujf_9_tuned_PredictedLigand_16">
            <a:extLst>
              <a:ext uri="{FF2B5EF4-FFF2-40B4-BE49-F238E27FC236}">
                <a16:creationId xmlns:a16="http://schemas.microsoft.com/office/drawing/2014/main" id="{84A59B86-2FA5-4603-85DF-68B0215E641A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27" y="483351"/>
                </a:moveTo>
                <a:lnTo>
                  <a:pt x="1161419" y="607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75" name="9ujf_9_tuned_PredictedLigand_17">
            <a:extLst>
              <a:ext uri="{FF2B5EF4-FFF2-40B4-BE49-F238E27FC236}">
                <a16:creationId xmlns:a16="http://schemas.microsoft.com/office/drawing/2014/main" id="{BA24684A-9FD1-4646-A65E-D37C871D00C2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5162" y="776231"/>
                </a:moveTo>
                <a:lnTo>
                  <a:pt x="1543848" y="886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76" name="9ujf_9_tuned_PredictedLigand_18">
            <a:extLst>
              <a:ext uri="{FF2B5EF4-FFF2-40B4-BE49-F238E27FC236}">
                <a16:creationId xmlns:a16="http://schemas.microsoft.com/office/drawing/2014/main" id="{9D6973BC-67EB-4CAD-ABE2-01934446FDFD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1419" y="607523"/>
                </a:moveTo>
                <a:lnTo>
                  <a:pt x="1242495" y="7758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77" name="9ujf_9_tuned_PredictedLigand_19">
            <a:extLst>
              <a:ext uri="{FF2B5EF4-FFF2-40B4-BE49-F238E27FC236}">
                <a16:creationId xmlns:a16="http://schemas.microsoft.com/office/drawing/2014/main" id="{9B5F88B7-425D-42E9-ADBD-DB733F8B332E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3874" y="588978"/>
                </a:moveTo>
                <a:lnTo>
                  <a:pt x="485555" y="666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78" name="9ujf_9_tuned_PredictedLigand_20">
            <a:extLst>
              <a:ext uri="{FF2B5EF4-FFF2-40B4-BE49-F238E27FC236}">
                <a16:creationId xmlns:a16="http://schemas.microsoft.com/office/drawing/2014/main" id="{A4D8AE2D-F0CC-4350-8ED3-A4C4C8AA9112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1419" y="607523"/>
                </a:moveTo>
                <a:lnTo>
                  <a:pt x="986410" y="5814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79" name="9ujf_9_tuned_PredictedLigand_21">
            <a:extLst>
              <a:ext uri="{FF2B5EF4-FFF2-40B4-BE49-F238E27FC236}">
                <a16:creationId xmlns:a16="http://schemas.microsoft.com/office/drawing/2014/main" id="{7861F845-13D8-4D37-BF8F-BB0D1B6A2A5A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843" y="618224"/>
                </a:moveTo>
                <a:lnTo>
                  <a:pt x="986410" y="5814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80" name="9ujf_9_tuned_PredictedLigand_22">
            <a:extLst>
              <a:ext uri="{FF2B5EF4-FFF2-40B4-BE49-F238E27FC236}">
                <a16:creationId xmlns:a16="http://schemas.microsoft.com/office/drawing/2014/main" id="{00D2B136-925E-4DEF-998E-F0B1D50066F3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5781" y="971251"/>
                </a:moveTo>
                <a:lnTo>
                  <a:pt x="1887379" y="11349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81" name="9ujf_9_tuned_PredictedLigand_23">
            <a:extLst>
              <a:ext uri="{FF2B5EF4-FFF2-40B4-BE49-F238E27FC236}">
                <a16:creationId xmlns:a16="http://schemas.microsoft.com/office/drawing/2014/main" id="{10579556-7494-4EFC-B35E-B7D7D2252AC8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431" y="702108"/>
                </a:moveTo>
                <a:lnTo>
                  <a:pt x="2127558" y="5750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82" name="9ujf_9_tuned_PredictedLigand_24">
            <a:extLst>
              <a:ext uri="{FF2B5EF4-FFF2-40B4-BE49-F238E27FC236}">
                <a16:creationId xmlns:a16="http://schemas.microsoft.com/office/drawing/2014/main" id="{599D6B66-2E72-48FC-9E9A-7CD3726A5667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5781" y="971251"/>
                </a:moveTo>
                <a:lnTo>
                  <a:pt x="1922794" y="7982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83" name="9ujf_9_tuned_PredictedLigand_25">
            <a:extLst>
              <a:ext uri="{FF2B5EF4-FFF2-40B4-BE49-F238E27FC236}">
                <a16:creationId xmlns:a16="http://schemas.microsoft.com/office/drawing/2014/main" id="{4E6B9830-5E9F-456E-A7C9-D4190F2EF68B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843" y="618224"/>
                </a:moveTo>
                <a:lnTo>
                  <a:pt x="693627" y="5673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84" name="9ujf_9_tuned_PredictedLigand_26">
            <a:extLst>
              <a:ext uri="{FF2B5EF4-FFF2-40B4-BE49-F238E27FC236}">
                <a16:creationId xmlns:a16="http://schemas.microsoft.com/office/drawing/2014/main" id="{F52B26D8-43CB-4A2C-B6A3-B262FE1BED5B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3627" y="567355"/>
                </a:moveTo>
                <a:lnTo>
                  <a:pt x="513874" y="58897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85" name="9ujf_9_tuned_PredictedLigand_27">
            <a:extLst>
              <a:ext uri="{FF2B5EF4-FFF2-40B4-BE49-F238E27FC236}">
                <a16:creationId xmlns:a16="http://schemas.microsoft.com/office/drawing/2014/main" id="{9F45A44A-1262-4C6B-BD7C-25FDE92F95BA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2794" y="798214"/>
                </a:moveTo>
                <a:lnTo>
                  <a:pt x="2112431" y="702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86" name="9ujf_9_tuned_PredictedLigand_28">
            <a:extLst>
              <a:ext uri="{FF2B5EF4-FFF2-40B4-BE49-F238E27FC236}">
                <a16:creationId xmlns:a16="http://schemas.microsoft.com/office/drawing/2014/main" id="{C9BFD828-E642-48F3-AB9D-8AF13213E04B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431" y="702108"/>
                </a:moveTo>
                <a:lnTo>
                  <a:pt x="2256529" y="8368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87" name="9ujf_9_tuned_PredictedLigand_29">
            <a:extLst>
              <a:ext uri="{FF2B5EF4-FFF2-40B4-BE49-F238E27FC236}">
                <a16:creationId xmlns:a16="http://schemas.microsoft.com/office/drawing/2014/main" id="{C3B4E813-4DBE-47C8-BC55-DABBE5D42176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3874" y="588978"/>
                </a:moveTo>
                <a:lnTo>
                  <a:pt x="392560" y="5409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88" name="9ujf_9_tuned_PredictedLigand_30">
            <a:extLst>
              <a:ext uri="{FF2B5EF4-FFF2-40B4-BE49-F238E27FC236}">
                <a16:creationId xmlns:a16="http://schemas.microsoft.com/office/drawing/2014/main" id="{A082ADA7-88F9-464D-9F00-612E7595A624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410" y="581448"/>
                </a:moveTo>
                <a:lnTo>
                  <a:pt x="963549" y="5126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89" name="9ujf_9_tuned_PredictedLigand_31">
            <a:extLst>
              <a:ext uri="{FF2B5EF4-FFF2-40B4-BE49-F238E27FC236}">
                <a16:creationId xmlns:a16="http://schemas.microsoft.com/office/drawing/2014/main" id="{D47D4B70-C347-4154-8AC0-58C38E6A2F83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5823" y="505918"/>
                </a:moveTo>
                <a:lnTo>
                  <a:pt x="693627" y="5673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90" name="9ujf_9_tuned_PredictedLigand_32">
            <a:extLst>
              <a:ext uri="{FF2B5EF4-FFF2-40B4-BE49-F238E27FC236}">
                <a16:creationId xmlns:a16="http://schemas.microsoft.com/office/drawing/2014/main" id="{22137A45-8AD7-4E03-B30B-0BEF092D55E1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431" y="702108"/>
                </a:moveTo>
                <a:lnTo>
                  <a:pt x="2117046" y="5910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91" name="9ujf_9_tuned_PredictedLigand_33">
            <a:extLst>
              <a:ext uri="{FF2B5EF4-FFF2-40B4-BE49-F238E27FC236}">
                <a16:creationId xmlns:a16="http://schemas.microsoft.com/office/drawing/2014/main" id="{C6028A28-8111-433F-8FB8-F94523A53EDE}"/>
              </a:ext>
            </a:extLst>
          </p:cNvPr>
          <p:cNvSpPr>
            <a:spLocks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3549" y="512668"/>
                </a:moveTo>
                <a:lnTo>
                  <a:pt x="785823" y="505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92" name="9ujf_9_tuned_PredictedAtoms_0">
            <a:extLst>
              <a:ext uri="{FF2B5EF4-FFF2-40B4-BE49-F238E27FC236}">
                <a16:creationId xmlns:a16="http://schemas.microsoft.com/office/drawing/2014/main" id="{9BEA3E81-1D42-4192-AD25-B3F3F5BFD6C2}"/>
              </a:ext>
            </a:extLst>
          </p:cNvPr>
          <p:cNvSpPr>
            <a:spLocks/>
          </p:cNvSpPr>
          <p:nvPr/>
        </p:nvSpPr>
        <p:spPr>
          <a:xfrm>
            <a:off x="4489138" y="82385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3" name="9ujf_9_tuned_PredictedAtoms_1">
            <a:extLst>
              <a:ext uri="{FF2B5EF4-FFF2-40B4-BE49-F238E27FC236}">
                <a16:creationId xmlns:a16="http://schemas.microsoft.com/office/drawing/2014/main" id="{E0E55C88-A826-45AB-B3A9-4B603ED41EBE}"/>
              </a:ext>
            </a:extLst>
          </p:cNvPr>
          <p:cNvSpPr>
            <a:spLocks/>
          </p:cNvSpPr>
          <p:nvPr/>
        </p:nvSpPr>
        <p:spPr>
          <a:xfrm>
            <a:off x="4501335" y="84205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4" name="9ujf_9_tuned_PredictedAtoms_2">
            <a:extLst>
              <a:ext uri="{FF2B5EF4-FFF2-40B4-BE49-F238E27FC236}">
                <a16:creationId xmlns:a16="http://schemas.microsoft.com/office/drawing/2014/main" id="{4BB204D5-6B1D-4823-8F7F-3183E2F59DCA}"/>
              </a:ext>
            </a:extLst>
          </p:cNvPr>
          <p:cNvSpPr>
            <a:spLocks/>
          </p:cNvSpPr>
          <p:nvPr/>
        </p:nvSpPr>
        <p:spPr>
          <a:xfrm>
            <a:off x="4345626" y="85447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5" name="9ujf_9_tuned_PredictedAtoms_3">
            <a:extLst>
              <a:ext uri="{FF2B5EF4-FFF2-40B4-BE49-F238E27FC236}">
                <a16:creationId xmlns:a16="http://schemas.microsoft.com/office/drawing/2014/main" id="{407F325A-703D-45C0-B940-6E6075180FAD}"/>
              </a:ext>
            </a:extLst>
          </p:cNvPr>
          <p:cNvSpPr>
            <a:spLocks/>
          </p:cNvSpPr>
          <p:nvPr/>
        </p:nvSpPr>
        <p:spPr>
          <a:xfrm>
            <a:off x="4170617" y="85186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6" name="9ujf_9_tuned_PredictedAtoms_4">
            <a:extLst>
              <a:ext uri="{FF2B5EF4-FFF2-40B4-BE49-F238E27FC236}">
                <a16:creationId xmlns:a16="http://schemas.microsoft.com/office/drawing/2014/main" id="{E58119FA-175F-45A5-98EF-1419C7C5462F}"/>
              </a:ext>
            </a:extLst>
          </p:cNvPr>
          <p:cNvSpPr>
            <a:spLocks/>
          </p:cNvSpPr>
          <p:nvPr/>
        </p:nvSpPr>
        <p:spPr>
          <a:xfrm>
            <a:off x="4147756" y="84498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7" name="9ujf_9_tuned_PredictedAtoms_5">
            <a:extLst>
              <a:ext uri="{FF2B5EF4-FFF2-40B4-BE49-F238E27FC236}">
                <a16:creationId xmlns:a16="http://schemas.microsoft.com/office/drawing/2014/main" id="{8D13EE49-F359-4B22-9D78-AA2C475F7597}"/>
              </a:ext>
            </a:extLst>
          </p:cNvPr>
          <p:cNvSpPr>
            <a:spLocks/>
          </p:cNvSpPr>
          <p:nvPr/>
        </p:nvSpPr>
        <p:spPr>
          <a:xfrm>
            <a:off x="3970031" y="844310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8" name="9ujf_9_tuned_PredictedAtoms_6">
            <a:extLst>
              <a:ext uri="{FF2B5EF4-FFF2-40B4-BE49-F238E27FC236}">
                <a16:creationId xmlns:a16="http://schemas.microsoft.com/office/drawing/2014/main" id="{84FC1560-B83B-49D2-8762-0F0851F83523}"/>
              </a:ext>
            </a:extLst>
          </p:cNvPr>
          <p:cNvSpPr>
            <a:spLocks/>
          </p:cNvSpPr>
          <p:nvPr/>
        </p:nvSpPr>
        <p:spPr>
          <a:xfrm>
            <a:off x="3877835" y="85045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9" name="9ujf_9_tuned_PredictedAtoms_7">
            <a:extLst>
              <a:ext uri="{FF2B5EF4-FFF2-40B4-BE49-F238E27FC236}">
                <a16:creationId xmlns:a16="http://schemas.microsoft.com/office/drawing/2014/main" id="{14491AB9-5524-4709-8409-C594426D6FA6}"/>
              </a:ext>
            </a:extLst>
          </p:cNvPr>
          <p:cNvSpPr>
            <a:spLocks/>
          </p:cNvSpPr>
          <p:nvPr/>
        </p:nvSpPr>
        <p:spPr>
          <a:xfrm>
            <a:off x="3698081" y="85261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0" name="9ujf_9_tuned_PredictedAtoms_8">
            <a:extLst>
              <a:ext uri="{FF2B5EF4-FFF2-40B4-BE49-F238E27FC236}">
                <a16:creationId xmlns:a16="http://schemas.microsoft.com/office/drawing/2014/main" id="{EB34FC8D-EC69-45AE-8CAE-AD22A90DA750}"/>
              </a:ext>
            </a:extLst>
          </p:cNvPr>
          <p:cNvSpPr>
            <a:spLocks/>
          </p:cNvSpPr>
          <p:nvPr/>
        </p:nvSpPr>
        <p:spPr>
          <a:xfrm>
            <a:off x="3576767" y="84781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1" name="9ujf_9_tuned_PredictedAtoms_9">
            <a:extLst>
              <a:ext uri="{FF2B5EF4-FFF2-40B4-BE49-F238E27FC236}">
                <a16:creationId xmlns:a16="http://schemas.microsoft.com/office/drawing/2014/main" id="{E363027B-7ABD-48C2-ADDD-C84F8FA81D40}"/>
              </a:ext>
            </a:extLst>
          </p:cNvPr>
          <p:cNvSpPr>
            <a:spLocks/>
          </p:cNvSpPr>
          <p:nvPr/>
        </p:nvSpPr>
        <p:spPr>
          <a:xfrm>
            <a:off x="3669763" y="86041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2" name="9ujf_9_tuned_PredictedAtoms_10">
            <a:extLst>
              <a:ext uri="{FF2B5EF4-FFF2-40B4-BE49-F238E27FC236}">
                <a16:creationId xmlns:a16="http://schemas.microsoft.com/office/drawing/2014/main" id="{409B4E32-60A3-4533-A371-5EA1FC43B18E}"/>
              </a:ext>
            </a:extLst>
          </p:cNvPr>
          <p:cNvSpPr>
            <a:spLocks/>
          </p:cNvSpPr>
          <p:nvPr/>
        </p:nvSpPr>
        <p:spPr>
          <a:xfrm>
            <a:off x="3794822" y="86532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3" name="9ujf_9_tuned_PredictedAtoms_11">
            <a:extLst>
              <a:ext uri="{FF2B5EF4-FFF2-40B4-BE49-F238E27FC236}">
                <a16:creationId xmlns:a16="http://schemas.microsoft.com/office/drawing/2014/main" id="{CCEEF4D4-5FF3-454D-BB49-CEE329946AFA}"/>
              </a:ext>
            </a:extLst>
          </p:cNvPr>
          <p:cNvSpPr>
            <a:spLocks/>
          </p:cNvSpPr>
          <p:nvPr/>
        </p:nvSpPr>
        <p:spPr>
          <a:xfrm>
            <a:off x="3745869" y="8726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4" name="9ujf_9_tuned_PredictedAtoms_12">
            <a:extLst>
              <a:ext uri="{FF2B5EF4-FFF2-40B4-BE49-F238E27FC236}">
                <a16:creationId xmlns:a16="http://schemas.microsoft.com/office/drawing/2014/main" id="{B6CD9ADF-DFFB-40AF-B87F-2CD7556201F9}"/>
              </a:ext>
            </a:extLst>
          </p:cNvPr>
          <p:cNvSpPr>
            <a:spLocks/>
          </p:cNvSpPr>
          <p:nvPr/>
        </p:nvSpPr>
        <p:spPr>
          <a:xfrm>
            <a:off x="3962018" y="86219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5" name="9ujf_9_tuned_PredictedAtoms_13">
            <a:extLst>
              <a:ext uri="{FF2B5EF4-FFF2-40B4-BE49-F238E27FC236}">
                <a16:creationId xmlns:a16="http://schemas.microsoft.com/office/drawing/2014/main" id="{ABB5FE27-8512-4BB5-9832-260CB942927A}"/>
              </a:ext>
            </a:extLst>
          </p:cNvPr>
          <p:cNvSpPr>
            <a:spLocks/>
          </p:cNvSpPr>
          <p:nvPr/>
        </p:nvSpPr>
        <p:spPr>
          <a:xfrm>
            <a:off x="4007050" y="855540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6" name="9ujf_9_tuned_PredictedAtoms_14">
            <a:extLst>
              <a:ext uri="{FF2B5EF4-FFF2-40B4-BE49-F238E27FC236}">
                <a16:creationId xmlns:a16="http://schemas.microsoft.com/office/drawing/2014/main" id="{E72B0342-A12D-4DE3-8E53-2650A2FD069C}"/>
              </a:ext>
            </a:extLst>
          </p:cNvPr>
          <p:cNvSpPr>
            <a:spLocks/>
          </p:cNvSpPr>
          <p:nvPr/>
        </p:nvSpPr>
        <p:spPr>
          <a:xfrm>
            <a:off x="4426703" y="8713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7" name="9ujf_9_tuned_PredictedAtoms_15">
            <a:extLst>
              <a:ext uri="{FF2B5EF4-FFF2-40B4-BE49-F238E27FC236}">
                <a16:creationId xmlns:a16="http://schemas.microsoft.com/office/drawing/2014/main" id="{B7A252F6-6B58-40E7-8C76-7D33FB9CD09A}"/>
              </a:ext>
            </a:extLst>
          </p:cNvPr>
          <p:cNvSpPr>
            <a:spLocks/>
          </p:cNvSpPr>
          <p:nvPr/>
        </p:nvSpPr>
        <p:spPr>
          <a:xfrm>
            <a:off x="4599370" y="87134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8" name="9ujf_9_tuned_PredictedAtoms_16">
            <a:extLst>
              <a:ext uri="{FF2B5EF4-FFF2-40B4-BE49-F238E27FC236}">
                <a16:creationId xmlns:a16="http://schemas.microsoft.com/office/drawing/2014/main" id="{D7F3696D-1243-469F-8F0D-869897923D9E}"/>
              </a:ext>
            </a:extLst>
          </p:cNvPr>
          <p:cNvSpPr>
            <a:spLocks/>
          </p:cNvSpPr>
          <p:nvPr/>
        </p:nvSpPr>
        <p:spPr>
          <a:xfrm>
            <a:off x="4728055" y="88234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9" name="9ujf_9_tuned_PredictedAtoms_17">
            <a:extLst>
              <a:ext uri="{FF2B5EF4-FFF2-40B4-BE49-F238E27FC236}">
                <a16:creationId xmlns:a16="http://schemas.microsoft.com/office/drawing/2014/main" id="{1D7C23D6-600A-4CBB-986A-A35FD4B6A613}"/>
              </a:ext>
            </a:extLst>
          </p:cNvPr>
          <p:cNvSpPr>
            <a:spLocks/>
          </p:cNvSpPr>
          <p:nvPr/>
        </p:nvSpPr>
        <p:spPr>
          <a:xfrm>
            <a:off x="4864250" y="88850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0" name="9ujf_9_tuned_PredictedAtoms_18">
            <a:extLst>
              <a:ext uri="{FF2B5EF4-FFF2-40B4-BE49-F238E27FC236}">
                <a16:creationId xmlns:a16="http://schemas.microsoft.com/office/drawing/2014/main" id="{27C74A31-43E2-48D9-A32C-48EF1DAEBF0A}"/>
              </a:ext>
            </a:extLst>
          </p:cNvPr>
          <p:cNvSpPr>
            <a:spLocks/>
          </p:cNvSpPr>
          <p:nvPr/>
        </p:nvSpPr>
        <p:spPr>
          <a:xfrm>
            <a:off x="5059988" y="89084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1" name="9ujf_9_tuned_PredictedAtoms_19">
            <a:extLst>
              <a:ext uri="{FF2B5EF4-FFF2-40B4-BE49-F238E27FC236}">
                <a16:creationId xmlns:a16="http://schemas.microsoft.com/office/drawing/2014/main" id="{424C696D-B1A5-4854-96B7-15177E165261}"/>
              </a:ext>
            </a:extLst>
          </p:cNvPr>
          <p:cNvSpPr>
            <a:spLocks/>
          </p:cNvSpPr>
          <p:nvPr/>
        </p:nvSpPr>
        <p:spPr>
          <a:xfrm>
            <a:off x="5071586" y="907217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2" name="9ujf_9_tuned_PredictedAtoms_20">
            <a:extLst>
              <a:ext uri="{FF2B5EF4-FFF2-40B4-BE49-F238E27FC236}">
                <a16:creationId xmlns:a16="http://schemas.microsoft.com/office/drawing/2014/main" id="{A45BE707-9CFC-41AF-A905-E7AFC76C2BD7}"/>
              </a:ext>
            </a:extLst>
          </p:cNvPr>
          <p:cNvSpPr>
            <a:spLocks/>
          </p:cNvSpPr>
          <p:nvPr/>
        </p:nvSpPr>
        <p:spPr>
          <a:xfrm>
            <a:off x="5181046" y="89102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3" name="9ujf_9_tuned_PredictedAtoms_21">
            <a:extLst>
              <a:ext uri="{FF2B5EF4-FFF2-40B4-BE49-F238E27FC236}">
                <a16:creationId xmlns:a16="http://schemas.microsoft.com/office/drawing/2014/main" id="{4CCD087C-4701-402C-9CD3-4C67FA6F266A}"/>
              </a:ext>
            </a:extLst>
          </p:cNvPr>
          <p:cNvSpPr>
            <a:spLocks/>
          </p:cNvSpPr>
          <p:nvPr/>
        </p:nvSpPr>
        <p:spPr>
          <a:xfrm>
            <a:off x="5107001" y="87353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4" name="9ujf_9_tuned_PredictedAtoms_22">
            <a:extLst>
              <a:ext uri="{FF2B5EF4-FFF2-40B4-BE49-F238E27FC236}">
                <a16:creationId xmlns:a16="http://schemas.microsoft.com/office/drawing/2014/main" id="{F1A3991D-5800-4CCB-BB56-5D98C4181344}"/>
              </a:ext>
            </a:extLst>
          </p:cNvPr>
          <p:cNvSpPr>
            <a:spLocks/>
          </p:cNvSpPr>
          <p:nvPr/>
        </p:nvSpPr>
        <p:spPr>
          <a:xfrm>
            <a:off x="5296639" y="86392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5" name="9ujf_9_tuned_PredictedAtoms_23">
            <a:extLst>
              <a:ext uri="{FF2B5EF4-FFF2-40B4-BE49-F238E27FC236}">
                <a16:creationId xmlns:a16="http://schemas.microsoft.com/office/drawing/2014/main" id="{10E5AA18-5525-4CF4-B5A4-9394D70C9F4A}"/>
              </a:ext>
            </a:extLst>
          </p:cNvPr>
          <p:cNvSpPr>
            <a:spLocks/>
          </p:cNvSpPr>
          <p:nvPr/>
        </p:nvSpPr>
        <p:spPr>
          <a:xfrm>
            <a:off x="5440737" y="8774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6" name="9ujf_9_tuned_PredictedAtoms_24">
            <a:extLst>
              <a:ext uri="{FF2B5EF4-FFF2-40B4-BE49-F238E27FC236}">
                <a16:creationId xmlns:a16="http://schemas.microsoft.com/office/drawing/2014/main" id="{29BEB45D-BF32-40DA-BDFC-254666CAA672}"/>
              </a:ext>
            </a:extLst>
          </p:cNvPr>
          <p:cNvSpPr>
            <a:spLocks/>
          </p:cNvSpPr>
          <p:nvPr/>
        </p:nvSpPr>
        <p:spPr>
          <a:xfrm>
            <a:off x="5301254" y="85281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7" name="9ujf_9_tuned_PredictedAtoms_25">
            <a:extLst>
              <a:ext uri="{FF2B5EF4-FFF2-40B4-BE49-F238E27FC236}">
                <a16:creationId xmlns:a16="http://schemas.microsoft.com/office/drawing/2014/main" id="{6B3358AB-7008-4AD2-9D23-E6796F803607}"/>
              </a:ext>
            </a:extLst>
          </p:cNvPr>
          <p:cNvSpPr>
            <a:spLocks/>
          </p:cNvSpPr>
          <p:nvPr/>
        </p:nvSpPr>
        <p:spPr>
          <a:xfrm>
            <a:off x="5311766" y="85122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8" name="9ujf_9_tuned_PredictedAtoms_26">
            <a:extLst>
              <a:ext uri="{FF2B5EF4-FFF2-40B4-BE49-F238E27FC236}">
                <a16:creationId xmlns:a16="http://schemas.microsoft.com/office/drawing/2014/main" id="{DF877408-3704-4987-95CB-55E166A46F1D}"/>
              </a:ext>
            </a:extLst>
          </p:cNvPr>
          <p:cNvSpPr>
            <a:spLocks/>
          </p:cNvSpPr>
          <p:nvPr/>
        </p:nvSpPr>
        <p:spPr>
          <a:xfrm>
            <a:off x="5227963" y="83124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9" name="9ujf_9_tuned_PredictedAtoms_27">
            <a:extLst>
              <a:ext uri="{FF2B5EF4-FFF2-40B4-BE49-F238E27FC236}">
                <a16:creationId xmlns:a16="http://schemas.microsoft.com/office/drawing/2014/main" id="{6C00788E-299C-410F-99F1-71293BE17A70}"/>
              </a:ext>
            </a:extLst>
          </p:cNvPr>
          <p:cNvSpPr>
            <a:spLocks/>
          </p:cNvSpPr>
          <p:nvPr/>
        </p:nvSpPr>
        <p:spPr>
          <a:xfrm>
            <a:off x="5044169" y="82996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20" name="9ujf_9_tuned_PredictedAtoms_28">
            <a:extLst>
              <a:ext uri="{FF2B5EF4-FFF2-40B4-BE49-F238E27FC236}">
                <a16:creationId xmlns:a16="http://schemas.microsoft.com/office/drawing/2014/main" id="{4040C578-5645-413D-BDFB-476CDCEAE895}"/>
              </a:ext>
            </a:extLst>
          </p:cNvPr>
          <p:cNvSpPr>
            <a:spLocks/>
          </p:cNvSpPr>
          <p:nvPr/>
        </p:nvSpPr>
        <p:spPr>
          <a:xfrm>
            <a:off x="5221448" y="82733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21" name="9ujf_9_tuned_PredictedAtoms_29">
            <a:extLst>
              <a:ext uri="{FF2B5EF4-FFF2-40B4-BE49-F238E27FC236}">
                <a16:creationId xmlns:a16="http://schemas.microsoft.com/office/drawing/2014/main" id="{61705807-D464-4026-9DE1-D11D24027D93}"/>
              </a:ext>
            </a:extLst>
          </p:cNvPr>
          <p:cNvSpPr>
            <a:spLocks/>
          </p:cNvSpPr>
          <p:nvPr/>
        </p:nvSpPr>
        <p:spPr>
          <a:xfrm>
            <a:off x="5353468" y="81782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22" name="9ujf_9_tuned_PredictedAtoms_30">
            <a:extLst>
              <a:ext uri="{FF2B5EF4-FFF2-40B4-BE49-F238E27FC236}">
                <a16:creationId xmlns:a16="http://schemas.microsoft.com/office/drawing/2014/main" id="{1CF0322B-4BA1-45D3-8FC1-296617E7447E}"/>
              </a:ext>
            </a:extLst>
          </p:cNvPr>
          <p:cNvSpPr>
            <a:spLocks/>
          </p:cNvSpPr>
          <p:nvPr/>
        </p:nvSpPr>
        <p:spPr>
          <a:xfrm>
            <a:off x="4649895" y="852440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23" name="9ujf_9_tuned_PredictedAtoms_31">
            <a:extLst>
              <a:ext uri="{FF2B5EF4-FFF2-40B4-BE49-F238E27FC236}">
                <a16:creationId xmlns:a16="http://schemas.microsoft.com/office/drawing/2014/main" id="{E28420CD-F7D1-45B6-ABC7-26B31062DC19}"/>
              </a:ext>
            </a:extLst>
          </p:cNvPr>
          <p:cNvSpPr>
            <a:spLocks/>
          </p:cNvSpPr>
          <p:nvPr/>
        </p:nvSpPr>
        <p:spPr>
          <a:xfrm>
            <a:off x="4685294" y="84490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24" name="stage3-cases-clash_45">
            <a:extLst>
              <a:ext uri="{FF2B5EF4-FFF2-40B4-BE49-F238E27FC236}">
                <a16:creationId xmlns:a16="http://schemas.microsoft.com/office/drawing/2014/main" id="{3094DC1A-F154-4717-9F58-26EE32BD1C89}"/>
              </a:ext>
            </a:extLst>
          </p:cNvPr>
          <p:cNvSpPr>
            <a:spLocks/>
          </p:cNvSpPr>
          <p:nvPr/>
        </p:nvSpPr>
        <p:spPr>
          <a:xfrm>
            <a:off x="32004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0.33 Å   D 88%   Clash 0</a:t>
            </a:r>
          </a:p>
        </p:txBody>
      </p:sp>
      <p:sp>
        <p:nvSpPr>
          <p:cNvPr id="2225" name="9ujf_9_build_Receptor">
            <a:extLst>
              <a:ext uri="{FF2B5EF4-FFF2-40B4-BE49-F238E27FC236}">
                <a16:creationId xmlns:a16="http://schemas.microsoft.com/office/drawing/2014/main" id="{40F2B31D-4518-4BFE-B237-08F215A2271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21" y="927893"/>
                </a:moveTo>
                <a:lnTo>
                  <a:pt x="981357" y="1080945"/>
                </a:lnTo>
                <a:moveTo>
                  <a:pt x="883381" y="830690"/>
                </a:moveTo>
                <a:lnTo>
                  <a:pt x="849821" y="927893"/>
                </a:lnTo>
                <a:moveTo>
                  <a:pt x="1511992" y="134570"/>
                </a:moveTo>
                <a:lnTo>
                  <a:pt x="1610379" y="107194"/>
                </a:lnTo>
                <a:moveTo>
                  <a:pt x="851578" y="944792"/>
                </a:moveTo>
                <a:lnTo>
                  <a:pt x="883381" y="830690"/>
                </a:lnTo>
                <a:moveTo>
                  <a:pt x="1565702" y="1033718"/>
                </a:moveTo>
                <a:lnTo>
                  <a:pt x="1559105" y="1202408"/>
                </a:lnTo>
                <a:moveTo>
                  <a:pt x="670849" y="1017190"/>
                </a:moveTo>
                <a:lnTo>
                  <a:pt x="851578" y="944792"/>
                </a:lnTo>
                <a:moveTo>
                  <a:pt x="1575616" y="258689"/>
                </a:moveTo>
                <a:lnTo>
                  <a:pt x="1511992" y="134570"/>
                </a:lnTo>
                <a:moveTo>
                  <a:pt x="1559105" y="1202408"/>
                </a:moveTo>
                <a:lnTo>
                  <a:pt x="1368939" y="1237183"/>
                </a:lnTo>
                <a:moveTo>
                  <a:pt x="633849" y="1168785"/>
                </a:moveTo>
                <a:lnTo>
                  <a:pt x="670849" y="1017190"/>
                </a:lnTo>
                <a:moveTo>
                  <a:pt x="1575616" y="258689"/>
                </a:moveTo>
                <a:lnTo>
                  <a:pt x="1544145" y="454044"/>
                </a:lnTo>
                <a:moveTo>
                  <a:pt x="1368939" y="1237183"/>
                </a:moveTo>
                <a:lnTo>
                  <a:pt x="1260095" y="1114081"/>
                </a:lnTo>
                <a:moveTo>
                  <a:pt x="1559105" y="1202408"/>
                </a:moveTo>
                <a:lnTo>
                  <a:pt x="1689446" y="1202976"/>
                </a:lnTo>
                <a:moveTo>
                  <a:pt x="442040" y="1236105"/>
                </a:moveTo>
                <a:lnTo>
                  <a:pt x="633849" y="1168785"/>
                </a:lnTo>
                <a:moveTo>
                  <a:pt x="851578" y="944792"/>
                </a:moveTo>
                <a:lnTo>
                  <a:pt x="884114" y="834770"/>
                </a:lnTo>
                <a:moveTo>
                  <a:pt x="1544145" y="454044"/>
                </a:moveTo>
                <a:lnTo>
                  <a:pt x="1582551" y="587827"/>
                </a:lnTo>
                <a:moveTo>
                  <a:pt x="1689446" y="1202976"/>
                </a:moveTo>
                <a:lnTo>
                  <a:pt x="1883229" y="1236407"/>
                </a:lnTo>
                <a:moveTo>
                  <a:pt x="633849" y="1168785"/>
                </a:moveTo>
                <a:lnTo>
                  <a:pt x="747790" y="1254572"/>
                </a:lnTo>
                <a:moveTo>
                  <a:pt x="1488318" y="219978"/>
                </a:moveTo>
                <a:lnTo>
                  <a:pt x="1575616" y="258689"/>
                </a:lnTo>
                <a:moveTo>
                  <a:pt x="442040" y="1236105"/>
                </a:moveTo>
                <a:lnTo>
                  <a:pt x="345258" y="1221031"/>
                </a:lnTo>
                <a:moveTo>
                  <a:pt x="1883229" y="1236407"/>
                </a:moveTo>
                <a:lnTo>
                  <a:pt x="1995667" y="1295051"/>
                </a:lnTo>
                <a:moveTo>
                  <a:pt x="1582551" y="587827"/>
                </a:moveTo>
                <a:lnTo>
                  <a:pt x="1778354" y="584268"/>
                </a:lnTo>
                <a:moveTo>
                  <a:pt x="884114" y="834770"/>
                </a:moveTo>
                <a:lnTo>
                  <a:pt x="760137" y="763181"/>
                </a:lnTo>
                <a:moveTo>
                  <a:pt x="166001" y="1320887"/>
                </a:moveTo>
                <a:lnTo>
                  <a:pt x="9893" y="1210676"/>
                </a:lnTo>
                <a:moveTo>
                  <a:pt x="345258" y="1221031"/>
                </a:moveTo>
                <a:lnTo>
                  <a:pt x="166001" y="1320887"/>
                </a:lnTo>
                <a:moveTo>
                  <a:pt x="345258" y="1221031"/>
                </a:moveTo>
                <a:lnTo>
                  <a:pt x="316743" y="1025908"/>
                </a:lnTo>
                <a:moveTo>
                  <a:pt x="1995667" y="1295051"/>
                </a:moveTo>
                <a:lnTo>
                  <a:pt x="2098965" y="1139142"/>
                </a:lnTo>
                <a:moveTo>
                  <a:pt x="1510670" y="62027"/>
                </a:moveTo>
                <a:lnTo>
                  <a:pt x="1488318" y="219978"/>
                </a:lnTo>
                <a:moveTo>
                  <a:pt x="1778354" y="584268"/>
                </a:moveTo>
                <a:lnTo>
                  <a:pt x="1806849" y="667655"/>
                </a:lnTo>
                <a:moveTo>
                  <a:pt x="1104636" y="118691"/>
                </a:moveTo>
                <a:lnTo>
                  <a:pt x="1106044" y="8389"/>
                </a:lnTo>
                <a:moveTo>
                  <a:pt x="2169893" y="117775"/>
                </a:moveTo>
                <a:lnTo>
                  <a:pt x="2202539" y="107708"/>
                </a:lnTo>
                <a:moveTo>
                  <a:pt x="2098965" y="1139142"/>
                </a:moveTo>
                <a:lnTo>
                  <a:pt x="2191314" y="1190828"/>
                </a:lnTo>
                <a:moveTo>
                  <a:pt x="1403315" y="27711"/>
                </a:moveTo>
                <a:lnTo>
                  <a:pt x="1510670" y="62027"/>
                </a:lnTo>
                <a:moveTo>
                  <a:pt x="941203" y="237825"/>
                </a:moveTo>
                <a:lnTo>
                  <a:pt x="1104636" y="118691"/>
                </a:lnTo>
                <a:moveTo>
                  <a:pt x="1806849" y="667655"/>
                </a:moveTo>
                <a:lnTo>
                  <a:pt x="1995403" y="651010"/>
                </a:lnTo>
                <a:moveTo>
                  <a:pt x="992296" y="424312"/>
                </a:moveTo>
                <a:lnTo>
                  <a:pt x="941203" y="237825"/>
                </a:lnTo>
                <a:moveTo>
                  <a:pt x="1104636" y="118691"/>
                </a:moveTo>
                <a:lnTo>
                  <a:pt x="1244375" y="139745"/>
                </a:lnTo>
                <a:moveTo>
                  <a:pt x="2202539" y="107708"/>
                </a:moveTo>
                <a:lnTo>
                  <a:pt x="2326442" y="5393"/>
                </a:lnTo>
                <a:moveTo>
                  <a:pt x="96898" y="698349"/>
                </a:moveTo>
                <a:lnTo>
                  <a:pt x="207470" y="622781"/>
                </a:lnTo>
                <a:moveTo>
                  <a:pt x="1244375" y="139745"/>
                </a:moveTo>
                <a:lnTo>
                  <a:pt x="1403315" y="27711"/>
                </a:lnTo>
                <a:moveTo>
                  <a:pt x="941203" y="237825"/>
                </a:moveTo>
                <a:lnTo>
                  <a:pt x="829832" y="169457"/>
                </a:lnTo>
                <a:moveTo>
                  <a:pt x="640002" y="244575"/>
                </a:moveTo>
                <a:lnTo>
                  <a:pt x="533548" y="211605"/>
                </a:lnTo>
                <a:moveTo>
                  <a:pt x="829832" y="169457"/>
                </a:moveTo>
                <a:lnTo>
                  <a:pt x="640002" y="244575"/>
                </a:lnTo>
                <a:moveTo>
                  <a:pt x="856008" y="1232840"/>
                </a:moveTo>
                <a:lnTo>
                  <a:pt x="726039" y="1181493"/>
                </a:lnTo>
                <a:moveTo>
                  <a:pt x="2326442" y="5393"/>
                </a:moveTo>
                <a:lnTo>
                  <a:pt x="2345745" y="9131"/>
                </a:lnTo>
                <a:moveTo>
                  <a:pt x="96898" y="698349"/>
                </a:moveTo>
                <a:lnTo>
                  <a:pt x="132372" y="742454"/>
                </a:lnTo>
                <a:moveTo>
                  <a:pt x="856008" y="1232840"/>
                </a:moveTo>
                <a:lnTo>
                  <a:pt x="980734" y="1076174"/>
                </a:lnTo>
                <a:moveTo>
                  <a:pt x="640002" y="244575"/>
                </a:moveTo>
                <a:lnTo>
                  <a:pt x="544818" y="166966"/>
                </a:lnTo>
                <a:moveTo>
                  <a:pt x="133517" y="1106226"/>
                </a:moveTo>
                <a:lnTo>
                  <a:pt x="163859" y="1164753"/>
                </a:lnTo>
                <a:moveTo>
                  <a:pt x="254448" y="951499"/>
                </a:moveTo>
                <a:lnTo>
                  <a:pt x="133517" y="1106226"/>
                </a:lnTo>
                <a:moveTo>
                  <a:pt x="254448" y="951499"/>
                </a:moveTo>
                <a:lnTo>
                  <a:pt x="435989" y="1022457"/>
                </a:lnTo>
                <a:moveTo>
                  <a:pt x="167726" y="843072"/>
                </a:moveTo>
                <a:lnTo>
                  <a:pt x="254448" y="951499"/>
                </a:lnTo>
                <a:moveTo>
                  <a:pt x="506515" y="182338"/>
                </a:moveTo>
                <a:lnTo>
                  <a:pt x="411552" y="57172"/>
                </a:lnTo>
                <a:moveTo>
                  <a:pt x="2643346" y="845225"/>
                </a:moveTo>
                <a:lnTo>
                  <a:pt x="2539453" y="976514"/>
                </a:lnTo>
                <a:moveTo>
                  <a:pt x="2643346" y="845225"/>
                </a:moveTo>
                <a:lnTo>
                  <a:pt x="2603025" y="677311"/>
                </a:lnTo>
                <a:moveTo>
                  <a:pt x="659260" y="110803"/>
                </a:moveTo>
                <a:lnTo>
                  <a:pt x="506515" y="182338"/>
                </a:lnTo>
                <a:moveTo>
                  <a:pt x="2080508" y="127390"/>
                </a:moveTo>
                <a:lnTo>
                  <a:pt x="2213482" y="210126"/>
                </a:lnTo>
                <a:moveTo>
                  <a:pt x="2080508" y="127390"/>
                </a:moveTo>
                <a:lnTo>
                  <a:pt x="1921018" y="118655"/>
                </a:lnTo>
                <a:moveTo>
                  <a:pt x="124243" y="953551"/>
                </a:moveTo>
                <a:lnTo>
                  <a:pt x="167726" y="843072"/>
                </a:lnTo>
                <a:moveTo>
                  <a:pt x="1652830" y="532560"/>
                </a:moveTo>
                <a:lnTo>
                  <a:pt x="1824229" y="544199"/>
                </a:lnTo>
                <a:moveTo>
                  <a:pt x="1560062" y="512522"/>
                </a:moveTo>
                <a:lnTo>
                  <a:pt x="1652830" y="532560"/>
                </a:lnTo>
                <a:moveTo>
                  <a:pt x="1896924" y="1058385"/>
                </a:moveTo>
                <a:lnTo>
                  <a:pt x="1804797" y="1205933"/>
                </a:lnTo>
                <a:moveTo>
                  <a:pt x="2047650" y="979926"/>
                </a:moveTo>
                <a:lnTo>
                  <a:pt x="1896924" y="1058385"/>
                </a:lnTo>
                <a:moveTo>
                  <a:pt x="2111147" y="56000"/>
                </a:moveTo>
                <a:lnTo>
                  <a:pt x="2080508" y="127390"/>
                </a:lnTo>
                <a:moveTo>
                  <a:pt x="1841918" y="530690"/>
                </a:moveTo>
                <a:lnTo>
                  <a:pt x="1824229" y="544199"/>
                </a:lnTo>
                <a:moveTo>
                  <a:pt x="2122782" y="1116883"/>
                </a:moveTo>
                <a:lnTo>
                  <a:pt x="2047650" y="979926"/>
                </a:lnTo>
                <a:moveTo>
                  <a:pt x="1675285" y="510153"/>
                </a:moveTo>
                <a:lnTo>
                  <a:pt x="1560062" y="512522"/>
                </a:lnTo>
                <a:moveTo>
                  <a:pt x="1675285" y="510153"/>
                </a:moveTo>
                <a:lnTo>
                  <a:pt x="1841918" y="530690"/>
                </a:lnTo>
                <a:moveTo>
                  <a:pt x="2290032" y="1055891"/>
                </a:moveTo>
                <a:lnTo>
                  <a:pt x="2122782" y="1116883"/>
                </a:lnTo>
                <a:moveTo>
                  <a:pt x="1611733" y="488989"/>
                </a:moveTo>
                <a:lnTo>
                  <a:pt x="1675285" y="510153"/>
                </a:lnTo>
                <a:moveTo>
                  <a:pt x="2381902" y="1211172"/>
                </a:moveTo>
                <a:lnTo>
                  <a:pt x="2290032" y="1055891"/>
                </a:lnTo>
                <a:moveTo>
                  <a:pt x="2290032" y="1055891"/>
                </a:moveTo>
                <a:lnTo>
                  <a:pt x="2240919" y="921059"/>
                </a:lnTo>
                <a:moveTo>
                  <a:pt x="2240919" y="921059"/>
                </a:moveTo>
                <a:lnTo>
                  <a:pt x="2271319" y="759329"/>
                </a:lnTo>
                <a:moveTo>
                  <a:pt x="1599087" y="665758"/>
                </a:moveTo>
                <a:lnTo>
                  <a:pt x="1611733" y="488989"/>
                </a:lnTo>
                <a:moveTo>
                  <a:pt x="1480820" y="790798"/>
                </a:moveTo>
                <a:lnTo>
                  <a:pt x="1599087" y="665758"/>
                </a:lnTo>
                <a:moveTo>
                  <a:pt x="1599087" y="665758"/>
                </a:moveTo>
                <a:lnTo>
                  <a:pt x="1541933" y="62585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226" name="9ujf_9_build_ExperimentalDensity">
            <a:extLst>
              <a:ext uri="{FF2B5EF4-FFF2-40B4-BE49-F238E27FC236}">
                <a16:creationId xmlns:a16="http://schemas.microsoft.com/office/drawing/2014/main" id="{0E14AD7D-F08F-4D80-B033-D2C266B5D63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0232" y="753253"/>
                </a:moveTo>
                <a:lnTo>
                  <a:pt x="601170" y="797552"/>
                </a:lnTo>
                <a:moveTo>
                  <a:pt x="643463" y="783800"/>
                </a:moveTo>
                <a:lnTo>
                  <a:pt x="620232" y="753253"/>
                </a:lnTo>
                <a:moveTo>
                  <a:pt x="643463" y="783800"/>
                </a:moveTo>
                <a:lnTo>
                  <a:pt x="601170" y="797552"/>
                </a:lnTo>
                <a:moveTo>
                  <a:pt x="601170" y="797552"/>
                </a:moveTo>
                <a:lnTo>
                  <a:pt x="524594" y="833502"/>
                </a:lnTo>
                <a:moveTo>
                  <a:pt x="643463" y="783800"/>
                </a:moveTo>
                <a:lnTo>
                  <a:pt x="524594" y="833502"/>
                </a:lnTo>
                <a:moveTo>
                  <a:pt x="643463" y="783800"/>
                </a:moveTo>
                <a:lnTo>
                  <a:pt x="677311" y="871933"/>
                </a:lnTo>
                <a:moveTo>
                  <a:pt x="524594" y="833502"/>
                </a:moveTo>
                <a:lnTo>
                  <a:pt x="514324" y="929145"/>
                </a:lnTo>
                <a:moveTo>
                  <a:pt x="671159" y="808245"/>
                </a:moveTo>
                <a:lnTo>
                  <a:pt x="643463" y="783800"/>
                </a:lnTo>
                <a:moveTo>
                  <a:pt x="677311" y="871933"/>
                </a:moveTo>
                <a:lnTo>
                  <a:pt x="670570" y="940075"/>
                </a:lnTo>
                <a:moveTo>
                  <a:pt x="524594" y="833502"/>
                </a:moveTo>
                <a:lnTo>
                  <a:pt x="400679" y="808809"/>
                </a:lnTo>
                <a:moveTo>
                  <a:pt x="400679" y="808809"/>
                </a:moveTo>
                <a:lnTo>
                  <a:pt x="514324" y="929145"/>
                </a:lnTo>
                <a:moveTo>
                  <a:pt x="514324" y="929145"/>
                </a:moveTo>
                <a:lnTo>
                  <a:pt x="387946" y="922989"/>
                </a:lnTo>
                <a:moveTo>
                  <a:pt x="573679" y="737813"/>
                </a:moveTo>
                <a:lnTo>
                  <a:pt x="524594" y="833502"/>
                </a:lnTo>
                <a:moveTo>
                  <a:pt x="671159" y="808245"/>
                </a:moveTo>
                <a:lnTo>
                  <a:pt x="524594" y="833502"/>
                </a:lnTo>
                <a:moveTo>
                  <a:pt x="400679" y="808809"/>
                </a:moveTo>
                <a:lnTo>
                  <a:pt x="387946" y="922989"/>
                </a:lnTo>
                <a:moveTo>
                  <a:pt x="444200" y="692467"/>
                </a:moveTo>
                <a:lnTo>
                  <a:pt x="524594" y="833502"/>
                </a:lnTo>
                <a:moveTo>
                  <a:pt x="677311" y="871933"/>
                </a:moveTo>
                <a:lnTo>
                  <a:pt x="553732" y="941646"/>
                </a:lnTo>
                <a:moveTo>
                  <a:pt x="671159" y="808245"/>
                </a:moveTo>
                <a:lnTo>
                  <a:pt x="677311" y="871933"/>
                </a:lnTo>
                <a:moveTo>
                  <a:pt x="670570" y="940075"/>
                </a:moveTo>
                <a:lnTo>
                  <a:pt x="553732" y="941646"/>
                </a:lnTo>
                <a:moveTo>
                  <a:pt x="2064792" y="808458"/>
                </a:moveTo>
                <a:lnTo>
                  <a:pt x="2020341" y="921348"/>
                </a:lnTo>
                <a:moveTo>
                  <a:pt x="444200" y="692467"/>
                </a:moveTo>
                <a:lnTo>
                  <a:pt x="400679" y="808809"/>
                </a:lnTo>
                <a:moveTo>
                  <a:pt x="2095671" y="294299"/>
                </a:moveTo>
                <a:lnTo>
                  <a:pt x="1993398" y="246420"/>
                </a:lnTo>
                <a:moveTo>
                  <a:pt x="2020341" y="921348"/>
                </a:moveTo>
                <a:lnTo>
                  <a:pt x="1907039" y="936037"/>
                </a:lnTo>
                <a:moveTo>
                  <a:pt x="879287" y="723780"/>
                </a:moveTo>
                <a:lnTo>
                  <a:pt x="754916" y="627172"/>
                </a:lnTo>
                <a:moveTo>
                  <a:pt x="2005206" y="188925"/>
                </a:moveTo>
                <a:lnTo>
                  <a:pt x="2095671" y="294299"/>
                </a:lnTo>
                <a:moveTo>
                  <a:pt x="573679" y="737813"/>
                </a:moveTo>
                <a:lnTo>
                  <a:pt x="671159" y="808245"/>
                </a:lnTo>
                <a:moveTo>
                  <a:pt x="400679" y="808809"/>
                </a:moveTo>
                <a:lnTo>
                  <a:pt x="355355" y="863965"/>
                </a:lnTo>
                <a:moveTo>
                  <a:pt x="355355" y="863965"/>
                </a:moveTo>
                <a:lnTo>
                  <a:pt x="387946" y="922989"/>
                </a:lnTo>
                <a:moveTo>
                  <a:pt x="1889619" y="293770"/>
                </a:moveTo>
                <a:lnTo>
                  <a:pt x="1816080" y="328436"/>
                </a:lnTo>
                <a:moveTo>
                  <a:pt x="2149680" y="289923"/>
                </a:moveTo>
                <a:lnTo>
                  <a:pt x="2095671" y="294299"/>
                </a:lnTo>
                <a:moveTo>
                  <a:pt x="573679" y="737813"/>
                </a:moveTo>
                <a:lnTo>
                  <a:pt x="444200" y="692467"/>
                </a:lnTo>
                <a:moveTo>
                  <a:pt x="2069134" y="795450"/>
                </a:moveTo>
                <a:lnTo>
                  <a:pt x="2066691" y="784628"/>
                </a:lnTo>
                <a:moveTo>
                  <a:pt x="2069134" y="795450"/>
                </a:moveTo>
                <a:lnTo>
                  <a:pt x="2064792" y="808458"/>
                </a:lnTo>
                <a:moveTo>
                  <a:pt x="1837017" y="277771"/>
                </a:moveTo>
                <a:lnTo>
                  <a:pt x="1816080" y="328436"/>
                </a:lnTo>
                <a:moveTo>
                  <a:pt x="672900" y="905192"/>
                </a:moveTo>
                <a:lnTo>
                  <a:pt x="677311" y="871933"/>
                </a:lnTo>
                <a:moveTo>
                  <a:pt x="2066691" y="784628"/>
                </a:moveTo>
                <a:lnTo>
                  <a:pt x="2064792" y="808458"/>
                </a:lnTo>
                <a:moveTo>
                  <a:pt x="1889619" y="293770"/>
                </a:moveTo>
                <a:lnTo>
                  <a:pt x="1837017" y="277771"/>
                </a:lnTo>
                <a:moveTo>
                  <a:pt x="1356534" y="608765"/>
                </a:moveTo>
                <a:lnTo>
                  <a:pt x="1348119" y="610444"/>
                </a:lnTo>
                <a:moveTo>
                  <a:pt x="1348920" y="605445"/>
                </a:moveTo>
                <a:lnTo>
                  <a:pt x="1356534" y="608765"/>
                </a:lnTo>
                <a:moveTo>
                  <a:pt x="1348920" y="605445"/>
                </a:moveTo>
                <a:lnTo>
                  <a:pt x="1348119" y="610444"/>
                </a:lnTo>
                <a:moveTo>
                  <a:pt x="1345055" y="607349"/>
                </a:moveTo>
                <a:lnTo>
                  <a:pt x="1348119" y="610444"/>
                </a:lnTo>
                <a:moveTo>
                  <a:pt x="1348920" y="605445"/>
                </a:moveTo>
                <a:lnTo>
                  <a:pt x="1345055" y="607349"/>
                </a:lnTo>
                <a:moveTo>
                  <a:pt x="791720" y="537041"/>
                </a:moveTo>
                <a:lnTo>
                  <a:pt x="754916" y="627172"/>
                </a:lnTo>
                <a:moveTo>
                  <a:pt x="1356534" y="608765"/>
                </a:moveTo>
                <a:lnTo>
                  <a:pt x="1352178" y="617537"/>
                </a:lnTo>
                <a:moveTo>
                  <a:pt x="1352178" y="617537"/>
                </a:moveTo>
                <a:lnTo>
                  <a:pt x="1348119" y="610444"/>
                </a:lnTo>
                <a:moveTo>
                  <a:pt x="1889619" y="293770"/>
                </a:moveTo>
                <a:lnTo>
                  <a:pt x="1847148" y="274660"/>
                </a:lnTo>
                <a:moveTo>
                  <a:pt x="444200" y="692467"/>
                </a:moveTo>
                <a:lnTo>
                  <a:pt x="355355" y="863965"/>
                </a:lnTo>
                <a:moveTo>
                  <a:pt x="1352178" y="617537"/>
                </a:moveTo>
                <a:lnTo>
                  <a:pt x="1345055" y="607349"/>
                </a:lnTo>
                <a:moveTo>
                  <a:pt x="1955506" y="838056"/>
                </a:moveTo>
                <a:lnTo>
                  <a:pt x="2020341" y="921348"/>
                </a:lnTo>
                <a:moveTo>
                  <a:pt x="1816080" y="328436"/>
                </a:moveTo>
                <a:lnTo>
                  <a:pt x="1836905" y="439113"/>
                </a:lnTo>
                <a:moveTo>
                  <a:pt x="425032" y="969291"/>
                </a:moveTo>
                <a:lnTo>
                  <a:pt x="387946" y="922989"/>
                </a:lnTo>
                <a:moveTo>
                  <a:pt x="1847148" y="274660"/>
                </a:moveTo>
                <a:lnTo>
                  <a:pt x="1837017" y="277771"/>
                </a:lnTo>
                <a:moveTo>
                  <a:pt x="1816080" y="328436"/>
                </a:moveTo>
                <a:lnTo>
                  <a:pt x="1713947" y="280315"/>
                </a:lnTo>
                <a:moveTo>
                  <a:pt x="924497" y="613709"/>
                </a:moveTo>
                <a:lnTo>
                  <a:pt x="879287" y="723780"/>
                </a:lnTo>
                <a:moveTo>
                  <a:pt x="791720" y="537041"/>
                </a:moveTo>
                <a:lnTo>
                  <a:pt x="879287" y="723780"/>
                </a:lnTo>
                <a:moveTo>
                  <a:pt x="2005206" y="188925"/>
                </a:moveTo>
                <a:lnTo>
                  <a:pt x="1993398" y="246420"/>
                </a:lnTo>
                <a:moveTo>
                  <a:pt x="1889619" y="293770"/>
                </a:moveTo>
                <a:lnTo>
                  <a:pt x="1836905" y="439113"/>
                </a:lnTo>
                <a:moveTo>
                  <a:pt x="722159" y="719864"/>
                </a:moveTo>
                <a:lnTo>
                  <a:pt x="573679" y="737813"/>
                </a:lnTo>
                <a:moveTo>
                  <a:pt x="1717844" y="270674"/>
                </a:moveTo>
                <a:lnTo>
                  <a:pt x="1816080" y="328436"/>
                </a:lnTo>
                <a:moveTo>
                  <a:pt x="553732" y="941646"/>
                </a:moveTo>
                <a:lnTo>
                  <a:pt x="476573" y="975648"/>
                </a:lnTo>
                <a:moveTo>
                  <a:pt x="1889619" y="293770"/>
                </a:moveTo>
                <a:lnTo>
                  <a:pt x="1965849" y="399904"/>
                </a:lnTo>
                <a:moveTo>
                  <a:pt x="553732" y="941646"/>
                </a:moveTo>
                <a:lnTo>
                  <a:pt x="592047" y="941334"/>
                </a:lnTo>
                <a:moveTo>
                  <a:pt x="630627" y="671308"/>
                </a:moveTo>
                <a:lnTo>
                  <a:pt x="573679" y="737813"/>
                </a:lnTo>
                <a:moveTo>
                  <a:pt x="1501366" y="531957"/>
                </a:moveTo>
                <a:lnTo>
                  <a:pt x="1356534" y="608765"/>
                </a:lnTo>
                <a:moveTo>
                  <a:pt x="1501366" y="531957"/>
                </a:moveTo>
                <a:lnTo>
                  <a:pt x="1348920" y="605445"/>
                </a:lnTo>
                <a:moveTo>
                  <a:pt x="2149680" y="289923"/>
                </a:moveTo>
                <a:lnTo>
                  <a:pt x="1993398" y="246420"/>
                </a:lnTo>
                <a:moveTo>
                  <a:pt x="722159" y="719864"/>
                </a:moveTo>
                <a:lnTo>
                  <a:pt x="671159" y="808245"/>
                </a:lnTo>
                <a:moveTo>
                  <a:pt x="1388635" y="474978"/>
                </a:moveTo>
                <a:lnTo>
                  <a:pt x="1348920" y="605445"/>
                </a:lnTo>
                <a:moveTo>
                  <a:pt x="672900" y="905192"/>
                </a:moveTo>
                <a:lnTo>
                  <a:pt x="553732" y="941646"/>
                </a:lnTo>
                <a:moveTo>
                  <a:pt x="671159" y="808245"/>
                </a:moveTo>
                <a:lnTo>
                  <a:pt x="672900" y="905192"/>
                </a:lnTo>
                <a:moveTo>
                  <a:pt x="1997053" y="212349"/>
                </a:moveTo>
                <a:lnTo>
                  <a:pt x="1993398" y="246420"/>
                </a:lnTo>
                <a:moveTo>
                  <a:pt x="1531484" y="569949"/>
                </a:moveTo>
                <a:lnTo>
                  <a:pt x="1356534" y="608765"/>
                </a:lnTo>
                <a:moveTo>
                  <a:pt x="2016086" y="229305"/>
                </a:moveTo>
                <a:lnTo>
                  <a:pt x="1993398" y="246420"/>
                </a:lnTo>
                <a:moveTo>
                  <a:pt x="1837017" y="277771"/>
                </a:moveTo>
                <a:lnTo>
                  <a:pt x="1717844" y="270674"/>
                </a:lnTo>
                <a:moveTo>
                  <a:pt x="501314" y="626578"/>
                </a:moveTo>
                <a:lnTo>
                  <a:pt x="573679" y="737813"/>
                </a:lnTo>
                <a:moveTo>
                  <a:pt x="2005206" y="188925"/>
                </a:moveTo>
                <a:lnTo>
                  <a:pt x="1997053" y="212349"/>
                </a:lnTo>
                <a:moveTo>
                  <a:pt x="1837017" y="277771"/>
                </a:moveTo>
                <a:lnTo>
                  <a:pt x="1720570" y="268850"/>
                </a:lnTo>
                <a:moveTo>
                  <a:pt x="2017975" y="203878"/>
                </a:moveTo>
                <a:lnTo>
                  <a:pt x="2005206" y="188925"/>
                </a:lnTo>
                <a:moveTo>
                  <a:pt x="2066691" y="784628"/>
                </a:moveTo>
                <a:lnTo>
                  <a:pt x="1955506" y="838056"/>
                </a:lnTo>
                <a:moveTo>
                  <a:pt x="2064792" y="808458"/>
                </a:moveTo>
                <a:lnTo>
                  <a:pt x="1955506" y="838056"/>
                </a:lnTo>
                <a:moveTo>
                  <a:pt x="2066691" y="784628"/>
                </a:moveTo>
                <a:lnTo>
                  <a:pt x="1974074" y="720034"/>
                </a:lnTo>
                <a:moveTo>
                  <a:pt x="1816080" y="328436"/>
                </a:moveTo>
                <a:lnTo>
                  <a:pt x="1726650" y="405048"/>
                </a:lnTo>
                <a:moveTo>
                  <a:pt x="1388635" y="474978"/>
                </a:moveTo>
                <a:lnTo>
                  <a:pt x="1501366" y="531957"/>
                </a:lnTo>
                <a:moveTo>
                  <a:pt x="2149680" y="289923"/>
                </a:moveTo>
                <a:lnTo>
                  <a:pt x="2016086" y="229305"/>
                </a:lnTo>
                <a:moveTo>
                  <a:pt x="1847148" y="274660"/>
                </a:moveTo>
                <a:lnTo>
                  <a:pt x="1720570" y="268850"/>
                </a:lnTo>
                <a:moveTo>
                  <a:pt x="1955506" y="838056"/>
                </a:moveTo>
                <a:lnTo>
                  <a:pt x="1907039" y="936037"/>
                </a:lnTo>
                <a:moveTo>
                  <a:pt x="1965849" y="399904"/>
                </a:moveTo>
                <a:lnTo>
                  <a:pt x="1836905" y="439113"/>
                </a:lnTo>
                <a:moveTo>
                  <a:pt x="1356534" y="608765"/>
                </a:moveTo>
                <a:lnTo>
                  <a:pt x="1382832" y="697080"/>
                </a:lnTo>
                <a:moveTo>
                  <a:pt x="355355" y="863965"/>
                </a:moveTo>
                <a:lnTo>
                  <a:pt x="425032" y="969291"/>
                </a:lnTo>
                <a:moveTo>
                  <a:pt x="924497" y="613709"/>
                </a:moveTo>
                <a:lnTo>
                  <a:pt x="791720" y="537041"/>
                </a:lnTo>
                <a:moveTo>
                  <a:pt x="501314" y="626578"/>
                </a:moveTo>
                <a:lnTo>
                  <a:pt x="444200" y="692467"/>
                </a:lnTo>
                <a:moveTo>
                  <a:pt x="2017975" y="203878"/>
                </a:moveTo>
                <a:lnTo>
                  <a:pt x="1997053" y="212349"/>
                </a:lnTo>
                <a:moveTo>
                  <a:pt x="2016086" y="229305"/>
                </a:moveTo>
                <a:lnTo>
                  <a:pt x="1997053" y="212349"/>
                </a:lnTo>
                <a:moveTo>
                  <a:pt x="1531484" y="569949"/>
                </a:moveTo>
                <a:lnTo>
                  <a:pt x="1501366" y="531957"/>
                </a:lnTo>
                <a:moveTo>
                  <a:pt x="1382832" y="697080"/>
                </a:moveTo>
                <a:lnTo>
                  <a:pt x="1352178" y="617537"/>
                </a:lnTo>
                <a:moveTo>
                  <a:pt x="2017975" y="203878"/>
                </a:moveTo>
                <a:lnTo>
                  <a:pt x="2016086" y="229305"/>
                </a:lnTo>
                <a:moveTo>
                  <a:pt x="444200" y="692467"/>
                </a:moveTo>
                <a:lnTo>
                  <a:pt x="367661" y="770812"/>
                </a:lnTo>
                <a:moveTo>
                  <a:pt x="592047" y="941334"/>
                </a:moveTo>
                <a:lnTo>
                  <a:pt x="476573" y="975648"/>
                </a:lnTo>
                <a:moveTo>
                  <a:pt x="1717844" y="270674"/>
                </a:moveTo>
                <a:lnTo>
                  <a:pt x="1713947" y="280315"/>
                </a:lnTo>
                <a:moveTo>
                  <a:pt x="2223620" y="962731"/>
                </a:moveTo>
                <a:lnTo>
                  <a:pt x="2220250" y="1037180"/>
                </a:lnTo>
                <a:moveTo>
                  <a:pt x="1301861" y="507350"/>
                </a:moveTo>
                <a:lnTo>
                  <a:pt x="1348920" y="605445"/>
                </a:lnTo>
                <a:moveTo>
                  <a:pt x="1720570" y="268850"/>
                </a:moveTo>
                <a:lnTo>
                  <a:pt x="1717844" y="270674"/>
                </a:lnTo>
                <a:moveTo>
                  <a:pt x="367661" y="770812"/>
                </a:moveTo>
                <a:lnTo>
                  <a:pt x="355355" y="863965"/>
                </a:lnTo>
                <a:moveTo>
                  <a:pt x="1301861" y="507350"/>
                </a:moveTo>
                <a:lnTo>
                  <a:pt x="1345055" y="607349"/>
                </a:lnTo>
                <a:moveTo>
                  <a:pt x="672900" y="905192"/>
                </a:moveTo>
                <a:lnTo>
                  <a:pt x="592047" y="941334"/>
                </a:lnTo>
                <a:moveTo>
                  <a:pt x="630627" y="671308"/>
                </a:moveTo>
                <a:lnTo>
                  <a:pt x="722159" y="719864"/>
                </a:lnTo>
                <a:moveTo>
                  <a:pt x="1560655" y="467466"/>
                </a:moveTo>
                <a:lnTo>
                  <a:pt x="1501366" y="531957"/>
                </a:lnTo>
                <a:moveTo>
                  <a:pt x="722159" y="719864"/>
                </a:moveTo>
                <a:lnTo>
                  <a:pt x="672900" y="905192"/>
                </a:lnTo>
                <a:moveTo>
                  <a:pt x="1889619" y="293770"/>
                </a:moveTo>
                <a:lnTo>
                  <a:pt x="1903958" y="323048"/>
                </a:lnTo>
                <a:moveTo>
                  <a:pt x="1531484" y="569949"/>
                </a:moveTo>
                <a:lnTo>
                  <a:pt x="1529432" y="668234"/>
                </a:lnTo>
                <a:moveTo>
                  <a:pt x="1560655" y="467466"/>
                </a:moveTo>
                <a:lnTo>
                  <a:pt x="1388635" y="474978"/>
                </a:lnTo>
                <a:moveTo>
                  <a:pt x="1926689" y="1008968"/>
                </a:moveTo>
                <a:lnTo>
                  <a:pt x="1919567" y="1107824"/>
                </a:lnTo>
                <a:moveTo>
                  <a:pt x="1955506" y="838056"/>
                </a:moveTo>
                <a:lnTo>
                  <a:pt x="1875329" y="771546"/>
                </a:lnTo>
                <a:moveTo>
                  <a:pt x="1926689" y="1008968"/>
                </a:moveTo>
                <a:lnTo>
                  <a:pt x="2021187" y="1077671"/>
                </a:lnTo>
                <a:moveTo>
                  <a:pt x="1259425" y="392337"/>
                </a:moveTo>
                <a:lnTo>
                  <a:pt x="1261050" y="436661"/>
                </a:lnTo>
                <a:moveTo>
                  <a:pt x="1531484" y="569949"/>
                </a:moveTo>
                <a:lnTo>
                  <a:pt x="1382832" y="697080"/>
                </a:lnTo>
                <a:moveTo>
                  <a:pt x="1974074" y="720034"/>
                </a:moveTo>
                <a:lnTo>
                  <a:pt x="1875329" y="771546"/>
                </a:lnTo>
                <a:moveTo>
                  <a:pt x="1570799" y="437997"/>
                </a:moveTo>
                <a:lnTo>
                  <a:pt x="1388635" y="474978"/>
                </a:lnTo>
                <a:moveTo>
                  <a:pt x="1836905" y="439113"/>
                </a:moveTo>
                <a:lnTo>
                  <a:pt x="1856982" y="551083"/>
                </a:lnTo>
                <a:moveTo>
                  <a:pt x="2021187" y="1077671"/>
                </a:moveTo>
                <a:lnTo>
                  <a:pt x="1919567" y="1107824"/>
                </a:lnTo>
                <a:moveTo>
                  <a:pt x="1836905" y="439113"/>
                </a:moveTo>
                <a:lnTo>
                  <a:pt x="1726650" y="405048"/>
                </a:lnTo>
                <a:moveTo>
                  <a:pt x="1531484" y="569949"/>
                </a:moveTo>
                <a:lnTo>
                  <a:pt x="1577582" y="638090"/>
                </a:lnTo>
                <a:moveTo>
                  <a:pt x="1965849" y="399904"/>
                </a:moveTo>
                <a:lnTo>
                  <a:pt x="1856982" y="551083"/>
                </a:lnTo>
                <a:moveTo>
                  <a:pt x="1501366" y="531957"/>
                </a:moveTo>
                <a:lnTo>
                  <a:pt x="1530906" y="484422"/>
                </a:lnTo>
                <a:moveTo>
                  <a:pt x="2223620" y="962731"/>
                </a:moveTo>
                <a:lnTo>
                  <a:pt x="2103801" y="953236"/>
                </a:lnTo>
                <a:moveTo>
                  <a:pt x="1713947" y="280315"/>
                </a:moveTo>
                <a:lnTo>
                  <a:pt x="1592551" y="265535"/>
                </a:lnTo>
                <a:moveTo>
                  <a:pt x="630627" y="671308"/>
                </a:moveTo>
                <a:lnTo>
                  <a:pt x="501314" y="626578"/>
                </a:lnTo>
                <a:moveTo>
                  <a:pt x="1595379" y="251360"/>
                </a:moveTo>
                <a:lnTo>
                  <a:pt x="1713947" y="280315"/>
                </a:lnTo>
                <a:moveTo>
                  <a:pt x="1965849" y="399904"/>
                </a:moveTo>
                <a:lnTo>
                  <a:pt x="2012375" y="502374"/>
                </a:lnTo>
                <a:moveTo>
                  <a:pt x="1713947" y="280315"/>
                </a:moveTo>
                <a:lnTo>
                  <a:pt x="1726650" y="405048"/>
                </a:lnTo>
                <a:moveTo>
                  <a:pt x="387606" y="639763"/>
                </a:moveTo>
                <a:lnTo>
                  <a:pt x="444200" y="692467"/>
                </a:lnTo>
                <a:moveTo>
                  <a:pt x="2016691" y="499545"/>
                </a:moveTo>
                <a:lnTo>
                  <a:pt x="1965849" y="399904"/>
                </a:lnTo>
                <a:moveTo>
                  <a:pt x="2252682" y="981042"/>
                </a:moveTo>
                <a:lnTo>
                  <a:pt x="2223620" y="962731"/>
                </a:lnTo>
                <a:moveTo>
                  <a:pt x="1717844" y="270674"/>
                </a:moveTo>
                <a:lnTo>
                  <a:pt x="1595379" y="251360"/>
                </a:lnTo>
                <a:moveTo>
                  <a:pt x="2206363" y="222433"/>
                </a:moveTo>
                <a:lnTo>
                  <a:pt x="2149680" y="289923"/>
                </a:lnTo>
                <a:moveTo>
                  <a:pt x="1974074" y="720034"/>
                </a:moveTo>
                <a:lnTo>
                  <a:pt x="1955506" y="838056"/>
                </a:lnTo>
                <a:moveTo>
                  <a:pt x="1529432" y="668234"/>
                </a:moveTo>
                <a:lnTo>
                  <a:pt x="1382832" y="697080"/>
                </a:lnTo>
                <a:moveTo>
                  <a:pt x="1847148" y="274660"/>
                </a:moveTo>
                <a:lnTo>
                  <a:pt x="1903958" y="323048"/>
                </a:lnTo>
                <a:moveTo>
                  <a:pt x="1388635" y="474978"/>
                </a:moveTo>
                <a:lnTo>
                  <a:pt x="1301861" y="507350"/>
                </a:lnTo>
                <a:moveTo>
                  <a:pt x="2103801" y="953236"/>
                </a:moveTo>
                <a:lnTo>
                  <a:pt x="2220250" y="1037180"/>
                </a:lnTo>
                <a:moveTo>
                  <a:pt x="624773" y="927444"/>
                </a:moveTo>
                <a:lnTo>
                  <a:pt x="476573" y="975648"/>
                </a:lnTo>
                <a:moveTo>
                  <a:pt x="2103801" y="953236"/>
                </a:moveTo>
                <a:lnTo>
                  <a:pt x="1926689" y="1008968"/>
                </a:lnTo>
                <a:moveTo>
                  <a:pt x="2220250" y="1037180"/>
                </a:moveTo>
                <a:lnTo>
                  <a:pt x="2095196" y="1028732"/>
                </a:lnTo>
                <a:moveTo>
                  <a:pt x="2095196" y="1028732"/>
                </a:moveTo>
                <a:lnTo>
                  <a:pt x="1926689" y="1008968"/>
                </a:lnTo>
                <a:moveTo>
                  <a:pt x="1535724" y="441524"/>
                </a:moveTo>
                <a:lnTo>
                  <a:pt x="1388635" y="474978"/>
                </a:lnTo>
                <a:moveTo>
                  <a:pt x="624773" y="927444"/>
                </a:moveTo>
                <a:lnTo>
                  <a:pt x="592047" y="941334"/>
                </a:lnTo>
                <a:moveTo>
                  <a:pt x="1577582" y="638090"/>
                </a:moveTo>
                <a:lnTo>
                  <a:pt x="1529432" y="668234"/>
                </a:lnTo>
                <a:moveTo>
                  <a:pt x="1295571" y="286920"/>
                </a:moveTo>
                <a:lnTo>
                  <a:pt x="1259425" y="392337"/>
                </a:lnTo>
                <a:moveTo>
                  <a:pt x="1531484" y="569949"/>
                </a:moveTo>
                <a:lnTo>
                  <a:pt x="1530906" y="484422"/>
                </a:lnTo>
                <a:moveTo>
                  <a:pt x="1926689" y="1008968"/>
                </a:moveTo>
                <a:lnTo>
                  <a:pt x="1805132" y="993023"/>
                </a:lnTo>
                <a:moveTo>
                  <a:pt x="1847148" y="274660"/>
                </a:moveTo>
                <a:lnTo>
                  <a:pt x="1756729" y="352984"/>
                </a:lnTo>
                <a:moveTo>
                  <a:pt x="2206363" y="222433"/>
                </a:moveTo>
                <a:lnTo>
                  <a:pt x="2016086" y="229305"/>
                </a:lnTo>
                <a:moveTo>
                  <a:pt x="1717844" y="270674"/>
                </a:moveTo>
                <a:lnTo>
                  <a:pt x="1604345" y="245120"/>
                </a:lnTo>
                <a:moveTo>
                  <a:pt x="367661" y="770812"/>
                </a:moveTo>
                <a:lnTo>
                  <a:pt x="425032" y="969291"/>
                </a:lnTo>
                <a:moveTo>
                  <a:pt x="2095196" y="1028732"/>
                </a:moveTo>
                <a:lnTo>
                  <a:pt x="2021187" y="1077671"/>
                </a:lnTo>
                <a:moveTo>
                  <a:pt x="1720570" y="268850"/>
                </a:moveTo>
                <a:lnTo>
                  <a:pt x="1604345" y="245120"/>
                </a:lnTo>
                <a:moveTo>
                  <a:pt x="1805132" y="993023"/>
                </a:moveTo>
                <a:lnTo>
                  <a:pt x="1919567" y="1107824"/>
                </a:lnTo>
                <a:moveTo>
                  <a:pt x="722159" y="719864"/>
                </a:moveTo>
                <a:lnTo>
                  <a:pt x="784388" y="824271"/>
                </a:lnTo>
                <a:moveTo>
                  <a:pt x="672900" y="905192"/>
                </a:moveTo>
                <a:lnTo>
                  <a:pt x="624773" y="927444"/>
                </a:lnTo>
                <a:moveTo>
                  <a:pt x="1919567" y="1107824"/>
                </a:moveTo>
                <a:lnTo>
                  <a:pt x="1793322" y="1101439"/>
                </a:lnTo>
                <a:moveTo>
                  <a:pt x="1903958" y="323048"/>
                </a:moveTo>
                <a:lnTo>
                  <a:pt x="1965849" y="399904"/>
                </a:lnTo>
                <a:moveTo>
                  <a:pt x="1570799" y="437997"/>
                </a:moveTo>
                <a:lnTo>
                  <a:pt x="1560655" y="467466"/>
                </a:lnTo>
                <a:moveTo>
                  <a:pt x="1584811" y="447578"/>
                </a:moveTo>
                <a:lnTo>
                  <a:pt x="1560655" y="467466"/>
                </a:lnTo>
                <a:moveTo>
                  <a:pt x="784388" y="824271"/>
                </a:moveTo>
                <a:lnTo>
                  <a:pt x="672900" y="905192"/>
                </a:lnTo>
                <a:moveTo>
                  <a:pt x="1388635" y="474978"/>
                </a:moveTo>
                <a:lnTo>
                  <a:pt x="1445167" y="442460"/>
                </a:lnTo>
                <a:moveTo>
                  <a:pt x="1571478" y="595455"/>
                </a:moveTo>
                <a:lnTo>
                  <a:pt x="1531484" y="569949"/>
                </a:lnTo>
                <a:moveTo>
                  <a:pt x="1382832" y="697080"/>
                </a:moveTo>
                <a:lnTo>
                  <a:pt x="1388254" y="751427"/>
                </a:lnTo>
                <a:moveTo>
                  <a:pt x="1259425" y="392337"/>
                </a:moveTo>
                <a:lnTo>
                  <a:pt x="1143742" y="436487"/>
                </a:lnTo>
                <a:moveTo>
                  <a:pt x="1570799" y="437997"/>
                </a:moveTo>
                <a:lnTo>
                  <a:pt x="1584811" y="447578"/>
                </a:lnTo>
                <a:moveTo>
                  <a:pt x="2223620" y="962731"/>
                </a:moveTo>
                <a:lnTo>
                  <a:pt x="2126879" y="973891"/>
                </a:lnTo>
                <a:moveTo>
                  <a:pt x="1560655" y="467466"/>
                </a:moveTo>
                <a:lnTo>
                  <a:pt x="1530906" y="484422"/>
                </a:lnTo>
                <a:moveTo>
                  <a:pt x="1315399" y="605752"/>
                </a:moveTo>
                <a:lnTo>
                  <a:pt x="1345055" y="607349"/>
                </a:lnTo>
                <a:moveTo>
                  <a:pt x="1576271" y="458304"/>
                </a:moveTo>
                <a:lnTo>
                  <a:pt x="1560655" y="467466"/>
                </a:lnTo>
                <a:moveTo>
                  <a:pt x="1595379" y="251360"/>
                </a:moveTo>
                <a:lnTo>
                  <a:pt x="1592551" y="265535"/>
                </a:lnTo>
                <a:moveTo>
                  <a:pt x="1726650" y="405048"/>
                </a:moveTo>
                <a:lnTo>
                  <a:pt x="1592551" y="265535"/>
                </a:lnTo>
                <a:moveTo>
                  <a:pt x="2103801" y="953236"/>
                </a:moveTo>
                <a:lnTo>
                  <a:pt x="2095196" y="1028732"/>
                </a:lnTo>
                <a:moveTo>
                  <a:pt x="1315399" y="605752"/>
                </a:moveTo>
                <a:lnTo>
                  <a:pt x="1352178" y="617537"/>
                </a:lnTo>
                <a:moveTo>
                  <a:pt x="1560172" y="676419"/>
                </a:moveTo>
                <a:lnTo>
                  <a:pt x="1529432" y="668234"/>
                </a:lnTo>
                <a:moveTo>
                  <a:pt x="1589303" y="256729"/>
                </a:moveTo>
                <a:lnTo>
                  <a:pt x="1592551" y="265535"/>
                </a:lnTo>
                <a:moveTo>
                  <a:pt x="1261050" y="436661"/>
                </a:moveTo>
                <a:lnTo>
                  <a:pt x="1143742" y="436487"/>
                </a:lnTo>
                <a:moveTo>
                  <a:pt x="1720570" y="268850"/>
                </a:moveTo>
                <a:lnTo>
                  <a:pt x="1756729" y="352984"/>
                </a:lnTo>
                <a:moveTo>
                  <a:pt x="1595379" y="251360"/>
                </a:moveTo>
                <a:lnTo>
                  <a:pt x="1589303" y="256729"/>
                </a:lnTo>
                <a:moveTo>
                  <a:pt x="1920387" y="309327"/>
                </a:moveTo>
                <a:lnTo>
                  <a:pt x="1965849" y="399904"/>
                </a:lnTo>
                <a:moveTo>
                  <a:pt x="685041" y="595396"/>
                </a:moveTo>
                <a:lnTo>
                  <a:pt x="630627" y="671308"/>
                </a:lnTo>
                <a:moveTo>
                  <a:pt x="1584811" y="447578"/>
                </a:moveTo>
                <a:lnTo>
                  <a:pt x="1576271" y="458304"/>
                </a:lnTo>
                <a:moveTo>
                  <a:pt x="2012375" y="502374"/>
                </a:moveTo>
                <a:lnTo>
                  <a:pt x="1856982" y="551083"/>
                </a:lnTo>
                <a:moveTo>
                  <a:pt x="1983805" y="943084"/>
                </a:moveTo>
                <a:lnTo>
                  <a:pt x="1926689" y="1008968"/>
                </a:lnTo>
                <a:moveTo>
                  <a:pt x="723883" y="625405"/>
                </a:moveTo>
                <a:lnTo>
                  <a:pt x="722159" y="719864"/>
                </a:lnTo>
                <a:moveTo>
                  <a:pt x="1139471" y="199186"/>
                </a:moveTo>
                <a:lnTo>
                  <a:pt x="1110579" y="387026"/>
                </a:lnTo>
                <a:moveTo>
                  <a:pt x="1570799" y="437997"/>
                </a:moveTo>
                <a:lnTo>
                  <a:pt x="1535724" y="441524"/>
                </a:lnTo>
                <a:moveTo>
                  <a:pt x="723883" y="625405"/>
                </a:moveTo>
                <a:lnTo>
                  <a:pt x="630627" y="671308"/>
                </a:lnTo>
                <a:moveTo>
                  <a:pt x="1604345" y="245120"/>
                </a:moveTo>
                <a:lnTo>
                  <a:pt x="1595379" y="251360"/>
                </a:lnTo>
                <a:moveTo>
                  <a:pt x="1382832" y="697080"/>
                </a:moveTo>
                <a:lnTo>
                  <a:pt x="1443170" y="812915"/>
                </a:lnTo>
                <a:moveTo>
                  <a:pt x="1560172" y="676419"/>
                </a:moveTo>
                <a:lnTo>
                  <a:pt x="1382832" y="697080"/>
                </a:lnTo>
                <a:moveTo>
                  <a:pt x="1570799" y="437997"/>
                </a:moveTo>
                <a:lnTo>
                  <a:pt x="1584055" y="426964"/>
                </a:lnTo>
                <a:moveTo>
                  <a:pt x="1805132" y="993023"/>
                </a:moveTo>
                <a:lnTo>
                  <a:pt x="1793322" y="1101439"/>
                </a:lnTo>
                <a:moveTo>
                  <a:pt x="1584811" y="447578"/>
                </a:moveTo>
                <a:lnTo>
                  <a:pt x="1584055" y="426964"/>
                </a:lnTo>
                <a:moveTo>
                  <a:pt x="2016691" y="499545"/>
                </a:moveTo>
                <a:lnTo>
                  <a:pt x="2012375" y="502374"/>
                </a:lnTo>
                <a:moveTo>
                  <a:pt x="1164424" y="185148"/>
                </a:moveTo>
                <a:lnTo>
                  <a:pt x="1139471" y="199186"/>
                </a:lnTo>
                <a:moveTo>
                  <a:pt x="1603388" y="281086"/>
                </a:moveTo>
                <a:lnTo>
                  <a:pt x="1592551" y="265535"/>
                </a:lnTo>
                <a:moveTo>
                  <a:pt x="1577582" y="638090"/>
                </a:moveTo>
                <a:lnTo>
                  <a:pt x="1560172" y="676419"/>
                </a:lnTo>
                <a:moveTo>
                  <a:pt x="1604345" y="245120"/>
                </a:moveTo>
                <a:lnTo>
                  <a:pt x="1589303" y="256729"/>
                </a:lnTo>
                <a:moveTo>
                  <a:pt x="1919567" y="1107824"/>
                </a:moveTo>
                <a:lnTo>
                  <a:pt x="1954277" y="1194466"/>
                </a:lnTo>
                <a:moveTo>
                  <a:pt x="1576271" y="458304"/>
                </a:moveTo>
                <a:lnTo>
                  <a:pt x="1530906" y="484422"/>
                </a:lnTo>
                <a:moveTo>
                  <a:pt x="1322572" y="136313"/>
                </a:moveTo>
                <a:lnTo>
                  <a:pt x="1295571" y="286920"/>
                </a:lnTo>
                <a:moveTo>
                  <a:pt x="1836905" y="439113"/>
                </a:moveTo>
                <a:lnTo>
                  <a:pt x="1759954" y="494124"/>
                </a:lnTo>
                <a:moveTo>
                  <a:pt x="1603388" y="281086"/>
                </a:moveTo>
                <a:lnTo>
                  <a:pt x="1726650" y="405048"/>
                </a:lnTo>
                <a:moveTo>
                  <a:pt x="1571478" y="595455"/>
                </a:moveTo>
                <a:lnTo>
                  <a:pt x="1577582" y="638090"/>
                </a:lnTo>
                <a:moveTo>
                  <a:pt x="2021187" y="1077671"/>
                </a:moveTo>
                <a:lnTo>
                  <a:pt x="1954277" y="1194466"/>
                </a:lnTo>
                <a:moveTo>
                  <a:pt x="1535724" y="441524"/>
                </a:moveTo>
                <a:lnTo>
                  <a:pt x="1530906" y="484422"/>
                </a:lnTo>
                <a:moveTo>
                  <a:pt x="1603388" y="281086"/>
                </a:moveTo>
                <a:lnTo>
                  <a:pt x="1589303" y="256729"/>
                </a:lnTo>
                <a:moveTo>
                  <a:pt x="1576271" y="458304"/>
                </a:moveTo>
                <a:lnTo>
                  <a:pt x="1535724" y="441524"/>
                </a:lnTo>
                <a:moveTo>
                  <a:pt x="2021187" y="1077671"/>
                </a:moveTo>
                <a:lnTo>
                  <a:pt x="2014174" y="1173538"/>
                </a:lnTo>
                <a:moveTo>
                  <a:pt x="1584055" y="426964"/>
                </a:moveTo>
                <a:lnTo>
                  <a:pt x="1576271" y="458304"/>
                </a:lnTo>
                <a:moveTo>
                  <a:pt x="1388254" y="751427"/>
                </a:moveTo>
                <a:lnTo>
                  <a:pt x="1389244" y="832703"/>
                </a:lnTo>
                <a:moveTo>
                  <a:pt x="1322572" y="136313"/>
                </a:moveTo>
                <a:lnTo>
                  <a:pt x="1164424" y="185148"/>
                </a:lnTo>
                <a:moveTo>
                  <a:pt x="1182179" y="301186"/>
                </a:moveTo>
                <a:lnTo>
                  <a:pt x="1259425" y="392337"/>
                </a:lnTo>
                <a:moveTo>
                  <a:pt x="1584055" y="426964"/>
                </a:moveTo>
                <a:lnTo>
                  <a:pt x="1535724" y="441524"/>
                </a:lnTo>
                <a:moveTo>
                  <a:pt x="1604345" y="245120"/>
                </a:moveTo>
                <a:lnTo>
                  <a:pt x="1603388" y="281086"/>
                </a:lnTo>
                <a:moveTo>
                  <a:pt x="1443170" y="812915"/>
                </a:moveTo>
                <a:lnTo>
                  <a:pt x="1388254" y="751427"/>
                </a:lnTo>
                <a:moveTo>
                  <a:pt x="1143742" y="436487"/>
                </a:moveTo>
                <a:lnTo>
                  <a:pt x="1110579" y="387026"/>
                </a:lnTo>
                <a:moveTo>
                  <a:pt x="408117" y="872533"/>
                </a:moveTo>
                <a:lnTo>
                  <a:pt x="425032" y="969291"/>
                </a:lnTo>
                <a:moveTo>
                  <a:pt x="796272" y="812744"/>
                </a:moveTo>
                <a:lnTo>
                  <a:pt x="784388" y="824271"/>
                </a:lnTo>
                <a:moveTo>
                  <a:pt x="367661" y="770812"/>
                </a:moveTo>
                <a:lnTo>
                  <a:pt x="368075" y="732477"/>
                </a:lnTo>
                <a:moveTo>
                  <a:pt x="501314" y="626578"/>
                </a:moveTo>
                <a:lnTo>
                  <a:pt x="387606" y="639763"/>
                </a:lnTo>
                <a:moveTo>
                  <a:pt x="1805132" y="993023"/>
                </a:moveTo>
                <a:lnTo>
                  <a:pt x="1677913" y="956064"/>
                </a:lnTo>
                <a:moveTo>
                  <a:pt x="1571478" y="595455"/>
                </a:moveTo>
                <a:lnTo>
                  <a:pt x="1530906" y="484422"/>
                </a:lnTo>
                <a:moveTo>
                  <a:pt x="2126879" y="973891"/>
                </a:moveTo>
                <a:lnTo>
                  <a:pt x="2103801" y="953236"/>
                </a:lnTo>
                <a:moveTo>
                  <a:pt x="1858492" y="913197"/>
                </a:moveTo>
                <a:lnTo>
                  <a:pt x="1926689" y="1008968"/>
                </a:lnTo>
                <a:moveTo>
                  <a:pt x="1919567" y="1107824"/>
                </a:moveTo>
                <a:lnTo>
                  <a:pt x="1817342" y="1206585"/>
                </a:lnTo>
                <a:moveTo>
                  <a:pt x="1677913" y="956064"/>
                </a:moveTo>
                <a:lnTo>
                  <a:pt x="1793322" y="1101439"/>
                </a:lnTo>
                <a:moveTo>
                  <a:pt x="2050283" y="356220"/>
                </a:moveTo>
                <a:lnTo>
                  <a:pt x="2016691" y="499545"/>
                </a:lnTo>
                <a:moveTo>
                  <a:pt x="2103801" y="953236"/>
                </a:moveTo>
                <a:lnTo>
                  <a:pt x="1983805" y="943084"/>
                </a:lnTo>
                <a:moveTo>
                  <a:pt x="1445167" y="442460"/>
                </a:moveTo>
                <a:lnTo>
                  <a:pt x="1530906" y="484422"/>
                </a:lnTo>
                <a:moveTo>
                  <a:pt x="2252682" y="981042"/>
                </a:moveTo>
                <a:lnTo>
                  <a:pt x="2126879" y="973891"/>
                </a:lnTo>
                <a:moveTo>
                  <a:pt x="1445167" y="442460"/>
                </a:moveTo>
                <a:lnTo>
                  <a:pt x="1301861" y="507350"/>
                </a:lnTo>
                <a:moveTo>
                  <a:pt x="1443170" y="812915"/>
                </a:moveTo>
                <a:lnTo>
                  <a:pt x="1389244" y="832703"/>
                </a:lnTo>
                <a:moveTo>
                  <a:pt x="1535724" y="441524"/>
                </a:moveTo>
                <a:lnTo>
                  <a:pt x="1445167" y="442460"/>
                </a:lnTo>
                <a:moveTo>
                  <a:pt x="387606" y="639763"/>
                </a:moveTo>
                <a:lnTo>
                  <a:pt x="367661" y="770812"/>
                </a:lnTo>
                <a:moveTo>
                  <a:pt x="2095196" y="1028732"/>
                </a:moveTo>
                <a:lnTo>
                  <a:pt x="2014174" y="1173538"/>
                </a:lnTo>
                <a:moveTo>
                  <a:pt x="1672972" y="363781"/>
                </a:moveTo>
                <a:lnTo>
                  <a:pt x="1726650" y="405048"/>
                </a:lnTo>
                <a:moveTo>
                  <a:pt x="1756729" y="352984"/>
                </a:moveTo>
                <a:lnTo>
                  <a:pt x="1604345" y="245120"/>
                </a:lnTo>
                <a:moveTo>
                  <a:pt x="1560172" y="676419"/>
                </a:moveTo>
                <a:lnTo>
                  <a:pt x="1443170" y="812915"/>
                </a:lnTo>
                <a:moveTo>
                  <a:pt x="567153" y="593067"/>
                </a:moveTo>
                <a:lnTo>
                  <a:pt x="630627" y="671308"/>
                </a:lnTo>
                <a:moveTo>
                  <a:pt x="1571478" y="595455"/>
                </a:moveTo>
                <a:lnTo>
                  <a:pt x="1560172" y="676419"/>
                </a:lnTo>
                <a:moveTo>
                  <a:pt x="1388254" y="751427"/>
                </a:moveTo>
                <a:lnTo>
                  <a:pt x="1269581" y="746186"/>
                </a:lnTo>
                <a:moveTo>
                  <a:pt x="1793322" y="1101439"/>
                </a:moveTo>
                <a:lnTo>
                  <a:pt x="1672696" y="1085326"/>
                </a:lnTo>
                <a:moveTo>
                  <a:pt x="1756729" y="352984"/>
                </a:moveTo>
                <a:lnTo>
                  <a:pt x="1603388" y="281086"/>
                </a:lnTo>
                <a:moveTo>
                  <a:pt x="723883" y="625405"/>
                </a:moveTo>
                <a:lnTo>
                  <a:pt x="784388" y="824271"/>
                </a:lnTo>
                <a:moveTo>
                  <a:pt x="2121977" y="421221"/>
                </a:moveTo>
                <a:lnTo>
                  <a:pt x="2016691" y="499545"/>
                </a:lnTo>
                <a:moveTo>
                  <a:pt x="2220794" y="224444"/>
                </a:moveTo>
                <a:lnTo>
                  <a:pt x="2206363" y="222433"/>
                </a:lnTo>
                <a:moveTo>
                  <a:pt x="367661" y="770812"/>
                </a:moveTo>
                <a:lnTo>
                  <a:pt x="408117" y="872533"/>
                </a:lnTo>
                <a:moveTo>
                  <a:pt x="1456406" y="448641"/>
                </a:moveTo>
                <a:lnTo>
                  <a:pt x="1530906" y="484422"/>
                </a:lnTo>
                <a:moveTo>
                  <a:pt x="1920387" y="309327"/>
                </a:moveTo>
                <a:lnTo>
                  <a:pt x="2016691" y="499545"/>
                </a:lnTo>
                <a:moveTo>
                  <a:pt x="1287150" y="410865"/>
                </a:moveTo>
                <a:lnTo>
                  <a:pt x="1259425" y="392337"/>
                </a:lnTo>
                <a:moveTo>
                  <a:pt x="1315399" y="605752"/>
                </a:moveTo>
                <a:lnTo>
                  <a:pt x="1382832" y="697080"/>
                </a:lnTo>
                <a:moveTo>
                  <a:pt x="1295571" y="286920"/>
                </a:moveTo>
                <a:lnTo>
                  <a:pt x="1182179" y="301186"/>
                </a:lnTo>
                <a:moveTo>
                  <a:pt x="723883" y="625405"/>
                </a:moveTo>
                <a:lnTo>
                  <a:pt x="796272" y="812744"/>
                </a:lnTo>
                <a:moveTo>
                  <a:pt x="1139471" y="199186"/>
                </a:moveTo>
                <a:lnTo>
                  <a:pt x="1182114" y="301178"/>
                </a:lnTo>
                <a:moveTo>
                  <a:pt x="1182171" y="301151"/>
                </a:moveTo>
                <a:lnTo>
                  <a:pt x="1139471" y="199186"/>
                </a:lnTo>
                <a:moveTo>
                  <a:pt x="1182114" y="301178"/>
                </a:moveTo>
                <a:lnTo>
                  <a:pt x="1110579" y="387026"/>
                </a:lnTo>
                <a:moveTo>
                  <a:pt x="1603388" y="281086"/>
                </a:moveTo>
                <a:lnTo>
                  <a:pt x="1672972" y="363781"/>
                </a:lnTo>
                <a:moveTo>
                  <a:pt x="1903958" y="323048"/>
                </a:moveTo>
                <a:lnTo>
                  <a:pt x="1756729" y="352984"/>
                </a:lnTo>
                <a:moveTo>
                  <a:pt x="1544514" y="896168"/>
                </a:moveTo>
                <a:lnTo>
                  <a:pt x="1443170" y="812915"/>
                </a:lnTo>
                <a:moveTo>
                  <a:pt x="688252" y="885176"/>
                </a:moveTo>
                <a:lnTo>
                  <a:pt x="672900" y="905192"/>
                </a:lnTo>
                <a:moveTo>
                  <a:pt x="1164424" y="185148"/>
                </a:moveTo>
                <a:lnTo>
                  <a:pt x="1182171" y="301151"/>
                </a:lnTo>
                <a:moveTo>
                  <a:pt x="1856982" y="551083"/>
                </a:moveTo>
                <a:lnTo>
                  <a:pt x="1759954" y="494124"/>
                </a:lnTo>
                <a:moveTo>
                  <a:pt x="1269581" y="746186"/>
                </a:moveTo>
                <a:lnTo>
                  <a:pt x="1389244" y="832703"/>
                </a:lnTo>
                <a:moveTo>
                  <a:pt x="1726650" y="405048"/>
                </a:moveTo>
                <a:lnTo>
                  <a:pt x="1759954" y="494124"/>
                </a:lnTo>
                <a:moveTo>
                  <a:pt x="1793322" y="1101439"/>
                </a:moveTo>
                <a:lnTo>
                  <a:pt x="1817342" y="1206585"/>
                </a:lnTo>
                <a:moveTo>
                  <a:pt x="1856982" y="551083"/>
                </a:moveTo>
                <a:lnTo>
                  <a:pt x="1891948" y="637281"/>
                </a:lnTo>
                <a:moveTo>
                  <a:pt x="1309742" y="617378"/>
                </a:moveTo>
                <a:lnTo>
                  <a:pt x="1382832" y="697080"/>
                </a:lnTo>
                <a:moveTo>
                  <a:pt x="567153" y="593067"/>
                </a:moveTo>
                <a:lnTo>
                  <a:pt x="501314" y="626578"/>
                </a:lnTo>
                <a:moveTo>
                  <a:pt x="831121" y="702356"/>
                </a:moveTo>
                <a:lnTo>
                  <a:pt x="796272" y="812744"/>
                </a:lnTo>
                <a:moveTo>
                  <a:pt x="2172057" y="1098340"/>
                </a:moveTo>
                <a:lnTo>
                  <a:pt x="2095196" y="1028732"/>
                </a:lnTo>
                <a:moveTo>
                  <a:pt x="1322572" y="136313"/>
                </a:moveTo>
                <a:lnTo>
                  <a:pt x="1182179" y="301186"/>
                </a:lnTo>
                <a:moveTo>
                  <a:pt x="1322572" y="136313"/>
                </a:moveTo>
                <a:lnTo>
                  <a:pt x="1182171" y="301151"/>
                </a:lnTo>
                <a:moveTo>
                  <a:pt x="1389244" y="832703"/>
                </a:moveTo>
                <a:lnTo>
                  <a:pt x="1262262" y="827593"/>
                </a:lnTo>
                <a:moveTo>
                  <a:pt x="1677913" y="956064"/>
                </a:moveTo>
                <a:lnTo>
                  <a:pt x="1598016" y="928745"/>
                </a:lnTo>
                <a:moveTo>
                  <a:pt x="2137888" y="1079744"/>
                </a:moveTo>
                <a:lnTo>
                  <a:pt x="2095196" y="1028732"/>
                </a:lnTo>
                <a:moveTo>
                  <a:pt x="1858492" y="913197"/>
                </a:moveTo>
                <a:lnTo>
                  <a:pt x="1805132" y="993023"/>
                </a:lnTo>
                <a:moveTo>
                  <a:pt x="2012375" y="502374"/>
                </a:moveTo>
                <a:lnTo>
                  <a:pt x="1891948" y="637281"/>
                </a:lnTo>
                <a:moveTo>
                  <a:pt x="1677913" y="956064"/>
                </a:moveTo>
                <a:lnTo>
                  <a:pt x="1672696" y="1085326"/>
                </a:lnTo>
                <a:moveTo>
                  <a:pt x="387606" y="639763"/>
                </a:moveTo>
                <a:lnTo>
                  <a:pt x="368075" y="732477"/>
                </a:lnTo>
                <a:moveTo>
                  <a:pt x="2103801" y="953236"/>
                </a:moveTo>
                <a:lnTo>
                  <a:pt x="2007873" y="954974"/>
                </a:lnTo>
                <a:moveTo>
                  <a:pt x="685041" y="595396"/>
                </a:moveTo>
                <a:lnTo>
                  <a:pt x="723883" y="625405"/>
                </a:lnTo>
                <a:moveTo>
                  <a:pt x="2012375" y="502374"/>
                </a:moveTo>
                <a:lnTo>
                  <a:pt x="2015873" y="599538"/>
                </a:lnTo>
                <a:moveTo>
                  <a:pt x="2050283" y="356220"/>
                </a:moveTo>
                <a:lnTo>
                  <a:pt x="2121977" y="421221"/>
                </a:lnTo>
                <a:moveTo>
                  <a:pt x="1920387" y="309327"/>
                </a:moveTo>
                <a:lnTo>
                  <a:pt x="1903958" y="323048"/>
                </a:lnTo>
                <a:moveTo>
                  <a:pt x="873964" y="740648"/>
                </a:moveTo>
                <a:lnTo>
                  <a:pt x="796272" y="812744"/>
                </a:lnTo>
                <a:moveTo>
                  <a:pt x="1544514" y="896168"/>
                </a:moveTo>
                <a:lnTo>
                  <a:pt x="1536471" y="949494"/>
                </a:lnTo>
                <a:moveTo>
                  <a:pt x="2050283" y="356220"/>
                </a:moveTo>
                <a:lnTo>
                  <a:pt x="1920387" y="309327"/>
                </a:lnTo>
                <a:moveTo>
                  <a:pt x="1456406" y="448641"/>
                </a:moveTo>
                <a:lnTo>
                  <a:pt x="1445167" y="442460"/>
                </a:lnTo>
                <a:moveTo>
                  <a:pt x="1756729" y="352984"/>
                </a:moveTo>
                <a:lnTo>
                  <a:pt x="1672972" y="363781"/>
                </a:lnTo>
                <a:moveTo>
                  <a:pt x="1598016" y="928745"/>
                </a:moveTo>
                <a:lnTo>
                  <a:pt x="1536471" y="949494"/>
                </a:lnTo>
                <a:moveTo>
                  <a:pt x="1550981" y="540137"/>
                </a:moveTo>
                <a:lnTo>
                  <a:pt x="1530906" y="484422"/>
                </a:lnTo>
                <a:moveTo>
                  <a:pt x="1544514" y="896168"/>
                </a:moveTo>
                <a:lnTo>
                  <a:pt x="1598016" y="928745"/>
                </a:lnTo>
                <a:moveTo>
                  <a:pt x="1301861" y="507350"/>
                </a:moveTo>
                <a:lnTo>
                  <a:pt x="1315399" y="605752"/>
                </a:lnTo>
                <a:moveTo>
                  <a:pt x="1672696" y="1085326"/>
                </a:moveTo>
                <a:lnTo>
                  <a:pt x="1536471" y="949494"/>
                </a:lnTo>
                <a:moveTo>
                  <a:pt x="1920387" y="309327"/>
                </a:moveTo>
                <a:lnTo>
                  <a:pt x="1756729" y="352984"/>
                </a:lnTo>
                <a:moveTo>
                  <a:pt x="368075" y="732477"/>
                </a:moveTo>
                <a:lnTo>
                  <a:pt x="408117" y="872533"/>
                </a:lnTo>
                <a:moveTo>
                  <a:pt x="2014174" y="1173538"/>
                </a:moveTo>
                <a:lnTo>
                  <a:pt x="1954277" y="1194466"/>
                </a:lnTo>
                <a:moveTo>
                  <a:pt x="1309742" y="617378"/>
                </a:moveTo>
                <a:lnTo>
                  <a:pt x="1388254" y="751427"/>
                </a:lnTo>
                <a:moveTo>
                  <a:pt x="1598016" y="928745"/>
                </a:moveTo>
                <a:lnTo>
                  <a:pt x="1672696" y="1085326"/>
                </a:lnTo>
                <a:moveTo>
                  <a:pt x="1143742" y="436487"/>
                </a:moveTo>
                <a:lnTo>
                  <a:pt x="1164474" y="478505"/>
                </a:lnTo>
                <a:moveTo>
                  <a:pt x="2058367" y="574129"/>
                </a:moveTo>
                <a:lnTo>
                  <a:pt x="2012375" y="502374"/>
                </a:lnTo>
                <a:moveTo>
                  <a:pt x="2006688" y="1028012"/>
                </a:moveTo>
                <a:lnTo>
                  <a:pt x="2095196" y="1028732"/>
                </a:lnTo>
                <a:moveTo>
                  <a:pt x="2016691" y="499545"/>
                </a:moveTo>
                <a:lnTo>
                  <a:pt x="2058367" y="574129"/>
                </a:lnTo>
                <a:moveTo>
                  <a:pt x="1389244" y="832703"/>
                </a:moveTo>
                <a:lnTo>
                  <a:pt x="1257101" y="977731"/>
                </a:lnTo>
                <a:moveTo>
                  <a:pt x="831121" y="702356"/>
                </a:moveTo>
                <a:lnTo>
                  <a:pt x="723883" y="625405"/>
                </a:lnTo>
                <a:moveTo>
                  <a:pt x="1545829" y="730905"/>
                </a:moveTo>
                <a:lnTo>
                  <a:pt x="1443170" y="812915"/>
                </a:lnTo>
                <a:moveTo>
                  <a:pt x="1560172" y="676419"/>
                </a:moveTo>
                <a:lnTo>
                  <a:pt x="1545829" y="730905"/>
                </a:lnTo>
                <a:moveTo>
                  <a:pt x="1571478" y="595455"/>
                </a:moveTo>
                <a:lnTo>
                  <a:pt x="1545829" y="730905"/>
                </a:lnTo>
                <a:moveTo>
                  <a:pt x="2309011" y="1001784"/>
                </a:moveTo>
                <a:lnTo>
                  <a:pt x="2252682" y="981042"/>
                </a:lnTo>
                <a:moveTo>
                  <a:pt x="1269581" y="746186"/>
                </a:moveTo>
                <a:lnTo>
                  <a:pt x="1262262" y="827593"/>
                </a:lnTo>
                <a:moveTo>
                  <a:pt x="688252" y="885176"/>
                </a:moveTo>
                <a:lnTo>
                  <a:pt x="624773" y="927444"/>
                </a:lnTo>
                <a:moveTo>
                  <a:pt x="1550981" y="540137"/>
                </a:moveTo>
                <a:lnTo>
                  <a:pt x="1571478" y="595455"/>
                </a:lnTo>
                <a:moveTo>
                  <a:pt x="1732879" y="882202"/>
                </a:moveTo>
                <a:lnTo>
                  <a:pt x="1805132" y="993023"/>
                </a:lnTo>
                <a:moveTo>
                  <a:pt x="1793322" y="1101439"/>
                </a:moveTo>
                <a:lnTo>
                  <a:pt x="1692511" y="1197750"/>
                </a:lnTo>
                <a:moveTo>
                  <a:pt x="2326252" y="1022687"/>
                </a:moveTo>
                <a:lnTo>
                  <a:pt x="2252682" y="981042"/>
                </a:lnTo>
                <a:moveTo>
                  <a:pt x="1954277" y="1194466"/>
                </a:moveTo>
                <a:lnTo>
                  <a:pt x="1817342" y="1206585"/>
                </a:lnTo>
                <a:moveTo>
                  <a:pt x="707301" y="595116"/>
                </a:moveTo>
                <a:lnTo>
                  <a:pt x="685041" y="595396"/>
                </a:lnTo>
                <a:moveTo>
                  <a:pt x="1445167" y="442460"/>
                </a:moveTo>
                <a:lnTo>
                  <a:pt x="1315399" y="605752"/>
                </a:lnTo>
                <a:moveTo>
                  <a:pt x="784388" y="824271"/>
                </a:moveTo>
                <a:lnTo>
                  <a:pt x="688252" y="885176"/>
                </a:lnTo>
                <a:moveTo>
                  <a:pt x="2126879" y="973891"/>
                </a:moveTo>
                <a:lnTo>
                  <a:pt x="2172057" y="1098340"/>
                </a:lnTo>
                <a:moveTo>
                  <a:pt x="1983805" y="943084"/>
                </a:moveTo>
                <a:lnTo>
                  <a:pt x="1858492" y="913197"/>
                </a:lnTo>
                <a:moveTo>
                  <a:pt x="2126879" y="973891"/>
                </a:moveTo>
                <a:lnTo>
                  <a:pt x="2137888" y="1079744"/>
                </a:lnTo>
                <a:moveTo>
                  <a:pt x="707301" y="595116"/>
                </a:moveTo>
                <a:lnTo>
                  <a:pt x="723883" y="625405"/>
                </a:lnTo>
                <a:moveTo>
                  <a:pt x="1677913" y="956064"/>
                </a:moveTo>
                <a:lnTo>
                  <a:pt x="1571672" y="888563"/>
                </a:lnTo>
                <a:moveTo>
                  <a:pt x="831121" y="702356"/>
                </a:moveTo>
                <a:lnTo>
                  <a:pt x="873964" y="740648"/>
                </a:lnTo>
                <a:moveTo>
                  <a:pt x="1672972" y="363781"/>
                </a:moveTo>
                <a:lnTo>
                  <a:pt x="1759954" y="494124"/>
                </a:lnTo>
                <a:moveTo>
                  <a:pt x="2126879" y="973891"/>
                </a:moveTo>
                <a:lnTo>
                  <a:pt x="2007873" y="954974"/>
                </a:lnTo>
                <a:moveTo>
                  <a:pt x="1182179" y="301186"/>
                </a:moveTo>
                <a:lnTo>
                  <a:pt x="1182171" y="301151"/>
                </a:lnTo>
                <a:moveTo>
                  <a:pt x="1182171" y="301151"/>
                </a:moveTo>
                <a:lnTo>
                  <a:pt x="1182114" y="301178"/>
                </a:lnTo>
                <a:moveTo>
                  <a:pt x="1287150" y="410865"/>
                </a:moveTo>
                <a:lnTo>
                  <a:pt x="1143742" y="436487"/>
                </a:lnTo>
                <a:moveTo>
                  <a:pt x="685041" y="595396"/>
                </a:moveTo>
                <a:lnTo>
                  <a:pt x="567153" y="593067"/>
                </a:lnTo>
                <a:moveTo>
                  <a:pt x="2007873" y="954974"/>
                </a:moveTo>
                <a:lnTo>
                  <a:pt x="1983805" y="943084"/>
                </a:lnTo>
                <a:moveTo>
                  <a:pt x="831121" y="702356"/>
                </a:moveTo>
                <a:lnTo>
                  <a:pt x="707301" y="595116"/>
                </a:lnTo>
                <a:moveTo>
                  <a:pt x="1571672" y="888563"/>
                </a:moveTo>
                <a:lnTo>
                  <a:pt x="1544514" y="896168"/>
                </a:lnTo>
                <a:moveTo>
                  <a:pt x="1571672" y="888563"/>
                </a:moveTo>
                <a:lnTo>
                  <a:pt x="1598016" y="928745"/>
                </a:lnTo>
                <a:moveTo>
                  <a:pt x="1262262" y="827593"/>
                </a:moveTo>
                <a:lnTo>
                  <a:pt x="1257101" y="977731"/>
                </a:lnTo>
                <a:moveTo>
                  <a:pt x="368075" y="732477"/>
                </a:moveTo>
                <a:lnTo>
                  <a:pt x="396189" y="830536"/>
                </a:lnTo>
                <a:moveTo>
                  <a:pt x="1269581" y="746186"/>
                </a:moveTo>
                <a:lnTo>
                  <a:pt x="1144146" y="715849"/>
                </a:lnTo>
                <a:moveTo>
                  <a:pt x="1550981" y="540137"/>
                </a:moveTo>
                <a:lnTo>
                  <a:pt x="1456406" y="448641"/>
                </a:lnTo>
                <a:moveTo>
                  <a:pt x="567153" y="593067"/>
                </a:moveTo>
                <a:lnTo>
                  <a:pt x="387606" y="639763"/>
                </a:lnTo>
                <a:moveTo>
                  <a:pt x="315713" y="669733"/>
                </a:moveTo>
                <a:lnTo>
                  <a:pt x="368075" y="732477"/>
                </a:lnTo>
                <a:moveTo>
                  <a:pt x="2126879" y="973891"/>
                </a:moveTo>
                <a:lnTo>
                  <a:pt x="2006688" y="1028012"/>
                </a:lnTo>
                <a:moveTo>
                  <a:pt x="1732879" y="882202"/>
                </a:moveTo>
                <a:lnTo>
                  <a:pt x="1677913" y="956064"/>
                </a:lnTo>
                <a:moveTo>
                  <a:pt x="2309011" y="1001784"/>
                </a:moveTo>
                <a:lnTo>
                  <a:pt x="2126879" y="973891"/>
                </a:lnTo>
                <a:moveTo>
                  <a:pt x="1144146" y="715849"/>
                </a:moveTo>
                <a:lnTo>
                  <a:pt x="1262262" y="827593"/>
                </a:lnTo>
                <a:moveTo>
                  <a:pt x="2185299" y="142957"/>
                </a:moveTo>
                <a:lnTo>
                  <a:pt x="2206363" y="222433"/>
                </a:lnTo>
                <a:moveTo>
                  <a:pt x="1536471" y="949494"/>
                </a:moveTo>
                <a:lnTo>
                  <a:pt x="1556577" y="1061413"/>
                </a:lnTo>
                <a:moveTo>
                  <a:pt x="2121977" y="421221"/>
                </a:moveTo>
                <a:lnTo>
                  <a:pt x="2058367" y="574129"/>
                </a:lnTo>
                <a:moveTo>
                  <a:pt x="1309742" y="617378"/>
                </a:moveTo>
                <a:lnTo>
                  <a:pt x="1269581" y="746186"/>
                </a:lnTo>
                <a:moveTo>
                  <a:pt x="1983315" y="1219129"/>
                </a:moveTo>
                <a:lnTo>
                  <a:pt x="1954277" y="1194466"/>
                </a:lnTo>
                <a:moveTo>
                  <a:pt x="1672972" y="363781"/>
                </a:moveTo>
                <a:lnTo>
                  <a:pt x="1751436" y="470190"/>
                </a:lnTo>
                <a:moveTo>
                  <a:pt x="685041" y="595396"/>
                </a:moveTo>
                <a:lnTo>
                  <a:pt x="578886" y="592487"/>
                </a:lnTo>
                <a:moveTo>
                  <a:pt x="2006688" y="1028012"/>
                </a:moveTo>
                <a:lnTo>
                  <a:pt x="2014174" y="1173538"/>
                </a:lnTo>
                <a:moveTo>
                  <a:pt x="1262262" y="827593"/>
                </a:moveTo>
                <a:lnTo>
                  <a:pt x="1135531" y="822048"/>
                </a:lnTo>
                <a:moveTo>
                  <a:pt x="2014174" y="1173538"/>
                </a:moveTo>
                <a:lnTo>
                  <a:pt x="1983315" y="1219129"/>
                </a:lnTo>
                <a:moveTo>
                  <a:pt x="1672696" y="1085326"/>
                </a:moveTo>
                <a:lnTo>
                  <a:pt x="1556577" y="1061413"/>
                </a:lnTo>
                <a:moveTo>
                  <a:pt x="565847" y="866084"/>
                </a:moveTo>
                <a:lnTo>
                  <a:pt x="624773" y="927444"/>
                </a:lnTo>
                <a:moveTo>
                  <a:pt x="2014174" y="1173538"/>
                </a:moveTo>
                <a:lnTo>
                  <a:pt x="1996148" y="1121991"/>
                </a:lnTo>
                <a:moveTo>
                  <a:pt x="387606" y="639763"/>
                </a:moveTo>
                <a:lnTo>
                  <a:pt x="315713" y="669733"/>
                </a:lnTo>
                <a:moveTo>
                  <a:pt x="1010520" y="655111"/>
                </a:moveTo>
                <a:lnTo>
                  <a:pt x="831121" y="702356"/>
                </a:lnTo>
                <a:moveTo>
                  <a:pt x="1008933" y="669551"/>
                </a:moveTo>
                <a:lnTo>
                  <a:pt x="831121" y="702356"/>
                </a:lnTo>
                <a:moveTo>
                  <a:pt x="2166699" y="332066"/>
                </a:moveTo>
                <a:lnTo>
                  <a:pt x="2050283" y="356220"/>
                </a:lnTo>
                <a:moveTo>
                  <a:pt x="2015873" y="599538"/>
                </a:moveTo>
                <a:lnTo>
                  <a:pt x="1891948" y="637281"/>
                </a:lnTo>
                <a:moveTo>
                  <a:pt x="1672696" y="1085326"/>
                </a:moveTo>
                <a:lnTo>
                  <a:pt x="1692511" y="1197750"/>
                </a:lnTo>
                <a:moveTo>
                  <a:pt x="2110892" y="303304"/>
                </a:moveTo>
                <a:lnTo>
                  <a:pt x="2050283" y="356220"/>
                </a:lnTo>
                <a:moveTo>
                  <a:pt x="1550981" y="540137"/>
                </a:moveTo>
                <a:lnTo>
                  <a:pt x="1545829" y="730905"/>
                </a:lnTo>
                <a:moveTo>
                  <a:pt x="1257101" y="977731"/>
                </a:moveTo>
                <a:lnTo>
                  <a:pt x="1256312" y="984614"/>
                </a:lnTo>
                <a:moveTo>
                  <a:pt x="1164474" y="478505"/>
                </a:moveTo>
                <a:lnTo>
                  <a:pt x="1169366" y="531588"/>
                </a:lnTo>
                <a:moveTo>
                  <a:pt x="2172057" y="1098340"/>
                </a:moveTo>
                <a:lnTo>
                  <a:pt x="2137888" y="1079744"/>
                </a:lnTo>
                <a:moveTo>
                  <a:pt x="796272" y="812744"/>
                </a:moveTo>
                <a:lnTo>
                  <a:pt x="864477" y="841408"/>
                </a:lnTo>
                <a:moveTo>
                  <a:pt x="396189" y="830536"/>
                </a:moveTo>
                <a:lnTo>
                  <a:pt x="408117" y="872533"/>
                </a:lnTo>
                <a:moveTo>
                  <a:pt x="1182179" y="301186"/>
                </a:moveTo>
                <a:lnTo>
                  <a:pt x="1287150" y="410865"/>
                </a:lnTo>
                <a:moveTo>
                  <a:pt x="1008933" y="669551"/>
                </a:moveTo>
                <a:lnTo>
                  <a:pt x="873964" y="740648"/>
                </a:lnTo>
                <a:moveTo>
                  <a:pt x="1810404" y="336337"/>
                </a:moveTo>
                <a:lnTo>
                  <a:pt x="1756729" y="352984"/>
                </a:lnTo>
                <a:moveTo>
                  <a:pt x="2185299" y="142957"/>
                </a:moveTo>
                <a:lnTo>
                  <a:pt x="2220794" y="224444"/>
                </a:lnTo>
                <a:moveTo>
                  <a:pt x="1569384" y="830542"/>
                </a:moveTo>
                <a:lnTo>
                  <a:pt x="1443170" y="812915"/>
                </a:lnTo>
                <a:moveTo>
                  <a:pt x="2121977" y="421221"/>
                </a:moveTo>
                <a:lnTo>
                  <a:pt x="2144479" y="520729"/>
                </a:lnTo>
                <a:moveTo>
                  <a:pt x="2058367" y="574129"/>
                </a:moveTo>
                <a:lnTo>
                  <a:pt x="2015873" y="599538"/>
                </a:lnTo>
                <a:moveTo>
                  <a:pt x="1287150" y="410865"/>
                </a:moveTo>
                <a:lnTo>
                  <a:pt x="1164474" y="478505"/>
                </a:lnTo>
                <a:moveTo>
                  <a:pt x="1751436" y="470190"/>
                </a:moveTo>
                <a:lnTo>
                  <a:pt x="1759954" y="494124"/>
                </a:lnTo>
                <a:moveTo>
                  <a:pt x="1351733" y="495359"/>
                </a:moveTo>
                <a:lnTo>
                  <a:pt x="1445167" y="442460"/>
                </a:lnTo>
                <a:moveTo>
                  <a:pt x="1093923" y="387032"/>
                </a:moveTo>
                <a:lnTo>
                  <a:pt x="1110579" y="387026"/>
                </a:lnTo>
                <a:moveTo>
                  <a:pt x="2166699" y="332066"/>
                </a:moveTo>
                <a:lnTo>
                  <a:pt x="2121977" y="421221"/>
                </a:lnTo>
                <a:moveTo>
                  <a:pt x="1315399" y="605752"/>
                </a:moveTo>
                <a:lnTo>
                  <a:pt x="1309742" y="617378"/>
                </a:lnTo>
                <a:moveTo>
                  <a:pt x="1817342" y="1206585"/>
                </a:moveTo>
                <a:lnTo>
                  <a:pt x="1692511" y="1197750"/>
                </a:lnTo>
                <a:moveTo>
                  <a:pt x="1810404" y="336337"/>
                </a:moveTo>
                <a:lnTo>
                  <a:pt x="1672972" y="363781"/>
                </a:lnTo>
                <a:moveTo>
                  <a:pt x="439518" y="608816"/>
                </a:moveTo>
                <a:lnTo>
                  <a:pt x="387606" y="639763"/>
                </a:lnTo>
                <a:moveTo>
                  <a:pt x="1144146" y="715849"/>
                </a:moveTo>
                <a:lnTo>
                  <a:pt x="1135531" y="822048"/>
                </a:lnTo>
                <a:moveTo>
                  <a:pt x="784388" y="824271"/>
                </a:moveTo>
                <a:lnTo>
                  <a:pt x="728421" y="852003"/>
                </a:lnTo>
                <a:moveTo>
                  <a:pt x="1309742" y="617378"/>
                </a:moveTo>
                <a:lnTo>
                  <a:pt x="1144146" y="715849"/>
                </a:lnTo>
                <a:moveTo>
                  <a:pt x="881732" y="612329"/>
                </a:moveTo>
                <a:lnTo>
                  <a:pt x="831121" y="702356"/>
                </a:lnTo>
                <a:moveTo>
                  <a:pt x="1981078" y="256712"/>
                </a:moveTo>
                <a:lnTo>
                  <a:pt x="2050283" y="356220"/>
                </a:lnTo>
                <a:moveTo>
                  <a:pt x="2137888" y="1079744"/>
                </a:moveTo>
                <a:lnTo>
                  <a:pt x="2006688" y="1028012"/>
                </a:lnTo>
                <a:moveTo>
                  <a:pt x="1609993" y="861324"/>
                </a:moveTo>
                <a:lnTo>
                  <a:pt x="1677913" y="956064"/>
                </a:lnTo>
                <a:moveTo>
                  <a:pt x="1262262" y="827593"/>
                </a:moveTo>
                <a:lnTo>
                  <a:pt x="1136192" y="964192"/>
                </a:lnTo>
                <a:moveTo>
                  <a:pt x="1144146" y="715849"/>
                </a:moveTo>
                <a:lnTo>
                  <a:pt x="1033256" y="665624"/>
                </a:lnTo>
                <a:moveTo>
                  <a:pt x="1920387" y="309327"/>
                </a:moveTo>
                <a:lnTo>
                  <a:pt x="1810404" y="336337"/>
                </a:lnTo>
                <a:moveTo>
                  <a:pt x="2309011" y="1001784"/>
                </a:moveTo>
                <a:lnTo>
                  <a:pt x="2172057" y="1098340"/>
                </a:lnTo>
                <a:moveTo>
                  <a:pt x="1263261" y="599322"/>
                </a:moveTo>
                <a:lnTo>
                  <a:pt x="1144146" y="715849"/>
                </a:lnTo>
                <a:moveTo>
                  <a:pt x="1858492" y="913197"/>
                </a:moveTo>
                <a:lnTo>
                  <a:pt x="1732879" y="882202"/>
                </a:lnTo>
                <a:moveTo>
                  <a:pt x="2007873" y="954974"/>
                </a:moveTo>
                <a:lnTo>
                  <a:pt x="2006688" y="1028012"/>
                </a:lnTo>
                <a:moveTo>
                  <a:pt x="796272" y="812744"/>
                </a:moveTo>
                <a:lnTo>
                  <a:pt x="728421" y="852003"/>
                </a:lnTo>
                <a:moveTo>
                  <a:pt x="707301" y="595116"/>
                </a:moveTo>
                <a:lnTo>
                  <a:pt x="578886" y="592487"/>
                </a:lnTo>
                <a:moveTo>
                  <a:pt x="1169366" y="531588"/>
                </a:moveTo>
                <a:lnTo>
                  <a:pt x="1010520" y="655111"/>
                </a:lnTo>
                <a:moveTo>
                  <a:pt x="2057367" y="660375"/>
                </a:moveTo>
                <a:lnTo>
                  <a:pt x="2015873" y="599538"/>
                </a:lnTo>
                <a:moveTo>
                  <a:pt x="2281847" y="224718"/>
                </a:moveTo>
                <a:lnTo>
                  <a:pt x="2220794" y="224444"/>
                </a:lnTo>
                <a:moveTo>
                  <a:pt x="1569384" y="830542"/>
                </a:moveTo>
                <a:lnTo>
                  <a:pt x="1544514" y="896168"/>
                </a:lnTo>
                <a:moveTo>
                  <a:pt x="1497615" y="498400"/>
                </a:moveTo>
                <a:lnTo>
                  <a:pt x="1456406" y="448641"/>
                </a:lnTo>
                <a:moveTo>
                  <a:pt x="1033256" y="665624"/>
                </a:moveTo>
                <a:lnTo>
                  <a:pt x="1135531" y="822048"/>
                </a:lnTo>
                <a:moveTo>
                  <a:pt x="1169366" y="531588"/>
                </a:moveTo>
                <a:lnTo>
                  <a:pt x="1263261" y="599322"/>
                </a:lnTo>
                <a:moveTo>
                  <a:pt x="1004849" y="823342"/>
                </a:moveTo>
                <a:lnTo>
                  <a:pt x="873964" y="740648"/>
                </a:lnTo>
                <a:moveTo>
                  <a:pt x="1287150" y="410865"/>
                </a:moveTo>
                <a:lnTo>
                  <a:pt x="1169366" y="531588"/>
                </a:lnTo>
                <a:moveTo>
                  <a:pt x="1135531" y="822048"/>
                </a:moveTo>
                <a:lnTo>
                  <a:pt x="1008933" y="669551"/>
                </a:lnTo>
                <a:moveTo>
                  <a:pt x="1169076" y="617262"/>
                </a:moveTo>
                <a:lnTo>
                  <a:pt x="1144146" y="715849"/>
                </a:lnTo>
                <a:moveTo>
                  <a:pt x="1456406" y="448641"/>
                </a:moveTo>
                <a:lnTo>
                  <a:pt x="1351733" y="495359"/>
                </a:lnTo>
                <a:moveTo>
                  <a:pt x="1309742" y="617378"/>
                </a:moveTo>
                <a:lnTo>
                  <a:pt x="1263261" y="599322"/>
                </a:lnTo>
                <a:moveTo>
                  <a:pt x="1954277" y="1194466"/>
                </a:moveTo>
                <a:lnTo>
                  <a:pt x="1854211" y="1289488"/>
                </a:lnTo>
                <a:moveTo>
                  <a:pt x="1010520" y="655111"/>
                </a:moveTo>
                <a:lnTo>
                  <a:pt x="1033256" y="665624"/>
                </a:lnTo>
                <a:moveTo>
                  <a:pt x="1033256" y="665624"/>
                </a:moveTo>
                <a:lnTo>
                  <a:pt x="1008933" y="669551"/>
                </a:lnTo>
                <a:moveTo>
                  <a:pt x="1315399" y="605752"/>
                </a:moveTo>
                <a:lnTo>
                  <a:pt x="1328155" y="566814"/>
                </a:lnTo>
                <a:moveTo>
                  <a:pt x="1169366" y="531588"/>
                </a:moveTo>
                <a:lnTo>
                  <a:pt x="1169076" y="617262"/>
                </a:lnTo>
                <a:moveTo>
                  <a:pt x="1010520" y="655111"/>
                </a:moveTo>
                <a:lnTo>
                  <a:pt x="1008933" y="669551"/>
                </a:lnTo>
                <a:moveTo>
                  <a:pt x="1093923" y="387032"/>
                </a:moveTo>
                <a:lnTo>
                  <a:pt x="1143742" y="436487"/>
                </a:lnTo>
                <a:moveTo>
                  <a:pt x="2059423" y="719023"/>
                </a:moveTo>
                <a:lnTo>
                  <a:pt x="1891948" y="637281"/>
                </a:lnTo>
                <a:moveTo>
                  <a:pt x="578886" y="592487"/>
                </a:moveTo>
                <a:lnTo>
                  <a:pt x="567153" y="593067"/>
                </a:lnTo>
                <a:moveTo>
                  <a:pt x="2058367" y="574129"/>
                </a:moveTo>
                <a:lnTo>
                  <a:pt x="2057367" y="660375"/>
                </a:lnTo>
                <a:moveTo>
                  <a:pt x="2006688" y="1028012"/>
                </a:moveTo>
                <a:lnTo>
                  <a:pt x="1996148" y="1121991"/>
                </a:lnTo>
                <a:moveTo>
                  <a:pt x="2296256" y="1018987"/>
                </a:moveTo>
                <a:lnTo>
                  <a:pt x="2172057" y="1098340"/>
                </a:lnTo>
                <a:moveTo>
                  <a:pt x="1996148" y="1121991"/>
                </a:moveTo>
                <a:lnTo>
                  <a:pt x="1983315" y="1219129"/>
                </a:lnTo>
                <a:moveTo>
                  <a:pt x="1981078" y="256712"/>
                </a:moveTo>
                <a:lnTo>
                  <a:pt x="1920387" y="309327"/>
                </a:lnTo>
                <a:moveTo>
                  <a:pt x="1256312" y="984614"/>
                </a:moveTo>
                <a:lnTo>
                  <a:pt x="1135433" y="968939"/>
                </a:lnTo>
                <a:moveTo>
                  <a:pt x="1257101" y="977731"/>
                </a:moveTo>
                <a:lnTo>
                  <a:pt x="1136192" y="964192"/>
                </a:lnTo>
                <a:moveTo>
                  <a:pt x="1169076" y="617262"/>
                </a:moveTo>
                <a:lnTo>
                  <a:pt x="1033256" y="665624"/>
                </a:lnTo>
                <a:moveTo>
                  <a:pt x="1136192" y="964192"/>
                </a:moveTo>
                <a:lnTo>
                  <a:pt x="1256312" y="984614"/>
                </a:lnTo>
                <a:moveTo>
                  <a:pt x="2015873" y="599538"/>
                </a:moveTo>
                <a:lnTo>
                  <a:pt x="2059423" y="719023"/>
                </a:lnTo>
                <a:moveTo>
                  <a:pt x="1169076" y="617262"/>
                </a:moveTo>
                <a:lnTo>
                  <a:pt x="1010520" y="655111"/>
                </a:lnTo>
                <a:moveTo>
                  <a:pt x="753460" y="571460"/>
                </a:moveTo>
                <a:lnTo>
                  <a:pt x="831121" y="702356"/>
                </a:lnTo>
                <a:moveTo>
                  <a:pt x="1328155" y="566814"/>
                </a:moveTo>
                <a:lnTo>
                  <a:pt x="1309742" y="617378"/>
                </a:lnTo>
                <a:moveTo>
                  <a:pt x="1263261" y="599322"/>
                </a:moveTo>
                <a:lnTo>
                  <a:pt x="1169076" y="617262"/>
                </a:lnTo>
                <a:moveTo>
                  <a:pt x="1164474" y="478505"/>
                </a:moveTo>
                <a:lnTo>
                  <a:pt x="1049730" y="522773"/>
                </a:lnTo>
                <a:moveTo>
                  <a:pt x="873964" y="740648"/>
                </a:moveTo>
                <a:lnTo>
                  <a:pt x="880213" y="838151"/>
                </a:lnTo>
                <a:moveTo>
                  <a:pt x="873964" y="740648"/>
                </a:moveTo>
                <a:lnTo>
                  <a:pt x="864477" y="841408"/>
                </a:lnTo>
                <a:moveTo>
                  <a:pt x="1919318" y="861083"/>
                </a:moveTo>
                <a:lnTo>
                  <a:pt x="1983805" y="943084"/>
                </a:lnTo>
                <a:moveTo>
                  <a:pt x="2144479" y="520729"/>
                </a:moveTo>
                <a:lnTo>
                  <a:pt x="2058367" y="574129"/>
                </a:lnTo>
                <a:moveTo>
                  <a:pt x="2326252" y="1022687"/>
                </a:moveTo>
                <a:lnTo>
                  <a:pt x="2309011" y="1001784"/>
                </a:lnTo>
                <a:moveTo>
                  <a:pt x="1948147" y="879319"/>
                </a:moveTo>
                <a:lnTo>
                  <a:pt x="1983805" y="943084"/>
                </a:lnTo>
                <a:moveTo>
                  <a:pt x="567153" y="593067"/>
                </a:moveTo>
                <a:lnTo>
                  <a:pt x="503001" y="598162"/>
                </a:lnTo>
                <a:moveTo>
                  <a:pt x="1328155" y="566814"/>
                </a:moveTo>
                <a:lnTo>
                  <a:pt x="1263261" y="599322"/>
                </a:lnTo>
                <a:moveTo>
                  <a:pt x="1241622" y="244030"/>
                </a:moveTo>
                <a:lnTo>
                  <a:pt x="1182171" y="301151"/>
                </a:lnTo>
                <a:moveTo>
                  <a:pt x="2058367" y="574129"/>
                </a:moveTo>
                <a:lnTo>
                  <a:pt x="2106397" y="707435"/>
                </a:lnTo>
                <a:moveTo>
                  <a:pt x="1817342" y="1206585"/>
                </a:moveTo>
                <a:lnTo>
                  <a:pt x="1854211" y="1289488"/>
                </a:lnTo>
                <a:moveTo>
                  <a:pt x="1135531" y="822048"/>
                </a:moveTo>
                <a:lnTo>
                  <a:pt x="1136192" y="964192"/>
                </a:lnTo>
                <a:moveTo>
                  <a:pt x="1135531" y="822048"/>
                </a:moveTo>
                <a:lnTo>
                  <a:pt x="1004849" y="823342"/>
                </a:lnTo>
                <a:moveTo>
                  <a:pt x="1550981" y="540137"/>
                </a:moveTo>
                <a:lnTo>
                  <a:pt x="1497615" y="498400"/>
                </a:lnTo>
                <a:moveTo>
                  <a:pt x="1456406" y="448641"/>
                </a:moveTo>
                <a:lnTo>
                  <a:pt x="1365557" y="502076"/>
                </a:lnTo>
                <a:moveTo>
                  <a:pt x="1545829" y="730905"/>
                </a:moveTo>
                <a:lnTo>
                  <a:pt x="1569384" y="830542"/>
                </a:lnTo>
                <a:moveTo>
                  <a:pt x="1672696" y="1085326"/>
                </a:moveTo>
                <a:lnTo>
                  <a:pt x="1584908" y="1159097"/>
                </a:lnTo>
                <a:moveTo>
                  <a:pt x="305876" y="765252"/>
                </a:moveTo>
                <a:lnTo>
                  <a:pt x="368075" y="732477"/>
                </a:lnTo>
                <a:moveTo>
                  <a:pt x="567153" y="593067"/>
                </a:moveTo>
                <a:lnTo>
                  <a:pt x="439518" y="608816"/>
                </a:lnTo>
                <a:moveTo>
                  <a:pt x="1351733" y="495359"/>
                </a:moveTo>
                <a:lnTo>
                  <a:pt x="1315399" y="605752"/>
                </a:lnTo>
                <a:moveTo>
                  <a:pt x="1010520" y="655111"/>
                </a:moveTo>
                <a:lnTo>
                  <a:pt x="881732" y="612329"/>
                </a:lnTo>
                <a:moveTo>
                  <a:pt x="1008933" y="669551"/>
                </a:moveTo>
                <a:lnTo>
                  <a:pt x="1004849" y="823342"/>
                </a:lnTo>
                <a:moveTo>
                  <a:pt x="1817342" y="1206585"/>
                </a:moveTo>
                <a:lnTo>
                  <a:pt x="1705326" y="1322290"/>
                </a:lnTo>
                <a:moveTo>
                  <a:pt x="2309011" y="1001784"/>
                </a:moveTo>
                <a:lnTo>
                  <a:pt x="2296256" y="1018987"/>
                </a:lnTo>
                <a:moveTo>
                  <a:pt x="753460" y="571460"/>
                </a:moveTo>
                <a:lnTo>
                  <a:pt x="707301" y="595116"/>
                </a:lnTo>
                <a:moveTo>
                  <a:pt x="1891948" y="637281"/>
                </a:moveTo>
                <a:lnTo>
                  <a:pt x="1925505" y="725918"/>
                </a:lnTo>
                <a:moveTo>
                  <a:pt x="1169366" y="531588"/>
                </a:moveTo>
                <a:lnTo>
                  <a:pt x="1049730" y="522773"/>
                </a:lnTo>
                <a:moveTo>
                  <a:pt x="2007873" y="954974"/>
                </a:moveTo>
                <a:lnTo>
                  <a:pt x="1999404" y="1077045"/>
                </a:lnTo>
                <a:moveTo>
                  <a:pt x="1351733" y="495359"/>
                </a:moveTo>
                <a:lnTo>
                  <a:pt x="1169366" y="531588"/>
                </a:lnTo>
                <a:moveTo>
                  <a:pt x="2106397" y="707435"/>
                </a:moveTo>
                <a:lnTo>
                  <a:pt x="2057367" y="660375"/>
                </a:lnTo>
                <a:moveTo>
                  <a:pt x="1569384" y="830542"/>
                </a:moveTo>
                <a:lnTo>
                  <a:pt x="1571672" y="888563"/>
                </a:lnTo>
                <a:moveTo>
                  <a:pt x="2057367" y="660375"/>
                </a:moveTo>
                <a:lnTo>
                  <a:pt x="2059423" y="719023"/>
                </a:lnTo>
                <a:moveTo>
                  <a:pt x="578886" y="592487"/>
                </a:moveTo>
                <a:lnTo>
                  <a:pt x="503001" y="598162"/>
                </a:lnTo>
                <a:moveTo>
                  <a:pt x="439518" y="608816"/>
                </a:moveTo>
                <a:lnTo>
                  <a:pt x="315713" y="669733"/>
                </a:lnTo>
                <a:moveTo>
                  <a:pt x="1182114" y="301178"/>
                </a:moveTo>
                <a:lnTo>
                  <a:pt x="1093923" y="387032"/>
                </a:lnTo>
                <a:moveTo>
                  <a:pt x="1182171" y="301151"/>
                </a:moveTo>
                <a:lnTo>
                  <a:pt x="1093923" y="387032"/>
                </a:lnTo>
                <a:moveTo>
                  <a:pt x="1049730" y="522773"/>
                </a:moveTo>
                <a:lnTo>
                  <a:pt x="1010520" y="655111"/>
                </a:lnTo>
                <a:moveTo>
                  <a:pt x="1547428" y="636431"/>
                </a:moveTo>
                <a:lnTo>
                  <a:pt x="1545829" y="730905"/>
                </a:lnTo>
                <a:moveTo>
                  <a:pt x="1609993" y="861324"/>
                </a:moveTo>
                <a:lnTo>
                  <a:pt x="1571672" y="888563"/>
                </a:lnTo>
                <a:moveTo>
                  <a:pt x="1351733" y="495359"/>
                </a:moveTo>
                <a:lnTo>
                  <a:pt x="1263261" y="599322"/>
                </a:lnTo>
                <a:moveTo>
                  <a:pt x="1351733" y="495359"/>
                </a:moveTo>
                <a:lnTo>
                  <a:pt x="1287150" y="410865"/>
                </a:lnTo>
                <a:moveTo>
                  <a:pt x="2006688" y="1028012"/>
                </a:moveTo>
                <a:lnTo>
                  <a:pt x="1999404" y="1077045"/>
                </a:lnTo>
                <a:moveTo>
                  <a:pt x="1093923" y="387032"/>
                </a:moveTo>
                <a:lnTo>
                  <a:pt x="1164474" y="478505"/>
                </a:lnTo>
                <a:moveTo>
                  <a:pt x="1731723" y="373088"/>
                </a:moveTo>
                <a:lnTo>
                  <a:pt x="1672972" y="363781"/>
                </a:lnTo>
                <a:moveTo>
                  <a:pt x="2166699" y="332066"/>
                </a:moveTo>
                <a:lnTo>
                  <a:pt x="2144479" y="520729"/>
                </a:lnTo>
                <a:moveTo>
                  <a:pt x="1999404" y="1077045"/>
                </a:moveTo>
                <a:lnTo>
                  <a:pt x="1996148" y="1121991"/>
                </a:lnTo>
                <a:moveTo>
                  <a:pt x="2144479" y="520729"/>
                </a:moveTo>
                <a:lnTo>
                  <a:pt x="2106397" y="707435"/>
                </a:lnTo>
                <a:moveTo>
                  <a:pt x="1550981" y="540137"/>
                </a:moveTo>
                <a:lnTo>
                  <a:pt x="1547428" y="636431"/>
                </a:lnTo>
                <a:moveTo>
                  <a:pt x="1919318" y="861083"/>
                </a:moveTo>
                <a:lnTo>
                  <a:pt x="1858492" y="913197"/>
                </a:lnTo>
                <a:moveTo>
                  <a:pt x="2335899" y="983722"/>
                </a:moveTo>
                <a:lnTo>
                  <a:pt x="2309011" y="1001784"/>
                </a:lnTo>
                <a:moveTo>
                  <a:pt x="2166699" y="332066"/>
                </a:moveTo>
                <a:lnTo>
                  <a:pt x="2110892" y="303304"/>
                </a:lnTo>
                <a:moveTo>
                  <a:pt x="1136192" y="964192"/>
                </a:moveTo>
                <a:lnTo>
                  <a:pt x="1135433" y="968939"/>
                </a:lnTo>
                <a:moveTo>
                  <a:pt x="2106397" y="707435"/>
                </a:moveTo>
                <a:lnTo>
                  <a:pt x="2059423" y="719023"/>
                </a:lnTo>
                <a:moveTo>
                  <a:pt x="1983315" y="1219129"/>
                </a:moveTo>
                <a:lnTo>
                  <a:pt x="1854211" y="1289488"/>
                </a:lnTo>
                <a:moveTo>
                  <a:pt x="1751277" y="566903"/>
                </a:moveTo>
                <a:lnTo>
                  <a:pt x="1759954" y="494124"/>
                </a:lnTo>
                <a:moveTo>
                  <a:pt x="1292319" y="316831"/>
                </a:moveTo>
                <a:lnTo>
                  <a:pt x="1182179" y="301186"/>
                </a:lnTo>
                <a:moveTo>
                  <a:pt x="1292319" y="316831"/>
                </a:moveTo>
                <a:lnTo>
                  <a:pt x="1182171" y="301151"/>
                </a:lnTo>
                <a:moveTo>
                  <a:pt x="688252" y="885176"/>
                </a:moveTo>
                <a:lnTo>
                  <a:pt x="565847" y="866084"/>
                </a:lnTo>
                <a:moveTo>
                  <a:pt x="1351733" y="495359"/>
                </a:moveTo>
                <a:lnTo>
                  <a:pt x="1328155" y="566814"/>
                </a:lnTo>
                <a:moveTo>
                  <a:pt x="503001" y="598162"/>
                </a:moveTo>
                <a:lnTo>
                  <a:pt x="439518" y="608816"/>
                </a:lnTo>
                <a:moveTo>
                  <a:pt x="1983315" y="1219129"/>
                </a:moveTo>
                <a:lnTo>
                  <a:pt x="1936531" y="1260693"/>
                </a:lnTo>
                <a:moveTo>
                  <a:pt x="2326252" y="1022687"/>
                </a:moveTo>
                <a:lnTo>
                  <a:pt x="2335899" y="983722"/>
                </a:lnTo>
                <a:moveTo>
                  <a:pt x="1996148" y="1121991"/>
                </a:moveTo>
                <a:lnTo>
                  <a:pt x="1936531" y="1260693"/>
                </a:lnTo>
                <a:moveTo>
                  <a:pt x="1948147" y="879319"/>
                </a:moveTo>
                <a:lnTo>
                  <a:pt x="2007873" y="954974"/>
                </a:lnTo>
                <a:moveTo>
                  <a:pt x="1732879" y="882202"/>
                </a:moveTo>
                <a:lnTo>
                  <a:pt x="1609993" y="861324"/>
                </a:lnTo>
                <a:moveTo>
                  <a:pt x="753460" y="571460"/>
                </a:moveTo>
                <a:lnTo>
                  <a:pt x="578886" y="592487"/>
                </a:lnTo>
                <a:moveTo>
                  <a:pt x="1692511" y="1197750"/>
                </a:moveTo>
                <a:lnTo>
                  <a:pt x="1705326" y="1322290"/>
                </a:lnTo>
                <a:moveTo>
                  <a:pt x="1004849" y="823342"/>
                </a:moveTo>
                <a:lnTo>
                  <a:pt x="880213" y="838151"/>
                </a:lnTo>
                <a:moveTo>
                  <a:pt x="2335899" y="983722"/>
                </a:moveTo>
                <a:lnTo>
                  <a:pt x="2296256" y="1018987"/>
                </a:lnTo>
                <a:moveTo>
                  <a:pt x="1868881" y="275506"/>
                </a:moveTo>
                <a:lnTo>
                  <a:pt x="1920387" y="309327"/>
                </a:lnTo>
                <a:moveTo>
                  <a:pt x="1556577" y="1061413"/>
                </a:moveTo>
                <a:lnTo>
                  <a:pt x="1584908" y="1159097"/>
                </a:lnTo>
                <a:moveTo>
                  <a:pt x="688252" y="885176"/>
                </a:moveTo>
                <a:lnTo>
                  <a:pt x="728421" y="852003"/>
                </a:lnTo>
                <a:moveTo>
                  <a:pt x="2281847" y="224718"/>
                </a:moveTo>
                <a:lnTo>
                  <a:pt x="2185299" y="142957"/>
                </a:lnTo>
                <a:moveTo>
                  <a:pt x="2110892" y="303304"/>
                </a:moveTo>
                <a:lnTo>
                  <a:pt x="1981078" y="256712"/>
                </a:lnTo>
                <a:moveTo>
                  <a:pt x="503001" y="598162"/>
                </a:moveTo>
                <a:lnTo>
                  <a:pt x="451725" y="599869"/>
                </a:lnTo>
                <a:moveTo>
                  <a:pt x="1751436" y="470190"/>
                </a:moveTo>
                <a:lnTo>
                  <a:pt x="1751277" y="566903"/>
                </a:lnTo>
                <a:moveTo>
                  <a:pt x="881732" y="612329"/>
                </a:moveTo>
                <a:lnTo>
                  <a:pt x="753460" y="571460"/>
                </a:lnTo>
                <a:moveTo>
                  <a:pt x="438125" y="827257"/>
                </a:moveTo>
                <a:lnTo>
                  <a:pt x="396189" y="830536"/>
                </a:lnTo>
                <a:moveTo>
                  <a:pt x="2059423" y="719023"/>
                </a:moveTo>
                <a:lnTo>
                  <a:pt x="1925505" y="725918"/>
                </a:lnTo>
                <a:moveTo>
                  <a:pt x="1692511" y="1197750"/>
                </a:moveTo>
                <a:lnTo>
                  <a:pt x="1584908" y="1159097"/>
                </a:lnTo>
                <a:moveTo>
                  <a:pt x="2302138" y="83643"/>
                </a:moveTo>
                <a:lnTo>
                  <a:pt x="2185299" y="142957"/>
                </a:lnTo>
                <a:moveTo>
                  <a:pt x="1004849" y="823342"/>
                </a:moveTo>
                <a:lnTo>
                  <a:pt x="870226" y="847490"/>
                </a:lnTo>
                <a:moveTo>
                  <a:pt x="451725" y="599869"/>
                </a:moveTo>
                <a:lnTo>
                  <a:pt x="439518" y="608816"/>
                </a:lnTo>
                <a:moveTo>
                  <a:pt x="1919318" y="861083"/>
                </a:moveTo>
                <a:lnTo>
                  <a:pt x="1732879" y="882202"/>
                </a:lnTo>
                <a:moveTo>
                  <a:pt x="2106397" y="707435"/>
                </a:moveTo>
                <a:lnTo>
                  <a:pt x="2061822" y="861594"/>
                </a:lnTo>
                <a:moveTo>
                  <a:pt x="2059423" y="719023"/>
                </a:moveTo>
                <a:lnTo>
                  <a:pt x="2061822" y="861594"/>
                </a:lnTo>
                <a:moveTo>
                  <a:pt x="880213" y="838151"/>
                </a:moveTo>
                <a:lnTo>
                  <a:pt x="864477" y="841408"/>
                </a:lnTo>
                <a:moveTo>
                  <a:pt x="2263344" y="440718"/>
                </a:moveTo>
                <a:lnTo>
                  <a:pt x="2144479" y="520729"/>
                </a:lnTo>
                <a:moveTo>
                  <a:pt x="1130501" y="266817"/>
                </a:moveTo>
                <a:lnTo>
                  <a:pt x="1182171" y="301151"/>
                </a:lnTo>
                <a:moveTo>
                  <a:pt x="2106397" y="707435"/>
                </a:moveTo>
                <a:lnTo>
                  <a:pt x="2213838" y="817419"/>
                </a:lnTo>
                <a:moveTo>
                  <a:pt x="2166699" y="332066"/>
                </a:moveTo>
                <a:lnTo>
                  <a:pt x="2263344" y="440718"/>
                </a:lnTo>
                <a:moveTo>
                  <a:pt x="2106397" y="707435"/>
                </a:moveTo>
                <a:lnTo>
                  <a:pt x="2087972" y="669608"/>
                </a:lnTo>
                <a:moveTo>
                  <a:pt x="305876" y="765252"/>
                </a:moveTo>
                <a:lnTo>
                  <a:pt x="396189" y="830536"/>
                </a:lnTo>
                <a:moveTo>
                  <a:pt x="1292319" y="316831"/>
                </a:moveTo>
                <a:lnTo>
                  <a:pt x="1287150" y="410865"/>
                </a:lnTo>
                <a:moveTo>
                  <a:pt x="315713" y="669733"/>
                </a:moveTo>
                <a:lnTo>
                  <a:pt x="305876" y="765252"/>
                </a:lnTo>
                <a:moveTo>
                  <a:pt x="1731723" y="373088"/>
                </a:moveTo>
                <a:lnTo>
                  <a:pt x="1751436" y="470190"/>
                </a:lnTo>
                <a:moveTo>
                  <a:pt x="1609993" y="861324"/>
                </a:moveTo>
                <a:lnTo>
                  <a:pt x="1569384" y="830542"/>
                </a:lnTo>
                <a:moveTo>
                  <a:pt x="880213" y="838151"/>
                </a:moveTo>
                <a:lnTo>
                  <a:pt x="870226" y="847490"/>
                </a:lnTo>
                <a:moveTo>
                  <a:pt x="870226" y="847490"/>
                </a:moveTo>
                <a:lnTo>
                  <a:pt x="864477" y="841408"/>
                </a:lnTo>
                <a:moveTo>
                  <a:pt x="1999404" y="1077045"/>
                </a:moveTo>
                <a:lnTo>
                  <a:pt x="1936531" y="1260693"/>
                </a:lnTo>
                <a:moveTo>
                  <a:pt x="1497615" y="498400"/>
                </a:moveTo>
                <a:lnTo>
                  <a:pt x="1547428" y="636431"/>
                </a:lnTo>
                <a:moveTo>
                  <a:pt x="2302138" y="83643"/>
                </a:moveTo>
                <a:lnTo>
                  <a:pt x="2281847" y="224718"/>
                </a:lnTo>
                <a:moveTo>
                  <a:pt x="2166699" y="332066"/>
                </a:moveTo>
                <a:lnTo>
                  <a:pt x="2143462" y="280115"/>
                </a:lnTo>
                <a:moveTo>
                  <a:pt x="1497615" y="498400"/>
                </a:moveTo>
                <a:lnTo>
                  <a:pt x="1365557" y="502076"/>
                </a:lnTo>
                <a:moveTo>
                  <a:pt x="2143462" y="280115"/>
                </a:moveTo>
                <a:lnTo>
                  <a:pt x="2110892" y="303304"/>
                </a:lnTo>
                <a:moveTo>
                  <a:pt x="2144479" y="520729"/>
                </a:moveTo>
                <a:lnTo>
                  <a:pt x="2109893" y="577457"/>
                </a:lnTo>
                <a:moveTo>
                  <a:pt x="1936531" y="1260693"/>
                </a:moveTo>
                <a:lnTo>
                  <a:pt x="1854211" y="1289488"/>
                </a:lnTo>
                <a:moveTo>
                  <a:pt x="1854211" y="1289488"/>
                </a:moveTo>
                <a:lnTo>
                  <a:pt x="1705326" y="1322290"/>
                </a:lnTo>
                <a:moveTo>
                  <a:pt x="938033" y="543421"/>
                </a:moveTo>
                <a:lnTo>
                  <a:pt x="1010520" y="655111"/>
                </a:lnTo>
                <a:moveTo>
                  <a:pt x="1365557" y="502076"/>
                </a:moveTo>
                <a:lnTo>
                  <a:pt x="1351733" y="495359"/>
                </a:lnTo>
                <a:moveTo>
                  <a:pt x="1134333" y="488748"/>
                </a:moveTo>
                <a:lnTo>
                  <a:pt x="1164474" y="478505"/>
                </a:lnTo>
                <a:moveTo>
                  <a:pt x="2109893" y="577457"/>
                </a:moveTo>
                <a:lnTo>
                  <a:pt x="2106397" y="707435"/>
                </a:lnTo>
                <a:moveTo>
                  <a:pt x="1547428" y="636431"/>
                </a:moveTo>
                <a:lnTo>
                  <a:pt x="1569384" y="830542"/>
                </a:lnTo>
                <a:moveTo>
                  <a:pt x="714906" y="817762"/>
                </a:moveTo>
                <a:lnTo>
                  <a:pt x="688252" y="885176"/>
                </a:lnTo>
                <a:moveTo>
                  <a:pt x="864477" y="841408"/>
                </a:moveTo>
                <a:lnTo>
                  <a:pt x="728421" y="852003"/>
                </a:lnTo>
                <a:moveTo>
                  <a:pt x="2061822" y="861594"/>
                </a:moveTo>
                <a:lnTo>
                  <a:pt x="1925505" y="725918"/>
                </a:lnTo>
                <a:moveTo>
                  <a:pt x="1405387" y="138764"/>
                </a:moveTo>
                <a:lnTo>
                  <a:pt x="1405415" y="139640"/>
                </a:lnTo>
                <a:moveTo>
                  <a:pt x="1948147" y="879319"/>
                </a:moveTo>
                <a:lnTo>
                  <a:pt x="1999404" y="1077045"/>
                </a:lnTo>
                <a:moveTo>
                  <a:pt x="614377" y="768333"/>
                </a:moveTo>
                <a:lnTo>
                  <a:pt x="688252" y="885176"/>
                </a:lnTo>
                <a:moveTo>
                  <a:pt x="439518" y="608816"/>
                </a:moveTo>
                <a:lnTo>
                  <a:pt x="305876" y="765252"/>
                </a:lnTo>
                <a:moveTo>
                  <a:pt x="637770" y="577291"/>
                </a:moveTo>
                <a:lnTo>
                  <a:pt x="578886" y="592487"/>
                </a:lnTo>
                <a:moveTo>
                  <a:pt x="565847" y="866084"/>
                </a:moveTo>
                <a:lnTo>
                  <a:pt x="438125" y="827257"/>
                </a:lnTo>
                <a:moveTo>
                  <a:pt x="1810404" y="336337"/>
                </a:moveTo>
                <a:lnTo>
                  <a:pt x="1731723" y="373088"/>
                </a:lnTo>
                <a:moveTo>
                  <a:pt x="870226" y="847490"/>
                </a:moveTo>
                <a:lnTo>
                  <a:pt x="728421" y="852003"/>
                </a:lnTo>
                <a:moveTo>
                  <a:pt x="2213838" y="817419"/>
                </a:moveTo>
                <a:lnTo>
                  <a:pt x="2061822" y="861594"/>
                </a:lnTo>
                <a:moveTo>
                  <a:pt x="1925505" y="725918"/>
                </a:moveTo>
                <a:lnTo>
                  <a:pt x="1919318" y="861083"/>
                </a:lnTo>
                <a:moveTo>
                  <a:pt x="331524" y="588956"/>
                </a:moveTo>
                <a:lnTo>
                  <a:pt x="439518" y="608816"/>
                </a:lnTo>
                <a:moveTo>
                  <a:pt x="1798477" y="867610"/>
                </a:moveTo>
                <a:lnTo>
                  <a:pt x="1732879" y="882202"/>
                </a:lnTo>
                <a:moveTo>
                  <a:pt x="2061822" y="861594"/>
                </a:moveTo>
                <a:lnTo>
                  <a:pt x="1919318" y="861083"/>
                </a:lnTo>
                <a:moveTo>
                  <a:pt x="938033" y="543421"/>
                </a:moveTo>
                <a:lnTo>
                  <a:pt x="881732" y="612329"/>
                </a:lnTo>
                <a:moveTo>
                  <a:pt x="2219656" y="827492"/>
                </a:moveTo>
                <a:lnTo>
                  <a:pt x="2213838" y="817419"/>
                </a:lnTo>
                <a:moveTo>
                  <a:pt x="2061822" y="861594"/>
                </a:moveTo>
                <a:lnTo>
                  <a:pt x="1948147" y="879319"/>
                </a:lnTo>
                <a:moveTo>
                  <a:pt x="637770" y="577291"/>
                </a:moveTo>
                <a:lnTo>
                  <a:pt x="503001" y="598162"/>
                </a:lnTo>
                <a:moveTo>
                  <a:pt x="1241622" y="244030"/>
                </a:moveTo>
                <a:lnTo>
                  <a:pt x="1292319" y="316831"/>
                </a:lnTo>
                <a:moveTo>
                  <a:pt x="2143462" y="280115"/>
                </a:moveTo>
                <a:lnTo>
                  <a:pt x="2263344" y="440718"/>
                </a:lnTo>
                <a:moveTo>
                  <a:pt x="1919318" y="861083"/>
                </a:moveTo>
                <a:lnTo>
                  <a:pt x="1948147" y="879319"/>
                </a:lnTo>
                <a:moveTo>
                  <a:pt x="1868881" y="275506"/>
                </a:moveTo>
                <a:lnTo>
                  <a:pt x="1810404" y="336337"/>
                </a:lnTo>
                <a:moveTo>
                  <a:pt x="1275978" y="138778"/>
                </a:moveTo>
                <a:lnTo>
                  <a:pt x="1241622" y="244030"/>
                </a:lnTo>
                <a:moveTo>
                  <a:pt x="1049730" y="522773"/>
                </a:moveTo>
                <a:lnTo>
                  <a:pt x="938033" y="543421"/>
                </a:lnTo>
                <a:moveTo>
                  <a:pt x="1732879" y="882202"/>
                </a:moveTo>
                <a:lnTo>
                  <a:pt x="1655981" y="889353"/>
                </a:lnTo>
                <a:moveTo>
                  <a:pt x="2109893" y="577457"/>
                </a:moveTo>
                <a:lnTo>
                  <a:pt x="2087972" y="669608"/>
                </a:lnTo>
                <a:moveTo>
                  <a:pt x="451725" y="599869"/>
                </a:moveTo>
                <a:lnTo>
                  <a:pt x="331524" y="588956"/>
                </a:lnTo>
                <a:moveTo>
                  <a:pt x="1405415" y="139640"/>
                </a:moveTo>
                <a:lnTo>
                  <a:pt x="1275978" y="138778"/>
                </a:lnTo>
                <a:moveTo>
                  <a:pt x="805903" y="488235"/>
                </a:moveTo>
                <a:lnTo>
                  <a:pt x="881732" y="612329"/>
                </a:lnTo>
                <a:moveTo>
                  <a:pt x="1348006" y="420431"/>
                </a:moveTo>
                <a:lnTo>
                  <a:pt x="1287150" y="410865"/>
                </a:lnTo>
                <a:moveTo>
                  <a:pt x="1405387" y="138764"/>
                </a:moveTo>
                <a:lnTo>
                  <a:pt x="1280923" y="112030"/>
                </a:lnTo>
                <a:moveTo>
                  <a:pt x="1280923" y="112030"/>
                </a:moveTo>
                <a:lnTo>
                  <a:pt x="1405415" y="139640"/>
                </a:lnTo>
                <a:moveTo>
                  <a:pt x="2218307" y="962358"/>
                </a:moveTo>
                <a:lnTo>
                  <a:pt x="2061822" y="861594"/>
                </a:lnTo>
                <a:moveTo>
                  <a:pt x="614377" y="768333"/>
                </a:moveTo>
                <a:lnTo>
                  <a:pt x="565847" y="866084"/>
                </a:lnTo>
                <a:moveTo>
                  <a:pt x="1886924" y="1296582"/>
                </a:moveTo>
                <a:lnTo>
                  <a:pt x="1854211" y="1289488"/>
                </a:lnTo>
                <a:moveTo>
                  <a:pt x="2213838" y="817419"/>
                </a:moveTo>
                <a:lnTo>
                  <a:pt x="2218307" y="962358"/>
                </a:lnTo>
                <a:moveTo>
                  <a:pt x="1049730" y="522773"/>
                </a:moveTo>
                <a:lnTo>
                  <a:pt x="1097487" y="516271"/>
                </a:lnTo>
                <a:moveTo>
                  <a:pt x="2155298" y="468110"/>
                </a:moveTo>
                <a:lnTo>
                  <a:pt x="2144479" y="520729"/>
                </a:lnTo>
                <a:moveTo>
                  <a:pt x="637770" y="577291"/>
                </a:moveTo>
                <a:lnTo>
                  <a:pt x="451725" y="599869"/>
                </a:lnTo>
                <a:moveTo>
                  <a:pt x="753460" y="571460"/>
                </a:moveTo>
                <a:lnTo>
                  <a:pt x="637770" y="577291"/>
                </a:lnTo>
                <a:moveTo>
                  <a:pt x="438125" y="827257"/>
                </a:moveTo>
                <a:lnTo>
                  <a:pt x="305876" y="765252"/>
                </a:lnTo>
                <a:moveTo>
                  <a:pt x="2219656" y="827492"/>
                </a:moveTo>
                <a:lnTo>
                  <a:pt x="2342361" y="930003"/>
                </a:lnTo>
                <a:moveTo>
                  <a:pt x="2110892" y="303304"/>
                </a:moveTo>
                <a:lnTo>
                  <a:pt x="2033338" y="245824"/>
                </a:lnTo>
                <a:moveTo>
                  <a:pt x="438125" y="827257"/>
                </a:moveTo>
                <a:lnTo>
                  <a:pt x="304468" y="764393"/>
                </a:lnTo>
                <a:moveTo>
                  <a:pt x="2219656" y="827492"/>
                </a:moveTo>
                <a:lnTo>
                  <a:pt x="2218307" y="962358"/>
                </a:lnTo>
                <a:moveTo>
                  <a:pt x="1936531" y="1260693"/>
                </a:moveTo>
                <a:lnTo>
                  <a:pt x="1886924" y="1296582"/>
                </a:lnTo>
                <a:moveTo>
                  <a:pt x="1886924" y="1296582"/>
                </a:moveTo>
                <a:lnTo>
                  <a:pt x="1705326" y="1322290"/>
                </a:lnTo>
                <a:moveTo>
                  <a:pt x="1981078" y="256712"/>
                </a:moveTo>
                <a:lnTo>
                  <a:pt x="1868881" y="275506"/>
                </a:lnTo>
                <a:moveTo>
                  <a:pt x="1522268" y="693080"/>
                </a:moveTo>
                <a:lnTo>
                  <a:pt x="1569384" y="830542"/>
                </a:lnTo>
                <a:moveTo>
                  <a:pt x="1529389" y="296678"/>
                </a:moveTo>
                <a:lnTo>
                  <a:pt x="1426216" y="250357"/>
                </a:lnTo>
                <a:moveTo>
                  <a:pt x="1497615" y="498400"/>
                </a:moveTo>
                <a:lnTo>
                  <a:pt x="1543061" y="566458"/>
                </a:lnTo>
                <a:moveTo>
                  <a:pt x="1049730" y="522773"/>
                </a:moveTo>
                <a:lnTo>
                  <a:pt x="949126" y="548165"/>
                </a:lnTo>
                <a:moveTo>
                  <a:pt x="1093923" y="387032"/>
                </a:moveTo>
                <a:lnTo>
                  <a:pt x="1101517" y="362573"/>
                </a:lnTo>
                <a:moveTo>
                  <a:pt x="2016492" y="984481"/>
                </a:moveTo>
                <a:lnTo>
                  <a:pt x="1999404" y="1077045"/>
                </a:lnTo>
                <a:moveTo>
                  <a:pt x="1731723" y="373088"/>
                </a:moveTo>
                <a:lnTo>
                  <a:pt x="1751277" y="566903"/>
                </a:lnTo>
                <a:moveTo>
                  <a:pt x="1426216" y="250357"/>
                </a:moveTo>
                <a:lnTo>
                  <a:pt x="1241622" y="244030"/>
                </a:lnTo>
                <a:moveTo>
                  <a:pt x="714906" y="817762"/>
                </a:moveTo>
                <a:lnTo>
                  <a:pt x="728421" y="852003"/>
                </a:lnTo>
                <a:moveTo>
                  <a:pt x="2221974" y="723751"/>
                </a:moveTo>
                <a:lnTo>
                  <a:pt x="2106397" y="707435"/>
                </a:lnTo>
                <a:moveTo>
                  <a:pt x="1529389" y="296678"/>
                </a:moveTo>
                <a:lnTo>
                  <a:pt x="1562859" y="385467"/>
                </a:lnTo>
                <a:moveTo>
                  <a:pt x="1569384" y="830542"/>
                </a:moveTo>
                <a:lnTo>
                  <a:pt x="1519783" y="753472"/>
                </a:lnTo>
                <a:moveTo>
                  <a:pt x="305876" y="765252"/>
                </a:moveTo>
                <a:lnTo>
                  <a:pt x="304468" y="764393"/>
                </a:lnTo>
                <a:moveTo>
                  <a:pt x="1405415" y="139640"/>
                </a:moveTo>
                <a:lnTo>
                  <a:pt x="1426216" y="250357"/>
                </a:lnTo>
                <a:moveTo>
                  <a:pt x="1134333" y="488748"/>
                </a:moveTo>
                <a:lnTo>
                  <a:pt x="1049730" y="522773"/>
                </a:lnTo>
                <a:moveTo>
                  <a:pt x="805903" y="488235"/>
                </a:moveTo>
                <a:lnTo>
                  <a:pt x="753460" y="571460"/>
                </a:lnTo>
                <a:moveTo>
                  <a:pt x="1834136" y="673854"/>
                </a:moveTo>
                <a:lnTo>
                  <a:pt x="1925505" y="725918"/>
                </a:lnTo>
                <a:moveTo>
                  <a:pt x="1919318" y="861083"/>
                </a:moveTo>
                <a:lnTo>
                  <a:pt x="1854708" y="867795"/>
                </a:lnTo>
                <a:moveTo>
                  <a:pt x="1241622" y="244030"/>
                </a:moveTo>
                <a:lnTo>
                  <a:pt x="1130501" y="266817"/>
                </a:lnTo>
                <a:moveTo>
                  <a:pt x="1609993" y="861324"/>
                </a:moveTo>
                <a:lnTo>
                  <a:pt x="1519783" y="753472"/>
                </a:lnTo>
                <a:moveTo>
                  <a:pt x="1547428" y="636431"/>
                </a:moveTo>
                <a:lnTo>
                  <a:pt x="1522268" y="693080"/>
                </a:lnTo>
                <a:moveTo>
                  <a:pt x="331524" y="588956"/>
                </a:moveTo>
                <a:lnTo>
                  <a:pt x="305876" y="765252"/>
                </a:lnTo>
                <a:moveTo>
                  <a:pt x="1280923" y="112030"/>
                </a:moveTo>
                <a:lnTo>
                  <a:pt x="1275978" y="138778"/>
                </a:lnTo>
                <a:moveTo>
                  <a:pt x="331524" y="588956"/>
                </a:moveTo>
                <a:lnTo>
                  <a:pt x="304468" y="764393"/>
                </a:lnTo>
                <a:moveTo>
                  <a:pt x="614377" y="768333"/>
                </a:moveTo>
                <a:lnTo>
                  <a:pt x="438125" y="827257"/>
                </a:lnTo>
                <a:moveTo>
                  <a:pt x="1999404" y="1077045"/>
                </a:moveTo>
                <a:lnTo>
                  <a:pt x="1941884" y="1166682"/>
                </a:lnTo>
                <a:moveTo>
                  <a:pt x="2033338" y="245824"/>
                </a:moveTo>
                <a:lnTo>
                  <a:pt x="1981078" y="256712"/>
                </a:lnTo>
                <a:moveTo>
                  <a:pt x="1348006" y="420431"/>
                </a:moveTo>
                <a:lnTo>
                  <a:pt x="1351733" y="495359"/>
                </a:lnTo>
                <a:moveTo>
                  <a:pt x="1655981" y="889353"/>
                </a:moveTo>
                <a:lnTo>
                  <a:pt x="1609993" y="861324"/>
                </a:lnTo>
                <a:moveTo>
                  <a:pt x="2126006" y="637258"/>
                </a:moveTo>
                <a:lnTo>
                  <a:pt x="2087972" y="669608"/>
                </a:lnTo>
                <a:moveTo>
                  <a:pt x="2342361" y="930003"/>
                </a:moveTo>
                <a:lnTo>
                  <a:pt x="2218307" y="962358"/>
                </a:lnTo>
                <a:moveTo>
                  <a:pt x="2073561" y="608714"/>
                </a:moveTo>
                <a:lnTo>
                  <a:pt x="2087972" y="669608"/>
                </a:lnTo>
                <a:moveTo>
                  <a:pt x="2061822" y="861594"/>
                </a:moveTo>
                <a:lnTo>
                  <a:pt x="2090054" y="959447"/>
                </a:lnTo>
                <a:moveTo>
                  <a:pt x="1919318" y="861083"/>
                </a:moveTo>
                <a:lnTo>
                  <a:pt x="1798477" y="867610"/>
                </a:lnTo>
                <a:moveTo>
                  <a:pt x="1547428" y="636431"/>
                </a:moveTo>
                <a:lnTo>
                  <a:pt x="1543061" y="566458"/>
                </a:lnTo>
                <a:moveTo>
                  <a:pt x="1981078" y="256712"/>
                </a:moveTo>
                <a:lnTo>
                  <a:pt x="1884822" y="277988"/>
                </a:lnTo>
                <a:moveTo>
                  <a:pt x="512128" y="546185"/>
                </a:moveTo>
                <a:lnTo>
                  <a:pt x="451725" y="599869"/>
                </a:lnTo>
                <a:moveTo>
                  <a:pt x="1834136" y="673854"/>
                </a:moveTo>
                <a:lnTo>
                  <a:pt x="1919318" y="861083"/>
                </a:lnTo>
                <a:moveTo>
                  <a:pt x="1130501" y="266817"/>
                </a:moveTo>
                <a:lnTo>
                  <a:pt x="1093923" y="387032"/>
                </a:lnTo>
                <a:moveTo>
                  <a:pt x="1948147" y="879319"/>
                </a:moveTo>
                <a:lnTo>
                  <a:pt x="2016492" y="984481"/>
                </a:lnTo>
                <a:moveTo>
                  <a:pt x="1823775" y="663827"/>
                </a:moveTo>
                <a:lnTo>
                  <a:pt x="1751277" y="566903"/>
                </a:lnTo>
                <a:moveTo>
                  <a:pt x="1941884" y="1166682"/>
                </a:moveTo>
                <a:lnTo>
                  <a:pt x="1936531" y="1260693"/>
                </a:lnTo>
                <a:moveTo>
                  <a:pt x="1269973" y="122672"/>
                </a:moveTo>
                <a:lnTo>
                  <a:pt x="1275978" y="138778"/>
                </a:lnTo>
                <a:moveTo>
                  <a:pt x="1280923" y="112030"/>
                </a:moveTo>
                <a:lnTo>
                  <a:pt x="1269973" y="122672"/>
                </a:lnTo>
                <a:moveTo>
                  <a:pt x="1288270" y="117502"/>
                </a:moveTo>
                <a:lnTo>
                  <a:pt x="1280923" y="112030"/>
                </a:lnTo>
                <a:moveTo>
                  <a:pt x="2090054" y="959447"/>
                </a:moveTo>
                <a:lnTo>
                  <a:pt x="1948147" y="879319"/>
                </a:lnTo>
                <a:moveTo>
                  <a:pt x="2263344" y="440718"/>
                </a:moveTo>
                <a:lnTo>
                  <a:pt x="2155298" y="468110"/>
                </a:lnTo>
                <a:moveTo>
                  <a:pt x="1426216" y="250357"/>
                </a:moveTo>
                <a:lnTo>
                  <a:pt x="1292319" y="316831"/>
                </a:lnTo>
                <a:moveTo>
                  <a:pt x="2109893" y="577457"/>
                </a:moveTo>
                <a:lnTo>
                  <a:pt x="2073561" y="608714"/>
                </a:lnTo>
                <a:moveTo>
                  <a:pt x="1426216" y="250357"/>
                </a:moveTo>
                <a:lnTo>
                  <a:pt x="1275978" y="138778"/>
                </a:lnTo>
                <a:moveTo>
                  <a:pt x="1093923" y="387032"/>
                </a:moveTo>
                <a:lnTo>
                  <a:pt x="1134333" y="488748"/>
                </a:lnTo>
                <a:moveTo>
                  <a:pt x="1868881" y="275506"/>
                </a:moveTo>
                <a:lnTo>
                  <a:pt x="1731723" y="373088"/>
                </a:lnTo>
                <a:moveTo>
                  <a:pt x="2221974" y="723751"/>
                </a:moveTo>
                <a:lnTo>
                  <a:pt x="2213838" y="817419"/>
                </a:lnTo>
                <a:moveTo>
                  <a:pt x="1348006" y="420431"/>
                </a:moveTo>
                <a:lnTo>
                  <a:pt x="1365557" y="502076"/>
                </a:lnTo>
                <a:moveTo>
                  <a:pt x="2221974" y="723751"/>
                </a:moveTo>
                <a:lnTo>
                  <a:pt x="2087972" y="669608"/>
                </a:lnTo>
                <a:moveTo>
                  <a:pt x="714906" y="817762"/>
                </a:moveTo>
                <a:lnTo>
                  <a:pt x="614377" y="768333"/>
                </a:lnTo>
                <a:moveTo>
                  <a:pt x="2143462" y="280115"/>
                </a:moveTo>
                <a:lnTo>
                  <a:pt x="2033338" y="245824"/>
                </a:lnTo>
                <a:moveTo>
                  <a:pt x="1275978" y="138778"/>
                </a:moveTo>
                <a:lnTo>
                  <a:pt x="1130501" y="266817"/>
                </a:lnTo>
                <a:moveTo>
                  <a:pt x="1497615" y="498400"/>
                </a:moveTo>
                <a:lnTo>
                  <a:pt x="1425377" y="545254"/>
                </a:lnTo>
                <a:moveTo>
                  <a:pt x="1288270" y="117502"/>
                </a:moveTo>
                <a:lnTo>
                  <a:pt x="1269973" y="122672"/>
                </a:lnTo>
                <a:moveTo>
                  <a:pt x="1130501" y="266817"/>
                </a:moveTo>
                <a:lnTo>
                  <a:pt x="1101517" y="362573"/>
                </a:lnTo>
                <a:moveTo>
                  <a:pt x="2155298" y="468110"/>
                </a:moveTo>
                <a:lnTo>
                  <a:pt x="2109893" y="577457"/>
                </a:lnTo>
                <a:moveTo>
                  <a:pt x="2263344" y="440718"/>
                </a:moveTo>
                <a:lnTo>
                  <a:pt x="2179969" y="363646"/>
                </a:lnTo>
                <a:moveTo>
                  <a:pt x="2218307" y="962358"/>
                </a:moveTo>
                <a:lnTo>
                  <a:pt x="2090054" y="959447"/>
                </a:lnTo>
                <a:moveTo>
                  <a:pt x="1854708" y="867795"/>
                </a:moveTo>
                <a:lnTo>
                  <a:pt x="1798477" y="867610"/>
                </a:lnTo>
                <a:moveTo>
                  <a:pt x="386825" y="516337"/>
                </a:moveTo>
                <a:lnTo>
                  <a:pt x="451725" y="599869"/>
                </a:lnTo>
                <a:moveTo>
                  <a:pt x="1773184" y="1309651"/>
                </a:moveTo>
                <a:lnTo>
                  <a:pt x="1705326" y="1322290"/>
                </a:lnTo>
                <a:moveTo>
                  <a:pt x="687916" y="485542"/>
                </a:moveTo>
                <a:lnTo>
                  <a:pt x="753460" y="571460"/>
                </a:lnTo>
                <a:moveTo>
                  <a:pt x="1834136" y="673854"/>
                </a:moveTo>
                <a:lnTo>
                  <a:pt x="1854708" y="867795"/>
                </a:lnTo>
                <a:moveTo>
                  <a:pt x="938033" y="543421"/>
                </a:moveTo>
                <a:lnTo>
                  <a:pt x="805903" y="488235"/>
                </a:lnTo>
                <a:moveTo>
                  <a:pt x="949126" y="548165"/>
                </a:moveTo>
                <a:lnTo>
                  <a:pt x="938033" y="543421"/>
                </a:lnTo>
                <a:moveTo>
                  <a:pt x="1292319" y="316831"/>
                </a:moveTo>
                <a:lnTo>
                  <a:pt x="1348006" y="420431"/>
                </a:lnTo>
                <a:moveTo>
                  <a:pt x="2143462" y="280115"/>
                </a:moveTo>
                <a:lnTo>
                  <a:pt x="2179969" y="363646"/>
                </a:lnTo>
                <a:moveTo>
                  <a:pt x="1724569" y="452971"/>
                </a:moveTo>
                <a:lnTo>
                  <a:pt x="1751277" y="566903"/>
                </a:lnTo>
                <a:moveTo>
                  <a:pt x="1854708" y="867795"/>
                </a:moveTo>
                <a:lnTo>
                  <a:pt x="1805350" y="873307"/>
                </a:lnTo>
                <a:moveTo>
                  <a:pt x="1830583" y="290610"/>
                </a:moveTo>
                <a:lnTo>
                  <a:pt x="1731723" y="373088"/>
                </a:lnTo>
                <a:moveTo>
                  <a:pt x="1562859" y="385467"/>
                </a:moveTo>
                <a:lnTo>
                  <a:pt x="1426216" y="250357"/>
                </a:lnTo>
                <a:moveTo>
                  <a:pt x="493633" y="808591"/>
                </a:moveTo>
                <a:lnTo>
                  <a:pt x="438125" y="827257"/>
                </a:lnTo>
                <a:moveTo>
                  <a:pt x="1365557" y="502076"/>
                </a:moveTo>
                <a:lnTo>
                  <a:pt x="1425377" y="545254"/>
                </a:lnTo>
                <a:moveTo>
                  <a:pt x="1830633" y="689278"/>
                </a:moveTo>
                <a:lnTo>
                  <a:pt x="1854708" y="867795"/>
                </a:lnTo>
                <a:moveTo>
                  <a:pt x="1123100" y="295960"/>
                </a:moveTo>
                <a:lnTo>
                  <a:pt x="1101517" y="362573"/>
                </a:lnTo>
                <a:moveTo>
                  <a:pt x="1834136" y="673854"/>
                </a:moveTo>
                <a:lnTo>
                  <a:pt x="1823775" y="663827"/>
                </a:lnTo>
                <a:moveTo>
                  <a:pt x="1725862" y="474950"/>
                </a:moveTo>
                <a:lnTo>
                  <a:pt x="1751277" y="566903"/>
                </a:lnTo>
                <a:moveTo>
                  <a:pt x="2278445" y="858264"/>
                </a:moveTo>
                <a:lnTo>
                  <a:pt x="2219656" y="827492"/>
                </a:lnTo>
                <a:moveTo>
                  <a:pt x="1657965" y="363990"/>
                </a:moveTo>
                <a:lnTo>
                  <a:pt x="1562859" y="385467"/>
                </a:lnTo>
                <a:moveTo>
                  <a:pt x="1097487" y="516271"/>
                </a:moveTo>
                <a:lnTo>
                  <a:pt x="949126" y="548165"/>
                </a:lnTo>
                <a:moveTo>
                  <a:pt x="2126006" y="637258"/>
                </a:moveTo>
                <a:lnTo>
                  <a:pt x="2073561" y="608714"/>
                </a:lnTo>
                <a:moveTo>
                  <a:pt x="1522268" y="693080"/>
                </a:moveTo>
                <a:lnTo>
                  <a:pt x="1519783" y="753472"/>
                </a:lnTo>
                <a:moveTo>
                  <a:pt x="1543061" y="566458"/>
                </a:moveTo>
                <a:lnTo>
                  <a:pt x="1522268" y="693080"/>
                </a:lnTo>
                <a:moveTo>
                  <a:pt x="1941884" y="1166682"/>
                </a:moveTo>
                <a:lnTo>
                  <a:pt x="1886924" y="1296582"/>
                </a:lnTo>
                <a:moveTo>
                  <a:pt x="637770" y="577291"/>
                </a:moveTo>
                <a:lnTo>
                  <a:pt x="512128" y="546185"/>
                </a:lnTo>
                <a:moveTo>
                  <a:pt x="1805350" y="873307"/>
                </a:moveTo>
                <a:lnTo>
                  <a:pt x="1798477" y="867610"/>
                </a:lnTo>
                <a:moveTo>
                  <a:pt x="1534222" y="1114341"/>
                </a:moveTo>
                <a:lnTo>
                  <a:pt x="1478873" y="1087749"/>
                </a:lnTo>
                <a:moveTo>
                  <a:pt x="493633" y="808591"/>
                </a:moveTo>
                <a:lnTo>
                  <a:pt x="304468" y="764393"/>
                </a:lnTo>
                <a:moveTo>
                  <a:pt x="2090054" y="959447"/>
                </a:moveTo>
                <a:lnTo>
                  <a:pt x="2016492" y="984481"/>
                </a:lnTo>
                <a:moveTo>
                  <a:pt x="1819305" y="831557"/>
                </a:moveTo>
                <a:lnTo>
                  <a:pt x="1854708" y="867795"/>
                </a:lnTo>
                <a:moveTo>
                  <a:pt x="1731723" y="373088"/>
                </a:moveTo>
                <a:lnTo>
                  <a:pt x="1724569" y="452971"/>
                </a:lnTo>
                <a:moveTo>
                  <a:pt x="1134333" y="488748"/>
                </a:moveTo>
                <a:lnTo>
                  <a:pt x="1097487" y="516271"/>
                </a:lnTo>
                <a:moveTo>
                  <a:pt x="1798477" y="867610"/>
                </a:moveTo>
                <a:lnTo>
                  <a:pt x="1655981" y="889353"/>
                </a:lnTo>
                <a:moveTo>
                  <a:pt x="1884822" y="277988"/>
                </a:moveTo>
                <a:lnTo>
                  <a:pt x="1868881" y="275506"/>
                </a:lnTo>
                <a:moveTo>
                  <a:pt x="1868881" y="275506"/>
                </a:moveTo>
                <a:lnTo>
                  <a:pt x="1830583" y="290610"/>
                </a:lnTo>
                <a:moveTo>
                  <a:pt x="1834136" y="673854"/>
                </a:moveTo>
                <a:lnTo>
                  <a:pt x="1830633" y="689278"/>
                </a:lnTo>
                <a:moveTo>
                  <a:pt x="1148354" y="333076"/>
                </a:moveTo>
                <a:lnTo>
                  <a:pt x="1101517" y="362573"/>
                </a:lnTo>
                <a:moveTo>
                  <a:pt x="1426216" y="250357"/>
                </a:moveTo>
                <a:lnTo>
                  <a:pt x="1348006" y="420431"/>
                </a:lnTo>
                <a:moveTo>
                  <a:pt x="1302939" y="223469"/>
                </a:moveTo>
                <a:lnTo>
                  <a:pt x="1275978" y="138778"/>
                </a:lnTo>
                <a:moveTo>
                  <a:pt x="1655981" y="889353"/>
                </a:moveTo>
                <a:lnTo>
                  <a:pt x="1519783" y="753472"/>
                </a:lnTo>
                <a:moveTo>
                  <a:pt x="2016492" y="984481"/>
                </a:moveTo>
                <a:lnTo>
                  <a:pt x="1941884" y="1166682"/>
                </a:lnTo>
                <a:moveTo>
                  <a:pt x="2281222" y="827790"/>
                </a:moveTo>
                <a:lnTo>
                  <a:pt x="2213838" y="817419"/>
                </a:lnTo>
                <a:moveTo>
                  <a:pt x="1404388" y="524117"/>
                </a:moveTo>
                <a:lnTo>
                  <a:pt x="1365557" y="502076"/>
                </a:lnTo>
                <a:moveTo>
                  <a:pt x="1443079" y="278654"/>
                </a:moveTo>
                <a:lnTo>
                  <a:pt x="1426216" y="250357"/>
                </a:lnTo>
                <a:moveTo>
                  <a:pt x="1522268" y="693080"/>
                </a:moveTo>
                <a:lnTo>
                  <a:pt x="1395051" y="656128"/>
                </a:lnTo>
                <a:moveTo>
                  <a:pt x="2278445" y="858264"/>
                </a:moveTo>
                <a:lnTo>
                  <a:pt x="2342361" y="930003"/>
                </a:lnTo>
                <a:moveTo>
                  <a:pt x="2342361" y="930003"/>
                </a:moveTo>
                <a:lnTo>
                  <a:pt x="2262636" y="987005"/>
                </a:lnTo>
                <a:moveTo>
                  <a:pt x="2126006" y="637258"/>
                </a:moveTo>
                <a:lnTo>
                  <a:pt x="2221974" y="723751"/>
                </a:lnTo>
                <a:moveTo>
                  <a:pt x="2262636" y="987005"/>
                </a:moveTo>
                <a:lnTo>
                  <a:pt x="2218307" y="962358"/>
                </a:lnTo>
                <a:moveTo>
                  <a:pt x="2281222" y="827790"/>
                </a:moveTo>
                <a:lnTo>
                  <a:pt x="2219656" y="827492"/>
                </a:lnTo>
                <a:moveTo>
                  <a:pt x="2037719" y="466929"/>
                </a:moveTo>
                <a:lnTo>
                  <a:pt x="2109893" y="577457"/>
                </a:lnTo>
                <a:moveTo>
                  <a:pt x="1130501" y="266817"/>
                </a:moveTo>
                <a:lnTo>
                  <a:pt x="1123100" y="295960"/>
                </a:lnTo>
                <a:moveTo>
                  <a:pt x="386825" y="516337"/>
                </a:moveTo>
                <a:lnTo>
                  <a:pt x="331524" y="588956"/>
                </a:lnTo>
                <a:moveTo>
                  <a:pt x="1196987" y="401805"/>
                </a:moveTo>
                <a:lnTo>
                  <a:pt x="1093923" y="387032"/>
                </a:lnTo>
                <a:moveTo>
                  <a:pt x="614377" y="768333"/>
                </a:moveTo>
                <a:lnTo>
                  <a:pt x="493633" y="808591"/>
                </a:lnTo>
                <a:moveTo>
                  <a:pt x="1395051" y="656128"/>
                </a:moveTo>
                <a:lnTo>
                  <a:pt x="1519783" y="753472"/>
                </a:lnTo>
                <a:moveTo>
                  <a:pt x="1543061" y="566458"/>
                </a:moveTo>
                <a:lnTo>
                  <a:pt x="1395051" y="656128"/>
                </a:lnTo>
                <a:moveTo>
                  <a:pt x="1886924" y="1296582"/>
                </a:moveTo>
                <a:lnTo>
                  <a:pt x="1773184" y="1309651"/>
                </a:lnTo>
                <a:moveTo>
                  <a:pt x="1731723" y="373088"/>
                </a:moveTo>
                <a:lnTo>
                  <a:pt x="1738240" y="453524"/>
                </a:lnTo>
                <a:moveTo>
                  <a:pt x="1269973" y="122672"/>
                </a:moveTo>
                <a:lnTo>
                  <a:pt x="1302939" y="223469"/>
                </a:lnTo>
                <a:moveTo>
                  <a:pt x="614377" y="768333"/>
                </a:moveTo>
                <a:lnTo>
                  <a:pt x="529430" y="794885"/>
                </a:lnTo>
                <a:moveTo>
                  <a:pt x="2033338" y="245824"/>
                </a:moveTo>
                <a:lnTo>
                  <a:pt x="1884822" y="277988"/>
                </a:lnTo>
                <a:moveTo>
                  <a:pt x="1819305" y="831557"/>
                </a:moveTo>
                <a:lnTo>
                  <a:pt x="1805350" y="873307"/>
                </a:lnTo>
                <a:moveTo>
                  <a:pt x="1130501" y="266817"/>
                </a:moveTo>
                <a:lnTo>
                  <a:pt x="1149425" y="279648"/>
                </a:lnTo>
                <a:moveTo>
                  <a:pt x="2143462" y="280115"/>
                </a:moveTo>
                <a:lnTo>
                  <a:pt x="2061293" y="344158"/>
                </a:lnTo>
                <a:moveTo>
                  <a:pt x="1317250" y="214063"/>
                </a:moveTo>
                <a:lnTo>
                  <a:pt x="1269973" y="122672"/>
                </a:lnTo>
                <a:moveTo>
                  <a:pt x="1288270" y="117502"/>
                </a:moveTo>
                <a:lnTo>
                  <a:pt x="1317250" y="214063"/>
                </a:lnTo>
                <a:moveTo>
                  <a:pt x="687916" y="485542"/>
                </a:moveTo>
                <a:lnTo>
                  <a:pt x="637770" y="577291"/>
                </a:lnTo>
                <a:moveTo>
                  <a:pt x="1830633" y="689278"/>
                </a:moveTo>
                <a:lnTo>
                  <a:pt x="1819305" y="831557"/>
                </a:lnTo>
                <a:moveTo>
                  <a:pt x="238307" y="662247"/>
                </a:moveTo>
                <a:lnTo>
                  <a:pt x="304468" y="764393"/>
                </a:lnTo>
                <a:moveTo>
                  <a:pt x="1519783" y="753472"/>
                </a:moveTo>
                <a:lnTo>
                  <a:pt x="1388114" y="756475"/>
                </a:lnTo>
                <a:moveTo>
                  <a:pt x="1939228" y="1212840"/>
                </a:moveTo>
                <a:lnTo>
                  <a:pt x="1886924" y="1296582"/>
                </a:lnTo>
                <a:moveTo>
                  <a:pt x="1798477" y="867610"/>
                </a:moveTo>
                <a:lnTo>
                  <a:pt x="1656890" y="1034501"/>
                </a:lnTo>
                <a:moveTo>
                  <a:pt x="1823775" y="663827"/>
                </a:moveTo>
                <a:lnTo>
                  <a:pt x="1725862" y="474950"/>
                </a:lnTo>
                <a:moveTo>
                  <a:pt x="1884822" y="277988"/>
                </a:moveTo>
                <a:lnTo>
                  <a:pt x="1830583" y="290610"/>
                </a:lnTo>
                <a:moveTo>
                  <a:pt x="1515091" y="346368"/>
                </a:moveTo>
                <a:lnTo>
                  <a:pt x="1426216" y="250357"/>
                </a:lnTo>
                <a:moveTo>
                  <a:pt x="662514" y="741178"/>
                </a:moveTo>
                <a:lnTo>
                  <a:pt x="714906" y="817762"/>
                </a:lnTo>
                <a:moveTo>
                  <a:pt x="1313363" y="232427"/>
                </a:moveTo>
                <a:lnTo>
                  <a:pt x="1426216" y="250357"/>
                </a:lnTo>
                <a:moveTo>
                  <a:pt x="1655339" y="1034608"/>
                </a:moveTo>
                <a:lnTo>
                  <a:pt x="1534222" y="1114341"/>
                </a:lnTo>
                <a:moveTo>
                  <a:pt x="1196987" y="401805"/>
                </a:moveTo>
                <a:lnTo>
                  <a:pt x="1101517" y="362573"/>
                </a:lnTo>
                <a:moveTo>
                  <a:pt x="2179969" y="363646"/>
                </a:moveTo>
                <a:lnTo>
                  <a:pt x="2155298" y="468110"/>
                </a:lnTo>
                <a:moveTo>
                  <a:pt x="331524" y="588956"/>
                </a:moveTo>
                <a:lnTo>
                  <a:pt x="238307" y="662247"/>
                </a:lnTo>
                <a:moveTo>
                  <a:pt x="1302939" y="223469"/>
                </a:moveTo>
                <a:lnTo>
                  <a:pt x="1130501" y="266817"/>
                </a:lnTo>
                <a:moveTo>
                  <a:pt x="2126006" y="637258"/>
                </a:moveTo>
                <a:lnTo>
                  <a:pt x="2014262" y="572288"/>
                </a:lnTo>
                <a:moveTo>
                  <a:pt x="662514" y="741178"/>
                </a:moveTo>
                <a:lnTo>
                  <a:pt x="614377" y="768333"/>
                </a:lnTo>
                <a:moveTo>
                  <a:pt x="1730552" y="475176"/>
                </a:moveTo>
                <a:lnTo>
                  <a:pt x="1823775" y="663827"/>
                </a:lnTo>
                <a:moveTo>
                  <a:pt x="1515091" y="346368"/>
                </a:moveTo>
                <a:lnTo>
                  <a:pt x="1562859" y="385467"/>
                </a:lnTo>
                <a:moveTo>
                  <a:pt x="2073561" y="608714"/>
                </a:moveTo>
                <a:lnTo>
                  <a:pt x="2014262" y="572288"/>
                </a:lnTo>
                <a:moveTo>
                  <a:pt x="1655339" y="1034608"/>
                </a:moveTo>
                <a:lnTo>
                  <a:pt x="1478873" y="1087749"/>
                </a:lnTo>
                <a:moveTo>
                  <a:pt x="1926106" y="590527"/>
                </a:moveTo>
                <a:lnTo>
                  <a:pt x="1823775" y="663827"/>
                </a:lnTo>
                <a:moveTo>
                  <a:pt x="805903" y="488235"/>
                </a:moveTo>
                <a:lnTo>
                  <a:pt x="687916" y="485542"/>
                </a:lnTo>
                <a:moveTo>
                  <a:pt x="1805350" y="873307"/>
                </a:moveTo>
                <a:lnTo>
                  <a:pt x="1656890" y="1034501"/>
                </a:lnTo>
                <a:moveTo>
                  <a:pt x="1926106" y="590527"/>
                </a:moveTo>
                <a:lnTo>
                  <a:pt x="1834136" y="673854"/>
                </a:lnTo>
                <a:moveTo>
                  <a:pt x="858015" y="403778"/>
                </a:moveTo>
                <a:lnTo>
                  <a:pt x="938033" y="543421"/>
                </a:lnTo>
                <a:moveTo>
                  <a:pt x="1655981" y="889353"/>
                </a:moveTo>
                <a:lnTo>
                  <a:pt x="1656890" y="1034501"/>
                </a:lnTo>
                <a:moveTo>
                  <a:pt x="1872841" y="568066"/>
                </a:moveTo>
                <a:lnTo>
                  <a:pt x="1823775" y="663827"/>
                </a:lnTo>
                <a:moveTo>
                  <a:pt x="2262636" y="987005"/>
                </a:moveTo>
                <a:lnTo>
                  <a:pt x="2090054" y="959447"/>
                </a:lnTo>
                <a:moveTo>
                  <a:pt x="1543061" y="566458"/>
                </a:moveTo>
                <a:lnTo>
                  <a:pt x="1425377" y="545254"/>
                </a:lnTo>
                <a:moveTo>
                  <a:pt x="1395051" y="656128"/>
                </a:moveTo>
                <a:lnTo>
                  <a:pt x="1388114" y="756475"/>
                </a:lnTo>
                <a:moveTo>
                  <a:pt x="1149425" y="279648"/>
                </a:moveTo>
                <a:lnTo>
                  <a:pt x="1123100" y="295960"/>
                </a:lnTo>
                <a:moveTo>
                  <a:pt x="1657965" y="363990"/>
                </a:moveTo>
                <a:lnTo>
                  <a:pt x="1598314" y="419590"/>
                </a:lnTo>
                <a:moveTo>
                  <a:pt x="1233017" y="980458"/>
                </a:moveTo>
                <a:lnTo>
                  <a:pt x="1212734" y="970405"/>
                </a:lnTo>
                <a:moveTo>
                  <a:pt x="2037719" y="466929"/>
                </a:moveTo>
                <a:lnTo>
                  <a:pt x="2073561" y="608714"/>
                </a:lnTo>
                <a:moveTo>
                  <a:pt x="2072106" y="1270802"/>
                </a:moveTo>
                <a:lnTo>
                  <a:pt x="2061114" y="1302984"/>
                </a:lnTo>
                <a:moveTo>
                  <a:pt x="1598314" y="419590"/>
                </a:moveTo>
                <a:lnTo>
                  <a:pt x="1562859" y="385467"/>
                </a:lnTo>
                <a:moveTo>
                  <a:pt x="1148354" y="333076"/>
                </a:moveTo>
                <a:lnTo>
                  <a:pt x="1123100" y="295960"/>
                </a:lnTo>
                <a:moveTo>
                  <a:pt x="1826145" y="386794"/>
                </a:moveTo>
                <a:lnTo>
                  <a:pt x="1731723" y="373088"/>
                </a:lnTo>
                <a:moveTo>
                  <a:pt x="1097487" y="516271"/>
                </a:moveTo>
                <a:lnTo>
                  <a:pt x="1133678" y="600350"/>
                </a:lnTo>
                <a:moveTo>
                  <a:pt x="512128" y="546185"/>
                </a:moveTo>
                <a:lnTo>
                  <a:pt x="386825" y="516337"/>
                </a:lnTo>
                <a:moveTo>
                  <a:pt x="858015" y="403778"/>
                </a:moveTo>
                <a:lnTo>
                  <a:pt x="805903" y="488235"/>
                </a:lnTo>
                <a:moveTo>
                  <a:pt x="1313363" y="232427"/>
                </a:moveTo>
                <a:lnTo>
                  <a:pt x="1348006" y="420431"/>
                </a:lnTo>
                <a:moveTo>
                  <a:pt x="1941884" y="1166682"/>
                </a:moveTo>
                <a:lnTo>
                  <a:pt x="1939228" y="1212840"/>
                </a:lnTo>
                <a:moveTo>
                  <a:pt x="1528230" y="993071"/>
                </a:moveTo>
                <a:lnTo>
                  <a:pt x="1478873" y="1087749"/>
                </a:lnTo>
                <a:moveTo>
                  <a:pt x="1515091" y="346368"/>
                </a:moveTo>
                <a:lnTo>
                  <a:pt x="1443079" y="278654"/>
                </a:lnTo>
                <a:moveTo>
                  <a:pt x="1443079" y="278654"/>
                </a:moveTo>
                <a:lnTo>
                  <a:pt x="1313363" y="232427"/>
                </a:lnTo>
                <a:moveTo>
                  <a:pt x="1149425" y="279648"/>
                </a:moveTo>
                <a:lnTo>
                  <a:pt x="1148354" y="333076"/>
                </a:lnTo>
                <a:moveTo>
                  <a:pt x="1425377" y="545254"/>
                </a:moveTo>
                <a:lnTo>
                  <a:pt x="1395051" y="656128"/>
                </a:lnTo>
                <a:moveTo>
                  <a:pt x="2155298" y="468110"/>
                </a:moveTo>
                <a:lnTo>
                  <a:pt x="2037719" y="466929"/>
                </a:lnTo>
                <a:moveTo>
                  <a:pt x="897697" y="459562"/>
                </a:moveTo>
                <a:lnTo>
                  <a:pt x="938033" y="543421"/>
                </a:lnTo>
                <a:moveTo>
                  <a:pt x="1724569" y="452971"/>
                </a:moveTo>
                <a:lnTo>
                  <a:pt x="1725862" y="474950"/>
                </a:lnTo>
                <a:moveTo>
                  <a:pt x="270229" y="518804"/>
                </a:moveTo>
                <a:lnTo>
                  <a:pt x="331524" y="588956"/>
                </a:lnTo>
                <a:moveTo>
                  <a:pt x="329359" y="770209"/>
                </a:moveTo>
                <a:lnTo>
                  <a:pt x="304468" y="764393"/>
                </a:lnTo>
                <a:moveTo>
                  <a:pt x="1302939" y="223469"/>
                </a:moveTo>
                <a:lnTo>
                  <a:pt x="1149425" y="279648"/>
                </a:lnTo>
                <a:moveTo>
                  <a:pt x="1644063" y="267604"/>
                </a:moveTo>
                <a:lnTo>
                  <a:pt x="1657965" y="363990"/>
                </a:lnTo>
                <a:moveTo>
                  <a:pt x="1134333" y="488748"/>
                </a:moveTo>
                <a:lnTo>
                  <a:pt x="1133678" y="600350"/>
                </a:lnTo>
                <a:moveTo>
                  <a:pt x="1656890" y="1034501"/>
                </a:moveTo>
                <a:lnTo>
                  <a:pt x="1656841" y="1035193"/>
                </a:lnTo>
                <a:moveTo>
                  <a:pt x="1134333" y="488748"/>
                </a:moveTo>
                <a:lnTo>
                  <a:pt x="1169203" y="589781"/>
                </a:lnTo>
                <a:moveTo>
                  <a:pt x="1656890" y="1034501"/>
                </a:moveTo>
                <a:lnTo>
                  <a:pt x="1655339" y="1034608"/>
                </a:lnTo>
                <a:moveTo>
                  <a:pt x="1196987" y="401805"/>
                </a:moveTo>
                <a:lnTo>
                  <a:pt x="1134333" y="488748"/>
                </a:lnTo>
                <a:moveTo>
                  <a:pt x="1656841" y="1035193"/>
                </a:moveTo>
                <a:lnTo>
                  <a:pt x="1655339" y="1034608"/>
                </a:lnTo>
                <a:moveTo>
                  <a:pt x="529430" y="794885"/>
                </a:moveTo>
                <a:lnTo>
                  <a:pt x="493633" y="808591"/>
                </a:lnTo>
                <a:moveTo>
                  <a:pt x="2175403" y="664992"/>
                </a:moveTo>
                <a:lnTo>
                  <a:pt x="2126006" y="637258"/>
                </a:lnTo>
                <a:moveTo>
                  <a:pt x="1519783" y="753472"/>
                </a:moveTo>
                <a:lnTo>
                  <a:pt x="1556383" y="836843"/>
                </a:lnTo>
                <a:moveTo>
                  <a:pt x="1382306" y="913250"/>
                </a:moveTo>
                <a:lnTo>
                  <a:pt x="1233017" y="980458"/>
                </a:lnTo>
                <a:moveTo>
                  <a:pt x="2016492" y="984481"/>
                </a:moveTo>
                <a:lnTo>
                  <a:pt x="1981012" y="1076837"/>
                </a:lnTo>
                <a:moveTo>
                  <a:pt x="1382306" y="913250"/>
                </a:moveTo>
                <a:lnTo>
                  <a:pt x="1212734" y="970405"/>
                </a:lnTo>
                <a:moveTo>
                  <a:pt x="2028249" y="1274066"/>
                </a:moveTo>
                <a:lnTo>
                  <a:pt x="2061114" y="1302984"/>
                </a:lnTo>
                <a:moveTo>
                  <a:pt x="1302939" y="223469"/>
                </a:moveTo>
                <a:lnTo>
                  <a:pt x="1148354" y="333076"/>
                </a:lnTo>
                <a:moveTo>
                  <a:pt x="1724569" y="452971"/>
                </a:moveTo>
                <a:lnTo>
                  <a:pt x="1707929" y="466885"/>
                </a:lnTo>
                <a:moveTo>
                  <a:pt x="2033338" y="245824"/>
                </a:moveTo>
                <a:lnTo>
                  <a:pt x="2061293" y="344158"/>
                </a:lnTo>
                <a:moveTo>
                  <a:pt x="1830633" y="689278"/>
                </a:moveTo>
                <a:lnTo>
                  <a:pt x="1825038" y="769464"/>
                </a:lnTo>
                <a:moveTo>
                  <a:pt x="1822481" y="1214747"/>
                </a:moveTo>
                <a:lnTo>
                  <a:pt x="1886924" y="1296582"/>
                </a:lnTo>
                <a:moveTo>
                  <a:pt x="1385683" y="899220"/>
                </a:moveTo>
                <a:lnTo>
                  <a:pt x="1212734" y="970405"/>
                </a:lnTo>
                <a:moveTo>
                  <a:pt x="1313363" y="232427"/>
                </a:moveTo>
                <a:lnTo>
                  <a:pt x="1148354" y="333076"/>
                </a:lnTo>
                <a:moveTo>
                  <a:pt x="1388114" y="756475"/>
                </a:moveTo>
                <a:lnTo>
                  <a:pt x="1385683" y="899220"/>
                </a:lnTo>
                <a:moveTo>
                  <a:pt x="2080308" y="1269762"/>
                </a:moveTo>
                <a:lnTo>
                  <a:pt x="2072106" y="1270802"/>
                </a:lnTo>
                <a:moveTo>
                  <a:pt x="1633725" y="273153"/>
                </a:moveTo>
                <a:lnTo>
                  <a:pt x="1657965" y="363990"/>
                </a:lnTo>
                <a:moveTo>
                  <a:pt x="1730552" y="475176"/>
                </a:moveTo>
                <a:lnTo>
                  <a:pt x="1725862" y="474950"/>
                </a:lnTo>
                <a:moveTo>
                  <a:pt x="2090054" y="959447"/>
                </a:moveTo>
                <a:lnTo>
                  <a:pt x="1981012" y="1076837"/>
                </a:lnTo>
                <a:moveTo>
                  <a:pt x="1655981" y="889353"/>
                </a:moveTo>
                <a:lnTo>
                  <a:pt x="1556383" y="836843"/>
                </a:lnTo>
                <a:moveTo>
                  <a:pt x="1738240" y="453524"/>
                </a:moveTo>
                <a:lnTo>
                  <a:pt x="1724569" y="452971"/>
                </a:lnTo>
                <a:moveTo>
                  <a:pt x="1313363" y="232427"/>
                </a:moveTo>
                <a:lnTo>
                  <a:pt x="1302939" y="223469"/>
                </a:lnTo>
                <a:moveTo>
                  <a:pt x="1707929" y="466885"/>
                </a:moveTo>
                <a:lnTo>
                  <a:pt x="1725862" y="474950"/>
                </a:lnTo>
                <a:moveTo>
                  <a:pt x="1348006" y="420431"/>
                </a:moveTo>
                <a:lnTo>
                  <a:pt x="1404388" y="524117"/>
                </a:lnTo>
                <a:moveTo>
                  <a:pt x="1805350" y="873307"/>
                </a:moveTo>
                <a:lnTo>
                  <a:pt x="1767244" y="953739"/>
                </a:lnTo>
                <a:moveTo>
                  <a:pt x="2179969" y="363646"/>
                </a:moveTo>
                <a:lnTo>
                  <a:pt x="2037719" y="466929"/>
                </a:lnTo>
                <a:moveTo>
                  <a:pt x="897697" y="459562"/>
                </a:moveTo>
                <a:lnTo>
                  <a:pt x="949126" y="548165"/>
                </a:lnTo>
                <a:moveTo>
                  <a:pt x="1317250" y="214063"/>
                </a:moveTo>
                <a:lnTo>
                  <a:pt x="1302939" y="223469"/>
                </a:lnTo>
                <a:moveTo>
                  <a:pt x="574735" y="500680"/>
                </a:moveTo>
                <a:lnTo>
                  <a:pt x="637770" y="577291"/>
                </a:lnTo>
                <a:moveTo>
                  <a:pt x="2014262" y="572288"/>
                </a:moveTo>
                <a:lnTo>
                  <a:pt x="1926106" y="590527"/>
                </a:lnTo>
                <a:moveTo>
                  <a:pt x="2221974" y="723751"/>
                </a:moveTo>
                <a:lnTo>
                  <a:pt x="2281222" y="827790"/>
                </a:lnTo>
                <a:moveTo>
                  <a:pt x="1317250" y="214063"/>
                </a:moveTo>
                <a:lnTo>
                  <a:pt x="1313363" y="232427"/>
                </a:lnTo>
                <a:moveTo>
                  <a:pt x="2072106" y="1270802"/>
                </a:moveTo>
                <a:lnTo>
                  <a:pt x="2028249" y="1274066"/>
                </a:lnTo>
                <a:moveTo>
                  <a:pt x="2278445" y="858264"/>
                </a:moveTo>
                <a:lnTo>
                  <a:pt x="2262636" y="987005"/>
                </a:lnTo>
                <a:moveTo>
                  <a:pt x="1825038" y="769464"/>
                </a:moveTo>
                <a:lnTo>
                  <a:pt x="1819305" y="831557"/>
                </a:lnTo>
                <a:moveTo>
                  <a:pt x="2033338" y="245824"/>
                </a:moveTo>
                <a:lnTo>
                  <a:pt x="1916437" y="369987"/>
                </a:lnTo>
                <a:moveTo>
                  <a:pt x="1730552" y="475176"/>
                </a:moveTo>
                <a:lnTo>
                  <a:pt x="1707929" y="466885"/>
                </a:lnTo>
                <a:moveTo>
                  <a:pt x="1348006" y="420431"/>
                </a:moveTo>
                <a:lnTo>
                  <a:pt x="1318796" y="358108"/>
                </a:lnTo>
                <a:moveTo>
                  <a:pt x="1981012" y="1076837"/>
                </a:moveTo>
                <a:lnTo>
                  <a:pt x="1941884" y="1166682"/>
                </a:lnTo>
                <a:moveTo>
                  <a:pt x="662514" y="741178"/>
                </a:moveTo>
                <a:lnTo>
                  <a:pt x="529430" y="794885"/>
                </a:lnTo>
                <a:moveTo>
                  <a:pt x="1252519" y="840199"/>
                </a:moveTo>
                <a:lnTo>
                  <a:pt x="1212734" y="970405"/>
                </a:lnTo>
                <a:moveTo>
                  <a:pt x="2014262" y="572288"/>
                </a:moveTo>
                <a:lnTo>
                  <a:pt x="1872841" y="568066"/>
                </a:lnTo>
                <a:moveTo>
                  <a:pt x="1388114" y="756475"/>
                </a:moveTo>
                <a:lnTo>
                  <a:pt x="1252519" y="840199"/>
                </a:lnTo>
                <a:moveTo>
                  <a:pt x="1978296" y="1079974"/>
                </a:moveTo>
                <a:lnTo>
                  <a:pt x="1941884" y="1166682"/>
                </a:lnTo>
                <a:moveTo>
                  <a:pt x="1872841" y="568066"/>
                </a:moveTo>
                <a:lnTo>
                  <a:pt x="1730552" y="475176"/>
                </a:lnTo>
                <a:moveTo>
                  <a:pt x="1738240" y="453524"/>
                </a:moveTo>
                <a:lnTo>
                  <a:pt x="1730552" y="475176"/>
                </a:lnTo>
                <a:moveTo>
                  <a:pt x="1884822" y="277988"/>
                </a:moveTo>
                <a:lnTo>
                  <a:pt x="1916437" y="369987"/>
                </a:lnTo>
                <a:moveTo>
                  <a:pt x="509574" y="814568"/>
                </a:moveTo>
                <a:lnTo>
                  <a:pt x="493633" y="808591"/>
                </a:lnTo>
                <a:moveTo>
                  <a:pt x="2175403" y="664992"/>
                </a:moveTo>
                <a:lnTo>
                  <a:pt x="2221974" y="723751"/>
                </a:lnTo>
                <a:moveTo>
                  <a:pt x="1656890" y="1034501"/>
                </a:moveTo>
                <a:lnTo>
                  <a:pt x="1528230" y="993071"/>
                </a:lnTo>
                <a:moveTo>
                  <a:pt x="1528230" y="993071"/>
                </a:moveTo>
                <a:lnTo>
                  <a:pt x="1655339" y="1034608"/>
                </a:lnTo>
                <a:moveTo>
                  <a:pt x="1926106" y="590527"/>
                </a:moveTo>
                <a:lnTo>
                  <a:pt x="1872841" y="568066"/>
                </a:lnTo>
                <a:moveTo>
                  <a:pt x="2179969" y="363646"/>
                </a:moveTo>
                <a:lnTo>
                  <a:pt x="2061293" y="344158"/>
                </a:lnTo>
                <a:moveTo>
                  <a:pt x="1916437" y="369987"/>
                </a:moveTo>
                <a:lnTo>
                  <a:pt x="1830583" y="290610"/>
                </a:lnTo>
                <a:moveTo>
                  <a:pt x="1819305" y="831557"/>
                </a:moveTo>
                <a:lnTo>
                  <a:pt x="1767244" y="953739"/>
                </a:lnTo>
                <a:moveTo>
                  <a:pt x="2037719" y="466929"/>
                </a:moveTo>
                <a:lnTo>
                  <a:pt x="2014262" y="572288"/>
                </a:lnTo>
                <a:moveTo>
                  <a:pt x="1738240" y="453524"/>
                </a:moveTo>
                <a:lnTo>
                  <a:pt x="1707929" y="466885"/>
                </a:lnTo>
                <a:moveTo>
                  <a:pt x="1895541" y="652313"/>
                </a:moveTo>
                <a:lnTo>
                  <a:pt x="1834136" y="673854"/>
                </a:lnTo>
                <a:moveTo>
                  <a:pt x="1598314" y="419590"/>
                </a:moveTo>
                <a:lnTo>
                  <a:pt x="1515091" y="346368"/>
                </a:lnTo>
                <a:moveTo>
                  <a:pt x="529430" y="794885"/>
                </a:moveTo>
                <a:lnTo>
                  <a:pt x="509574" y="814568"/>
                </a:lnTo>
                <a:moveTo>
                  <a:pt x="1395051" y="656128"/>
                </a:moveTo>
                <a:lnTo>
                  <a:pt x="1282922" y="675172"/>
                </a:lnTo>
                <a:moveTo>
                  <a:pt x="2080308" y="1269762"/>
                </a:moveTo>
                <a:lnTo>
                  <a:pt x="2028249" y="1274066"/>
                </a:lnTo>
                <a:moveTo>
                  <a:pt x="2147933" y="996500"/>
                </a:moveTo>
                <a:lnTo>
                  <a:pt x="2090054" y="959447"/>
                </a:lnTo>
                <a:moveTo>
                  <a:pt x="1385683" y="899220"/>
                </a:moveTo>
                <a:lnTo>
                  <a:pt x="1382306" y="913250"/>
                </a:lnTo>
                <a:moveTo>
                  <a:pt x="1394265" y="905675"/>
                </a:moveTo>
                <a:lnTo>
                  <a:pt x="1382306" y="913250"/>
                </a:lnTo>
                <a:moveTo>
                  <a:pt x="1556383" y="836843"/>
                </a:moveTo>
                <a:lnTo>
                  <a:pt x="1388114" y="756475"/>
                </a:lnTo>
                <a:moveTo>
                  <a:pt x="1097487" y="516271"/>
                </a:moveTo>
                <a:lnTo>
                  <a:pt x="1016366" y="578500"/>
                </a:lnTo>
                <a:moveTo>
                  <a:pt x="1148354" y="333076"/>
                </a:moveTo>
                <a:lnTo>
                  <a:pt x="1196987" y="401805"/>
                </a:lnTo>
                <a:moveTo>
                  <a:pt x="1118785" y="779060"/>
                </a:moveTo>
                <a:lnTo>
                  <a:pt x="1212734" y="970405"/>
                </a:lnTo>
                <a:moveTo>
                  <a:pt x="1830583" y="290610"/>
                </a:moveTo>
                <a:lnTo>
                  <a:pt x="1826145" y="386794"/>
                </a:lnTo>
                <a:moveTo>
                  <a:pt x="1385683" y="899220"/>
                </a:moveTo>
                <a:lnTo>
                  <a:pt x="1394265" y="905675"/>
                </a:lnTo>
                <a:moveTo>
                  <a:pt x="1388114" y="756475"/>
                </a:moveTo>
                <a:lnTo>
                  <a:pt x="1274484" y="728252"/>
                </a:lnTo>
                <a:moveTo>
                  <a:pt x="858015" y="403778"/>
                </a:moveTo>
                <a:lnTo>
                  <a:pt x="687916" y="485542"/>
                </a:lnTo>
                <a:moveTo>
                  <a:pt x="1282922" y="675172"/>
                </a:moveTo>
                <a:lnTo>
                  <a:pt x="1388114" y="756475"/>
                </a:lnTo>
                <a:moveTo>
                  <a:pt x="1313363" y="232427"/>
                </a:moveTo>
                <a:lnTo>
                  <a:pt x="1196987" y="401805"/>
                </a:lnTo>
                <a:moveTo>
                  <a:pt x="2037719" y="466929"/>
                </a:moveTo>
                <a:lnTo>
                  <a:pt x="1872841" y="568066"/>
                </a:lnTo>
                <a:moveTo>
                  <a:pt x="949126" y="548165"/>
                </a:moveTo>
                <a:lnTo>
                  <a:pt x="1016366" y="578500"/>
                </a:lnTo>
                <a:moveTo>
                  <a:pt x="1656890" y="1034501"/>
                </a:moveTo>
                <a:lnTo>
                  <a:pt x="1556383" y="836843"/>
                </a:lnTo>
                <a:moveTo>
                  <a:pt x="1656841" y="1035193"/>
                </a:moveTo>
                <a:lnTo>
                  <a:pt x="1755915" y="1143745"/>
                </a:lnTo>
                <a:moveTo>
                  <a:pt x="1895541" y="652313"/>
                </a:moveTo>
                <a:lnTo>
                  <a:pt x="1830633" y="689278"/>
                </a:lnTo>
                <a:moveTo>
                  <a:pt x="1528230" y="993071"/>
                </a:moveTo>
                <a:lnTo>
                  <a:pt x="1394265" y="905675"/>
                </a:lnTo>
                <a:moveTo>
                  <a:pt x="2281222" y="827790"/>
                </a:moveTo>
                <a:lnTo>
                  <a:pt x="2278445" y="858264"/>
                </a:lnTo>
                <a:moveTo>
                  <a:pt x="1404388" y="524117"/>
                </a:moveTo>
                <a:lnTo>
                  <a:pt x="1425377" y="545254"/>
                </a:lnTo>
                <a:moveTo>
                  <a:pt x="574735" y="500680"/>
                </a:moveTo>
                <a:lnTo>
                  <a:pt x="512128" y="546185"/>
                </a:lnTo>
                <a:moveTo>
                  <a:pt x="1767244" y="953739"/>
                </a:moveTo>
                <a:lnTo>
                  <a:pt x="1656890" y="1034501"/>
                </a:lnTo>
                <a:moveTo>
                  <a:pt x="1767244" y="953739"/>
                </a:moveTo>
                <a:lnTo>
                  <a:pt x="1656841" y="1035193"/>
                </a:lnTo>
                <a:moveTo>
                  <a:pt x="1015388" y="570809"/>
                </a:moveTo>
                <a:lnTo>
                  <a:pt x="949126" y="548165"/>
                </a:lnTo>
                <a:moveTo>
                  <a:pt x="1385683" y="899220"/>
                </a:moveTo>
                <a:lnTo>
                  <a:pt x="1252519" y="840199"/>
                </a:lnTo>
                <a:moveTo>
                  <a:pt x="1313363" y="232427"/>
                </a:moveTo>
                <a:lnTo>
                  <a:pt x="1318796" y="358108"/>
                </a:lnTo>
                <a:moveTo>
                  <a:pt x="1906589" y="415457"/>
                </a:moveTo>
                <a:lnTo>
                  <a:pt x="1730552" y="475176"/>
                </a:lnTo>
                <a:moveTo>
                  <a:pt x="2175403" y="664992"/>
                </a:moveTo>
                <a:lnTo>
                  <a:pt x="2014262" y="572288"/>
                </a:lnTo>
                <a:moveTo>
                  <a:pt x="683007" y="745184"/>
                </a:moveTo>
                <a:lnTo>
                  <a:pt x="529430" y="794885"/>
                </a:lnTo>
                <a:moveTo>
                  <a:pt x="1556383" y="836843"/>
                </a:moveTo>
                <a:lnTo>
                  <a:pt x="1385683" y="899220"/>
                </a:lnTo>
                <a:moveTo>
                  <a:pt x="1906589" y="415457"/>
                </a:moveTo>
                <a:lnTo>
                  <a:pt x="1872841" y="568066"/>
                </a:lnTo>
                <a:moveTo>
                  <a:pt x="1556383" y="836843"/>
                </a:moveTo>
                <a:lnTo>
                  <a:pt x="1394265" y="905675"/>
                </a:lnTo>
                <a:moveTo>
                  <a:pt x="2061293" y="344158"/>
                </a:moveTo>
                <a:lnTo>
                  <a:pt x="2037719" y="466929"/>
                </a:lnTo>
                <a:moveTo>
                  <a:pt x="1978296" y="1079974"/>
                </a:moveTo>
                <a:lnTo>
                  <a:pt x="1939228" y="1212840"/>
                </a:lnTo>
                <a:moveTo>
                  <a:pt x="1169203" y="589781"/>
                </a:moveTo>
                <a:lnTo>
                  <a:pt x="1133678" y="600350"/>
                </a:lnTo>
                <a:moveTo>
                  <a:pt x="1826145" y="386794"/>
                </a:moveTo>
                <a:lnTo>
                  <a:pt x="1730552" y="475176"/>
                </a:lnTo>
                <a:moveTo>
                  <a:pt x="1196987" y="401805"/>
                </a:moveTo>
                <a:lnTo>
                  <a:pt x="1169203" y="589781"/>
                </a:lnTo>
                <a:moveTo>
                  <a:pt x="2037719" y="466929"/>
                </a:moveTo>
                <a:lnTo>
                  <a:pt x="1906589" y="415457"/>
                </a:lnTo>
                <a:moveTo>
                  <a:pt x="1321197" y="539364"/>
                </a:moveTo>
                <a:lnTo>
                  <a:pt x="1395051" y="656128"/>
                </a:lnTo>
                <a:moveTo>
                  <a:pt x="1556383" y="836843"/>
                </a:moveTo>
                <a:lnTo>
                  <a:pt x="1528230" y="993071"/>
                </a:lnTo>
                <a:moveTo>
                  <a:pt x="238307" y="662247"/>
                </a:moveTo>
                <a:lnTo>
                  <a:pt x="238363" y="653909"/>
                </a:lnTo>
                <a:moveTo>
                  <a:pt x="1822481" y="1214747"/>
                </a:moveTo>
                <a:lnTo>
                  <a:pt x="1773184" y="1309651"/>
                </a:lnTo>
                <a:moveTo>
                  <a:pt x="386825" y="516337"/>
                </a:moveTo>
                <a:lnTo>
                  <a:pt x="270229" y="518804"/>
                </a:lnTo>
                <a:moveTo>
                  <a:pt x="1826145" y="386794"/>
                </a:moveTo>
                <a:lnTo>
                  <a:pt x="1738240" y="453524"/>
                </a:lnTo>
                <a:moveTo>
                  <a:pt x="683007" y="745184"/>
                </a:moveTo>
                <a:lnTo>
                  <a:pt x="662514" y="741178"/>
                </a:lnTo>
                <a:moveTo>
                  <a:pt x="1252519" y="840199"/>
                </a:moveTo>
                <a:lnTo>
                  <a:pt x="1118785" y="779060"/>
                </a:lnTo>
                <a:moveTo>
                  <a:pt x="1318796" y="358108"/>
                </a:moveTo>
                <a:lnTo>
                  <a:pt x="1196987" y="401805"/>
                </a:lnTo>
                <a:moveTo>
                  <a:pt x="1274484" y="728252"/>
                </a:moveTo>
                <a:lnTo>
                  <a:pt x="1252519" y="840199"/>
                </a:lnTo>
                <a:moveTo>
                  <a:pt x="1274484" y="728252"/>
                </a:moveTo>
                <a:lnTo>
                  <a:pt x="1133678" y="600350"/>
                </a:lnTo>
                <a:moveTo>
                  <a:pt x="2262636" y="987005"/>
                </a:moveTo>
                <a:lnTo>
                  <a:pt x="2147933" y="996500"/>
                </a:lnTo>
                <a:moveTo>
                  <a:pt x="1318796" y="358108"/>
                </a:moveTo>
                <a:lnTo>
                  <a:pt x="1404388" y="524117"/>
                </a:lnTo>
                <a:moveTo>
                  <a:pt x="1169203" y="589781"/>
                </a:moveTo>
                <a:lnTo>
                  <a:pt x="1274484" y="728252"/>
                </a:lnTo>
                <a:moveTo>
                  <a:pt x="1133678" y="600350"/>
                </a:moveTo>
                <a:lnTo>
                  <a:pt x="1121933" y="767401"/>
                </a:lnTo>
                <a:moveTo>
                  <a:pt x="2028352" y="987890"/>
                </a:moveTo>
                <a:lnTo>
                  <a:pt x="2090054" y="959447"/>
                </a:lnTo>
                <a:moveTo>
                  <a:pt x="1939228" y="1212840"/>
                </a:moveTo>
                <a:lnTo>
                  <a:pt x="1822481" y="1214747"/>
                </a:lnTo>
                <a:moveTo>
                  <a:pt x="1633725" y="273153"/>
                </a:moveTo>
                <a:lnTo>
                  <a:pt x="1598314" y="419590"/>
                </a:lnTo>
                <a:moveTo>
                  <a:pt x="2061293" y="344158"/>
                </a:moveTo>
                <a:lnTo>
                  <a:pt x="1906589" y="415457"/>
                </a:lnTo>
                <a:moveTo>
                  <a:pt x="724522" y="487124"/>
                </a:moveTo>
                <a:lnTo>
                  <a:pt x="687916" y="485542"/>
                </a:lnTo>
                <a:moveTo>
                  <a:pt x="887151" y="283811"/>
                </a:moveTo>
                <a:lnTo>
                  <a:pt x="858015" y="403778"/>
                </a:lnTo>
                <a:moveTo>
                  <a:pt x="1282922" y="675172"/>
                </a:moveTo>
                <a:lnTo>
                  <a:pt x="1169203" y="589781"/>
                </a:lnTo>
                <a:moveTo>
                  <a:pt x="687916" y="485542"/>
                </a:moveTo>
                <a:lnTo>
                  <a:pt x="574735" y="500680"/>
                </a:lnTo>
                <a:moveTo>
                  <a:pt x="574735" y="500680"/>
                </a:moveTo>
                <a:lnTo>
                  <a:pt x="386825" y="516337"/>
                </a:lnTo>
                <a:moveTo>
                  <a:pt x="858015" y="403778"/>
                </a:moveTo>
                <a:lnTo>
                  <a:pt x="897697" y="459562"/>
                </a:lnTo>
                <a:moveTo>
                  <a:pt x="2175403" y="664992"/>
                </a:moveTo>
                <a:lnTo>
                  <a:pt x="2281222" y="827790"/>
                </a:lnTo>
                <a:moveTo>
                  <a:pt x="683007" y="745184"/>
                </a:moveTo>
                <a:lnTo>
                  <a:pt x="509574" y="814568"/>
                </a:lnTo>
                <a:moveTo>
                  <a:pt x="1926106" y="590527"/>
                </a:moveTo>
                <a:lnTo>
                  <a:pt x="1895541" y="652313"/>
                </a:lnTo>
                <a:moveTo>
                  <a:pt x="1825038" y="769464"/>
                </a:moveTo>
                <a:lnTo>
                  <a:pt x="1767244" y="953739"/>
                </a:lnTo>
                <a:moveTo>
                  <a:pt x="2061293" y="344158"/>
                </a:moveTo>
                <a:lnTo>
                  <a:pt x="1916437" y="369987"/>
                </a:lnTo>
                <a:moveTo>
                  <a:pt x="813178" y="793098"/>
                </a:moveTo>
                <a:lnTo>
                  <a:pt x="683007" y="745184"/>
                </a:lnTo>
                <a:moveTo>
                  <a:pt x="1118785" y="779060"/>
                </a:moveTo>
                <a:lnTo>
                  <a:pt x="1108409" y="773686"/>
                </a:lnTo>
                <a:moveTo>
                  <a:pt x="1767244" y="953739"/>
                </a:moveTo>
                <a:lnTo>
                  <a:pt x="1755915" y="1143745"/>
                </a:lnTo>
                <a:moveTo>
                  <a:pt x="1274484" y="728252"/>
                </a:moveTo>
                <a:lnTo>
                  <a:pt x="1118785" y="779060"/>
                </a:lnTo>
                <a:moveTo>
                  <a:pt x="903700" y="268899"/>
                </a:moveTo>
                <a:lnTo>
                  <a:pt x="858015" y="403778"/>
                </a:lnTo>
                <a:moveTo>
                  <a:pt x="1121933" y="767401"/>
                </a:moveTo>
                <a:lnTo>
                  <a:pt x="1118785" y="779060"/>
                </a:lnTo>
                <a:moveTo>
                  <a:pt x="1121933" y="767401"/>
                </a:moveTo>
                <a:lnTo>
                  <a:pt x="1108409" y="773686"/>
                </a:lnTo>
                <a:moveTo>
                  <a:pt x="1274484" y="728252"/>
                </a:moveTo>
                <a:lnTo>
                  <a:pt x="1121933" y="767401"/>
                </a:lnTo>
                <a:moveTo>
                  <a:pt x="1916437" y="369987"/>
                </a:moveTo>
                <a:lnTo>
                  <a:pt x="1906589" y="415457"/>
                </a:lnTo>
                <a:moveTo>
                  <a:pt x="1282922" y="675172"/>
                </a:moveTo>
                <a:lnTo>
                  <a:pt x="1274484" y="728252"/>
                </a:lnTo>
                <a:moveTo>
                  <a:pt x="1321197" y="539364"/>
                </a:moveTo>
                <a:lnTo>
                  <a:pt x="1425377" y="545254"/>
                </a:lnTo>
                <a:moveTo>
                  <a:pt x="270229" y="518804"/>
                </a:moveTo>
                <a:lnTo>
                  <a:pt x="238307" y="662247"/>
                </a:lnTo>
                <a:moveTo>
                  <a:pt x="1981012" y="1076837"/>
                </a:moveTo>
                <a:lnTo>
                  <a:pt x="1978296" y="1079974"/>
                </a:lnTo>
                <a:moveTo>
                  <a:pt x="1906589" y="415457"/>
                </a:moveTo>
                <a:lnTo>
                  <a:pt x="1826145" y="386794"/>
                </a:lnTo>
                <a:moveTo>
                  <a:pt x="858015" y="403778"/>
                </a:moveTo>
                <a:lnTo>
                  <a:pt x="724522" y="487124"/>
                </a:lnTo>
                <a:moveTo>
                  <a:pt x="1644063" y="267604"/>
                </a:moveTo>
                <a:lnTo>
                  <a:pt x="1633725" y="273153"/>
                </a:lnTo>
                <a:moveTo>
                  <a:pt x="687916" y="485542"/>
                </a:moveTo>
                <a:lnTo>
                  <a:pt x="586461" y="501191"/>
                </a:lnTo>
                <a:moveTo>
                  <a:pt x="270229" y="518804"/>
                </a:moveTo>
                <a:lnTo>
                  <a:pt x="238363" y="653909"/>
                </a:lnTo>
                <a:moveTo>
                  <a:pt x="985949" y="721255"/>
                </a:moveTo>
                <a:lnTo>
                  <a:pt x="1108409" y="773686"/>
                </a:lnTo>
                <a:moveTo>
                  <a:pt x="238307" y="662247"/>
                </a:moveTo>
                <a:lnTo>
                  <a:pt x="329359" y="770209"/>
                </a:lnTo>
                <a:moveTo>
                  <a:pt x="1121933" y="767401"/>
                </a:moveTo>
                <a:lnTo>
                  <a:pt x="985949" y="721255"/>
                </a:lnTo>
                <a:moveTo>
                  <a:pt x="1916437" y="369987"/>
                </a:moveTo>
                <a:lnTo>
                  <a:pt x="1826145" y="386794"/>
                </a:lnTo>
                <a:moveTo>
                  <a:pt x="858015" y="403778"/>
                </a:moveTo>
                <a:lnTo>
                  <a:pt x="825198" y="450620"/>
                </a:lnTo>
                <a:moveTo>
                  <a:pt x="1822481" y="1214747"/>
                </a:moveTo>
                <a:lnTo>
                  <a:pt x="1755915" y="1143745"/>
                </a:lnTo>
                <a:moveTo>
                  <a:pt x="1895541" y="652313"/>
                </a:moveTo>
                <a:lnTo>
                  <a:pt x="1825038" y="769464"/>
                </a:lnTo>
                <a:moveTo>
                  <a:pt x="1133678" y="600350"/>
                </a:moveTo>
                <a:lnTo>
                  <a:pt x="1016366" y="578500"/>
                </a:lnTo>
                <a:moveTo>
                  <a:pt x="903700" y="268899"/>
                </a:moveTo>
                <a:lnTo>
                  <a:pt x="887151" y="283811"/>
                </a:lnTo>
                <a:moveTo>
                  <a:pt x="903700" y="268899"/>
                </a:moveTo>
                <a:lnTo>
                  <a:pt x="897697" y="459562"/>
                </a:lnTo>
                <a:moveTo>
                  <a:pt x="2072811" y="597169"/>
                </a:moveTo>
                <a:lnTo>
                  <a:pt x="2014262" y="572288"/>
                </a:lnTo>
                <a:moveTo>
                  <a:pt x="1266834" y="507151"/>
                </a:moveTo>
                <a:lnTo>
                  <a:pt x="1169203" y="589781"/>
                </a:lnTo>
                <a:moveTo>
                  <a:pt x="1196987" y="401805"/>
                </a:moveTo>
                <a:lnTo>
                  <a:pt x="1266834" y="507151"/>
                </a:lnTo>
                <a:moveTo>
                  <a:pt x="1926106" y="590527"/>
                </a:moveTo>
                <a:lnTo>
                  <a:pt x="1914401" y="666954"/>
                </a:lnTo>
                <a:moveTo>
                  <a:pt x="1404388" y="524117"/>
                </a:moveTo>
                <a:lnTo>
                  <a:pt x="1321197" y="539364"/>
                </a:lnTo>
                <a:moveTo>
                  <a:pt x="882761" y="266316"/>
                </a:moveTo>
                <a:lnTo>
                  <a:pt x="887151" y="283811"/>
                </a:lnTo>
                <a:moveTo>
                  <a:pt x="1863321" y="1088459"/>
                </a:moveTo>
                <a:lnTo>
                  <a:pt x="1939228" y="1212840"/>
                </a:lnTo>
                <a:moveTo>
                  <a:pt x="450023" y="512448"/>
                </a:moveTo>
                <a:lnTo>
                  <a:pt x="386825" y="516337"/>
                </a:lnTo>
                <a:moveTo>
                  <a:pt x="2190871" y="877996"/>
                </a:moveTo>
                <a:lnTo>
                  <a:pt x="2278445" y="858264"/>
                </a:lnTo>
                <a:moveTo>
                  <a:pt x="2190871" y="877996"/>
                </a:moveTo>
                <a:lnTo>
                  <a:pt x="2262636" y="987005"/>
                </a:lnTo>
                <a:moveTo>
                  <a:pt x="1121933" y="767401"/>
                </a:moveTo>
                <a:lnTo>
                  <a:pt x="1016366" y="578500"/>
                </a:lnTo>
                <a:moveTo>
                  <a:pt x="1336307" y="474521"/>
                </a:moveTo>
                <a:lnTo>
                  <a:pt x="1196987" y="401805"/>
                </a:lnTo>
                <a:moveTo>
                  <a:pt x="1404388" y="524117"/>
                </a:moveTo>
                <a:lnTo>
                  <a:pt x="1336307" y="474521"/>
                </a:lnTo>
                <a:moveTo>
                  <a:pt x="887151" y="283811"/>
                </a:moveTo>
                <a:lnTo>
                  <a:pt x="825198" y="450620"/>
                </a:lnTo>
                <a:moveTo>
                  <a:pt x="1266834" y="507151"/>
                </a:moveTo>
                <a:lnTo>
                  <a:pt x="1282922" y="675172"/>
                </a:lnTo>
                <a:moveTo>
                  <a:pt x="1321197" y="539364"/>
                </a:moveTo>
                <a:lnTo>
                  <a:pt x="1282922" y="675172"/>
                </a:lnTo>
                <a:moveTo>
                  <a:pt x="2049764" y="607839"/>
                </a:moveTo>
                <a:lnTo>
                  <a:pt x="2014262" y="572288"/>
                </a:lnTo>
                <a:moveTo>
                  <a:pt x="1890047" y="682811"/>
                </a:moveTo>
                <a:lnTo>
                  <a:pt x="1825038" y="769464"/>
                </a:lnTo>
                <a:moveTo>
                  <a:pt x="906304" y="250659"/>
                </a:moveTo>
                <a:lnTo>
                  <a:pt x="903700" y="268899"/>
                </a:lnTo>
                <a:moveTo>
                  <a:pt x="2049764" y="607839"/>
                </a:moveTo>
                <a:lnTo>
                  <a:pt x="1926106" y="590527"/>
                </a:lnTo>
                <a:moveTo>
                  <a:pt x="1016366" y="578500"/>
                </a:moveTo>
                <a:lnTo>
                  <a:pt x="985949" y="721255"/>
                </a:lnTo>
                <a:moveTo>
                  <a:pt x="1318796" y="358108"/>
                </a:moveTo>
                <a:lnTo>
                  <a:pt x="1336307" y="474521"/>
                </a:lnTo>
                <a:moveTo>
                  <a:pt x="897697" y="459562"/>
                </a:moveTo>
                <a:lnTo>
                  <a:pt x="1015388" y="570809"/>
                </a:lnTo>
                <a:moveTo>
                  <a:pt x="1828723" y="1058054"/>
                </a:moveTo>
                <a:lnTo>
                  <a:pt x="1755915" y="1143745"/>
                </a:lnTo>
                <a:moveTo>
                  <a:pt x="1825038" y="769464"/>
                </a:moveTo>
                <a:lnTo>
                  <a:pt x="1836258" y="867580"/>
                </a:lnTo>
                <a:moveTo>
                  <a:pt x="569973" y="760869"/>
                </a:moveTo>
                <a:lnTo>
                  <a:pt x="509574" y="814568"/>
                </a:lnTo>
                <a:moveTo>
                  <a:pt x="906304" y="250659"/>
                </a:moveTo>
                <a:lnTo>
                  <a:pt x="882761" y="266316"/>
                </a:lnTo>
                <a:moveTo>
                  <a:pt x="1767244" y="953739"/>
                </a:moveTo>
                <a:lnTo>
                  <a:pt x="1828723" y="1058054"/>
                </a:lnTo>
                <a:moveTo>
                  <a:pt x="882761" y="266316"/>
                </a:moveTo>
                <a:lnTo>
                  <a:pt x="825198" y="450620"/>
                </a:lnTo>
                <a:moveTo>
                  <a:pt x="825198" y="450620"/>
                </a:moveTo>
                <a:lnTo>
                  <a:pt x="724522" y="487124"/>
                </a:lnTo>
                <a:moveTo>
                  <a:pt x="2281222" y="827790"/>
                </a:moveTo>
                <a:lnTo>
                  <a:pt x="2190871" y="877996"/>
                </a:lnTo>
                <a:moveTo>
                  <a:pt x="2072811" y="597169"/>
                </a:moveTo>
                <a:lnTo>
                  <a:pt x="2175403" y="664992"/>
                </a:lnTo>
                <a:moveTo>
                  <a:pt x="2281222" y="827790"/>
                </a:moveTo>
                <a:lnTo>
                  <a:pt x="2207987" y="755314"/>
                </a:lnTo>
                <a:moveTo>
                  <a:pt x="1836258" y="867580"/>
                </a:moveTo>
                <a:lnTo>
                  <a:pt x="1767244" y="953739"/>
                </a:lnTo>
                <a:moveTo>
                  <a:pt x="2098688" y="613873"/>
                </a:moveTo>
                <a:lnTo>
                  <a:pt x="2175403" y="664992"/>
                </a:lnTo>
                <a:moveTo>
                  <a:pt x="1981012" y="1076837"/>
                </a:moveTo>
                <a:lnTo>
                  <a:pt x="2023921" y="995734"/>
                </a:lnTo>
                <a:moveTo>
                  <a:pt x="386825" y="516337"/>
                </a:moveTo>
                <a:lnTo>
                  <a:pt x="321319" y="510318"/>
                </a:lnTo>
                <a:moveTo>
                  <a:pt x="1978296" y="1079974"/>
                </a:moveTo>
                <a:lnTo>
                  <a:pt x="1863321" y="1088459"/>
                </a:lnTo>
                <a:moveTo>
                  <a:pt x="2023921" y="995734"/>
                </a:moveTo>
                <a:lnTo>
                  <a:pt x="1978296" y="1079974"/>
                </a:lnTo>
                <a:moveTo>
                  <a:pt x="222057" y="565571"/>
                </a:moveTo>
                <a:lnTo>
                  <a:pt x="238363" y="653909"/>
                </a:lnTo>
                <a:moveTo>
                  <a:pt x="2028352" y="987890"/>
                </a:moveTo>
                <a:lnTo>
                  <a:pt x="1981012" y="1076837"/>
                </a:lnTo>
                <a:moveTo>
                  <a:pt x="724522" y="487124"/>
                </a:moveTo>
                <a:lnTo>
                  <a:pt x="586461" y="501191"/>
                </a:lnTo>
                <a:moveTo>
                  <a:pt x="586461" y="501191"/>
                </a:moveTo>
                <a:lnTo>
                  <a:pt x="574735" y="500680"/>
                </a:lnTo>
                <a:moveTo>
                  <a:pt x="2175403" y="664992"/>
                </a:moveTo>
                <a:lnTo>
                  <a:pt x="2207987" y="755314"/>
                </a:lnTo>
                <a:moveTo>
                  <a:pt x="574735" y="500680"/>
                </a:moveTo>
                <a:lnTo>
                  <a:pt x="538549" y="509936"/>
                </a:lnTo>
                <a:moveTo>
                  <a:pt x="1015388" y="570809"/>
                </a:moveTo>
                <a:lnTo>
                  <a:pt x="1016366" y="578500"/>
                </a:lnTo>
                <a:moveTo>
                  <a:pt x="1828723" y="1058054"/>
                </a:moveTo>
                <a:lnTo>
                  <a:pt x="1822481" y="1214747"/>
                </a:lnTo>
                <a:moveTo>
                  <a:pt x="1321197" y="539364"/>
                </a:moveTo>
                <a:lnTo>
                  <a:pt x="1266834" y="507151"/>
                </a:lnTo>
                <a:moveTo>
                  <a:pt x="1895541" y="652313"/>
                </a:moveTo>
                <a:lnTo>
                  <a:pt x="1890047" y="682811"/>
                </a:lnTo>
                <a:moveTo>
                  <a:pt x="683007" y="745184"/>
                </a:moveTo>
                <a:lnTo>
                  <a:pt x="569973" y="760869"/>
                </a:lnTo>
                <a:moveTo>
                  <a:pt x="1603611" y="717112"/>
                </a:moveTo>
                <a:lnTo>
                  <a:pt x="1583324" y="790210"/>
                </a:lnTo>
                <a:moveTo>
                  <a:pt x="1863321" y="1088459"/>
                </a:moveTo>
                <a:lnTo>
                  <a:pt x="1822481" y="1214747"/>
                </a:lnTo>
                <a:moveTo>
                  <a:pt x="444176" y="729188"/>
                </a:moveTo>
                <a:lnTo>
                  <a:pt x="509574" y="814568"/>
                </a:lnTo>
                <a:moveTo>
                  <a:pt x="301702" y="635614"/>
                </a:moveTo>
                <a:lnTo>
                  <a:pt x="238363" y="653909"/>
                </a:lnTo>
                <a:moveTo>
                  <a:pt x="1336307" y="474521"/>
                </a:moveTo>
                <a:lnTo>
                  <a:pt x="1266834" y="507151"/>
                </a:lnTo>
                <a:moveTo>
                  <a:pt x="1914401" y="666954"/>
                </a:moveTo>
                <a:lnTo>
                  <a:pt x="1895541" y="652313"/>
                </a:lnTo>
                <a:moveTo>
                  <a:pt x="1336307" y="474521"/>
                </a:moveTo>
                <a:lnTo>
                  <a:pt x="1321197" y="539364"/>
                </a:lnTo>
                <a:moveTo>
                  <a:pt x="355531" y="678765"/>
                </a:moveTo>
                <a:lnTo>
                  <a:pt x="238307" y="662247"/>
                </a:lnTo>
                <a:moveTo>
                  <a:pt x="924493" y="368195"/>
                </a:moveTo>
                <a:lnTo>
                  <a:pt x="897697" y="459562"/>
                </a:lnTo>
                <a:moveTo>
                  <a:pt x="2147933" y="996500"/>
                </a:moveTo>
                <a:lnTo>
                  <a:pt x="2028352" y="987890"/>
                </a:lnTo>
                <a:moveTo>
                  <a:pt x="2190871" y="877996"/>
                </a:moveTo>
                <a:lnTo>
                  <a:pt x="2147933" y="996500"/>
                </a:lnTo>
                <a:moveTo>
                  <a:pt x="270229" y="518804"/>
                </a:moveTo>
                <a:lnTo>
                  <a:pt x="222057" y="565571"/>
                </a:lnTo>
                <a:moveTo>
                  <a:pt x="574735" y="500680"/>
                </a:moveTo>
                <a:lnTo>
                  <a:pt x="450023" y="512448"/>
                </a:lnTo>
                <a:moveTo>
                  <a:pt x="1617555" y="743873"/>
                </a:moveTo>
                <a:lnTo>
                  <a:pt x="1583324" y="790210"/>
                </a:lnTo>
                <a:moveTo>
                  <a:pt x="586461" y="501191"/>
                </a:moveTo>
                <a:lnTo>
                  <a:pt x="538549" y="509936"/>
                </a:lnTo>
                <a:moveTo>
                  <a:pt x="355531" y="678765"/>
                </a:moveTo>
                <a:lnTo>
                  <a:pt x="238363" y="653909"/>
                </a:lnTo>
                <a:moveTo>
                  <a:pt x="903700" y="268899"/>
                </a:moveTo>
                <a:lnTo>
                  <a:pt x="924493" y="368195"/>
                </a:lnTo>
                <a:moveTo>
                  <a:pt x="813178" y="793098"/>
                </a:moveTo>
                <a:lnTo>
                  <a:pt x="745240" y="744708"/>
                </a:lnTo>
                <a:moveTo>
                  <a:pt x="1600165" y="741728"/>
                </a:moveTo>
                <a:lnTo>
                  <a:pt x="1583324" y="790210"/>
                </a:lnTo>
                <a:moveTo>
                  <a:pt x="1614529" y="757631"/>
                </a:moveTo>
                <a:lnTo>
                  <a:pt x="1583324" y="790210"/>
                </a:lnTo>
                <a:moveTo>
                  <a:pt x="924068" y="366633"/>
                </a:moveTo>
                <a:lnTo>
                  <a:pt x="882761" y="266316"/>
                </a:lnTo>
                <a:moveTo>
                  <a:pt x="760500" y="477066"/>
                </a:moveTo>
                <a:lnTo>
                  <a:pt x="724522" y="487124"/>
                </a:lnTo>
                <a:moveTo>
                  <a:pt x="882761" y="266316"/>
                </a:moveTo>
                <a:lnTo>
                  <a:pt x="918858" y="367500"/>
                </a:lnTo>
                <a:moveTo>
                  <a:pt x="2182252" y="720912"/>
                </a:moveTo>
                <a:lnTo>
                  <a:pt x="2175403" y="664992"/>
                </a:lnTo>
                <a:moveTo>
                  <a:pt x="1603611" y="717112"/>
                </a:moveTo>
                <a:lnTo>
                  <a:pt x="1617555" y="743873"/>
                </a:lnTo>
                <a:moveTo>
                  <a:pt x="1914401" y="666954"/>
                </a:moveTo>
                <a:lnTo>
                  <a:pt x="1890047" y="682811"/>
                </a:lnTo>
                <a:moveTo>
                  <a:pt x="906304" y="250659"/>
                </a:moveTo>
                <a:lnTo>
                  <a:pt x="924493" y="368195"/>
                </a:lnTo>
                <a:moveTo>
                  <a:pt x="1890047" y="682811"/>
                </a:moveTo>
                <a:lnTo>
                  <a:pt x="1836258" y="867580"/>
                </a:lnTo>
                <a:moveTo>
                  <a:pt x="906304" y="250659"/>
                </a:moveTo>
                <a:lnTo>
                  <a:pt x="924068" y="366633"/>
                </a:lnTo>
                <a:moveTo>
                  <a:pt x="825198" y="450620"/>
                </a:moveTo>
                <a:lnTo>
                  <a:pt x="760500" y="477066"/>
                </a:lnTo>
                <a:moveTo>
                  <a:pt x="1836258" y="867580"/>
                </a:moveTo>
                <a:lnTo>
                  <a:pt x="1828723" y="1058054"/>
                </a:lnTo>
                <a:moveTo>
                  <a:pt x="1863321" y="1088459"/>
                </a:moveTo>
                <a:lnTo>
                  <a:pt x="1828723" y="1058054"/>
                </a:lnTo>
                <a:moveTo>
                  <a:pt x="538549" y="509936"/>
                </a:moveTo>
                <a:lnTo>
                  <a:pt x="450023" y="512448"/>
                </a:lnTo>
                <a:moveTo>
                  <a:pt x="918858" y="367500"/>
                </a:moveTo>
                <a:lnTo>
                  <a:pt x="825198" y="450620"/>
                </a:lnTo>
                <a:moveTo>
                  <a:pt x="321319" y="510318"/>
                </a:moveTo>
                <a:lnTo>
                  <a:pt x="270229" y="518804"/>
                </a:lnTo>
                <a:moveTo>
                  <a:pt x="1603611" y="717112"/>
                </a:moveTo>
                <a:lnTo>
                  <a:pt x="1600165" y="741728"/>
                </a:lnTo>
                <a:moveTo>
                  <a:pt x="745240" y="744708"/>
                </a:moveTo>
                <a:lnTo>
                  <a:pt x="683007" y="745184"/>
                </a:lnTo>
                <a:moveTo>
                  <a:pt x="1872905" y="1032224"/>
                </a:moveTo>
                <a:lnTo>
                  <a:pt x="1828723" y="1058054"/>
                </a:lnTo>
                <a:moveTo>
                  <a:pt x="924493" y="368195"/>
                </a:moveTo>
                <a:lnTo>
                  <a:pt x="1015388" y="570809"/>
                </a:lnTo>
                <a:moveTo>
                  <a:pt x="2023921" y="995734"/>
                </a:moveTo>
                <a:lnTo>
                  <a:pt x="1863321" y="1088459"/>
                </a:lnTo>
                <a:moveTo>
                  <a:pt x="2072811" y="597169"/>
                </a:moveTo>
                <a:lnTo>
                  <a:pt x="2098688" y="613873"/>
                </a:lnTo>
                <a:moveTo>
                  <a:pt x="1836258" y="867580"/>
                </a:moveTo>
                <a:lnTo>
                  <a:pt x="1872905" y="1032224"/>
                </a:lnTo>
                <a:moveTo>
                  <a:pt x="1872905" y="1032224"/>
                </a:moveTo>
                <a:lnTo>
                  <a:pt x="1863321" y="1088459"/>
                </a:lnTo>
                <a:moveTo>
                  <a:pt x="2023921" y="995734"/>
                </a:moveTo>
                <a:lnTo>
                  <a:pt x="1872905" y="1032224"/>
                </a:lnTo>
                <a:moveTo>
                  <a:pt x="614501" y="648269"/>
                </a:moveTo>
                <a:lnTo>
                  <a:pt x="683007" y="745184"/>
                </a:lnTo>
                <a:moveTo>
                  <a:pt x="355531" y="678765"/>
                </a:moveTo>
                <a:lnTo>
                  <a:pt x="329359" y="770209"/>
                </a:lnTo>
                <a:moveTo>
                  <a:pt x="2028352" y="987890"/>
                </a:moveTo>
                <a:lnTo>
                  <a:pt x="2023921" y="995734"/>
                </a:lnTo>
                <a:moveTo>
                  <a:pt x="1617555" y="743873"/>
                </a:moveTo>
                <a:lnTo>
                  <a:pt x="1614529" y="757631"/>
                </a:lnTo>
                <a:moveTo>
                  <a:pt x="731328" y="727177"/>
                </a:moveTo>
                <a:lnTo>
                  <a:pt x="683007" y="745184"/>
                </a:lnTo>
                <a:moveTo>
                  <a:pt x="2071885" y="871594"/>
                </a:moveTo>
                <a:lnTo>
                  <a:pt x="2147933" y="996500"/>
                </a:lnTo>
                <a:moveTo>
                  <a:pt x="2207987" y="755314"/>
                </a:moveTo>
                <a:lnTo>
                  <a:pt x="2190871" y="877996"/>
                </a:lnTo>
                <a:moveTo>
                  <a:pt x="2049764" y="607839"/>
                </a:moveTo>
                <a:lnTo>
                  <a:pt x="1914401" y="666954"/>
                </a:lnTo>
                <a:moveTo>
                  <a:pt x="2072811" y="597169"/>
                </a:moveTo>
                <a:lnTo>
                  <a:pt x="2049764" y="607839"/>
                </a:lnTo>
                <a:moveTo>
                  <a:pt x="1895057" y="928381"/>
                </a:moveTo>
                <a:lnTo>
                  <a:pt x="1836258" y="867580"/>
                </a:lnTo>
                <a:moveTo>
                  <a:pt x="1614529" y="757631"/>
                </a:moveTo>
                <a:lnTo>
                  <a:pt x="1600165" y="741728"/>
                </a:lnTo>
                <a:moveTo>
                  <a:pt x="1895057" y="928381"/>
                </a:moveTo>
                <a:lnTo>
                  <a:pt x="2023921" y="995734"/>
                </a:lnTo>
                <a:moveTo>
                  <a:pt x="1895057" y="928381"/>
                </a:moveTo>
                <a:lnTo>
                  <a:pt x="1872905" y="1032224"/>
                </a:lnTo>
                <a:moveTo>
                  <a:pt x="2028352" y="987890"/>
                </a:moveTo>
                <a:lnTo>
                  <a:pt x="1895057" y="928381"/>
                </a:lnTo>
                <a:moveTo>
                  <a:pt x="724522" y="487124"/>
                </a:moveTo>
                <a:lnTo>
                  <a:pt x="626292" y="578969"/>
                </a:lnTo>
                <a:moveTo>
                  <a:pt x="538549" y="509936"/>
                </a:moveTo>
                <a:lnTo>
                  <a:pt x="453768" y="652688"/>
                </a:lnTo>
                <a:moveTo>
                  <a:pt x="538549" y="509936"/>
                </a:moveTo>
                <a:lnTo>
                  <a:pt x="576295" y="611323"/>
                </a:lnTo>
                <a:moveTo>
                  <a:pt x="924493" y="368195"/>
                </a:moveTo>
                <a:lnTo>
                  <a:pt x="924068" y="366633"/>
                </a:lnTo>
                <a:moveTo>
                  <a:pt x="1008676" y="475310"/>
                </a:moveTo>
                <a:lnTo>
                  <a:pt x="1015388" y="570809"/>
                </a:lnTo>
                <a:moveTo>
                  <a:pt x="924068" y="366633"/>
                </a:moveTo>
                <a:lnTo>
                  <a:pt x="918858" y="367500"/>
                </a:lnTo>
                <a:moveTo>
                  <a:pt x="450023" y="512448"/>
                </a:moveTo>
                <a:lnTo>
                  <a:pt x="321319" y="510318"/>
                </a:lnTo>
                <a:moveTo>
                  <a:pt x="301702" y="635614"/>
                </a:moveTo>
                <a:lnTo>
                  <a:pt x="222057" y="565571"/>
                </a:lnTo>
                <a:moveTo>
                  <a:pt x="450023" y="512448"/>
                </a:moveTo>
                <a:lnTo>
                  <a:pt x="453768" y="652688"/>
                </a:lnTo>
                <a:moveTo>
                  <a:pt x="586461" y="501191"/>
                </a:moveTo>
                <a:lnTo>
                  <a:pt x="626292" y="578969"/>
                </a:lnTo>
                <a:moveTo>
                  <a:pt x="2098688" y="613873"/>
                </a:moveTo>
                <a:lnTo>
                  <a:pt x="2182252" y="720912"/>
                </a:lnTo>
                <a:moveTo>
                  <a:pt x="569973" y="760869"/>
                </a:moveTo>
                <a:lnTo>
                  <a:pt x="444176" y="729188"/>
                </a:lnTo>
                <a:moveTo>
                  <a:pt x="626292" y="578969"/>
                </a:moveTo>
                <a:lnTo>
                  <a:pt x="538549" y="509936"/>
                </a:lnTo>
                <a:moveTo>
                  <a:pt x="321319" y="510318"/>
                </a:moveTo>
                <a:lnTo>
                  <a:pt x="222057" y="565571"/>
                </a:lnTo>
                <a:moveTo>
                  <a:pt x="441948" y="306618"/>
                </a:moveTo>
                <a:lnTo>
                  <a:pt x="331431" y="346093"/>
                </a:lnTo>
                <a:moveTo>
                  <a:pt x="1015388" y="570809"/>
                </a:moveTo>
                <a:lnTo>
                  <a:pt x="953786" y="659943"/>
                </a:lnTo>
                <a:moveTo>
                  <a:pt x="2378520" y="583510"/>
                </a:moveTo>
                <a:lnTo>
                  <a:pt x="2389129" y="666678"/>
                </a:lnTo>
                <a:moveTo>
                  <a:pt x="2182252" y="720912"/>
                </a:moveTo>
                <a:lnTo>
                  <a:pt x="2207987" y="755314"/>
                </a:lnTo>
                <a:moveTo>
                  <a:pt x="2071885" y="871594"/>
                </a:moveTo>
                <a:lnTo>
                  <a:pt x="2028352" y="987890"/>
                </a:lnTo>
                <a:moveTo>
                  <a:pt x="2190871" y="877996"/>
                </a:moveTo>
                <a:lnTo>
                  <a:pt x="2071885" y="871594"/>
                </a:lnTo>
                <a:moveTo>
                  <a:pt x="1890047" y="682811"/>
                </a:moveTo>
                <a:lnTo>
                  <a:pt x="1861246" y="775991"/>
                </a:lnTo>
                <a:moveTo>
                  <a:pt x="614501" y="648269"/>
                </a:moveTo>
                <a:lnTo>
                  <a:pt x="569973" y="760869"/>
                </a:lnTo>
                <a:moveTo>
                  <a:pt x="321319" y="510318"/>
                </a:moveTo>
                <a:lnTo>
                  <a:pt x="301702" y="635614"/>
                </a:lnTo>
                <a:moveTo>
                  <a:pt x="453768" y="652688"/>
                </a:moveTo>
                <a:lnTo>
                  <a:pt x="301702" y="635614"/>
                </a:lnTo>
                <a:moveTo>
                  <a:pt x="2126058" y="516926"/>
                </a:moveTo>
                <a:lnTo>
                  <a:pt x="2072811" y="597169"/>
                </a:lnTo>
                <a:moveTo>
                  <a:pt x="301702" y="635614"/>
                </a:moveTo>
                <a:lnTo>
                  <a:pt x="355531" y="678765"/>
                </a:lnTo>
                <a:moveTo>
                  <a:pt x="1914401" y="666954"/>
                </a:moveTo>
                <a:lnTo>
                  <a:pt x="1861246" y="775991"/>
                </a:lnTo>
                <a:moveTo>
                  <a:pt x="1861246" y="775991"/>
                </a:moveTo>
                <a:lnTo>
                  <a:pt x="1836258" y="867580"/>
                </a:lnTo>
                <a:moveTo>
                  <a:pt x="2132740" y="523402"/>
                </a:moveTo>
                <a:lnTo>
                  <a:pt x="2072811" y="597169"/>
                </a:lnTo>
                <a:moveTo>
                  <a:pt x="2378520" y="583510"/>
                </a:moveTo>
                <a:lnTo>
                  <a:pt x="2374601" y="649965"/>
                </a:lnTo>
                <a:moveTo>
                  <a:pt x="2132740" y="523402"/>
                </a:moveTo>
                <a:lnTo>
                  <a:pt x="2098688" y="613873"/>
                </a:lnTo>
                <a:moveTo>
                  <a:pt x="1966617" y="638240"/>
                </a:moveTo>
                <a:lnTo>
                  <a:pt x="1914401" y="666954"/>
                </a:lnTo>
                <a:moveTo>
                  <a:pt x="453768" y="652688"/>
                </a:moveTo>
                <a:lnTo>
                  <a:pt x="321319" y="510318"/>
                </a:lnTo>
                <a:moveTo>
                  <a:pt x="453768" y="652688"/>
                </a:moveTo>
                <a:lnTo>
                  <a:pt x="444176" y="729188"/>
                </a:lnTo>
                <a:moveTo>
                  <a:pt x="444176" y="729188"/>
                </a:moveTo>
                <a:lnTo>
                  <a:pt x="355531" y="678765"/>
                </a:lnTo>
                <a:moveTo>
                  <a:pt x="453768" y="652688"/>
                </a:moveTo>
                <a:lnTo>
                  <a:pt x="355531" y="678765"/>
                </a:lnTo>
                <a:moveTo>
                  <a:pt x="760500" y="477066"/>
                </a:moveTo>
                <a:lnTo>
                  <a:pt x="626292" y="578969"/>
                </a:lnTo>
                <a:moveTo>
                  <a:pt x="924493" y="368195"/>
                </a:moveTo>
                <a:lnTo>
                  <a:pt x="1008676" y="475310"/>
                </a:lnTo>
                <a:moveTo>
                  <a:pt x="924068" y="366633"/>
                </a:moveTo>
                <a:lnTo>
                  <a:pt x="1008676" y="475310"/>
                </a:lnTo>
                <a:moveTo>
                  <a:pt x="576295" y="611323"/>
                </a:moveTo>
                <a:lnTo>
                  <a:pt x="444176" y="729188"/>
                </a:lnTo>
                <a:moveTo>
                  <a:pt x="576295" y="611323"/>
                </a:moveTo>
                <a:lnTo>
                  <a:pt x="453768" y="652688"/>
                </a:lnTo>
                <a:moveTo>
                  <a:pt x="1944580" y="834315"/>
                </a:moveTo>
                <a:lnTo>
                  <a:pt x="2028352" y="987890"/>
                </a:lnTo>
                <a:moveTo>
                  <a:pt x="2126058" y="516926"/>
                </a:moveTo>
                <a:lnTo>
                  <a:pt x="2049764" y="607839"/>
                </a:lnTo>
                <a:moveTo>
                  <a:pt x="826885" y="445582"/>
                </a:moveTo>
                <a:lnTo>
                  <a:pt x="825198" y="450620"/>
                </a:lnTo>
                <a:moveTo>
                  <a:pt x="1861246" y="775991"/>
                </a:moveTo>
                <a:lnTo>
                  <a:pt x="1895057" y="928381"/>
                </a:lnTo>
                <a:moveTo>
                  <a:pt x="2119723" y="521796"/>
                </a:moveTo>
                <a:lnTo>
                  <a:pt x="2049764" y="607839"/>
                </a:lnTo>
                <a:moveTo>
                  <a:pt x="2049764" y="607839"/>
                </a:moveTo>
                <a:lnTo>
                  <a:pt x="1966617" y="638240"/>
                </a:lnTo>
                <a:moveTo>
                  <a:pt x="614501" y="648269"/>
                </a:moveTo>
                <a:lnTo>
                  <a:pt x="444176" y="729188"/>
                </a:lnTo>
                <a:moveTo>
                  <a:pt x="1944580" y="834315"/>
                </a:moveTo>
                <a:lnTo>
                  <a:pt x="1895057" y="928381"/>
                </a:lnTo>
                <a:moveTo>
                  <a:pt x="614501" y="648269"/>
                </a:moveTo>
                <a:lnTo>
                  <a:pt x="576295" y="611323"/>
                </a:lnTo>
                <a:moveTo>
                  <a:pt x="760500" y="477066"/>
                </a:moveTo>
                <a:lnTo>
                  <a:pt x="699867" y="531893"/>
                </a:lnTo>
                <a:moveTo>
                  <a:pt x="2374601" y="649965"/>
                </a:moveTo>
                <a:lnTo>
                  <a:pt x="2389129" y="666678"/>
                </a:lnTo>
                <a:moveTo>
                  <a:pt x="2122534" y="384877"/>
                </a:moveTo>
                <a:lnTo>
                  <a:pt x="2126058" y="516926"/>
                </a:lnTo>
                <a:moveTo>
                  <a:pt x="626292" y="578969"/>
                </a:moveTo>
                <a:lnTo>
                  <a:pt x="576295" y="611323"/>
                </a:lnTo>
                <a:moveTo>
                  <a:pt x="731328" y="727177"/>
                </a:moveTo>
                <a:lnTo>
                  <a:pt x="745240" y="744708"/>
                </a:lnTo>
                <a:moveTo>
                  <a:pt x="2118631" y="767223"/>
                </a:moveTo>
                <a:lnTo>
                  <a:pt x="2190871" y="877996"/>
                </a:lnTo>
                <a:moveTo>
                  <a:pt x="2122534" y="384877"/>
                </a:moveTo>
                <a:lnTo>
                  <a:pt x="2119723" y="521796"/>
                </a:lnTo>
                <a:moveTo>
                  <a:pt x="331431" y="346093"/>
                </a:moveTo>
                <a:lnTo>
                  <a:pt x="365698" y="433502"/>
                </a:lnTo>
                <a:moveTo>
                  <a:pt x="2118631" y="767223"/>
                </a:moveTo>
                <a:lnTo>
                  <a:pt x="2207987" y="755314"/>
                </a:lnTo>
                <a:moveTo>
                  <a:pt x="2132740" y="523402"/>
                </a:moveTo>
                <a:lnTo>
                  <a:pt x="2182252" y="720912"/>
                </a:lnTo>
                <a:moveTo>
                  <a:pt x="626292" y="578969"/>
                </a:moveTo>
                <a:lnTo>
                  <a:pt x="614501" y="648269"/>
                </a:lnTo>
                <a:moveTo>
                  <a:pt x="518535" y="393859"/>
                </a:moveTo>
                <a:lnTo>
                  <a:pt x="441948" y="306618"/>
                </a:lnTo>
                <a:moveTo>
                  <a:pt x="441948" y="306618"/>
                </a:moveTo>
                <a:lnTo>
                  <a:pt x="365698" y="433502"/>
                </a:lnTo>
                <a:moveTo>
                  <a:pt x="614501" y="648269"/>
                </a:moveTo>
                <a:lnTo>
                  <a:pt x="731328" y="727177"/>
                </a:lnTo>
                <a:moveTo>
                  <a:pt x="924068" y="366633"/>
                </a:moveTo>
                <a:lnTo>
                  <a:pt x="966313" y="440232"/>
                </a:lnTo>
                <a:moveTo>
                  <a:pt x="2071885" y="871594"/>
                </a:moveTo>
                <a:lnTo>
                  <a:pt x="1944580" y="834315"/>
                </a:lnTo>
                <a:moveTo>
                  <a:pt x="441948" y="306618"/>
                </a:moveTo>
                <a:lnTo>
                  <a:pt x="430422" y="401928"/>
                </a:lnTo>
                <a:moveTo>
                  <a:pt x="1008676" y="475310"/>
                </a:moveTo>
                <a:lnTo>
                  <a:pt x="953786" y="659943"/>
                </a:lnTo>
                <a:moveTo>
                  <a:pt x="826885" y="445582"/>
                </a:moveTo>
                <a:lnTo>
                  <a:pt x="760500" y="477066"/>
                </a:lnTo>
                <a:moveTo>
                  <a:pt x="918858" y="367500"/>
                </a:moveTo>
                <a:lnTo>
                  <a:pt x="826885" y="445582"/>
                </a:lnTo>
                <a:moveTo>
                  <a:pt x="2126058" y="516926"/>
                </a:moveTo>
                <a:lnTo>
                  <a:pt x="2132740" y="523402"/>
                </a:lnTo>
                <a:moveTo>
                  <a:pt x="666657" y="286115"/>
                </a:moveTo>
                <a:lnTo>
                  <a:pt x="763484" y="348337"/>
                </a:lnTo>
                <a:moveTo>
                  <a:pt x="699867" y="531893"/>
                </a:moveTo>
                <a:lnTo>
                  <a:pt x="614501" y="648269"/>
                </a:lnTo>
                <a:moveTo>
                  <a:pt x="666657" y="286115"/>
                </a:moveTo>
                <a:lnTo>
                  <a:pt x="659010" y="375615"/>
                </a:lnTo>
                <a:moveTo>
                  <a:pt x="2126058" y="516926"/>
                </a:moveTo>
                <a:lnTo>
                  <a:pt x="2119723" y="521796"/>
                </a:lnTo>
                <a:moveTo>
                  <a:pt x="924068" y="366633"/>
                </a:moveTo>
                <a:lnTo>
                  <a:pt x="831002" y="449538"/>
                </a:lnTo>
                <a:moveTo>
                  <a:pt x="918858" y="367500"/>
                </a:moveTo>
                <a:lnTo>
                  <a:pt x="831002" y="449538"/>
                </a:lnTo>
                <a:moveTo>
                  <a:pt x="699867" y="531893"/>
                </a:moveTo>
                <a:lnTo>
                  <a:pt x="626292" y="578969"/>
                </a:lnTo>
                <a:moveTo>
                  <a:pt x="763484" y="348337"/>
                </a:moveTo>
                <a:lnTo>
                  <a:pt x="659010" y="375615"/>
                </a:lnTo>
                <a:moveTo>
                  <a:pt x="1944580" y="834315"/>
                </a:moveTo>
                <a:lnTo>
                  <a:pt x="1861246" y="775991"/>
                </a:lnTo>
                <a:moveTo>
                  <a:pt x="2182252" y="720912"/>
                </a:moveTo>
                <a:lnTo>
                  <a:pt x="2118631" y="767223"/>
                </a:lnTo>
                <a:moveTo>
                  <a:pt x="2118631" y="767223"/>
                </a:moveTo>
                <a:lnTo>
                  <a:pt x="2071885" y="871594"/>
                </a:lnTo>
                <a:moveTo>
                  <a:pt x="659010" y="375615"/>
                </a:moveTo>
                <a:lnTo>
                  <a:pt x="699867" y="531893"/>
                </a:lnTo>
                <a:moveTo>
                  <a:pt x="2129949" y="619790"/>
                </a:moveTo>
                <a:lnTo>
                  <a:pt x="2049764" y="607839"/>
                </a:lnTo>
                <a:moveTo>
                  <a:pt x="953786" y="659943"/>
                </a:moveTo>
                <a:lnTo>
                  <a:pt x="933759" y="643302"/>
                </a:lnTo>
                <a:moveTo>
                  <a:pt x="1008676" y="475310"/>
                </a:moveTo>
                <a:lnTo>
                  <a:pt x="957976" y="496910"/>
                </a:lnTo>
                <a:moveTo>
                  <a:pt x="1008676" y="475310"/>
                </a:moveTo>
                <a:lnTo>
                  <a:pt x="966313" y="440232"/>
                </a:lnTo>
                <a:moveTo>
                  <a:pt x="659010" y="375615"/>
                </a:moveTo>
                <a:lnTo>
                  <a:pt x="518535" y="393859"/>
                </a:lnTo>
                <a:moveTo>
                  <a:pt x="957976" y="496910"/>
                </a:moveTo>
                <a:lnTo>
                  <a:pt x="953786" y="659943"/>
                </a:lnTo>
                <a:moveTo>
                  <a:pt x="2049764" y="607839"/>
                </a:moveTo>
                <a:lnTo>
                  <a:pt x="2016642" y="636705"/>
                </a:lnTo>
                <a:moveTo>
                  <a:pt x="2169823" y="624708"/>
                </a:moveTo>
                <a:lnTo>
                  <a:pt x="2182252" y="720912"/>
                </a:lnTo>
                <a:moveTo>
                  <a:pt x="804750" y="641293"/>
                </a:moveTo>
                <a:lnTo>
                  <a:pt x="614501" y="648269"/>
                </a:lnTo>
                <a:moveTo>
                  <a:pt x="2255379" y="443857"/>
                </a:moveTo>
                <a:lnTo>
                  <a:pt x="2132740" y="523402"/>
                </a:lnTo>
                <a:moveTo>
                  <a:pt x="804016" y="642970"/>
                </a:moveTo>
                <a:lnTo>
                  <a:pt x="731328" y="727177"/>
                </a:lnTo>
                <a:moveTo>
                  <a:pt x="804750" y="641293"/>
                </a:moveTo>
                <a:lnTo>
                  <a:pt x="731328" y="727177"/>
                </a:lnTo>
                <a:moveTo>
                  <a:pt x="2122534" y="384877"/>
                </a:moveTo>
                <a:lnTo>
                  <a:pt x="2035377" y="457553"/>
                </a:lnTo>
                <a:moveTo>
                  <a:pt x="957976" y="496910"/>
                </a:moveTo>
                <a:lnTo>
                  <a:pt x="933759" y="643302"/>
                </a:lnTo>
                <a:moveTo>
                  <a:pt x="826885" y="445582"/>
                </a:moveTo>
                <a:lnTo>
                  <a:pt x="763484" y="348337"/>
                </a:lnTo>
                <a:moveTo>
                  <a:pt x="826885" y="445582"/>
                </a:moveTo>
                <a:lnTo>
                  <a:pt x="659010" y="375615"/>
                </a:lnTo>
                <a:moveTo>
                  <a:pt x="518535" y="393859"/>
                </a:moveTo>
                <a:lnTo>
                  <a:pt x="430422" y="401928"/>
                </a:lnTo>
                <a:moveTo>
                  <a:pt x="430422" y="401928"/>
                </a:moveTo>
                <a:lnTo>
                  <a:pt x="365698" y="433502"/>
                </a:lnTo>
                <a:moveTo>
                  <a:pt x="1997751" y="753792"/>
                </a:moveTo>
                <a:lnTo>
                  <a:pt x="2071885" y="871594"/>
                </a:lnTo>
                <a:moveTo>
                  <a:pt x="2132740" y="523402"/>
                </a:moveTo>
                <a:lnTo>
                  <a:pt x="2169823" y="624708"/>
                </a:lnTo>
                <a:moveTo>
                  <a:pt x="966313" y="440232"/>
                </a:moveTo>
                <a:lnTo>
                  <a:pt x="957976" y="496910"/>
                </a:lnTo>
                <a:moveTo>
                  <a:pt x="826885" y="445582"/>
                </a:moveTo>
                <a:lnTo>
                  <a:pt x="699867" y="531893"/>
                </a:lnTo>
                <a:moveTo>
                  <a:pt x="804750" y="641293"/>
                </a:moveTo>
                <a:lnTo>
                  <a:pt x="699867" y="531893"/>
                </a:lnTo>
                <a:moveTo>
                  <a:pt x="933759" y="643302"/>
                </a:moveTo>
                <a:lnTo>
                  <a:pt x="806887" y="641825"/>
                </a:lnTo>
                <a:moveTo>
                  <a:pt x="933759" y="643302"/>
                </a:moveTo>
                <a:lnTo>
                  <a:pt x="804750" y="641293"/>
                </a:lnTo>
                <a:moveTo>
                  <a:pt x="659010" y="375615"/>
                </a:moveTo>
                <a:lnTo>
                  <a:pt x="691388" y="466293"/>
                </a:lnTo>
                <a:moveTo>
                  <a:pt x="2119723" y="521796"/>
                </a:moveTo>
                <a:lnTo>
                  <a:pt x="2129949" y="619790"/>
                </a:lnTo>
                <a:moveTo>
                  <a:pt x="957976" y="496910"/>
                </a:moveTo>
                <a:lnTo>
                  <a:pt x="804750" y="641293"/>
                </a:lnTo>
                <a:moveTo>
                  <a:pt x="957976" y="496910"/>
                </a:moveTo>
                <a:lnTo>
                  <a:pt x="829566" y="455533"/>
                </a:lnTo>
                <a:moveTo>
                  <a:pt x="2119723" y="521796"/>
                </a:moveTo>
                <a:lnTo>
                  <a:pt x="2035377" y="457553"/>
                </a:lnTo>
                <a:moveTo>
                  <a:pt x="966313" y="440232"/>
                </a:moveTo>
                <a:lnTo>
                  <a:pt x="829566" y="455533"/>
                </a:lnTo>
                <a:moveTo>
                  <a:pt x="1997751" y="753792"/>
                </a:moveTo>
                <a:lnTo>
                  <a:pt x="1944580" y="834315"/>
                </a:lnTo>
                <a:moveTo>
                  <a:pt x="966313" y="440232"/>
                </a:moveTo>
                <a:lnTo>
                  <a:pt x="831002" y="449538"/>
                </a:lnTo>
                <a:moveTo>
                  <a:pt x="2168993" y="597904"/>
                </a:moveTo>
                <a:lnTo>
                  <a:pt x="2119723" y="521796"/>
                </a:lnTo>
                <a:moveTo>
                  <a:pt x="699867" y="531893"/>
                </a:moveTo>
                <a:lnTo>
                  <a:pt x="691388" y="466293"/>
                </a:lnTo>
                <a:moveTo>
                  <a:pt x="2016642" y="636705"/>
                </a:moveTo>
                <a:lnTo>
                  <a:pt x="1966617" y="638240"/>
                </a:lnTo>
                <a:moveTo>
                  <a:pt x="691388" y="466293"/>
                </a:moveTo>
                <a:lnTo>
                  <a:pt x="518535" y="393859"/>
                </a:lnTo>
                <a:moveTo>
                  <a:pt x="2200129" y="725177"/>
                </a:moveTo>
                <a:lnTo>
                  <a:pt x="2182252" y="720912"/>
                </a:lnTo>
                <a:moveTo>
                  <a:pt x="2182252" y="720912"/>
                </a:moveTo>
                <a:lnTo>
                  <a:pt x="2178516" y="728143"/>
                </a:lnTo>
                <a:moveTo>
                  <a:pt x="2255379" y="443857"/>
                </a:moveTo>
                <a:lnTo>
                  <a:pt x="2169823" y="624708"/>
                </a:lnTo>
                <a:moveTo>
                  <a:pt x="806887" y="641825"/>
                </a:moveTo>
                <a:lnTo>
                  <a:pt x="804016" y="642970"/>
                </a:lnTo>
                <a:moveTo>
                  <a:pt x="804750" y="641293"/>
                </a:moveTo>
                <a:lnTo>
                  <a:pt x="804016" y="642970"/>
                </a:lnTo>
                <a:moveTo>
                  <a:pt x="806887" y="641825"/>
                </a:moveTo>
                <a:lnTo>
                  <a:pt x="804750" y="641293"/>
                </a:lnTo>
                <a:moveTo>
                  <a:pt x="831002" y="449538"/>
                </a:moveTo>
                <a:lnTo>
                  <a:pt x="826885" y="445582"/>
                </a:lnTo>
                <a:moveTo>
                  <a:pt x="829566" y="455533"/>
                </a:moveTo>
                <a:lnTo>
                  <a:pt x="804750" y="641293"/>
                </a:lnTo>
                <a:moveTo>
                  <a:pt x="831002" y="449538"/>
                </a:moveTo>
                <a:lnTo>
                  <a:pt x="829566" y="455533"/>
                </a:lnTo>
                <a:moveTo>
                  <a:pt x="2118631" y="767223"/>
                </a:moveTo>
                <a:lnTo>
                  <a:pt x="1997751" y="753792"/>
                </a:lnTo>
                <a:moveTo>
                  <a:pt x="804750" y="641293"/>
                </a:moveTo>
                <a:lnTo>
                  <a:pt x="691388" y="466293"/>
                </a:lnTo>
                <a:moveTo>
                  <a:pt x="2169823" y="624708"/>
                </a:moveTo>
                <a:lnTo>
                  <a:pt x="2168993" y="597904"/>
                </a:lnTo>
                <a:moveTo>
                  <a:pt x="2129949" y="619790"/>
                </a:moveTo>
                <a:lnTo>
                  <a:pt x="1997751" y="753792"/>
                </a:lnTo>
                <a:moveTo>
                  <a:pt x="2255379" y="443857"/>
                </a:moveTo>
                <a:lnTo>
                  <a:pt x="2199579" y="511927"/>
                </a:lnTo>
                <a:moveTo>
                  <a:pt x="2168993" y="597904"/>
                </a:moveTo>
                <a:lnTo>
                  <a:pt x="2129949" y="619790"/>
                </a:lnTo>
                <a:moveTo>
                  <a:pt x="713262" y="459084"/>
                </a:moveTo>
                <a:lnTo>
                  <a:pt x="804750" y="641293"/>
                </a:lnTo>
                <a:moveTo>
                  <a:pt x="2129949" y="619790"/>
                </a:moveTo>
                <a:lnTo>
                  <a:pt x="2016642" y="636705"/>
                </a:lnTo>
                <a:moveTo>
                  <a:pt x="2178516" y="728143"/>
                </a:moveTo>
                <a:lnTo>
                  <a:pt x="2118631" y="767223"/>
                </a:lnTo>
                <a:moveTo>
                  <a:pt x="829566" y="455533"/>
                </a:moveTo>
                <a:lnTo>
                  <a:pt x="713262" y="459084"/>
                </a:lnTo>
                <a:moveTo>
                  <a:pt x="2016642" y="636705"/>
                </a:moveTo>
                <a:lnTo>
                  <a:pt x="1997751" y="753792"/>
                </a:lnTo>
                <a:moveTo>
                  <a:pt x="2199579" y="511927"/>
                </a:moveTo>
                <a:lnTo>
                  <a:pt x="2169823" y="624708"/>
                </a:lnTo>
                <a:moveTo>
                  <a:pt x="713262" y="459084"/>
                </a:moveTo>
                <a:lnTo>
                  <a:pt x="691388" y="466293"/>
                </a:lnTo>
                <a:moveTo>
                  <a:pt x="2169823" y="624708"/>
                </a:moveTo>
                <a:lnTo>
                  <a:pt x="2200129" y="725177"/>
                </a:lnTo>
                <a:moveTo>
                  <a:pt x="2129949" y="619790"/>
                </a:moveTo>
                <a:lnTo>
                  <a:pt x="2178516" y="728143"/>
                </a:lnTo>
                <a:moveTo>
                  <a:pt x="2199579" y="511927"/>
                </a:moveTo>
                <a:lnTo>
                  <a:pt x="2168993" y="597904"/>
                </a:lnTo>
                <a:moveTo>
                  <a:pt x="2178516" y="728143"/>
                </a:moveTo>
                <a:lnTo>
                  <a:pt x="1997751" y="753792"/>
                </a:lnTo>
                <a:moveTo>
                  <a:pt x="2200129" y="725177"/>
                </a:moveTo>
                <a:lnTo>
                  <a:pt x="2178516" y="72814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227" name="9ujf_9_build_ReferenceLigand_0">
            <a:extLst>
              <a:ext uri="{FF2B5EF4-FFF2-40B4-BE49-F238E27FC236}">
                <a16:creationId xmlns:a16="http://schemas.microsoft.com/office/drawing/2014/main" id="{EBD3B356-3BFE-4309-A1A1-299C7695732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1814" y="690972"/>
                </a:moveTo>
                <a:lnTo>
                  <a:pt x="549783" y="7582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8" name="9ujf_9_build_ReferenceLigand_1">
            <a:extLst>
              <a:ext uri="{FF2B5EF4-FFF2-40B4-BE49-F238E27FC236}">
                <a16:creationId xmlns:a16="http://schemas.microsoft.com/office/drawing/2014/main" id="{F7D8F28B-F4EB-4C64-A542-2D680B8195A3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1814" y="690972"/>
                </a:moveTo>
                <a:lnTo>
                  <a:pt x="780791" y="6637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9" name="9ujf_9_build_ReferenceLigand_2">
            <a:extLst>
              <a:ext uri="{FF2B5EF4-FFF2-40B4-BE49-F238E27FC236}">
                <a16:creationId xmlns:a16="http://schemas.microsoft.com/office/drawing/2014/main" id="{324EAFE1-F0D1-47FE-BE1C-4BFC9E549769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9523" y="537730"/>
                </a:moveTo>
                <a:lnTo>
                  <a:pt x="1520671" y="4670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0" name="9ujf_9_build_ReferenceLigand_3">
            <a:extLst>
              <a:ext uri="{FF2B5EF4-FFF2-40B4-BE49-F238E27FC236}">
                <a16:creationId xmlns:a16="http://schemas.microsoft.com/office/drawing/2014/main" id="{85072101-29DD-4140-B15C-BA06AD4B6C8C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4593" y="392672"/>
                </a:moveTo>
                <a:lnTo>
                  <a:pt x="1932136" y="3348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1" name="9ujf_9_build_ReferenceLigand_4">
            <a:extLst>
              <a:ext uri="{FF2B5EF4-FFF2-40B4-BE49-F238E27FC236}">
                <a16:creationId xmlns:a16="http://schemas.microsoft.com/office/drawing/2014/main" id="{9B2D2C72-2245-4264-A6F0-E5C0AF40A33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6855" y="647898"/>
                </a:moveTo>
                <a:lnTo>
                  <a:pt x="601814" y="69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2" name="9ujf_9_build_ReferenceLigand_5">
            <a:extLst>
              <a:ext uri="{FF2B5EF4-FFF2-40B4-BE49-F238E27FC236}">
                <a16:creationId xmlns:a16="http://schemas.microsoft.com/office/drawing/2014/main" id="{4BF4F12B-B84C-46D6-9E79-CD6B338BBD4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4463" y="973223"/>
                </a:moveTo>
                <a:lnTo>
                  <a:pt x="1999807" y="94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3" name="9ujf_9_build_ReferenceLigand_6">
            <a:extLst>
              <a:ext uri="{FF2B5EF4-FFF2-40B4-BE49-F238E27FC236}">
                <a16:creationId xmlns:a16="http://schemas.microsoft.com/office/drawing/2014/main" id="{18DBFF2C-D15B-4B80-8B63-16C88499261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791" y="663752"/>
                </a:moveTo>
                <a:lnTo>
                  <a:pt x="834942" y="595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4" name="9ujf_9_build_ReferenceLigand_7">
            <a:extLst>
              <a:ext uri="{FF2B5EF4-FFF2-40B4-BE49-F238E27FC236}">
                <a16:creationId xmlns:a16="http://schemas.microsoft.com/office/drawing/2014/main" id="{4D8AB398-815E-4094-A4DC-75E9D81CFCF3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1432" y="734920"/>
                </a:moveTo>
                <a:lnTo>
                  <a:pt x="1479523" y="5377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5" name="9ujf_9_build_ReferenceLigand_8">
            <a:extLst>
              <a:ext uri="{FF2B5EF4-FFF2-40B4-BE49-F238E27FC236}">
                <a16:creationId xmlns:a16="http://schemas.microsoft.com/office/drawing/2014/main" id="{77619FA1-819F-4E41-AAFD-A0D6AB5B1F6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5999" y="941737"/>
                </a:moveTo>
                <a:lnTo>
                  <a:pt x="1884463" y="9732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6" name="9ujf_9_build_ReferenceLigand_9">
            <a:extLst>
              <a:ext uri="{FF2B5EF4-FFF2-40B4-BE49-F238E27FC236}">
                <a16:creationId xmlns:a16="http://schemas.microsoft.com/office/drawing/2014/main" id="{B4111CE8-6882-4326-B00F-ACB852FCBE21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1341" y="589567"/>
                </a:moveTo>
                <a:lnTo>
                  <a:pt x="2004593" y="3926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7" name="9ujf_9_build_ReferenceLigand_10">
            <a:extLst>
              <a:ext uri="{FF2B5EF4-FFF2-40B4-BE49-F238E27FC236}">
                <a16:creationId xmlns:a16="http://schemas.microsoft.com/office/drawing/2014/main" id="{F6F29174-828D-40ED-8013-3D0223F522B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2031" y="752301"/>
                </a:moveTo>
                <a:lnTo>
                  <a:pt x="1431432" y="7349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8" name="9ujf_9_build_ReferenceLigand_11">
            <a:extLst>
              <a:ext uri="{FF2B5EF4-FFF2-40B4-BE49-F238E27FC236}">
                <a16:creationId xmlns:a16="http://schemas.microsoft.com/office/drawing/2014/main" id="{C69A374F-4157-47C7-9A10-3918D424655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9156" y="583689"/>
                </a:moveTo>
                <a:lnTo>
                  <a:pt x="1252031" y="7523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9" name="9ujf_9_build_ReferenceLigand_12">
            <a:extLst>
              <a:ext uri="{FF2B5EF4-FFF2-40B4-BE49-F238E27FC236}">
                <a16:creationId xmlns:a16="http://schemas.microsoft.com/office/drawing/2014/main" id="{422C4142-4D50-43F2-BE0D-EE835DA07F8E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919" y="849584"/>
                </a:moveTo>
                <a:lnTo>
                  <a:pt x="1675999" y="9417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0" name="9ujf_9_build_ReferenceLigand_13">
            <a:extLst>
              <a:ext uri="{FF2B5EF4-FFF2-40B4-BE49-F238E27FC236}">
                <a16:creationId xmlns:a16="http://schemas.microsoft.com/office/drawing/2014/main" id="{0C097329-F6EE-409F-B0F4-82ACB6ECF79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005" y="282318"/>
                </a:moveTo>
                <a:lnTo>
                  <a:pt x="1311368" y="450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1" name="9ujf_9_build_ReferenceLigand_14">
            <a:extLst>
              <a:ext uri="{FF2B5EF4-FFF2-40B4-BE49-F238E27FC236}">
                <a16:creationId xmlns:a16="http://schemas.microsoft.com/office/drawing/2014/main" id="{2B3C039D-3CDC-41FA-A8C1-30D829E7DC46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1432" y="734920"/>
                </a:moveTo>
                <a:lnTo>
                  <a:pt x="1560919" y="849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2" name="9ujf_9_build_ReferenceLigand_15">
            <a:extLst>
              <a:ext uri="{FF2B5EF4-FFF2-40B4-BE49-F238E27FC236}">
                <a16:creationId xmlns:a16="http://schemas.microsoft.com/office/drawing/2014/main" id="{C3D23D45-2D42-4FA3-9D30-9CB7BE9747BE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9523" y="537730"/>
                </a:moveTo>
                <a:lnTo>
                  <a:pt x="1311368" y="450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3" name="9ujf_9_build_ReferenceLigand_16">
            <a:extLst>
              <a:ext uri="{FF2B5EF4-FFF2-40B4-BE49-F238E27FC236}">
                <a16:creationId xmlns:a16="http://schemas.microsoft.com/office/drawing/2014/main" id="{EE93922E-B85E-4534-86FF-4B6EA1FC9536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4593" y="392672"/>
                </a:moveTo>
                <a:lnTo>
                  <a:pt x="2150349" y="2653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4" name="9ujf_9_build_ReferenceLigand_17">
            <a:extLst>
              <a:ext uri="{FF2B5EF4-FFF2-40B4-BE49-F238E27FC236}">
                <a16:creationId xmlns:a16="http://schemas.microsoft.com/office/drawing/2014/main" id="{6FE94070-27CD-44E2-981C-4B94A3EE8DDD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1368" y="450666"/>
                </a:moveTo>
                <a:lnTo>
                  <a:pt x="1169156" y="583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5" name="9ujf_9_build_ReferenceLigand_18">
            <a:extLst>
              <a:ext uri="{FF2B5EF4-FFF2-40B4-BE49-F238E27FC236}">
                <a16:creationId xmlns:a16="http://schemas.microsoft.com/office/drawing/2014/main" id="{32BEF121-A2A7-48A9-BDFD-788C762A8D8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4463" y="973223"/>
                </a:moveTo>
                <a:lnTo>
                  <a:pt x="1909379" y="11608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6" name="9ujf_9_build_ReferenceLigand_19">
            <a:extLst>
              <a:ext uri="{FF2B5EF4-FFF2-40B4-BE49-F238E27FC236}">
                <a16:creationId xmlns:a16="http://schemas.microsoft.com/office/drawing/2014/main" id="{F47B3CBA-E993-4525-93F9-4AF73EFE6381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9156" y="583689"/>
                </a:moveTo>
                <a:lnTo>
                  <a:pt x="1001351" y="5576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7" name="9ujf_9_build_ReferenceLigand_20">
            <a:extLst>
              <a:ext uri="{FF2B5EF4-FFF2-40B4-BE49-F238E27FC236}">
                <a16:creationId xmlns:a16="http://schemas.microsoft.com/office/drawing/2014/main" id="{DD2E43E6-4C52-48E2-B016-A7AAC259D03D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0918" y="578188"/>
                </a:moveTo>
                <a:lnTo>
                  <a:pt x="476855" y="6478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8" name="9ujf_9_build_ReferenceLigand_21">
            <a:extLst>
              <a:ext uri="{FF2B5EF4-FFF2-40B4-BE49-F238E27FC236}">
                <a16:creationId xmlns:a16="http://schemas.microsoft.com/office/drawing/2014/main" id="{91064097-497E-4E3A-8AD9-375A76E7E23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4593" y="392672"/>
                </a:moveTo>
                <a:lnTo>
                  <a:pt x="1857340" y="3911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9" name="9ujf_9_build_ReferenceLigand_22">
            <a:extLst>
              <a:ext uri="{FF2B5EF4-FFF2-40B4-BE49-F238E27FC236}">
                <a16:creationId xmlns:a16="http://schemas.microsoft.com/office/drawing/2014/main" id="{9E748254-8E74-4FEC-90B5-E7271B6D79E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4596" y="719913"/>
                </a:moveTo>
                <a:lnTo>
                  <a:pt x="2091341" y="5895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0" name="9ujf_9_build_ReferenceLigand_23">
            <a:extLst>
              <a:ext uri="{FF2B5EF4-FFF2-40B4-BE49-F238E27FC236}">
                <a16:creationId xmlns:a16="http://schemas.microsoft.com/office/drawing/2014/main" id="{4BDD4552-D77A-4822-BC56-0C3ED988AA89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942" y="595261"/>
                </a:moveTo>
                <a:lnTo>
                  <a:pt x="1001351" y="5576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1" name="9ujf_9_build_ReferenceLigand_24">
            <a:extLst>
              <a:ext uri="{FF2B5EF4-FFF2-40B4-BE49-F238E27FC236}">
                <a16:creationId xmlns:a16="http://schemas.microsoft.com/office/drawing/2014/main" id="{0C33C45F-3A46-4A48-94A8-66748D9BB49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4463" y="973223"/>
                </a:moveTo>
                <a:lnTo>
                  <a:pt x="1930582" y="8318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2" name="9ujf_9_build_ReferenceLigand_25">
            <a:extLst>
              <a:ext uri="{FF2B5EF4-FFF2-40B4-BE49-F238E27FC236}">
                <a16:creationId xmlns:a16="http://schemas.microsoft.com/office/drawing/2014/main" id="{D860CF9B-23EB-406B-80B0-8DC17037AF8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942" y="595261"/>
                </a:moveTo>
                <a:lnTo>
                  <a:pt x="711772" y="5513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3" name="9ujf_9_build_ReferenceLigand_26">
            <a:extLst>
              <a:ext uri="{FF2B5EF4-FFF2-40B4-BE49-F238E27FC236}">
                <a16:creationId xmlns:a16="http://schemas.microsoft.com/office/drawing/2014/main" id="{513A3653-AEA0-4EA9-BF0A-26944077B06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4596" y="719913"/>
                </a:moveTo>
                <a:lnTo>
                  <a:pt x="2274159" y="8410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4" name="9ujf_9_build_ReferenceLigand_27">
            <a:extLst>
              <a:ext uri="{FF2B5EF4-FFF2-40B4-BE49-F238E27FC236}">
                <a16:creationId xmlns:a16="http://schemas.microsoft.com/office/drawing/2014/main" id="{40EEAABD-25DD-4CBD-9BB2-4EEF53819B1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1772" y="551300"/>
                </a:moveTo>
                <a:lnTo>
                  <a:pt x="530918" y="5781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5" name="9ujf_9_build_ReferenceLigand_28">
            <a:extLst>
              <a:ext uri="{FF2B5EF4-FFF2-40B4-BE49-F238E27FC236}">
                <a16:creationId xmlns:a16="http://schemas.microsoft.com/office/drawing/2014/main" id="{6295F0E5-65A5-41E8-B2A6-2E2B4808EBD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82" y="831858"/>
                </a:moveTo>
                <a:lnTo>
                  <a:pt x="2114596" y="7199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6" name="9ujf_9_build_ReferenceLigand_29">
            <a:extLst>
              <a:ext uri="{FF2B5EF4-FFF2-40B4-BE49-F238E27FC236}">
                <a16:creationId xmlns:a16="http://schemas.microsoft.com/office/drawing/2014/main" id="{79949DF5-2C37-44FA-99D5-0CDF435AFF3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351" y="557688"/>
                </a:moveTo>
                <a:lnTo>
                  <a:pt x="979833" y="4885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7" name="9ujf_9_build_ReferenceLigand_30">
            <a:extLst>
              <a:ext uri="{FF2B5EF4-FFF2-40B4-BE49-F238E27FC236}">
                <a16:creationId xmlns:a16="http://schemas.microsoft.com/office/drawing/2014/main" id="{723695D7-739E-445F-A9B0-FBBEF8DC45EC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0918" y="578188"/>
                </a:moveTo>
                <a:lnTo>
                  <a:pt x="419394" y="5401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8" name="9ujf_9_build_ReferenceLigand_31">
            <a:extLst>
              <a:ext uri="{FF2B5EF4-FFF2-40B4-BE49-F238E27FC236}">
                <a16:creationId xmlns:a16="http://schemas.microsoft.com/office/drawing/2014/main" id="{182A4B6B-6450-4250-9AAE-D6D9B710D18D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4596" y="719913"/>
                </a:moveTo>
                <a:lnTo>
                  <a:pt x="2131809" y="6121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9" name="9ujf_9_build_ReferenceLigand_32">
            <a:extLst>
              <a:ext uri="{FF2B5EF4-FFF2-40B4-BE49-F238E27FC236}">
                <a16:creationId xmlns:a16="http://schemas.microsoft.com/office/drawing/2014/main" id="{4977C0BA-4948-4EE4-9711-E679D07A5C51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3259" y="486747"/>
                </a:moveTo>
                <a:lnTo>
                  <a:pt x="711772" y="5513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0" name="9ujf_9_build_ReferenceLigand_33">
            <a:extLst>
              <a:ext uri="{FF2B5EF4-FFF2-40B4-BE49-F238E27FC236}">
                <a16:creationId xmlns:a16="http://schemas.microsoft.com/office/drawing/2014/main" id="{F9B21BD8-BB82-4A50-ADD1-2E84DA08AB8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833" y="488504"/>
                </a:moveTo>
                <a:lnTo>
                  <a:pt x="803259" y="486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1" name="9ujf_9_build_PredictedLigand_0">
            <a:extLst>
              <a:ext uri="{FF2B5EF4-FFF2-40B4-BE49-F238E27FC236}">
                <a16:creationId xmlns:a16="http://schemas.microsoft.com/office/drawing/2014/main" id="{992C1CDB-EC9A-4D20-B216-8F6F9A3F68D6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168" y="495319"/>
                </a:moveTo>
                <a:lnTo>
                  <a:pt x="589228" y="6790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2" name="9ujf_9_build_PredictedLigand_1">
            <a:extLst>
              <a:ext uri="{FF2B5EF4-FFF2-40B4-BE49-F238E27FC236}">
                <a16:creationId xmlns:a16="http://schemas.microsoft.com/office/drawing/2014/main" id="{FF659936-46BA-4A2F-BF1A-AA216834B7D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3900" y="680929"/>
                </a:moveTo>
                <a:lnTo>
                  <a:pt x="1549113" y="53174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3" name="9ujf_9_build_PredictedLigand_2">
            <a:extLst>
              <a:ext uri="{FF2B5EF4-FFF2-40B4-BE49-F238E27FC236}">
                <a16:creationId xmlns:a16="http://schemas.microsoft.com/office/drawing/2014/main" id="{C0F06A97-4917-4A2B-8AA5-CD096A0CA3BA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168" y="495319"/>
                </a:moveTo>
                <a:lnTo>
                  <a:pt x="786502" y="3908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4" name="9ujf_9_build_PredictedLigand_3">
            <a:extLst>
              <a:ext uri="{FF2B5EF4-FFF2-40B4-BE49-F238E27FC236}">
                <a16:creationId xmlns:a16="http://schemas.microsoft.com/office/drawing/2014/main" id="{039AB0D5-41DA-4B34-A6E5-11841E00A64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2941" y="658770"/>
                </a:moveTo>
                <a:lnTo>
                  <a:pt x="665168" y="4953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5" name="9ujf_9_build_PredictedLigand_4">
            <a:extLst>
              <a:ext uri="{FF2B5EF4-FFF2-40B4-BE49-F238E27FC236}">
                <a16:creationId xmlns:a16="http://schemas.microsoft.com/office/drawing/2014/main" id="{9EFF4AF4-5AE3-4656-B849-B4E3B76BED9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9079" y="342434"/>
                </a:moveTo>
                <a:lnTo>
                  <a:pt x="2231559" y="3443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6" name="9ujf_9_build_PredictedLigand_5">
            <a:extLst>
              <a:ext uri="{FF2B5EF4-FFF2-40B4-BE49-F238E27FC236}">
                <a16:creationId xmlns:a16="http://schemas.microsoft.com/office/drawing/2014/main" id="{35349782-5F4D-48B3-9E2E-C255144A9899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3900" y="680929"/>
                </a:moveTo>
                <a:lnTo>
                  <a:pt x="1293400" y="620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7" name="9ujf_9_build_PredictedLigand_6">
            <a:extLst>
              <a:ext uri="{FF2B5EF4-FFF2-40B4-BE49-F238E27FC236}">
                <a16:creationId xmlns:a16="http://schemas.microsoft.com/office/drawing/2014/main" id="{D55360CA-A052-4B77-9AED-C4FBF223006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5614" y="812406"/>
                </a:moveTo>
                <a:lnTo>
                  <a:pt x="1453900" y="6809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8" name="9ujf_9_build_PredictedLigand_7">
            <a:extLst>
              <a:ext uri="{FF2B5EF4-FFF2-40B4-BE49-F238E27FC236}">
                <a16:creationId xmlns:a16="http://schemas.microsoft.com/office/drawing/2014/main" id="{AE41C8C2-DD38-46B0-B798-0218607A07B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862" y="989974"/>
                </a:moveTo>
                <a:lnTo>
                  <a:pt x="2016640" y="9566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9" name="9ujf_9_build_PredictedLigand_8">
            <a:extLst>
              <a:ext uri="{FF2B5EF4-FFF2-40B4-BE49-F238E27FC236}">
                <a16:creationId xmlns:a16="http://schemas.microsoft.com/office/drawing/2014/main" id="{09CD4A0B-84C2-4750-9F0F-F777D9FAFE4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5614" y="812406"/>
                </a:moveTo>
                <a:lnTo>
                  <a:pt x="1660150" y="892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0" name="9ujf_9_build_PredictedLigand_9">
            <a:extLst>
              <a:ext uri="{FF2B5EF4-FFF2-40B4-BE49-F238E27FC236}">
                <a16:creationId xmlns:a16="http://schemas.microsoft.com/office/drawing/2014/main" id="{AEE59492-1189-476F-9FBC-D279A5D36B8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359" y="455968"/>
                </a:moveTo>
                <a:lnTo>
                  <a:pt x="1293400" y="620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1" name="9ujf_9_build_PredictedLigand_10">
            <a:extLst>
              <a:ext uri="{FF2B5EF4-FFF2-40B4-BE49-F238E27FC236}">
                <a16:creationId xmlns:a16="http://schemas.microsoft.com/office/drawing/2014/main" id="{F6598A6E-91F1-4504-90CB-ACFF2A4B2E39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9079" y="342434"/>
                </a:moveTo>
                <a:lnTo>
                  <a:pt x="1950135" y="2820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2" name="9ujf_9_build_PredictedLigand_11">
            <a:extLst>
              <a:ext uri="{FF2B5EF4-FFF2-40B4-BE49-F238E27FC236}">
                <a16:creationId xmlns:a16="http://schemas.microsoft.com/office/drawing/2014/main" id="{2CE42CD8-CC59-41F3-8DE9-9EC72BA9BF8F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150" y="892635"/>
                </a:moveTo>
                <a:lnTo>
                  <a:pt x="1721735" y="994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3" name="9ujf_9_build_PredictedLigand_12">
            <a:extLst>
              <a:ext uri="{FF2B5EF4-FFF2-40B4-BE49-F238E27FC236}">
                <a16:creationId xmlns:a16="http://schemas.microsoft.com/office/drawing/2014/main" id="{5B357961-8C52-4F67-8B07-0DE06FAEE06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3400" y="620992"/>
                </a:moveTo>
                <a:lnTo>
                  <a:pt x="1223412" y="7371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4" name="9ujf_9_build_PredictedLigand_13">
            <a:extLst>
              <a:ext uri="{FF2B5EF4-FFF2-40B4-BE49-F238E27FC236}">
                <a16:creationId xmlns:a16="http://schemas.microsoft.com/office/drawing/2014/main" id="{4403AFCC-AF64-4CCF-81DB-EBECABE86F23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800" y="526304"/>
                </a:moveTo>
                <a:lnTo>
                  <a:pt x="2139079" y="3424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5" name="9ujf_9_build_PredictedLigand_14">
            <a:extLst>
              <a:ext uri="{FF2B5EF4-FFF2-40B4-BE49-F238E27FC236}">
                <a16:creationId xmlns:a16="http://schemas.microsoft.com/office/drawing/2014/main" id="{D59D3E1E-F0E7-4864-8FD0-777288AB96D1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735" y="994451"/>
                </a:moveTo>
                <a:lnTo>
                  <a:pt x="1955862" y="9899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6" name="9ujf_9_build_PredictedLigand_15">
            <a:extLst>
              <a:ext uri="{FF2B5EF4-FFF2-40B4-BE49-F238E27FC236}">
                <a16:creationId xmlns:a16="http://schemas.microsoft.com/office/drawing/2014/main" id="{33E466EF-56B8-4186-8D2F-0F74E6106F8A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412" y="737113"/>
                </a:moveTo>
                <a:lnTo>
                  <a:pt x="1077512" y="747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7" name="9ujf_9_build_PredictedLigand_16">
            <a:extLst>
              <a:ext uri="{FF2B5EF4-FFF2-40B4-BE49-F238E27FC236}">
                <a16:creationId xmlns:a16="http://schemas.microsoft.com/office/drawing/2014/main" id="{BE2F2FC7-6387-4038-9AE3-B851AD2922E5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6742" y="843064"/>
                </a:moveTo>
                <a:lnTo>
                  <a:pt x="1505614" y="8124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8" name="9ujf_9_build_PredictedLigand_17">
            <a:extLst>
              <a:ext uri="{FF2B5EF4-FFF2-40B4-BE49-F238E27FC236}">
                <a16:creationId xmlns:a16="http://schemas.microsoft.com/office/drawing/2014/main" id="{73938E5A-5B0F-4370-AA24-5C7435D9FD68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68" y="479513"/>
                </a:moveTo>
                <a:lnTo>
                  <a:pt x="1077512" y="747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9" name="9ujf_9_build_PredictedLigand_18">
            <a:extLst>
              <a:ext uri="{FF2B5EF4-FFF2-40B4-BE49-F238E27FC236}">
                <a16:creationId xmlns:a16="http://schemas.microsoft.com/office/drawing/2014/main" id="{4F579F89-47BD-49FB-BBE7-B0D69021EEB6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9079" y="342434"/>
                </a:moveTo>
                <a:lnTo>
                  <a:pt x="2261529" y="2321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0" name="9ujf_9_build_PredictedLigand_19">
            <a:extLst>
              <a:ext uri="{FF2B5EF4-FFF2-40B4-BE49-F238E27FC236}">
                <a16:creationId xmlns:a16="http://schemas.microsoft.com/office/drawing/2014/main" id="{4F50FDBE-1A4F-424A-8818-07209951594F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6502" y="390809"/>
                </a:moveTo>
                <a:lnTo>
                  <a:pt x="907168" y="4795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1" name="9ujf_9_build_PredictedLigand_20">
            <a:extLst>
              <a:ext uri="{FF2B5EF4-FFF2-40B4-BE49-F238E27FC236}">
                <a16:creationId xmlns:a16="http://schemas.microsoft.com/office/drawing/2014/main" id="{A0282453-1819-44AC-AF19-0D829E024E87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862" y="989974"/>
                </a:moveTo>
                <a:lnTo>
                  <a:pt x="2011777" y="11670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2" name="9ujf_9_build_PredictedLigand_21">
            <a:extLst>
              <a:ext uri="{FF2B5EF4-FFF2-40B4-BE49-F238E27FC236}">
                <a16:creationId xmlns:a16="http://schemas.microsoft.com/office/drawing/2014/main" id="{019D06A8-C3B0-4963-85CB-1DB1803A182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412" y="737113"/>
                </a:moveTo>
                <a:lnTo>
                  <a:pt x="1376742" y="8430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3" name="9ujf_9_build_PredictedLigand_22">
            <a:extLst>
              <a:ext uri="{FF2B5EF4-FFF2-40B4-BE49-F238E27FC236}">
                <a16:creationId xmlns:a16="http://schemas.microsoft.com/office/drawing/2014/main" id="{AA481A2C-64DA-4168-89C3-1B3058398B2D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862" y="989974"/>
                </a:moveTo>
                <a:lnTo>
                  <a:pt x="1991870" y="8158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4" name="9ujf_9_build_PredictedLigand_23">
            <a:extLst>
              <a:ext uri="{FF2B5EF4-FFF2-40B4-BE49-F238E27FC236}">
                <a16:creationId xmlns:a16="http://schemas.microsoft.com/office/drawing/2014/main" id="{B8986A01-0DC6-446B-88CC-4D6089D1973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4052" y="698267"/>
                </a:moveTo>
                <a:lnTo>
                  <a:pt x="2112800" y="5263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5" name="9ujf_9_build_PredictedLigand_24">
            <a:extLst>
              <a:ext uri="{FF2B5EF4-FFF2-40B4-BE49-F238E27FC236}">
                <a16:creationId xmlns:a16="http://schemas.microsoft.com/office/drawing/2014/main" id="{BDFA81FD-809A-4239-9F96-88EE5AAF8477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4052" y="698267"/>
                </a:moveTo>
                <a:lnTo>
                  <a:pt x="2317785" y="7995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6" name="9ujf_9_build_PredictedLigand_25">
            <a:extLst>
              <a:ext uri="{FF2B5EF4-FFF2-40B4-BE49-F238E27FC236}">
                <a16:creationId xmlns:a16="http://schemas.microsoft.com/office/drawing/2014/main" id="{02561724-FB7A-487D-8839-AB807790230E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512" y="747459"/>
                </a:moveTo>
                <a:lnTo>
                  <a:pt x="1057976" y="59135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7" name="9ujf_9_build_PredictedLigand_26">
            <a:extLst>
              <a:ext uri="{FF2B5EF4-FFF2-40B4-BE49-F238E27FC236}">
                <a16:creationId xmlns:a16="http://schemas.microsoft.com/office/drawing/2014/main" id="{D35B7471-5BDC-4649-930B-022D4D68F3BC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68" y="479513"/>
                </a:moveTo>
                <a:lnTo>
                  <a:pt x="833850" y="5538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8" name="9ujf_9_build_PredictedLigand_27">
            <a:extLst>
              <a:ext uri="{FF2B5EF4-FFF2-40B4-BE49-F238E27FC236}">
                <a16:creationId xmlns:a16="http://schemas.microsoft.com/office/drawing/2014/main" id="{14112160-461C-412D-B7C2-3534C3B6170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1870" y="815824"/>
                </a:moveTo>
                <a:lnTo>
                  <a:pt x="2184052" y="6982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9" name="9ujf_9_build_PredictedLigand_28">
            <a:extLst>
              <a:ext uri="{FF2B5EF4-FFF2-40B4-BE49-F238E27FC236}">
                <a16:creationId xmlns:a16="http://schemas.microsoft.com/office/drawing/2014/main" id="{B5FD389E-244C-45B3-9F80-CB0EAFCDA22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812" y="742933"/>
                </a:moveTo>
                <a:lnTo>
                  <a:pt x="562941" y="6587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0" name="9ujf_9_build_PredictedLigand_29">
            <a:extLst>
              <a:ext uri="{FF2B5EF4-FFF2-40B4-BE49-F238E27FC236}">
                <a16:creationId xmlns:a16="http://schemas.microsoft.com/office/drawing/2014/main" id="{0EDE8E02-AB90-4614-A1F8-B73E9655879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4052" y="698267"/>
                </a:moveTo>
                <a:lnTo>
                  <a:pt x="2261326" y="65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1" name="9ujf_9_build_PredictedLigand_30">
            <a:extLst>
              <a:ext uri="{FF2B5EF4-FFF2-40B4-BE49-F238E27FC236}">
                <a16:creationId xmlns:a16="http://schemas.microsoft.com/office/drawing/2014/main" id="{8A4B1E2C-8DF9-4E09-9B6D-5012F024EB59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0189" y="388425"/>
                </a:moveTo>
                <a:lnTo>
                  <a:pt x="833850" y="5538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2" name="9ujf_9_build_PredictedLigand_31">
            <a:extLst>
              <a:ext uri="{FF2B5EF4-FFF2-40B4-BE49-F238E27FC236}">
                <a16:creationId xmlns:a16="http://schemas.microsoft.com/office/drawing/2014/main" id="{90DF6410-DAC0-4945-B42A-ACF60F6AB15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7976" y="591353"/>
                </a:moveTo>
                <a:lnTo>
                  <a:pt x="930189" y="3884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3" name="9ujf_9_build_PredictedLigand_32">
            <a:extLst>
              <a:ext uri="{FF2B5EF4-FFF2-40B4-BE49-F238E27FC236}">
                <a16:creationId xmlns:a16="http://schemas.microsoft.com/office/drawing/2014/main" id="{BD4B9B8F-878A-431F-A54D-4D032D9181C2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3850" y="553852"/>
                </a:moveTo>
                <a:lnTo>
                  <a:pt x="542812" y="742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4" name="9ujf_9_build_PredictedLigand_33">
            <a:extLst>
              <a:ext uri="{FF2B5EF4-FFF2-40B4-BE49-F238E27FC236}">
                <a16:creationId xmlns:a16="http://schemas.microsoft.com/office/drawing/2014/main" id="{15499D8C-CB8A-4D9A-A1E3-A857EBADC8BF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812" y="742933"/>
                </a:moveTo>
                <a:lnTo>
                  <a:pt x="479374" y="8479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5" name="9ujf_9_build_PredictedAtoms_0">
            <a:extLst>
              <a:ext uri="{FF2B5EF4-FFF2-40B4-BE49-F238E27FC236}">
                <a16:creationId xmlns:a16="http://schemas.microsoft.com/office/drawing/2014/main" id="{CC78C830-C690-4FDD-9148-62CF44CF2DDB}"/>
              </a:ext>
            </a:extLst>
          </p:cNvPr>
          <p:cNvSpPr>
            <a:spLocks/>
          </p:cNvSpPr>
          <p:nvPr/>
        </p:nvSpPr>
        <p:spPr>
          <a:xfrm>
            <a:off x="7419367" y="83931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6" name="9ujf_9_build_PredictedAtoms_1">
            <a:extLst>
              <a:ext uri="{FF2B5EF4-FFF2-40B4-BE49-F238E27FC236}">
                <a16:creationId xmlns:a16="http://schemas.microsoft.com/office/drawing/2014/main" id="{E8372B9C-1645-4CD6-A0F9-290115AFAFDA}"/>
              </a:ext>
            </a:extLst>
          </p:cNvPr>
          <p:cNvSpPr>
            <a:spLocks/>
          </p:cNvSpPr>
          <p:nvPr/>
        </p:nvSpPr>
        <p:spPr>
          <a:xfrm>
            <a:off x="7449407" y="85581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7" name="9ujf_9_build_PredictedAtoms_2">
            <a:extLst>
              <a:ext uri="{FF2B5EF4-FFF2-40B4-BE49-F238E27FC236}">
                <a16:creationId xmlns:a16="http://schemas.microsoft.com/office/drawing/2014/main" id="{5BBFBF05-4F67-4BD7-8E2C-2467B7E5C4E8}"/>
              </a:ext>
            </a:extLst>
          </p:cNvPr>
          <p:cNvSpPr>
            <a:spLocks/>
          </p:cNvSpPr>
          <p:nvPr/>
        </p:nvSpPr>
        <p:spPr>
          <a:xfrm>
            <a:off x="7379420" y="86742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8" name="9ujf_9_build_PredictedAtoms_3">
            <a:extLst>
              <a:ext uri="{FF2B5EF4-FFF2-40B4-BE49-F238E27FC236}">
                <a16:creationId xmlns:a16="http://schemas.microsoft.com/office/drawing/2014/main" id="{0EB5563B-2EEB-4F75-972F-B79090C123AA}"/>
              </a:ext>
            </a:extLst>
          </p:cNvPr>
          <p:cNvSpPr>
            <a:spLocks/>
          </p:cNvSpPr>
          <p:nvPr/>
        </p:nvSpPr>
        <p:spPr>
          <a:xfrm>
            <a:off x="7233519" y="86846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9" name="9ujf_9_build_PredictedAtoms_4">
            <a:extLst>
              <a:ext uri="{FF2B5EF4-FFF2-40B4-BE49-F238E27FC236}">
                <a16:creationId xmlns:a16="http://schemas.microsoft.com/office/drawing/2014/main" id="{270E03D8-1CA6-4A30-AC98-63A41C36F586}"/>
              </a:ext>
            </a:extLst>
          </p:cNvPr>
          <p:cNvSpPr>
            <a:spLocks/>
          </p:cNvSpPr>
          <p:nvPr/>
        </p:nvSpPr>
        <p:spPr>
          <a:xfrm>
            <a:off x="7213984" y="85285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0" name="9ujf_9_build_PredictedAtoms_5">
            <a:extLst>
              <a:ext uri="{FF2B5EF4-FFF2-40B4-BE49-F238E27FC236}">
                <a16:creationId xmlns:a16="http://schemas.microsoft.com/office/drawing/2014/main" id="{5A3F6C3F-C20D-426D-877B-7DAA8AE98F16}"/>
              </a:ext>
            </a:extLst>
          </p:cNvPr>
          <p:cNvSpPr>
            <a:spLocks/>
          </p:cNvSpPr>
          <p:nvPr/>
        </p:nvSpPr>
        <p:spPr>
          <a:xfrm>
            <a:off x="7086197" y="83256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1" name="9ujf_9_build_PredictedAtoms_6">
            <a:extLst>
              <a:ext uri="{FF2B5EF4-FFF2-40B4-BE49-F238E27FC236}">
                <a16:creationId xmlns:a16="http://schemas.microsoft.com/office/drawing/2014/main" id="{5AEAE3FD-F486-448C-A38C-5D5BA1C0A263}"/>
              </a:ext>
            </a:extLst>
          </p:cNvPr>
          <p:cNvSpPr>
            <a:spLocks/>
          </p:cNvSpPr>
          <p:nvPr/>
        </p:nvSpPr>
        <p:spPr>
          <a:xfrm>
            <a:off x="6989858" y="84910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2" name="9ujf_9_build_PredictedAtoms_7">
            <a:extLst>
              <a:ext uri="{FF2B5EF4-FFF2-40B4-BE49-F238E27FC236}">
                <a16:creationId xmlns:a16="http://schemas.microsoft.com/office/drawing/2014/main" id="{09859BBA-8436-45DF-B833-D149DCE9501A}"/>
              </a:ext>
            </a:extLst>
          </p:cNvPr>
          <p:cNvSpPr>
            <a:spLocks/>
          </p:cNvSpPr>
          <p:nvPr/>
        </p:nvSpPr>
        <p:spPr>
          <a:xfrm>
            <a:off x="6698820" y="86801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3" name="9ujf_9_build_PredictedAtoms_8">
            <a:extLst>
              <a:ext uri="{FF2B5EF4-FFF2-40B4-BE49-F238E27FC236}">
                <a16:creationId xmlns:a16="http://schemas.microsoft.com/office/drawing/2014/main" id="{92FD2558-F2F2-42DE-985A-E8E2B7BCBAA2}"/>
              </a:ext>
            </a:extLst>
          </p:cNvPr>
          <p:cNvSpPr>
            <a:spLocks/>
          </p:cNvSpPr>
          <p:nvPr/>
        </p:nvSpPr>
        <p:spPr>
          <a:xfrm>
            <a:off x="6635381" y="87851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4" name="9ujf_9_build_PredictedAtoms_9">
            <a:extLst>
              <a:ext uri="{FF2B5EF4-FFF2-40B4-BE49-F238E27FC236}">
                <a16:creationId xmlns:a16="http://schemas.microsoft.com/office/drawing/2014/main" id="{89DD18C0-EB85-466B-A608-A150061645FB}"/>
              </a:ext>
            </a:extLst>
          </p:cNvPr>
          <p:cNvSpPr>
            <a:spLocks/>
          </p:cNvSpPr>
          <p:nvPr/>
        </p:nvSpPr>
        <p:spPr>
          <a:xfrm>
            <a:off x="6718949" y="85959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5" name="9ujf_9_build_PredictedAtoms_10">
            <a:extLst>
              <a:ext uri="{FF2B5EF4-FFF2-40B4-BE49-F238E27FC236}">
                <a16:creationId xmlns:a16="http://schemas.microsoft.com/office/drawing/2014/main" id="{9DF4C1B3-AAC9-4C6E-9CEB-B9EE68434714}"/>
              </a:ext>
            </a:extLst>
          </p:cNvPr>
          <p:cNvSpPr>
            <a:spLocks/>
          </p:cNvSpPr>
          <p:nvPr/>
        </p:nvSpPr>
        <p:spPr>
          <a:xfrm>
            <a:off x="6821175" y="84325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6" name="9ujf_9_build_PredictedAtoms_11">
            <a:extLst>
              <a:ext uri="{FF2B5EF4-FFF2-40B4-BE49-F238E27FC236}">
                <a16:creationId xmlns:a16="http://schemas.microsoft.com/office/drawing/2014/main" id="{F7D18D87-DEEB-4E90-B863-830A067C4866}"/>
              </a:ext>
            </a:extLst>
          </p:cNvPr>
          <p:cNvSpPr>
            <a:spLocks/>
          </p:cNvSpPr>
          <p:nvPr/>
        </p:nvSpPr>
        <p:spPr>
          <a:xfrm>
            <a:off x="6745236" y="86161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7" name="9ujf_9_build_PredictedAtoms_12">
            <a:extLst>
              <a:ext uri="{FF2B5EF4-FFF2-40B4-BE49-F238E27FC236}">
                <a16:creationId xmlns:a16="http://schemas.microsoft.com/office/drawing/2014/main" id="{25017ECE-D4AE-450E-BACB-3C911FD1CA29}"/>
              </a:ext>
            </a:extLst>
          </p:cNvPr>
          <p:cNvSpPr>
            <a:spLocks/>
          </p:cNvSpPr>
          <p:nvPr/>
        </p:nvSpPr>
        <p:spPr>
          <a:xfrm>
            <a:off x="6942510" y="83279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8" name="9ujf_9_build_PredictedAtoms_13">
            <a:extLst>
              <a:ext uri="{FF2B5EF4-FFF2-40B4-BE49-F238E27FC236}">
                <a16:creationId xmlns:a16="http://schemas.microsoft.com/office/drawing/2014/main" id="{71EAC3D4-00A4-4965-887E-620EA69C050B}"/>
              </a:ext>
            </a:extLst>
          </p:cNvPr>
          <p:cNvSpPr>
            <a:spLocks/>
          </p:cNvSpPr>
          <p:nvPr/>
        </p:nvSpPr>
        <p:spPr>
          <a:xfrm>
            <a:off x="7063175" y="84166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9" name="9ujf_9_build_PredictedAtoms_14">
            <a:extLst>
              <a:ext uri="{FF2B5EF4-FFF2-40B4-BE49-F238E27FC236}">
                <a16:creationId xmlns:a16="http://schemas.microsoft.com/office/drawing/2014/main" id="{8BB06F89-2644-4CCE-B9D1-8B5AF91DDD2B}"/>
              </a:ext>
            </a:extLst>
          </p:cNvPr>
          <p:cNvSpPr>
            <a:spLocks/>
          </p:cNvSpPr>
          <p:nvPr/>
        </p:nvSpPr>
        <p:spPr>
          <a:xfrm>
            <a:off x="7532750" y="87802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0" name="9ujf_9_build_PredictedAtoms_15">
            <a:extLst>
              <a:ext uri="{FF2B5EF4-FFF2-40B4-BE49-F238E27FC236}">
                <a16:creationId xmlns:a16="http://schemas.microsoft.com/office/drawing/2014/main" id="{F792FB7F-21CF-4B9F-B596-AF4F47ACAD1E}"/>
              </a:ext>
            </a:extLst>
          </p:cNvPr>
          <p:cNvSpPr>
            <a:spLocks/>
          </p:cNvSpPr>
          <p:nvPr/>
        </p:nvSpPr>
        <p:spPr>
          <a:xfrm>
            <a:off x="7661621" y="87495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1" name="9ujf_9_build_PredictedAtoms_16">
            <a:extLst>
              <a:ext uri="{FF2B5EF4-FFF2-40B4-BE49-F238E27FC236}">
                <a16:creationId xmlns:a16="http://schemas.microsoft.com/office/drawing/2014/main" id="{6A2B1E63-DA41-4F11-8F8D-F688119A39F5}"/>
              </a:ext>
            </a:extLst>
          </p:cNvPr>
          <p:cNvSpPr>
            <a:spLocks/>
          </p:cNvSpPr>
          <p:nvPr/>
        </p:nvSpPr>
        <p:spPr>
          <a:xfrm>
            <a:off x="7816157" y="88298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2" name="9ujf_9_build_PredictedAtoms_17">
            <a:extLst>
              <a:ext uri="{FF2B5EF4-FFF2-40B4-BE49-F238E27FC236}">
                <a16:creationId xmlns:a16="http://schemas.microsoft.com/office/drawing/2014/main" id="{2C179A3A-0584-456A-9F59-AF9BFA4AFBA0}"/>
              </a:ext>
            </a:extLst>
          </p:cNvPr>
          <p:cNvSpPr>
            <a:spLocks/>
          </p:cNvSpPr>
          <p:nvPr/>
        </p:nvSpPr>
        <p:spPr>
          <a:xfrm>
            <a:off x="7877742" y="89316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3" name="9ujf_9_build_PredictedAtoms_18">
            <a:extLst>
              <a:ext uri="{FF2B5EF4-FFF2-40B4-BE49-F238E27FC236}">
                <a16:creationId xmlns:a16="http://schemas.microsoft.com/office/drawing/2014/main" id="{FDD0734B-73DF-4D19-85CC-3A71341F9527}"/>
              </a:ext>
            </a:extLst>
          </p:cNvPr>
          <p:cNvSpPr>
            <a:spLocks/>
          </p:cNvSpPr>
          <p:nvPr/>
        </p:nvSpPr>
        <p:spPr>
          <a:xfrm>
            <a:off x="8111870" y="8927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4" name="9ujf_9_build_PredictedAtoms_19">
            <a:extLst>
              <a:ext uri="{FF2B5EF4-FFF2-40B4-BE49-F238E27FC236}">
                <a16:creationId xmlns:a16="http://schemas.microsoft.com/office/drawing/2014/main" id="{0FBF0AD7-1175-4099-906A-798E387DF060}"/>
              </a:ext>
            </a:extLst>
          </p:cNvPr>
          <p:cNvSpPr>
            <a:spLocks/>
          </p:cNvSpPr>
          <p:nvPr/>
        </p:nvSpPr>
        <p:spPr>
          <a:xfrm>
            <a:off x="8167785" y="91042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5" name="9ujf_9_build_PredictedAtoms_20">
            <a:extLst>
              <a:ext uri="{FF2B5EF4-FFF2-40B4-BE49-F238E27FC236}">
                <a16:creationId xmlns:a16="http://schemas.microsoft.com/office/drawing/2014/main" id="{28F3150F-6A9A-4B6E-A959-34E7750AF0AF}"/>
              </a:ext>
            </a:extLst>
          </p:cNvPr>
          <p:cNvSpPr>
            <a:spLocks/>
          </p:cNvSpPr>
          <p:nvPr/>
        </p:nvSpPr>
        <p:spPr>
          <a:xfrm>
            <a:off x="8172647" y="88938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6" name="9ujf_9_build_PredictedAtoms_21">
            <a:extLst>
              <a:ext uri="{FF2B5EF4-FFF2-40B4-BE49-F238E27FC236}">
                <a16:creationId xmlns:a16="http://schemas.microsoft.com/office/drawing/2014/main" id="{A8EB5C10-F4C6-4195-A1BA-BB4B5E0A9BE3}"/>
              </a:ext>
            </a:extLst>
          </p:cNvPr>
          <p:cNvSpPr>
            <a:spLocks/>
          </p:cNvSpPr>
          <p:nvPr/>
        </p:nvSpPr>
        <p:spPr>
          <a:xfrm>
            <a:off x="8147878" y="87530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7" name="9ujf_9_build_PredictedAtoms_22">
            <a:extLst>
              <a:ext uri="{FF2B5EF4-FFF2-40B4-BE49-F238E27FC236}">
                <a16:creationId xmlns:a16="http://schemas.microsoft.com/office/drawing/2014/main" id="{B433816D-43A8-4257-A3F1-7B0105383D33}"/>
              </a:ext>
            </a:extLst>
          </p:cNvPr>
          <p:cNvSpPr>
            <a:spLocks/>
          </p:cNvSpPr>
          <p:nvPr/>
        </p:nvSpPr>
        <p:spPr>
          <a:xfrm>
            <a:off x="8340059" y="8635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8" name="9ujf_9_build_PredictedAtoms_23">
            <a:extLst>
              <a:ext uri="{FF2B5EF4-FFF2-40B4-BE49-F238E27FC236}">
                <a16:creationId xmlns:a16="http://schemas.microsoft.com/office/drawing/2014/main" id="{68866ACC-18CA-4460-80EF-10C82F164877}"/>
              </a:ext>
            </a:extLst>
          </p:cNvPr>
          <p:cNvSpPr>
            <a:spLocks/>
          </p:cNvSpPr>
          <p:nvPr/>
        </p:nvSpPr>
        <p:spPr>
          <a:xfrm>
            <a:off x="8417334" y="85876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9" name="9ujf_9_build_PredictedAtoms_24">
            <a:extLst>
              <a:ext uri="{FF2B5EF4-FFF2-40B4-BE49-F238E27FC236}">
                <a16:creationId xmlns:a16="http://schemas.microsoft.com/office/drawing/2014/main" id="{D26B8C4B-9AD9-46C6-900E-76049D22A2D5}"/>
              </a:ext>
            </a:extLst>
          </p:cNvPr>
          <p:cNvSpPr>
            <a:spLocks/>
          </p:cNvSpPr>
          <p:nvPr/>
        </p:nvSpPr>
        <p:spPr>
          <a:xfrm>
            <a:off x="8473793" y="87366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0" name="9ujf_9_build_PredictedAtoms_25">
            <a:extLst>
              <a:ext uri="{FF2B5EF4-FFF2-40B4-BE49-F238E27FC236}">
                <a16:creationId xmlns:a16="http://schemas.microsoft.com/office/drawing/2014/main" id="{7E45EB0A-DB99-4598-A63E-030DA46C1452}"/>
              </a:ext>
            </a:extLst>
          </p:cNvPr>
          <p:cNvSpPr>
            <a:spLocks/>
          </p:cNvSpPr>
          <p:nvPr/>
        </p:nvSpPr>
        <p:spPr>
          <a:xfrm>
            <a:off x="8268807" y="84634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1" name="9ujf_9_build_PredictedAtoms_26">
            <a:extLst>
              <a:ext uri="{FF2B5EF4-FFF2-40B4-BE49-F238E27FC236}">
                <a16:creationId xmlns:a16="http://schemas.microsoft.com/office/drawing/2014/main" id="{0B5640BB-DD1E-4B8E-8AE9-DA0A2007330A}"/>
              </a:ext>
            </a:extLst>
          </p:cNvPr>
          <p:cNvSpPr>
            <a:spLocks/>
          </p:cNvSpPr>
          <p:nvPr/>
        </p:nvSpPr>
        <p:spPr>
          <a:xfrm>
            <a:off x="8295087" y="82796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2" name="9ujf_9_build_PredictedAtoms_27">
            <a:extLst>
              <a:ext uri="{FF2B5EF4-FFF2-40B4-BE49-F238E27FC236}">
                <a16:creationId xmlns:a16="http://schemas.microsoft.com/office/drawing/2014/main" id="{348503DA-BE82-426B-BE9C-1BC82E92BBBF}"/>
              </a:ext>
            </a:extLst>
          </p:cNvPr>
          <p:cNvSpPr>
            <a:spLocks/>
          </p:cNvSpPr>
          <p:nvPr/>
        </p:nvSpPr>
        <p:spPr>
          <a:xfrm>
            <a:off x="8417537" y="81693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3" name="9ujf_9_build_PredictedAtoms_28">
            <a:extLst>
              <a:ext uri="{FF2B5EF4-FFF2-40B4-BE49-F238E27FC236}">
                <a16:creationId xmlns:a16="http://schemas.microsoft.com/office/drawing/2014/main" id="{BFE0E643-5496-403F-969F-0695041A00F5}"/>
              </a:ext>
            </a:extLst>
          </p:cNvPr>
          <p:cNvSpPr>
            <a:spLocks/>
          </p:cNvSpPr>
          <p:nvPr/>
        </p:nvSpPr>
        <p:spPr>
          <a:xfrm>
            <a:off x="8387567" y="82815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4" name="9ujf_9_build_PredictedAtoms_29">
            <a:extLst>
              <a:ext uri="{FF2B5EF4-FFF2-40B4-BE49-F238E27FC236}">
                <a16:creationId xmlns:a16="http://schemas.microsoft.com/office/drawing/2014/main" id="{394BD054-FADE-4E22-A42F-ADCFC1CF79AA}"/>
              </a:ext>
            </a:extLst>
          </p:cNvPr>
          <p:cNvSpPr>
            <a:spLocks/>
          </p:cNvSpPr>
          <p:nvPr/>
        </p:nvSpPr>
        <p:spPr>
          <a:xfrm>
            <a:off x="8106143" y="82192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5" name="9ujf_9_build_PredictedAtoms_30">
            <a:extLst>
              <a:ext uri="{FF2B5EF4-FFF2-40B4-BE49-F238E27FC236}">
                <a16:creationId xmlns:a16="http://schemas.microsoft.com/office/drawing/2014/main" id="{E7E2625C-F7E6-40BA-A903-E85696E84A18}"/>
              </a:ext>
            </a:extLst>
          </p:cNvPr>
          <p:cNvSpPr>
            <a:spLocks/>
          </p:cNvSpPr>
          <p:nvPr/>
        </p:nvSpPr>
        <p:spPr>
          <a:xfrm>
            <a:off x="7609908" y="861811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6" name="9ujf_9_build_PredictedAtoms_31">
            <a:extLst>
              <a:ext uri="{FF2B5EF4-FFF2-40B4-BE49-F238E27FC236}">
                <a16:creationId xmlns:a16="http://schemas.microsoft.com/office/drawing/2014/main" id="{8E5166CC-A8F6-4E8F-9698-9FEF2ECA75EC}"/>
              </a:ext>
            </a:extLst>
          </p:cNvPr>
          <p:cNvSpPr>
            <a:spLocks/>
          </p:cNvSpPr>
          <p:nvPr/>
        </p:nvSpPr>
        <p:spPr>
          <a:xfrm>
            <a:off x="7705121" y="84689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7" name="9ujf_9_build_Clashes_0">
            <a:extLst>
              <a:ext uri="{FF2B5EF4-FFF2-40B4-BE49-F238E27FC236}">
                <a16:creationId xmlns:a16="http://schemas.microsoft.com/office/drawing/2014/main" id="{B8719C3A-814B-49C8-B48B-A3812CBB8D83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812" y="742933"/>
                </a:moveTo>
                <a:lnTo>
                  <a:pt x="435989" y="102245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28" name="9ujf_9_build_Clashes_1">
            <a:extLst>
              <a:ext uri="{FF2B5EF4-FFF2-40B4-BE49-F238E27FC236}">
                <a16:creationId xmlns:a16="http://schemas.microsoft.com/office/drawing/2014/main" id="{160A008D-67AA-47CC-9E0D-167B40EB3444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9374" y="847941"/>
                </a:moveTo>
                <a:lnTo>
                  <a:pt x="167726" y="84307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29" name="9ujf_9_build_Clashes_2">
            <a:extLst>
              <a:ext uri="{FF2B5EF4-FFF2-40B4-BE49-F238E27FC236}">
                <a16:creationId xmlns:a16="http://schemas.microsoft.com/office/drawing/2014/main" id="{4C38E649-880F-409B-9608-2740CAE079BC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9374" y="847941"/>
                </a:moveTo>
                <a:lnTo>
                  <a:pt x="254448" y="9514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30" name="9ujf_9_build_Clashes_3">
            <a:extLst>
              <a:ext uri="{FF2B5EF4-FFF2-40B4-BE49-F238E27FC236}">
                <a16:creationId xmlns:a16="http://schemas.microsoft.com/office/drawing/2014/main" id="{977204AB-F41D-43EA-A1FA-25787AC8FDAB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9374" y="847941"/>
                </a:moveTo>
                <a:lnTo>
                  <a:pt x="435989" y="102245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31" name="9ujf_9_build_Clashes_4">
            <a:extLst>
              <a:ext uri="{FF2B5EF4-FFF2-40B4-BE49-F238E27FC236}">
                <a16:creationId xmlns:a16="http://schemas.microsoft.com/office/drawing/2014/main" id="{30BFB125-E1D0-4335-B337-C72CC06DD550}"/>
              </a:ext>
            </a:extLst>
          </p:cNvPr>
          <p:cNvSpPr>
            <a:spLocks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168" y="495319"/>
                </a:moveTo>
                <a:lnTo>
                  <a:pt x="640002" y="24457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32" name="9ujf_9_build_ClashingReceptorAtoms_0">
            <a:extLst>
              <a:ext uri="{FF2B5EF4-FFF2-40B4-BE49-F238E27FC236}">
                <a16:creationId xmlns:a16="http://schemas.microsoft.com/office/drawing/2014/main" id="{1804272A-E28B-41B8-8B05-383D27A8A1EF}"/>
              </a:ext>
            </a:extLst>
          </p:cNvPr>
          <p:cNvSpPr>
            <a:spLocks/>
          </p:cNvSpPr>
          <p:nvPr/>
        </p:nvSpPr>
        <p:spPr>
          <a:xfrm>
            <a:off x="6316114" y="87726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33" name="9ujf_9_build_ClashingReceptorAtoms_1">
            <a:extLst>
              <a:ext uri="{FF2B5EF4-FFF2-40B4-BE49-F238E27FC236}">
                <a16:creationId xmlns:a16="http://schemas.microsoft.com/office/drawing/2014/main" id="{3E86AD22-C5DB-43B6-BD4B-962100DC4ED7}"/>
              </a:ext>
            </a:extLst>
          </p:cNvPr>
          <p:cNvSpPr>
            <a:spLocks/>
          </p:cNvSpPr>
          <p:nvPr/>
        </p:nvSpPr>
        <p:spPr>
          <a:xfrm>
            <a:off x="6402836" y="888106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34" name="9ujf_9_build_ClashingReceptorAtoms_2">
            <a:extLst>
              <a:ext uri="{FF2B5EF4-FFF2-40B4-BE49-F238E27FC236}">
                <a16:creationId xmlns:a16="http://schemas.microsoft.com/office/drawing/2014/main" id="{879F2FFB-7F53-402F-9C69-8020766ADC7A}"/>
              </a:ext>
            </a:extLst>
          </p:cNvPr>
          <p:cNvSpPr>
            <a:spLocks/>
          </p:cNvSpPr>
          <p:nvPr/>
        </p:nvSpPr>
        <p:spPr>
          <a:xfrm>
            <a:off x="6584377" y="895202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35" name="9ujf_9_build_ClashingReceptorAtoms_3">
            <a:extLst>
              <a:ext uri="{FF2B5EF4-FFF2-40B4-BE49-F238E27FC236}">
                <a16:creationId xmlns:a16="http://schemas.microsoft.com/office/drawing/2014/main" id="{664C3699-CD21-4DDC-8B31-9BFAC7B82042}"/>
              </a:ext>
            </a:extLst>
          </p:cNvPr>
          <p:cNvSpPr>
            <a:spLocks/>
          </p:cNvSpPr>
          <p:nvPr/>
        </p:nvSpPr>
        <p:spPr>
          <a:xfrm>
            <a:off x="6788390" y="81741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36" name="stage3-cases-clash_47">
            <a:extLst>
              <a:ext uri="{FF2B5EF4-FFF2-40B4-BE49-F238E27FC236}">
                <a16:creationId xmlns:a16="http://schemas.microsoft.com/office/drawing/2014/main" id="{88330E44-ABD6-4208-BBD1-64B26A349C26}"/>
              </a:ext>
            </a:extLst>
          </p:cNvPr>
          <p:cNvSpPr>
            <a:spLocks/>
          </p:cNvSpPr>
          <p:nvPr/>
        </p:nvSpPr>
        <p:spPr>
          <a:xfrm>
            <a:off x="61722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1.30 Å   D 56%   Clash 5</a:t>
            </a:r>
          </a:p>
        </p:txBody>
      </p:sp>
      <p:sp>
        <p:nvSpPr>
          <p:cNvPr id="2337" name="stage3-cases-clash_48">
            <a:extLst>
              <a:ext uri="{FF2B5EF4-FFF2-40B4-BE49-F238E27FC236}">
                <a16:creationId xmlns:a16="http://schemas.microsoft.com/office/drawing/2014/main" id="{0889AD9F-75C4-47A6-A11A-68DD61D96CF6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9915525"/>
                </a:moveTo>
                <a:lnTo>
                  <a:pt x="419100" y="99155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2338" name="stage3-cases-clash_49">
            <a:extLst>
              <a:ext uri="{FF2B5EF4-FFF2-40B4-BE49-F238E27FC236}">
                <a16:creationId xmlns:a16="http://schemas.microsoft.com/office/drawing/2014/main" id="{4DB1042C-2C2B-4DC3-9E02-53D2CAE6C873}"/>
              </a:ext>
            </a:extLst>
          </p:cNvPr>
          <p:cNvSpPr>
            <a:spLocks/>
          </p:cNvSpPr>
          <p:nvPr/>
        </p:nvSpPr>
        <p:spPr>
          <a:xfrm>
            <a:off x="485775" y="97917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2339" name="stage3-cases-clash_50">
            <a:extLst>
              <a:ext uri="{FF2B5EF4-FFF2-40B4-BE49-F238E27FC236}">
                <a16:creationId xmlns:a16="http://schemas.microsoft.com/office/drawing/2014/main" id="{DF00C52C-C7D7-45CF-875F-7ED49B653ED9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9915525"/>
                </a:moveTo>
                <a:lnTo>
                  <a:pt x="2619375" y="99155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2340" name="stage3-cases-clash_51">
            <a:extLst>
              <a:ext uri="{FF2B5EF4-FFF2-40B4-BE49-F238E27FC236}">
                <a16:creationId xmlns:a16="http://schemas.microsoft.com/office/drawing/2014/main" id="{A4DE2B70-37D6-4FAE-A56C-81347355D364}"/>
              </a:ext>
            </a:extLst>
          </p:cNvPr>
          <p:cNvSpPr>
            <a:spLocks/>
          </p:cNvSpPr>
          <p:nvPr/>
        </p:nvSpPr>
        <p:spPr>
          <a:xfrm>
            <a:off x="2686050" y="97917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2341" name="stage3-cases-clash_52">
            <a:extLst>
              <a:ext uri="{FF2B5EF4-FFF2-40B4-BE49-F238E27FC236}">
                <a16:creationId xmlns:a16="http://schemas.microsoft.com/office/drawing/2014/main" id="{88F984FD-DDDD-4D92-9172-D31691A0A946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9915525"/>
                </a:moveTo>
                <a:lnTo>
                  <a:pt x="5505450" y="99155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2342" name="stage3-cases-clash_53">
            <a:extLst>
              <a:ext uri="{FF2B5EF4-FFF2-40B4-BE49-F238E27FC236}">
                <a16:creationId xmlns:a16="http://schemas.microsoft.com/office/drawing/2014/main" id="{32CF84BD-F0C3-466A-A383-B0CDEE9C81CA}"/>
              </a:ext>
            </a:extLst>
          </p:cNvPr>
          <p:cNvSpPr>
            <a:spLocks/>
          </p:cNvSpPr>
          <p:nvPr/>
        </p:nvSpPr>
        <p:spPr>
          <a:xfrm>
            <a:off x="5572125" y="97917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2343" name="stage3-cases-clash_54">
            <a:extLst>
              <a:ext uri="{FF2B5EF4-FFF2-40B4-BE49-F238E27FC236}">
                <a16:creationId xmlns:a16="http://schemas.microsoft.com/office/drawing/2014/main" id="{19D084DF-63A5-4621-98EC-22B931ECC598}"/>
              </a:ext>
            </a:extLst>
          </p:cNvPr>
          <p:cNvSpPr>
            <a:spLocks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9915525"/>
                </a:moveTo>
                <a:lnTo>
                  <a:pt x="7239000" y="99155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2344" name="stage3-cases-clash_55">
            <a:extLst>
              <a:ext uri="{FF2B5EF4-FFF2-40B4-BE49-F238E27FC236}">
                <a16:creationId xmlns:a16="http://schemas.microsoft.com/office/drawing/2014/main" id="{D9CC4D2B-9D54-449F-B192-1FE3DFBCDDD9}"/>
              </a:ext>
            </a:extLst>
          </p:cNvPr>
          <p:cNvSpPr>
            <a:spLocks/>
          </p:cNvSpPr>
          <p:nvPr/>
        </p:nvSpPr>
        <p:spPr>
          <a:xfrm>
            <a:off x="7305675" y="97917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defPPr>
            <a:lvl1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1pPr>
            <a:lvl2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2pPr>
            <a:lvl3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3pPr>
            <a:lvl4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4pPr>
            <a:lvl5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5pPr>
            <a:lvl6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6pPr>
            <a:lvl7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7pPr>
            <a:lvl8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8pPr>
            <a:lvl9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64248036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</TotalTime>
  <Words>965</Words>
  <Application>Microsoft Office PowerPoint</Application>
  <DocSecurity>0</DocSecurity>
  <PresentationFormat>自定义</PresentationFormat>
  <Paragraphs>116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7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</cp:revision>
  <dcterms:created xsi:type="dcterms:W3CDTF">2026-10-03T07:12:27Z</dcterms:created>
  <dcterms:modified xsi:type="dcterms:W3CDTF">2026-10-07T14:01:11Z</dcterms:modified>
</cp:coreProperties>
</file>